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</p:sldMasterIdLst>
  <p:notesMasterIdLst>
    <p:notesMasterId r:id="rId3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5563FB-FC35-48E1-AE28-C915B93A76FC}">
  <a:tblStyle styleId="{D95563FB-FC35-48E1-AE28-C915B93A76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84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b7b3a603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b7b3a603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b7b3a603e6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b7b3a603e6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b7b3a603e6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b7b3a603e6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1b802316dd9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1b802316dd9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1b802316dd9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1b802316dd9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1b802316dd9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1b802316dd9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1b802316dd9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1b802316dd9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1b802316dd9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1b802316dd9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1b802316dd9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1b802316dd9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1b802316dd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1b802316dd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1b802316dd9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1b802316dd9_2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1b802316dd9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1b802316dd9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b802316dd9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1b802316dd9_2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1b802316dd9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1b802316dd9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1b802316dd9_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1b802316dd9_2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1b802316dd9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1b802316dd9_2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1b802316dd9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1b802316dd9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b802316dd9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b802316dd9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1b802316dd9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1b802316dd9_2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1b802316dd9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1b802316dd9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1b802316dd9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1b802316dd9_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1b802316dd9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1b802316dd9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1b802316dd9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1b802316dd9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1b802316dd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1b802316dd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1b802316dd9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1b802316dd9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1b802316dd9_2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0" name="Google Shape;1900;g1b802316dd9_2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1b802316dd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1b802316dd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1cd27966820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1cd27966820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1cd2796682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1cd2796682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1cd27966820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1cd27966820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698975" y="1041425"/>
            <a:ext cx="5745900" cy="14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842100" y="4057250"/>
            <a:ext cx="3456600" cy="37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97" name="Google Shape;97;p3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3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103" name="Google Shape;103;p3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" name="Google Shape;107;p3"/>
          <p:cNvSpPr txBox="1">
            <a:spLocks noGrp="1"/>
          </p:cNvSpPr>
          <p:nvPr>
            <p:ph type="title" hasCustomPrompt="1"/>
          </p:nvPr>
        </p:nvSpPr>
        <p:spPr>
          <a:xfrm>
            <a:off x="2248150" y="539500"/>
            <a:ext cx="2298300" cy="114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5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431076" y="4267148"/>
            <a:ext cx="851140" cy="668466"/>
            <a:chOff x="431076" y="4267148"/>
            <a:chExt cx="851140" cy="668466"/>
          </a:xfrm>
        </p:grpSpPr>
        <p:sp>
          <p:nvSpPr>
            <p:cNvPr id="111" name="Google Shape;111;p3"/>
            <p:cNvSpPr/>
            <p:nvPr/>
          </p:nvSpPr>
          <p:spPr>
            <a:xfrm>
              <a:off x="943815" y="4267148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31076" y="4704914"/>
              <a:ext cx="236700" cy="2307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914990" y="4444025"/>
            <a:ext cx="690064" cy="329108"/>
            <a:chOff x="7740700" y="4100311"/>
            <a:chExt cx="786936" cy="604089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15" name="Google Shape;115;p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5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204" name="Google Shape;204;p5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205" name="Google Shape;205;p5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6" name="Google Shape;206;p5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7" name="Google Shape;207;p5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8" name="Google Shape;208;p5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9" name="Google Shape;209;p5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0" name="Google Shape;210;p5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1" name="Google Shape;211;p5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2" name="Google Shape;212;p5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3" name="Google Shape;213;p5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4" name="Google Shape;214;p5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5" name="Google Shape;215;p5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16" name="Google Shape;216;p5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7" name="Google Shape;217;p5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8" name="Google Shape;218;p5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9" name="Google Shape;219;p5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0" name="Google Shape;220;p5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1" name="Google Shape;221;p5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2" name="Google Shape;222;p5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3" name="Google Shape;223;p5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24" name="Google Shape;224;p5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225" name="Google Shape;225;p5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26" name="Google Shape;226;p5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7" name="Google Shape;227;p5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8" name="Google Shape;228;p5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9" name="Google Shape;229;p5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0" name="Google Shape;230;p5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1" name="Google Shape;231;p5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2" name="Google Shape;232;p5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3" name="Google Shape;233;p5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4" name="Google Shape;234;p5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35" name="Google Shape;235;p5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36" name="Google Shape;236;p5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7" name="Google Shape;237;p5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8" name="Google Shape;238;p5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9" name="Google Shape;239;p5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0" name="Google Shape;240;p5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1" name="Google Shape;241;p5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2" name="Google Shape;242;p5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3" name="Google Shape;243;p5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44" name="Google Shape;244;p5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45" name="Google Shape;245;p5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46" name="Google Shape;246;p5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" name="Google Shape;247;p5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" name="Google Shape;248;p5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9" name="Google Shape;249;p5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0" name="Google Shape;250;p5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1" name="Google Shape;251;p5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2" name="Google Shape;252;p5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3" name="Google Shape;253;p5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4" name="Google Shape;254;p5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55" name="Google Shape;255;p5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56" name="Google Shape;256;p5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7" name="Google Shape;257;p5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8" name="Google Shape;258;p5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9" name="Google Shape;259;p5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0" name="Google Shape;260;p5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1" name="Google Shape;261;p5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2" name="Google Shape;262;p5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3" name="Google Shape;263;p5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64" name="Google Shape;264;p5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65" name="Google Shape;265;p5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66" name="Google Shape;266;p5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7" name="Google Shape;267;p5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5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9" name="Google Shape;269;p5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0" name="Google Shape;270;p5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1" name="Google Shape;271;p5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2" name="Google Shape;272;p5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3" name="Google Shape;273;p5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4" name="Google Shape;274;p5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75" name="Google Shape;275;p5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76" name="Google Shape;276;p5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7" name="Google Shape;277;p5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8" name="Google Shape;278;p5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9" name="Google Shape;279;p5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0" name="Google Shape;280;p5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1" name="Google Shape;281;p5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2" name="Google Shape;282;p5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3" name="Google Shape;283;p5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84" name="Google Shape;284;p5"/>
          <p:cNvSpPr/>
          <p:nvPr/>
        </p:nvSpPr>
        <p:spPr>
          <a:xfrm rot="10800000" flipH="1">
            <a:off x="4669125" y="4263572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5"/>
          <p:cNvSpPr/>
          <p:nvPr/>
        </p:nvSpPr>
        <p:spPr>
          <a:xfrm rot="10800000" flipH="1">
            <a:off x="4144582" y="4693112"/>
            <a:ext cx="221100" cy="2157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5"/>
          <p:cNvSpPr txBox="1">
            <a:spLocks noGrp="1"/>
          </p:cNvSpPr>
          <p:nvPr>
            <p:ph type="subTitle" idx="1"/>
          </p:nvPr>
        </p:nvSpPr>
        <p:spPr>
          <a:xfrm>
            <a:off x="1334700" y="2025313"/>
            <a:ext cx="30174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87" name="Google Shape;287;p5"/>
          <p:cNvSpPr txBox="1">
            <a:spLocks noGrp="1"/>
          </p:cNvSpPr>
          <p:nvPr>
            <p:ph type="subTitle" idx="2"/>
          </p:nvPr>
        </p:nvSpPr>
        <p:spPr>
          <a:xfrm>
            <a:off x="1334700" y="2399700"/>
            <a:ext cx="3017400" cy="14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5"/>
          <p:cNvSpPr txBox="1">
            <a:spLocks noGrp="1"/>
          </p:cNvSpPr>
          <p:nvPr>
            <p:ph type="subTitle" idx="3"/>
          </p:nvPr>
        </p:nvSpPr>
        <p:spPr>
          <a:xfrm>
            <a:off x="4791900" y="2025313"/>
            <a:ext cx="30174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89" name="Google Shape;289;p5"/>
          <p:cNvSpPr txBox="1">
            <a:spLocks noGrp="1"/>
          </p:cNvSpPr>
          <p:nvPr>
            <p:ph type="subTitle" idx="4"/>
          </p:nvPr>
        </p:nvSpPr>
        <p:spPr>
          <a:xfrm>
            <a:off x="4791911" y="2399700"/>
            <a:ext cx="3017400" cy="14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5"/>
          <p:cNvSpPr txBox="1">
            <a:spLocks noGrp="1"/>
          </p:cNvSpPr>
          <p:nvPr>
            <p:ph type="title"/>
          </p:nvPr>
        </p:nvSpPr>
        <p:spPr>
          <a:xfrm>
            <a:off x="541875" y="339325"/>
            <a:ext cx="8061600" cy="7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293" name="Google Shape;293;p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294" name="Google Shape;29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95" name="Google Shape;29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6" name="Google Shape;29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7" name="Google Shape;29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8" name="Google Shape;29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9" name="Google Shape;29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0" name="Google Shape;30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1" name="Google Shape;30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2" name="Google Shape;30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3" name="Google Shape;30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4" name="Google Shape;30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05" name="Google Shape;30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6" name="Google Shape;30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8" name="Google Shape;30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" name="Google Shape;31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13" name="Google Shape;313;p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4" name="Google Shape;31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15" name="Google Shape;31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6" name="Google Shape;31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7" name="Google Shape;31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8" name="Google Shape;31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9" name="Google Shape;31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0" name="Google Shape;32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1" name="Google Shape;32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2" name="Google Shape;32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3" name="Google Shape;32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4" name="Google Shape;32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25" name="Google Shape;32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6" name="Google Shape;32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8" name="Google Shape;32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9" name="Google Shape;32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0" name="Google Shape;33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1" name="Google Shape;33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2" name="Google Shape;33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33" name="Google Shape;333;p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34" name="Google Shape;33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35" name="Google Shape;33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6" name="Google Shape;33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7" name="Google Shape;33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8" name="Google Shape;33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9" name="Google Shape;33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0" name="Google Shape;34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34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2" name="Google Shape;34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3" name="Google Shape;34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4" name="Google Shape;34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45" name="Google Shape;34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6" name="Google Shape;34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7" name="Google Shape;34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8" name="Google Shape;34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0" name="Google Shape;35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1" name="Google Shape;35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2" name="Google Shape;35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53" name="Google Shape;353;p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54" name="Google Shape;35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55" name="Google Shape;35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6" name="Google Shape;35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7" name="Google Shape;35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8" name="Google Shape;35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9" name="Google Shape;35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0" name="Google Shape;36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1" name="Google Shape;36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2" name="Google Shape;36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3" name="Google Shape;36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64" name="Google Shape;36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65" name="Google Shape;36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6" name="Google Shape;36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7" name="Google Shape;36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8" name="Google Shape;36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9" name="Google Shape;36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0" name="Google Shape;37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1" name="Google Shape;37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2" name="Google Shape;37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373" name="Google Shape;373;p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6"/>
          <p:cNvSpPr/>
          <p:nvPr/>
        </p:nvSpPr>
        <p:spPr>
          <a:xfrm>
            <a:off x="540925" y="1457100"/>
            <a:ext cx="8062500" cy="33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7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377" name="Google Shape;377;p7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78" name="Google Shape;378;p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79" name="Google Shape;379;p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0" name="Google Shape;380;p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1" name="Google Shape;381;p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2" name="Google Shape;382;p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3" name="Google Shape;383;p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4" name="Google Shape;384;p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5" name="Google Shape;385;p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6" name="Google Shape;386;p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7" name="Google Shape;387;p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88" name="Google Shape;388;p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89" name="Google Shape;389;p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0" name="Google Shape;390;p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1" name="Google Shape;391;p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2" name="Google Shape;392;p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3" name="Google Shape;393;p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4" name="Google Shape;394;p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5" name="Google Shape;395;p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6" name="Google Shape;396;p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97" name="Google Shape;397;p7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98" name="Google Shape;398;p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99" name="Google Shape;399;p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0" name="Google Shape;400;p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1" name="Google Shape;401;p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2" name="Google Shape;402;p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3" name="Google Shape;403;p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4" name="Google Shape;404;p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5" name="Google Shape;405;p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6" name="Google Shape;406;p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7" name="Google Shape;407;p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08" name="Google Shape;408;p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09" name="Google Shape;409;p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0" name="Google Shape;410;p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1" name="Google Shape;411;p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2" name="Google Shape;412;p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3" name="Google Shape;413;p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4" name="Google Shape;414;p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5" name="Google Shape;415;p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6" name="Google Shape;416;p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17" name="Google Shape;417;p7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418" name="Google Shape;418;p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19" name="Google Shape;419;p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0" name="Google Shape;420;p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1" name="Google Shape;421;p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2" name="Google Shape;422;p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3" name="Google Shape;423;p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4" name="Google Shape;424;p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5" name="Google Shape;425;p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6" name="Google Shape;426;p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7" name="Google Shape;427;p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28" name="Google Shape;428;p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9" name="Google Shape;429;p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0" name="Google Shape;430;p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1" name="Google Shape;431;p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2" name="Google Shape;432;p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3" name="Google Shape;433;p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4" name="Google Shape;434;p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5" name="Google Shape;435;p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6" name="Google Shape;436;p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37" name="Google Shape;437;p7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438" name="Google Shape;438;p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39" name="Google Shape;439;p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0" name="Google Shape;440;p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1" name="Google Shape;441;p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2" name="Google Shape;442;p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3" name="Google Shape;443;p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4" name="Google Shape;444;p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5" name="Google Shape;445;p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6" name="Google Shape;446;p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7" name="Google Shape;447;p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48" name="Google Shape;448;p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49" name="Google Shape;449;p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0" name="Google Shape;450;p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1" name="Google Shape;451;p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2" name="Google Shape;452;p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3" name="Google Shape;453;p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4" name="Google Shape;454;p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5" name="Google Shape;455;p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6" name="Google Shape;456;p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457" name="Google Shape;457;p7"/>
          <p:cNvSpPr txBox="1">
            <a:spLocks noGrp="1"/>
          </p:cNvSpPr>
          <p:nvPr>
            <p:ph type="title"/>
          </p:nvPr>
        </p:nvSpPr>
        <p:spPr>
          <a:xfrm>
            <a:off x="540100" y="340900"/>
            <a:ext cx="46062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8" name="Google Shape;458;p7"/>
          <p:cNvSpPr txBox="1">
            <a:spLocks noGrp="1"/>
          </p:cNvSpPr>
          <p:nvPr>
            <p:ph type="body" idx="1"/>
          </p:nvPr>
        </p:nvSpPr>
        <p:spPr>
          <a:xfrm>
            <a:off x="540100" y="2571750"/>
            <a:ext cx="5764200" cy="186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9" name="Google Shape;459;p7"/>
          <p:cNvSpPr/>
          <p:nvPr/>
        </p:nvSpPr>
        <p:spPr>
          <a:xfrm flipH="1">
            <a:off x="974351" y="4660423"/>
            <a:ext cx="282900" cy="275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8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462" name="Google Shape;462;p8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463" name="Google Shape;463;p8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8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8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8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8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68" name="Google Shape;468;p8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469" name="Google Shape;469;p8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0" name="Google Shape;470;p8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1" name="Google Shape;471;p8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2" name="Google Shape;472;p8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73" name="Google Shape;473;p8"/>
          <p:cNvSpPr txBox="1">
            <a:spLocks noGrp="1"/>
          </p:cNvSpPr>
          <p:nvPr>
            <p:ph type="title"/>
          </p:nvPr>
        </p:nvSpPr>
        <p:spPr>
          <a:xfrm>
            <a:off x="2348150" y="1714275"/>
            <a:ext cx="4435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74" name="Google Shape;474;p8"/>
          <p:cNvSpPr/>
          <p:nvPr/>
        </p:nvSpPr>
        <p:spPr>
          <a:xfrm>
            <a:off x="4406276" y="4700451"/>
            <a:ext cx="329100" cy="3165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4406276" y="163001"/>
            <a:ext cx="329100" cy="3165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78" name="Google Shape;478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79" name="Google Shape;479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0" name="Google Shape;480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1" name="Google Shape;481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2" name="Google Shape;482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3" name="Google Shape;483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4" name="Google Shape;484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5" name="Google Shape;485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6" name="Google Shape;486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89" name="Google Shape;489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0" name="Google Shape;490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5" name="Google Shape;495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98" name="Google Shape;498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99" name="Google Shape;499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4" name="Google Shape;504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5" name="Google Shape;505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6" name="Google Shape;506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09" name="Google Shape;509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0" name="Google Shape;510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5" name="Google Shape;515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18" name="Google Shape;518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9" name="Google Shape;519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4" name="Google Shape;524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5" name="Google Shape;525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6" name="Google Shape;526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29" name="Google Shape;529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0" name="Google Shape;530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5" name="Google Shape;535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38" name="Google Shape;538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39" name="Google Shape;539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4" name="Google Shape;544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5" name="Google Shape;545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6" name="Google Shape;546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49" name="Google Shape;549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0" name="Google Shape;550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5" name="Google Shape;555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58" name="Google Shape;558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0" name="Google Shape;560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1" name="Google Shape;561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2" name="Google Shape;562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8" name="Google Shape;568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0"/>
          <p:cNvSpPr txBox="1">
            <a:spLocks noGrp="1"/>
          </p:cNvSpPr>
          <p:nvPr>
            <p:ph type="body" idx="1"/>
          </p:nvPr>
        </p:nvSpPr>
        <p:spPr>
          <a:xfrm>
            <a:off x="542250" y="3317425"/>
            <a:ext cx="3631500" cy="1101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grpSp>
        <p:nvGrpSpPr>
          <p:cNvPr id="571" name="Google Shape;571;p10"/>
          <p:cNvGrpSpPr/>
          <p:nvPr/>
        </p:nvGrpSpPr>
        <p:grpSpPr>
          <a:xfrm>
            <a:off x="7683209" y="3433419"/>
            <a:ext cx="1155320" cy="1498430"/>
            <a:chOff x="7465916" y="720492"/>
            <a:chExt cx="1139144" cy="1477450"/>
          </a:xfrm>
        </p:grpSpPr>
        <p:sp>
          <p:nvSpPr>
            <p:cNvPr id="572" name="Google Shape;572;p10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0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0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0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0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0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10"/>
          <p:cNvGrpSpPr/>
          <p:nvPr/>
        </p:nvGrpSpPr>
        <p:grpSpPr>
          <a:xfrm rot="5400000">
            <a:off x="-32757" y="576973"/>
            <a:ext cx="1491962" cy="781557"/>
            <a:chOff x="7055900" y="279450"/>
            <a:chExt cx="1820576" cy="953700"/>
          </a:xfrm>
        </p:grpSpPr>
        <p:sp>
          <p:nvSpPr>
            <p:cNvPr id="579" name="Google Shape;579;p10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0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0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0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0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4" name="Google Shape;584;p10"/>
          <p:cNvSpPr/>
          <p:nvPr/>
        </p:nvSpPr>
        <p:spPr>
          <a:xfrm>
            <a:off x="867301" y="148301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0"/>
          <p:cNvSpPr/>
          <p:nvPr/>
        </p:nvSpPr>
        <p:spPr>
          <a:xfrm>
            <a:off x="8105035" y="3302923"/>
            <a:ext cx="311100" cy="303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p11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588" name="Google Shape;588;p11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589" name="Google Shape;589;p11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0" name="Google Shape;590;p11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1" name="Google Shape;591;p11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2" name="Google Shape;592;p11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3" name="Google Shape;593;p11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94" name="Google Shape;594;p11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595" name="Google Shape;595;p11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6" name="Google Shape;596;p11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7" name="Google Shape;597;p11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8" name="Google Shape;598;p11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99" name="Google Shape;599;p11"/>
          <p:cNvSpPr txBox="1">
            <a:spLocks noGrp="1"/>
          </p:cNvSpPr>
          <p:nvPr>
            <p:ph type="title" hasCustomPrompt="1"/>
          </p:nvPr>
        </p:nvSpPr>
        <p:spPr>
          <a:xfrm>
            <a:off x="2205450" y="1686475"/>
            <a:ext cx="4733100" cy="1767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0" name="Google Shape;600;p11"/>
          <p:cNvSpPr txBox="1">
            <a:spLocks noGrp="1"/>
          </p:cNvSpPr>
          <p:nvPr>
            <p:ph type="subTitle" idx="1"/>
          </p:nvPr>
        </p:nvSpPr>
        <p:spPr>
          <a:xfrm>
            <a:off x="2203075" y="3454025"/>
            <a:ext cx="2368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1"/>
          <p:cNvSpPr/>
          <p:nvPr/>
        </p:nvSpPr>
        <p:spPr>
          <a:xfrm rot="-5400000" flipH="1">
            <a:off x="2042430" y="163026"/>
            <a:ext cx="336000" cy="3273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2" name="Google Shape;602;p11"/>
          <p:cNvGrpSpPr/>
          <p:nvPr/>
        </p:nvGrpSpPr>
        <p:grpSpPr>
          <a:xfrm rot="10800000" flipH="1">
            <a:off x="8173442" y="3289864"/>
            <a:ext cx="600467" cy="327300"/>
            <a:chOff x="1945415" y="1740893"/>
            <a:chExt cx="600467" cy="327300"/>
          </a:xfrm>
        </p:grpSpPr>
        <p:sp>
          <p:nvSpPr>
            <p:cNvPr id="603" name="Google Shape;603;p11"/>
            <p:cNvSpPr/>
            <p:nvPr/>
          </p:nvSpPr>
          <p:spPr>
            <a:xfrm rot="10800000" flipH="1">
              <a:off x="1945415" y="1740893"/>
              <a:ext cx="336000" cy="3273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 rot="10800000" flipH="1">
              <a:off x="2298982" y="1784393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7" name="Google Shape;607;p13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08" name="Google Shape;608;p13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09" name="Google Shape;609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10" name="Google Shape;610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1" name="Google Shape;611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2" name="Google Shape;612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3" name="Google Shape;613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4" name="Google Shape;614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5" name="Google Shape;615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6" name="Google Shape;616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7" name="Google Shape;617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8" name="Google Shape;618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9" name="Google Shape;619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0" name="Google Shape;620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4" name="Google Shape;624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5" name="Google Shape;625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6" name="Google Shape;626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7" name="Google Shape;627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28" name="Google Shape;628;p13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29" name="Google Shape;629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30" name="Google Shape;630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1" name="Google Shape;631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2" name="Google Shape;632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3" name="Google Shape;633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4" name="Google Shape;634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5" name="Google Shape;635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6" name="Google Shape;636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7" name="Google Shape;637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8" name="Google Shape;638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39" name="Google Shape;639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40" name="Google Shape;640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1" name="Google Shape;641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4" name="Google Shape;644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5" name="Google Shape;645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6" name="Google Shape;646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7" name="Google Shape;647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48" name="Google Shape;648;p13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49" name="Google Shape;649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50" name="Google Shape;650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1" name="Google Shape;651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2" name="Google Shape;652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3" name="Google Shape;653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4" name="Google Shape;654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5" name="Google Shape;655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6" name="Google Shape;656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7" name="Google Shape;657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8" name="Google Shape;658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59" name="Google Shape;659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60" name="Google Shape;660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2" name="Google Shape;662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5" name="Google Shape;665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6" name="Google Shape;666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7" name="Google Shape;667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68" name="Google Shape;668;p13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69" name="Google Shape;669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70" name="Google Shape;670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2" name="Google Shape;672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4" name="Google Shape;674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5" name="Google Shape;675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6" name="Google Shape;676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8" name="Google Shape;678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79" name="Google Shape;679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80" name="Google Shape;680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1" name="Google Shape;681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2" name="Google Shape;682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3" name="Google Shape;683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4" name="Google Shape;684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5" name="Google Shape;685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6" name="Google Shape;686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88" name="Google Shape;688;p13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14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91" name="Google Shape;691;p14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92" name="Google Shape;692;p1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93" name="Google Shape;693;p1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4" name="Google Shape;694;p1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5" name="Google Shape;695;p1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6" name="Google Shape;696;p1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7" name="Google Shape;697;p1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8" name="Google Shape;698;p1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9" name="Google Shape;699;p1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0" name="Google Shape;700;p1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1" name="Google Shape;701;p1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02" name="Google Shape;702;p1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703" name="Google Shape;703;p1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4" name="Google Shape;704;p1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5" name="Google Shape;705;p1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6" name="Google Shape;706;p1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7" name="Google Shape;707;p1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8" name="Google Shape;708;p1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9" name="Google Shape;709;p1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0" name="Google Shape;710;p1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11" name="Google Shape;711;p14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712" name="Google Shape;712;p1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13" name="Google Shape;713;p1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4" name="Google Shape;714;p1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5" name="Google Shape;715;p1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6" name="Google Shape;716;p1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7" name="Google Shape;717;p1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8" name="Google Shape;718;p1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9" name="Google Shape;719;p1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0" name="Google Shape;720;p1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1" name="Google Shape;721;p1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22" name="Google Shape;722;p1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723" name="Google Shape;723;p1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4" name="Google Shape;724;p1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5" name="Google Shape;725;p1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6" name="Google Shape;726;p1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7" name="Google Shape;727;p1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8" name="Google Shape;728;p1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9" name="Google Shape;729;p1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0" name="Google Shape;730;p1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31" name="Google Shape;731;p14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32" name="Google Shape;732;p1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33" name="Google Shape;733;p1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4" name="Google Shape;734;p1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5" name="Google Shape;735;p1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6" name="Google Shape;736;p1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7" name="Google Shape;737;p1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8" name="Google Shape;738;p1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9" name="Google Shape;739;p1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0" name="Google Shape;740;p1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1" name="Google Shape;741;p1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42" name="Google Shape;742;p1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743" name="Google Shape;743;p1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4" name="Google Shape;744;p1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5" name="Google Shape;745;p1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6" name="Google Shape;746;p1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7" name="Google Shape;747;p1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" name="Google Shape;748;p1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9" name="Google Shape;749;p1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0" name="Google Shape;750;p1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51" name="Google Shape;751;p14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52" name="Google Shape;752;p1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53" name="Google Shape;753;p1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4" name="Google Shape;754;p1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5" name="Google Shape;755;p1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6" name="Google Shape;756;p1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7" name="Google Shape;757;p1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8" name="Google Shape;758;p1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9" name="Google Shape;759;p1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0" name="Google Shape;760;p1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1" name="Google Shape;761;p1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62" name="Google Shape;762;p1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763" name="Google Shape;763;p1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4" name="Google Shape;764;p1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5" name="Google Shape;765;p1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6" name="Google Shape;766;p1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7" name="Google Shape;767;p1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8" name="Google Shape;768;p1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9" name="Google Shape;769;p1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0" name="Google Shape;770;p1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771" name="Google Shape;771;p14"/>
          <p:cNvGrpSpPr/>
          <p:nvPr/>
        </p:nvGrpSpPr>
        <p:grpSpPr>
          <a:xfrm flipH="1">
            <a:off x="218264" y="3992097"/>
            <a:ext cx="734748" cy="952069"/>
            <a:chOff x="7465916" y="720492"/>
            <a:chExt cx="1139144" cy="1477450"/>
          </a:xfrm>
        </p:grpSpPr>
        <p:sp>
          <p:nvSpPr>
            <p:cNvPr id="772" name="Google Shape;772;p14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8" name="Google Shape;778;p14"/>
          <p:cNvSpPr/>
          <p:nvPr/>
        </p:nvSpPr>
        <p:spPr>
          <a:xfrm>
            <a:off x="7804622" y="125176"/>
            <a:ext cx="431700" cy="42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14"/>
          <p:cNvSpPr/>
          <p:nvPr/>
        </p:nvSpPr>
        <p:spPr>
          <a:xfrm>
            <a:off x="8768224" y="4322425"/>
            <a:ext cx="209700" cy="204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4"/>
          <p:cNvSpPr/>
          <p:nvPr/>
        </p:nvSpPr>
        <p:spPr>
          <a:xfrm>
            <a:off x="1004799" y="611025"/>
            <a:ext cx="209700" cy="2040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15"/>
          <p:cNvGrpSpPr/>
          <p:nvPr/>
        </p:nvGrpSpPr>
        <p:grpSpPr>
          <a:xfrm rot="-5400000" flipH="1">
            <a:off x="-168801" y="2192363"/>
            <a:ext cx="1764041" cy="758764"/>
            <a:chOff x="6659230" y="279450"/>
            <a:chExt cx="2217246" cy="953700"/>
          </a:xfrm>
        </p:grpSpPr>
        <p:sp>
          <p:nvSpPr>
            <p:cNvPr id="783" name="Google Shape;783;p1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8" name="Google Shape;788;p15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789" name="Google Shape;789;p15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790" name="Google Shape;790;p15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1" name="Google Shape;791;p15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2" name="Google Shape;792;p15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3" name="Google Shape;793;p15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4" name="Google Shape;794;p15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95" name="Google Shape;795;p15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796" name="Google Shape;796;p15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7" name="Google Shape;797;p15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8" name="Google Shape;798;p15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9" name="Google Shape;799;p15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800" name="Google Shape;800;p15"/>
          <p:cNvGrpSpPr/>
          <p:nvPr/>
        </p:nvGrpSpPr>
        <p:grpSpPr>
          <a:xfrm rot="-5400000" flipH="1">
            <a:off x="7545837" y="2192363"/>
            <a:ext cx="1764041" cy="758764"/>
            <a:chOff x="6659230" y="279450"/>
            <a:chExt cx="2217246" cy="953700"/>
          </a:xfrm>
        </p:grpSpPr>
        <p:sp>
          <p:nvSpPr>
            <p:cNvPr id="801" name="Google Shape;801;p1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6" name="Google Shape;806;p15"/>
          <p:cNvSpPr/>
          <p:nvPr/>
        </p:nvSpPr>
        <p:spPr>
          <a:xfrm flipH="1">
            <a:off x="49826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15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15"/>
          <p:cNvSpPr/>
          <p:nvPr/>
        </p:nvSpPr>
        <p:spPr>
          <a:xfrm flipH="1">
            <a:off x="498269" y="3222764"/>
            <a:ext cx="429900" cy="4182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5"/>
          <p:cNvSpPr/>
          <p:nvPr/>
        </p:nvSpPr>
        <p:spPr>
          <a:xfrm flipH="1">
            <a:off x="8212907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15"/>
          <p:cNvSpPr/>
          <p:nvPr/>
        </p:nvSpPr>
        <p:spPr>
          <a:xfrm flipH="1">
            <a:off x="8212907" y="3222764"/>
            <a:ext cx="429900" cy="4182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hyperlink" Target="https://docs.google.com/spreadsheets/d/10RKORdKPu9kEoA1WB8Fy0sEbyFLyrUZkbdlJX9eMZRI/copy#gid=0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0RKORdKPu9kEoA1WB8Fy0sEbyFLyrUZkbdlJX9eMZRI/copy#gid=1477275169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0RKORdKPu9kEoA1WB8Fy0sEbyFLyrUZkbdlJX9eMZRI/copy#gid=1756059365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8"/>
          <p:cNvSpPr/>
          <p:nvPr/>
        </p:nvSpPr>
        <p:spPr>
          <a:xfrm>
            <a:off x="1689025" y="714325"/>
            <a:ext cx="5766600" cy="297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18"/>
          <p:cNvSpPr/>
          <p:nvPr/>
        </p:nvSpPr>
        <p:spPr>
          <a:xfrm>
            <a:off x="2401201" y="2764188"/>
            <a:ext cx="4409574" cy="77297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Infographics</a:t>
            </a:r>
          </a:p>
        </p:txBody>
      </p:sp>
      <p:sp>
        <p:nvSpPr>
          <p:cNvPr id="821" name="Google Shape;821;p18"/>
          <p:cNvSpPr txBox="1">
            <a:spLocks noGrp="1"/>
          </p:cNvSpPr>
          <p:nvPr>
            <p:ph type="subTitle" idx="1"/>
          </p:nvPr>
        </p:nvSpPr>
        <p:spPr>
          <a:xfrm>
            <a:off x="2842100" y="4057250"/>
            <a:ext cx="3456600" cy="37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822" name="Google Shape;822;p18"/>
          <p:cNvSpPr txBox="1">
            <a:spLocks noGrp="1"/>
          </p:cNvSpPr>
          <p:nvPr>
            <p:ph type="ctrTitle"/>
          </p:nvPr>
        </p:nvSpPr>
        <p:spPr>
          <a:xfrm>
            <a:off x="1698975" y="1041425"/>
            <a:ext cx="5745900" cy="14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</a:t>
            </a:r>
            <a:endParaRPr/>
          </a:p>
        </p:txBody>
      </p:sp>
      <p:sp>
        <p:nvSpPr>
          <p:cNvPr id="823" name="Google Shape;823;p18"/>
          <p:cNvSpPr/>
          <p:nvPr/>
        </p:nvSpPr>
        <p:spPr>
          <a:xfrm>
            <a:off x="2367138" y="2764188"/>
            <a:ext cx="4409574" cy="77297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Infographics</a:t>
            </a:r>
          </a:p>
        </p:txBody>
      </p:sp>
      <p:grpSp>
        <p:nvGrpSpPr>
          <p:cNvPr id="824" name="Google Shape;824;p18"/>
          <p:cNvGrpSpPr/>
          <p:nvPr/>
        </p:nvGrpSpPr>
        <p:grpSpPr>
          <a:xfrm>
            <a:off x="7599953" y="4001131"/>
            <a:ext cx="1047333" cy="499400"/>
            <a:chOff x="7740700" y="4100311"/>
            <a:chExt cx="786936" cy="604089"/>
          </a:xfrm>
        </p:grpSpPr>
        <p:grpSp>
          <p:nvGrpSpPr>
            <p:cNvPr id="825" name="Google Shape;825;p18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826" name="Google Shape;826;p18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8" name="Google Shape;828;p18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9" name="Google Shape;829;p18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8"/>
          <p:cNvSpPr/>
          <p:nvPr/>
        </p:nvSpPr>
        <p:spPr>
          <a:xfrm>
            <a:off x="1525046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8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2" name="Google Shape;832;p18"/>
          <p:cNvGrpSpPr/>
          <p:nvPr/>
        </p:nvGrpSpPr>
        <p:grpSpPr>
          <a:xfrm rot="5400000">
            <a:off x="469373" y="2444791"/>
            <a:ext cx="1143140" cy="598828"/>
            <a:chOff x="7055900" y="279450"/>
            <a:chExt cx="1820576" cy="953700"/>
          </a:xfrm>
        </p:grpSpPr>
        <p:sp>
          <p:nvSpPr>
            <p:cNvPr id="833" name="Google Shape;833;p1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8" name="Google Shape;838;p18"/>
          <p:cNvGrpSpPr/>
          <p:nvPr/>
        </p:nvGrpSpPr>
        <p:grpSpPr>
          <a:xfrm>
            <a:off x="7208563" y="440072"/>
            <a:ext cx="801927" cy="901380"/>
            <a:chOff x="848509" y="2822478"/>
            <a:chExt cx="624748" cy="702228"/>
          </a:xfrm>
        </p:grpSpPr>
        <p:sp>
          <p:nvSpPr>
            <p:cNvPr id="839" name="Google Shape;839;p18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0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862" name="Google Shape;862;p20"/>
          <p:cNvGrpSpPr/>
          <p:nvPr/>
        </p:nvGrpSpPr>
        <p:grpSpPr>
          <a:xfrm>
            <a:off x="1945043" y="1637025"/>
            <a:ext cx="1920450" cy="1374991"/>
            <a:chOff x="1957400" y="1637025"/>
            <a:chExt cx="1920450" cy="1374991"/>
          </a:xfrm>
        </p:grpSpPr>
        <p:sp>
          <p:nvSpPr>
            <p:cNvPr id="863" name="Google Shape;863;p20"/>
            <p:cNvSpPr txBox="1"/>
            <p:nvPr/>
          </p:nvSpPr>
          <p:spPr>
            <a:xfrm>
              <a:off x="1957400" y="2131750"/>
              <a:ext cx="19203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864" name="Google Shape;864;p20"/>
            <p:cNvSpPr txBox="1"/>
            <p:nvPr/>
          </p:nvSpPr>
          <p:spPr>
            <a:xfrm>
              <a:off x="1957404" y="2463316"/>
              <a:ext cx="1920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Despite being red, Mars is a cold place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865" name="Google Shape;865;p20"/>
            <p:cNvSpPr txBox="1"/>
            <p:nvPr/>
          </p:nvSpPr>
          <p:spPr>
            <a:xfrm>
              <a:off x="1957550" y="1637025"/>
              <a:ext cx="19203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lt2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10%</a:t>
              </a:r>
              <a:endParaRPr sz="3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866" name="Google Shape;866;p20"/>
          <p:cNvGrpSpPr/>
          <p:nvPr/>
        </p:nvGrpSpPr>
        <p:grpSpPr>
          <a:xfrm>
            <a:off x="1945043" y="3161500"/>
            <a:ext cx="1920450" cy="1374991"/>
            <a:chOff x="1957400" y="3161500"/>
            <a:chExt cx="1920450" cy="1374991"/>
          </a:xfrm>
        </p:grpSpPr>
        <p:sp>
          <p:nvSpPr>
            <p:cNvPr id="867" name="Google Shape;867;p20"/>
            <p:cNvSpPr txBox="1"/>
            <p:nvPr/>
          </p:nvSpPr>
          <p:spPr>
            <a:xfrm>
              <a:off x="1957400" y="3656225"/>
              <a:ext cx="19203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Neptune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868" name="Google Shape;868;p20"/>
            <p:cNvSpPr txBox="1"/>
            <p:nvPr/>
          </p:nvSpPr>
          <p:spPr>
            <a:xfrm>
              <a:off x="1957404" y="3987791"/>
              <a:ext cx="1920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Neptune is very far away from the Sun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869" name="Google Shape;869;p20"/>
            <p:cNvSpPr txBox="1"/>
            <p:nvPr/>
          </p:nvSpPr>
          <p:spPr>
            <a:xfrm>
              <a:off x="1957550" y="3161500"/>
              <a:ext cx="19203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accent2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20%</a:t>
              </a:r>
              <a:endParaRPr sz="33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870" name="Google Shape;870;p20"/>
          <p:cNvGrpSpPr/>
          <p:nvPr/>
        </p:nvGrpSpPr>
        <p:grpSpPr>
          <a:xfrm>
            <a:off x="5278507" y="1637025"/>
            <a:ext cx="1920450" cy="1374991"/>
            <a:chOff x="5290864" y="1637025"/>
            <a:chExt cx="1920450" cy="1374991"/>
          </a:xfrm>
        </p:grpSpPr>
        <p:sp>
          <p:nvSpPr>
            <p:cNvPr id="871" name="Google Shape;871;p20"/>
            <p:cNvSpPr txBox="1"/>
            <p:nvPr/>
          </p:nvSpPr>
          <p:spPr>
            <a:xfrm flipH="1">
              <a:off x="5291014" y="2131750"/>
              <a:ext cx="19203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Jupiter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872" name="Google Shape;872;p20"/>
            <p:cNvSpPr txBox="1"/>
            <p:nvPr/>
          </p:nvSpPr>
          <p:spPr>
            <a:xfrm flipH="1">
              <a:off x="5291011" y="2463316"/>
              <a:ext cx="1920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Jupiter is the biggest planet of them all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873" name="Google Shape;873;p20"/>
            <p:cNvSpPr txBox="1"/>
            <p:nvPr/>
          </p:nvSpPr>
          <p:spPr>
            <a:xfrm flipH="1">
              <a:off x="5290864" y="1637025"/>
              <a:ext cx="19203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30%</a:t>
              </a:r>
              <a:endParaRPr sz="33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874" name="Google Shape;874;p20"/>
          <p:cNvGrpSpPr/>
          <p:nvPr/>
        </p:nvGrpSpPr>
        <p:grpSpPr>
          <a:xfrm>
            <a:off x="5278507" y="3161500"/>
            <a:ext cx="1920450" cy="1374991"/>
            <a:chOff x="5290864" y="3161500"/>
            <a:chExt cx="1920450" cy="1374991"/>
          </a:xfrm>
        </p:grpSpPr>
        <p:sp>
          <p:nvSpPr>
            <p:cNvPr id="875" name="Google Shape;875;p20"/>
            <p:cNvSpPr txBox="1"/>
            <p:nvPr/>
          </p:nvSpPr>
          <p:spPr>
            <a:xfrm flipH="1">
              <a:off x="5291014" y="3656225"/>
              <a:ext cx="19203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876" name="Google Shape;876;p20"/>
            <p:cNvSpPr txBox="1"/>
            <p:nvPr/>
          </p:nvSpPr>
          <p:spPr>
            <a:xfrm flipH="1">
              <a:off x="5291011" y="3987791"/>
              <a:ext cx="1920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Venus has a beautiful name, but it’s very hot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877" name="Google Shape;877;p20"/>
            <p:cNvSpPr txBox="1"/>
            <p:nvPr/>
          </p:nvSpPr>
          <p:spPr>
            <a:xfrm flipH="1">
              <a:off x="5290864" y="3161500"/>
              <a:ext cx="19203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2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40%</a:t>
              </a:r>
              <a:endParaRPr sz="3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878" name="Google Shape;878;p20"/>
          <p:cNvGrpSpPr/>
          <p:nvPr/>
        </p:nvGrpSpPr>
        <p:grpSpPr>
          <a:xfrm>
            <a:off x="4171041" y="2571747"/>
            <a:ext cx="801927" cy="901380"/>
            <a:chOff x="848509" y="2822478"/>
            <a:chExt cx="624748" cy="702228"/>
          </a:xfrm>
        </p:grpSpPr>
        <p:sp>
          <p:nvSpPr>
            <p:cNvPr id="879" name="Google Shape;879;p20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0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0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0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3" name="Google Shape;883;p20"/>
          <p:cNvSpPr/>
          <p:nvPr/>
        </p:nvSpPr>
        <p:spPr>
          <a:xfrm>
            <a:off x="797826" y="1805370"/>
            <a:ext cx="1038300" cy="1038300"/>
          </a:xfrm>
          <a:prstGeom prst="donut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0"/>
          <p:cNvSpPr/>
          <p:nvPr/>
        </p:nvSpPr>
        <p:spPr>
          <a:xfrm>
            <a:off x="797826" y="3329845"/>
            <a:ext cx="1038300" cy="1038300"/>
          </a:xfrm>
          <a:prstGeom prst="donut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0"/>
          <p:cNvSpPr/>
          <p:nvPr/>
        </p:nvSpPr>
        <p:spPr>
          <a:xfrm>
            <a:off x="7307874" y="1805370"/>
            <a:ext cx="1038300" cy="1038300"/>
          </a:xfrm>
          <a:prstGeom prst="donut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0"/>
          <p:cNvSpPr/>
          <p:nvPr/>
        </p:nvSpPr>
        <p:spPr>
          <a:xfrm>
            <a:off x="7307874" y="3329845"/>
            <a:ext cx="1038300" cy="1038300"/>
          </a:xfrm>
          <a:prstGeom prst="donut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0"/>
          <p:cNvSpPr/>
          <p:nvPr/>
        </p:nvSpPr>
        <p:spPr>
          <a:xfrm>
            <a:off x="905526" y="1913070"/>
            <a:ext cx="822900" cy="822900"/>
          </a:xfrm>
          <a:prstGeom prst="arc">
            <a:avLst>
              <a:gd name="adj1" fmla="val 16200000"/>
              <a:gd name="adj2" fmla="val 18706087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20"/>
          <p:cNvSpPr/>
          <p:nvPr/>
        </p:nvSpPr>
        <p:spPr>
          <a:xfrm>
            <a:off x="7415576" y="1913070"/>
            <a:ext cx="822900" cy="822900"/>
          </a:xfrm>
          <a:prstGeom prst="arc">
            <a:avLst>
              <a:gd name="adj1" fmla="val 16200000"/>
              <a:gd name="adj2" fmla="val 1271765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oval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0"/>
          <p:cNvSpPr/>
          <p:nvPr/>
        </p:nvSpPr>
        <p:spPr>
          <a:xfrm>
            <a:off x="7415576" y="3437545"/>
            <a:ext cx="822900" cy="822900"/>
          </a:xfrm>
          <a:prstGeom prst="arc">
            <a:avLst>
              <a:gd name="adj1" fmla="val 16200000"/>
              <a:gd name="adj2" fmla="val 2984735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oval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20"/>
          <p:cNvSpPr/>
          <p:nvPr/>
        </p:nvSpPr>
        <p:spPr>
          <a:xfrm>
            <a:off x="905526" y="3437545"/>
            <a:ext cx="822900" cy="822900"/>
          </a:xfrm>
          <a:prstGeom prst="arc">
            <a:avLst>
              <a:gd name="adj1" fmla="val 16200000"/>
              <a:gd name="adj2" fmla="val 20600253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oval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20"/>
          <p:cNvSpPr/>
          <p:nvPr/>
        </p:nvSpPr>
        <p:spPr>
          <a:xfrm rot="10800000" flipH="1">
            <a:off x="4406400" y="4646703"/>
            <a:ext cx="338400" cy="325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0"/>
          <p:cNvSpPr/>
          <p:nvPr/>
        </p:nvSpPr>
        <p:spPr>
          <a:xfrm rot="10800000" flipH="1">
            <a:off x="4452159" y="1337912"/>
            <a:ext cx="246900" cy="2403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1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898" name="Google Shape;898;p21"/>
          <p:cNvGrpSpPr/>
          <p:nvPr/>
        </p:nvGrpSpPr>
        <p:grpSpPr>
          <a:xfrm>
            <a:off x="4394353" y="1384143"/>
            <a:ext cx="640081" cy="658115"/>
            <a:chOff x="1690218" y="1609641"/>
            <a:chExt cx="526339" cy="577699"/>
          </a:xfrm>
        </p:grpSpPr>
        <p:sp>
          <p:nvSpPr>
            <p:cNvPr id="899" name="Google Shape;899;p21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1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" name="Google Shape;901;p21"/>
          <p:cNvSpPr txBox="1"/>
          <p:nvPr/>
        </p:nvSpPr>
        <p:spPr>
          <a:xfrm>
            <a:off x="4283615" y="1559125"/>
            <a:ext cx="819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 sz="33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902" name="Google Shape;902;p21"/>
          <p:cNvGrpSpPr/>
          <p:nvPr/>
        </p:nvGrpSpPr>
        <p:grpSpPr>
          <a:xfrm>
            <a:off x="5764640" y="1384143"/>
            <a:ext cx="640081" cy="658115"/>
            <a:chOff x="1690218" y="1609641"/>
            <a:chExt cx="526339" cy="577699"/>
          </a:xfrm>
        </p:grpSpPr>
        <p:sp>
          <p:nvSpPr>
            <p:cNvPr id="903" name="Google Shape;903;p21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1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5" name="Google Shape;905;p21"/>
          <p:cNvSpPr txBox="1"/>
          <p:nvPr/>
        </p:nvSpPr>
        <p:spPr>
          <a:xfrm>
            <a:off x="5653903" y="1559125"/>
            <a:ext cx="819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 sz="33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906" name="Google Shape;906;p21"/>
          <p:cNvGrpSpPr/>
          <p:nvPr/>
        </p:nvGrpSpPr>
        <p:grpSpPr>
          <a:xfrm>
            <a:off x="7134928" y="1384143"/>
            <a:ext cx="640081" cy="658115"/>
            <a:chOff x="1690218" y="1609641"/>
            <a:chExt cx="526339" cy="577699"/>
          </a:xfrm>
        </p:grpSpPr>
        <p:sp>
          <p:nvSpPr>
            <p:cNvPr id="907" name="Google Shape;907;p21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1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9" name="Google Shape;909;p21"/>
          <p:cNvSpPr txBox="1"/>
          <p:nvPr/>
        </p:nvSpPr>
        <p:spPr>
          <a:xfrm>
            <a:off x="7024190" y="1559125"/>
            <a:ext cx="819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  <a:endParaRPr sz="33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910" name="Google Shape;910;p21"/>
          <p:cNvGraphicFramePr/>
          <p:nvPr/>
        </p:nvGraphicFramePr>
        <p:xfrm>
          <a:off x="1037313" y="2198450"/>
          <a:ext cx="7069375" cy="2194440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294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Mercury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Venus is the second planet from the Sun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Jupiter is the biggest planet of them all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Saturn is a gas giant and has many rings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Mercury is the closest planet to the Sun and the smallest of them all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Mars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Neptune is very far away from the Sun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Earth is the planet where we all live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Pluto is now considered a dwarf planet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Despite being red, Mars is actually a very cold place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11" name="Google Shape;911;p21"/>
          <p:cNvGrpSpPr/>
          <p:nvPr/>
        </p:nvGrpSpPr>
        <p:grpSpPr>
          <a:xfrm>
            <a:off x="423198" y="1341016"/>
            <a:ext cx="1143140" cy="598828"/>
            <a:chOff x="7055900" y="279450"/>
            <a:chExt cx="1820576" cy="953700"/>
          </a:xfrm>
        </p:grpSpPr>
        <p:sp>
          <p:nvSpPr>
            <p:cNvPr id="912" name="Google Shape;912;p21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1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1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1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2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aphicFrame>
        <p:nvGraphicFramePr>
          <p:cNvPr id="922" name="Google Shape;922;p22"/>
          <p:cNvGraphicFramePr/>
          <p:nvPr/>
        </p:nvGraphicFramePr>
        <p:xfrm>
          <a:off x="1120353" y="1458552"/>
          <a:ext cx="6907350" cy="2598025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115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1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Mon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Tue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Wed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Thu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Fri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9:00h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Data collect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10:00h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Data study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11:00h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Comparison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12:00h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Comparison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13:00h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Comparison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14:00h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Results collect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23" name="Google Shape;923;p22"/>
          <p:cNvGrpSpPr/>
          <p:nvPr/>
        </p:nvGrpSpPr>
        <p:grpSpPr>
          <a:xfrm rot="10800000">
            <a:off x="4184892" y="4251896"/>
            <a:ext cx="770825" cy="338400"/>
            <a:chOff x="4194754" y="4641413"/>
            <a:chExt cx="770825" cy="338400"/>
          </a:xfrm>
        </p:grpSpPr>
        <p:grpSp>
          <p:nvGrpSpPr>
            <p:cNvPr id="924" name="Google Shape;924;p22"/>
            <p:cNvGrpSpPr/>
            <p:nvPr/>
          </p:nvGrpSpPr>
          <p:grpSpPr>
            <a:xfrm rot="-5400000">
              <a:off x="4522881" y="4537114"/>
              <a:ext cx="338400" cy="546998"/>
              <a:chOff x="5751402" y="4276361"/>
              <a:chExt cx="338400" cy="546998"/>
            </a:xfrm>
          </p:grpSpPr>
          <p:sp>
            <p:nvSpPr>
              <p:cNvPr id="925" name="Google Shape;925;p22"/>
              <p:cNvSpPr/>
              <p:nvPr/>
            </p:nvSpPr>
            <p:spPr>
              <a:xfrm flipH="1">
                <a:off x="5751402" y="4276361"/>
                <a:ext cx="338400" cy="325800"/>
              </a:xfrm>
              <a:prstGeom prst="star4">
                <a:avLst>
                  <a:gd name="adj" fmla="val 125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 flipH="1">
                <a:off x="5801569" y="4583059"/>
                <a:ext cx="246900" cy="2403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7" name="Google Shape;927;p22"/>
            <p:cNvSpPr/>
            <p:nvPr/>
          </p:nvSpPr>
          <p:spPr>
            <a:xfrm rot="-5400000" flipH="1">
              <a:off x="4191454" y="4686046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3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sp>
        <p:nvSpPr>
          <p:cNvPr id="933" name="Google Shape;933;p23"/>
          <p:cNvSpPr/>
          <p:nvPr/>
        </p:nvSpPr>
        <p:spPr>
          <a:xfrm>
            <a:off x="2678021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3"/>
          <p:cNvSpPr/>
          <p:nvPr/>
        </p:nvSpPr>
        <p:spPr>
          <a:xfrm>
            <a:off x="5553171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35" name="Google Shape;935;p23"/>
          <p:cNvGraphicFramePr/>
          <p:nvPr/>
        </p:nvGraphicFramePr>
        <p:xfrm>
          <a:off x="713250" y="1885950"/>
          <a:ext cx="7717475" cy="2468700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15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Author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Year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Title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Institution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Place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Jane Doe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2XXX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Mercury Is Small</a:t>
                      </a:r>
                      <a:endParaRPr i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University of Mercury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Mercury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Helena Harris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2XXX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Neptune Is Far From Us</a:t>
                      </a:r>
                      <a:endParaRPr i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University of Neptune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Neptune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Danny Thomson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2XXX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Venus Is A Hot Place</a:t>
                      </a:r>
                      <a:endParaRPr i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University of Venus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Venus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Timmy Jimmy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2XXX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Jupiter Is A Big Planet</a:t>
                      </a:r>
                      <a:endParaRPr i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University of Jupiter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Jupiter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John Morris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2XXX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Mars Is Very Cold</a:t>
                      </a:r>
                      <a:endParaRPr i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University of Mars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Mars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4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941" name="Google Shape;941;p24"/>
          <p:cNvGrpSpPr/>
          <p:nvPr/>
        </p:nvGrpSpPr>
        <p:grpSpPr>
          <a:xfrm>
            <a:off x="716470" y="2304753"/>
            <a:ext cx="2108110" cy="2207053"/>
            <a:chOff x="713225" y="2304753"/>
            <a:chExt cx="2108110" cy="2207053"/>
          </a:xfrm>
        </p:grpSpPr>
        <p:sp>
          <p:nvSpPr>
            <p:cNvPr id="942" name="Google Shape;942;p24"/>
            <p:cNvSpPr txBox="1"/>
            <p:nvPr/>
          </p:nvSpPr>
          <p:spPr>
            <a:xfrm>
              <a:off x="713225" y="2304753"/>
              <a:ext cx="2108100" cy="44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Phase 01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943" name="Google Shape;943;p24"/>
            <p:cNvGrpSpPr/>
            <p:nvPr/>
          </p:nvGrpSpPr>
          <p:grpSpPr>
            <a:xfrm>
              <a:off x="713235" y="2754837"/>
              <a:ext cx="2108100" cy="1756969"/>
              <a:chOff x="713235" y="2754837"/>
              <a:chExt cx="2108100" cy="1756969"/>
            </a:xfrm>
          </p:grpSpPr>
          <p:sp>
            <p:nvSpPr>
              <p:cNvPr id="944" name="Google Shape;944;p24"/>
              <p:cNvSpPr txBox="1"/>
              <p:nvPr/>
            </p:nvSpPr>
            <p:spPr>
              <a:xfrm>
                <a:off x="713235" y="2754837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Mercury is the smallest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  <p:sp>
            <p:nvSpPr>
              <p:cNvPr id="945" name="Google Shape;945;p24"/>
              <p:cNvSpPr txBox="1"/>
              <p:nvPr/>
            </p:nvSpPr>
            <p:spPr>
              <a:xfrm>
                <a:off x="713235" y="3342621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Saturn is the ringed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  <p:sp>
            <p:nvSpPr>
              <p:cNvPr id="946" name="Google Shape;946;p24"/>
              <p:cNvSpPr txBox="1"/>
              <p:nvPr/>
            </p:nvSpPr>
            <p:spPr>
              <a:xfrm>
                <a:off x="713235" y="3930405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Venus has a beautiful name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947" name="Google Shape;947;p24"/>
          <p:cNvGrpSpPr/>
          <p:nvPr/>
        </p:nvGrpSpPr>
        <p:grpSpPr>
          <a:xfrm>
            <a:off x="1447240" y="1313918"/>
            <a:ext cx="640081" cy="658115"/>
            <a:chOff x="1690218" y="1609641"/>
            <a:chExt cx="526339" cy="577699"/>
          </a:xfrm>
        </p:grpSpPr>
        <p:sp>
          <p:nvSpPr>
            <p:cNvPr id="948" name="Google Shape;948;p24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4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" name="Google Shape;950;p24"/>
          <p:cNvGrpSpPr/>
          <p:nvPr/>
        </p:nvGrpSpPr>
        <p:grpSpPr>
          <a:xfrm>
            <a:off x="3517945" y="2304753"/>
            <a:ext cx="2108110" cy="2207053"/>
            <a:chOff x="3517945" y="2304753"/>
            <a:chExt cx="2108110" cy="2207053"/>
          </a:xfrm>
        </p:grpSpPr>
        <p:sp>
          <p:nvSpPr>
            <p:cNvPr id="951" name="Google Shape;951;p24"/>
            <p:cNvSpPr txBox="1"/>
            <p:nvPr/>
          </p:nvSpPr>
          <p:spPr>
            <a:xfrm>
              <a:off x="3517945" y="2304753"/>
              <a:ext cx="2108100" cy="44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Phase 02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952" name="Google Shape;952;p24"/>
            <p:cNvGrpSpPr/>
            <p:nvPr/>
          </p:nvGrpSpPr>
          <p:grpSpPr>
            <a:xfrm>
              <a:off x="3517955" y="2754837"/>
              <a:ext cx="2108100" cy="1756969"/>
              <a:chOff x="3517955" y="2754837"/>
              <a:chExt cx="2108100" cy="1756969"/>
            </a:xfrm>
          </p:grpSpPr>
          <p:sp>
            <p:nvSpPr>
              <p:cNvPr id="953" name="Google Shape;953;p24"/>
              <p:cNvSpPr txBox="1"/>
              <p:nvPr/>
            </p:nvSpPr>
            <p:spPr>
              <a:xfrm>
                <a:off x="3517955" y="2754837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Despite being red, Mars is very cold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  <p:sp>
            <p:nvSpPr>
              <p:cNvPr id="954" name="Google Shape;954;p24"/>
              <p:cNvSpPr txBox="1"/>
              <p:nvPr/>
            </p:nvSpPr>
            <p:spPr>
              <a:xfrm>
                <a:off x="3517955" y="3342621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Jupiter is the biggest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  <p:sp>
            <p:nvSpPr>
              <p:cNvPr id="955" name="Google Shape;955;p24"/>
              <p:cNvSpPr txBox="1"/>
              <p:nvPr/>
            </p:nvSpPr>
            <p:spPr>
              <a:xfrm>
                <a:off x="3517955" y="3930405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Earth is the planet where we all live 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956" name="Google Shape;956;p24"/>
          <p:cNvGrpSpPr/>
          <p:nvPr/>
        </p:nvGrpSpPr>
        <p:grpSpPr>
          <a:xfrm flipH="1">
            <a:off x="4248715" y="1313918"/>
            <a:ext cx="640081" cy="658115"/>
            <a:chOff x="1690218" y="1609641"/>
            <a:chExt cx="526339" cy="577699"/>
          </a:xfrm>
        </p:grpSpPr>
        <p:sp>
          <p:nvSpPr>
            <p:cNvPr id="957" name="Google Shape;957;p24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4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9" name="Google Shape;959;p24"/>
          <p:cNvGrpSpPr/>
          <p:nvPr/>
        </p:nvGrpSpPr>
        <p:grpSpPr>
          <a:xfrm>
            <a:off x="6319420" y="2304753"/>
            <a:ext cx="2108110" cy="2207053"/>
            <a:chOff x="6316175" y="2304753"/>
            <a:chExt cx="2108110" cy="2207053"/>
          </a:xfrm>
        </p:grpSpPr>
        <p:sp>
          <p:nvSpPr>
            <p:cNvPr id="960" name="Google Shape;960;p24"/>
            <p:cNvSpPr txBox="1"/>
            <p:nvPr/>
          </p:nvSpPr>
          <p:spPr>
            <a:xfrm>
              <a:off x="6316175" y="2304753"/>
              <a:ext cx="2108100" cy="44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Phase 03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961" name="Google Shape;961;p24"/>
            <p:cNvGrpSpPr/>
            <p:nvPr/>
          </p:nvGrpSpPr>
          <p:grpSpPr>
            <a:xfrm>
              <a:off x="6316185" y="2754837"/>
              <a:ext cx="2108100" cy="1756969"/>
              <a:chOff x="6316185" y="2754837"/>
              <a:chExt cx="2108100" cy="1756969"/>
            </a:xfrm>
          </p:grpSpPr>
          <p:sp>
            <p:nvSpPr>
              <p:cNvPr id="962" name="Google Shape;962;p24"/>
              <p:cNvSpPr txBox="1"/>
              <p:nvPr/>
            </p:nvSpPr>
            <p:spPr>
              <a:xfrm>
                <a:off x="6316185" y="2754837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Neptune is very far away from us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  <p:sp>
            <p:nvSpPr>
              <p:cNvPr id="963" name="Google Shape;963;p24"/>
              <p:cNvSpPr txBox="1"/>
              <p:nvPr/>
            </p:nvSpPr>
            <p:spPr>
              <a:xfrm>
                <a:off x="6316185" y="3342621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The Moon is Earth’s satellite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  <p:sp>
            <p:nvSpPr>
              <p:cNvPr id="964" name="Google Shape;964;p24"/>
              <p:cNvSpPr txBox="1"/>
              <p:nvPr/>
            </p:nvSpPr>
            <p:spPr>
              <a:xfrm>
                <a:off x="6316185" y="3930405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Pluto is a dwarf planet. It’s small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965" name="Google Shape;965;p24"/>
          <p:cNvGrpSpPr/>
          <p:nvPr/>
        </p:nvGrpSpPr>
        <p:grpSpPr>
          <a:xfrm>
            <a:off x="7050190" y="1313918"/>
            <a:ext cx="640081" cy="658115"/>
            <a:chOff x="1690218" y="1609641"/>
            <a:chExt cx="526339" cy="577699"/>
          </a:xfrm>
        </p:grpSpPr>
        <p:sp>
          <p:nvSpPr>
            <p:cNvPr id="966" name="Google Shape;966;p24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4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8" name="Google Shape;968;p24"/>
          <p:cNvGrpSpPr/>
          <p:nvPr/>
        </p:nvGrpSpPr>
        <p:grpSpPr>
          <a:xfrm>
            <a:off x="7141630" y="1559881"/>
            <a:ext cx="457193" cy="320848"/>
            <a:chOff x="6890513" y="1833000"/>
            <a:chExt cx="521850" cy="366600"/>
          </a:xfrm>
        </p:grpSpPr>
        <p:sp>
          <p:nvSpPr>
            <p:cNvPr id="969" name="Google Shape;969;p24"/>
            <p:cNvSpPr/>
            <p:nvPr/>
          </p:nvSpPr>
          <p:spPr>
            <a:xfrm>
              <a:off x="6890513" y="1988450"/>
              <a:ext cx="521850" cy="211150"/>
            </a:xfrm>
            <a:custGeom>
              <a:avLst/>
              <a:gdLst/>
              <a:ahLst/>
              <a:cxnLst/>
              <a:rect l="l" t="t" r="r" b="b"/>
              <a:pathLst>
                <a:path w="20874" h="8446" extrusionOk="0">
                  <a:moveTo>
                    <a:pt x="9739" y="5508"/>
                  </a:moveTo>
                  <a:cubicBezTo>
                    <a:pt x="9932" y="5508"/>
                    <a:pt x="10087" y="5664"/>
                    <a:pt x="10087" y="5855"/>
                  </a:cubicBezTo>
                  <a:lnTo>
                    <a:pt x="10087" y="6179"/>
                  </a:lnTo>
                  <a:lnTo>
                    <a:pt x="10087" y="6200"/>
                  </a:lnTo>
                  <a:lnTo>
                    <a:pt x="9394" y="6200"/>
                  </a:lnTo>
                  <a:lnTo>
                    <a:pt x="9394" y="5508"/>
                  </a:lnTo>
                  <a:close/>
                  <a:moveTo>
                    <a:pt x="11430" y="5508"/>
                  </a:moveTo>
                  <a:lnTo>
                    <a:pt x="11430" y="6200"/>
                  </a:lnTo>
                  <a:lnTo>
                    <a:pt x="10738" y="6200"/>
                  </a:lnTo>
                  <a:lnTo>
                    <a:pt x="10738" y="6180"/>
                  </a:lnTo>
                  <a:lnTo>
                    <a:pt x="10738" y="5857"/>
                  </a:lnTo>
                  <a:cubicBezTo>
                    <a:pt x="10738" y="5664"/>
                    <a:pt x="10894" y="5508"/>
                    <a:pt x="11085" y="5508"/>
                  </a:cubicBezTo>
                  <a:close/>
                  <a:moveTo>
                    <a:pt x="17027" y="1"/>
                  </a:moveTo>
                  <a:cubicBezTo>
                    <a:pt x="16270" y="1"/>
                    <a:pt x="15579" y="463"/>
                    <a:pt x="15297" y="1178"/>
                  </a:cubicBezTo>
                  <a:lnTo>
                    <a:pt x="13812" y="4898"/>
                  </a:lnTo>
                  <a:lnTo>
                    <a:pt x="11085" y="4898"/>
                  </a:lnTo>
                  <a:cubicBezTo>
                    <a:pt x="10902" y="5070"/>
                    <a:pt x="10668" y="5155"/>
                    <a:pt x="10434" y="5155"/>
                  </a:cubicBezTo>
                  <a:cubicBezTo>
                    <a:pt x="10200" y="5155"/>
                    <a:pt x="9966" y="5070"/>
                    <a:pt x="9783" y="4898"/>
                  </a:cubicBezTo>
                  <a:lnTo>
                    <a:pt x="7056" y="4898"/>
                  </a:lnTo>
                  <a:lnTo>
                    <a:pt x="5571" y="1178"/>
                  </a:lnTo>
                  <a:cubicBezTo>
                    <a:pt x="5290" y="470"/>
                    <a:pt x="4606" y="3"/>
                    <a:pt x="3843" y="3"/>
                  </a:cubicBezTo>
                  <a:cubicBezTo>
                    <a:pt x="3840" y="3"/>
                    <a:pt x="3838" y="3"/>
                    <a:pt x="3835" y="3"/>
                  </a:cubicBezTo>
                  <a:cubicBezTo>
                    <a:pt x="2977" y="6"/>
                    <a:pt x="2222" y="573"/>
                    <a:pt x="1979" y="1397"/>
                  </a:cubicBezTo>
                  <a:lnTo>
                    <a:pt x="43" y="8046"/>
                  </a:lnTo>
                  <a:cubicBezTo>
                    <a:pt x="1" y="8192"/>
                    <a:pt x="64" y="8352"/>
                    <a:pt x="201" y="8417"/>
                  </a:cubicBezTo>
                  <a:cubicBezTo>
                    <a:pt x="243" y="8436"/>
                    <a:pt x="287" y="8446"/>
                    <a:pt x="334" y="8446"/>
                  </a:cubicBezTo>
                  <a:cubicBezTo>
                    <a:pt x="468" y="8446"/>
                    <a:pt x="588" y="8357"/>
                    <a:pt x="626" y="8226"/>
                  </a:cubicBezTo>
                  <a:lnTo>
                    <a:pt x="2566" y="1567"/>
                  </a:lnTo>
                  <a:cubicBezTo>
                    <a:pt x="2729" y="1008"/>
                    <a:pt x="3239" y="621"/>
                    <a:pt x="3821" y="612"/>
                  </a:cubicBezTo>
                  <a:cubicBezTo>
                    <a:pt x="3824" y="612"/>
                    <a:pt x="3828" y="612"/>
                    <a:pt x="3832" y="612"/>
                  </a:cubicBezTo>
                  <a:cubicBezTo>
                    <a:pt x="4354" y="612"/>
                    <a:pt x="4821" y="944"/>
                    <a:pt x="5016" y="1431"/>
                  </a:cubicBezTo>
                  <a:lnTo>
                    <a:pt x="6567" y="5316"/>
                  </a:lnTo>
                  <a:cubicBezTo>
                    <a:pt x="6612" y="5432"/>
                    <a:pt x="6726" y="5507"/>
                    <a:pt x="6850" y="5507"/>
                  </a:cubicBezTo>
                  <a:lnTo>
                    <a:pt x="8826" y="5507"/>
                  </a:lnTo>
                  <a:lnTo>
                    <a:pt x="8826" y="6200"/>
                  </a:lnTo>
                  <a:lnTo>
                    <a:pt x="6611" y="6200"/>
                  </a:lnTo>
                  <a:cubicBezTo>
                    <a:pt x="6259" y="6198"/>
                    <a:pt x="5935" y="6014"/>
                    <a:pt x="5754" y="5714"/>
                  </a:cubicBezTo>
                  <a:lnTo>
                    <a:pt x="4178" y="3084"/>
                  </a:lnTo>
                  <a:cubicBezTo>
                    <a:pt x="4123" y="2985"/>
                    <a:pt x="4020" y="2931"/>
                    <a:pt x="3914" y="2931"/>
                  </a:cubicBezTo>
                  <a:cubicBezTo>
                    <a:pt x="3861" y="2931"/>
                    <a:pt x="3806" y="2945"/>
                    <a:pt x="3757" y="2974"/>
                  </a:cubicBezTo>
                  <a:cubicBezTo>
                    <a:pt x="3612" y="3062"/>
                    <a:pt x="3565" y="3253"/>
                    <a:pt x="3657" y="3398"/>
                  </a:cubicBezTo>
                  <a:lnTo>
                    <a:pt x="5231" y="6028"/>
                  </a:lnTo>
                  <a:cubicBezTo>
                    <a:pt x="5522" y="6511"/>
                    <a:pt x="6046" y="6809"/>
                    <a:pt x="6611" y="6810"/>
                  </a:cubicBezTo>
                  <a:lnTo>
                    <a:pt x="14257" y="6810"/>
                  </a:lnTo>
                  <a:cubicBezTo>
                    <a:pt x="14822" y="6809"/>
                    <a:pt x="15344" y="6511"/>
                    <a:pt x="15635" y="6028"/>
                  </a:cubicBezTo>
                  <a:lnTo>
                    <a:pt x="17211" y="3398"/>
                  </a:lnTo>
                  <a:cubicBezTo>
                    <a:pt x="17302" y="3253"/>
                    <a:pt x="17256" y="3062"/>
                    <a:pt x="17111" y="2974"/>
                  </a:cubicBezTo>
                  <a:cubicBezTo>
                    <a:pt x="17061" y="2945"/>
                    <a:pt x="17007" y="2931"/>
                    <a:pt x="16953" y="2931"/>
                  </a:cubicBezTo>
                  <a:cubicBezTo>
                    <a:pt x="16847" y="2931"/>
                    <a:pt x="16745" y="2985"/>
                    <a:pt x="16688" y="3084"/>
                  </a:cubicBezTo>
                  <a:lnTo>
                    <a:pt x="15114" y="5714"/>
                  </a:lnTo>
                  <a:cubicBezTo>
                    <a:pt x="14933" y="6014"/>
                    <a:pt x="14607" y="6198"/>
                    <a:pt x="14257" y="6200"/>
                  </a:cubicBezTo>
                  <a:lnTo>
                    <a:pt x="12042" y="6200"/>
                  </a:lnTo>
                  <a:lnTo>
                    <a:pt x="12042" y="5507"/>
                  </a:lnTo>
                  <a:lnTo>
                    <a:pt x="14018" y="5507"/>
                  </a:lnTo>
                  <a:cubicBezTo>
                    <a:pt x="14019" y="5507"/>
                    <a:pt x="14020" y="5507"/>
                    <a:pt x="14021" y="5507"/>
                  </a:cubicBezTo>
                  <a:cubicBezTo>
                    <a:pt x="14145" y="5507"/>
                    <a:pt x="14254" y="5431"/>
                    <a:pt x="14301" y="5316"/>
                  </a:cubicBezTo>
                  <a:lnTo>
                    <a:pt x="15852" y="1431"/>
                  </a:lnTo>
                  <a:cubicBezTo>
                    <a:pt x="16047" y="944"/>
                    <a:pt x="16513" y="612"/>
                    <a:pt x="17034" y="612"/>
                  </a:cubicBezTo>
                  <a:cubicBezTo>
                    <a:pt x="17038" y="612"/>
                    <a:pt x="17042" y="612"/>
                    <a:pt x="17046" y="612"/>
                  </a:cubicBezTo>
                  <a:cubicBezTo>
                    <a:pt x="17629" y="621"/>
                    <a:pt x="18137" y="1008"/>
                    <a:pt x="18302" y="1567"/>
                  </a:cubicBezTo>
                  <a:lnTo>
                    <a:pt x="20241" y="8226"/>
                  </a:lnTo>
                  <a:cubicBezTo>
                    <a:pt x="20281" y="8359"/>
                    <a:pt x="20402" y="8445"/>
                    <a:pt x="20534" y="8445"/>
                  </a:cubicBezTo>
                  <a:cubicBezTo>
                    <a:pt x="20562" y="8445"/>
                    <a:pt x="20591" y="8441"/>
                    <a:pt x="20620" y="8433"/>
                  </a:cubicBezTo>
                  <a:cubicBezTo>
                    <a:pt x="20782" y="8386"/>
                    <a:pt x="20874" y="8216"/>
                    <a:pt x="20827" y="8056"/>
                  </a:cubicBezTo>
                  <a:lnTo>
                    <a:pt x="18898" y="1429"/>
                  </a:lnTo>
                  <a:cubicBezTo>
                    <a:pt x="18673" y="657"/>
                    <a:pt x="18008" y="82"/>
                    <a:pt x="17206" y="9"/>
                  </a:cubicBezTo>
                  <a:cubicBezTo>
                    <a:pt x="17146" y="3"/>
                    <a:pt x="17087" y="1"/>
                    <a:pt x="17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7249288" y="1906575"/>
              <a:ext cx="75275" cy="72400"/>
            </a:xfrm>
            <a:custGeom>
              <a:avLst/>
              <a:gdLst/>
              <a:ahLst/>
              <a:cxnLst/>
              <a:rect l="l" t="t" r="r" b="b"/>
              <a:pathLst>
                <a:path w="3011" h="2896" extrusionOk="0">
                  <a:moveTo>
                    <a:pt x="1448" y="611"/>
                  </a:moveTo>
                  <a:cubicBezTo>
                    <a:pt x="1786" y="611"/>
                    <a:pt x="2092" y="815"/>
                    <a:pt x="2222" y="1127"/>
                  </a:cubicBezTo>
                  <a:cubicBezTo>
                    <a:pt x="2351" y="1440"/>
                    <a:pt x="2280" y="1801"/>
                    <a:pt x="2041" y="2041"/>
                  </a:cubicBezTo>
                  <a:cubicBezTo>
                    <a:pt x="1880" y="2200"/>
                    <a:pt x="1666" y="2285"/>
                    <a:pt x="1448" y="2285"/>
                  </a:cubicBezTo>
                  <a:cubicBezTo>
                    <a:pt x="1340" y="2285"/>
                    <a:pt x="1232" y="2265"/>
                    <a:pt x="1129" y="2222"/>
                  </a:cubicBezTo>
                  <a:cubicBezTo>
                    <a:pt x="815" y="2092"/>
                    <a:pt x="611" y="1786"/>
                    <a:pt x="612" y="1448"/>
                  </a:cubicBezTo>
                  <a:cubicBezTo>
                    <a:pt x="612" y="986"/>
                    <a:pt x="986" y="612"/>
                    <a:pt x="1448" y="611"/>
                  </a:cubicBezTo>
                  <a:close/>
                  <a:moveTo>
                    <a:pt x="1448" y="0"/>
                  </a:moveTo>
                  <a:cubicBezTo>
                    <a:pt x="1261" y="0"/>
                    <a:pt x="1073" y="36"/>
                    <a:pt x="894" y="110"/>
                  </a:cubicBezTo>
                  <a:cubicBezTo>
                    <a:pt x="353" y="334"/>
                    <a:pt x="0" y="862"/>
                    <a:pt x="0" y="1448"/>
                  </a:cubicBezTo>
                  <a:cubicBezTo>
                    <a:pt x="2" y="2246"/>
                    <a:pt x="650" y="2894"/>
                    <a:pt x="1448" y="2896"/>
                  </a:cubicBezTo>
                  <a:cubicBezTo>
                    <a:pt x="2034" y="2896"/>
                    <a:pt x="2562" y="2543"/>
                    <a:pt x="2785" y="2002"/>
                  </a:cubicBezTo>
                  <a:cubicBezTo>
                    <a:pt x="3011" y="1461"/>
                    <a:pt x="2886" y="839"/>
                    <a:pt x="2473" y="424"/>
                  </a:cubicBezTo>
                  <a:cubicBezTo>
                    <a:pt x="2196" y="147"/>
                    <a:pt x="1825" y="0"/>
                    <a:pt x="1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6964888" y="2129025"/>
              <a:ext cx="33100" cy="70250"/>
            </a:xfrm>
            <a:custGeom>
              <a:avLst/>
              <a:gdLst/>
              <a:ahLst/>
              <a:cxnLst/>
              <a:rect l="l" t="t" r="r" b="b"/>
              <a:pathLst>
                <a:path w="1324" h="2810" extrusionOk="0">
                  <a:moveTo>
                    <a:pt x="981" y="1"/>
                  </a:moveTo>
                  <a:cubicBezTo>
                    <a:pt x="849" y="1"/>
                    <a:pt x="728" y="88"/>
                    <a:pt x="688" y="221"/>
                  </a:cubicBezTo>
                  <a:lnTo>
                    <a:pt x="47" y="2418"/>
                  </a:lnTo>
                  <a:cubicBezTo>
                    <a:pt x="0" y="2580"/>
                    <a:pt x="94" y="2750"/>
                    <a:pt x="256" y="2797"/>
                  </a:cubicBezTo>
                  <a:cubicBezTo>
                    <a:pt x="285" y="2805"/>
                    <a:pt x="313" y="2809"/>
                    <a:pt x="342" y="2809"/>
                  </a:cubicBezTo>
                  <a:cubicBezTo>
                    <a:pt x="474" y="2809"/>
                    <a:pt x="596" y="2723"/>
                    <a:pt x="635" y="2590"/>
                  </a:cubicBezTo>
                  <a:lnTo>
                    <a:pt x="1276" y="391"/>
                  </a:lnTo>
                  <a:cubicBezTo>
                    <a:pt x="1323" y="229"/>
                    <a:pt x="1229" y="60"/>
                    <a:pt x="1067" y="13"/>
                  </a:cubicBezTo>
                  <a:cubicBezTo>
                    <a:pt x="1038" y="5"/>
                    <a:pt x="1009" y="1"/>
                    <a:pt x="9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980063" y="1906575"/>
              <a:ext cx="75250" cy="72400"/>
            </a:xfrm>
            <a:custGeom>
              <a:avLst/>
              <a:gdLst/>
              <a:ahLst/>
              <a:cxnLst/>
              <a:rect l="l" t="t" r="r" b="b"/>
              <a:pathLst>
                <a:path w="3010" h="2896" extrusionOk="0">
                  <a:moveTo>
                    <a:pt x="1448" y="611"/>
                  </a:moveTo>
                  <a:cubicBezTo>
                    <a:pt x="1787" y="611"/>
                    <a:pt x="2091" y="815"/>
                    <a:pt x="2221" y="1127"/>
                  </a:cubicBezTo>
                  <a:cubicBezTo>
                    <a:pt x="2350" y="1440"/>
                    <a:pt x="2279" y="1801"/>
                    <a:pt x="2039" y="2041"/>
                  </a:cubicBezTo>
                  <a:cubicBezTo>
                    <a:pt x="1879" y="2200"/>
                    <a:pt x="1664" y="2285"/>
                    <a:pt x="1446" y="2285"/>
                  </a:cubicBezTo>
                  <a:cubicBezTo>
                    <a:pt x="1339" y="2285"/>
                    <a:pt x="1231" y="2265"/>
                    <a:pt x="1128" y="2222"/>
                  </a:cubicBezTo>
                  <a:cubicBezTo>
                    <a:pt x="815" y="2092"/>
                    <a:pt x="611" y="1786"/>
                    <a:pt x="611" y="1448"/>
                  </a:cubicBezTo>
                  <a:cubicBezTo>
                    <a:pt x="611" y="986"/>
                    <a:pt x="985" y="612"/>
                    <a:pt x="1448" y="611"/>
                  </a:cubicBezTo>
                  <a:close/>
                  <a:moveTo>
                    <a:pt x="1448" y="0"/>
                  </a:moveTo>
                  <a:cubicBezTo>
                    <a:pt x="1261" y="0"/>
                    <a:pt x="1073" y="36"/>
                    <a:pt x="894" y="110"/>
                  </a:cubicBezTo>
                  <a:cubicBezTo>
                    <a:pt x="354" y="334"/>
                    <a:pt x="1" y="862"/>
                    <a:pt x="1" y="1448"/>
                  </a:cubicBezTo>
                  <a:cubicBezTo>
                    <a:pt x="1" y="2246"/>
                    <a:pt x="648" y="2894"/>
                    <a:pt x="1448" y="2896"/>
                  </a:cubicBezTo>
                  <a:cubicBezTo>
                    <a:pt x="2033" y="2896"/>
                    <a:pt x="2561" y="2543"/>
                    <a:pt x="2786" y="2002"/>
                  </a:cubicBezTo>
                  <a:cubicBezTo>
                    <a:pt x="3009" y="1461"/>
                    <a:pt x="2886" y="839"/>
                    <a:pt x="2472" y="424"/>
                  </a:cubicBezTo>
                  <a:cubicBezTo>
                    <a:pt x="2194" y="147"/>
                    <a:pt x="1824" y="0"/>
                    <a:pt x="1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7303488" y="2129000"/>
              <a:ext cx="33050" cy="70275"/>
            </a:xfrm>
            <a:custGeom>
              <a:avLst/>
              <a:gdLst/>
              <a:ahLst/>
              <a:cxnLst/>
              <a:rect l="l" t="t" r="r" b="b"/>
              <a:pathLst>
                <a:path w="1322" h="2811" extrusionOk="0">
                  <a:moveTo>
                    <a:pt x="340" y="1"/>
                  </a:moveTo>
                  <a:cubicBezTo>
                    <a:pt x="311" y="1"/>
                    <a:pt x="283" y="5"/>
                    <a:pt x="255" y="13"/>
                  </a:cubicBezTo>
                  <a:cubicBezTo>
                    <a:pt x="93" y="60"/>
                    <a:pt x="0" y="230"/>
                    <a:pt x="47" y="392"/>
                  </a:cubicBezTo>
                  <a:lnTo>
                    <a:pt x="689" y="2591"/>
                  </a:lnTo>
                  <a:cubicBezTo>
                    <a:pt x="727" y="2724"/>
                    <a:pt x="850" y="2810"/>
                    <a:pt x="982" y="2810"/>
                  </a:cubicBezTo>
                  <a:cubicBezTo>
                    <a:pt x="1010" y="2810"/>
                    <a:pt x="1039" y="2806"/>
                    <a:pt x="1068" y="2798"/>
                  </a:cubicBezTo>
                  <a:cubicBezTo>
                    <a:pt x="1230" y="2751"/>
                    <a:pt x="1322" y="2581"/>
                    <a:pt x="1275" y="2419"/>
                  </a:cubicBezTo>
                  <a:lnTo>
                    <a:pt x="634" y="222"/>
                  </a:lnTo>
                  <a:cubicBezTo>
                    <a:pt x="595" y="88"/>
                    <a:pt x="472" y="1"/>
                    <a:pt x="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7134563" y="1995875"/>
              <a:ext cx="65300" cy="15275"/>
            </a:xfrm>
            <a:custGeom>
              <a:avLst/>
              <a:gdLst/>
              <a:ahLst/>
              <a:cxnLst/>
              <a:rect l="l" t="t" r="r" b="b"/>
              <a:pathLst>
                <a:path w="2612" h="611" extrusionOk="0">
                  <a:moveTo>
                    <a:pt x="338" y="0"/>
                  </a:moveTo>
                  <a:cubicBezTo>
                    <a:pt x="181" y="0"/>
                    <a:pt x="42" y="112"/>
                    <a:pt x="23" y="268"/>
                  </a:cubicBezTo>
                  <a:cubicBezTo>
                    <a:pt x="0" y="450"/>
                    <a:pt x="141" y="611"/>
                    <a:pt x="324" y="611"/>
                  </a:cubicBezTo>
                  <a:cubicBezTo>
                    <a:pt x="325" y="611"/>
                    <a:pt x="326" y="611"/>
                    <a:pt x="327" y="611"/>
                  </a:cubicBezTo>
                  <a:lnTo>
                    <a:pt x="2285" y="611"/>
                  </a:lnTo>
                  <a:cubicBezTo>
                    <a:pt x="2286" y="611"/>
                    <a:pt x="2287" y="611"/>
                    <a:pt x="2288" y="611"/>
                  </a:cubicBezTo>
                  <a:cubicBezTo>
                    <a:pt x="2471" y="611"/>
                    <a:pt x="2612" y="450"/>
                    <a:pt x="2588" y="268"/>
                  </a:cubicBezTo>
                  <a:cubicBezTo>
                    <a:pt x="2568" y="112"/>
                    <a:pt x="2429" y="0"/>
                    <a:pt x="2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7142688" y="2029475"/>
              <a:ext cx="48975" cy="15275"/>
            </a:xfrm>
            <a:custGeom>
              <a:avLst/>
              <a:gdLst/>
              <a:ahLst/>
              <a:cxnLst/>
              <a:rect l="l" t="t" r="r" b="b"/>
              <a:pathLst>
                <a:path w="1959" h="611" extrusionOk="0">
                  <a:moveTo>
                    <a:pt x="325" y="0"/>
                  </a:moveTo>
                  <a:cubicBezTo>
                    <a:pt x="142" y="0"/>
                    <a:pt x="1" y="162"/>
                    <a:pt x="25" y="344"/>
                  </a:cubicBezTo>
                  <a:cubicBezTo>
                    <a:pt x="43" y="499"/>
                    <a:pt x="182" y="611"/>
                    <a:pt x="339" y="611"/>
                  </a:cubicBezTo>
                  <a:lnTo>
                    <a:pt x="1621" y="611"/>
                  </a:lnTo>
                  <a:cubicBezTo>
                    <a:pt x="1777" y="611"/>
                    <a:pt x="1916" y="499"/>
                    <a:pt x="1936" y="344"/>
                  </a:cubicBezTo>
                  <a:cubicBezTo>
                    <a:pt x="1958" y="162"/>
                    <a:pt x="1817" y="0"/>
                    <a:pt x="1634" y="0"/>
                  </a:cubicBezTo>
                  <a:cubicBezTo>
                    <a:pt x="1633" y="0"/>
                    <a:pt x="1632" y="1"/>
                    <a:pt x="1631" y="1"/>
                  </a:cubicBezTo>
                  <a:lnTo>
                    <a:pt x="328" y="1"/>
                  </a:lnTo>
                  <a:cubicBezTo>
                    <a:pt x="327" y="1"/>
                    <a:pt x="326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7068638" y="1963125"/>
              <a:ext cx="163675" cy="113175"/>
            </a:xfrm>
            <a:custGeom>
              <a:avLst/>
              <a:gdLst/>
              <a:ahLst/>
              <a:cxnLst/>
              <a:rect l="l" t="t" r="r" b="b"/>
              <a:pathLst>
                <a:path w="6547" h="4527" extrusionOk="0">
                  <a:moveTo>
                    <a:pt x="5274" y="0"/>
                  </a:moveTo>
                  <a:cubicBezTo>
                    <a:pt x="5126" y="0"/>
                    <a:pt x="4989" y="98"/>
                    <a:pt x="4961" y="245"/>
                  </a:cubicBezTo>
                  <a:cubicBezTo>
                    <a:pt x="4923" y="433"/>
                    <a:pt x="5068" y="611"/>
                    <a:pt x="5260" y="611"/>
                  </a:cubicBezTo>
                  <a:cubicBezTo>
                    <a:pt x="5633" y="611"/>
                    <a:pt x="5934" y="912"/>
                    <a:pt x="5934" y="1285"/>
                  </a:cubicBezTo>
                  <a:lnTo>
                    <a:pt x="5934" y="3283"/>
                  </a:lnTo>
                  <a:cubicBezTo>
                    <a:pt x="5934" y="3655"/>
                    <a:pt x="5633" y="3956"/>
                    <a:pt x="5260" y="3956"/>
                  </a:cubicBezTo>
                  <a:lnTo>
                    <a:pt x="2658" y="3956"/>
                  </a:lnTo>
                  <a:cubicBezTo>
                    <a:pt x="2286" y="3956"/>
                    <a:pt x="1984" y="3655"/>
                    <a:pt x="1984" y="3283"/>
                  </a:cubicBezTo>
                  <a:lnTo>
                    <a:pt x="1984" y="1618"/>
                  </a:lnTo>
                  <a:cubicBezTo>
                    <a:pt x="1984" y="1537"/>
                    <a:pt x="1952" y="1459"/>
                    <a:pt x="1895" y="1403"/>
                  </a:cubicBezTo>
                  <a:lnTo>
                    <a:pt x="1112" y="619"/>
                  </a:lnTo>
                  <a:lnTo>
                    <a:pt x="3953" y="619"/>
                  </a:lnTo>
                  <a:cubicBezTo>
                    <a:pt x="4111" y="619"/>
                    <a:pt x="4250" y="506"/>
                    <a:pt x="4269" y="352"/>
                  </a:cubicBezTo>
                  <a:cubicBezTo>
                    <a:pt x="4292" y="169"/>
                    <a:pt x="4149" y="7"/>
                    <a:pt x="3965" y="7"/>
                  </a:cubicBezTo>
                  <a:lnTo>
                    <a:pt x="344" y="7"/>
                  </a:lnTo>
                  <a:cubicBezTo>
                    <a:pt x="342" y="7"/>
                    <a:pt x="340" y="7"/>
                    <a:pt x="338" y="7"/>
                  </a:cubicBezTo>
                  <a:cubicBezTo>
                    <a:pt x="250" y="7"/>
                    <a:pt x="165" y="46"/>
                    <a:pt x="106" y="112"/>
                  </a:cubicBezTo>
                  <a:cubicBezTo>
                    <a:pt x="1" y="232"/>
                    <a:pt x="7" y="415"/>
                    <a:pt x="120" y="528"/>
                  </a:cubicBezTo>
                  <a:lnTo>
                    <a:pt x="1335" y="1743"/>
                  </a:lnTo>
                  <a:lnTo>
                    <a:pt x="1335" y="3246"/>
                  </a:lnTo>
                  <a:cubicBezTo>
                    <a:pt x="1335" y="3953"/>
                    <a:pt x="1910" y="4526"/>
                    <a:pt x="2617" y="4526"/>
                  </a:cubicBezTo>
                  <a:lnTo>
                    <a:pt x="5260" y="4526"/>
                  </a:lnTo>
                  <a:cubicBezTo>
                    <a:pt x="5970" y="4526"/>
                    <a:pt x="6546" y="3952"/>
                    <a:pt x="6546" y="3242"/>
                  </a:cubicBezTo>
                  <a:lnTo>
                    <a:pt x="6546" y="1285"/>
                  </a:lnTo>
                  <a:cubicBezTo>
                    <a:pt x="6544" y="583"/>
                    <a:pt x="5983" y="12"/>
                    <a:pt x="5281" y="0"/>
                  </a:cubicBezTo>
                  <a:cubicBezTo>
                    <a:pt x="5279" y="0"/>
                    <a:pt x="5277" y="0"/>
                    <a:pt x="5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7101888" y="1898150"/>
              <a:ext cx="65325" cy="15325"/>
            </a:xfrm>
            <a:custGeom>
              <a:avLst/>
              <a:gdLst/>
              <a:ahLst/>
              <a:cxnLst/>
              <a:rect l="l" t="t" r="r" b="b"/>
              <a:pathLst>
                <a:path w="2613" h="613" extrusionOk="0">
                  <a:moveTo>
                    <a:pt x="339" y="0"/>
                  </a:moveTo>
                  <a:cubicBezTo>
                    <a:pt x="183" y="0"/>
                    <a:pt x="44" y="112"/>
                    <a:pt x="24" y="268"/>
                  </a:cubicBezTo>
                  <a:cubicBezTo>
                    <a:pt x="0" y="451"/>
                    <a:pt x="144" y="613"/>
                    <a:pt x="327" y="613"/>
                  </a:cubicBezTo>
                  <a:lnTo>
                    <a:pt x="2274" y="613"/>
                  </a:lnTo>
                  <a:cubicBezTo>
                    <a:pt x="2431" y="613"/>
                    <a:pt x="2570" y="499"/>
                    <a:pt x="2589" y="345"/>
                  </a:cubicBezTo>
                  <a:cubicBezTo>
                    <a:pt x="2612" y="162"/>
                    <a:pt x="2470" y="0"/>
                    <a:pt x="2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7110063" y="1865600"/>
              <a:ext cx="49000" cy="15275"/>
            </a:xfrm>
            <a:custGeom>
              <a:avLst/>
              <a:gdLst/>
              <a:ahLst/>
              <a:cxnLst/>
              <a:rect l="l" t="t" r="r" b="b"/>
              <a:pathLst>
                <a:path w="1960" h="611" extrusionOk="0">
                  <a:moveTo>
                    <a:pt x="1635" y="0"/>
                  </a:moveTo>
                  <a:cubicBezTo>
                    <a:pt x="1634" y="0"/>
                    <a:pt x="1633" y="0"/>
                    <a:pt x="1633" y="0"/>
                  </a:cubicBezTo>
                  <a:lnTo>
                    <a:pt x="339" y="0"/>
                  </a:lnTo>
                  <a:cubicBezTo>
                    <a:pt x="182" y="0"/>
                    <a:pt x="42" y="112"/>
                    <a:pt x="23" y="266"/>
                  </a:cubicBezTo>
                  <a:cubicBezTo>
                    <a:pt x="0" y="449"/>
                    <a:pt x="143" y="611"/>
                    <a:pt x="327" y="611"/>
                  </a:cubicBezTo>
                  <a:lnTo>
                    <a:pt x="1621" y="611"/>
                  </a:lnTo>
                  <a:cubicBezTo>
                    <a:pt x="1777" y="611"/>
                    <a:pt x="1918" y="499"/>
                    <a:pt x="1935" y="344"/>
                  </a:cubicBezTo>
                  <a:cubicBezTo>
                    <a:pt x="1960" y="162"/>
                    <a:pt x="1817" y="0"/>
                    <a:pt x="1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7069363" y="1833000"/>
              <a:ext cx="162650" cy="113025"/>
            </a:xfrm>
            <a:custGeom>
              <a:avLst/>
              <a:gdLst/>
              <a:ahLst/>
              <a:cxnLst/>
              <a:rect l="l" t="t" r="r" b="b"/>
              <a:pathLst>
                <a:path w="6506" h="4521" extrusionOk="0">
                  <a:moveTo>
                    <a:pt x="1284" y="613"/>
                  </a:moveTo>
                  <a:cubicBezTo>
                    <a:pt x="1285" y="613"/>
                    <a:pt x="1286" y="613"/>
                    <a:pt x="1287" y="613"/>
                  </a:cubicBezTo>
                  <a:lnTo>
                    <a:pt x="3889" y="613"/>
                  </a:lnTo>
                  <a:cubicBezTo>
                    <a:pt x="4261" y="613"/>
                    <a:pt x="4562" y="914"/>
                    <a:pt x="4562" y="1287"/>
                  </a:cubicBezTo>
                  <a:lnTo>
                    <a:pt x="4562" y="2912"/>
                  </a:lnTo>
                  <a:cubicBezTo>
                    <a:pt x="4562" y="2993"/>
                    <a:pt x="4595" y="3071"/>
                    <a:pt x="4652" y="3128"/>
                  </a:cubicBezTo>
                  <a:lnTo>
                    <a:pt x="5434" y="3910"/>
                  </a:lnTo>
                  <a:lnTo>
                    <a:pt x="1287" y="3910"/>
                  </a:lnTo>
                  <a:cubicBezTo>
                    <a:pt x="914" y="3910"/>
                    <a:pt x="613" y="3609"/>
                    <a:pt x="613" y="3236"/>
                  </a:cubicBezTo>
                  <a:lnTo>
                    <a:pt x="613" y="1287"/>
                  </a:lnTo>
                  <a:cubicBezTo>
                    <a:pt x="613" y="915"/>
                    <a:pt x="912" y="613"/>
                    <a:pt x="1284" y="613"/>
                  </a:cubicBezTo>
                  <a:close/>
                  <a:moveTo>
                    <a:pt x="1283" y="1"/>
                  </a:moveTo>
                  <a:cubicBezTo>
                    <a:pt x="576" y="1"/>
                    <a:pt x="1" y="574"/>
                    <a:pt x="1" y="1283"/>
                  </a:cubicBezTo>
                  <a:lnTo>
                    <a:pt x="1" y="3238"/>
                  </a:lnTo>
                  <a:cubicBezTo>
                    <a:pt x="1" y="3946"/>
                    <a:pt x="576" y="4520"/>
                    <a:pt x="1283" y="4520"/>
                  </a:cubicBezTo>
                  <a:lnTo>
                    <a:pt x="6162" y="4520"/>
                  </a:lnTo>
                  <a:cubicBezTo>
                    <a:pt x="6164" y="4520"/>
                    <a:pt x="6166" y="4521"/>
                    <a:pt x="6168" y="4521"/>
                  </a:cubicBezTo>
                  <a:cubicBezTo>
                    <a:pt x="6257" y="4521"/>
                    <a:pt x="6342" y="4482"/>
                    <a:pt x="6400" y="4417"/>
                  </a:cubicBezTo>
                  <a:cubicBezTo>
                    <a:pt x="6506" y="4295"/>
                    <a:pt x="6499" y="4114"/>
                    <a:pt x="6386" y="4001"/>
                  </a:cubicBezTo>
                  <a:lnTo>
                    <a:pt x="5171" y="2786"/>
                  </a:lnTo>
                  <a:lnTo>
                    <a:pt x="5171" y="1283"/>
                  </a:lnTo>
                  <a:cubicBezTo>
                    <a:pt x="5171" y="574"/>
                    <a:pt x="4598" y="1"/>
                    <a:pt x="3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0" name="Google Shape;980;p24"/>
          <p:cNvSpPr/>
          <p:nvPr/>
        </p:nvSpPr>
        <p:spPr>
          <a:xfrm>
            <a:off x="4385875" y="1549213"/>
            <a:ext cx="457190" cy="288754"/>
          </a:xfrm>
          <a:custGeom>
            <a:avLst/>
            <a:gdLst/>
            <a:ahLst/>
            <a:cxnLst/>
            <a:rect l="l" t="t" r="r" b="b"/>
            <a:pathLst>
              <a:path w="20936" h="13238" extrusionOk="0">
                <a:moveTo>
                  <a:pt x="7813" y="608"/>
                </a:moveTo>
                <a:cubicBezTo>
                  <a:pt x="8449" y="608"/>
                  <a:pt x="9259" y="804"/>
                  <a:pt x="10175" y="1189"/>
                </a:cubicBezTo>
                <a:cubicBezTo>
                  <a:pt x="10206" y="1202"/>
                  <a:pt x="10235" y="1215"/>
                  <a:pt x="10268" y="1230"/>
                </a:cubicBezTo>
                <a:cubicBezTo>
                  <a:pt x="9445" y="1502"/>
                  <a:pt x="8647" y="1839"/>
                  <a:pt x="7877" y="2239"/>
                </a:cubicBezTo>
                <a:cubicBezTo>
                  <a:pt x="7341" y="2516"/>
                  <a:pt x="6825" y="2828"/>
                  <a:pt x="6331" y="3175"/>
                </a:cubicBezTo>
                <a:cubicBezTo>
                  <a:pt x="6069" y="2135"/>
                  <a:pt x="6025" y="1432"/>
                  <a:pt x="6776" y="882"/>
                </a:cubicBezTo>
                <a:cubicBezTo>
                  <a:pt x="7027" y="699"/>
                  <a:pt x="7380" y="608"/>
                  <a:pt x="7813" y="608"/>
                </a:cubicBezTo>
                <a:close/>
                <a:moveTo>
                  <a:pt x="13679" y="1213"/>
                </a:moveTo>
                <a:cubicBezTo>
                  <a:pt x="14992" y="1213"/>
                  <a:pt x="15570" y="1633"/>
                  <a:pt x="15824" y="2012"/>
                </a:cubicBezTo>
                <a:cubicBezTo>
                  <a:pt x="15937" y="2180"/>
                  <a:pt x="15969" y="2375"/>
                  <a:pt x="15921" y="2601"/>
                </a:cubicBezTo>
                <a:cubicBezTo>
                  <a:pt x="15840" y="2982"/>
                  <a:pt x="15542" y="3421"/>
                  <a:pt x="15075" y="3868"/>
                </a:cubicBezTo>
                <a:cubicBezTo>
                  <a:pt x="14248" y="2954"/>
                  <a:pt x="13123" y="2085"/>
                  <a:pt x="11957" y="1405"/>
                </a:cubicBezTo>
                <a:cubicBezTo>
                  <a:pt x="12350" y="1322"/>
                  <a:pt x="12750" y="1264"/>
                  <a:pt x="13152" y="1233"/>
                </a:cubicBezTo>
                <a:cubicBezTo>
                  <a:pt x="13339" y="1219"/>
                  <a:pt x="13515" y="1213"/>
                  <a:pt x="13679" y="1213"/>
                </a:cubicBezTo>
                <a:close/>
                <a:moveTo>
                  <a:pt x="9831" y="3927"/>
                </a:moveTo>
                <a:cubicBezTo>
                  <a:pt x="10378" y="3927"/>
                  <a:pt x="10931" y="4458"/>
                  <a:pt x="11702" y="5246"/>
                </a:cubicBezTo>
                <a:cubicBezTo>
                  <a:pt x="11848" y="5395"/>
                  <a:pt x="11997" y="5547"/>
                  <a:pt x="12149" y="5698"/>
                </a:cubicBezTo>
                <a:cubicBezTo>
                  <a:pt x="10995" y="6191"/>
                  <a:pt x="9772" y="6517"/>
                  <a:pt x="8595" y="6648"/>
                </a:cubicBezTo>
                <a:cubicBezTo>
                  <a:pt x="8454" y="5291"/>
                  <a:pt x="8496" y="4475"/>
                  <a:pt x="9440" y="4020"/>
                </a:cubicBezTo>
                <a:cubicBezTo>
                  <a:pt x="9572" y="3957"/>
                  <a:pt x="9701" y="3927"/>
                  <a:pt x="9831" y="3927"/>
                </a:cubicBezTo>
                <a:close/>
                <a:moveTo>
                  <a:pt x="11082" y="1620"/>
                </a:moveTo>
                <a:cubicBezTo>
                  <a:pt x="12075" y="2138"/>
                  <a:pt x="13056" y="2809"/>
                  <a:pt x="13871" y="3537"/>
                </a:cubicBezTo>
                <a:cubicBezTo>
                  <a:pt x="14131" y="3769"/>
                  <a:pt x="14381" y="4015"/>
                  <a:pt x="14616" y="4273"/>
                </a:cubicBezTo>
                <a:cubicBezTo>
                  <a:pt x="14355" y="4478"/>
                  <a:pt x="14081" y="4671"/>
                  <a:pt x="13798" y="4847"/>
                </a:cubicBezTo>
                <a:cubicBezTo>
                  <a:pt x="13667" y="4930"/>
                  <a:pt x="13608" y="5098"/>
                  <a:pt x="13675" y="5239"/>
                </a:cubicBezTo>
                <a:cubicBezTo>
                  <a:pt x="13726" y="5352"/>
                  <a:pt x="13837" y="5417"/>
                  <a:pt x="13952" y="5417"/>
                </a:cubicBezTo>
                <a:cubicBezTo>
                  <a:pt x="14007" y="5417"/>
                  <a:pt x="14063" y="5402"/>
                  <a:pt x="14114" y="5370"/>
                </a:cubicBezTo>
                <a:cubicBezTo>
                  <a:pt x="14425" y="5178"/>
                  <a:pt x="14722" y="4966"/>
                  <a:pt x="15009" y="4739"/>
                </a:cubicBezTo>
                <a:cubicBezTo>
                  <a:pt x="15450" y="5309"/>
                  <a:pt x="15717" y="5847"/>
                  <a:pt x="15785" y="6318"/>
                </a:cubicBezTo>
                <a:cubicBezTo>
                  <a:pt x="15804" y="6454"/>
                  <a:pt x="15817" y="6587"/>
                  <a:pt x="15824" y="6716"/>
                </a:cubicBezTo>
                <a:lnTo>
                  <a:pt x="15262" y="6718"/>
                </a:lnTo>
                <a:cubicBezTo>
                  <a:pt x="13991" y="6718"/>
                  <a:pt x="13008" y="5711"/>
                  <a:pt x="12140" y="4823"/>
                </a:cubicBezTo>
                <a:cubicBezTo>
                  <a:pt x="11676" y="4349"/>
                  <a:pt x="11239" y="3902"/>
                  <a:pt x="10781" y="3620"/>
                </a:cubicBezTo>
                <a:cubicBezTo>
                  <a:pt x="10453" y="3418"/>
                  <a:pt x="10139" y="3318"/>
                  <a:pt x="9831" y="3318"/>
                </a:cubicBezTo>
                <a:cubicBezTo>
                  <a:pt x="9610" y="3318"/>
                  <a:pt x="9392" y="3370"/>
                  <a:pt x="9176" y="3474"/>
                </a:cubicBezTo>
                <a:cubicBezTo>
                  <a:pt x="8499" y="3800"/>
                  <a:pt x="8106" y="4320"/>
                  <a:pt x="7975" y="5061"/>
                </a:cubicBezTo>
                <a:cubicBezTo>
                  <a:pt x="7887" y="5558"/>
                  <a:pt x="7923" y="6114"/>
                  <a:pt x="7984" y="6702"/>
                </a:cubicBezTo>
                <a:cubicBezTo>
                  <a:pt x="7805" y="6711"/>
                  <a:pt x="7625" y="6716"/>
                  <a:pt x="7448" y="6716"/>
                </a:cubicBezTo>
                <a:lnTo>
                  <a:pt x="6577" y="6716"/>
                </a:lnTo>
                <a:cubicBezTo>
                  <a:pt x="6676" y="6391"/>
                  <a:pt x="6739" y="6055"/>
                  <a:pt x="6768" y="5715"/>
                </a:cubicBezTo>
                <a:cubicBezTo>
                  <a:pt x="6825" y="5081"/>
                  <a:pt x="6671" y="4438"/>
                  <a:pt x="6501" y="3811"/>
                </a:cubicBezTo>
                <a:cubicBezTo>
                  <a:pt x="7026" y="3426"/>
                  <a:pt x="7581" y="3082"/>
                  <a:pt x="8161" y="2783"/>
                </a:cubicBezTo>
                <a:cubicBezTo>
                  <a:pt x="9092" y="2297"/>
                  <a:pt x="10072" y="1907"/>
                  <a:pt x="11082" y="1620"/>
                </a:cubicBezTo>
                <a:close/>
                <a:moveTo>
                  <a:pt x="1014" y="6671"/>
                </a:moveTo>
                <a:cubicBezTo>
                  <a:pt x="1193" y="6671"/>
                  <a:pt x="1364" y="6810"/>
                  <a:pt x="1364" y="7019"/>
                </a:cubicBezTo>
                <a:cubicBezTo>
                  <a:pt x="1364" y="7210"/>
                  <a:pt x="1209" y="7365"/>
                  <a:pt x="1016" y="7365"/>
                </a:cubicBezTo>
                <a:cubicBezTo>
                  <a:pt x="707" y="7365"/>
                  <a:pt x="553" y="6991"/>
                  <a:pt x="772" y="6773"/>
                </a:cubicBezTo>
                <a:cubicBezTo>
                  <a:pt x="842" y="6702"/>
                  <a:pt x="929" y="6671"/>
                  <a:pt x="1014" y="6671"/>
                </a:cubicBezTo>
                <a:close/>
                <a:moveTo>
                  <a:pt x="5648" y="7328"/>
                </a:moveTo>
                <a:cubicBezTo>
                  <a:pt x="5400" y="7754"/>
                  <a:pt x="5097" y="8104"/>
                  <a:pt x="4799" y="8446"/>
                </a:cubicBezTo>
                <a:cubicBezTo>
                  <a:pt x="4751" y="8501"/>
                  <a:pt x="4704" y="8556"/>
                  <a:pt x="4655" y="8612"/>
                </a:cubicBezTo>
                <a:cubicBezTo>
                  <a:pt x="4509" y="8199"/>
                  <a:pt x="4428" y="7765"/>
                  <a:pt x="4415" y="7328"/>
                </a:cubicBezTo>
                <a:close/>
                <a:moveTo>
                  <a:pt x="12002" y="8167"/>
                </a:moveTo>
                <a:cubicBezTo>
                  <a:pt x="12721" y="8167"/>
                  <a:pt x="13526" y="8834"/>
                  <a:pt x="13689" y="10015"/>
                </a:cubicBezTo>
                <a:cubicBezTo>
                  <a:pt x="13696" y="10068"/>
                  <a:pt x="13702" y="10122"/>
                  <a:pt x="13706" y="10173"/>
                </a:cubicBezTo>
                <a:lnTo>
                  <a:pt x="13707" y="10173"/>
                </a:lnTo>
                <a:cubicBezTo>
                  <a:pt x="13156" y="10447"/>
                  <a:pt x="12562" y="10596"/>
                  <a:pt x="12056" y="10596"/>
                </a:cubicBezTo>
                <a:cubicBezTo>
                  <a:pt x="11739" y="10596"/>
                  <a:pt x="11457" y="10538"/>
                  <a:pt x="11239" y="10416"/>
                </a:cubicBezTo>
                <a:cubicBezTo>
                  <a:pt x="10692" y="10110"/>
                  <a:pt x="10439" y="9665"/>
                  <a:pt x="10543" y="9195"/>
                </a:cubicBezTo>
                <a:cubicBezTo>
                  <a:pt x="10663" y="8646"/>
                  <a:pt x="11225" y="8224"/>
                  <a:pt x="11911" y="8170"/>
                </a:cubicBezTo>
                <a:cubicBezTo>
                  <a:pt x="11942" y="8167"/>
                  <a:pt x="11971" y="8167"/>
                  <a:pt x="12002" y="8167"/>
                </a:cubicBezTo>
                <a:close/>
                <a:moveTo>
                  <a:pt x="8056" y="7309"/>
                </a:moveTo>
                <a:cubicBezTo>
                  <a:pt x="8198" y="8554"/>
                  <a:pt x="8326" y="9943"/>
                  <a:pt x="7586" y="11166"/>
                </a:cubicBezTo>
                <a:cubicBezTo>
                  <a:pt x="7479" y="11344"/>
                  <a:pt x="7358" y="11513"/>
                  <a:pt x="7223" y="11670"/>
                </a:cubicBezTo>
                <a:cubicBezTo>
                  <a:pt x="6935" y="11492"/>
                  <a:pt x="6660" y="11291"/>
                  <a:pt x="6401" y="11072"/>
                </a:cubicBezTo>
                <a:cubicBezTo>
                  <a:pt x="5767" y="10536"/>
                  <a:pt x="5265" y="9906"/>
                  <a:pt x="4925" y="9241"/>
                </a:cubicBezTo>
                <a:cubicBezTo>
                  <a:pt x="5031" y="9111"/>
                  <a:pt x="5142" y="8982"/>
                  <a:pt x="5259" y="8847"/>
                </a:cubicBezTo>
                <a:cubicBezTo>
                  <a:pt x="5635" y="8416"/>
                  <a:pt x="6040" y="7950"/>
                  <a:pt x="6339" y="7328"/>
                </a:cubicBezTo>
                <a:lnTo>
                  <a:pt x="7448" y="7328"/>
                </a:lnTo>
                <a:cubicBezTo>
                  <a:pt x="7648" y="7328"/>
                  <a:pt x="7850" y="7322"/>
                  <a:pt x="8056" y="7309"/>
                </a:cubicBezTo>
                <a:close/>
                <a:moveTo>
                  <a:pt x="4532" y="9790"/>
                </a:moveTo>
                <a:cubicBezTo>
                  <a:pt x="4900" y="10424"/>
                  <a:pt x="5398" y="11020"/>
                  <a:pt x="6007" y="11535"/>
                </a:cubicBezTo>
                <a:cubicBezTo>
                  <a:pt x="6242" y="11734"/>
                  <a:pt x="6490" y="11917"/>
                  <a:pt x="6747" y="12084"/>
                </a:cubicBezTo>
                <a:cubicBezTo>
                  <a:pt x="6466" y="12263"/>
                  <a:pt x="6196" y="12325"/>
                  <a:pt x="5957" y="12325"/>
                </a:cubicBezTo>
                <a:cubicBezTo>
                  <a:pt x="5727" y="12325"/>
                  <a:pt x="5526" y="12268"/>
                  <a:pt x="5372" y="12204"/>
                </a:cubicBezTo>
                <a:cubicBezTo>
                  <a:pt x="4636" y="11895"/>
                  <a:pt x="4104" y="11054"/>
                  <a:pt x="4261" y="10439"/>
                </a:cubicBezTo>
                <a:cubicBezTo>
                  <a:pt x="4320" y="10211"/>
                  <a:pt x="4410" y="9992"/>
                  <a:pt x="4532" y="9790"/>
                </a:cubicBezTo>
                <a:close/>
                <a:moveTo>
                  <a:pt x="12635" y="6156"/>
                </a:moveTo>
                <a:cubicBezTo>
                  <a:pt x="13367" y="6802"/>
                  <a:pt x="14208" y="7328"/>
                  <a:pt x="15262" y="7328"/>
                </a:cubicBezTo>
                <a:lnTo>
                  <a:pt x="15806" y="7328"/>
                </a:lnTo>
                <a:cubicBezTo>
                  <a:pt x="15663" y="8625"/>
                  <a:pt x="14854" y="9424"/>
                  <a:pt x="14279" y="9835"/>
                </a:cubicBezTo>
                <a:cubicBezTo>
                  <a:pt x="14080" y="8674"/>
                  <a:pt x="13207" y="7558"/>
                  <a:pt x="12018" y="7558"/>
                </a:cubicBezTo>
                <a:cubicBezTo>
                  <a:pt x="11967" y="7558"/>
                  <a:pt x="11915" y="7560"/>
                  <a:pt x="11863" y="7565"/>
                </a:cubicBezTo>
                <a:cubicBezTo>
                  <a:pt x="10911" y="7641"/>
                  <a:pt x="10124" y="8259"/>
                  <a:pt x="9945" y="9069"/>
                </a:cubicBezTo>
                <a:cubicBezTo>
                  <a:pt x="9783" y="9809"/>
                  <a:pt x="10156" y="10512"/>
                  <a:pt x="10940" y="10952"/>
                </a:cubicBezTo>
                <a:cubicBezTo>
                  <a:pt x="11252" y="11127"/>
                  <a:pt x="11641" y="11212"/>
                  <a:pt x="12067" y="11212"/>
                </a:cubicBezTo>
                <a:cubicBezTo>
                  <a:pt x="12571" y="11212"/>
                  <a:pt x="13126" y="11094"/>
                  <a:pt x="13665" y="10870"/>
                </a:cubicBezTo>
                <a:lnTo>
                  <a:pt x="13665" y="10870"/>
                </a:lnTo>
                <a:cubicBezTo>
                  <a:pt x="13451" y="11832"/>
                  <a:pt x="12600" y="12348"/>
                  <a:pt x="11748" y="12513"/>
                </a:cubicBezTo>
                <a:cubicBezTo>
                  <a:pt x="11354" y="12591"/>
                  <a:pt x="10956" y="12629"/>
                  <a:pt x="10561" y="12629"/>
                </a:cubicBezTo>
                <a:cubicBezTo>
                  <a:pt x="9598" y="12629"/>
                  <a:pt x="8644" y="12403"/>
                  <a:pt x="7766" y="11969"/>
                </a:cubicBezTo>
                <a:cubicBezTo>
                  <a:pt x="7890" y="11815"/>
                  <a:pt x="8005" y="11653"/>
                  <a:pt x="8107" y="11483"/>
                </a:cubicBezTo>
                <a:cubicBezTo>
                  <a:pt x="8951" y="10091"/>
                  <a:pt x="8817" y="8595"/>
                  <a:pt x="8663" y="7259"/>
                </a:cubicBezTo>
                <a:cubicBezTo>
                  <a:pt x="9983" y="7111"/>
                  <a:pt x="11354" y="6732"/>
                  <a:pt x="12635" y="6156"/>
                </a:cubicBezTo>
                <a:close/>
                <a:moveTo>
                  <a:pt x="7805" y="0"/>
                </a:moveTo>
                <a:cubicBezTo>
                  <a:pt x="7292" y="0"/>
                  <a:pt x="6805" y="106"/>
                  <a:pt x="6417" y="389"/>
                </a:cubicBezTo>
                <a:cubicBezTo>
                  <a:pt x="5251" y="1240"/>
                  <a:pt x="5504" y="2461"/>
                  <a:pt x="5803" y="3573"/>
                </a:cubicBezTo>
                <a:cubicBezTo>
                  <a:pt x="5052" y="4180"/>
                  <a:pt x="4508" y="4810"/>
                  <a:pt x="4213" y="5432"/>
                </a:cubicBezTo>
                <a:cubicBezTo>
                  <a:pt x="4163" y="5537"/>
                  <a:pt x="4116" y="5646"/>
                  <a:pt x="4075" y="5756"/>
                </a:cubicBezTo>
                <a:cubicBezTo>
                  <a:pt x="4015" y="5913"/>
                  <a:pt x="4095" y="6089"/>
                  <a:pt x="4252" y="6148"/>
                </a:cubicBezTo>
                <a:cubicBezTo>
                  <a:pt x="4287" y="6162"/>
                  <a:pt x="4323" y="6169"/>
                  <a:pt x="4360" y="6169"/>
                </a:cubicBezTo>
                <a:cubicBezTo>
                  <a:pt x="4487" y="6169"/>
                  <a:pt x="4602" y="6089"/>
                  <a:pt x="4645" y="5971"/>
                </a:cubicBezTo>
                <a:cubicBezTo>
                  <a:pt x="4681" y="5879"/>
                  <a:pt x="4721" y="5785"/>
                  <a:pt x="4763" y="5694"/>
                </a:cubicBezTo>
                <a:cubicBezTo>
                  <a:pt x="4990" y="5218"/>
                  <a:pt x="5408" y="4718"/>
                  <a:pt x="5978" y="4226"/>
                </a:cubicBezTo>
                <a:cubicBezTo>
                  <a:pt x="6104" y="4716"/>
                  <a:pt x="6201" y="5207"/>
                  <a:pt x="6161" y="5660"/>
                </a:cubicBezTo>
                <a:cubicBezTo>
                  <a:pt x="6130" y="6021"/>
                  <a:pt x="6054" y="6378"/>
                  <a:pt x="5933" y="6718"/>
                </a:cubicBezTo>
                <a:lnTo>
                  <a:pt x="1925" y="6718"/>
                </a:lnTo>
                <a:cubicBezTo>
                  <a:pt x="1811" y="6378"/>
                  <a:pt x="1517" y="6128"/>
                  <a:pt x="1160" y="6075"/>
                </a:cubicBezTo>
                <a:cubicBezTo>
                  <a:pt x="1112" y="6067"/>
                  <a:pt x="1063" y="6064"/>
                  <a:pt x="1015" y="6064"/>
                </a:cubicBezTo>
                <a:cubicBezTo>
                  <a:pt x="711" y="6064"/>
                  <a:pt x="421" y="6210"/>
                  <a:pt x="239" y="6462"/>
                </a:cubicBezTo>
                <a:cubicBezTo>
                  <a:pt x="30" y="6753"/>
                  <a:pt x="1" y="7137"/>
                  <a:pt x="165" y="7458"/>
                </a:cubicBezTo>
                <a:cubicBezTo>
                  <a:pt x="327" y="7776"/>
                  <a:pt x="656" y="7978"/>
                  <a:pt x="1012" y="7978"/>
                </a:cubicBezTo>
                <a:cubicBezTo>
                  <a:pt x="1013" y="7978"/>
                  <a:pt x="1015" y="7978"/>
                  <a:pt x="1016" y="7978"/>
                </a:cubicBezTo>
                <a:cubicBezTo>
                  <a:pt x="1439" y="7978"/>
                  <a:pt x="1925" y="7288"/>
                  <a:pt x="1925" y="7288"/>
                </a:cubicBezTo>
                <a:lnTo>
                  <a:pt x="3805" y="7288"/>
                </a:lnTo>
                <a:cubicBezTo>
                  <a:pt x="3805" y="7288"/>
                  <a:pt x="3959" y="8561"/>
                  <a:pt x="4215" y="9160"/>
                </a:cubicBezTo>
                <a:cubicBezTo>
                  <a:pt x="3980" y="9490"/>
                  <a:pt x="3781" y="9853"/>
                  <a:pt x="3669" y="10290"/>
                </a:cubicBezTo>
                <a:cubicBezTo>
                  <a:pt x="3437" y="11203"/>
                  <a:pt x="4109" y="12338"/>
                  <a:pt x="5136" y="12769"/>
                </a:cubicBezTo>
                <a:cubicBezTo>
                  <a:pt x="5408" y="12883"/>
                  <a:pt x="5681" y="12939"/>
                  <a:pt x="5950" y="12939"/>
                </a:cubicBezTo>
                <a:cubicBezTo>
                  <a:pt x="6430" y="12939"/>
                  <a:pt x="6896" y="12761"/>
                  <a:pt x="7316" y="12419"/>
                </a:cubicBezTo>
                <a:cubicBezTo>
                  <a:pt x="7746" y="12646"/>
                  <a:pt x="8200" y="12829"/>
                  <a:pt x="8666" y="12965"/>
                </a:cubicBezTo>
                <a:cubicBezTo>
                  <a:pt x="9285" y="13145"/>
                  <a:pt x="9924" y="13237"/>
                  <a:pt x="10567" y="13237"/>
                </a:cubicBezTo>
                <a:cubicBezTo>
                  <a:pt x="11003" y="13237"/>
                  <a:pt x="11437" y="13195"/>
                  <a:pt x="11864" y="13111"/>
                </a:cubicBezTo>
                <a:cubicBezTo>
                  <a:pt x="13594" y="12772"/>
                  <a:pt x="14248" y="11618"/>
                  <a:pt x="14316" y="10538"/>
                </a:cubicBezTo>
                <a:cubicBezTo>
                  <a:pt x="14397" y="10489"/>
                  <a:pt x="14478" y="10437"/>
                  <a:pt x="14557" y="10382"/>
                </a:cubicBezTo>
                <a:cubicBezTo>
                  <a:pt x="15647" y="9633"/>
                  <a:pt x="16415" y="7330"/>
                  <a:pt x="16415" y="7330"/>
                </a:cubicBezTo>
                <a:lnTo>
                  <a:pt x="19645" y="7330"/>
                </a:lnTo>
                <a:lnTo>
                  <a:pt x="18144" y="8402"/>
                </a:lnTo>
                <a:cubicBezTo>
                  <a:pt x="18024" y="8488"/>
                  <a:pt x="17974" y="8667"/>
                  <a:pt x="18042" y="8797"/>
                </a:cubicBezTo>
                <a:cubicBezTo>
                  <a:pt x="18096" y="8903"/>
                  <a:pt x="18203" y="8962"/>
                  <a:pt x="18313" y="8962"/>
                </a:cubicBezTo>
                <a:cubicBezTo>
                  <a:pt x="18374" y="8962"/>
                  <a:pt x="18436" y="8944"/>
                  <a:pt x="18491" y="8905"/>
                </a:cubicBezTo>
                <a:lnTo>
                  <a:pt x="20771" y="7276"/>
                </a:lnTo>
                <a:cubicBezTo>
                  <a:pt x="20818" y="7244"/>
                  <a:pt x="20857" y="7197"/>
                  <a:pt x="20879" y="7144"/>
                </a:cubicBezTo>
                <a:cubicBezTo>
                  <a:pt x="20936" y="7011"/>
                  <a:pt x="20894" y="6857"/>
                  <a:pt x="20776" y="6774"/>
                </a:cubicBezTo>
                <a:lnTo>
                  <a:pt x="18491" y="5142"/>
                </a:lnTo>
                <a:cubicBezTo>
                  <a:pt x="18436" y="5101"/>
                  <a:pt x="18372" y="5081"/>
                  <a:pt x="18308" y="5081"/>
                </a:cubicBezTo>
                <a:cubicBezTo>
                  <a:pt x="18213" y="5081"/>
                  <a:pt x="18119" y="5125"/>
                  <a:pt x="18060" y="5209"/>
                </a:cubicBezTo>
                <a:cubicBezTo>
                  <a:pt x="17960" y="5348"/>
                  <a:pt x="17995" y="5542"/>
                  <a:pt x="18136" y="5639"/>
                </a:cubicBezTo>
                <a:lnTo>
                  <a:pt x="19645" y="6718"/>
                </a:lnTo>
                <a:lnTo>
                  <a:pt x="16434" y="6718"/>
                </a:lnTo>
                <a:cubicBezTo>
                  <a:pt x="16434" y="6718"/>
                  <a:pt x="16411" y="6391"/>
                  <a:pt x="16389" y="6227"/>
                </a:cubicBezTo>
                <a:cubicBezTo>
                  <a:pt x="16300" y="5620"/>
                  <a:pt x="15966" y="4972"/>
                  <a:pt x="15469" y="4336"/>
                </a:cubicBezTo>
                <a:cubicBezTo>
                  <a:pt x="16044" y="3788"/>
                  <a:pt x="16411" y="3235"/>
                  <a:pt x="16520" y="2728"/>
                </a:cubicBezTo>
                <a:cubicBezTo>
                  <a:pt x="16601" y="2341"/>
                  <a:pt x="16536" y="1976"/>
                  <a:pt x="16330" y="1670"/>
                </a:cubicBezTo>
                <a:cubicBezTo>
                  <a:pt x="15858" y="968"/>
                  <a:pt x="14942" y="602"/>
                  <a:pt x="13666" y="602"/>
                </a:cubicBezTo>
                <a:cubicBezTo>
                  <a:pt x="13486" y="602"/>
                  <a:pt x="13299" y="610"/>
                  <a:pt x="13105" y="624"/>
                </a:cubicBezTo>
                <a:cubicBezTo>
                  <a:pt x="12501" y="668"/>
                  <a:pt x="11837" y="788"/>
                  <a:pt x="11152" y="968"/>
                </a:cubicBezTo>
                <a:cubicBezTo>
                  <a:pt x="10902" y="843"/>
                  <a:pt x="10656" y="729"/>
                  <a:pt x="10412" y="627"/>
                </a:cubicBezTo>
                <a:cubicBezTo>
                  <a:pt x="9752" y="350"/>
                  <a:pt x="8736" y="0"/>
                  <a:pt x="7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1" name="Google Shape;981;p24"/>
          <p:cNvGrpSpPr/>
          <p:nvPr/>
        </p:nvGrpSpPr>
        <p:grpSpPr>
          <a:xfrm>
            <a:off x="1505993" y="1511769"/>
            <a:ext cx="457183" cy="368954"/>
            <a:chOff x="2476138" y="3217450"/>
            <a:chExt cx="522375" cy="423550"/>
          </a:xfrm>
        </p:grpSpPr>
        <p:sp>
          <p:nvSpPr>
            <p:cNvPr id="982" name="Google Shape;982;p24"/>
            <p:cNvSpPr/>
            <p:nvPr/>
          </p:nvSpPr>
          <p:spPr>
            <a:xfrm>
              <a:off x="2476138" y="3413800"/>
              <a:ext cx="522375" cy="227200"/>
            </a:xfrm>
            <a:custGeom>
              <a:avLst/>
              <a:gdLst/>
              <a:ahLst/>
              <a:cxnLst/>
              <a:rect l="l" t="t" r="r" b="b"/>
              <a:pathLst>
                <a:path w="20895" h="9088" extrusionOk="0">
                  <a:moveTo>
                    <a:pt x="16008" y="611"/>
                  </a:moveTo>
                  <a:cubicBezTo>
                    <a:pt x="16199" y="611"/>
                    <a:pt x="16354" y="766"/>
                    <a:pt x="16354" y="959"/>
                  </a:cubicBezTo>
                  <a:lnTo>
                    <a:pt x="16354" y="1369"/>
                  </a:lnTo>
                  <a:cubicBezTo>
                    <a:pt x="16248" y="1326"/>
                    <a:pt x="16134" y="1304"/>
                    <a:pt x="16019" y="1304"/>
                  </a:cubicBezTo>
                  <a:cubicBezTo>
                    <a:pt x="16015" y="1304"/>
                    <a:pt x="16011" y="1304"/>
                    <a:pt x="16008" y="1304"/>
                  </a:cubicBezTo>
                  <a:lnTo>
                    <a:pt x="13404" y="1304"/>
                  </a:lnTo>
                  <a:cubicBezTo>
                    <a:pt x="13400" y="1304"/>
                    <a:pt x="13396" y="1304"/>
                    <a:pt x="13392" y="1304"/>
                  </a:cubicBezTo>
                  <a:cubicBezTo>
                    <a:pt x="13276" y="1304"/>
                    <a:pt x="13163" y="1326"/>
                    <a:pt x="13057" y="1369"/>
                  </a:cubicBezTo>
                  <a:lnTo>
                    <a:pt x="13057" y="957"/>
                  </a:lnTo>
                  <a:cubicBezTo>
                    <a:pt x="13057" y="766"/>
                    <a:pt x="13211" y="611"/>
                    <a:pt x="13404" y="611"/>
                  </a:cubicBezTo>
                  <a:close/>
                  <a:moveTo>
                    <a:pt x="7498" y="1914"/>
                  </a:moveTo>
                  <a:cubicBezTo>
                    <a:pt x="7689" y="1914"/>
                    <a:pt x="7844" y="2070"/>
                    <a:pt x="7844" y="2261"/>
                  </a:cubicBezTo>
                  <a:lnTo>
                    <a:pt x="7844" y="3561"/>
                  </a:lnTo>
                  <a:cubicBezTo>
                    <a:pt x="7844" y="3754"/>
                    <a:pt x="7689" y="3909"/>
                    <a:pt x="7498" y="3909"/>
                  </a:cubicBezTo>
                  <a:lnTo>
                    <a:pt x="4896" y="3909"/>
                  </a:lnTo>
                  <a:cubicBezTo>
                    <a:pt x="4703" y="3909"/>
                    <a:pt x="4547" y="3752"/>
                    <a:pt x="4547" y="3561"/>
                  </a:cubicBezTo>
                  <a:lnTo>
                    <a:pt x="4547" y="2261"/>
                  </a:lnTo>
                  <a:cubicBezTo>
                    <a:pt x="4547" y="2070"/>
                    <a:pt x="4703" y="1914"/>
                    <a:pt x="4896" y="1914"/>
                  </a:cubicBezTo>
                  <a:close/>
                  <a:moveTo>
                    <a:pt x="16008" y="1914"/>
                  </a:moveTo>
                  <a:cubicBezTo>
                    <a:pt x="16199" y="1914"/>
                    <a:pt x="16354" y="2070"/>
                    <a:pt x="16354" y="2261"/>
                  </a:cubicBezTo>
                  <a:lnTo>
                    <a:pt x="16354" y="3561"/>
                  </a:lnTo>
                  <a:cubicBezTo>
                    <a:pt x="16354" y="3754"/>
                    <a:pt x="16199" y="3909"/>
                    <a:pt x="16008" y="3909"/>
                  </a:cubicBezTo>
                  <a:lnTo>
                    <a:pt x="13404" y="3909"/>
                  </a:lnTo>
                  <a:cubicBezTo>
                    <a:pt x="13211" y="3909"/>
                    <a:pt x="13055" y="3752"/>
                    <a:pt x="13057" y="3561"/>
                  </a:cubicBezTo>
                  <a:lnTo>
                    <a:pt x="13057" y="2261"/>
                  </a:lnTo>
                  <a:cubicBezTo>
                    <a:pt x="13057" y="2070"/>
                    <a:pt x="13213" y="1914"/>
                    <a:pt x="13404" y="1914"/>
                  </a:cubicBezTo>
                  <a:close/>
                  <a:moveTo>
                    <a:pt x="15152" y="4520"/>
                  </a:moveTo>
                  <a:cubicBezTo>
                    <a:pt x="15086" y="4661"/>
                    <a:pt x="15052" y="4815"/>
                    <a:pt x="15052" y="4970"/>
                  </a:cubicBezTo>
                  <a:lnTo>
                    <a:pt x="15052" y="5537"/>
                  </a:lnTo>
                  <a:lnTo>
                    <a:pt x="14359" y="5537"/>
                  </a:lnTo>
                  <a:lnTo>
                    <a:pt x="14359" y="4970"/>
                  </a:lnTo>
                  <a:cubicBezTo>
                    <a:pt x="14359" y="4815"/>
                    <a:pt x="14325" y="4661"/>
                    <a:pt x="14259" y="4520"/>
                  </a:cubicBezTo>
                  <a:close/>
                  <a:moveTo>
                    <a:pt x="13295" y="4513"/>
                  </a:moveTo>
                  <a:cubicBezTo>
                    <a:pt x="13312" y="4513"/>
                    <a:pt x="13328" y="4513"/>
                    <a:pt x="13345" y="4515"/>
                  </a:cubicBezTo>
                  <a:cubicBezTo>
                    <a:pt x="13577" y="4536"/>
                    <a:pt x="13749" y="4739"/>
                    <a:pt x="13749" y="4972"/>
                  </a:cubicBezTo>
                  <a:lnTo>
                    <a:pt x="13749" y="7491"/>
                  </a:lnTo>
                  <a:lnTo>
                    <a:pt x="13028" y="7491"/>
                  </a:lnTo>
                  <a:lnTo>
                    <a:pt x="12804" y="5049"/>
                  </a:lnTo>
                  <a:cubicBezTo>
                    <a:pt x="12778" y="4759"/>
                    <a:pt x="13009" y="4513"/>
                    <a:pt x="13295" y="4513"/>
                  </a:cubicBezTo>
                  <a:close/>
                  <a:moveTo>
                    <a:pt x="16114" y="4511"/>
                  </a:moveTo>
                  <a:cubicBezTo>
                    <a:pt x="16252" y="4511"/>
                    <a:pt x="16385" y="4570"/>
                    <a:pt x="16479" y="4672"/>
                  </a:cubicBezTo>
                  <a:cubicBezTo>
                    <a:pt x="16573" y="4774"/>
                    <a:pt x="16618" y="4912"/>
                    <a:pt x="16605" y="5049"/>
                  </a:cubicBezTo>
                  <a:lnTo>
                    <a:pt x="16383" y="7491"/>
                  </a:lnTo>
                  <a:lnTo>
                    <a:pt x="15661" y="7491"/>
                  </a:lnTo>
                  <a:lnTo>
                    <a:pt x="15661" y="4972"/>
                  </a:lnTo>
                  <a:cubicBezTo>
                    <a:pt x="15661" y="4739"/>
                    <a:pt x="15834" y="4536"/>
                    <a:pt x="16064" y="4513"/>
                  </a:cubicBezTo>
                  <a:cubicBezTo>
                    <a:pt x="16081" y="4512"/>
                    <a:pt x="16098" y="4511"/>
                    <a:pt x="16114" y="4511"/>
                  </a:cubicBezTo>
                  <a:close/>
                  <a:moveTo>
                    <a:pt x="13749" y="8102"/>
                  </a:moveTo>
                  <a:lnTo>
                    <a:pt x="13749" y="8468"/>
                  </a:lnTo>
                  <a:lnTo>
                    <a:pt x="12851" y="8468"/>
                  </a:lnTo>
                  <a:lnTo>
                    <a:pt x="12973" y="8102"/>
                  </a:lnTo>
                  <a:close/>
                  <a:moveTo>
                    <a:pt x="16438" y="8102"/>
                  </a:moveTo>
                  <a:lnTo>
                    <a:pt x="16560" y="8468"/>
                  </a:lnTo>
                  <a:lnTo>
                    <a:pt x="15663" y="8468"/>
                  </a:lnTo>
                  <a:lnTo>
                    <a:pt x="15663" y="8102"/>
                  </a:lnTo>
                  <a:close/>
                  <a:moveTo>
                    <a:pt x="13404" y="0"/>
                  </a:moveTo>
                  <a:cubicBezTo>
                    <a:pt x="12874" y="0"/>
                    <a:pt x="12445" y="430"/>
                    <a:pt x="12445" y="957"/>
                  </a:cubicBezTo>
                  <a:lnTo>
                    <a:pt x="12445" y="3561"/>
                  </a:lnTo>
                  <a:cubicBezTo>
                    <a:pt x="12445" y="3679"/>
                    <a:pt x="12468" y="3798"/>
                    <a:pt x="12511" y="3908"/>
                  </a:cubicBezTo>
                  <a:lnTo>
                    <a:pt x="8390" y="3908"/>
                  </a:lnTo>
                  <a:cubicBezTo>
                    <a:pt x="8434" y="3798"/>
                    <a:pt x="8456" y="3679"/>
                    <a:pt x="8456" y="3561"/>
                  </a:cubicBezTo>
                  <a:lnTo>
                    <a:pt x="8456" y="2261"/>
                  </a:lnTo>
                  <a:cubicBezTo>
                    <a:pt x="8456" y="1731"/>
                    <a:pt x="8027" y="1302"/>
                    <a:pt x="7498" y="1302"/>
                  </a:cubicBezTo>
                  <a:lnTo>
                    <a:pt x="4896" y="1302"/>
                  </a:lnTo>
                  <a:cubicBezTo>
                    <a:pt x="4366" y="1302"/>
                    <a:pt x="3937" y="1731"/>
                    <a:pt x="3937" y="2261"/>
                  </a:cubicBezTo>
                  <a:lnTo>
                    <a:pt x="3937" y="3561"/>
                  </a:lnTo>
                  <a:cubicBezTo>
                    <a:pt x="3937" y="3679"/>
                    <a:pt x="3960" y="3798"/>
                    <a:pt x="4002" y="3908"/>
                  </a:cubicBezTo>
                  <a:lnTo>
                    <a:pt x="337" y="3908"/>
                  </a:lnTo>
                  <a:cubicBezTo>
                    <a:pt x="182" y="3908"/>
                    <a:pt x="42" y="4020"/>
                    <a:pt x="23" y="4175"/>
                  </a:cubicBezTo>
                  <a:cubicBezTo>
                    <a:pt x="0" y="4358"/>
                    <a:pt x="143" y="4520"/>
                    <a:pt x="326" y="4520"/>
                  </a:cubicBezTo>
                  <a:lnTo>
                    <a:pt x="1323" y="4520"/>
                  </a:lnTo>
                  <a:lnTo>
                    <a:pt x="1022" y="8753"/>
                  </a:lnTo>
                  <a:cubicBezTo>
                    <a:pt x="1009" y="8920"/>
                    <a:pt x="1135" y="9067"/>
                    <a:pt x="1304" y="9078"/>
                  </a:cubicBezTo>
                  <a:lnTo>
                    <a:pt x="1327" y="9078"/>
                  </a:lnTo>
                  <a:cubicBezTo>
                    <a:pt x="1485" y="9078"/>
                    <a:pt x="1618" y="8955"/>
                    <a:pt x="1629" y="8795"/>
                  </a:cubicBezTo>
                  <a:lnTo>
                    <a:pt x="1935" y="4518"/>
                  </a:lnTo>
                  <a:lnTo>
                    <a:pt x="12286" y="4518"/>
                  </a:lnTo>
                  <a:cubicBezTo>
                    <a:pt x="12196" y="4701"/>
                    <a:pt x="12157" y="4905"/>
                    <a:pt x="12175" y="5109"/>
                  </a:cubicBezTo>
                  <a:lnTo>
                    <a:pt x="12416" y="7760"/>
                  </a:lnTo>
                  <a:lnTo>
                    <a:pt x="12113" y="8670"/>
                  </a:lnTo>
                  <a:cubicBezTo>
                    <a:pt x="12094" y="8725"/>
                    <a:pt x="12089" y="8785"/>
                    <a:pt x="12102" y="8842"/>
                  </a:cubicBezTo>
                  <a:cubicBezTo>
                    <a:pt x="12134" y="8980"/>
                    <a:pt x="12257" y="9078"/>
                    <a:pt x="12400" y="9078"/>
                  </a:cubicBezTo>
                  <a:lnTo>
                    <a:pt x="14055" y="9078"/>
                  </a:lnTo>
                  <a:cubicBezTo>
                    <a:pt x="14223" y="9078"/>
                    <a:pt x="14359" y="8942"/>
                    <a:pt x="14361" y="8772"/>
                  </a:cubicBezTo>
                  <a:lnTo>
                    <a:pt x="14361" y="6147"/>
                  </a:lnTo>
                  <a:lnTo>
                    <a:pt x="15052" y="6147"/>
                  </a:lnTo>
                  <a:lnTo>
                    <a:pt x="15052" y="8774"/>
                  </a:lnTo>
                  <a:cubicBezTo>
                    <a:pt x="15052" y="8942"/>
                    <a:pt x="15188" y="9078"/>
                    <a:pt x="15357" y="9078"/>
                  </a:cubicBezTo>
                  <a:lnTo>
                    <a:pt x="16978" y="9078"/>
                  </a:lnTo>
                  <a:cubicBezTo>
                    <a:pt x="16980" y="9078"/>
                    <a:pt x="16983" y="9078"/>
                    <a:pt x="16986" y="9078"/>
                  </a:cubicBezTo>
                  <a:cubicBezTo>
                    <a:pt x="17041" y="9078"/>
                    <a:pt x="17096" y="9062"/>
                    <a:pt x="17144" y="9035"/>
                  </a:cubicBezTo>
                  <a:cubicBezTo>
                    <a:pt x="17264" y="8960"/>
                    <a:pt x="17319" y="8813"/>
                    <a:pt x="17274" y="8677"/>
                  </a:cubicBezTo>
                  <a:lnTo>
                    <a:pt x="16968" y="7760"/>
                  </a:lnTo>
                  <a:lnTo>
                    <a:pt x="17209" y="5109"/>
                  </a:lnTo>
                  <a:cubicBezTo>
                    <a:pt x="17227" y="4907"/>
                    <a:pt x="17190" y="4701"/>
                    <a:pt x="17097" y="4518"/>
                  </a:cubicBezTo>
                  <a:lnTo>
                    <a:pt x="18981" y="4518"/>
                  </a:lnTo>
                  <a:lnTo>
                    <a:pt x="19287" y="8805"/>
                  </a:lnTo>
                  <a:cubicBezTo>
                    <a:pt x="19298" y="8967"/>
                    <a:pt x="19435" y="9088"/>
                    <a:pt x="19589" y="9088"/>
                  </a:cubicBezTo>
                  <a:cubicBezTo>
                    <a:pt x="19616" y="9088"/>
                    <a:pt x="19643" y="9084"/>
                    <a:pt x="19670" y="9077"/>
                  </a:cubicBezTo>
                  <a:cubicBezTo>
                    <a:pt x="19813" y="9038"/>
                    <a:pt x="19909" y="8902"/>
                    <a:pt x="19896" y="8753"/>
                  </a:cubicBezTo>
                  <a:lnTo>
                    <a:pt x="19593" y="4518"/>
                  </a:lnTo>
                  <a:lnTo>
                    <a:pt x="20558" y="4518"/>
                  </a:lnTo>
                  <a:cubicBezTo>
                    <a:pt x="20713" y="4518"/>
                    <a:pt x="20853" y="4407"/>
                    <a:pt x="20872" y="4251"/>
                  </a:cubicBezTo>
                  <a:cubicBezTo>
                    <a:pt x="20895" y="4068"/>
                    <a:pt x="20752" y="3906"/>
                    <a:pt x="20569" y="3906"/>
                  </a:cubicBezTo>
                  <a:lnTo>
                    <a:pt x="20569" y="3909"/>
                  </a:lnTo>
                  <a:lnTo>
                    <a:pt x="16900" y="3909"/>
                  </a:lnTo>
                  <a:cubicBezTo>
                    <a:pt x="16942" y="3798"/>
                    <a:pt x="16965" y="3681"/>
                    <a:pt x="16965" y="3563"/>
                  </a:cubicBezTo>
                  <a:lnTo>
                    <a:pt x="16965" y="957"/>
                  </a:lnTo>
                  <a:cubicBezTo>
                    <a:pt x="16965" y="430"/>
                    <a:pt x="16535" y="0"/>
                    <a:pt x="1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2581063" y="3552200"/>
              <a:ext cx="100625" cy="88725"/>
            </a:xfrm>
            <a:custGeom>
              <a:avLst/>
              <a:gdLst/>
              <a:ahLst/>
              <a:cxnLst/>
              <a:rect l="l" t="t" r="r" b="b"/>
              <a:pathLst>
                <a:path w="4025" h="3549" extrusionOk="0">
                  <a:moveTo>
                    <a:pt x="366" y="1"/>
                  </a:moveTo>
                  <a:cubicBezTo>
                    <a:pt x="259" y="1"/>
                    <a:pt x="160" y="60"/>
                    <a:pt x="112" y="156"/>
                  </a:cubicBezTo>
                  <a:cubicBezTo>
                    <a:pt x="1" y="385"/>
                    <a:pt x="164" y="611"/>
                    <a:pt x="381" y="611"/>
                  </a:cubicBezTo>
                  <a:lnTo>
                    <a:pt x="692" y="611"/>
                  </a:lnTo>
                  <a:lnTo>
                    <a:pt x="404" y="3209"/>
                  </a:lnTo>
                  <a:cubicBezTo>
                    <a:pt x="386" y="3377"/>
                    <a:pt x="506" y="3528"/>
                    <a:pt x="673" y="3547"/>
                  </a:cubicBezTo>
                  <a:cubicBezTo>
                    <a:pt x="684" y="3547"/>
                    <a:pt x="695" y="3549"/>
                    <a:pt x="707" y="3549"/>
                  </a:cubicBezTo>
                  <a:cubicBezTo>
                    <a:pt x="864" y="3549"/>
                    <a:pt x="993" y="3432"/>
                    <a:pt x="1011" y="3277"/>
                  </a:cubicBezTo>
                  <a:lnTo>
                    <a:pt x="1307" y="611"/>
                  </a:lnTo>
                  <a:lnTo>
                    <a:pt x="2718" y="611"/>
                  </a:lnTo>
                  <a:lnTo>
                    <a:pt x="3014" y="3277"/>
                  </a:lnTo>
                  <a:cubicBezTo>
                    <a:pt x="3030" y="3432"/>
                    <a:pt x="3162" y="3549"/>
                    <a:pt x="3317" y="3549"/>
                  </a:cubicBezTo>
                  <a:cubicBezTo>
                    <a:pt x="3328" y="3549"/>
                    <a:pt x="3340" y="3547"/>
                    <a:pt x="3351" y="3547"/>
                  </a:cubicBezTo>
                  <a:cubicBezTo>
                    <a:pt x="3519" y="3528"/>
                    <a:pt x="3639" y="3377"/>
                    <a:pt x="3621" y="3209"/>
                  </a:cubicBezTo>
                  <a:lnTo>
                    <a:pt x="3332" y="611"/>
                  </a:lnTo>
                  <a:lnTo>
                    <a:pt x="3655" y="611"/>
                  </a:lnTo>
                  <a:cubicBezTo>
                    <a:pt x="3657" y="611"/>
                    <a:pt x="3658" y="611"/>
                    <a:pt x="3660" y="611"/>
                  </a:cubicBezTo>
                  <a:cubicBezTo>
                    <a:pt x="3767" y="611"/>
                    <a:pt x="3863" y="552"/>
                    <a:pt x="3913" y="458"/>
                  </a:cubicBezTo>
                  <a:cubicBezTo>
                    <a:pt x="4025" y="228"/>
                    <a:pt x="3861" y="1"/>
                    <a:pt x="3644" y="1"/>
                  </a:cubicBezTo>
                  <a:lnTo>
                    <a:pt x="370" y="1"/>
                  </a:lnTo>
                  <a:cubicBezTo>
                    <a:pt x="368" y="1"/>
                    <a:pt x="367" y="1"/>
                    <a:pt x="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2811388" y="3339850"/>
              <a:ext cx="66775" cy="64250"/>
            </a:xfrm>
            <a:custGeom>
              <a:avLst/>
              <a:gdLst/>
              <a:ahLst/>
              <a:cxnLst/>
              <a:rect l="l" t="t" r="r" b="b"/>
              <a:pathLst>
                <a:path w="2671" h="2570" extrusionOk="0">
                  <a:moveTo>
                    <a:pt x="1284" y="612"/>
                  </a:moveTo>
                  <a:cubicBezTo>
                    <a:pt x="1556" y="612"/>
                    <a:pt x="1802" y="776"/>
                    <a:pt x="1906" y="1028"/>
                  </a:cubicBezTo>
                  <a:cubicBezTo>
                    <a:pt x="2011" y="1279"/>
                    <a:pt x="1953" y="1569"/>
                    <a:pt x="1760" y="1762"/>
                  </a:cubicBezTo>
                  <a:cubicBezTo>
                    <a:pt x="1632" y="1891"/>
                    <a:pt x="1459" y="1959"/>
                    <a:pt x="1284" y="1959"/>
                  </a:cubicBezTo>
                  <a:cubicBezTo>
                    <a:pt x="1197" y="1959"/>
                    <a:pt x="1110" y="1942"/>
                    <a:pt x="1027" y="1907"/>
                  </a:cubicBezTo>
                  <a:cubicBezTo>
                    <a:pt x="774" y="1804"/>
                    <a:pt x="611" y="1558"/>
                    <a:pt x="611" y="1286"/>
                  </a:cubicBezTo>
                  <a:cubicBezTo>
                    <a:pt x="612" y="913"/>
                    <a:pt x="913" y="612"/>
                    <a:pt x="1284" y="612"/>
                  </a:cubicBezTo>
                  <a:close/>
                  <a:moveTo>
                    <a:pt x="1284" y="1"/>
                  </a:moveTo>
                  <a:cubicBezTo>
                    <a:pt x="1119" y="1"/>
                    <a:pt x="952" y="33"/>
                    <a:pt x="794" y="99"/>
                  </a:cubicBezTo>
                  <a:cubicBezTo>
                    <a:pt x="313" y="298"/>
                    <a:pt x="0" y="766"/>
                    <a:pt x="0" y="1286"/>
                  </a:cubicBezTo>
                  <a:cubicBezTo>
                    <a:pt x="0" y="1995"/>
                    <a:pt x="575" y="2568"/>
                    <a:pt x="1284" y="2570"/>
                  </a:cubicBezTo>
                  <a:cubicBezTo>
                    <a:pt x="1804" y="2570"/>
                    <a:pt x="2272" y="2256"/>
                    <a:pt x="2471" y="1776"/>
                  </a:cubicBezTo>
                  <a:cubicBezTo>
                    <a:pt x="2670" y="1297"/>
                    <a:pt x="2560" y="745"/>
                    <a:pt x="2193" y="377"/>
                  </a:cubicBezTo>
                  <a:cubicBezTo>
                    <a:pt x="1947" y="131"/>
                    <a:pt x="1618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2615038" y="3478925"/>
              <a:ext cx="32700" cy="15300"/>
            </a:xfrm>
            <a:custGeom>
              <a:avLst/>
              <a:gdLst/>
              <a:ahLst/>
              <a:cxnLst/>
              <a:rect l="l" t="t" r="r" b="b"/>
              <a:pathLst>
                <a:path w="1308" h="612" extrusionOk="0">
                  <a:moveTo>
                    <a:pt x="339" y="1"/>
                  </a:moveTo>
                  <a:cubicBezTo>
                    <a:pt x="183" y="1"/>
                    <a:pt x="42" y="113"/>
                    <a:pt x="25" y="268"/>
                  </a:cubicBezTo>
                  <a:cubicBezTo>
                    <a:pt x="0" y="451"/>
                    <a:pt x="143" y="611"/>
                    <a:pt x="327" y="611"/>
                  </a:cubicBezTo>
                  <a:lnTo>
                    <a:pt x="969" y="611"/>
                  </a:lnTo>
                  <a:cubicBezTo>
                    <a:pt x="1126" y="611"/>
                    <a:pt x="1265" y="500"/>
                    <a:pt x="1283" y="344"/>
                  </a:cubicBezTo>
                  <a:cubicBezTo>
                    <a:pt x="1307" y="161"/>
                    <a:pt x="1165" y="1"/>
                    <a:pt x="9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2827163" y="3478925"/>
              <a:ext cx="32700" cy="15300"/>
            </a:xfrm>
            <a:custGeom>
              <a:avLst/>
              <a:gdLst/>
              <a:ahLst/>
              <a:cxnLst/>
              <a:rect l="l" t="t" r="r" b="b"/>
              <a:pathLst>
                <a:path w="1308" h="612" extrusionOk="0">
                  <a:moveTo>
                    <a:pt x="339" y="1"/>
                  </a:moveTo>
                  <a:cubicBezTo>
                    <a:pt x="182" y="1"/>
                    <a:pt x="43" y="113"/>
                    <a:pt x="23" y="268"/>
                  </a:cubicBezTo>
                  <a:cubicBezTo>
                    <a:pt x="1" y="451"/>
                    <a:pt x="143" y="611"/>
                    <a:pt x="328" y="611"/>
                  </a:cubicBezTo>
                  <a:lnTo>
                    <a:pt x="969" y="611"/>
                  </a:lnTo>
                  <a:cubicBezTo>
                    <a:pt x="1124" y="611"/>
                    <a:pt x="1265" y="500"/>
                    <a:pt x="1283" y="344"/>
                  </a:cubicBezTo>
                  <a:cubicBezTo>
                    <a:pt x="1307" y="161"/>
                    <a:pt x="1165" y="1"/>
                    <a:pt x="9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2746113" y="3315375"/>
              <a:ext cx="49825" cy="47925"/>
            </a:xfrm>
            <a:custGeom>
              <a:avLst/>
              <a:gdLst/>
              <a:ahLst/>
              <a:cxnLst/>
              <a:rect l="l" t="t" r="r" b="b"/>
              <a:pathLst>
                <a:path w="1993" h="1917" extrusionOk="0">
                  <a:moveTo>
                    <a:pt x="958" y="611"/>
                  </a:moveTo>
                  <a:cubicBezTo>
                    <a:pt x="1267" y="611"/>
                    <a:pt x="1422" y="985"/>
                    <a:pt x="1204" y="1204"/>
                  </a:cubicBezTo>
                  <a:cubicBezTo>
                    <a:pt x="1133" y="1275"/>
                    <a:pt x="1046" y="1307"/>
                    <a:pt x="960" y="1307"/>
                  </a:cubicBezTo>
                  <a:cubicBezTo>
                    <a:pt x="782" y="1307"/>
                    <a:pt x="611" y="1168"/>
                    <a:pt x="611" y="959"/>
                  </a:cubicBezTo>
                  <a:cubicBezTo>
                    <a:pt x="611" y="767"/>
                    <a:pt x="767" y="611"/>
                    <a:pt x="958" y="611"/>
                  </a:cubicBezTo>
                  <a:close/>
                  <a:moveTo>
                    <a:pt x="958" y="0"/>
                  </a:moveTo>
                  <a:cubicBezTo>
                    <a:pt x="835" y="0"/>
                    <a:pt x="710" y="24"/>
                    <a:pt x="592" y="74"/>
                  </a:cubicBezTo>
                  <a:cubicBezTo>
                    <a:pt x="234" y="221"/>
                    <a:pt x="1" y="571"/>
                    <a:pt x="1" y="959"/>
                  </a:cubicBezTo>
                  <a:cubicBezTo>
                    <a:pt x="1" y="1487"/>
                    <a:pt x="430" y="1916"/>
                    <a:pt x="958" y="1916"/>
                  </a:cubicBezTo>
                  <a:cubicBezTo>
                    <a:pt x="1346" y="1916"/>
                    <a:pt x="1695" y="1683"/>
                    <a:pt x="1844" y="1325"/>
                  </a:cubicBezTo>
                  <a:cubicBezTo>
                    <a:pt x="1992" y="968"/>
                    <a:pt x="1910" y="555"/>
                    <a:pt x="1636" y="281"/>
                  </a:cubicBezTo>
                  <a:cubicBezTo>
                    <a:pt x="1452" y="98"/>
                    <a:pt x="1207" y="0"/>
                    <a:pt x="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2542113" y="3217450"/>
              <a:ext cx="178575" cy="178475"/>
            </a:xfrm>
            <a:custGeom>
              <a:avLst/>
              <a:gdLst/>
              <a:ahLst/>
              <a:cxnLst/>
              <a:rect l="l" t="t" r="r" b="b"/>
              <a:pathLst>
                <a:path w="7143" h="7139" extrusionOk="0">
                  <a:moveTo>
                    <a:pt x="3570" y="1"/>
                  </a:moveTo>
                  <a:cubicBezTo>
                    <a:pt x="1602" y="1"/>
                    <a:pt x="1" y="1602"/>
                    <a:pt x="1" y="3570"/>
                  </a:cubicBezTo>
                  <a:cubicBezTo>
                    <a:pt x="1" y="5537"/>
                    <a:pt x="1602" y="7139"/>
                    <a:pt x="3570" y="7139"/>
                  </a:cubicBezTo>
                  <a:cubicBezTo>
                    <a:pt x="5539" y="7139"/>
                    <a:pt x="7139" y="5539"/>
                    <a:pt x="7139" y="3570"/>
                  </a:cubicBezTo>
                  <a:cubicBezTo>
                    <a:pt x="7142" y="2797"/>
                    <a:pt x="6891" y="2046"/>
                    <a:pt x="6425" y="1429"/>
                  </a:cubicBezTo>
                  <a:cubicBezTo>
                    <a:pt x="6365" y="1352"/>
                    <a:pt x="6275" y="1311"/>
                    <a:pt x="6184" y="1311"/>
                  </a:cubicBezTo>
                  <a:cubicBezTo>
                    <a:pt x="6120" y="1311"/>
                    <a:pt x="6056" y="1331"/>
                    <a:pt x="6000" y="1372"/>
                  </a:cubicBezTo>
                  <a:cubicBezTo>
                    <a:pt x="5868" y="1473"/>
                    <a:pt x="5839" y="1660"/>
                    <a:pt x="5937" y="1795"/>
                  </a:cubicBezTo>
                  <a:cubicBezTo>
                    <a:pt x="6323" y="2307"/>
                    <a:pt x="6530" y="2930"/>
                    <a:pt x="6528" y="3570"/>
                  </a:cubicBezTo>
                  <a:cubicBezTo>
                    <a:pt x="6528" y="5202"/>
                    <a:pt x="5201" y="6528"/>
                    <a:pt x="3570" y="6528"/>
                  </a:cubicBezTo>
                  <a:cubicBezTo>
                    <a:pt x="1939" y="6528"/>
                    <a:pt x="611" y="5202"/>
                    <a:pt x="611" y="3570"/>
                  </a:cubicBezTo>
                  <a:cubicBezTo>
                    <a:pt x="611" y="1939"/>
                    <a:pt x="1939" y="611"/>
                    <a:pt x="3570" y="611"/>
                  </a:cubicBezTo>
                  <a:cubicBezTo>
                    <a:pt x="4090" y="611"/>
                    <a:pt x="4600" y="749"/>
                    <a:pt x="5048" y="1008"/>
                  </a:cubicBezTo>
                  <a:cubicBezTo>
                    <a:pt x="5098" y="1037"/>
                    <a:pt x="5152" y="1051"/>
                    <a:pt x="5206" y="1051"/>
                  </a:cubicBezTo>
                  <a:cubicBezTo>
                    <a:pt x="5312" y="1051"/>
                    <a:pt x="5414" y="997"/>
                    <a:pt x="5471" y="899"/>
                  </a:cubicBezTo>
                  <a:cubicBezTo>
                    <a:pt x="5557" y="750"/>
                    <a:pt x="5503" y="563"/>
                    <a:pt x="5354" y="478"/>
                  </a:cubicBezTo>
                  <a:cubicBezTo>
                    <a:pt x="4812" y="166"/>
                    <a:pt x="4197" y="1"/>
                    <a:pt x="3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2603138" y="3258275"/>
              <a:ext cx="56175" cy="77000"/>
            </a:xfrm>
            <a:custGeom>
              <a:avLst/>
              <a:gdLst/>
              <a:ahLst/>
              <a:cxnLst/>
              <a:rect l="l" t="t" r="r" b="b"/>
              <a:pathLst>
                <a:path w="2247" h="3080" extrusionOk="0">
                  <a:moveTo>
                    <a:pt x="1114" y="0"/>
                  </a:moveTo>
                  <a:cubicBezTo>
                    <a:pt x="560" y="0"/>
                    <a:pt x="88" y="409"/>
                    <a:pt x="10" y="960"/>
                  </a:cubicBezTo>
                  <a:cubicBezTo>
                    <a:pt x="3" y="1012"/>
                    <a:pt x="0" y="1064"/>
                    <a:pt x="0" y="1116"/>
                  </a:cubicBezTo>
                  <a:cubicBezTo>
                    <a:pt x="0" y="1284"/>
                    <a:pt x="137" y="1421"/>
                    <a:pt x="306" y="1421"/>
                  </a:cubicBezTo>
                  <a:cubicBezTo>
                    <a:pt x="350" y="1421"/>
                    <a:pt x="396" y="1411"/>
                    <a:pt x="442" y="1391"/>
                  </a:cubicBezTo>
                  <a:cubicBezTo>
                    <a:pt x="549" y="1344"/>
                    <a:pt x="611" y="1232"/>
                    <a:pt x="611" y="1114"/>
                  </a:cubicBezTo>
                  <a:cubicBezTo>
                    <a:pt x="611" y="1091"/>
                    <a:pt x="612" y="1069"/>
                    <a:pt x="616" y="1044"/>
                  </a:cubicBezTo>
                  <a:cubicBezTo>
                    <a:pt x="651" y="795"/>
                    <a:pt x="866" y="610"/>
                    <a:pt x="1116" y="610"/>
                  </a:cubicBezTo>
                  <a:cubicBezTo>
                    <a:pt x="1119" y="610"/>
                    <a:pt x="1122" y="610"/>
                    <a:pt x="1126" y="610"/>
                  </a:cubicBezTo>
                  <a:cubicBezTo>
                    <a:pt x="1390" y="615"/>
                    <a:pt x="1605" y="824"/>
                    <a:pt x="1620" y="1088"/>
                  </a:cubicBezTo>
                  <a:cubicBezTo>
                    <a:pt x="1634" y="1378"/>
                    <a:pt x="1403" y="1621"/>
                    <a:pt x="1111" y="1621"/>
                  </a:cubicBezTo>
                  <a:cubicBezTo>
                    <a:pt x="944" y="1621"/>
                    <a:pt x="808" y="1757"/>
                    <a:pt x="810" y="1925"/>
                  </a:cubicBezTo>
                  <a:lnTo>
                    <a:pt x="810" y="2772"/>
                  </a:lnTo>
                  <a:cubicBezTo>
                    <a:pt x="810" y="2944"/>
                    <a:pt x="948" y="3079"/>
                    <a:pt x="1115" y="3079"/>
                  </a:cubicBezTo>
                  <a:cubicBezTo>
                    <a:pt x="1127" y="3079"/>
                    <a:pt x="1140" y="3078"/>
                    <a:pt x="1153" y="3077"/>
                  </a:cubicBezTo>
                  <a:cubicBezTo>
                    <a:pt x="1309" y="3057"/>
                    <a:pt x="1420" y="2918"/>
                    <a:pt x="1420" y="2763"/>
                  </a:cubicBezTo>
                  <a:lnTo>
                    <a:pt x="1420" y="2189"/>
                  </a:lnTo>
                  <a:cubicBezTo>
                    <a:pt x="1613" y="2134"/>
                    <a:pt x="1786" y="2029"/>
                    <a:pt x="1924" y="1883"/>
                  </a:cubicBezTo>
                  <a:cubicBezTo>
                    <a:pt x="2136" y="1663"/>
                    <a:pt x="2246" y="1363"/>
                    <a:pt x="2230" y="1057"/>
                  </a:cubicBezTo>
                  <a:cubicBezTo>
                    <a:pt x="2199" y="482"/>
                    <a:pt x="1738" y="26"/>
                    <a:pt x="1164" y="2"/>
                  </a:cubicBezTo>
                  <a:cubicBezTo>
                    <a:pt x="1147" y="1"/>
                    <a:pt x="1131" y="0"/>
                    <a:pt x="1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2621888" y="3347600"/>
              <a:ext cx="18675" cy="15300"/>
            </a:xfrm>
            <a:custGeom>
              <a:avLst/>
              <a:gdLst/>
              <a:ahLst/>
              <a:cxnLst/>
              <a:rect l="l" t="t" r="r" b="b"/>
              <a:pathLst>
                <a:path w="747" h="612" extrusionOk="0">
                  <a:moveTo>
                    <a:pt x="371" y="1"/>
                  </a:moveTo>
                  <a:cubicBezTo>
                    <a:pt x="262" y="1"/>
                    <a:pt x="160" y="61"/>
                    <a:pt x="112" y="158"/>
                  </a:cubicBezTo>
                  <a:cubicBezTo>
                    <a:pt x="0" y="387"/>
                    <a:pt x="166" y="612"/>
                    <a:pt x="382" y="612"/>
                  </a:cubicBezTo>
                  <a:cubicBezTo>
                    <a:pt x="421" y="612"/>
                    <a:pt x="461" y="604"/>
                    <a:pt x="502" y="589"/>
                  </a:cubicBezTo>
                  <a:cubicBezTo>
                    <a:pt x="578" y="559"/>
                    <a:pt x="638" y="498"/>
                    <a:pt x="667" y="422"/>
                  </a:cubicBezTo>
                  <a:cubicBezTo>
                    <a:pt x="746" y="221"/>
                    <a:pt x="599" y="2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1" name="Google Shape;991;p24"/>
          <p:cNvGrpSpPr/>
          <p:nvPr/>
        </p:nvGrpSpPr>
        <p:grpSpPr>
          <a:xfrm>
            <a:off x="2776164" y="1313929"/>
            <a:ext cx="783710" cy="373689"/>
            <a:chOff x="7740700" y="4100311"/>
            <a:chExt cx="786936" cy="604089"/>
          </a:xfrm>
        </p:grpSpPr>
        <p:grpSp>
          <p:nvGrpSpPr>
            <p:cNvPr id="992" name="Google Shape;992;p24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993" name="Google Shape;993;p24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4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5" name="Google Shape;995;p24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6" name="Google Shape;996;p24"/>
          <p:cNvGrpSpPr/>
          <p:nvPr/>
        </p:nvGrpSpPr>
        <p:grpSpPr>
          <a:xfrm>
            <a:off x="5577639" y="1313929"/>
            <a:ext cx="783710" cy="373689"/>
            <a:chOff x="7740700" y="4100311"/>
            <a:chExt cx="786936" cy="604089"/>
          </a:xfrm>
        </p:grpSpPr>
        <p:grpSp>
          <p:nvGrpSpPr>
            <p:cNvPr id="997" name="Google Shape;997;p24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998" name="Google Shape;998;p24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4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0" name="Google Shape;1000;p24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5" name="Google Shape;1005;p25"/>
          <p:cNvCxnSpPr>
            <a:stCxn id="1006" idx="1"/>
            <a:endCxn id="1007" idx="3"/>
          </p:cNvCxnSpPr>
          <p:nvPr/>
        </p:nvCxnSpPr>
        <p:spPr>
          <a:xfrm rot="-5400000" flipH="1">
            <a:off x="942487" y="2545033"/>
            <a:ext cx="437100" cy="6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8" name="Google Shape;1008;p25"/>
          <p:cNvCxnSpPr>
            <a:stCxn id="1007" idx="1"/>
            <a:endCxn id="1009" idx="3"/>
          </p:cNvCxnSpPr>
          <p:nvPr/>
        </p:nvCxnSpPr>
        <p:spPr>
          <a:xfrm rot="-5400000" flipH="1">
            <a:off x="942487" y="3607833"/>
            <a:ext cx="437100" cy="6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0" name="Google Shape;1010;p25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011" name="Google Shape;1011;p25"/>
          <p:cNvGrpSpPr/>
          <p:nvPr/>
        </p:nvGrpSpPr>
        <p:grpSpPr>
          <a:xfrm>
            <a:off x="864678" y="1668668"/>
            <a:ext cx="640081" cy="658115"/>
            <a:chOff x="1690218" y="1609641"/>
            <a:chExt cx="526339" cy="577699"/>
          </a:xfrm>
        </p:grpSpPr>
        <p:sp>
          <p:nvSpPr>
            <p:cNvPr id="1012" name="Google Shape;1012;p25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5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5"/>
          <p:cNvGrpSpPr/>
          <p:nvPr/>
        </p:nvGrpSpPr>
        <p:grpSpPr>
          <a:xfrm>
            <a:off x="1688785" y="1576887"/>
            <a:ext cx="6597728" cy="841668"/>
            <a:chOff x="1833035" y="1576888"/>
            <a:chExt cx="6597728" cy="841668"/>
          </a:xfrm>
        </p:grpSpPr>
        <p:grpSp>
          <p:nvGrpSpPr>
            <p:cNvPr id="1014" name="Google Shape;1014;p25"/>
            <p:cNvGrpSpPr/>
            <p:nvPr/>
          </p:nvGrpSpPr>
          <p:grpSpPr>
            <a:xfrm>
              <a:off x="1833035" y="1576887"/>
              <a:ext cx="2108100" cy="841668"/>
              <a:chOff x="1833035" y="1576888"/>
              <a:chExt cx="2108100" cy="841668"/>
            </a:xfrm>
          </p:grpSpPr>
          <p:sp>
            <p:nvSpPr>
              <p:cNvPr id="1015" name="Google Shape;1015;p25"/>
              <p:cNvSpPr txBox="1"/>
              <p:nvPr/>
            </p:nvSpPr>
            <p:spPr>
              <a:xfrm>
                <a:off x="1833035" y="1576888"/>
                <a:ext cx="21081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Hypothesis 01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016" name="Google Shape;1016;p25"/>
              <p:cNvSpPr txBox="1"/>
              <p:nvPr/>
            </p:nvSpPr>
            <p:spPr>
              <a:xfrm>
                <a:off x="1833035" y="1837155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Mercury is the closest planet to the Sun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sp>
          <p:nvSpPr>
            <p:cNvPr id="1017" name="Google Shape;1017;p25"/>
            <p:cNvSpPr txBox="1"/>
            <p:nvPr/>
          </p:nvSpPr>
          <p:spPr>
            <a:xfrm>
              <a:off x="4658949" y="1707025"/>
              <a:ext cx="15270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Ceres is in an asteroid belt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18" name="Google Shape;1018;p25"/>
            <p:cNvSpPr txBox="1"/>
            <p:nvPr/>
          </p:nvSpPr>
          <p:spPr>
            <a:xfrm>
              <a:off x="6903763" y="1707025"/>
              <a:ext cx="15270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Jupiter is the biggest planet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019" name="Google Shape;1019;p25"/>
          <p:cNvGrpSpPr/>
          <p:nvPr/>
        </p:nvGrpSpPr>
        <p:grpSpPr>
          <a:xfrm>
            <a:off x="864678" y="2731468"/>
            <a:ext cx="640081" cy="658115"/>
            <a:chOff x="1690218" y="1609641"/>
            <a:chExt cx="526339" cy="577699"/>
          </a:xfrm>
        </p:grpSpPr>
        <p:sp>
          <p:nvSpPr>
            <p:cNvPr id="1020" name="Google Shape;1020;p25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5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1" name="Google Shape;1021;p25"/>
          <p:cNvGrpSpPr/>
          <p:nvPr/>
        </p:nvGrpSpPr>
        <p:grpSpPr>
          <a:xfrm>
            <a:off x="1688785" y="2639688"/>
            <a:ext cx="6597728" cy="841668"/>
            <a:chOff x="1833035" y="2639688"/>
            <a:chExt cx="6597728" cy="841668"/>
          </a:xfrm>
        </p:grpSpPr>
        <p:grpSp>
          <p:nvGrpSpPr>
            <p:cNvPr id="1022" name="Google Shape;1022;p25"/>
            <p:cNvGrpSpPr/>
            <p:nvPr/>
          </p:nvGrpSpPr>
          <p:grpSpPr>
            <a:xfrm>
              <a:off x="1833035" y="2639688"/>
              <a:ext cx="2108100" cy="841668"/>
              <a:chOff x="1833035" y="2639688"/>
              <a:chExt cx="2108100" cy="841668"/>
            </a:xfrm>
          </p:grpSpPr>
          <p:sp>
            <p:nvSpPr>
              <p:cNvPr id="1023" name="Google Shape;1023;p25"/>
              <p:cNvSpPr txBox="1"/>
              <p:nvPr/>
            </p:nvSpPr>
            <p:spPr>
              <a:xfrm>
                <a:off x="1833035" y="2639688"/>
                <a:ext cx="21081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Hypothesis 02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024" name="Google Shape;1024;p25"/>
              <p:cNvSpPr txBox="1"/>
              <p:nvPr/>
            </p:nvSpPr>
            <p:spPr>
              <a:xfrm>
                <a:off x="1833035" y="2899955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Mars is made of basalt and it’s a red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sp>
          <p:nvSpPr>
            <p:cNvPr id="1025" name="Google Shape;1025;p25"/>
            <p:cNvSpPr txBox="1"/>
            <p:nvPr/>
          </p:nvSpPr>
          <p:spPr>
            <a:xfrm>
              <a:off x="4658950" y="2769821"/>
              <a:ext cx="15270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Pluto is now a dwarf planet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26" name="Google Shape;1026;p25"/>
            <p:cNvSpPr txBox="1"/>
            <p:nvPr/>
          </p:nvSpPr>
          <p:spPr>
            <a:xfrm>
              <a:off x="6903763" y="2769821"/>
              <a:ext cx="15270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Saturn is the ringed planet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027" name="Google Shape;1027;p25"/>
          <p:cNvGrpSpPr/>
          <p:nvPr/>
        </p:nvGrpSpPr>
        <p:grpSpPr>
          <a:xfrm>
            <a:off x="864678" y="3794268"/>
            <a:ext cx="640081" cy="658115"/>
            <a:chOff x="1690218" y="1609641"/>
            <a:chExt cx="526339" cy="577699"/>
          </a:xfrm>
        </p:grpSpPr>
        <p:sp>
          <p:nvSpPr>
            <p:cNvPr id="1028" name="Google Shape;1028;p25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5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9" name="Google Shape;1029;p25"/>
          <p:cNvGrpSpPr/>
          <p:nvPr/>
        </p:nvGrpSpPr>
        <p:grpSpPr>
          <a:xfrm>
            <a:off x="1688785" y="3702488"/>
            <a:ext cx="6597728" cy="841668"/>
            <a:chOff x="1833035" y="3702488"/>
            <a:chExt cx="6597728" cy="841668"/>
          </a:xfrm>
        </p:grpSpPr>
        <p:grpSp>
          <p:nvGrpSpPr>
            <p:cNvPr id="1030" name="Google Shape;1030;p25"/>
            <p:cNvGrpSpPr/>
            <p:nvPr/>
          </p:nvGrpSpPr>
          <p:grpSpPr>
            <a:xfrm>
              <a:off x="1833035" y="3702488"/>
              <a:ext cx="2108100" cy="841668"/>
              <a:chOff x="1833035" y="3702488"/>
              <a:chExt cx="2108100" cy="841668"/>
            </a:xfrm>
          </p:grpSpPr>
          <p:sp>
            <p:nvSpPr>
              <p:cNvPr id="1031" name="Google Shape;1031;p25"/>
              <p:cNvSpPr txBox="1"/>
              <p:nvPr/>
            </p:nvSpPr>
            <p:spPr>
              <a:xfrm>
                <a:off x="1833035" y="3702488"/>
                <a:ext cx="21081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Hypothesis 02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032" name="Google Shape;1032;p25"/>
              <p:cNvSpPr txBox="1"/>
              <p:nvPr/>
            </p:nvSpPr>
            <p:spPr>
              <a:xfrm>
                <a:off x="1833035" y="3962755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Saturn is composed of hydrogen and helium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sp>
          <p:nvSpPr>
            <p:cNvPr id="1033" name="Google Shape;1033;p25"/>
            <p:cNvSpPr txBox="1"/>
            <p:nvPr/>
          </p:nvSpPr>
          <p:spPr>
            <a:xfrm>
              <a:off x="4658950" y="3832621"/>
              <a:ext cx="15270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Mercury is the smallest planet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34" name="Google Shape;1034;p25"/>
            <p:cNvSpPr txBox="1"/>
            <p:nvPr/>
          </p:nvSpPr>
          <p:spPr>
            <a:xfrm>
              <a:off x="6903763" y="3832621"/>
              <a:ext cx="15270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Venus has a beautiful name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sp>
        <p:nvSpPr>
          <p:cNvPr id="1035" name="Google Shape;1035;p25"/>
          <p:cNvSpPr/>
          <p:nvPr/>
        </p:nvSpPr>
        <p:spPr>
          <a:xfrm>
            <a:off x="968162" y="1769125"/>
            <a:ext cx="433113" cy="457205"/>
          </a:xfrm>
          <a:custGeom>
            <a:avLst/>
            <a:gdLst/>
            <a:ahLst/>
            <a:cxnLst/>
            <a:rect l="l" t="t" r="r" b="b"/>
            <a:pathLst>
              <a:path w="19678" h="20846" extrusionOk="0">
                <a:moveTo>
                  <a:pt x="9839" y="611"/>
                </a:moveTo>
                <a:cubicBezTo>
                  <a:pt x="9849" y="611"/>
                  <a:pt x="9860" y="617"/>
                  <a:pt x="9864" y="628"/>
                </a:cubicBezTo>
                <a:lnTo>
                  <a:pt x="19017" y="20194"/>
                </a:lnTo>
                <a:cubicBezTo>
                  <a:pt x="19022" y="20202"/>
                  <a:pt x="19022" y="20212"/>
                  <a:pt x="19015" y="20220"/>
                </a:cubicBezTo>
                <a:lnTo>
                  <a:pt x="19015" y="20222"/>
                </a:lnTo>
                <a:cubicBezTo>
                  <a:pt x="19010" y="20230"/>
                  <a:pt x="19001" y="20235"/>
                  <a:pt x="18991" y="20235"/>
                </a:cubicBezTo>
                <a:lnTo>
                  <a:pt x="16708" y="20235"/>
                </a:lnTo>
                <a:lnTo>
                  <a:pt x="9915" y="5713"/>
                </a:lnTo>
                <a:cubicBezTo>
                  <a:pt x="9862" y="5606"/>
                  <a:pt x="9754" y="5544"/>
                  <a:pt x="9642" y="5544"/>
                </a:cubicBezTo>
                <a:cubicBezTo>
                  <a:pt x="9599" y="5544"/>
                  <a:pt x="9555" y="5553"/>
                  <a:pt x="9513" y="5573"/>
                </a:cubicBezTo>
                <a:cubicBezTo>
                  <a:pt x="9362" y="5643"/>
                  <a:pt x="9296" y="5819"/>
                  <a:pt x="9362" y="5972"/>
                </a:cubicBezTo>
                <a:lnTo>
                  <a:pt x="16032" y="20235"/>
                </a:lnTo>
                <a:lnTo>
                  <a:pt x="688" y="20235"/>
                </a:lnTo>
                <a:cubicBezTo>
                  <a:pt x="666" y="20235"/>
                  <a:pt x="652" y="20212"/>
                  <a:pt x="662" y="20194"/>
                </a:cubicBezTo>
                <a:lnTo>
                  <a:pt x="8337" y="3782"/>
                </a:lnTo>
                <a:lnTo>
                  <a:pt x="8766" y="4701"/>
                </a:lnTo>
                <a:cubicBezTo>
                  <a:pt x="8820" y="4813"/>
                  <a:pt x="8930" y="4876"/>
                  <a:pt x="9044" y="4876"/>
                </a:cubicBezTo>
                <a:cubicBezTo>
                  <a:pt x="9104" y="4876"/>
                  <a:pt x="9165" y="4859"/>
                  <a:pt x="9218" y="4822"/>
                </a:cubicBezTo>
                <a:cubicBezTo>
                  <a:pt x="9343" y="4736"/>
                  <a:pt x="9380" y="4569"/>
                  <a:pt x="9315" y="4433"/>
                </a:cubicBezTo>
                <a:lnTo>
                  <a:pt x="8676" y="3062"/>
                </a:lnTo>
                <a:lnTo>
                  <a:pt x="9813" y="628"/>
                </a:lnTo>
                <a:cubicBezTo>
                  <a:pt x="9818" y="617"/>
                  <a:pt x="9829" y="611"/>
                  <a:pt x="9839" y="611"/>
                </a:cubicBezTo>
                <a:close/>
                <a:moveTo>
                  <a:pt x="9839" y="1"/>
                </a:moveTo>
                <a:cubicBezTo>
                  <a:pt x="9607" y="1"/>
                  <a:pt x="9375" y="124"/>
                  <a:pt x="9260" y="369"/>
                </a:cubicBezTo>
                <a:lnTo>
                  <a:pt x="108" y="19935"/>
                </a:lnTo>
                <a:cubicBezTo>
                  <a:pt x="1" y="20165"/>
                  <a:pt x="40" y="20437"/>
                  <a:pt x="207" y="20628"/>
                </a:cubicBezTo>
                <a:cubicBezTo>
                  <a:pt x="332" y="20766"/>
                  <a:pt x="511" y="20845"/>
                  <a:pt x="696" y="20845"/>
                </a:cubicBezTo>
                <a:cubicBezTo>
                  <a:pt x="698" y="20845"/>
                  <a:pt x="700" y="20845"/>
                  <a:pt x="702" y="20845"/>
                </a:cubicBezTo>
                <a:lnTo>
                  <a:pt x="18976" y="20845"/>
                </a:lnTo>
                <a:cubicBezTo>
                  <a:pt x="18978" y="20845"/>
                  <a:pt x="18980" y="20845"/>
                  <a:pt x="18982" y="20845"/>
                </a:cubicBezTo>
                <a:cubicBezTo>
                  <a:pt x="19170" y="20845"/>
                  <a:pt x="19347" y="20768"/>
                  <a:pt x="19472" y="20628"/>
                </a:cubicBezTo>
                <a:cubicBezTo>
                  <a:pt x="19640" y="20437"/>
                  <a:pt x="19678" y="20165"/>
                  <a:pt x="19571" y="19935"/>
                </a:cubicBezTo>
                <a:lnTo>
                  <a:pt x="10418" y="369"/>
                </a:lnTo>
                <a:cubicBezTo>
                  <a:pt x="10303" y="124"/>
                  <a:pt x="10071" y="1"/>
                  <a:pt x="98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25"/>
          <p:cNvSpPr/>
          <p:nvPr/>
        </p:nvSpPr>
        <p:spPr>
          <a:xfrm>
            <a:off x="1064403" y="2860267"/>
            <a:ext cx="240632" cy="457220"/>
          </a:xfrm>
          <a:custGeom>
            <a:avLst/>
            <a:gdLst/>
            <a:ahLst/>
            <a:cxnLst/>
            <a:rect l="l" t="t" r="r" b="b"/>
            <a:pathLst>
              <a:path w="11075" h="20804" extrusionOk="0">
                <a:moveTo>
                  <a:pt x="8066" y="617"/>
                </a:moveTo>
                <a:lnTo>
                  <a:pt x="8066" y="617"/>
                </a:lnTo>
                <a:cubicBezTo>
                  <a:pt x="8902" y="700"/>
                  <a:pt x="9648" y="1174"/>
                  <a:pt x="10079" y="1895"/>
                </a:cubicBezTo>
                <a:cubicBezTo>
                  <a:pt x="10204" y="2104"/>
                  <a:pt x="10204" y="2363"/>
                  <a:pt x="10082" y="2573"/>
                </a:cubicBezTo>
                <a:cubicBezTo>
                  <a:pt x="9958" y="2794"/>
                  <a:pt x="9725" y="2931"/>
                  <a:pt x="9473" y="2931"/>
                </a:cubicBezTo>
                <a:cubicBezTo>
                  <a:pt x="9471" y="2931"/>
                  <a:pt x="9470" y="2931"/>
                  <a:pt x="9468" y="2931"/>
                </a:cubicBezTo>
                <a:lnTo>
                  <a:pt x="9447" y="2931"/>
                </a:lnTo>
                <a:cubicBezTo>
                  <a:pt x="9078" y="2931"/>
                  <a:pt x="8771" y="2635"/>
                  <a:pt x="8772" y="2266"/>
                </a:cubicBezTo>
                <a:cubicBezTo>
                  <a:pt x="8775" y="1642"/>
                  <a:pt x="8520" y="1046"/>
                  <a:pt x="8066" y="617"/>
                </a:cubicBezTo>
                <a:close/>
                <a:moveTo>
                  <a:pt x="5518" y="8453"/>
                </a:moveTo>
                <a:cubicBezTo>
                  <a:pt x="7332" y="8453"/>
                  <a:pt x="8920" y="9443"/>
                  <a:pt x="9768" y="10910"/>
                </a:cubicBezTo>
                <a:cubicBezTo>
                  <a:pt x="10200" y="11745"/>
                  <a:pt x="10424" y="12671"/>
                  <a:pt x="10422" y="13612"/>
                </a:cubicBezTo>
                <a:lnTo>
                  <a:pt x="10424" y="15329"/>
                </a:lnTo>
                <a:cubicBezTo>
                  <a:pt x="10424" y="17053"/>
                  <a:pt x="9528" y="18572"/>
                  <a:pt x="8176" y="19447"/>
                </a:cubicBezTo>
                <a:cubicBezTo>
                  <a:pt x="8554" y="18907"/>
                  <a:pt x="8754" y="18265"/>
                  <a:pt x="8754" y="17605"/>
                </a:cubicBezTo>
                <a:lnTo>
                  <a:pt x="8754" y="11091"/>
                </a:lnTo>
                <a:cubicBezTo>
                  <a:pt x="8754" y="10935"/>
                  <a:pt x="8643" y="10796"/>
                  <a:pt x="8487" y="10777"/>
                </a:cubicBezTo>
                <a:cubicBezTo>
                  <a:pt x="8474" y="10775"/>
                  <a:pt x="8461" y="10774"/>
                  <a:pt x="8449" y="10774"/>
                </a:cubicBezTo>
                <a:cubicBezTo>
                  <a:pt x="8282" y="10774"/>
                  <a:pt x="8142" y="10909"/>
                  <a:pt x="8144" y="11080"/>
                </a:cubicBezTo>
                <a:lnTo>
                  <a:pt x="8144" y="18732"/>
                </a:lnTo>
                <a:cubicBezTo>
                  <a:pt x="8142" y="18813"/>
                  <a:pt x="8113" y="18890"/>
                  <a:pt x="8058" y="18949"/>
                </a:cubicBezTo>
                <a:cubicBezTo>
                  <a:pt x="7234" y="19859"/>
                  <a:pt x="6333" y="20233"/>
                  <a:pt x="5517" y="20233"/>
                </a:cubicBezTo>
                <a:cubicBezTo>
                  <a:pt x="4027" y="20233"/>
                  <a:pt x="2823" y="18986"/>
                  <a:pt x="2894" y="17481"/>
                </a:cubicBezTo>
                <a:cubicBezTo>
                  <a:pt x="2894" y="17471"/>
                  <a:pt x="2891" y="17460"/>
                  <a:pt x="2884" y="17453"/>
                </a:cubicBezTo>
                <a:cubicBezTo>
                  <a:pt x="2787" y="17346"/>
                  <a:pt x="2682" y="17302"/>
                  <a:pt x="2586" y="17302"/>
                </a:cubicBezTo>
                <a:cubicBezTo>
                  <a:pt x="2418" y="17302"/>
                  <a:pt x="2282" y="17439"/>
                  <a:pt x="2282" y="17607"/>
                </a:cubicBezTo>
                <a:cubicBezTo>
                  <a:pt x="2280" y="18266"/>
                  <a:pt x="2483" y="18909"/>
                  <a:pt x="2860" y="19448"/>
                </a:cubicBezTo>
                <a:cubicBezTo>
                  <a:pt x="1508" y="18574"/>
                  <a:pt x="612" y="17053"/>
                  <a:pt x="612" y="15327"/>
                </a:cubicBezTo>
                <a:lnTo>
                  <a:pt x="612" y="13358"/>
                </a:lnTo>
                <a:cubicBezTo>
                  <a:pt x="612" y="11633"/>
                  <a:pt x="1508" y="10113"/>
                  <a:pt x="2860" y="9240"/>
                </a:cubicBezTo>
                <a:lnTo>
                  <a:pt x="2860" y="9240"/>
                </a:lnTo>
                <a:cubicBezTo>
                  <a:pt x="2483" y="9779"/>
                  <a:pt x="2282" y="10422"/>
                  <a:pt x="2282" y="11080"/>
                </a:cubicBezTo>
                <a:lnTo>
                  <a:pt x="2282" y="16289"/>
                </a:lnTo>
                <a:cubicBezTo>
                  <a:pt x="2282" y="16446"/>
                  <a:pt x="2394" y="16585"/>
                  <a:pt x="2549" y="16605"/>
                </a:cubicBezTo>
                <a:cubicBezTo>
                  <a:pt x="2562" y="16606"/>
                  <a:pt x="2575" y="16607"/>
                  <a:pt x="2587" y="16607"/>
                </a:cubicBezTo>
                <a:cubicBezTo>
                  <a:pt x="2754" y="16607"/>
                  <a:pt x="2894" y="16472"/>
                  <a:pt x="2894" y="16300"/>
                </a:cubicBezTo>
                <a:lnTo>
                  <a:pt x="2894" y="11084"/>
                </a:lnTo>
                <a:cubicBezTo>
                  <a:pt x="2894" y="9640"/>
                  <a:pt x="4058" y="8458"/>
                  <a:pt x="5504" y="8453"/>
                </a:cubicBezTo>
                <a:cubicBezTo>
                  <a:pt x="5509" y="8453"/>
                  <a:pt x="5513" y="8453"/>
                  <a:pt x="5518" y="8453"/>
                </a:cubicBezTo>
                <a:close/>
                <a:moveTo>
                  <a:pt x="3444" y="0"/>
                </a:moveTo>
                <a:cubicBezTo>
                  <a:pt x="3140" y="0"/>
                  <a:pt x="2845" y="110"/>
                  <a:pt x="2617" y="309"/>
                </a:cubicBezTo>
                <a:cubicBezTo>
                  <a:pt x="1257" y="1487"/>
                  <a:pt x="1404" y="3185"/>
                  <a:pt x="2442" y="4069"/>
                </a:cubicBezTo>
                <a:lnTo>
                  <a:pt x="7124" y="8058"/>
                </a:lnTo>
                <a:cubicBezTo>
                  <a:pt x="6615" y="7903"/>
                  <a:pt x="6076" y="7819"/>
                  <a:pt x="5517" y="7819"/>
                </a:cubicBezTo>
                <a:cubicBezTo>
                  <a:pt x="4071" y="7819"/>
                  <a:pt x="2494" y="8381"/>
                  <a:pt x="990" y="9721"/>
                </a:cubicBezTo>
                <a:cubicBezTo>
                  <a:pt x="444" y="10208"/>
                  <a:pt x="0" y="11212"/>
                  <a:pt x="0" y="11946"/>
                </a:cubicBezTo>
                <a:lnTo>
                  <a:pt x="0" y="15223"/>
                </a:lnTo>
                <a:cubicBezTo>
                  <a:pt x="0" y="18075"/>
                  <a:pt x="2144" y="20499"/>
                  <a:pt x="4981" y="20776"/>
                </a:cubicBezTo>
                <a:cubicBezTo>
                  <a:pt x="5168" y="20794"/>
                  <a:pt x="5354" y="20803"/>
                  <a:pt x="5537" y="20803"/>
                </a:cubicBezTo>
                <a:cubicBezTo>
                  <a:pt x="8590" y="20803"/>
                  <a:pt x="11073" y="18328"/>
                  <a:pt x="11073" y="15288"/>
                </a:cubicBezTo>
                <a:lnTo>
                  <a:pt x="11073" y="13334"/>
                </a:lnTo>
                <a:cubicBezTo>
                  <a:pt x="11075" y="12372"/>
                  <a:pt x="10822" y="11426"/>
                  <a:pt x="10341" y="10594"/>
                </a:cubicBezTo>
                <a:cubicBezTo>
                  <a:pt x="9953" y="9849"/>
                  <a:pt x="9423" y="9187"/>
                  <a:pt x="8783" y="8642"/>
                </a:cubicBezTo>
                <a:lnTo>
                  <a:pt x="2847" y="3605"/>
                </a:lnTo>
                <a:cubicBezTo>
                  <a:pt x="2408" y="3234"/>
                  <a:pt x="2186" y="2666"/>
                  <a:pt x="2261" y="2094"/>
                </a:cubicBezTo>
                <a:cubicBezTo>
                  <a:pt x="2369" y="1239"/>
                  <a:pt x="3117" y="611"/>
                  <a:pt x="3979" y="611"/>
                </a:cubicBezTo>
                <a:lnTo>
                  <a:pt x="6521" y="611"/>
                </a:lnTo>
                <a:cubicBezTo>
                  <a:pt x="7438" y="611"/>
                  <a:pt x="8162" y="1359"/>
                  <a:pt x="8173" y="2275"/>
                </a:cubicBezTo>
                <a:cubicBezTo>
                  <a:pt x="8184" y="2978"/>
                  <a:pt x="8758" y="3542"/>
                  <a:pt x="9460" y="3542"/>
                </a:cubicBezTo>
                <a:lnTo>
                  <a:pt x="9451" y="3542"/>
                </a:lnTo>
                <a:cubicBezTo>
                  <a:pt x="9454" y="3542"/>
                  <a:pt x="9457" y="3542"/>
                  <a:pt x="9460" y="3542"/>
                </a:cubicBezTo>
                <a:cubicBezTo>
                  <a:pt x="9929" y="3542"/>
                  <a:pt x="10362" y="3286"/>
                  <a:pt x="10592" y="2876"/>
                </a:cubicBezTo>
                <a:cubicBezTo>
                  <a:pt x="10824" y="2476"/>
                  <a:pt x="10821" y="1982"/>
                  <a:pt x="10583" y="1585"/>
                </a:cubicBezTo>
                <a:cubicBezTo>
                  <a:pt x="9998" y="604"/>
                  <a:pt x="8941" y="3"/>
                  <a:pt x="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25"/>
          <p:cNvSpPr/>
          <p:nvPr/>
        </p:nvSpPr>
        <p:spPr>
          <a:xfrm>
            <a:off x="1001836" y="3992613"/>
            <a:ext cx="365764" cy="365743"/>
          </a:xfrm>
          <a:custGeom>
            <a:avLst/>
            <a:gdLst/>
            <a:ahLst/>
            <a:cxnLst/>
            <a:rect l="l" t="t" r="r" b="b"/>
            <a:pathLst>
              <a:path w="20871" h="20846" extrusionOk="0">
                <a:moveTo>
                  <a:pt x="5053" y="1412"/>
                </a:moveTo>
                <a:lnTo>
                  <a:pt x="5053" y="1412"/>
                </a:lnTo>
                <a:cubicBezTo>
                  <a:pt x="4112" y="2325"/>
                  <a:pt x="3583" y="3582"/>
                  <a:pt x="3583" y="4892"/>
                </a:cubicBezTo>
                <a:lnTo>
                  <a:pt x="3583" y="15962"/>
                </a:lnTo>
                <a:cubicBezTo>
                  <a:pt x="3583" y="17273"/>
                  <a:pt x="4114" y="18530"/>
                  <a:pt x="5055" y="19443"/>
                </a:cubicBezTo>
                <a:cubicBezTo>
                  <a:pt x="2428" y="18177"/>
                  <a:pt x="611" y="15487"/>
                  <a:pt x="611" y="12381"/>
                </a:cubicBezTo>
                <a:lnTo>
                  <a:pt x="611" y="12380"/>
                </a:lnTo>
                <a:lnTo>
                  <a:pt x="611" y="8474"/>
                </a:lnTo>
                <a:cubicBezTo>
                  <a:pt x="611" y="5368"/>
                  <a:pt x="2427" y="2678"/>
                  <a:pt x="5053" y="1412"/>
                </a:cubicBezTo>
                <a:close/>
                <a:moveTo>
                  <a:pt x="17671" y="612"/>
                </a:moveTo>
                <a:cubicBezTo>
                  <a:pt x="17672" y="612"/>
                  <a:pt x="17673" y="612"/>
                  <a:pt x="17674" y="612"/>
                </a:cubicBezTo>
                <a:lnTo>
                  <a:pt x="20128" y="612"/>
                </a:lnTo>
                <a:lnTo>
                  <a:pt x="15770" y="14833"/>
                </a:lnTo>
                <a:cubicBezTo>
                  <a:pt x="15051" y="17175"/>
                  <a:pt x="13255" y="19030"/>
                  <a:pt x="10939" y="19827"/>
                </a:cubicBezTo>
                <a:cubicBezTo>
                  <a:pt x="11281" y="19464"/>
                  <a:pt x="11534" y="19029"/>
                  <a:pt x="11678" y="18553"/>
                </a:cubicBezTo>
                <a:lnTo>
                  <a:pt x="17031" y="1088"/>
                </a:lnTo>
                <a:cubicBezTo>
                  <a:pt x="17115" y="806"/>
                  <a:pt x="17376" y="612"/>
                  <a:pt x="17671" y="612"/>
                </a:cubicBezTo>
                <a:close/>
                <a:moveTo>
                  <a:pt x="8347" y="617"/>
                </a:moveTo>
                <a:cubicBezTo>
                  <a:pt x="8553" y="617"/>
                  <a:pt x="8684" y="619"/>
                  <a:pt x="8797" y="625"/>
                </a:cubicBezTo>
                <a:cubicBezTo>
                  <a:pt x="9867" y="714"/>
                  <a:pt x="10776" y="1448"/>
                  <a:pt x="11085" y="2476"/>
                </a:cubicBezTo>
                <a:lnTo>
                  <a:pt x="13522" y="10427"/>
                </a:lnTo>
                <a:lnTo>
                  <a:pt x="11085" y="18379"/>
                </a:lnTo>
                <a:cubicBezTo>
                  <a:pt x="10768" y="19430"/>
                  <a:pt x="9827" y="20172"/>
                  <a:pt x="8731" y="20234"/>
                </a:cubicBezTo>
                <a:cubicBezTo>
                  <a:pt x="8640" y="20237"/>
                  <a:pt x="8374" y="20238"/>
                  <a:pt x="8347" y="20238"/>
                </a:cubicBezTo>
                <a:cubicBezTo>
                  <a:pt x="6047" y="20179"/>
                  <a:pt x="4193" y="18290"/>
                  <a:pt x="4193" y="15976"/>
                </a:cubicBezTo>
                <a:lnTo>
                  <a:pt x="4193" y="4879"/>
                </a:lnTo>
                <a:cubicBezTo>
                  <a:pt x="4193" y="2565"/>
                  <a:pt x="6046" y="617"/>
                  <a:pt x="8347" y="617"/>
                </a:cubicBezTo>
                <a:close/>
                <a:moveTo>
                  <a:pt x="17671" y="0"/>
                </a:moveTo>
                <a:cubicBezTo>
                  <a:pt x="17107" y="0"/>
                  <a:pt x="16608" y="369"/>
                  <a:pt x="16445" y="909"/>
                </a:cubicBezTo>
                <a:lnTo>
                  <a:pt x="13849" y="9381"/>
                </a:lnTo>
                <a:lnTo>
                  <a:pt x="11678" y="2293"/>
                </a:lnTo>
                <a:cubicBezTo>
                  <a:pt x="11563" y="1917"/>
                  <a:pt x="11380" y="1564"/>
                  <a:pt x="11139" y="1255"/>
                </a:cubicBezTo>
                <a:lnTo>
                  <a:pt x="11139" y="1255"/>
                </a:lnTo>
                <a:cubicBezTo>
                  <a:pt x="11425" y="1401"/>
                  <a:pt x="11699" y="1571"/>
                  <a:pt x="11956" y="1762"/>
                </a:cubicBezTo>
                <a:cubicBezTo>
                  <a:pt x="12970" y="2507"/>
                  <a:pt x="13715" y="3561"/>
                  <a:pt x="14079" y="4764"/>
                </a:cubicBezTo>
                <a:cubicBezTo>
                  <a:pt x="14120" y="4895"/>
                  <a:pt x="14241" y="4980"/>
                  <a:pt x="14373" y="4980"/>
                </a:cubicBezTo>
                <a:cubicBezTo>
                  <a:pt x="14402" y="4980"/>
                  <a:pt x="14432" y="4975"/>
                  <a:pt x="14462" y="4967"/>
                </a:cubicBezTo>
                <a:cubicBezTo>
                  <a:pt x="14623" y="4916"/>
                  <a:pt x="14714" y="4746"/>
                  <a:pt x="14664" y="4584"/>
                </a:cubicBezTo>
                <a:cubicBezTo>
                  <a:pt x="13830" y="1861"/>
                  <a:pt x="11313" y="0"/>
                  <a:pt x="8465" y="0"/>
                </a:cubicBezTo>
                <a:cubicBezTo>
                  <a:pt x="3796" y="0"/>
                  <a:pt x="1" y="3797"/>
                  <a:pt x="1" y="8464"/>
                </a:cubicBezTo>
                <a:lnTo>
                  <a:pt x="1" y="12381"/>
                </a:lnTo>
                <a:cubicBezTo>
                  <a:pt x="1" y="17048"/>
                  <a:pt x="3796" y="20846"/>
                  <a:pt x="8463" y="20846"/>
                </a:cubicBezTo>
                <a:cubicBezTo>
                  <a:pt x="8522" y="20846"/>
                  <a:pt x="8703" y="20844"/>
                  <a:pt x="8765" y="20839"/>
                </a:cubicBezTo>
                <a:cubicBezTo>
                  <a:pt x="11555" y="20740"/>
                  <a:pt x="14113" y="19259"/>
                  <a:pt x="15721" y="16631"/>
                </a:cubicBezTo>
                <a:cubicBezTo>
                  <a:pt x="15901" y="16336"/>
                  <a:pt x="16042" y="16020"/>
                  <a:pt x="16144" y="15690"/>
                </a:cubicBezTo>
                <a:lnTo>
                  <a:pt x="16785" y="13596"/>
                </a:lnTo>
                <a:lnTo>
                  <a:pt x="18558" y="19382"/>
                </a:lnTo>
                <a:cubicBezTo>
                  <a:pt x="18656" y="19702"/>
                  <a:pt x="18831" y="19996"/>
                  <a:pt x="19067" y="20235"/>
                </a:cubicBezTo>
                <a:lnTo>
                  <a:pt x="17656" y="20235"/>
                </a:lnTo>
                <a:cubicBezTo>
                  <a:pt x="17370" y="20235"/>
                  <a:pt x="17117" y="20047"/>
                  <a:pt x="17033" y="19774"/>
                </a:cubicBezTo>
                <a:lnTo>
                  <a:pt x="16461" y="17908"/>
                </a:lnTo>
                <a:cubicBezTo>
                  <a:pt x="16423" y="17773"/>
                  <a:pt x="16300" y="17686"/>
                  <a:pt x="16167" y="17686"/>
                </a:cubicBezTo>
                <a:cubicBezTo>
                  <a:pt x="16138" y="17686"/>
                  <a:pt x="16107" y="17690"/>
                  <a:pt x="16078" y="17699"/>
                </a:cubicBezTo>
                <a:cubicBezTo>
                  <a:pt x="15914" y="17750"/>
                  <a:pt x="15823" y="17924"/>
                  <a:pt x="15877" y="18086"/>
                </a:cubicBezTo>
                <a:lnTo>
                  <a:pt x="16303" y="19476"/>
                </a:lnTo>
                <a:cubicBezTo>
                  <a:pt x="16548" y="20289"/>
                  <a:pt x="17297" y="20846"/>
                  <a:pt x="18146" y="20846"/>
                </a:cubicBezTo>
                <a:cubicBezTo>
                  <a:pt x="18149" y="20846"/>
                  <a:pt x="18151" y="20846"/>
                  <a:pt x="18154" y="20846"/>
                </a:cubicBezTo>
                <a:lnTo>
                  <a:pt x="20528" y="20846"/>
                </a:lnTo>
                <a:cubicBezTo>
                  <a:pt x="20683" y="20846"/>
                  <a:pt x="20822" y="20734"/>
                  <a:pt x="20842" y="20578"/>
                </a:cubicBezTo>
                <a:cubicBezTo>
                  <a:pt x="20864" y="20395"/>
                  <a:pt x="20724" y="20235"/>
                  <a:pt x="20539" y="20234"/>
                </a:cubicBezTo>
                <a:cubicBezTo>
                  <a:pt x="20536" y="20234"/>
                  <a:pt x="20534" y="20234"/>
                  <a:pt x="20532" y="20234"/>
                </a:cubicBezTo>
                <a:cubicBezTo>
                  <a:pt x="19892" y="20234"/>
                  <a:pt x="19329" y="19815"/>
                  <a:pt x="19143" y="19202"/>
                </a:cubicBezTo>
                <a:lnTo>
                  <a:pt x="17106" y="12551"/>
                </a:lnTo>
                <a:lnTo>
                  <a:pt x="20830" y="395"/>
                </a:lnTo>
                <a:cubicBezTo>
                  <a:pt x="20871" y="261"/>
                  <a:pt x="20816" y="115"/>
                  <a:pt x="20694" y="42"/>
                </a:cubicBezTo>
                <a:cubicBezTo>
                  <a:pt x="20646" y="15"/>
                  <a:pt x="20589" y="0"/>
                  <a:pt x="20532" y="0"/>
                </a:cubicBezTo>
                <a:lnTo>
                  <a:pt x="17674" y="0"/>
                </a:lnTo>
                <a:cubicBezTo>
                  <a:pt x="17673" y="0"/>
                  <a:pt x="17672" y="0"/>
                  <a:pt x="176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38" name="Google Shape;1038;p25"/>
          <p:cNvCxnSpPr>
            <a:stCxn id="1015" idx="3"/>
            <a:endCxn id="1017" idx="1"/>
          </p:cNvCxnSpPr>
          <p:nvPr/>
        </p:nvCxnSpPr>
        <p:spPr>
          <a:xfrm>
            <a:off x="3796885" y="1759738"/>
            <a:ext cx="717900" cy="2379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39" name="Google Shape;1039;p25"/>
          <p:cNvCxnSpPr>
            <a:stCxn id="1017" idx="3"/>
            <a:endCxn id="1018" idx="1"/>
          </p:cNvCxnSpPr>
          <p:nvPr/>
        </p:nvCxnSpPr>
        <p:spPr>
          <a:xfrm>
            <a:off x="6041699" y="1997725"/>
            <a:ext cx="717900" cy="6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40" name="Google Shape;1040;p25"/>
          <p:cNvCxnSpPr>
            <a:stCxn id="1023" idx="3"/>
            <a:endCxn id="1025" idx="1"/>
          </p:cNvCxnSpPr>
          <p:nvPr/>
        </p:nvCxnSpPr>
        <p:spPr>
          <a:xfrm>
            <a:off x="3796885" y="2822538"/>
            <a:ext cx="717900" cy="2379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41" name="Google Shape;1041;p25"/>
          <p:cNvCxnSpPr>
            <a:stCxn id="1025" idx="3"/>
            <a:endCxn id="1026" idx="1"/>
          </p:cNvCxnSpPr>
          <p:nvPr/>
        </p:nvCxnSpPr>
        <p:spPr>
          <a:xfrm>
            <a:off x="6041700" y="3060521"/>
            <a:ext cx="717900" cy="6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42" name="Google Shape;1042;p25"/>
          <p:cNvCxnSpPr>
            <a:stCxn id="1031" idx="3"/>
            <a:endCxn id="1033" idx="1"/>
          </p:cNvCxnSpPr>
          <p:nvPr/>
        </p:nvCxnSpPr>
        <p:spPr>
          <a:xfrm>
            <a:off x="3796885" y="3885338"/>
            <a:ext cx="717900" cy="2379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43" name="Google Shape;1043;p25"/>
          <p:cNvCxnSpPr>
            <a:stCxn id="1033" idx="3"/>
            <a:endCxn id="1034" idx="1"/>
          </p:cNvCxnSpPr>
          <p:nvPr/>
        </p:nvCxnSpPr>
        <p:spPr>
          <a:xfrm>
            <a:off x="6041700" y="4123321"/>
            <a:ext cx="717900" cy="6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44" name="Google Shape;1044;p25"/>
          <p:cNvSpPr/>
          <p:nvPr/>
        </p:nvSpPr>
        <p:spPr>
          <a:xfrm rot="10800000" flipH="1">
            <a:off x="6756684" y="1336612"/>
            <a:ext cx="246900" cy="2403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5"/>
          <p:cNvSpPr/>
          <p:nvPr/>
        </p:nvSpPr>
        <p:spPr>
          <a:xfrm rot="10800000" flipH="1">
            <a:off x="422284" y="3582287"/>
            <a:ext cx="246900" cy="2403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051" name="Google Shape;1051;p26"/>
          <p:cNvGrpSpPr/>
          <p:nvPr/>
        </p:nvGrpSpPr>
        <p:grpSpPr>
          <a:xfrm>
            <a:off x="863813" y="1921350"/>
            <a:ext cx="2955600" cy="2213175"/>
            <a:chOff x="1014400" y="1921350"/>
            <a:chExt cx="2955600" cy="2213175"/>
          </a:xfrm>
        </p:grpSpPr>
        <p:grpSp>
          <p:nvGrpSpPr>
            <p:cNvPr id="1052" name="Google Shape;1052;p26"/>
            <p:cNvGrpSpPr/>
            <p:nvPr/>
          </p:nvGrpSpPr>
          <p:grpSpPr>
            <a:xfrm>
              <a:off x="1014400" y="1921350"/>
              <a:ext cx="2955600" cy="864752"/>
              <a:chOff x="1014400" y="1921350"/>
              <a:chExt cx="2955600" cy="864752"/>
            </a:xfrm>
          </p:grpSpPr>
          <p:sp>
            <p:nvSpPr>
              <p:cNvPr id="1053" name="Google Shape;1053;p26"/>
              <p:cNvSpPr txBox="1"/>
              <p:nvPr/>
            </p:nvSpPr>
            <p:spPr>
              <a:xfrm>
                <a:off x="1014400" y="1921350"/>
                <a:ext cx="29556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Mercury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054" name="Google Shape;1054;p26"/>
              <p:cNvSpPr txBox="1"/>
              <p:nvPr/>
            </p:nvSpPr>
            <p:spPr>
              <a:xfrm>
                <a:off x="1014400" y="2181602"/>
                <a:ext cx="2955600" cy="6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Mercury is the closest planet to the Sun and the smallest of them all 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grpSp>
          <p:nvGrpSpPr>
            <p:cNvPr id="1055" name="Google Shape;1055;p26"/>
            <p:cNvGrpSpPr/>
            <p:nvPr/>
          </p:nvGrpSpPr>
          <p:grpSpPr>
            <a:xfrm>
              <a:off x="1017525" y="3094550"/>
              <a:ext cx="2949300" cy="1039975"/>
              <a:chOff x="1017525" y="3094550"/>
              <a:chExt cx="2949300" cy="1039975"/>
            </a:xfrm>
          </p:grpSpPr>
          <p:sp>
            <p:nvSpPr>
              <p:cNvPr id="1056" name="Google Shape;1056;p26"/>
              <p:cNvSpPr txBox="1"/>
              <p:nvPr/>
            </p:nvSpPr>
            <p:spPr>
              <a:xfrm>
                <a:off x="1017525" y="3094550"/>
                <a:ext cx="2949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Neptune is far away from us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  <p:sp>
            <p:nvSpPr>
              <p:cNvPr id="1057" name="Google Shape;1057;p26"/>
              <p:cNvSpPr txBox="1"/>
              <p:nvPr/>
            </p:nvSpPr>
            <p:spPr>
              <a:xfrm>
                <a:off x="1017525" y="3431688"/>
                <a:ext cx="2949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Saturn is the ringed planet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58" name="Google Shape;1058;p26"/>
              <p:cNvSpPr txBox="1"/>
              <p:nvPr/>
            </p:nvSpPr>
            <p:spPr>
              <a:xfrm>
                <a:off x="1017525" y="3768825"/>
                <a:ext cx="2949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400"/>
                  <a:buFont typeface="Spectral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Jupiter is the biggest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059" name="Google Shape;1059;p26"/>
          <p:cNvGrpSpPr/>
          <p:nvPr/>
        </p:nvGrpSpPr>
        <p:grpSpPr>
          <a:xfrm>
            <a:off x="4957388" y="1576725"/>
            <a:ext cx="3322800" cy="1248699"/>
            <a:chOff x="5107975" y="1576725"/>
            <a:chExt cx="3322800" cy="1248699"/>
          </a:xfrm>
        </p:grpSpPr>
        <p:sp>
          <p:nvSpPr>
            <p:cNvPr id="1060" name="Google Shape;1060;p26"/>
            <p:cNvSpPr txBox="1"/>
            <p:nvPr/>
          </p:nvSpPr>
          <p:spPr>
            <a:xfrm>
              <a:off x="5107975" y="2071450"/>
              <a:ext cx="33228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061" name="Google Shape;1061;p26"/>
            <p:cNvSpPr txBox="1"/>
            <p:nvPr/>
          </p:nvSpPr>
          <p:spPr>
            <a:xfrm>
              <a:off x="5107975" y="2403024"/>
              <a:ext cx="33228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Despite being red, Mars is a cold place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62" name="Google Shape;1062;p26"/>
            <p:cNvSpPr txBox="1"/>
            <p:nvPr/>
          </p:nvSpPr>
          <p:spPr>
            <a:xfrm>
              <a:off x="5108125" y="1576725"/>
              <a:ext cx="12159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10%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063" name="Google Shape;1063;p26"/>
          <p:cNvSpPr/>
          <p:nvPr/>
        </p:nvSpPr>
        <p:spPr>
          <a:xfrm>
            <a:off x="4514463" y="1624650"/>
            <a:ext cx="155100" cy="1200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26"/>
          <p:cNvSpPr/>
          <p:nvPr/>
        </p:nvSpPr>
        <p:spPr>
          <a:xfrm>
            <a:off x="4514463" y="1624650"/>
            <a:ext cx="155100" cy="296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5" name="Google Shape;1065;p26"/>
          <p:cNvGrpSpPr/>
          <p:nvPr/>
        </p:nvGrpSpPr>
        <p:grpSpPr>
          <a:xfrm>
            <a:off x="4957388" y="3205700"/>
            <a:ext cx="3322800" cy="1248699"/>
            <a:chOff x="5107975" y="3205700"/>
            <a:chExt cx="3322800" cy="1248699"/>
          </a:xfrm>
        </p:grpSpPr>
        <p:sp>
          <p:nvSpPr>
            <p:cNvPr id="1066" name="Google Shape;1066;p26"/>
            <p:cNvSpPr txBox="1"/>
            <p:nvPr/>
          </p:nvSpPr>
          <p:spPr>
            <a:xfrm>
              <a:off x="5107975" y="3700425"/>
              <a:ext cx="33228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067" name="Google Shape;1067;p26"/>
            <p:cNvSpPr txBox="1"/>
            <p:nvPr/>
          </p:nvSpPr>
          <p:spPr>
            <a:xfrm>
              <a:off x="5107975" y="4031999"/>
              <a:ext cx="33228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Venus has extremely high temperatures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68" name="Google Shape;1068;p26"/>
            <p:cNvSpPr txBox="1"/>
            <p:nvPr/>
          </p:nvSpPr>
          <p:spPr>
            <a:xfrm>
              <a:off x="5108125" y="3205700"/>
              <a:ext cx="12159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90%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069" name="Google Shape;1069;p26"/>
          <p:cNvSpPr/>
          <p:nvPr/>
        </p:nvSpPr>
        <p:spPr>
          <a:xfrm>
            <a:off x="4514463" y="3253625"/>
            <a:ext cx="155100" cy="1200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26"/>
          <p:cNvSpPr/>
          <p:nvPr/>
        </p:nvSpPr>
        <p:spPr>
          <a:xfrm>
            <a:off x="4514463" y="3253625"/>
            <a:ext cx="155100" cy="1048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1" name="Google Shape;1071;p26"/>
          <p:cNvGrpSpPr/>
          <p:nvPr/>
        </p:nvGrpSpPr>
        <p:grpSpPr>
          <a:xfrm>
            <a:off x="8240201" y="2983043"/>
            <a:ext cx="584139" cy="656583"/>
            <a:chOff x="848509" y="2822478"/>
            <a:chExt cx="624748" cy="702228"/>
          </a:xfrm>
        </p:grpSpPr>
        <p:sp>
          <p:nvSpPr>
            <p:cNvPr id="1072" name="Google Shape;1072;p26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6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6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6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" name="Google Shape;1076;p26"/>
          <p:cNvGrpSpPr/>
          <p:nvPr/>
        </p:nvGrpSpPr>
        <p:grpSpPr>
          <a:xfrm rot="5400000">
            <a:off x="219664" y="1456420"/>
            <a:ext cx="893721" cy="468171"/>
            <a:chOff x="7055900" y="279450"/>
            <a:chExt cx="1820576" cy="953700"/>
          </a:xfrm>
        </p:grpSpPr>
        <p:sp>
          <p:nvSpPr>
            <p:cNvPr id="1077" name="Google Shape;1077;p26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6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6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6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6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7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087" name="Google Shape;1087;p27"/>
          <p:cNvGrpSpPr/>
          <p:nvPr/>
        </p:nvGrpSpPr>
        <p:grpSpPr>
          <a:xfrm>
            <a:off x="3534450" y="2440669"/>
            <a:ext cx="2075100" cy="1066654"/>
            <a:chOff x="3534450" y="2344998"/>
            <a:chExt cx="2075100" cy="1066654"/>
          </a:xfrm>
        </p:grpSpPr>
        <p:sp>
          <p:nvSpPr>
            <p:cNvPr id="1088" name="Google Shape;1088;p27"/>
            <p:cNvSpPr txBox="1"/>
            <p:nvPr/>
          </p:nvSpPr>
          <p:spPr>
            <a:xfrm>
              <a:off x="3534450" y="2344998"/>
              <a:ext cx="20751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Objectives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089" name="Google Shape;1089;p27"/>
            <p:cNvSpPr txBox="1"/>
            <p:nvPr/>
          </p:nvSpPr>
          <p:spPr>
            <a:xfrm>
              <a:off x="3534450" y="2605253"/>
              <a:ext cx="2075100" cy="80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Mercury is the closest planet to the Sun and the smallest of them all 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cxnSp>
        <p:nvCxnSpPr>
          <p:cNvPr id="1090" name="Google Shape;1090;p27"/>
          <p:cNvCxnSpPr>
            <a:stCxn id="1089" idx="1"/>
            <a:endCxn id="1091" idx="0"/>
          </p:cNvCxnSpPr>
          <p:nvPr/>
        </p:nvCxnSpPr>
        <p:spPr>
          <a:xfrm rot="10800000">
            <a:off x="2991450" y="2061624"/>
            <a:ext cx="543000" cy="1042500"/>
          </a:xfrm>
          <a:prstGeom prst="bentConnector3">
            <a:avLst>
              <a:gd name="adj1" fmla="val 4998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92" name="Google Shape;1092;p27"/>
          <p:cNvCxnSpPr>
            <a:stCxn id="1089" idx="1"/>
            <a:endCxn id="1093" idx="0"/>
          </p:cNvCxnSpPr>
          <p:nvPr/>
        </p:nvCxnSpPr>
        <p:spPr>
          <a:xfrm flipH="1">
            <a:off x="2991450" y="3104124"/>
            <a:ext cx="543000" cy="600"/>
          </a:xfrm>
          <a:prstGeom prst="bentConnector3">
            <a:avLst>
              <a:gd name="adj1" fmla="val 4998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94" name="Google Shape;1094;p27"/>
          <p:cNvCxnSpPr>
            <a:stCxn id="1089" idx="1"/>
            <a:endCxn id="1095" idx="0"/>
          </p:cNvCxnSpPr>
          <p:nvPr/>
        </p:nvCxnSpPr>
        <p:spPr>
          <a:xfrm flipH="1">
            <a:off x="2991450" y="3104124"/>
            <a:ext cx="543000" cy="1042800"/>
          </a:xfrm>
          <a:prstGeom prst="bentConnector3">
            <a:avLst>
              <a:gd name="adj1" fmla="val 4998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96" name="Google Shape;1096;p27"/>
          <p:cNvCxnSpPr>
            <a:stCxn id="1089" idx="3"/>
            <a:endCxn id="1097" idx="0"/>
          </p:cNvCxnSpPr>
          <p:nvPr/>
        </p:nvCxnSpPr>
        <p:spPr>
          <a:xfrm rot="10800000" flipH="1">
            <a:off x="5609550" y="2061624"/>
            <a:ext cx="541200" cy="10425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98" name="Google Shape;1098;p27"/>
          <p:cNvCxnSpPr>
            <a:stCxn id="1089" idx="3"/>
            <a:endCxn id="1099" idx="0"/>
          </p:cNvCxnSpPr>
          <p:nvPr/>
        </p:nvCxnSpPr>
        <p:spPr>
          <a:xfrm>
            <a:off x="5609550" y="3104124"/>
            <a:ext cx="5430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00" name="Google Shape;1100;p27"/>
          <p:cNvCxnSpPr>
            <a:stCxn id="1089" idx="3"/>
            <a:endCxn id="1101" idx="0"/>
          </p:cNvCxnSpPr>
          <p:nvPr/>
        </p:nvCxnSpPr>
        <p:spPr>
          <a:xfrm>
            <a:off x="5609550" y="3104124"/>
            <a:ext cx="541200" cy="10428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102" name="Google Shape;1102;p27"/>
          <p:cNvGrpSpPr/>
          <p:nvPr/>
        </p:nvGrpSpPr>
        <p:grpSpPr>
          <a:xfrm>
            <a:off x="714980" y="1654539"/>
            <a:ext cx="2373605" cy="841666"/>
            <a:chOff x="713225" y="1654539"/>
            <a:chExt cx="2373605" cy="841666"/>
          </a:xfrm>
        </p:grpSpPr>
        <p:grpSp>
          <p:nvGrpSpPr>
            <p:cNvPr id="1103" name="Google Shape;1103;p27"/>
            <p:cNvGrpSpPr/>
            <p:nvPr/>
          </p:nvGrpSpPr>
          <p:grpSpPr>
            <a:xfrm>
              <a:off x="2397690" y="1716472"/>
              <a:ext cx="640081" cy="658115"/>
              <a:chOff x="1690218" y="1609641"/>
              <a:chExt cx="526339" cy="577699"/>
            </a:xfrm>
          </p:grpSpPr>
          <p:sp>
            <p:nvSpPr>
              <p:cNvPr id="1104" name="Google Shape;1104;p27"/>
              <p:cNvSpPr/>
              <p:nvPr/>
            </p:nvSpPr>
            <p:spPr>
              <a:xfrm rot="5400000" flipH="1">
                <a:off x="1698457" y="1640841"/>
                <a:ext cx="549300" cy="486900"/>
              </a:xfrm>
              <a:prstGeom prst="flowChartDelay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91" name="Google Shape;1091;p27"/>
              <p:cNvSpPr/>
              <p:nvPr/>
            </p:nvSpPr>
            <p:spPr>
              <a:xfrm rot="5400000" flipH="1">
                <a:off x="1659018" y="1669241"/>
                <a:ext cx="549300" cy="486900"/>
              </a:xfrm>
              <a:prstGeom prst="flowChartDelay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05" name="Google Shape;1105;p27"/>
            <p:cNvGrpSpPr/>
            <p:nvPr/>
          </p:nvGrpSpPr>
          <p:grpSpPr>
            <a:xfrm>
              <a:off x="713225" y="1654539"/>
              <a:ext cx="2373605" cy="841666"/>
              <a:chOff x="713225" y="1553725"/>
              <a:chExt cx="2373605" cy="841666"/>
            </a:xfrm>
          </p:grpSpPr>
          <p:grpSp>
            <p:nvGrpSpPr>
              <p:cNvPr id="1106" name="Google Shape;1106;p27"/>
              <p:cNvGrpSpPr/>
              <p:nvPr/>
            </p:nvGrpSpPr>
            <p:grpSpPr>
              <a:xfrm>
                <a:off x="713225" y="1553725"/>
                <a:ext cx="1554600" cy="841666"/>
                <a:chOff x="713225" y="1553725"/>
                <a:chExt cx="1554600" cy="841666"/>
              </a:xfrm>
            </p:grpSpPr>
            <p:sp>
              <p:nvSpPr>
                <p:cNvPr id="1107" name="Google Shape;1107;p27"/>
                <p:cNvSpPr txBox="1"/>
                <p:nvPr/>
              </p:nvSpPr>
              <p:spPr>
                <a:xfrm>
                  <a:off x="713225" y="1553725"/>
                  <a:ext cx="1554600" cy="36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b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>
                      <a:solidFill>
                        <a:schemeClr val="dk1"/>
                      </a:solidFill>
                      <a:latin typeface="Merriweather"/>
                      <a:ea typeface="Merriweather"/>
                      <a:cs typeface="Merriweather"/>
                      <a:sym typeface="Merriweather"/>
                    </a:rPr>
                    <a:t>Mercury</a:t>
                  </a:r>
                  <a:endParaRPr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endParaRPr>
                </a:p>
              </p:txBody>
            </p:sp>
            <p:sp>
              <p:nvSpPr>
                <p:cNvPr id="1108" name="Google Shape;1108;p27"/>
                <p:cNvSpPr txBox="1"/>
                <p:nvPr/>
              </p:nvSpPr>
              <p:spPr>
                <a:xfrm>
                  <a:off x="713225" y="1813991"/>
                  <a:ext cx="1554600" cy="581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>
                      <a:solidFill>
                        <a:schemeClr val="dk1"/>
                      </a:solidFill>
                      <a:latin typeface="Spectral"/>
                      <a:ea typeface="Spectral"/>
                      <a:cs typeface="Spectral"/>
                      <a:sym typeface="Spectral"/>
                    </a:rPr>
                    <a:t>Mercury is the smallest planet</a:t>
                  </a:r>
                  <a:endParaRPr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endParaRPr>
                </a:p>
              </p:txBody>
            </p:sp>
          </p:grpSp>
          <p:sp>
            <p:nvSpPr>
              <p:cNvPr id="1109" name="Google Shape;1109;p27"/>
              <p:cNvSpPr txBox="1"/>
              <p:nvPr/>
            </p:nvSpPr>
            <p:spPr>
              <a:xfrm>
                <a:off x="2267830" y="1768758"/>
                <a:ext cx="8190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01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grpSp>
        <p:nvGrpSpPr>
          <p:cNvPr id="1110" name="Google Shape;1110;p27"/>
          <p:cNvGrpSpPr/>
          <p:nvPr/>
        </p:nvGrpSpPr>
        <p:grpSpPr>
          <a:xfrm>
            <a:off x="714980" y="2703093"/>
            <a:ext cx="2373605" cy="841666"/>
            <a:chOff x="713225" y="2703093"/>
            <a:chExt cx="2373605" cy="841666"/>
          </a:xfrm>
        </p:grpSpPr>
        <p:grpSp>
          <p:nvGrpSpPr>
            <p:cNvPr id="1111" name="Google Shape;1111;p27"/>
            <p:cNvGrpSpPr/>
            <p:nvPr/>
          </p:nvGrpSpPr>
          <p:grpSpPr>
            <a:xfrm>
              <a:off x="2397690" y="2759067"/>
              <a:ext cx="640081" cy="658115"/>
              <a:chOff x="1690218" y="1609641"/>
              <a:chExt cx="526339" cy="577699"/>
            </a:xfrm>
          </p:grpSpPr>
          <p:sp>
            <p:nvSpPr>
              <p:cNvPr id="1112" name="Google Shape;1112;p27"/>
              <p:cNvSpPr/>
              <p:nvPr/>
            </p:nvSpPr>
            <p:spPr>
              <a:xfrm rot="5400000" flipH="1">
                <a:off x="1698457" y="1640841"/>
                <a:ext cx="549300" cy="486900"/>
              </a:xfrm>
              <a:prstGeom prst="flowChartDelay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7"/>
              <p:cNvSpPr/>
              <p:nvPr/>
            </p:nvSpPr>
            <p:spPr>
              <a:xfrm rot="5400000" flipH="1">
                <a:off x="1659018" y="1669241"/>
                <a:ext cx="549300" cy="486900"/>
              </a:xfrm>
              <a:prstGeom prst="flowChartDelay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3" name="Google Shape;1113;p27"/>
            <p:cNvGrpSpPr/>
            <p:nvPr/>
          </p:nvGrpSpPr>
          <p:grpSpPr>
            <a:xfrm>
              <a:off x="713225" y="2703093"/>
              <a:ext cx="2373605" cy="841666"/>
              <a:chOff x="713225" y="2703093"/>
              <a:chExt cx="2373605" cy="841666"/>
            </a:xfrm>
          </p:grpSpPr>
          <p:grpSp>
            <p:nvGrpSpPr>
              <p:cNvPr id="1114" name="Google Shape;1114;p27"/>
              <p:cNvGrpSpPr/>
              <p:nvPr/>
            </p:nvGrpSpPr>
            <p:grpSpPr>
              <a:xfrm>
                <a:off x="713225" y="2703093"/>
                <a:ext cx="1554600" cy="841666"/>
                <a:chOff x="713225" y="2602280"/>
                <a:chExt cx="1554600" cy="841666"/>
              </a:xfrm>
            </p:grpSpPr>
            <p:sp>
              <p:nvSpPr>
                <p:cNvPr id="1115" name="Google Shape;1115;p27"/>
                <p:cNvSpPr txBox="1"/>
                <p:nvPr/>
              </p:nvSpPr>
              <p:spPr>
                <a:xfrm>
                  <a:off x="713225" y="2602280"/>
                  <a:ext cx="1554600" cy="36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b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>
                      <a:solidFill>
                        <a:schemeClr val="dk1"/>
                      </a:solidFill>
                      <a:latin typeface="Merriweather"/>
                      <a:ea typeface="Merriweather"/>
                      <a:cs typeface="Merriweather"/>
                      <a:sym typeface="Merriweather"/>
                    </a:rPr>
                    <a:t>Saturn</a:t>
                  </a:r>
                  <a:endParaRPr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endParaRPr>
                </a:p>
              </p:txBody>
            </p:sp>
            <p:sp>
              <p:nvSpPr>
                <p:cNvPr id="1116" name="Google Shape;1116;p27"/>
                <p:cNvSpPr txBox="1"/>
                <p:nvPr/>
              </p:nvSpPr>
              <p:spPr>
                <a:xfrm>
                  <a:off x="713225" y="2862546"/>
                  <a:ext cx="1554600" cy="581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>
                      <a:solidFill>
                        <a:schemeClr val="dk1"/>
                      </a:solidFill>
                      <a:latin typeface="Spectral"/>
                      <a:ea typeface="Spectral"/>
                      <a:cs typeface="Spectral"/>
                      <a:sym typeface="Spectral"/>
                    </a:rPr>
                    <a:t>Saturn is the ringed planet</a:t>
                  </a:r>
                  <a:endParaRPr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endParaRPr>
                </a:p>
              </p:txBody>
            </p:sp>
          </p:grpSp>
          <p:sp>
            <p:nvSpPr>
              <p:cNvPr id="1117" name="Google Shape;1117;p27"/>
              <p:cNvSpPr txBox="1"/>
              <p:nvPr/>
            </p:nvSpPr>
            <p:spPr>
              <a:xfrm>
                <a:off x="2267830" y="2918126"/>
                <a:ext cx="8190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02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grpSp>
        <p:nvGrpSpPr>
          <p:cNvPr id="1118" name="Google Shape;1118;p27"/>
          <p:cNvGrpSpPr/>
          <p:nvPr/>
        </p:nvGrpSpPr>
        <p:grpSpPr>
          <a:xfrm>
            <a:off x="714980" y="3751648"/>
            <a:ext cx="2373605" cy="841666"/>
            <a:chOff x="713225" y="3751648"/>
            <a:chExt cx="2373605" cy="841666"/>
          </a:xfrm>
        </p:grpSpPr>
        <p:grpSp>
          <p:nvGrpSpPr>
            <p:cNvPr id="1119" name="Google Shape;1119;p27"/>
            <p:cNvGrpSpPr/>
            <p:nvPr/>
          </p:nvGrpSpPr>
          <p:grpSpPr>
            <a:xfrm>
              <a:off x="2397690" y="3801663"/>
              <a:ext cx="640081" cy="658115"/>
              <a:chOff x="1690218" y="1609641"/>
              <a:chExt cx="526339" cy="577699"/>
            </a:xfrm>
          </p:grpSpPr>
          <p:sp>
            <p:nvSpPr>
              <p:cNvPr id="1120" name="Google Shape;1120;p27"/>
              <p:cNvSpPr/>
              <p:nvPr/>
            </p:nvSpPr>
            <p:spPr>
              <a:xfrm rot="5400000" flipH="1">
                <a:off x="1698457" y="1640841"/>
                <a:ext cx="549300" cy="486900"/>
              </a:xfrm>
              <a:prstGeom prst="flowChartDelay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7"/>
              <p:cNvSpPr/>
              <p:nvPr/>
            </p:nvSpPr>
            <p:spPr>
              <a:xfrm rot="5400000" flipH="1">
                <a:off x="1659018" y="1669241"/>
                <a:ext cx="549300" cy="486900"/>
              </a:xfrm>
              <a:prstGeom prst="flowChartDelay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1" name="Google Shape;1121;p27"/>
            <p:cNvGrpSpPr/>
            <p:nvPr/>
          </p:nvGrpSpPr>
          <p:grpSpPr>
            <a:xfrm>
              <a:off x="713225" y="3751648"/>
              <a:ext cx="2373605" cy="841666"/>
              <a:chOff x="713225" y="3751648"/>
              <a:chExt cx="2373605" cy="841666"/>
            </a:xfrm>
          </p:grpSpPr>
          <p:grpSp>
            <p:nvGrpSpPr>
              <p:cNvPr id="1122" name="Google Shape;1122;p27"/>
              <p:cNvGrpSpPr/>
              <p:nvPr/>
            </p:nvGrpSpPr>
            <p:grpSpPr>
              <a:xfrm>
                <a:off x="713225" y="3751648"/>
                <a:ext cx="1554600" cy="841666"/>
                <a:chOff x="713225" y="3650834"/>
                <a:chExt cx="1554600" cy="841666"/>
              </a:xfrm>
            </p:grpSpPr>
            <p:sp>
              <p:nvSpPr>
                <p:cNvPr id="1123" name="Google Shape;1123;p27"/>
                <p:cNvSpPr txBox="1"/>
                <p:nvPr/>
              </p:nvSpPr>
              <p:spPr>
                <a:xfrm>
                  <a:off x="713225" y="3650834"/>
                  <a:ext cx="1554600" cy="36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b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>
                      <a:solidFill>
                        <a:schemeClr val="dk1"/>
                      </a:solidFill>
                      <a:latin typeface="Merriweather"/>
                      <a:ea typeface="Merriweather"/>
                      <a:cs typeface="Merriweather"/>
                      <a:sym typeface="Merriweather"/>
                    </a:rPr>
                    <a:t>Mars</a:t>
                  </a:r>
                  <a:endParaRPr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endParaRPr>
                </a:p>
              </p:txBody>
            </p:sp>
            <p:sp>
              <p:nvSpPr>
                <p:cNvPr id="1124" name="Google Shape;1124;p27"/>
                <p:cNvSpPr txBox="1"/>
                <p:nvPr/>
              </p:nvSpPr>
              <p:spPr>
                <a:xfrm>
                  <a:off x="713225" y="3911100"/>
                  <a:ext cx="1554600" cy="581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>
                      <a:solidFill>
                        <a:schemeClr val="dk1"/>
                      </a:solidFill>
                      <a:latin typeface="Spectral"/>
                      <a:ea typeface="Spectral"/>
                      <a:cs typeface="Spectral"/>
                      <a:sym typeface="Spectral"/>
                    </a:rPr>
                    <a:t>Despite being red, Mars is cold</a:t>
                  </a:r>
                  <a:endParaRPr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endParaRPr>
                </a:p>
              </p:txBody>
            </p:sp>
          </p:grpSp>
          <p:sp>
            <p:nvSpPr>
              <p:cNvPr id="1125" name="Google Shape;1125;p27"/>
              <p:cNvSpPr txBox="1"/>
              <p:nvPr/>
            </p:nvSpPr>
            <p:spPr>
              <a:xfrm>
                <a:off x="2267830" y="3966681"/>
                <a:ext cx="8190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03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grpSp>
        <p:nvGrpSpPr>
          <p:cNvPr id="1126" name="Google Shape;1126;p27"/>
          <p:cNvGrpSpPr/>
          <p:nvPr/>
        </p:nvGrpSpPr>
        <p:grpSpPr>
          <a:xfrm>
            <a:off x="6053675" y="1654539"/>
            <a:ext cx="2373590" cy="841666"/>
            <a:chOff x="6053675" y="1654539"/>
            <a:chExt cx="2373590" cy="841666"/>
          </a:xfrm>
        </p:grpSpPr>
        <p:grpSp>
          <p:nvGrpSpPr>
            <p:cNvPr id="1127" name="Google Shape;1127;p27"/>
            <p:cNvGrpSpPr/>
            <p:nvPr/>
          </p:nvGrpSpPr>
          <p:grpSpPr>
            <a:xfrm flipH="1">
              <a:off x="6102733" y="1716472"/>
              <a:ext cx="640081" cy="658115"/>
              <a:chOff x="1690218" y="1609641"/>
              <a:chExt cx="526339" cy="577699"/>
            </a:xfrm>
          </p:grpSpPr>
          <p:sp>
            <p:nvSpPr>
              <p:cNvPr id="1128" name="Google Shape;1128;p27"/>
              <p:cNvSpPr/>
              <p:nvPr/>
            </p:nvSpPr>
            <p:spPr>
              <a:xfrm rot="5400000" flipH="1">
                <a:off x="1698457" y="1640841"/>
                <a:ext cx="549300" cy="486900"/>
              </a:xfrm>
              <a:prstGeom prst="flowChartDelay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7"/>
              <p:cNvSpPr/>
              <p:nvPr/>
            </p:nvSpPr>
            <p:spPr>
              <a:xfrm rot="5400000" flipH="1">
                <a:off x="1659018" y="1669241"/>
                <a:ext cx="549300" cy="486900"/>
              </a:xfrm>
              <a:prstGeom prst="flowChartDelay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9" name="Google Shape;1129;p27"/>
            <p:cNvGrpSpPr/>
            <p:nvPr/>
          </p:nvGrpSpPr>
          <p:grpSpPr>
            <a:xfrm>
              <a:off x="6053675" y="1654539"/>
              <a:ext cx="2373590" cy="841666"/>
              <a:chOff x="6053675" y="1654539"/>
              <a:chExt cx="2373590" cy="841666"/>
            </a:xfrm>
          </p:grpSpPr>
          <p:grpSp>
            <p:nvGrpSpPr>
              <p:cNvPr id="1130" name="Google Shape;1130;p27"/>
              <p:cNvGrpSpPr/>
              <p:nvPr/>
            </p:nvGrpSpPr>
            <p:grpSpPr>
              <a:xfrm>
                <a:off x="6872665" y="1654539"/>
                <a:ext cx="1554600" cy="841666"/>
                <a:chOff x="6872665" y="1553725"/>
                <a:chExt cx="1554600" cy="841666"/>
              </a:xfrm>
            </p:grpSpPr>
            <p:sp>
              <p:nvSpPr>
                <p:cNvPr id="1131" name="Google Shape;1131;p27"/>
                <p:cNvSpPr txBox="1"/>
                <p:nvPr/>
              </p:nvSpPr>
              <p:spPr>
                <a:xfrm flipH="1">
                  <a:off x="6872665" y="1553725"/>
                  <a:ext cx="1554600" cy="36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b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>
                      <a:solidFill>
                        <a:schemeClr val="dk1"/>
                      </a:solidFill>
                      <a:latin typeface="Merriweather"/>
                      <a:ea typeface="Merriweather"/>
                      <a:cs typeface="Merriweather"/>
                      <a:sym typeface="Merriweather"/>
                    </a:rPr>
                    <a:t>Venus</a:t>
                  </a:r>
                  <a:endParaRPr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endParaRPr>
                </a:p>
              </p:txBody>
            </p:sp>
            <p:sp>
              <p:nvSpPr>
                <p:cNvPr id="1132" name="Google Shape;1132;p27"/>
                <p:cNvSpPr txBox="1"/>
                <p:nvPr/>
              </p:nvSpPr>
              <p:spPr>
                <a:xfrm flipH="1">
                  <a:off x="6872665" y="1813991"/>
                  <a:ext cx="1554600" cy="581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>
                      <a:solidFill>
                        <a:schemeClr val="dk1"/>
                      </a:solidFill>
                      <a:latin typeface="Spectral"/>
                      <a:ea typeface="Spectral"/>
                      <a:cs typeface="Spectral"/>
                      <a:sym typeface="Spectral"/>
                    </a:rPr>
                    <a:t>Venus has a beautiful name</a:t>
                  </a:r>
                  <a:endParaRPr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endParaRPr>
                </a:p>
              </p:txBody>
            </p:sp>
          </p:grpSp>
          <p:sp>
            <p:nvSpPr>
              <p:cNvPr id="1133" name="Google Shape;1133;p27"/>
              <p:cNvSpPr txBox="1"/>
              <p:nvPr/>
            </p:nvSpPr>
            <p:spPr>
              <a:xfrm flipH="1">
                <a:off x="6053675" y="1869572"/>
                <a:ext cx="8190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04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grpSp>
        <p:nvGrpSpPr>
          <p:cNvPr id="1134" name="Google Shape;1134;p27"/>
          <p:cNvGrpSpPr/>
          <p:nvPr/>
        </p:nvGrpSpPr>
        <p:grpSpPr>
          <a:xfrm>
            <a:off x="6055430" y="2703093"/>
            <a:ext cx="2373590" cy="841666"/>
            <a:chOff x="6053675" y="2703093"/>
            <a:chExt cx="2373590" cy="841666"/>
          </a:xfrm>
        </p:grpSpPr>
        <p:grpSp>
          <p:nvGrpSpPr>
            <p:cNvPr id="1135" name="Google Shape;1135;p27"/>
            <p:cNvGrpSpPr/>
            <p:nvPr/>
          </p:nvGrpSpPr>
          <p:grpSpPr>
            <a:xfrm flipH="1">
              <a:off x="6102733" y="2759067"/>
              <a:ext cx="640081" cy="658115"/>
              <a:chOff x="1690218" y="1609641"/>
              <a:chExt cx="526339" cy="577699"/>
            </a:xfrm>
          </p:grpSpPr>
          <p:sp>
            <p:nvSpPr>
              <p:cNvPr id="1136" name="Google Shape;1136;p27"/>
              <p:cNvSpPr/>
              <p:nvPr/>
            </p:nvSpPr>
            <p:spPr>
              <a:xfrm rot="5400000" flipH="1">
                <a:off x="1698457" y="1640841"/>
                <a:ext cx="549300" cy="486900"/>
              </a:xfrm>
              <a:prstGeom prst="flowChartDelay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7"/>
              <p:cNvSpPr/>
              <p:nvPr/>
            </p:nvSpPr>
            <p:spPr>
              <a:xfrm rot="5400000" flipH="1">
                <a:off x="1659018" y="1669241"/>
                <a:ext cx="549300" cy="486900"/>
              </a:xfrm>
              <a:prstGeom prst="flowChartDelay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7" name="Google Shape;1137;p27"/>
            <p:cNvGrpSpPr/>
            <p:nvPr/>
          </p:nvGrpSpPr>
          <p:grpSpPr>
            <a:xfrm>
              <a:off x="6053675" y="2703093"/>
              <a:ext cx="2373590" cy="841666"/>
              <a:chOff x="6053675" y="2703093"/>
              <a:chExt cx="2373590" cy="841666"/>
            </a:xfrm>
          </p:grpSpPr>
          <p:grpSp>
            <p:nvGrpSpPr>
              <p:cNvPr id="1138" name="Google Shape;1138;p27"/>
              <p:cNvGrpSpPr/>
              <p:nvPr/>
            </p:nvGrpSpPr>
            <p:grpSpPr>
              <a:xfrm>
                <a:off x="6872665" y="2703093"/>
                <a:ext cx="1554600" cy="841666"/>
                <a:chOff x="6872665" y="2602280"/>
                <a:chExt cx="1554600" cy="841666"/>
              </a:xfrm>
            </p:grpSpPr>
            <p:sp>
              <p:nvSpPr>
                <p:cNvPr id="1139" name="Google Shape;1139;p27"/>
                <p:cNvSpPr txBox="1"/>
                <p:nvPr/>
              </p:nvSpPr>
              <p:spPr>
                <a:xfrm flipH="1">
                  <a:off x="6872665" y="2602280"/>
                  <a:ext cx="1554600" cy="36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b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>
                      <a:solidFill>
                        <a:schemeClr val="dk1"/>
                      </a:solidFill>
                      <a:latin typeface="Merriweather"/>
                      <a:ea typeface="Merriweather"/>
                      <a:cs typeface="Merriweather"/>
                      <a:sym typeface="Merriweather"/>
                    </a:rPr>
                    <a:t>Earth</a:t>
                  </a:r>
                  <a:endParaRPr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endParaRPr>
                </a:p>
              </p:txBody>
            </p:sp>
            <p:sp>
              <p:nvSpPr>
                <p:cNvPr id="1140" name="Google Shape;1140;p27"/>
                <p:cNvSpPr txBox="1"/>
                <p:nvPr/>
              </p:nvSpPr>
              <p:spPr>
                <a:xfrm flipH="1">
                  <a:off x="6872665" y="2862545"/>
                  <a:ext cx="1554600" cy="581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>
                      <a:solidFill>
                        <a:schemeClr val="dk1"/>
                      </a:solidFill>
                      <a:latin typeface="Spectral"/>
                      <a:ea typeface="Spectral"/>
                      <a:cs typeface="Spectral"/>
                      <a:sym typeface="Spectral"/>
                    </a:rPr>
                    <a:t>Earth is the planet with life</a:t>
                  </a:r>
                  <a:endParaRPr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endParaRPr>
                </a:p>
              </p:txBody>
            </p:sp>
          </p:grpSp>
          <p:sp>
            <p:nvSpPr>
              <p:cNvPr id="1141" name="Google Shape;1141;p27"/>
              <p:cNvSpPr txBox="1"/>
              <p:nvPr/>
            </p:nvSpPr>
            <p:spPr>
              <a:xfrm flipH="1">
                <a:off x="6053675" y="2918126"/>
                <a:ext cx="8190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05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grpSp>
        <p:nvGrpSpPr>
          <p:cNvPr id="1142" name="Google Shape;1142;p27"/>
          <p:cNvGrpSpPr/>
          <p:nvPr/>
        </p:nvGrpSpPr>
        <p:grpSpPr>
          <a:xfrm>
            <a:off x="6053675" y="3751648"/>
            <a:ext cx="2373590" cy="841666"/>
            <a:chOff x="6053675" y="3751648"/>
            <a:chExt cx="2373590" cy="841666"/>
          </a:xfrm>
        </p:grpSpPr>
        <p:grpSp>
          <p:nvGrpSpPr>
            <p:cNvPr id="1143" name="Google Shape;1143;p27"/>
            <p:cNvGrpSpPr/>
            <p:nvPr/>
          </p:nvGrpSpPr>
          <p:grpSpPr>
            <a:xfrm flipH="1">
              <a:off x="6102733" y="3801663"/>
              <a:ext cx="640081" cy="658115"/>
              <a:chOff x="1690218" y="1609641"/>
              <a:chExt cx="526339" cy="577699"/>
            </a:xfrm>
          </p:grpSpPr>
          <p:sp>
            <p:nvSpPr>
              <p:cNvPr id="1144" name="Google Shape;1144;p27"/>
              <p:cNvSpPr/>
              <p:nvPr/>
            </p:nvSpPr>
            <p:spPr>
              <a:xfrm rot="5400000" flipH="1">
                <a:off x="1698457" y="1640841"/>
                <a:ext cx="549300" cy="486900"/>
              </a:xfrm>
              <a:prstGeom prst="flowChartDelay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7"/>
              <p:cNvSpPr/>
              <p:nvPr/>
            </p:nvSpPr>
            <p:spPr>
              <a:xfrm rot="5400000" flipH="1">
                <a:off x="1659018" y="1669241"/>
                <a:ext cx="549300" cy="486900"/>
              </a:xfrm>
              <a:prstGeom prst="flowChartDelay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5" name="Google Shape;1145;p27"/>
            <p:cNvGrpSpPr/>
            <p:nvPr/>
          </p:nvGrpSpPr>
          <p:grpSpPr>
            <a:xfrm>
              <a:off x="6053675" y="3751648"/>
              <a:ext cx="2373590" cy="841666"/>
              <a:chOff x="6053675" y="3751648"/>
              <a:chExt cx="2373590" cy="841666"/>
            </a:xfrm>
          </p:grpSpPr>
          <p:grpSp>
            <p:nvGrpSpPr>
              <p:cNvPr id="1146" name="Google Shape;1146;p27"/>
              <p:cNvGrpSpPr/>
              <p:nvPr/>
            </p:nvGrpSpPr>
            <p:grpSpPr>
              <a:xfrm>
                <a:off x="6872665" y="3751648"/>
                <a:ext cx="1554600" cy="841666"/>
                <a:chOff x="6872665" y="3650834"/>
                <a:chExt cx="1554600" cy="841666"/>
              </a:xfrm>
            </p:grpSpPr>
            <p:sp>
              <p:nvSpPr>
                <p:cNvPr id="1147" name="Google Shape;1147;p27"/>
                <p:cNvSpPr txBox="1"/>
                <p:nvPr/>
              </p:nvSpPr>
              <p:spPr>
                <a:xfrm flipH="1">
                  <a:off x="6872665" y="3650834"/>
                  <a:ext cx="1554600" cy="36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b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>
                      <a:solidFill>
                        <a:schemeClr val="dk1"/>
                      </a:solidFill>
                      <a:latin typeface="Merriweather"/>
                      <a:ea typeface="Merriweather"/>
                      <a:cs typeface="Merriweather"/>
                      <a:sym typeface="Merriweather"/>
                    </a:rPr>
                    <a:t>Neptune</a:t>
                  </a:r>
                  <a:endParaRPr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endParaRPr>
                </a:p>
              </p:txBody>
            </p:sp>
            <p:sp>
              <p:nvSpPr>
                <p:cNvPr id="1148" name="Google Shape;1148;p27"/>
                <p:cNvSpPr txBox="1"/>
                <p:nvPr/>
              </p:nvSpPr>
              <p:spPr>
                <a:xfrm flipH="1">
                  <a:off x="6872665" y="3911100"/>
                  <a:ext cx="1554600" cy="581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>
                      <a:solidFill>
                        <a:schemeClr val="dk1"/>
                      </a:solidFill>
                      <a:latin typeface="Spectral"/>
                      <a:ea typeface="Spectral"/>
                      <a:cs typeface="Spectral"/>
                      <a:sym typeface="Spectral"/>
                    </a:rPr>
                    <a:t>Neptune is far away from us</a:t>
                  </a:r>
                  <a:endParaRPr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endParaRPr>
                </a:p>
              </p:txBody>
            </p:sp>
          </p:grpSp>
          <p:sp>
            <p:nvSpPr>
              <p:cNvPr id="1149" name="Google Shape;1149;p27"/>
              <p:cNvSpPr txBox="1"/>
              <p:nvPr/>
            </p:nvSpPr>
            <p:spPr>
              <a:xfrm flipH="1">
                <a:off x="6053675" y="3966681"/>
                <a:ext cx="8190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06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sp>
        <p:nvSpPr>
          <p:cNvPr id="1150" name="Google Shape;1150;p27"/>
          <p:cNvSpPr/>
          <p:nvPr/>
        </p:nvSpPr>
        <p:spPr>
          <a:xfrm>
            <a:off x="4403239" y="17327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27"/>
          <p:cNvSpPr/>
          <p:nvPr/>
        </p:nvSpPr>
        <p:spPr>
          <a:xfrm>
            <a:off x="4403239" y="3694839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28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aphicFrame>
        <p:nvGraphicFramePr>
          <p:cNvPr id="1157" name="Google Shape;1157;p28"/>
          <p:cNvGraphicFramePr/>
          <p:nvPr/>
        </p:nvGraphicFramePr>
        <p:xfrm>
          <a:off x="713225" y="2487300"/>
          <a:ext cx="7717350" cy="2103000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99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Methodology 01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Methodology 02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Methodology 03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97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Mercury is the closest planet to the Sun and the smallest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Earth is the third planet from the Sun and harbors life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Despite being red, Mars is actually a cold place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95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Methods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Mars is cold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Methods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Ceres is small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Methods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Saturn has rings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Venus is hot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Neptune is far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Jupiter is big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58" name="Google Shape;1158;p28"/>
          <p:cNvGrpSpPr/>
          <p:nvPr/>
        </p:nvGrpSpPr>
        <p:grpSpPr>
          <a:xfrm>
            <a:off x="1708290" y="1645493"/>
            <a:ext cx="640081" cy="658115"/>
            <a:chOff x="1690218" y="1609641"/>
            <a:chExt cx="526339" cy="577699"/>
          </a:xfrm>
        </p:grpSpPr>
        <p:sp>
          <p:nvSpPr>
            <p:cNvPr id="1159" name="Google Shape;1159;p28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8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1" name="Google Shape;1161;p28"/>
          <p:cNvGrpSpPr/>
          <p:nvPr/>
        </p:nvGrpSpPr>
        <p:grpSpPr>
          <a:xfrm flipH="1">
            <a:off x="4220365" y="1645493"/>
            <a:ext cx="640081" cy="658115"/>
            <a:chOff x="1690218" y="1609641"/>
            <a:chExt cx="526339" cy="577699"/>
          </a:xfrm>
        </p:grpSpPr>
        <p:sp>
          <p:nvSpPr>
            <p:cNvPr id="1162" name="Google Shape;1162;p28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8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4" name="Google Shape;1164;p28"/>
          <p:cNvGrpSpPr/>
          <p:nvPr/>
        </p:nvGrpSpPr>
        <p:grpSpPr>
          <a:xfrm>
            <a:off x="6935315" y="1645493"/>
            <a:ext cx="640081" cy="658115"/>
            <a:chOff x="1690218" y="1609641"/>
            <a:chExt cx="526339" cy="577699"/>
          </a:xfrm>
        </p:grpSpPr>
        <p:sp>
          <p:nvSpPr>
            <p:cNvPr id="1165" name="Google Shape;1165;p28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8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7" name="Google Shape;1167;p28"/>
          <p:cNvGrpSpPr/>
          <p:nvPr/>
        </p:nvGrpSpPr>
        <p:grpSpPr>
          <a:xfrm>
            <a:off x="1811007" y="1798276"/>
            <a:ext cx="384996" cy="457213"/>
            <a:chOff x="1781363" y="1755775"/>
            <a:chExt cx="440600" cy="521100"/>
          </a:xfrm>
        </p:grpSpPr>
        <p:sp>
          <p:nvSpPr>
            <p:cNvPr id="1168" name="Google Shape;1168;p28"/>
            <p:cNvSpPr/>
            <p:nvPr/>
          </p:nvSpPr>
          <p:spPr>
            <a:xfrm>
              <a:off x="1854838" y="1755775"/>
              <a:ext cx="292675" cy="521100"/>
            </a:xfrm>
            <a:custGeom>
              <a:avLst/>
              <a:gdLst/>
              <a:ahLst/>
              <a:cxnLst/>
              <a:rect l="l" t="t" r="r" b="b"/>
              <a:pathLst>
                <a:path w="11707" h="20844" extrusionOk="0">
                  <a:moveTo>
                    <a:pt x="5872" y="611"/>
                  </a:moveTo>
                  <a:cubicBezTo>
                    <a:pt x="8764" y="611"/>
                    <a:pt x="11115" y="2962"/>
                    <a:pt x="11115" y="5854"/>
                  </a:cubicBezTo>
                  <a:cubicBezTo>
                    <a:pt x="11115" y="8745"/>
                    <a:pt x="8764" y="11096"/>
                    <a:pt x="5872" y="11096"/>
                  </a:cubicBezTo>
                  <a:cubicBezTo>
                    <a:pt x="2981" y="11096"/>
                    <a:pt x="630" y="8745"/>
                    <a:pt x="630" y="5854"/>
                  </a:cubicBezTo>
                  <a:cubicBezTo>
                    <a:pt x="630" y="2962"/>
                    <a:pt x="2981" y="611"/>
                    <a:pt x="5872" y="611"/>
                  </a:cubicBezTo>
                  <a:close/>
                  <a:moveTo>
                    <a:pt x="5854" y="0"/>
                  </a:moveTo>
                  <a:cubicBezTo>
                    <a:pt x="2627" y="0"/>
                    <a:pt x="0" y="2625"/>
                    <a:pt x="0" y="5854"/>
                  </a:cubicBezTo>
                  <a:cubicBezTo>
                    <a:pt x="0" y="8978"/>
                    <a:pt x="2463" y="11540"/>
                    <a:pt x="5550" y="11698"/>
                  </a:cubicBezTo>
                  <a:lnTo>
                    <a:pt x="5550" y="13092"/>
                  </a:lnTo>
                  <a:cubicBezTo>
                    <a:pt x="4976" y="13233"/>
                    <a:pt x="4573" y="13747"/>
                    <a:pt x="4572" y="14338"/>
                  </a:cubicBezTo>
                  <a:lnTo>
                    <a:pt x="4572" y="19533"/>
                  </a:lnTo>
                  <a:cubicBezTo>
                    <a:pt x="4572" y="20230"/>
                    <a:pt x="5119" y="20823"/>
                    <a:pt x="5817" y="20843"/>
                  </a:cubicBezTo>
                  <a:cubicBezTo>
                    <a:pt x="5830" y="20843"/>
                    <a:pt x="5842" y="20843"/>
                    <a:pt x="5855" y="20843"/>
                  </a:cubicBezTo>
                  <a:cubicBezTo>
                    <a:pt x="6560" y="20843"/>
                    <a:pt x="7137" y="20271"/>
                    <a:pt x="7137" y="19562"/>
                  </a:cubicBezTo>
                  <a:lnTo>
                    <a:pt x="7137" y="15654"/>
                  </a:lnTo>
                  <a:cubicBezTo>
                    <a:pt x="7137" y="15499"/>
                    <a:pt x="7025" y="15358"/>
                    <a:pt x="6869" y="15340"/>
                  </a:cubicBezTo>
                  <a:cubicBezTo>
                    <a:pt x="6856" y="15338"/>
                    <a:pt x="6842" y="15337"/>
                    <a:pt x="6829" y="15337"/>
                  </a:cubicBezTo>
                  <a:cubicBezTo>
                    <a:pt x="6663" y="15337"/>
                    <a:pt x="6525" y="15474"/>
                    <a:pt x="6526" y="15643"/>
                  </a:cubicBezTo>
                  <a:lnTo>
                    <a:pt x="6526" y="19539"/>
                  </a:lnTo>
                  <a:cubicBezTo>
                    <a:pt x="6526" y="19920"/>
                    <a:pt x="6227" y="20233"/>
                    <a:pt x="5854" y="20233"/>
                  </a:cubicBezTo>
                  <a:cubicBezTo>
                    <a:pt x="5836" y="20233"/>
                    <a:pt x="5817" y="20232"/>
                    <a:pt x="5799" y="20230"/>
                  </a:cubicBezTo>
                  <a:cubicBezTo>
                    <a:pt x="5451" y="20201"/>
                    <a:pt x="5182" y="19910"/>
                    <a:pt x="5182" y="19560"/>
                  </a:cubicBezTo>
                  <a:lnTo>
                    <a:pt x="5182" y="14147"/>
                  </a:lnTo>
                  <a:cubicBezTo>
                    <a:pt x="5187" y="14061"/>
                    <a:pt x="5221" y="13978"/>
                    <a:pt x="5281" y="13917"/>
                  </a:cubicBezTo>
                  <a:cubicBezTo>
                    <a:pt x="5470" y="13740"/>
                    <a:pt x="5671" y="13665"/>
                    <a:pt x="5855" y="13665"/>
                  </a:cubicBezTo>
                  <a:cubicBezTo>
                    <a:pt x="6248" y="13665"/>
                    <a:pt x="6563" y="14004"/>
                    <a:pt x="6523" y="14406"/>
                  </a:cubicBezTo>
                  <a:cubicBezTo>
                    <a:pt x="6518" y="14449"/>
                    <a:pt x="6533" y="14493"/>
                    <a:pt x="6563" y="14524"/>
                  </a:cubicBezTo>
                  <a:cubicBezTo>
                    <a:pt x="6652" y="14607"/>
                    <a:pt x="6745" y="14642"/>
                    <a:pt x="6831" y="14642"/>
                  </a:cubicBezTo>
                  <a:cubicBezTo>
                    <a:pt x="6999" y="14642"/>
                    <a:pt x="7135" y="14506"/>
                    <a:pt x="7135" y="14338"/>
                  </a:cubicBezTo>
                  <a:cubicBezTo>
                    <a:pt x="7135" y="13747"/>
                    <a:pt x="6732" y="13233"/>
                    <a:pt x="6159" y="13092"/>
                  </a:cubicBezTo>
                  <a:lnTo>
                    <a:pt x="6159" y="11698"/>
                  </a:lnTo>
                  <a:cubicBezTo>
                    <a:pt x="9247" y="11540"/>
                    <a:pt x="11706" y="8979"/>
                    <a:pt x="11706" y="5854"/>
                  </a:cubicBezTo>
                  <a:cubicBezTo>
                    <a:pt x="11706" y="2625"/>
                    <a:pt x="9081" y="0"/>
                    <a:pt x="5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8"/>
            <p:cNvSpPr/>
            <p:nvPr/>
          </p:nvSpPr>
          <p:spPr>
            <a:xfrm>
              <a:off x="1930488" y="1831975"/>
              <a:ext cx="191650" cy="183750"/>
            </a:xfrm>
            <a:custGeom>
              <a:avLst/>
              <a:gdLst/>
              <a:ahLst/>
              <a:cxnLst/>
              <a:rect l="l" t="t" r="r" b="b"/>
              <a:pathLst>
                <a:path w="7666" h="7350" extrusionOk="0">
                  <a:moveTo>
                    <a:pt x="6267" y="1"/>
                  </a:moveTo>
                  <a:cubicBezTo>
                    <a:pt x="6205" y="1"/>
                    <a:pt x="6142" y="20"/>
                    <a:pt x="6088" y="60"/>
                  </a:cubicBezTo>
                  <a:cubicBezTo>
                    <a:pt x="5952" y="159"/>
                    <a:pt x="5923" y="350"/>
                    <a:pt x="6023" y="487"/>
                  </a:cubicBezTo>
                  <a:cubicBezTo>
                    <a:pt x="7168" y="2052"/>
                    <a:pt x="7001" y="4217"/>
                    <a:pt x="5630" y="5588"/>
                  </a:cubicBezTo>
                  <a:cubicBezTo>
                    <a:pt x="4868" y="6350"/>
                    <a:pt x="3861" y="6740"/>
                    <a:pt x="2848" y="6740"/>
                  </a:cubicBezTo>
                  <a:cubicBezTo>
                    <a:pt x="2037" y="6740"/>
                    <a:pt x="1223" y="6490"/>
                    <a:pt x="527" y="5982"/>
                  </a:cubicBezTo>
                  <a:cubicBezTo>
                    <a:pt x="473" y="5942"/>
                    <a:pt x="410" y="5922"/>
                    <a:pt x="348" y="5922"/>
                  </a:cubicBezTo>
                  <a:cubicBezTo>
                    <a:pt x="253" y="5922"/>
                    <a:pt x="161" y="5966"/>
                    <a:pt x="101" y="6048"/>
                  </a:cubicBezTo>
                  <a:cubicBezTo>
                    <a:pt x="1" y="6184"/>
                    <a:pt x="30" y="6375"/>
                    <a:pt x="166" y="6474"/>
                  </a:cubicBezTo>
                  <a:cubicBezTo>
                    <a:pt x="944" y="7042"/>
                    <a:pt x="1882" y="7350"/>
                    <a:pt x="2846" y="7350"/>
                  </a:cubicBezTo>
                  <a:cubicBezTo>
                    <a:pt x="2849" y="7350"/>
                    <a:pt x="2851" y="7350"/>
                    <a:pt x="2854" y="7350"/>
                  </a:cubicBezTo>
                  <a:cubicBezTo>
                    <a:pt x="2962" y="7350"/>
                    <a:pt x="3069" y="7347"/>
                    <a:pt x="3178" y="7339"/>
                  </a:cubicBezTo>
                  <a:cubicBezTo>
                    <a:pt x="4825" y="7219"/>
                    <a:pt x="6279" y="6215"/>
                    <a:pt x="6972" y="4715"/>
                  </a:cubicBezTo>
                  <a:cubicBezTo>
                    <a:pt x="7665" y="3216"/>
                    <a:pt x="7490" y="1459"/>
                    <a:pt x="6515" y="126"/>
                  </a:cubicBezTo>
                  <a:cubicBezTo>
                    <a:pt x="6455" y="44"/>
                    <a:pt x="6362" y="1"/>
                    <a:pt x="6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8"/>
            <p:cNvSpPr/>
            <p:nvPr/>
          </p:nvSpPr>
          <p:spPr>
            <a:xfrm>
              <a:off x="1876813" y="1788425"/>
              <a:ext cx="195850" cy="183825"/>
            </a:xfrm>
            <a:custGeom>
              <a:avLst/>
              <a:gdLst/>
              <a:ahLst/>
              <a:cxnLst/>
              <a:rect l="l" t="t" r="r" b="b"/>
              <a:pathLst>
                <a:path w="7834" h="7353" extrusionOk="0">
                  <a:moveTo>
                    <a:pt x="4991" y="1"/>
                  </a:moveTo>
                  <a:cubicBezTo>
                    <a:pt x="3821" y="1"/>
                    <a:pt x="2657" y="452"/>
                    <a:pt x="1777" y="1332"/>
                  </a:cubicBezTo>
                  <a:cubicBezTo>
                    <a:pt x="193" y="2916"/>
                    <a:pt x="0" y="5419"/>
                    <a:pt x="1325" y="7228"/>
                  </a:cubicBezTo>
                  <a:cubicBezTo>
                    <a:pt x="1384" y="7309"/>
                    <a:pt x="1476" y="7353"/>
                    <a:pt x="1570" y="7353"/>
                  </a:cubicBezTo>
                  <a:cubicBezTo>
                    <a:pt x="1633" y="7353"/>
                    <a:pt x="1696" y="7333"/>
                    <a:pt x="1751" y="7293"/>
                  </a:cubicBezTo>
                  <a:cubicBezTo>
                    <a:pt x="1887" y="7194"/>
                    <a:pt x="1916" y="7003"/>
                    <a:pt x="1817" y="6867"/>
                  </a:cubicBezTo>
                  <a:cubicBezTo>
                    <a:pt x="1267" y="6114"/>
                    <a:pt x="1001" y="5189"/>
                    <a:pt x="1069" y="4260"/>
                  </a:cubicBezTo>
                  <a:lnTo>
                    <a:pt x="1069" y="4258"/>
                  </a:lnTo>
                  <a:cubicBezTo>
                    <a:pt x="1173" y="2833"/>
                    <a:pt x="2042" y="1575"/>
                    <a:pt x="3340" y="976"/>
                  </a:cubicBezTo>
                  <a:cubicBezTo>
                    <a:pt x="3866" y="732"/>
                    <a:pt x="4430" y="612"/>
                    <a:pt x="4990" y="612"/>
                  </a:cubicBezTo>
                  <a:cubicBezTo>
                    <a:pt x="5811" y="612"/>
                    <a:pt x="6627" y="870"/>
                    <a:pt x="7312" y="1371"/>
                  </a:cubicBezTo>
                  <a:cubicBezTo>
                    <a:pt x="7365" y="1408"/>
                    <a:pt x="7426" y="1426"/>
                    <a:pt x="7487" y="1426"/>
                  </a:cubicBezTo>
                  <a:cubicBezTo>
                    <a:pt x="7581" y="1426"/>
                    <a:pt x="7674" y="1383"/>
                    <a:pt x="7734" y="1301"/>
                  </a:cubicBezTo>
                  <a:cubicBezTo>
                    <a:pt x="7833" y="1167"/>
                    <a:pt x="7806" y="979"/>
                    <a:pt x="7673" y="879"/>
                  </a:cubicBezTo>
                  <a:cubicBezTo>
                    <a:pt x="6869" y="290"/>
                    <a:pt x="5928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8"/>
            <p:cNvSpPr/>
            <p:nvPr/>
          </p:nvSpPr>
          <p:spPr>
            <a:xfrm>
              <a:off x="1946088" y="1848275"/>
              <a:ext cx="111125" cy="107650"/>
            </a:xfrm>
            <a:custGeom>
              <a:avLst/>
              <a:gdLst/>
              <a:ahLst/>
              <a:cxnLst/>
              <a:rect l="l" t="t" r="r" b="b"/>
              <a:pathLst>
                <a:path w="4445" h="4306" extrusionOk="0">
                  <a:moveTo>
                    <a:pt x="3454" y="922"/>
                  </a:moveTo>
                  <a:lnTo>
                    <a:pt x="2819" y="2318"/>
                  </a:lnTo>
                  <a:lnTo>
                    <a:pt x="2058" y="1557"/>
                  </a:lnTo>
                  <a:lnTo>
                    <a:pt x="3454" y="922"/>
                  </a:lnTo>
                  <a:close/>
                  <a:moveTo>
                    <a:pt x="1626" y="1989"/>
                  </a:moveTo>
                  <a:lnTo>
                    <a:pt x="2387" y="2750"/>
                  </a:lnTo>
                  <a:lnTo>
                    <a:pt x="991" y="3385"/>
                  </a:lnTo>
                  <a:lnTo>
                    <a:pt x="1626" y="1989"/>
                  </a:lnTo>
                  <a:close/>
                  <a:moveTo>
                    <a:pt x="4071" y="1"/>
                  </a:moveTo>
                  <a:cubicBezTo>
                    <a:pt x="4029" y="1"/>
                    <a:pt x="3985" y="10"/>
                    <a:pt x="3942" y="30"/>
                  </a:cubicBezTo>
                  <a:lnTo>
                    <a:pt x="1404" y="1183"/>
                  </a:lnTo>
                  <a:cubicBezTo>
                    <a:pt x="1336" y="1213"/>
                    <a:pt x="1283" y="1268"/>
                    <a:pt x="1252" y="1335"/>
                  </a:cubicBezTo>
                  <a:lnTo>
                    <a:pt x="99" y="3872"/>
                  </a:lnTo>
                  <a:cubicBezTo>
                    <a:pt x="1" y="4086"/>
                    <a:pt x="168" y="4306"/>
                    <a:pt x="375" y="4306"/>
                  </a:cubicBezTo>
                  <a:cubicBezTo>
                    <a:pt x="417" y="4306"/>
                    <a:pt x="460" y="4297"/>
                    <a:pt x="504" y="4277"/>
                  </a:cubicBezTo>
                  <a:lnTo>
                    <a:pt x="3041" y="3124"/>
                  </a:lnTo>
                  <a:cubicBezTo>
                    <a:pt x="3109" y="3093"/>
                    <a:pt x="3163" y="3040"/>
                    <a:pt x="3194" y="2972"/>
                  </a:cubicBezTo>
                  <a:lnTo>
                    <a:pt x="4346" y="434"/>
                  </a:lnTo>
                  <a:cubicBezTo>
                    <a:pt x="4445" y="220"/>
                    <a:pt x="4278" y="1"/>
                    <a:pt x="4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8"/>
            <p:cNvSpPr/>
            <p:nvPr/>
          </p:nvSpPr>
          <p:spPr>
            <a:xfrm>
              <a:off x="1781363" y="1894225"/>
              <a:ext cx="49000" cy="15275"/>
            </a:xfrm>
            <a:custGeom>
              <a:avLst/>
              <a:gdLst/>
              <a:ahLst/>
              <a:cxnLst/>
              <a:rect l="l" t="t" r="r" b="b"/>
              <a:pathLst>
                <a:path w="1960" h="611" extrusionOk="0">
                  <a:moveTo>
                    <a:pt x="338" y="0"/>
                  </a:moveTo>
                  <a:cubicBezTo>
                    <a:pt x="181" y="0"/>
                    <a:pt x="42" y="112"/>
                    <a:pt x="23" y="268"/>
                  </a:cubicBezTo>
                  <a:cubicBezTo>
                    <a:pt x="0" y="451"/>
                    <a:pt x="143" y="611"/>
                    <a:pt x="327" y="611"/>
                  </a:cubicBezTo>
                  <a:lnTo>
                    <a:pt x="1632" y="611"/>
                  </a:lnTo>
                  <a:cubicBezTo>
                    <a:pt x="1817" y="611"/>
                    <a:pt x="1959" y="451"/>
                    <a:pt x="1935" y="268"/>
                  </a:cubicBezTo>
                  <a:cubicBezTo>
                    <a:pt x="1916" y="110"/>
                    <a:pt x="1776" y="0"/>
                    <a:pt x="1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8"/>
            <p:cNvSpPr/>
            <p:nvPr/>
          </p:nvSpPr>
          <p:spPr>
            <a:xfrm>
              <a:off x="1813413" y="1821050"/>
              <a:ext cx="33800" cy="23450"/>
            </a:xfrm>
            <a:custGeom>
              <a:avLst/>
              <a:gdLst/>
              <a:ahLst/>
              <a:cxnLst/>
              <a:rect l="l" t="t" r="r" b="b"/>
              <a:pathLst>
                <a:path w="1352" h="938" extrusionOk="0">
                  <a:moveTo>
                    <a:pt x="350" y="0"/>
                  </a:moveTo>
                  <a:cubicBezTo>
                    <a:pt x="238" y="0"/>
                    <a:pt x="130" y="62"/>
                    <a:pt x="77" y="170"/>
                  </a:cubicBezTo>
                  <a:cubicBezTo>
                    <a:pt x="1" y="320"/>
                    <a:pt x="62" y="503"/>
                    <a:pt x="213" y="579"/>
                  </a:cubicBezTo>
                  <a:lnTo>
                    <a:pt x="865" y="905"/>
                  </a:lnTo>
                  <a:cubicBezTo>
                    <a:pt x="909" y="927"/>
                    <a:pt x="956" y="937"/>
                    <a:pt x="1002" y="937"/>
                  </a:cubicBezTo>
                  <a:cubicBezTo>
                    <a:pt x="1114" y="937"/>
                    <a:pt x="1222" y="875"/>
                    <a:pt x="1275" y="769"/>
                  </a:cubicBezTo>
                  <a:cubicBezTo>
                    <a:pt x="1351" y="617"/>
                    <a:pt x="1290" y="434"/>
                    <a:pt x="1139" y="359"/>
                  </a:cubicBezTo>
                  <a:lnTo>
                    <a:pt x="486" y="32"/>
                  </a:lnTo>
                  <a:cubicBezTo>
                    <a:pt x="443" y="10"/>
                    <a:pt x="396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8"/>
            <p:cNvSpPr/>
            <p:nvPr/>
          </p:nvSpPr>
          <p:spPr>
            <a:xfrm>
              <a:off x="1813413" y="1959725"/>
              <a:ext cx="33800" cy="23475"/>
            </a:xfrm>
            <a:custGeom>
              <a:avLst/>
              <a:gdLst/>
              <a:ahLst/>
              <a:cxnLst/>
              <a:rect l="l" t="t" r="r" b="b"/>
              <a:pathLst>
                <a:path w="1352" h="939" extrusionOk="0">
                  <a:moveTo>
                    <a:pt x="1002" y="1"/>
                  </a:moveTo>
                  <a:cubicBezTo>
                    <a:pt x="956" y="1"/>
                    <a:pt x="909" y="11"/>
                    <a:pt x="865" y="33"/>
                  </a:cubicBezTo>
                  <a:lnTo>
                    <a:pt x="213" y="360"/>
                  </a:lnTo>
                  <a:cubicBezTo>
                    <a:pt x="62" y="434"/>
                    <a:pt x="1" y="617"/>
                    <a:pt x="77" y="770"/>
                  </a:cubicBezTo>
                  <a:cubicBezTo>
                    <a:pt x="129" y="876"/>
                    <a:pt x="238" y="938"/>
                    <a:pt x="350" y="938"/>
                  </a:cubicBezTo>
                  <a:cubicBezTo>
                    <a:pt x="396" y="938"/>
                    <a:pt x="442" y="928"/>
                    <a:pt x="486" y="906"/>
                  </a:cubicBezTo>
                  <a:lnTo>
                    <a:pt x="1139" y="580"/>
                  </a:lnTo>
                  <a:cubicBezTo>
                    <a:pt x="1290" y="504"/>
                    <a:pt x="1351" y="321"/>
                    <a:pt x="1275" y="170"/>
                  </a:cubicBezTo>
                  <a:cubicBezTo>
                    <a:pt x="1222" y="62"/>
                    <a:pt x="1114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8"/>
            <p:cNvSpPr/>
            <p:nvPr/>
          </p:nvSpPr>
          <p:spPr>
            <a:xfrm>
              <a:off x="2172938" y="1894225"/>
              <a:ext cx="49025" cy="15275"/>
            </a:xfrm>
            <a:custGeom>
              <a:avLst/>
              <a:gdLst/>
              <a:ahLst/>
              <a:cxnLst/>
              <a:rect l="l" t="t" r="r" b="b"/>
              <a:pathLst>
                <a:path w="1961" h="611" extrusionOk="0">
                  <a:moveTo>
                    <a:pt x="339" y="0"/>
                  </a:moveTo>
                  <a:cubicBezTo>
                    <a:pt x="182" y="0"/>
                    <a:pt x="43" y="112"/>
                    <a:pt x="25" y="268"/>
                  </a:cubicBezTo>
                  <a:cubicBezTo>
                    <a:pt x="1" y="451"/>
                    <a:pt x="143" y="611"/>
                    <a:pt x="328" y="611"/>
                  </a:cubicBezTo>
                  <a:lnTo>
                    <a:pt x="1622" y="611"/>
                  </a:lnTo>
                  <a:cubicBezTo>
                    <a:pt x="1777" y="611"/>
                    <a:pt x="1918" y="499"/>
                    <a:pt x="1936" y="344"/>
                  </a:cubicBezTo>
                  <a:cubicBezTo>
                    <a:pt x="1960" y="162"/>
                    <a:pt x="1818" y="0"/>
                    <a:pt x="1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8"/>
            <p:cNvSpPr/>
            <p:nvPr/>
          </p:nvSpPr>
          <p:spPr>
            <a:xfrm>
              <a:off x="2156113" y="1959725"/>
              <a:ext cx="33775" cy="23475"/>
            </a:xfrm>
            <a:custGeom>
              <a:avLst/>
              <a:gdLst/>
              <a:ahLst/>
              <a:cxnLst/>
              <a:rect l="l" t="t" r="r" b="b"/>
              <a:pathLst>
                <a:path w="1351" h="939" extrusionOk="0">
                  <a:moveTo>
                    <a:pt x="350" y="1"/>
                  </a:moveTo>
                  <a:cubicBezTo>
                    <a:pt x="238" y="1"/>
                    <a:pt x="129" y="62"/>
                    <a:pt x="76" y="170"/>
                  </a:cubicBezTo>
                  <a:cubicBezTo>
                    <a:pt x="0" y="321"/>
                    <a:pt x="62" y="504"/>
                    <a:pt x="212" y="580"/>
                  </a:cubicBezTo>
                  <a:lnTo>
                    <a:pt x="865" y="906"/>
                  </a:lnTo>
                  <a:cubicBezTo>
                    <a:pt x="909" y="928"/>
                    <a:pt x="956" y="938"/>
                    <a:pt x="1002" y="938"/>
                  </a:cubicBezTo>
                  <a:cubicBezTo>
                    <a:pt x="1114" y="938"/>
                    <a:pt x="1222" y="876"/>
                    <a:pt x="1275" y="770"/>
                  </a:cubicBezTo>
                  <a:cubicBezTo>
                    <a:pt x="1351" y="619"/>
                    <a:pt x="1289" y="434"/>
                    <a:pt x="1139" y="360"/>
                  </a:cubicBezTo>
                  <a:lnTo>
                    <a:pt x="486" y="33"/>
                  </a:lnTo>
                  <a:cubicBezTo>
                    <a:pt x="442" y="11"/>
                    <a:pt x="396" y="1"/>
                    <a:pt x="3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8"/>
            <p:cNvSpPr/>
            <p:nvPr/>
          </p:nvSpPr>
          <p:spPr>
            <a:xfrm>
              <a:off x="2156588" y="1821025"/>
              <a:ext cx="33275" cy="23475"/>
            </a:xfrm>
            <a:custGeom>
              <a:avLst/>
              <a:gdLst/>
              <a:ahLst/>
              <a:cxnLst/>
              <a:rect l="l" t="t" r="r" b="b"/>
              <a:pathLst>
                <a:path w="1331" h="939" extrusionOk="0">
                  <a:moveTo>
                    <a:pt x="983" y="0"/>
                  </a:moveTo>
                  <a:cubicBezTo>
                    <a:pt x="937" y="0"/>
                    <a:pt x="890" y="11"/>
                    <a:pt x="846" y="33"/>
                  </a:cubicBezTo>
                  <a:lnTo>
                    <a:pt x="193" y="360"/>
                  </a:lnTo>
                  <a:cubicBezTo>
                    <a:pt x="67" y="423"/>
                    <a:pt x="1" y="564"/>
                    <a:pt x="33" y="703"/>
                  </a:cubicBezTo>
                  <a:cubicBezTo>
                    <a:pt x="66" y="841"/>
                    <a:pt x="189" y="938"/>
                    <a:pt x="329" y="938"/>
                  </a:cubicBezTo>
                  <a:cubicBezTo>
                    <a:pt x="376" y="938"/>
                    <a:pt x="423" y="927"/>
                    <a:pt x="466" y="906"/>
                  </a:cubicBezTo>
                  <a:lnTo>
                    <a:pt x="1120" y="579"/>
                  </a:lnTo>
                  <a:cubicBezTo>
                    <a:pt x="1270" y="504"/>
                    <a:pt x="1330" y="320"/>
                    <a:pt x="1256" y="169"/>
                  </a:cubicBezTo>
                  <a:cubicBezTo>
                    <a:pt x="1202" y="62"/>
                    <a:pt x="1094" y="0"/>
                    <a:pt x="9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8" name="Google Shape;1178;p28"/>
          <p:cNvGrpSpPr/>
          <p:nvPr/>
        </p:nvGrpSpPr>
        <p:grpSpPr>
          <a:xfrm>
            <a:off x="6990965" y="1878489"/>
            <a:ext cx="457193" cy="296788"/>
            <a:chOff x="7626838" y="3258250"/>
            <a:chExt cx="520425" cy="342000"/>
          </a:xfrm>
        </p:grpSpPr>
        <p:sp>
          <p:nvSpPr>
            <p:cNvPr id="1179" name="Google Shape;1179;p28"/>
            <p:cNvSpPr/>
            <p:nvPr/>
          </p:nvSpPr>
          <p:spPr>
            <a:xfrm>
              <a:off x="7626838" y="3258250"/>
              <a:ext cx="520425" cy="342000"/>
            </a:xfrm>
            <a:custGeom>
              <a:avLst/>
              <a:gdLst/>
              <a:ahLst/>
              <a:cxnLst/>
              <a:rect l="l" t="t" r="r" b="b"/>
              <a:pathLst>
                <a:path w="20817" h="13680" extrusionOk="0">
                  <a:moveTo>
                    <a:pt x="18584" y="611"/>
                  </a:moveTo>
                  <a:cubicBezTo>
                    <a:pt x="18955" y="611"/>
                    <a:pt x="19257" y="913"/>
                    <a:pt x="19257" y="1285"/>
                  </a:cubicBezTo>
                  <a:lnTo>
                    <a:pt x="19257" y="11767"/>
                  </a:lnTo>
                  <a:lnTo>
                    <a:pt x="3911" y="11767"/>
                  </a:lnTo>
                  <a:cubicBezTo>
                    <a:pt x="3754" y="11767"/>
                    <a:pt x="3615" y="11879"/>
                    <a:pt x="3595" y="12034"/>
                  </a:cubicBezTo>
                  <a:cubicBezTo>
                    <a:pt x="3573" y="12216"/>
                    <a:pt x="3714" y="12377"/>
                    <a:pt x="3897" y="12377"/>
                  </a:cubicBezTo>
                  <a:cubicBezTo>
                    <a:pt x="3898" y="12377"/>
                    <a:pt x="3899" y="12377"/>
                    <a:pt x="3900" y="12377"/>
                  </a:cubicBezTo>
                  <a:lnTo>
                    <a:pt x="20153" y="12377"/>
                  </a:lnTo>
                  <a:cubicBezTo>
                    <a:pt x="20020" y="12790"/>
                    <a:pt x="19638" y="13069"/>
                    <a:pt x="19204" y="13071"/>
                  </a:cubicBezTo>
                  <a:lnTo>
                    <a:pt x="19204" y="13069"/>
                  </a:lnTo>
                  <a:lnTo>
                    <a:pt x="1647" y="13069"/>
                  </a:lnTo>
                  <a:cubicBezTo>
                    <a:pt x="1213" y="13069"/>
                    <a:pt x="829" y="12789"/>
                    <a:pt x="698" y="12376"/>
                  </a:cubicBezTo>
                  <a:lnTo>
                    <a:pt x="2580" y="12376"/>
                  </a:lnTo>
                  <a:cubicBezTo>
                    <a:pt x="2735" y="12376"/>
                    <a:pt x="2876" y="12264"/>
                    <a:pt x="2894" y="12110"/>
                  </a:cubicBezTo>
                  <a:cubicBezTo>
                    <a:pt x="2918" y="11927"/>
                    <a:pt x="2776" y="11765"/>
                    <a:pt x="2591" y="11765"/>
                  </a:cubicBezTo>
                  <a:lnTo>
                    <a:pt x="1587" y="11765"/>
                  </a:lnTo>
                  <a:lnTo>
                    <a:pt x="1587" y="1285"/>
                  </a:lnTo>
                  <a:cubicBezTo>
                    <a:pt x="1587" y="913"/>
                    <a:pt x="1890" y="611"/>
                    <a:pt x="2261" y="611"/>
                  </a:cubicBezTo>
                  <a:close/>
                  <a:moveTo>
                    <a:pt x="2262" y="1"/>
                  </a:moveTo>
                  <a:cubicBezTo>
                    <a:pt x="1553" y="1"/>
                    <a:pt x="978" y="576"/>
                    <a:pt x="978" y="1285"/>
                  </a:cubicBezTo>
                  <a:lnTo>
                    <a:pt x="978" y="11767"/>
                  </a:lnTo>
                  <a:lnTo>
                    <a:pt x="306" y="11767"/>
                  </a:lnTo>
                  <a:cubicBezTo>
                    <a:pt x="305" y="11767"/>
                    <a:pt x="304" y="11767"/>
                    <a:pt x="303" y="11767"/>
                  </a:cubicBezTo>
                  <a:cubicBezTo>
                    <a:pt x="138" y="11767"/>
                    <a:pt x="2" y="11901"/>
                    <a:pt x="0" y="12068"/>
                  </a:cubicBezTo>
                  <a:cubicBezTo>
                    <a:pt x="0" y="12957"/>
                    <a:pt x="719" y="13679"/>
                    <a:pt x="1610" y="13679"/>
                  </a:cubicBezTo>
                  <a:lnTo>
                    <a:pt x="19209" y="13679"/>
                  </a:lnTo>
                  <a:cubicBezTo>
                    <a:pt x="20096" y="13679"/>
                    <a:pt x="20815" y="12959"/>
                    <a:pt x="20817" y="12071"/>
                  </a:cubicBezTo>
                  <a:cubicBezTo>
                    <a:pt x="20817" y="11903"/>
                    <a:pt x="20681" y="11767"/>
                    <a:pt x="20512" y="11767"/>
                  </a:cubicBezTo>
                  <a:lnTo>
                    <a:pt x="20512" y="11765"/>
                  </a:lnTo>
                  <a:lnTo>
                    <a:pt x="19870" y="11765"/>
                  </a:lnTo>
                  <a:lnTo>
                    <a:pt x="19870" y="1285"/>
                  </a:lnTo>
                  <a:cubicBezTo>
                    <a:pt x="19870" y="576"/>
                    <a:pt x="19295" y="1"/>
                    <a:pt x="18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8"/>
            <p:cNvSpPr/>
            <p:nvPr/>
          </p:nvSpPr>
          <p:spPr>
            <a:xfrm>
              <a:off x="7683863" y="3290850"/>
              <a:ext cx="407175" cy="243250"/>
            </a:xfrm>
            <a:custGeom>
              <a:avLst/>
              <a:gdLst/>
              <a:ahLst/>
              <a:cxnLst/>
              <a:rect l="l" t="t" r="r" b="b"/>
              <a:pathLst>
                <a:path w="16287" h="9730" extrusionOk="0">
                  <a:moveTo>
                    <a:pt x="15675" y="609"/>
                  </a:moveTo>
                  <a:lnTo>
                    <a:pt x="15676" y="9119"/>
                  </a:lnTo>
                  <a:lnTo>
                    <a:pt x="611" y="9119"/>
                  </a:lnTo>
                  <a:lnTo>
                    <a:pt x="611" y="609"/>
                  </a:lnTo>
                  <a:close/>
                  <a:moveTo>
                    <a:pt x="307" y="0"/>
                  </a:moveTo>
                  <a:cubicBezTo>
                    <a:pt x="139" y="0"/>
                    <a:pt x="1" y="137"/>
                    <a:pt x="1" y="305"/>
                  </a:cubicBezTo>
                  <a:lnTo>
                    <a:pt x="1" y="9425"/>
                  </a:lnTo>
                  <a:cubicBezTo>
                    <a:pt x="1" y="9593"/>
                    <a:pt x="139" y="9729"/>
                    <a:pt x="307" y="9729"/>
                  </a:cubicBezTo>
                  <a:lnTo>
                    <a:pt x="15981" y="9729"/>
                  </a:lnTo>
                  <a:cubicBezTo>
                    <a:pt x="15982" y="9729"/>
                    <a:pt x="15983" y="9729"/>
                    <a:pt x="15984" y="9729"/>
                  </a:cubicBezTo>
                  <a:cubicBezTo>
                    <a:pt x="16151" y="9729"/>
                    <a:pt x="16287" y="9592"/>
                    <a:pt x="16287" y="9425"/>
                  </a:cubicBezTo>
                  <a:lnTo>
                    <a:pt x="16287" y="305"/>
                  </a:lnTo>
                  <a:cubicBezTo>
                    <a:pt x="16287" y="137"/>
                    <a:pt x="16149" y="0"/>
                    <a:pt x="159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8"/>
            <p:cNvSpPr/>
            <p:nvPr/>
          </p:nvSpPr>
          <p:spPr>
            <a:xfrm>
              <a:off x="7789663" y="3365050"/>
              <a:ext cx="49925" cy="95775"/>
            </a:xfrm>
            <a:custGeom>
              <a:avLst/>
              <a:gdLst/>
              <a:ahLst/>
              <a:cxnLst/>
              <a:rect l="l" t="t" r="r" b="b"/>
              <a:pathLst>
                <a:path w="1997" h="3831" extrusionOk="0">
                  <a:moveTo>
                    <a:pt x="306" y="1"/>
                  </a:moveTo>
                  <a:cubicBezTo>
                    <a:pt x="138" y="1"/>
                    <a:pt x="0" y="138"/>
                    <a:pt x="0" y="307"/>
                  </a:cubicBezTo>
                  <a:lnTo>
                    <a:pt x="0" y="3523"/>
                  </a:lnTo>
                  <a:cubicBezTo>
                    <a:pt x="0" y="3693"/>
                    <a:pt x="138" y="3830"/>
                    <a:pt x="308" y="3830"/>
                  </a:cubicBezTo>
                  <a:lnTo>
                    <a:pt x="1658" y="3830"/>
                  </a:lnTo>
                  <a:cubicBezTo>
                    <a:pt x="1816" y="3830"/>
                    <a:pt x="1955" y="3717"/>
                    <a:pt x="1973" y="3563"/>
                  </a:cubicBezTo>
                  <a:cubicBezTo>
                    <a:pt x="1997" y="3380"/>
                    <a:pt x="1854" y="3218"/>
                    <a:pt x="1670" y="3218"/>
                  </a:cubicBezTo>
                  <a:lnTo>
                    <a:pt x="612" y="3218"/>
                  </a:lnTo>
                  <a:lnTo>
                    <a:pt x="612" y="2242"/>
                  </a:lnTo>
                  <a:lnTo>
                    <a:pt x="1558" y="2242"/>
                  </a:lnTo>
                  <a:cubicBezTo>
                    <a:pt x="1713" y="2242"/>
                    <a:pt x="1853" y="2130"/>
                    <a:pt x="1872" y="1975"/>
                  </a:cubicBezTo>
                  <a:cubicBezTo>
                    <a:pt x="1895" y="1792"/>
                    <a:pt x="1752" y="1630"/>
                    <a:pt x="1569" y="1630"/>
                  </a:cubicBezTo>
                  <a:lnTo>
                    <a:pt x="612" y="1630"/>
                  </a:lnTo>
                  <a:lnTo>
                    <a:pt x="612" y="613"/>
                  </a:lnTo>
                  <a:lnTo>
                    <a:pt x="1657" y="613"/>
                  </a:lnTo>
                  <a:cubicBezTo>
                    <a:pt x="1814" y="613"/>
                    <a:pt x="1953" y="501"/>
                    <a:pt x="1973" y="346"/>
                  </a:cubicBezTo>
                  <a:cubicBezTo>
                    <a:pt x="1995" y="163"/>
                    <a:pt x="1853" y="1"/>
                    <a:pt x="1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8"/>
            <p:cNvSpPr/>
            <p:nvPr/>
          </p:nvSpPr>
          <p:spPr>
            <a:xfrm>
              <a:off x="7992238" y="3364300"/>
              <a:ext cx="15275" cy="46550"/>
            </a:xfrm>
            <a:custGeom>
              <a:avLst/>
              <a:gdLst/>
              <a:ahLst/>
              <a:cxnLst/>
              <a:rect l="l" t="t" r="r" b="b"/>
              <a:pathLst>
                <a:path w="611" h="1862" extrusionOk="0">
                  <a:moveTo>
                    <a:pt x="303" y="1"/>
                  </a:moveTo>
                  <a:cubicBezTo>
                    <a:pt x="138" y="1"/>
                    <a:pt x="0" y="137"/>
                    <a:pt x="0" y="306"/>
                  </a:cubicBezTo>
                  <a:lnTo>
                    <a:pt x="0" y="1554"/>
                  </a:lnTo>
                  <a:cubicBezTo>
                    <a:pt x="0" y="1726"/>
                    <a:pt x="140" y="1861"/>
                    <a:pt x="306" y="1861"/>
                  </a:cubicBezTo>
                  <a:cubicBezTo>
                    <a:pt x="318" y="1861"/>
                    <a:pt x="331" y="1861"/>
                    <a:pt x="344" y="1859"/>
                  </a:cubicBezTo>
                  <a:cubicBezTo>
                    <a:pt x="499" y="1840"/>
                    <a:pt x="611" y="1699"/>
                    <a:pt x="611" y="1543"/>
                  </a:cubicBezTo>
                  <a:lnTo>
                    <a:pt x="611" y="317"/>
                  </a:lnTo>
                  <a:cubicBezTo>
                    <a:pt x="611" y="162"/>
                    <a:pt x="499" y="23"/>
                    <a:pt x="344" y="3"/>
                  </a:cubicBezTo>
                  <a:cubicBezTo>
                    <a:pt x="330" y="1"/>
                    <a:pt x="317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8"/>
            <p:cNvSpPr/>
            <p:nvPr/>
          </p:nvSpPr>
          <p:spPr>
            <a:xfrm>
              <a:off x="7935288" y="3363900"/>
              <a:ext cx="128025" cy="141775"/>
            </a:xfrm>
            <a:custGeom>
              <a:avLst/>
              <a:gdLst/>
              <a:ahLst/>
              <a:cxnLst/>
              <a:rect l="l" t="t" r="r" b="b"/>
              <a:pathLst>
                <a:path w="5121" h="5671" extrusionOk="0">
                  <a:moveTo>
                    <a:pt x="2554" y="3154"/>
                  </a:moveTo>
                  <a:lnTo>
                    <a:pt x="3768" y="3642"/>
                  </a:lnTo>
                  <a:lnTo>
                    <a:pt x="3040" y="4370"/>
                  </a:lnTo>
                  <a:lnTo>
                    <a:pt x="2554" y="3154"/>
                  </a:lnTo>
                  <a:close/>
                  <a:moveTo>
                    <a:pt x="305" y="1"/>
                  </a:moveTo>
                  <a:cubicBezTo>
                    <a:pt x="139" y="1"/>
                    <a:pt x="0" y="136"/>
                    <a:pt x="0" y="307"/>
                  </a:cubicBezTo>
                  <a:lnTo>
                    <a:pt x="0" y="2553"/>
                  </a:lnTo>
                  <a:cubicBezTo>
                    <a:pt x="0" y="3015"/>
                    <a:pt x="214" y="3376"/>
                    <a:pt x="653" y="3656"/>
                  </a:cubicBezTo>
                  <a:cubicBezTo>
                    <a:pt x="879" y="3800"/>
                    <a:pt x="1141" y="3876"/>
                    <a:pt x="1410" y="3876"/>
                  </a:cubicBezTo>
                  <a:cubicBezTo>
                    <a:pt x="1413" y="3876"/>
                    <a:pt x="1416" y="3876"/>
                    <a:pt x="1419" y="3876"/>
                  </a:cubicBezTo>
                  <a:lnTo>
                    <a:pt x="1420" y="3876"/>
                  </a:lnTo>
                  <a:cubicBezTo>
                    <a:pt x="1424" y="3876"/>
                    <a:pt x="1427" y="3876"/>
                    <a:pt x="1430" y="3876"/>
                  </a:cubicBezTo>
                  <a:cubicBezTo>
                    <a:pt x="1660" y="3876"/>
                    <a:pt x="1888" y="3823"/>
                    <a:pt x="2094" y="3719"/>
                  </a:cubicBezTo>
                  <a:cubicBezTo>
                    <a:pt x="2105" y="3714"/>
                    <a:pt x="2115" y="3710"/>
                    <a:pt x="2125" y="3705"/>
                  </a:cubicBezTo>
                  <a:lnTo>
                    <a:pt x="2644" y="5005"/>
                  </a:lnTo>
                  <a:cubicBezTo>
                    <a:pt x="2665" y="5059"/>
                    <a:pt x="2699" y="5105"/>
                    <a:pt x="2745" y="5141"/>
                  </a:cubicBezTo>
                  <a:cubicBezTo>
                    <a:pt x="2801" y="5184"/>
                    <a:pt x="2867" y="5205"/>
                    <a:pt x="2932" y="5205"/>
                  </a:cubicBezTo>
                  <a:cubicBezTo>
                    <a:pt x="3011" y="5205"/>
                    <a:pt x="3089" y="5174"/>
                    <a:pt x="3148" y="5115"/>
                  </a:cubicBezTo>
                  <a:lnTo>
                    <a:pt x="3624" y="4639"/>
                  </a:lnTo>
                  <a:lnTo>
                    <a:pt x="4562" y="5577"/>
                  </a:lnTo>
                  <a:cubicBezTo>
                    <a:pt x="4622" y="5639"/>
                    <a:pt x="4702" y="5671"/>
                    <a:pt x="4783" y="5671"/>
                  </a:cubicBezTo>
                  <a:cubicBezTo>
                    <a:pt x="4861" y="5671"/>
                    <a:pt x="4939" y="5641"/>
                    <a:pt x="4999" y="5582"/>
                  </a:cubicBezTo>
                  <a:cubicBezTo>
                    <a:pt x="5120" y="5460"/>
                    <a:pt x="5117" y="5263"/>
                    <a:pt x="4994" y="5144"/>
                  </a:cubicBezTo>
                  <a:lnTo>
                    <a:pt x="4056" y="4207"/>
                  </a:lnTo>
                  <a:lnTo>
                    <a:pt x="4528" y="3736"/>
                  </a:lnTo>
                  <a:cubicBezTo>
                    <a:pt x="4690" y="3582"/>
                    <a:pt x="4638" y="3311"/>
                    <a:pt x="4429" y="3230"/>
                  </a:cubicBezTo>
                  <a:lnTo>
                    <a:pt x="2121" y="2307"/>
                  </a:lnTo>
                  <a:cubicBezTo>
                    <a:pt x="2084" y="2293"/>
                    <a:pt x="2046" y="2286"/>
                    <a:pt x="2008" y="2286"/>
                  </a:cubicBezTo>
                  <a:cubicBezTo>
                    <a:pt x="1896" y="2286"/>
                    <a:pt x="1788" y="2348"/>
                    <a:pt x="1734" y="2455"/>
                  </a:cubicBezTo>
                  <a:cubicBezTo>
                    <a:pt x="1695" y="2536"/>
                    <a:pt x="1694" y="2630"/>
                    <a:pt x="1728" y="2712"/>
                  </a:cubicBezTo>
                  <a:lnTo>
                    <a:pt x="1896" y="3133"/>
                  </a:lnTo>
                  <a:cubicBezTo>
                    <a:pt x="1872" y="3148"/>
                    <a:pt x="1848" y="3161"/>
                    <a:pt x="1820" y="3174"/>
                  </a:cubicBezTo>
                  <a:cubicBezTo>
                    <a:pt x="1700" y="3234"/>
                    <a:pt x="1566" y="3266"/>
                    <a:pt x="1430" y="3266"/>
                  </a:cubicBezTo>
                  <a:cubicBezTo>
                    <a:pt x="1427" y="3266"/>
                    <a:pt x="1423" y="3266"/>
                    <a:pt x="1420" y="3266"/>
                  </a:cubicBezTo>
                  <a:cubicBezTo>
                    <a:pt x="1417" y="3266"/>
                    <a:pt x="1415" y="3266"/>
                    <a:pt x="1412" y="3266"/>
                  </a:cubicBezTo>
                  <a:cubicBezTo>
                    <a:pt x="1259" y="3266"/>
                    <a:pt x="1110" y="3222"/>
                    <a:pt x="981" y="3141"/>
                  </a:cubicBezTo>
                  <a:cubicBezTo>
                    <a:pt x="719" y="2973"/>
                    <a:pt x="610" y="2803"/>
                    <a:pt x="610" y="2553"/>
                  </a:cubicBezTo>
                  <a:lnTo>
                    <a:pt x="610" y="319"/>
                  </a:lnTo>
                  <a:cubicBezTo>
                    <a:pt x="610" y="162"/>
                    <a:pt x="499" y="22"/>
                    <a:pt x="343" y="3"/>
                  </a:cubicBezTo>
                  <a:cubicBezTo>
                    <a:pt x="330" y="1"/>
                    <a:pt x="318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8"/>
            <p:cNvSpPr/>
            <p:nvPr/>
          </p:nvSpPr>
          <p:spPr>
            <a:xfrm>
              <a:off x="7756863" y="3445525"/>
              <a:ext cx="19450" cy="15300"/>
            </a:xfrm>
            <a:custGeom>
              <a:avLst/>
              <a:gdLst/>
              <a:ahLst/>
              <a:cxnLst/>
              <a:rect l="l" t="t" r="r" b="b"/>
              <a:pathLst>
                <a:path w="778" h="612" extrusionOk="0">
                  <a:moveTo>
                    <a:pt x="413" y="1"/>
                  </a:moveTo>
                  <a:cubicBezTo>
                    <a:pt x="412" y="1"/>
                    <a:pt x="410" y="1"/>
                    <a:pt x="409" y="1"/>
                  </a:cubicBezTo>
                  <a:lnTo>
                    <a:pt x="373" y="1"/>
                  </a:lnTo>
                  <a:cubicBezTo>
                    <a:pt x="372" y="1"/>
                    <a:pt x="370" y="1"/>
                    <a:pt x="369" y="1"/>
                  </a:cubicBezTo>
                  <a:cubicBezTo>
                    <a:pt x="262" y="1"/>
                    <a:pt x="163" y="60"/>
                    <a:pt x="114" y="155"/>
                  </a:cubicBezTo>
                  <a:cubicBezTo>
                    <a:pt x="1" y="385"/>
                    <a:pt x="167" y="611"/>
                    <a:pt x="384" y="611"/>
                  </a:cubicBezTo>
                  <a:cubicBezTo>
                    <a:pt x="609" y="611"/>
                    <a:pt x="778" y="365"/>
                    <a:pt x="639" y="127"/>
                  </a:cubicBezTo>
                  <a:cubicBezTo>
                    <a:pt x="591" y="49"/>
                    <a:pt x="505" y="1"/>
                    <a:pt x="4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8"/>
            <p:cNvSpPr/>
            <p:nvPr/>
          </p:nvSpPr>
          <p:spPr>
            <a:xfrm>
              <a:off x="7851788" y="3366100"/>
              <a:ext cx="70100" cy="94950"/>
            </a:xfrm>
            <a:custGeom>
              <a:avLst/>
              <a:gdLst/>
              <a:ahLst/>
              <a:cxnLst/>
              <a:rect l="l" t="t" r="r" b="b"/>
              <a:pathLst>
                <a:path w="2804" h="3798" extrusionOk="0">
                  <a:moveTo>
                    <a:pt x="1222" y="652"/>
                  </a:moveTo>
                  <a:lnTo>
                    <a:pt x="1222" y="653"/>
                  </a:lnTo>
                  <a:cubicBezTo>
                    <a:pt x="1939" y="653"/>
                    <a:pt x="2195" y="1312"/>
                    <a:pt x="2195" y="1931"/>
                  </a:cubicBezTo>
                  <a:cubicBezTo>
                    <a:pt x="2195" y="2535"/>
                    <a:pt x="1897" y="3191"/>
                    <a:pt x="1243" y="3202"/>
                  </a:cubicBezTo>
                  <a:cubicBezTo>
                    <a:pt x="1105" y="3205"/>
                    <a:pt x="843" y="3207"/>
                    <a:pt x="636" y="3207"/>
                  </a:cubicBezTo>
                  <a:cubicBezTo>
                    <a:pt x="634" y="2836"/>
                    <a:pt x="632" y="2221"/>
                    <a:pt x="632" y="1928"/>
                  </a:cubicBezTo>
                  <a:cubicBezTo>
                    <a:pt x="632" y="1682"/>
                    <a:pt x="631" y="1039"/>
                    <a:pt x="631" y="652"/>
                  </a:cubicBezTo>
                  <a:close/>
                  <a:moveTo>
                    <a:pt x="323" y="1"/>
                  </a:moveTo>
                  <a:cubicBezTo>
                    <a:pt x="242" y="25"/>
                    <a:pt x="164" y="57"/>
                    <a:pt x="106" y="114"/>
                  </a:cubicBezTo>
                  <a:cubicBezTo>
                    <a:pt x="51" y="174"/>
                    <a:pt x="14" y="250"/>
                    <a:pt x="1" y="331"/>
                  </a:cubicBezTo>
                  <a:lnTo>
                    <a:pt x="41" y="1910"/>
                  </a:lnTo>
                  <a:lnTo>
                    <a:pt x="41" y="3497"/>
                  </a:lnTo>
                  <a:lnTo>
                    <a:pt x="41" y="3499"/>
                  </a:lnTo>
                  <a:cubicBezTo>
                    <a:pt x="27" y="3578"/>
                    <a:pt x="54" y="3659"/>
                    <a:pt x="114" y="3714"/>
                  </a:cubicBezTo>
                  <a:cubicBezTo>
                    <a:pt x="171" y="3771"/>
                    <a:pt x="330" y="3788"/>
                    <a:pt x="330" y="3788"/>
                  </a:cubicBezTo>
                  <a:lnTo>
                    <a:pt x="331" y="3788"/>
                  </a:lnTo>
                  <a:cubicBezTo>
                    <a:pt x="331" y="3788"/>
                    <a:pt x="841" y="3797"/>
                    <a:pt x="1139" y="3797"/>
                  </a:cubicBezTo>
                  <a:cubicBezTo>
                    <a:pt x="1181" y="3797"/>
                    <a:pt x="1219" y="3797"/>
                    <a:pt x="1251" y="3797"/>
                  </a:cubicBezTo>
                  <a:cubicBezTo>
                    <a:pt x="2151" y="3780"/>
                    <a:pt x="2804" y="2988"/>
                    <a:pt x="2804" y="1913"/>
                  </a:cubicBezTo>
                  <a:cubicBezTo>
                    <a:pt x="2804" y="783"/>
                    <a:pt x="2168" y="25"/>
                    <a:pt x="1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6" name="Google Shape;1186;p28"/>
          <p:cNvGrpSpPr/>
          <p:nvPr/>
        </p:nvGrpSpPr>
        <p:grpSpPr>
          <a:xfrm>
            <a:off x="4338961" y="1798295"/>
            <a:ext cx="473269" cy="457174"/>
            <a:chOff x="1740213" y="3168425"/>
            <a:chExt cx="544050" cy="521650"/>
          </a:xfrm>
        </p:grpSpPr>
        <p:sp>
          <p:nvSpPr>
            <p:cNvPr id="1187" name="Google Shape;1187;p28"/>
            <p:cNvSpPr/>
            <p:nvPr/>
          </p:nvSpPr>
          <p:spPr>
            <a:xfrm>
              <a:off x="1740213" y="3168425"/>
              <a:ext cx="544050" cy="521650"/>
            </a:xfrm>
            <a:custGeom>
              <a:avLst/>
              <a:gdLst/>
              <a:ahLst/>
              <a:cxnLst/>
              <a:rect l="l" t="t" r="r" b="b"/>
              <a:pathLst>
                <a:path w="21762" h="20866" extrusionOk="0">
                  <a:moveTo>
                    <a:pt x="9056" y="4844"/>
                  </a:moveTo>
                  <a:lnTo>
                    <a:pt x="8779" y="5676"/>
                  </a:lnTo>
                  <a:cubicBezTo>
                    <a:pt x="8734" y="5810"/>
                    <a:pt x="8617" y="5877"/>
                    <a:pt x="8500" y="5877"/>
                  </a:cubicBezTo>
                  <a:cubicBezTo>
                    <a:pt x="8383" y="5877"/>
                    <a:pt x="8267" y="5810"/>
                    <a:pt x="8222" y="5676"/>
                  </a:cubicBezTo>
                  <a:lnTo>
                    <a:pt x="7945" y="4844"/>
                  </a:lnTo>
                  <a:close/>
                  <a:moveTo>
                    <a:pt x="11014" y="4844"/>
                  </a:moveTo>
                  <a:lnTo>
                    <a:pt x="10737" y="5676"/>
                  </a:lnTo>
                  <a:cubicBezTo>
                    <a:pt x="10693" y="5810"/>
                    <a:pt x="10576" y="5877"/>
                    <a:pt x="10459" y="5877"/>
                  </a:cubicBezTo>
                  <a:cubicBezTo>
                    <a:pt x="10342" y="5877"/>
                    <a:pt x="10225" y="5810"/>
                    <a:pt x="10180" y="5676"/>
                  </a:cubicBezTo>
                  <a:lnTo>
                    <a:pt x="9903" y="4844"/>
                  </a:lnTo>
                  <a:close/>
                  <a:moveTo>
                    <a:pt x="12972" y="4844"/>
                  </a:moveTo>
                  <a:lnTo>
                    <a:pt x="12695" y="5676"/>
                  </a:lnTo>
                  <a:cubicBezTo>
                    <a:pt x="12650" y="5810"/>
                    <a:pt x="12533" y="5877"/>
                    <a:pt x="12417" y="5877"/>
                  </a:cubicBezTo>
                  <a:cubicBezTo>
                    <a:pt x="12300" y="5877"/>
                    <a:pt x="12183" y="5810"/>
                    <a:pt x="12139" y="5676"/>
                  </a:cubicBezTo>
                  <a:lnTo>
                    <a:pt x="11861" y="4844"/>
                  </a:lnTo>
                  <a:close/>
                  <a:moveTo>
                    <a:pt x="18283" y="611"/>
                  </a:moveTo>
                  <a:cubicBezTo>
                    <a:pt x="18444" y="611"/>
                    <a:pt x="18597" y="673"/>
                    <a:pt x="18716" y="783"/>
                  </a:cubicBezTo>
                  <a:cubicBezTo>
                    <a:pt x="21762" y="3627"/>
                    <a:pt x="19771" y="7163"/>
                    <a:pt x="16969" y="7163"/>
                  </a:cubicBezTo>
                  <a:cubicBezTo>
                    <a:pt x="16586" y="7163"/>
                    <a:pt x="16188" y="7097"/>
                    <a:pt x="15786" y="6954"/>
                  </a:cubicBezTo>
                  <a:cubicBezTo>
                    <a:pt x="15725" y="6931"/>
                    <a:pt x="15668" y="6894"/>
                    <a:pt x="15624" y="6846"/>
                  </a:cubicBezTo>
                  <a:cubicBezTo>
                    <a:pt x="13938" y="5030"/>
                    <a:pt x="15208" y="2889"/>
                    <a:pt x="16969" y="2889"/>
                  </a:cubicBezTo>
                  <a:cubicBezTo>
                    <a:pt x="17130" y="2889"/>
                    <a:pt x="17296" y="2907"/>
                    <a:pt x="17464" y="2945"/>
                  </a:cubicBezTo>
                  <a:cubicBezTo>
                    <a:pt x="17499" y="2953"/>
                    <a:pt x="17532" y="2970"/>
                    <a:pt x="17558" y="2996"/>
                  </a:cubicBezTo>
                  <a:cubicBezTo>
                    <a:pt x="18402" y="3852"/>
                    <a:pt x="17803" y="4884"/>
                    <a:pt x="16968" y="4884"/>
                  </a:cubicBezTo>
                  <a:cubicBezTo>
                    <a:pt x="16932" y="4884"/>
                    <a:pt x="16895" y="4882"/>
                    <a:pt x="16858" y="4878"/>
                  </a:cubicBezTo>
                  <a:cubicBezTo>
                    <a:pt x="16856" y="4878"/>
                    <a:pt x="16854" y="4878"/>
                    <a:pt x="16852" y="4878"/>
                  </a:cubicBezTo>
                  <a:cubicBezTo>
                    <a:pt x="16838" y="4878"/>
                    <a:pt x="16824" y="4883"/>
                    <a:pt x="16813" y="4893"/>
                  </a:cubicBezTo>
                  <a:cubicBezTo>
                    <a:pt x="16520" y="5160"/>
                    <a:pt x="16706" y="5493"/>
                    <a:pt x="16968" y="5493"/>
                  </a:cubicBezTo>
                  <a:cubicBezTo>
                    <a:pt x="18301" y="5493"/>
                    <a:pt x="19261" y="3861"/>
                    <a:pt x="17951" y="2490"/>
                  </a:cubicBezTo>
                  <a:cubicBezTo>
                    <a:pt x="17916" y="2452"/>
                    <a:pt x="17872" y="2425"/>
                    <a:pt x="17823" y="2410"/>
                  </a:cubicBezTo>
                  <a:cubicBezTo>
                    <a:pt x="17533" y="2322"/>
                    <a:pt x="17246" y="2280"/>
                    <a:pt x="16969" y="2280"/>
                  </a:cubicBezTo>
                  <a:cubicBezTo>
                    <a:pt x="16501" y="2280"/>
                    <a:pt x="16060" y="2399"/>
                    <a:pt x="15673" y="2606"/>
                  </a:cubicBezTo>
                  <a:lnTo>
                    <a:pt x="14387" y="2606"/>
                  </a:lnTo>
                  <a:cubicBezTo>
                    <a:pt x="14230" y="2606"/>
                    <a:pt x="14091" y="2718"/>
                    <a:pt x="14071" y="2873"/>
                  </a:cubicBezTo>
                  <a:cubicBezTo>
                    <a:pt x="14049" y="3055"/>
                    <a:pt x="14191" y="3217"/>
                    <a:pt x="14376" y="3217"/>
                  </a:cubicBezTo>
                  <a:lnTo>
                    <a:pt x="14905" y="3217"/>
                  </a:lnTo>
                  <a:cubicBezTo>
                    <a:pt x="14646" y="3511"/>
                    <a:pt x="14452" y="3858"/>
                    <a:pt x="14338" y="4235"/>
                  </a:cubicBezTo>
                  <a:lnTo>
                    <a:pt x="6580" y="4235"/>
                  </a:lnTo>
                  <a:cubicBezTo>
                    <a:pt x="6465" y="3858"/>
                    <a:pt x="6273" y="3511"/>
                    <a:pt x="6013" y="3217"/>
                  </a:cubicBezTo>
                  <a:lnTo>
                    <a:pt x="13059" y="3217"/>
                  </a:lnTo>
                  <a:cubicBezTo>
                    <a:pt x="13215" y="3217"/>
                    <a:pt x="13354" y="3105"/>
                    <a:pt x="13373" y="2949"/>
                  </a:cubicBezTo>
                  <a:cubicBezTo>
                    <a:pt x="13396" y="2767"/>
                    <a:pt x="13255" y="2606"/>
                    <a:pt x="13072" y="2606"/>
                  </a:cubicBezTo>
                  <a:cubicBezTo>
                    <a:pt x="13071" y="2606"/>
                    <a:pt x="13070" y="2606"/>
                    <a:pt x="13069" y="2606"/>
                  </a:cubicBezTo>
                  <a:lnTo>
                    <a:pt x="5244" y="2606"/>
                  </a:lnTo>
                  <a:cubicBezTo>
                    <a:pt x="4859" y="2398"/>
                    <a:pt x="4418" y="2279"/>
                    <a:pt x="3950" y="2279"/>
                  </a:cubicBezTo>
                  <a:cubicBezTo>
                    <a:pt x="3672" y="2279"/>
                    <a:pt x="3385" y="2321"/>
                    <a:pt x="3094" y="2410"/>
                  </a:cubicBezTo>
                  <a:cubicBezTo>
                    <a:pt x="3045" y="2425"/>
                    <a:pt x="3001" y="2452"/>
                    <a:pt x="2966" y="2490"/>
                  </a:cubicBezTo>
                  <a:cubicBezTo>
                    <a:pt x="1657" y="3860"/>
                    <a:pt x="2617" y="5492"/>
                    <a:pt x="3949" y="5492"/>
                  </a:cubicBezTo>
                  <a:cubicBezTo>
                    <a:pt x="3993" y="5492"/>
                    <a:pt x="4037" y="5491"/>
                    <a:pt x="4082" y="5487"/>
                  </a:cubicBezTo>
                  <a:cubicBezTo>
                    <a:pt x="4096" y="5485"/>
                    <a:pt x="4109" y="5480"/>
                    <a:pt x="4119" y="5471"/>
                  </a:cubicBezTo>
                  <a:cubicBezTo>
                    <a:pt x="4391" y="5205"/>
                    <a:pt x="4208" y="4883"/>
                    <a:pt x="3949" y="4883"/>
                  </a:cubicBezTo>
                  <a:cubicBezTo>
                    <a:pt x="3113" y="4883"/>
                    <a:pt x="2516" y="3851"/>
                    <a:pt x="3361" y="2996"/>
                  </a:cubicBezTo>
                  <a:cubicBezTo>
                    <a:pt x="3385" y="2970"/>
                    <a:pt x="3418" y="2953"/>
                    <a:pt x="3453" y="2945"/>
                  </a:cubicBezTo>
                  <a:cubicBezTo>
                    <a:pt x="3621" y="2907"/>
                    <a:pt x="3787" y="2889"/>
                    <a:pt x="3949" y="2889"/>
                  </a:cubicBezTo>
                  <a:cubicBezTo>
                    <a:pt x="5710" y="2889"/>
                    <a:pt x="6979" y="5029"/>
                    <a:pt x="5293" y="6846"/>
                  </a:cubicBezTo>
                  <a:cubicBezTo>
                    <a:pt x="5249" y="6894"/>
                    <a:pt x="5192" y="6931"/>
                    <a:pt x="5131" y="6954"/>
                  </a:cubicBezTo>
                  <a:cubicBezTo>
                    <a:pt x="4729" y="7097"/>
                    <a:pt x="4332" y="7163"/>
                    <a:pt x="3949" y="7163"/>
                  </a:cubicBezTo>
                  <a:cubicBezTo>
                    <a:pt x="2143" y="7163"/>
                    <a:pt x="673" y="5693"/>
                    <a:pt x="673" y="3886"/>
                  </a:cubicBezTo>
                  <a:lnTo>
                    <a:pt x="673" y="3886"/>
                  </a:lnTo>
                  <a:cubicBezTo>
                    <a:pt x="673" y="2079"/>
                    <a:pt x="2143" y="611"/>
                    <a:pt x="3949" y="611"/>
                  </a:cubicBezTo>
                  <a:close/>
                  <a:moveTo>
                    <a:pt x="14230" y="4844"/>
                  </a:moveTo>
                  <a:cubicBezTo>
                    <a:pt x="14227" y="4906"/>
                    <a:pt x="14223" y="4965"/>
                    <a:pt x="14223" y="5029"/>
                  </a:cubicBezTo>
                  <a:cubicBezTo>
                    <a:pt x="14223" y="5859"/>
                    <a:pt x="14599" y="6645"/>
                    <a:pt x="15247" y="7166"/>
                  </a:cubicBezTo>
                  <a:lnTo>
                    <a:pt x="5670" y="7166"/>
                  </a:lnTo>
                  <a:cubicBezTo>
                    <a:pt x="6318" y="6645"/>
                    <a:pt x="6694" y="5859"/>
                    <a:pt x="6694" y="5029"/>
                  </a:cubicBezTo>
                  <a:cubicBezTo>
                    <a:pt x="6694" y="4967"/>
                    <a:pt x="6692" y="4906"/>
                    <a:pt x="6687" y="4846"/>
                  </a:cubicBezTo>
                  <a:lnTo>
                    <a:pt x="7309" y="4846"/>
                  </a:lnTo>
                  <a:lnTo>
                    <a:pt x="7644" y="5850"/>
                  </a:lnTo>
                  <a:cubicBezTo>
                    <a:pt x="7767" y="6219"/>
                    <a:pt x="8110" y="6481"/>
                    <a:pt x="8501" y="6484"/>
                  </a:cubicBezTo>
                  <a:cubicBezTo>
                    <a:pt x="8506" y="6485"/>
                    <a:pt x="8511" y="6485"/>
                    <a:pt x="8515" y="6485"/>
                  </a:cubicBezTo>
                  <a:cubicBezTo>
                    <a:pt x="8900" y="6485"/>
                    <a:pt x="9242" y="6235"/>
                    <a:pt x="9361" y="5867"/>
                  </a:cubicBezTo>
                  <a:lnTo>
                    <a:pt x="9482" y="5503"/>
                  </a:lnTo>
                  <a:lnTo>
                    <a:pt x="9597" y="5848"/>
                  </a:lnTo>
                  <a:cubicBezTo>
                    <a:pt x="9720" y="6219"/>
                    <a:pt x="10063" y="6481"/>
                    <a:pt x="10454" y="6484"/>
                  </a:cubicBezTo>
                  <a:cubicBezTo>
                    <a:pt x="10457" y="6484"/>
                    <a:pt x="10461" y="6484"/>
                    <a:pt x="10465" y="6484"/>
                  </a:cubicBezTo>
                  <a:cubicBezTo>
                    <a:pt x="10852" y="6484"/>
                    <a:pt x="11195" y="6236"/>
                    <a:pt x="11314" y="5867"/>
                  </a:cubicBezTo>
                  <a:lnTo>
                    <a:pt x="11435" y="5503"/>
                  </a:lnTo>
                  <a:lnTo>
                    <a:pt x="11550" y="5848"/>
                  </a:lnTo>
                  <a:cubicBezTo>
                    <a:pt x="11675" y="6219"/>
                    <a:pt x="12016" y="6481"/>
                    <a:pt x="12407" y="6483"/>
                  </a:cubicBezTo>
                  <a:cubicBezTo>
                    <a:pt x="12412" y="6483"/>
                    <a:pt x="12416" y="6483"/>
                    <a:pt x="12421" y="6483"/>
                  </a:cubicBezTo>
                  <a:cubicBezTo>
                    <a:pt x="12807" y="6483"/>
                    <a:pt x="13148" y="6234"/>
                    <a:pt x="13268" y="5867"/>
                  </a:cubicBezTo>
                  <a:lnTo>
                    <a:pt x="13608" y="4844"/>
                  </a:lnTo>
                  <a:close/>
                  <a:moveTo>
                    <a:pt x="16036" y="7816"/>
                  </a:moveTo>
                  <a:lnTo>
                    <a:pt x="16036" y="8509"/>
                  </a:lnTo>
                  <a:lnTo>
                    <a:pt x="7213" y="8509"/>
                  </a:lnTo>
                  <a:cubicBezTo>
                    <a:pt x="7058" y="8509"/>
                    <a:pt x="6919" y="8620"/>
                    <a:pt x="6899" y="8776"/>
                  </a:cubicBezTo>
                  <a:cubicBezTo>
                    <a:pt x="6877" y="8959"/>
                    <a:pt x="7019" y="9119"/>
                    <a:pt x="7204" y="9119"/>
                  </a:cubicBezTo>
                  <a:lnTo>
                    <a:pt x="16993" y="9119"/>
                  </a:lnTo>
                  <a:cubicBezTo>
                    <a:pt x="17002" y="9119"/>
                    <a:pt x="17012" y="9129"/>
                    <a:pt x="17012" y="9140"/>
                  </a:cubicBezTo>
                  <a:lnTo>
                    <a:pt x="17012" y="9789"/>
                  </a:lnTo>
                  <a:cubicBezTo>
                    <a:pt x="17012" y="9801"/>
                    <a:pt x="17002" y="9811"/>
                    <a:pt x="16993" y="9811"/>
                  </a:cubicBezTo>
                  <a:lnTo>
                    <a:pt x="3924" y="9811"/>
                  </a:lnTo>
                  <a:cubicBezTo>
                    <a:pt x="3913" y="9811"/>
                    <a:pt x="3903" y="9801"/>
                    <a:pt x="3903" y="9789"/>
                  </a:cubicBezTo>
                  <a:lnTo>
                    <a:pt x="3903" y="9140"/>
                  </a:lnTo>
                  <a:cubicBezTo>
                    <a:pt x="3903" y="9129"/>
                    <a:pt x="3913" y="9119"/>
                    <a:pt x="3924" y="9119"/>
                  </a:cubicBezTo>
                  <a:lnTo>
                    <a:pt x="5871" y="9119"/>
                  </a:lnTo>
                  <a:cubicBezTo>
                    <a:pt x="6026" y="9119"/>
                    <a:pt x="6167" y="9007"/>
                    <a:pt x="6185" y="8852"/>
                  </a:cubicBezTo>
                  <a:cubicBezTo>
                    <a:pt x="6209" y="8670"/>
                    <a:pt x="6067" y="8509"/>
                    <a:pt x="5885" y="8509"/>
                  </a:cubicBezTo>
                  <a:cubicBezTo>
                    <a:pt x="5884" y="8509"/>
                    <a:pt x="5883" y="8509"/>
                    <a:pt x="5882" y="8509"/>
                  </a:cubicBezTo>
                  <a:lnTo>
                    <a:pt x="4880" y="8509"/>
                  </a:lnTo>
                  <a:lnTo>
                    <a:pt x="4880" y="7816"/>
                  </a:lnTo>
                  <a:close/>
                  <a:moveTo>
                    <a:pt x="3960" y="1"/>
                  </a:moveTo>
                  <a:cubicBezTo>
                    <a:pt x="1819" y="1"/>
                    <a:pt x="41" y="1709"/>
                    <a:pt x="20" y="3851"/>
                  </a:cubicBezTo>
                  <a:cubicBezTo>
                    <a:pt x="1" y="6012"/>
                    <a:pt x="1759" y="7775"/>
                    <a:pt x="3921" y="7775"/>
                  </a:cubicBezTo>
                  <a:cubicBezTo>
                    <a:pt x="4038" y="7775"/>
                    <a:pt x="4154" y="7767"/>
                    <a:pt x="4269" y="7752"/>
                  </a:cubicBezTo>
                  <a:lnTo>
                    <a:pt x="4269" y="8509"/>
                  </a:lnTo>
                  <a:lnTo>
                    <a:pt x="3924" y="8509"/>
                  </a:lnTo>
                  <a:cubicBezTo>
                    <a:pt x="3575" y="8509"/>
                    <a:pt x="3293" y="8792"/>
                    <a:pt x="3293" y="9140"/>
                  </a:cubicBezTo>
                  <a:lnTo>
                    <a:pt x="3293" y="9791"/>
                  </a:lnTo>
                  <a:cubicBezTo>
                    <a:pt x="3293" y="10139"/>
                    <a:pt x="3575" y="10423"/>
                    <a:pt x="3924" y="10423"/>
                  </a:cubicBezTo>
                  <a:lnTo>
                    <a:pt x="4269" y="10423"/>
                  </a:lnTo>
                  <a:lnTo>
                    <a:pt x="4269" y="20548"/>
                  </a:lnTo>
                  <a:cubicBezTo>
                    <a:pt x="4269" y="20705"/>
                    <a:pt x="4381" y="20845"/>
                    <a:pt x="4537" y="20862"/>
                  </a:cubicBezTo>
                  <a:cubicBezTo>
                    <a:pt x="4550" y="20864"/>
                    <a:pt x="4564" y="20865"/>
                    <a:pt x="4577" y="20865"/>
                  </a:cubicBezTo>
                  <a:cubicBezTo>
                    <a:pt x="4743" y="20865"/>
                    <a:pt x="4881" y="20730"/>
                    <a:pt x="4881" y="20560"/>
                  </a:cubicBezTo>
                  <a:lnTo>
                    <a:pt x="4881" y="10423"/>
                  </a:lnTo>
                  <a:lnTo>
                    <a:pt x="16036" y="10423"/>
                  </a:lnTo>
                  <a:lnTo>
                    <a:pt x="16036" y="20548"/>
                  </a:lnTo>
                  <a:cubicBezTo>
                    <a:pt x="16036" y="20705"/>
                    <a:pt x="16147" y="20845"/>
                    <a:pt x="16303" y="20862"/>
                  </a:cubicBezTo>
                  <a:cubicBezTo>
                    <a:pt x="16316" y="20864"/>
                    <a:pt x="16330" y="20865"/>
                    <a:pt x="16343" y="20865"/>
                  </a:cubicBezTo>
                  <a:cubicBezTo>
                    <a:pt x="16509" y="20865"/>
                    <a:pt x="16648" y="20730"/>
                    <a:pt x="16648" y="20560"/>
                  </a:cubicBezTo>
                  <a:lnTo>
                    <a:pt x="16648" y="10423"/>
                  </a:lnTo>
                  <a:lnTo>
                    <a:pt x="16993" y="10423"/>
                  </a:lnTo>
                  <a:cubicBezTo>
                    <a:pt x="17341" y="10423"/>
                    <a:pt x="17624" y="10139"/>
                    <a:pt x="17624" y="9791"/>
                  </a:cubicBezTo>
                  <a:lnTo>
                    <a:pt x="17624" y="9100"/>
                  </a:lnTo>
                  <a:cubicBezTo>
                    <a:pt x="17624" y="8751"/>
                    <a:pt x="17341" y="8468"/>
                    <a:pt x="16993" y="8468"/>
                  </a:cubicBezTo>
                  <a:lnTo>
                    <a:pt x="16648" y="8468"/>
                  </a:lnTo>
                  <a:lnTo>
                    <a:pt x="16648" y="7752"/>
                  </a:lnTo>
                  <a:cubicBezTo>
                    <a:pt x="16763" y="7767"/>
                    <a:pt x="16878" y="7775"/>
                    <a:pt x="16994" y="7775"/>
                  </a:cubicBezTo>
                  <a:cubicBezTo>
                    <a:pt x="19156" y="7775"/>
                    <a:pt x="20913" y="6012"/>
                    <a:pt x="20894" y="3851"/>
                  </a:cubicBezTo>
                  <a:cubicBezTo>
                    <a:pt x="20874" y="1711"/>
                    <a:pt x="19096" y="1"/>
                    <a:pt x="16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8"/>
            <p:cNvSpPr/>
            <p:nvPr/>
          </p:nvSpPr>
          <p:spPr>
            <a:xfrm>
              <a:off x="1879488" y="3445975"/>
              <a:ext cx="47925" cy="243725"/>
            </a:xfrm>
            <a:custGeom>
              <a:avLst/>
              <a:gdLst/>
              <a:ahLst/>
              <a:cxnLst/>
              <a:rect l="l" t="t" r="r" b="b"/>
              <a:pathLst>
                <a:path w="1917" h="9749" extrusionOk="0">
                  <a:moveTo>
                    <a:pt x="958" y="0"/>
                  </a:moveTo>
                  <a:cubicBezTo>
                    <a:pt x="936" y="0"/>
                    <a:pt x="913" y="1"/>
                    <a:pt x="891" y="2"/>
                  </a:cubicBezTo>
                  <a:cubicBezTo>
                    <a:pt x="391" y="36"/>
                    <a:pt x="0" y="454"/>
                    <a:pt x="0" y="956"/>
                  </a:cubicBezTo>
                  <a:lnTo>
                    <a:pt x="0" y="9430"/>
                  </a:lnTo>
                  <a:cubicBezTo>
                    <a:pt x="0" y="9587"/>
                    <a:pt x="112" y="9726"/>
                    <a:pt x="268" y="9746"/>
                  </a:cubicBezTo>
                  <a:cubicBezTo>
                    <a:pt x="280" y="9747"/>
                    <a:pt x="293" y="9748"/>
                    <a:pt x="306" y="9748"/>
                  </a:cubicBezTo>
                  <a:cubicBezTo>
                    <a:pt x="473" y="9748"/>
                    <a:pt x="612" y="9613"/>
                    <a:pt x="612" y="9441"/>
                  </a:cubicBezTo>
                  <a:lnTo>
                    <a:pt x="612" y="969"/>
                  </a:lnTo>
                  <a:cubicBezTo>
                    <a:pt x="612" y="785"/>
                    <a:pt x="750" y="623"/>
                    <a:pt x="936" y="611"/>
                  </a:cubicBezTo>
                  <a:cubicBezTo>
                    <a:pt x="944" y="611"/>
                    <a:pt x="952" y="610"/>
                    <a:pt x="959" y="610"/>
                  </a:cubicBezTo>
                  <a:cubicBezTo>
                    <a:pt x="1148" y="610"/>
                    <a:pt x="1304" y="765"/>
                    <a:pt x="1304" y="956"/>
                  </a:cubicBezTo>
                  <a:lnTo>
                    <a:pt x="1304" y="9430"/>
                  </a:lnTo>
                  <a:cubicBezTo>
                    <a:pt x="1304" y="9587"/>
                    <a:pt x="1416" y="9726"/>
                    <a:pt x="1571" y="9746"/>
                  </a:cubicBezTo>
                  <a:cubicBezTo>
                    <a:pt x="1584" y="9747"/>
                    <a:pt x="1597" y="9748"/>
                    <a:pt x="1609" y="9748"/>
                  </a:cubicBezTo>
                  <a:cubicBezTo>
                    <a:pt x="1776" y="9748"/>
                    <a:pt x="1916" y="9613"/>
                    <a:pt x="1916" y="9441"/>
                  </a:cubicBezTo>
                  <a:lnTo>
                    <a:pt x="1916" y="980"/>
                  </a:lnTo>
                  <a:cubicBezTo>
                    <a:pt x="1914" y="440"/>
                    <a:pt x="1489" y="0"/>
                    <a:pt x="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8"/>
            <p:cNvSpPr/>
            <p:nvPr/>
          </p:nvSpPr>
          <p:spPr>
            <a:xfrm>
              <a:off x="1944613" y="3445975"/>
              <a:ext cx="47925" cy="243725"/>
            </a:xfrm>
            <a:custGeom>
              <a:avLst/>
              <a:gdLst/>
              <a:ahLst/>
              <a:cxnLst/>
              <a:rect l="l" t="t" r="r" b="b"/>
              <a:pathLst>
                <a:path w="1917" h="9749" extrusionOk="0">
                  <a:moveTo>
                    <a:pt x="959" y="0"/>
                  </a:moveTo>
                  <a:cubicBezTo>
                    <a:pt x="936" y="0"/>
                    <a:pt x="914" y="1"/>
                    <a:pt x="891" y="2"/>
                  </a:cubicBezTo>
                  <a:cubicBezTo>
                    <a:pt x="391" y="36"/>
                    <a:pt x="2" y="454"/>
                    <a:pt x="1" y="956"/>
                  </a:cubicBezTo>
                  <a:lnTo>
                    <a:pt x="1" y="9430"/>
                  </a:lnTo>
                  <a:cubicBezTo>
                    <a:pt x="1" y="9587"/>
                    <a:pt x="113" y="9726"/>
                    <a:pt x="268" y="9746"/>
                  </a:cubicBezTo>
                  <a:cubicBezTo>
                    <a:pt x="281" y="9747"/>
                    <a:pt x="294" y="9748"/>
                    <a:pt x="306" y="9748"/>
                  </a:cubicBezTo>
                  <a:cubicBezTo>
                    <a:pt x="473" y="9748"/>
                    <a:pt x="613" y="9613"/>
                    <a:pt x="613" y="9441"/>
                  </a:cubicBezTo>
                  <a:lnTo>
                    <a:pt x="613" y="969"/>
                  </a:lnTo>
                  <a:cubicBezTo>
                    <a:pt x="613" y="785"/>
                    <a:pt x="752" y="623"/>
                    <a:pt x="937" y="611"/>
                  </a:cubicBezTo>
                  <a:cubicBezTo>
                    <a:pt x="944" y="611"/>
                    <a:pt x="952" y="610"/>
                    <a:pt x="960" y="610"/>
                  </a:cubicBezTo>
                  <a:cubicBezTo>
                    <a:pt x="1149" y="610"/>
                    <a:pt x="1304" y="765"/>
                    <a:pt x="1304" y="956"/>
                  </a:cubicBezTo>
                  <a:lnTo>
                    <a:pt x="1304" y="9430"/>
                  </a:lnTo>
                  <a:cubicBezTo>
                    <a:pt x="1304" y="9587"/>
                    <a:pt x="1416" y="9726"/>
                    <a:pt x="1572" y="9746"/>
                  </a:cubicBezTo>
                  <a:cubicBezTo>
                    <a:pt x="1585" y="9747"/>
                    <a:pt x="1597" y="9748"/>
                    <a:pt x="1610" y="9748"/>
                  </a:cubicBezTo>
                  <a:cubicBezTo>
                    <a:pt x="1777" y="9748"/>
                    <a:pt x="1917" y="9613"/>
                    <a:pt x="1917" y="9441"/>
                  </a:cubicBezTo>
                  <a:lnTo>
                    <a:pt x="1917" y="980"/>
                  </a:lnTo>
                  <a:cubicBezTo>
                    <a:pt x="1915" y="440"/>
                    <a:pt x="1490" y="0"/>
                    <a:pt x="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8"/>
            <p:cNvSpPr/>
            <p:nvPr/>
          </p:nvSpPr>
          <p:spPr>
            <a:xfrm>
              <a:off x="2010813" y="3445975"/>
              <a:ext cx="47875" cy="243725"/>
            </a:xfrm>
            <a:custGeom>
              <a:avLst/>
              <a:gdLst/>
              <a:ahLst/>
              <a:cxnLst/>
              <a:rect l="l" t="t" r="r" b="b"/>
              <a:pathLst>
                <a:path w="1915" h="9749" extrusionOk="0">
                  <a:moveTo>
                    <a:pt x="957" y="0"/>
                  </a:moveTo>
                  <a:cubicBezTo>
                    <a:pt x="426" y="0"/>
                    <a:pt x="0" y="440"/>
                    <a:pt x="0" y="980"/>
                  </a:cubicBezTo>
                  <a:lnTo>
                    <a:pt x="0" y="9430"/>
                  </a:lnTo>
                  <a:cubicBezTo>
                    <a:pt x="0" y="9587"/>
                    <a:pt x="112" y="9726"/>
                    <a:pt x="268" y="9746"/>
                  </a:cubicBezTo>
                  <a:cubicBezTo>
                    <a:pt x="280" y="9747"/>
                    <a:pt x="293" y="9748"/>
                    <a:pt x="306" y="9748"/>
                  </a:cubicBezTo>
                  <a:cubicBezTo>
                    <a:pt x="471" y="9748"/>
                    <a:pt x="611" y="9613"/>
                    <a:pt x="611" y="9441"/>
                  </a:cubicBezTo>
                  <a:lnTo>
                    <a:pt x="611" y="969"/>
                  </a:lnTo>
                  <a:cubicBezTo>
                    <a:pt x="611" y="785"/>
                    <a:pt x="750" y="623"/>
                    <a:pt x="935" y="611"/>
                  </a:cubicBezTo>
                  <a:cubicBezTo>
                    <a:pt x="942" y="611"/>
                    <a:pt x="950" y="610"/>
                    <a:pt x="958" y="610"/>
                  </a:cubicBezTo>
                  <a:cubicBezTo>
                    <a:pt x="1147" y="610"/>
                    <a:pt x="1303" y="765"/>
                    <a:pt x="1304" y="956"/>
                  </a:cubicBezTo>
                  <a:lnTo>
                    <a:pt x="1304" y="9430"/>
                  </a:lnTo>
                  <a:cubicBezTo>
                    <a:pt x="1304" y="9587"/>
                    <a:pt x="1416" y="9726"/>
                    <a:pt x="1571" y="9746"/>
                  </a:cubicBezTo>
                  <a:cubicBezTo>
                    <a:pt x="1584" y="9747"/>
                    <a:pt x="1597" y="9748"/>
                    <a:pt x="1609" y="9748"/>
                  </a:cubicBezTo>
                  <a:cubicBezTo>
                    <a:pt x="1775" y="9748"/>
                    <a:pt x="1915" y="9613"/>
                    <a:pt x="1915" y="9441"/>
                  </a:cubicBezTo>
                  <a:lnTo>
                    <a:pt x="1915" y="956"/>
                  </a:lnTo>
                  <a:cubicBezTo>
                    <a:pt x="1915" y="454"/>
                    <a:pt x="1524" y="36"/>
                    <a:pt x="1024" y="2"/>
                  </a:cubicBezTo>
                  <a:cubicBezTo>
                    <a:pt x="1001" y="1"/>
                    <a:pt x="979" y="0"/>
                    <a:pt x="9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8"/>
            <p:cNvSpPr/>
            <p:nvPr/>
          </p:nvSpPr>
          <p:spPr>
            <a:xfrm>
              <a:off x="2075838" y="3445950"/>
              <a:ext cx="48075" cy="243875"/>
            </a:xfrm>
            <a:custGeom>
              <a:avLst/>
              <a:gdLst/>
              <a:ahLst/>
              <a:cxnLst/>
              <a:rect l="l" t="t" r="r" b="b"/>
              <a:pathLst>
                <a:path w="1923" h="9755" extrusionOk="0">
                  <a:moveTo>
                    <a:pt x="960" y="0"/>
                  </a:moveTo>
                  <a:cubicBezTo>
                    <a:pt x="433" y="0"/>
                    <a:pt x="3" y="428"/>
                    <a:pt x="2" y="956"/>
                  </a:cubicBezTo>
                  <a:cubicBezTo>
                    <a:pt x="0" y="1083"/>
                    <a:pt x="78" y="1200"/>
                    <a:pt x="199" y="1245"/>
                  </a:cubicBezTo>
                  <a:cubicBezTo>
                    <a:pt x="235" y="1258"/>
                    <a:pt x="271" y="1265"/>
                    <a:pt x="306" y="1265"/>
                  </a:cubicBezTo>
                  <a:cubicBezTo>
                    <a:pt x="470" y="1265"/>
                    <a:pt x="616" y="1130"/>
                    <a:pt x="612" y="951"/>
                  </a:cubicBezTo>
                  <a:cubicBezTo>
                    <a:pt x="607" y="832"/>
                    <a:pt x="667" y="721"/>
                    <a:pt x="769" y="662"/>
                  </a:cubicBezTo>
                  <a:cubicBezTo>
                    <a:pt x="834" y="627"/>
                    <a:pt x="899" y="611"/>
                    <a:pt x="961" y="611"/>
                  </a:cubicBezTo>
                  <a:cubicBezTo>
                    <a:pt x="1152" y="611"/>
                    <a:pt x="1307" y="766"/>
                    <a:pt x="1307" y="957"/>
                  </a:cubicBezTo>
                  <a:lnTo>
                    <a:pt x="1307" y="9441"/>
                  </a:lnTo>
                  <a:cubicBezTo>
                    <a:pt x="1302" y="9612"/>
                    <a:pt x="1440" y="9755"/>
                    <a:pt x="1611" y="9755"/>
                  </a:cubicBezTo>
                  <a:cubicBezTo>
                    <a:pt x="1612" y="9755"/>
                    <a:pt x="1613" y="9755"/>
                    <a:pt x="1614" y="9755"/>
                  </a:cubicBezTo>
                  <a:cubicBezTo>
                    <a:pt x="1785" y="9755"/>
                    <a:pt x="1922" y="9613"/>
                    <a:pt x="1917" y="9442"/>
                  </a:cubicBezTo>
                  <a:lnTo>
                    <a:pt x="1917" y="957"/>
                  </a:lnTo>
                  <a:cubicBezTo>
                    <a:pt x="1917" y="429"/>
                    <a:pt x="1488" y="0"/>
                    <a:pt x="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8"/>
            <p:cNvSpPr/>
            <p:nvPr/>
          </p:nvSpPr>
          <p:spPr>
            <a:xfrm>
              <a:off x="2075963" y="3494875"/>
              <a:ext cx="15275" cy="194825"/>
            </a:xfrm>
            <a:custGeom>
              <a:avLst/>
              <a:gdLst/>
              <a:ahLst/>
              <a:cxnLst/>
              <a:rect l="l" t="t" r="r" b="b"/>
              <a:pathLst>
                <a:path w="611" h="7793" extrusionOk="0">
                  <a:moveTo>
                    <a:pt x="304" y="1"/>
                  </a:moveTo>
                  <a:cubicBezTo>
                    <a:pt x="136" y="1"/>
                    <a:pt x="0" y="137"/>
                    <a:pt x="0" y="305"/>
                  </a:cubicBezTo>
                  <a:lnTo>
                    <a:pt x="0" y="7474"/>
                  </a:lnTo>
                  <a:cubicBezTo>
                    <a:pt x="0" y="7631"/>
                    <a:pt x="112" y="7770"/>
                    <a:pt x="267" y="7790"/>
                  </a:cubicBezTo>
                  <a:cubicBezTo>
                    <a:pt x="280" y="7791"/>
                    <a:pt x="293" y="7792"/>
                    <a:pt x="306" y="7792"/>
                  </a:cubicBezTo>
                  <a:cubicBezTo>
                    <a:pt x="472" y="7792"/>
                    <a:pt x="611" y="7657"/>
                    <a:pt x="611" y="7485"/>
                  </a:cubicBezTo>
                  <a:lnTo>
                    <a:pt x="611" y="305"/>
                  </a:lnTo>
                  <a:cubicBezTo>
                    <a:pt x="611" y="137"/>
                    <a:pt x="474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9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198" name="Google Shape;1198;p29"/>
          <p:cNvGrpSpPr/>
          <p:nvPr/>
        </p:nvGrpSpPr>
        <p:grpSpPr>
          <a:xfrm>
            <a:off x="713225" y="2000850"/>
            <a:ext cx="1337400" cy="2308650"/>
            <a:chOff x="713225" y="2077050"/>
            <a:chExt cx="1337400" cy="2308650"/>
          </a:xfrm>
        </p:grpSpPr>
        <p:sp>
          <p:nvSpPr>
            <p:cNvPr id="1199" name="Google Shape;1199;p29"/>
            <p:cNvSpPr txBox="1"/>
            <p:nvPr/>
          </p:nvSpPr>
          <p:spPr>
            <a:xfrm>
              <a:off x="713225" y="3183751"/>
              <a:ext cx="1337400" cy="44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Mercury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00" name="Google Shape;1200;p29"/>
            <p:cNvSpPr txBox="1"/>
            <p:nvPr/>
          </p:nvSpPr>
          <p:spPr>
            <a:xfrm>
              <a:off x="713225" y="3520200"/>
              <a:ext cx="1337400" cy="86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Mercury is the closest planet to the Sun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01" name="Google Shape;1201;p29"/>
            <p:cNvSpPr txBox="1"/>
            <p:nvPr/>
          </p:nvSpPr>
          <p:spPr>
            <a:xfrm>
              <a:off x="713225" y="2077050"/>
              <a:ext cx="13374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5%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202" name="Google Shape;1202;p29"/>
          <p:cNvSpPr/>
          <p:nvPr/>
        </p:nvSpPr>
        <p:spPr>
          <a:xfrm>
            <a:off x="713225" y="2710500"/>
            <a:ext cx="1337400" cy="20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03" name="Google Shape;1203;p29"/>
          <p:cNvCxnSpPr>
            <a:stCxn id="1202" idx="1"/>
          </p:cNvCxnSpPr>
          <p:nvPr/>
        </p:nvCxnSpPr>
        <p:spPr>
          <a:xfrm>
            <a:off x="713225" y="2814900"/>
            <a:ext cx="94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04" name="Google Shape;1204;p29"/>
          <p:cNvGrpSpPr/>
          <p:nvPr/>
        </p:nvGrpSpPr>
        <p:grpSpPr>
          <a:xfrm>
            <a:off x="2306400" y="2000850"/>
            <a:ext cx="1337400" cy="2308650"/>
            <a:chOff x="2306400" y="2077050"/>
            <a:chExt cx="1337400" cy="2308650"/>
          </a:xfrm>
        </p:grpSpPr>
        <p:sp>
          <p:nvSpPr>
            <p:cNvPr id="1205" name="Google Shape;1205;p29"/>
            <p:cNvSpPr txBox="1"/>
            <p:nvPr/>
          </p:nvSpPr>
          <p:spPr>
            <a:xfrm>
              <a:off x="2306400" y="3183751"/>
              <a:ext cx="1337400" cy="44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06" name="Google Shape;1206;p29"/>
            <p:cNvSpPr txBox="1"/>
            <p:nvPr/>
          </p:nvSpPr>
          <p:spPr>
            <a:xfrm>
              <a:off x="2306400" y="3520200"/>
              <a:ext cx="1337400" cy="86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Despite being red, Mars is a cold place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07" name="Google Shape;1207;p29"/>
            <p:cNvSpPr txBox="1"/>
            <p:nvPr/>
          </p:nvSpPr>
          <p:spPr>
            <a:xfrm>
              <a:off x="2306400" y="2077050"/>
              <a:ext cx="13374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15%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208" name="Google Shape;1208;p29"/>
          <p:cNvSpPr/>
          <p:nvPr/>
        </p:nvSpPr>
        <p:spPr>
          <a:xfrm>
            <a:off x="2306400" y="2710500"/>
            <a:ext cx="1337400" cy="20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09" name="Google Shape;1209;p29"/>
          <p:cNvCxnSpPr>
            <a:stCxn id="1208" idx="1"/>
          </p:cNvCxnSpPr>
          <p:nvPr/>
        </p:nvCxnSpPr>
        <p:spPr>
          <a:xfrm>
            <a:off x="2306400" y="2814900"/>
            <a:ext cx="1734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10" name="Google Shape;1210;p29"/>
          <p:cNvGrpSpPr/>
          <p:nvPr/>
        </p:nvGrpSpPr>
        <p:grpSpPr>
          <a:xfrm>
            <a:off x="3899575" y="2000850"/>
            <a:ext cx="1337400" cy="2308650"/>
            <a:chOff x="3899575" y="2077050"/>
            <a:chExt cx="1337400" cy="2308650"/>
          </a:xfrm>
        </p:grpSpPr>
        <p:sp>
          <p:nvSpPr>
            <p:cNvPr id="1211" name="Google Shape;1211;p29"/>
            <p:cNvSpPr txBox="1"/>
            <p:nvPr/>
          </p:nvSpPr>
          <p:spPr>
            <a:xfrm>
              <a:off x="3899575" y="3183751"/>
              <a:ext cx="1337400" cy="44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Jupiter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12" name="Google Shape;1212;p29"/>
            <p:cNvSpPr txBox="1"/>
            <p:nvPr/>
          </p:nvSpPr>
          <p:spPr>
            <a:xfrm>
              <a:off x="3899575" y="3520200"/>
              <a:ext cx="1337400" cy="86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Jupiter is the biggest planet of them all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13" name="Google Shape;1213;p29"/>
            <p:cNvSpPr txBox="1"/>
            <p:nvPr/>
          </p:nvSpPr>
          <p:spPr>
            <a:xfrm>
              <a:off x="3899575" y="2077050"/>
              <a:ext cx="13374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20%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214" name="Google Shape;1214;p29"/>
          <p:cNvSpPr/>
          <p:nvPr/>
        </p:nvSpPr>
        <p:spPr>
          <a:xfrm>
            <a:off x="3899575" y="2710500"/>
            <a:ext cx="1337400" cy="20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15" name="Google Shape;1215;p29"/>
          <p:cNvCxnSpPr>
            <a:stCxn id="1214" idx="1"/>
          </p:cNvCxnSpPr>
          <p:nvPr/>
        </p:nvCxnSpPr>
        <p:spPr>
          <a:xfrm>
            <a:off x="3899575" y="2814900"/>
            <a:ext cx="229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16" name="Google Shape;1216;p29"/>
          <p:cNvGrpSpPr/>
          <p:nvPr/>
        </p:nvGrpSpPr>
        <p:grpSpPr>
          <a:xfrm>
            <a:off x="5492750" y="2000850"/>
            <a:ext cx="1337400" cy="2308650"/>
            <a:chOff x="5492750" y="2077050"/>
            <a:chExt cx="1337400" cy="2308650"/>
          </a:xfrm>
        </p:grpSpPr>
        <p:sp>
          <p:nvSpPr>
            <p:cNvPr id="1217" name="Google Shape;1217;p29"/>
            <p:cNvSpPr txBox="1"/>
            <p:nvPr/>
          </p:nvSpPr>
          <p:spPr>
            <a:xfrm>
              <a:off x="5492750" y="3183751"/>
              <a:ext cx="1337400" cy="44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Saturn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18" name="Google Shape;1218;p29"/>
            <p:cNvSpPr txBox="1"/>
            <p:nvPr/>
          </p:nvSpPr>
          <p:spPr>
            <a:xfrm>
              <a:off x="5492750" y="3520200"/>
              <a:ext cx="1337400" cy="86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Saturn was named after a Roman god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19" name="Google Shape;1219;p29"/>
            <p:cNvSpPr txBox="1"/>
            <p:nvPr/>
          </p:nvSpPr>
          <p:spPr>
            <a:xfrm>
              <a:off x="5492750" y="2077050"/>
              <a:ext cx="13374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25%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220" name="Google Shape;1220;p29"/>
          <p:cNvSpPr/>
          <p:nvPr/>
        </p:nvSpPr>
        <p:spPr>
          <a:xfrm>
            <a:off x="5492750" y="2710500"/>
            <a:ext cx="1337400" cy="20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21" name="Google Shape;1221;p29"/>
          <p:cNvCxnSpPr>
            <a:stCxn id="1220" idx="1"/>
          </p:cNvCxnSpPr>
          <p:nvPr/>
        </p:nvCxnSpPr>
        <p:spPr>
          <a:xfrm>
            <a:off x="5492750" y="2814900"/>
            <a:ext cx="285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22" name="Google Shape;1222;p29"/>
          <p:cNvGrpSpPr/>
          <p:nvPr/>
        </p:nvGrpSpPr>
        <p:grpSpPr>
          <a:xfrm>
            <a:off x="7085925" y="2000850"/>
            <a:ext cx="1337400" cy="2308650"/>
            <a:chOff x="7085925" y="2077050"/>
            <a:chExt cx="1337400" cy="2308650"/>
          </a:xfrm>
        </p:grpSpPr>
        <p:sp>
          <p:nvSpPr>
            <p:cNvPr id="1223" name="Google Shape;1223;p29"/>
            <p:cNvSpPr txBox="1"/>
            <p:nvPr/>
          </p:nvSpPr>
          <p:spPr>
            <a:xfrm>
              <a:off x="7085925" y="3183751"/>
              <a:ext cx="1337400" cy="44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Neptune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24" name="Google Shape;1224;p29"/>
            <p:cNvSpPr txBox="1"/>
            <p:nvPr/>
          </p:nvSpPr>
          <p:spPr>
            <a:xfrm>
              <a:off x="7085925" y="3520200"/>
              <a:ext cx="1337400" cy="86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Neptune is very far away from the Sun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25" name="Google Shape;1225;p29"/>
            <p:cNvSpPr txBox="1"/>
            <p:nvPr/>
          </p:nvSpPr>
          <p:spPr>
            <a:xfrm>
              <a:off x="7085925" y="2077050"/>
              <a:ext cx="13374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40%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226" name="Google Shape;1226;p29"/>
          <p:cNvSpPr/>
          <p:nvPr/>
        </p:nvSpPr>
        <p:spPr>
          <a:xfrm>
            <a:off x="7085925" y="2710500"/>
            <a:ext cx="1337400" cy="20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27" name="Google Shape;1227;p29"/>
          <p:cNvCxnSpPr>
            <a:stCxn id="1226" idx="1"/>
          </p:cNvCxnSpPr>
          <p:nvPr/>
        </p:nvCxnSpPr>
        <p:spPr>
          <a:xfrm>
            <a:off x="7085925" y="2814900"/>
            <a:ext cx="507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28" name="Google Shape;1228;p29"/>
          <p:cNvGrpSpPr/>
          <p:nvPr/>
        </p:nvGrpSpPr>
        <p:grpSpPr>
          <a:xfrm rot="10800000" flipH="1">
            <a:off x="1857270" y="1289817"/>
            <a:ext cx="881133" cy="379000"/>
            <a:chOff x="6659230" y="279450"/>
            <a:chExt cx="2217246" cy="953700"/>
          </a:xfrm>
        </p:grpSpPr>
        <p:sp>
          <p:nvSpPr>
            <p:cNvPr id="1229" name="Google Shape;1229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4" name="Google Shape;1234;p29"/>
          <p:cNvGrpSpPr/>
          <p:nvPr/>
        </p:nvGrpSpPr>
        <p:grpSpPr>
          <a:xfrm rot="10800000" flipH="1">
            <a:off x="6371320" y="1289817"/>
            <a:ext cx="881133" cy="379000"/>
            <a:chOff x="6659230" y="279450"/>
            <a:chExt cx="2217246" cy="953700"/>
          </a:xfrm>
        </p:grpSpPr>
        <p:sp>
          <p:nvSpPr>
            <p:cNvPr id="1235" name="Google Shape;1235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30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245" name="Google Shape;1245;p30"/>
          <p:cNvGrpSpPr/>
          <p:nvPr/>
        </p:nvGrpSpPr>
        <p:grpSpPr>
          <a:xfrm>
            <a:off x="719004" y="1456546"/>
            <a:ext cx="1857900" cy="2316123"/>
            <a:chOff x="724787" y="2274175"/>
            <a:chExt cx="1857900" cy="2316123"/>
          </a:xfrm>
        </p:grpSpPr>
        <p:sp>
          <p:nvSpPr>
            <p:cNvPr id="1246" name="Google Shape;1246;p30"/>
            <p:cNvSpPr txBox="1"/>
            <p:nvPr/>
          </p:nvSpPr>
          <p:spPr>
            <a:xfrm>
              <a:off x="724787" y="3710031"/>
              <a:ext cx="18579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47" name="Google Shape;1247;p30"/>
            <p:cNvSpPr txBox="1"/>
            <p:nvPr/>
          </p:nvSpPr>
          <p:spPr>
            <a:xfrm>
              <a:off x="724787" y="4041598"/>
              <a:ext cx="18579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Despite being red, Mars is a cold place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48" name="Google Shape;1248;p30"/>
            <p:cNvSpPr txBox="1"/>
            <p:nvPr/>
          </p:nvSpPr>
          <p:spPr>
            <a:xfrm>
              <a:off x="724787" y="2274175"/>
              <a:ext cx="18579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20%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249" name="Google Shape;1249;p30"/>
          <p:cNvSpPr/>
          <p:nvPr/>
        </p:nvSpPr>
        <p:spPr>
          <a:xfrm>
            <a:off x="374074" y="2025699"/>
            <a:ext cx="350700" cy="342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30"/>
          <p:cNvSpPr/>
          <p:nvPr/>
        </p:nvSpPr>
        <p:spPr>
          <a:xfrm>
            <a:off x="8430770" y="4070049"/>
            <a:ext cx="350700" cy="342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30"/>
          <p:cNvSpPr/>
          <p:nvPr/>
        </p:nvSpPr>
        <p:spPr>
          <a:xfrm>
            <a:off x="1189150" y="1982322"/>
            <a:ext cx="915600" cy="909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0"/>
          <p:cNvSpPr/>
          <p:nvPr/>
        </p:nvSpPr>
        <p:spPr>
          <a:xfrm>
            <a:off x="1183618" y="2732534"/>
            <a:ext cx="915600" cy="1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3" name="Google Shape;1253;p30"/>
          <p:cNvGrpSpPr/>
          <p:nvPr/>
        </p:nvGrpSpPr>
        <p:grpSpPr>
          <a:xfrm>
            <a:off x="3643050" y="1456546"/>
            <a:ext cx="1857900" cy="2316123"/>
            <a:chOff x="3648833" y="2274175"/>
            <a:chExt cx="1857900" cy="2316123"/>
          </a:xfrm>
        </p:grpSpPr>
        <p:sp>
          <p:nvSpPr>
            <p:cNvPr id="1254" name="Google Shape;1254;p30"/>
            <p:cNvSpPr txBox="1"/>
            <p:nvPr/>
          </p:nvSpPr>
          <p:spPr>
            <a:xfrm>
              <a:off x="3648833" y="3710031"/>
              <a:ext cx="18579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55" name="Google Shape;1255;p30"/>
            <p:cNvSpPr txBox="1"/>
            <p:nvPr/>
          </p:nvSpPr>
          <p:spPr>
            <a:xfrm>
              <a:off x="3648833" y="4041598"/>
              <a:ext cx="18579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Venus has extremely high temperatures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56" name="Google Shape;1256;p30"/>
            <p:cNvSpPr txBox="1"/>
            <p:nvPr/>
          </p:nvSpPr>
          <p:spPr>
            <a:xfrm>
              <a:off x="3648833" y="2274175"/>
              <a:ext cx="18579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40%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257" name="Google Shape;1257;p30"/>
          <p:cNvSpPr/>
          <p:nvPr/>
        </p:nvSpPr>
        <p:spPr>
          <a:xfrm>
            <a:off x="4113206" y="1982322"/>
            <a:ext cx="915600" cy="909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30"/>
          <p:cNvSpPr/>
          <p:nvPr/>
        </p:nvSpPr>
        <p:spPr>
          <a:xfrm>
            <a:off x="4113846" y="2465493"/>
            <a:ext cx="915600" cy="426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9" name="Google Shape;1259;p30"/>
          <p:cNvGrpSpPr/>
          <p:nvPr/>
        </p:nvGrpSpPr>
        <p:grpSpPr>
          <a:xfrm>
            <a:off x="6567096" y="1456546"/>
            <a:ext cx="1857900" cy="2316123"/>
            <a:chOff x="6572879" y="2274175"/>
            <a:chExt cx="1857900" cy="2316123"/>
          </a:xfrm>
        </p:grpSpPr>
        <p:sp>
          <p:nvSpPr>
            <p:cNvPr id="1260" name="Google Shape;1260;p30"/>
            <p:cNvSpPr txBox="1"/>
            <p:nvPr/>
          </p:nvSpPr>
          <p:spPr>
            <a:xfrm>
              <a:off x="6572879" y="3710031"/>
              <a:ext cx="18579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Saturn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61" name="Google Shape;1261;p30"/>
            <p:cNvSpPr txBox="1"/>
            <p:nvPr/>
          </p:nvSpPr>
          <p:spPr>
            <a:xfrm>
              <a:off x="6572879" y="4041598"/>
              <a:ext cx="18579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Saturn was named after a Roman god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62" name="Google Shape;1262;p30"/>
            <p:cNvSpPr txBox="1"/>
            <p:nvPr/>
          </p:nvSpPr>
          <p:spPr>
            <a:xfrm>
              <a:off x="6572879" y="2274175"/>
              <a:ext cx="1857900" cy="4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40%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263" name="Google Shape;1263;p30"/>
          <p:cNvSpPr/>
          <p:nvPr/>
        </p:nvSpPr>
        <p:spPr>
          <a:xfrm>
            <a:off x="7037263" y="1982322"/>
            <a:ext cx="915600" cy="909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30"/>
          <p:cNvSpPr/>
          <p:nvPr/>
        </p:nvSpPr>
        <p:spPr>
          <a:xfrm>
            <a:off x="7037897" y="2465493"/>
            <a:ext cx="915600" cy="426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5" name="Google Shape;1265;p30"/>
          <p:cNvGrpSpPr/>
          <p:nvPr/>
        </p:nvGrpSpPr>
        <p:grpSpPr>
          <a:xfrm>
            <a:off x="2823676" y="2017327"/>
            <a:ext cx="584139" cy="656583"/>
            <a:chOff x="848509" y="2822478"/>
            <a:chExt cx="624748" cy="702228"/>
          </a:xfrm>
        </p:grpSpPr>
        <p:sp>
          <p:nvSpPr>
            <p:cNvPr id="1266" name="Google Shape;1266;p30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0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0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0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30"/>
          <p:cNvGrpSpPr/>
          <p:nvPr/>
        </p:nvGrpSpPr>
        <p:grpSpPr>
          <a:xfrm flipH="1">
            <a:off x="5801401" y="2017327"/>
            <a:ext cx="584139" cy="656583"/>
            <a:chOff x="848509" y="2822478"/>
            <a:chExt cx="624748" cy="702228"/>
          </a:xfrm>
        </p:grpSpPr>
        <p:sp>
          <p:nvSpPr>
            <p:cNvPr id="1271" name="Google Shape;1271;p30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0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0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0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5" name="Google Shape;1275;p30"/>
          <p:cNvSpPr txBox="1"/>
          <p:nvPr/>
        </p:nvSpPr>
        <p:spPr>
          <a:xfrm>
            <a:off x="3378250" y="4167900"/>
            <a:ext cx="2384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</a:t>
            </a:r>
            <a:endParaRPr sz="20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1276" name="Google Shape;1276;p30"/>
          <p:cNvCxnSpPr>
            <a:stCxn id="1275" idx="0"/>
            <a:endCxn id="1247" idx="2"/>
          </p:cNvCxnSpPr>
          <p:nvPr/>
        </p:nvCxnSpPr>
        <p:spPr>
          <a:xfrm rot="5400000" flipH="1">
            <a:off x="2911600" y="2509200"/>
            <a:ext cx="395100" cy="2922300"/>
          </a:xfrm>
          <a:prstGeom prst="bentConnector3">
            <a:avLst>
              <a:gd name="adj1" fmla="val 5001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77" name="Google Shape;1277;p30"/>
          <p:cNvCxnSpPr>
            <a:stCxn id="1275" idx="0"/>
            <a:endCxn id="1255" idx="2"/>
          </p:cNvCxnSpPr>
          <p:nvPr/>
        </p:nvCxnSpPr>
        <p:spPr>
          <a:xfrm rot="-5400000">
            <a:off x="4373650" y="3969450"/>
            <a:ext cx="395100" cy="1800"/>
          </a:xfrm>
          <a:prstGeom prst="bentConnector3">
            <a:avLst>
              <a:gd name="adj1" fmla="val 5001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78" name="Google Shape;1278;p30"/>
          <p:cNvCxnSpPr>
            <a:stCxn id="1275" idx="0"/>
            <a:endCxn id="1261" idx="2"/>
          </p:cNvCxnSpPr>
          <p:nvPr/>
        </p:nvCxnSpPr>
        <p:spPr>
          <a:xfrm rot="-5400000">
            <a:off x="5835550" y="2507550"/>
            <a:ext cx="395100" cy="2925600"/>
          </a:xfrm>
          <a:prstGeom prst="bentConnector3">
            <a:avLst>
              <a:gd name="adj1" fmla="val 5001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31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284" name="Google Shape;1284;p31"/>
          <p:cNvGrpSpPr/>
          <p:nvPr/>
        </p:nvGrpSpPr>
        <p:grpSpPr>
          <a:xfrm>
            <a:off x="1113913" y="1447400"/>
            <a:ext cx="2309700" cy="1124400"/>
            <a:chOff x="1120975" y="1447350"/>
            <a:chExt cx="2309700" cy="1124400"/>
          </a:xfrm>
        </p:grpSpPr>
        <p:sp>
          <p:nvSpPr>
            <p:cNvPr id="1285" name="Google Shape;1285;p31"/>
            <p:cNvSpPr/>
            <p:nvPr/>
          </p:nvSpPr>
          <p:spPr>
            <a:xfrm>
              <a:off x="1120975" y="1447350"/>
              <a:ext cx="2309700" cy="1124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286" name="Google Shape;1286;p31"/>
            <p:cNvGrpSpPr/>
            <p:nvPr/>
          </p:nvGrpSpPr>
          <p:grpSpPr>
            <a:xfrm>
              <a:off x="1224410" y="1588712"/>
              <a:ext cx="2108100" cy="841668"/>
              <a:chOff x="1224410" y="1588713"/>
              <a:chExt cx="2108100" cy="841668"/>
            </a:xfrm>
          </p:grpSpPr>
          <p:sp>
            <p:nvSpPr>
              <p:cNvPr id="1287" name="Google Shape;1287;p31"/>
              <p:cNvSpPr txBox="1"/>
              <p:nvPr/>
            </p:nvSpPr>
            <p:spPr>
              <a:xfrm>
                <a:off x="1224410" y="1588713"/>
                <a:ext cx="21081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Mercury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288" name="Google Shape;1288;p31"/>
              <p:cNvSpPr txBox="1"/>
              <p:nvPr/>
            </p:nvSpPr>
            <p:spPr>
              <a:xfrm>
                <a:off x="1224410" y="1848980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Mercury is the closest planet to the Sun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289" name="Google Shape;1289;p31"/>
          <p:cNvGrpSpPr/>
          <p:nvPr/>
        </p:nvGrpSpPr>
        <p:grpSpPr>
          <a:xfrm>
            <a:off x="5720388" y="1447350"/>
            <a:ext cx="2309700" cy="1124400"/>
            <a:chOff x="5727450" y="1447350"/>
            <a:chExt cx="2309700" cy="1124400"/>
          </a:xfrm>
        </p:grpSpPr>
        <p:sp>
          <p:nvSpPr>
            <p:cNvPr id="1290" name="Google Shape;1290;p31"/>
            <p:cNvSpPr/>
            <p:nvPr/>
          </p:nvSpPr>
          <p:spPr>
            <a:xfrm>
              <a:off x="5727450" y="1447350"/>
              <a:ext cx="2309700" cy="1124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291" name="Google Shape;1291;p31"/>
            <p:cNvGrpSpPr/>
            <p:nvPr/>
          </p:nvGrpSpPr>
          <p:grpSpPr>
            <a:xfrm>
              <a:off x="5830885" y="1588712"/>
              <a:ext cx="2108100" cy="841668"/>
              <a:chOff x="5830885" y="1588713"/>
              <a:chExt cx="2108100" cy="841668"/>
            </a:xfrm>
          </p:grpSpPr>
          <p:sp>
            <p:nvSpPr>
              <p:cNvPr id="1292" name="Google Shape;1292;p31"/>
              <p:cNvSpPr txBox="1"/>
              <p:nvPr/>
            </p:nvSpPr>
            <p:spPr>
              <a:xfrm>
                <a:off x="5830885" y="1588713"/>
                <a:ext cx="21081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Mars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293" name="Google Shape;1293;p31"/>
              <p:cNvSpPr txBox="1"/>
              <p:nvPr/>
            </p:nvSpPr>
            <p:spPr>
              <a:xfrm>
                <a:off x="5830885" y="1848980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Despite being red, Mars is actually a cold place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294" name="Google Shape;1294;p31"/>
          <p:cNvGrpSpPr/>
          <p:nvPr/>
        </p:nvGrpSpPr>
        <p:grpSpPr>
          <a:xfrm>
            <a:off x="1113913" y="3309100"/>
            <a:ext cx="2309700" cy="1124400"/>
            <a:chOff x="1120975" y="3309050"/>
            <a:chExt cx="2309700" cy="1124400"/>
          </a:xfrm>
        </p:grpSpPr>
        <p:sp>
          <p:nvSpPr>
            <p:cNvPr id="1295" name="Google Shape;1295;p31"/>
            <p:cNvSpPr/>
            <p:nvPr/>
          </p:nvSpPr>
          <p:spPr>
            <a:xfrm>
              <a:off x="1120975" y="3309050"/>
              <a:ext cx="2309700" cy="1124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296" name="Google Shape;1296;p31"/>
            <p:cNvGrpSpPr/>
            <p:nvPr/>
          </p:nvGrpSpPr>
          <p:grpSpPr>
            <a:xfrm>
              <a:off x="1224410" y="3450413"/>
              <a:ext cx="2108100" cy="841668"/>
              <a:chOff x="1224410" y="3450413"/>
              <a:chExt cx="2108100" cy="841668"/>
            </a:xfrm>
          </p:grpSpPr>
          <p:sp>
            <p:nvSpPr>
              <p:cNvPr id="1297" name="Google Shape;1297;p31"/>
              <p:cNvSpPr txBox="1"/>
              <p:nvPr/>
            </p:nvSpPr>
            <p:spPr>
              <a:xfrm>
                <a:off x="1224410" y="3450413"/>
                <a:ext cx="21081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Saturn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298" name="Google Shape;1298;p31"/>
              <p:cNvSpPr txBox="1"/>
              <p:nvPr/>
            </p:nvSpPr>
            <p:spPr>
              <a:xfrm>
                <a:off x="1224410" y="3710680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Saturn is composed of hydrogen and helium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299" name="Google Shape;1299;p31"/>
          <p:cNvGrpSpPr/>
          <p:nvPr/>
        </p:nvGrpSpPr>
        <p:grpSpPr>
          <a:xfrm>
            <a:off x="5720388" y="3309050"/>
            <a:ext cx="2309700" cy="1124400"/>
            <a:chOff x="5727450" y="3309050"/>
            <a:chExt cx="2309700" cy="1124400"/>
          </a:xfrm>
        </p:grpSpPr>
        <p:sp>
          <p:nvSpPr>
            <p:cNvPr id="1300" name="Google Shape;1300;p31"/>
            <p:cNvSpPr/>
            <p:nvPr/>
          </p:nvSpPr>
          <p:spPr>
            <a:xfrm>
              <a:off x="5727450" y="3309050"/>
              <a:ext cx="2309700" cy="1124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301" name="Google Shape;1301;p31"/>
            <p:cNvGrpSpPr/>
            <p:nvPr/>
          </p:nvGrpSpPr>
          <p:grpSpPr>
            <a:xfrm>
              <a:off x="5830885" y="3450413"/>
              <a:ext cx="2108100" cy="841668"/>
              <a:chOff x="5830885" y="3450413"/>
              <a:chExt cx="2108100" cy="841668"/>
            </a:xfrm>
          </p:grpSpPr>
          <p:sp>
            <p:nvSpPr>
              <p:cNvPr id="1302" name="Google Shape;1302;p31"/>
              <p:cNvSpPr txBox="1"/>
              <p:nvPr/>
            </p:nvSpPr>
            <p:spPr>
              <a:xfrm>
                <a:off x="5830885" y="3450413"/>
                <a:ext cx="21081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Earth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303" name="Google Shape;1303;p31"/>
              <p:cNvSpPr txBox="1"/>
              <p:nvPr/>
            </p:nvSpPr>
            <p:spPr>
              <a:xfrm>
                <a:off x="5830885" y="3710680"/>
                <a:ext cx="21081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Earth is the third planet from the Sun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cxnSp>
        <p:nvCxnSpPr>
          <p:cNvPr id="1304" name="Google Shape;1304;p31"/>
          <p:cNvCxnSpPr>
            <a:endCxn id="1290" idx="1"/>
          </p:cNvCxnSpPr>
          <p:nvPr/>
        </p:nvCxnSpPr>
        <p:spPr>
          <a:xfrm>
            <a:off x="3423588" y="2008950"/>
            <a:ext cx="22968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05" name="Google Shape;1305;p31"/>
          <p:cNvCxnSpPr>
            <a:stCxn id="1290" idx="2"/>
            <a:endCxn id="1300" idx="0"/>
          </p:cNvCxnSpPr>
          <p:nvPr/>
        </p:nvCxnSpPr>
        <p:spPr>
          <a:xfrm rot="-5400000" flipH="1">
            <a:off x="6506838" y="2940150"/>
            <a:ext cx="737400" cy="6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06" name="Google Shape;1306;p31"/>
          <p:cNvCxnSpPr>
            <a:stCxn id="1300" idx="1"/>
            <a:endCxn id="1295" idx="3"/>
          </p:cNvCxnSpPr>
          <p:nvPr/>
        </p:nvCxnSpPr>
        <p:spPr>
          <a:xfrm flipH="1">
            <a:off x="3423588" y="3871250"/>
            <a:ext cx="22968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07" name="Google Shape;1307;p31"/>
          <p:cNvCxnSpPr>
            <a:endCxn id="1285" idx="2"/>
          </p:cNvCxnSpPr>
          <p:nvPr/>
        </p:nvCxnSpPr>
        <p:spPr>
          <a:xfrm rot="-5400000">
            <a:off x="1899763" y="2940200"/>
            <a:ext cx="737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308" name="Google Shape;1308;p31"/>
          <p:cNvGrpSpPr/>
          <p:nvPr/>
        </p:nvGrpSpPr>
        <p:grpSpPr>
          <a:xfrm>
            <a:off x="4141425" y="2329724"/>
            <a:ext cx="861193" cy="1115770"/>
            <a:chOff x="7465916" y="720492"/>
            <a:chExt cx="1139144" cy="1477450"/>
          </a:xfrm>
        </p:grpSpPr>
        <p:sp>
          <p:nvSpPr>
            <p:cNvPr id="1309" name="Google Shape;1309;p31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1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1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1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1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1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5" name="Google Shape;1315;p31"/>
          <p:cNvGrpSpPr/>
          <p:nvPr/>
        </p:nvGrpSpPr>
        <p:grpSpPr>
          <a:xfrm>
            <a:off x="368093" y="2948064"/>
            <a:ext cx="526506" cy="456697"/>
            <a:chOff x="2095164" y="1290381"/>
            <a:chExt cx="526506" cy="456697"/>
          </a:xfrm>
        </p:grpSpPr>
        <p:sp>
          <p:nvSpPr>
            <p:cNvPr id="1316" name="Google Shape;1316;p31"/>
            <p:cNvSpPr/>
            <p:nvPr/>
          </p:nvSpPr>
          <p:spPr>
            <a:xfrm>
              <a:off x="2095164" y="1290381"/>
              <a:ext cx="337500" cy="32910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1"/>
            <p:cNvSpPr/>
            <p:nvPr/>
          </p:nvSpPr>
          <p:spPr>
            <a:xfrm>
              <a:off x="2432670" y="1562578"/>
              <a:ext cx="189000" cy="1845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8" name="Google Shape;1318;p31"/>
          <p:cNvSpPr/>
          <p:nvPr/>
        </p:nvSpPr>
        <p:spPr>
          <a:xfrm rot="10800000" flipH="1">
            <a:off x="4448558" y="1332960"/>
            <a:ext cx="246900" cy="2403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9" name="Google Shape;1319;p31"/>
          <p:cNvGrpSpPr/>
          <p:nvPr/>
        </p:nvGrpSpPr>
        <p:grpSpPr>
          <a:xfrm rot="5400000">
            <a:off x="8033229" y="2404596"/>
            <a:ext cx="770825" cy="338400"/>
            <a:chOff x="4194754" y="4641413"/>
            <a:chExt cx="770825" cy="338400"/>
          </a:xfrm>
        </p:grpSpPr>
        <p:grpSp>
          <p:nvGrpSpPr>
            <p:cNvPr id="1320" name="Google Shape;1320;p31"/>
            <p:cNvGrpSpPr/>
            <p:nvPr/>
          </p:nvGrpSpPr>
          <p:grpSpPr>
            <a:xfrm rot="-5400000">
              <a:off x="4522881" y="4537114"/>
              <a:ext cx="338400" cy="546998"/>
              <a:chOff x="5751402" y="4276361"/>
              <a:chExt cx="338400" cy="546998"/>
            </a:xfrm>
          </p:grpSpPr>
          <p:sp>
            <p:nvSpPr>
              <p:cNvPr id="1321" name="Google Shape;1321;p31"/>
              <p:cNvSpPr/>
              <p:nvPr/>
            </p:nvSpPr>
            <p:spPr>
              <a:xfrm flipH="1">
                <a:off x="5751402" y="4276361"/>
                <a:ext cx="338400" cy="325800"/>
              </a:xfrm>
              <a:prstGeom prst="star4">
                <a:avLst>
                  <a:gd name="adj" fmla="val 12500"/>
                </a:avLst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1"/>
              <p:cNvSpPr/>
              <p:nvPr/>
            </p:nvSpPr>
            <p:spPr>
              <a:xfrm flipH="1">
                <a:off x="5801569" y="4583059"/>
                <a:ext cx="246900" cy="2403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23" name="Google Shape;1323;p31"/>
            <p:cNvSpPr/>
            <p:nvPr/>
          </p:nvSpPr>
          <p:spPr>
            <a:xfrm rot="-5400000" flipH="1">
              <a:off x="4191454" y="4686046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4" name="Google Shape;1324;p31"/>
          <p:cNvSpPr/>
          <p:nvPr/>
        </p:nvSpPr>
        <p:spPr>
          <a:xfrm rot="10800000" flipH="1">
            <a:off x="4448558" y="4310160"/>
            <a:ext cx="246900" cy="2403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32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330" name="Google Shape;1330;p32"/>
          <p:cNvGrpSpPr/>
          <p:nvPr/>
        </p:nvGrpSpPr>
        <p:grpSpPr>
          <a:xfrm>
            <a:off x="1113925" y="1452299"/>
            <a:ext cx="3461700" cy="993000"/>
            <a:chOff x="1113925" y="1447400"/>
            <a:chExt cx="3461700" cy="993000"/>
          </a:xfrm>
        </p:grpSpPr>
        <p:sp>
          <p:nvSpPr>
            <p:cNvPr id="1331" name="Google Shape;1331;p32"/>
            <p:cNvSpPr/>
            <p:nvPr/>
          </p:nvSpPr>
          <p:spPr>
            <a:xfrm>
              <a:off x="1113925" y="1447400"/>
              <a:ext cx="3461700" cy="993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32" name="Google Shape;1332;p32"/>
            <p:cNvSpPr txBox="1"/>
            <p:nvPr/>
          </p:nvSpPr>
          <p:spPr>
            <a:xfrm>
              <a:off x="1165675" y="1611980"/>
              <a:ext cx="3358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Data collect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333" name="Google Shape;1333;p32"/>
            <p:cNvSpPr txBox="1"/>
            <p:nvPr/>
          </p:nvSpPr>
          <p:spPr>
            <a:xfrm>
              <a:off x="1165675" y="1910115"/>
              <a:ext cx="3358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Despite being red, Mars is a cold place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334" name="Google Shape;1334;p32"/>
          <p:cNvGrpSpPr/>
          <p:nvPr/>
        </p:nvGrpSpPr>
        <p:grpSpPr>
          <a:xfrm>
            <a:off x="1113925" y="2442565"/>
            <a:ext cx="3461700" cy="993000"/>
            <a:chOff x="1113925" y="2437667"/>
            <a:chExt cx="3461700" cy="993000"/>
          </a:xfrm>
        </p:grpSpPr>
        <p:sp>
          <p:nvSpPr>
            <p:cNvPr id="1335" name="Google Shape;1335;p32"/>
            <p:cNvSpPr/>
            <p:nvPr/>
          </p:nvSpPr>
          <p:spPr>
            <a:xfrm>
              <a:off x="1113925" y="2437667"/>
              <a:ext cx="3461700" cy="993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36" name="Google Shape;1336;p32"/>
            <p:cNvSpPr txBox="1"/>
            <p:nvPr/>
          </p:nvSpPr>
          <p:spPr>
            <a:xfrm>
              <a:off x="1165675" y="2599673"/>
              <a:ext cx="3358200" cy="4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Comparison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337" name="Google Shape;1337;p32"/>
            <p:cNvSpPr txBox="1"/>
            <p:nvPr/>
          </p:nvSpPr>
          <p:spPr>
            <a:xfrm>
              <a:off x="1165675" y="2897199"/>
              <a:ext cx="3358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Venus has extremely temperatures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338" name="Google Shape;1338;p32"/>
          <p:cNvGrpSpPr/>
          <p:nvPr/>
        </p:nvGrpSpPr>
        <p:grpSpPr>
          <a:xfrm>
            <a:off x="1113925" y="3439399"/>
            <a:ext cx="3461700" cy="993000"/>
            <a:chOff x="1113925" y="3434501"/>
            <a:chExt cx="3461700" cy="993000"/>
          </a:xfrm>
        </p:grpSpPr>
        <p:sp>
          <p:nvSpPr>
            <p:cNvPr id="1339" name="Google Shape;1339;p32"/>
            <p:cNvSpPr/>
            <p:nvPr/>
          </p:nvSpPr>
          <p:spPr>
            <a:xfrm>
              <a:off x="1113925" y="3434501"/>
              <a:ext cx="3461700" cy="993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40" name="Google Shape;1340;p32"/>
            <p:cNvSpPr txBox="1"/>
            <p:nvPr/>
          </p:nvSpPr>
          <p:spPr>
            <a:xfrm>
              <a:off x="1165675" y="3599385"/>
              <a:ext cx="3358200" cy="4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Experimentation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341" name="Google Shape;1341;p32"/>
            <p:cNvSpPr txBox="1"/>
            <p:nvPr/>
          </p:nvSpPr>
          <p:spPr>
            <a:xfrm>
              <a:off x="1165675" y="3896922"/>
              <a:ext cx="3358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Neptune is very far away from us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342" name="Google Shape;1342;p32"/>
          <p:cNvGrpSpPr/>
          <p:nvPr/>
        </p:nvGrpSpPr>
        <p:grpSpPr>
          <a:xfrm>
            <a:off x="5148425" y="2004724"/>
            <a:ext cx="2882100" cy="1868700"/>
            <a:chOff x="5148425" y="2200950"/>
            <a:chExt cx="2882100" cy="1868700"/>
          </a:xfrm>
        </p:grpSpPr>
        <p:sp>
          <p:nvSpPr>
            <p:cNvPr id="1343" name="Google Shape;1343;p32"/>
            <p:cNvSpPr/>
            <p:nvPr/>
          </p:nvSpPr>
          <p:spPr>
            <a:xfrm>
              <a:off x="5148425" y="2200950"/>
              <a:ext cx="2882100" cy="1868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44" name="Google Shape;1344;p32"/>
            <p:cNvSpPr txBox="1"/>
            <p:nvPr/>
          </p:nvSpPr>
          <p:spPr>
            <a:xfrm>
              <a:off x="5191625" y="2388471"/>
              <a:ext cx="2795700" cy="365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Results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345" name="Google Shape;1345;p32"/>
            <p:cNvSpPr txBox="1"/>
            <p:nvPr/>
          </p:nvSpPr>
          <p:spPr>
            <a:xfrm>
              <a:off x="5191625" y="2636827"/>
              <a:ext cx="2795700" cy="124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Venus has a beautiful name and is the second planet from the Sun. It’s terribly hot, even hotter than Mercury, and its atmosphere is poisonous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cxnSp>
        <p:nvCxnSpPr>
          <p:cNvPr id="1346" name="Google Shape;1346;p32"/>
          <p:cNvCxnSpPr>
            <a:stCxn id="1331" idx="3"/>
            <a:endCxn id="1343" idx="1"/>
          </p:cNvCxnSpPr>
          <p:nvPr/>
        </p:nvCxnSpPr>
        <p:spPr>
          <a:xfrm>
            <a:off x="4575625" y="1948799"/>
            <a:ext cx="572700" cy="9903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1347" name="Google Shape;1347;p32"/>
          <p:cNvCxnSpPr>
            <a:stCxn id="1343" idx="1"/>
            <a:endCxn id="1335" idx="3"/>
          </p:cNvCxnSpPr>
          <p:nvPr/>
        </p:nvCxnSpPr>
        <p:spPr>
          <a:xfrm flipH="1">
            <a:off x="4575725" y="2939074"/>
            <a:ext cx="572700" cy="6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1348" name="Google Shape;1348;p32"/>
          <p:cNvCxnSpPr>
            <a:stCxn id="1343" idx="1"/>
            <a:endCxn id="1339" idx="3"/>
          </p:cNvCxnSpPr>
          <p:nvPr/>
        </p:nvCxnSpPr>
        <p:spPr>
          <a:xfrm flipH="1">
            <a:off x="4575725" y="2939074"/>
            <a:ext cx="572700" cy="9969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349" name="Google Shape;1349;p32"/>
          <p:cNvSpPr/>
          <p:nvPr/>
        </p:nvSpPr>
        <p:spPr>
          <a:xfrm>
            <a:off x="7857364" y="36984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33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aphicFrame>
        <p:nvGraphicFramePr>
          <p:cNvPr id="1355" name="Google Shape;1355;p33"/>
          <p:cNvGraphicFramePr/>
          <p:nvPr/>
        </p:nvGraphicFramePr>
        <p:xfrm>
          <a:off x="916813" y="1599902"/>
          <a:ext cx="7310325" cy="2598525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10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5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Week 1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Week 2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Week 3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Week 4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1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2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3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4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5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356" name="Google Shape;1356;p33"/>
          <p:cNvGrpSpPr/>
          <p:nvPr/>
        </p:nvGrpSpPr>
        <p:grpSpPr>
          <a:xfrm>
            <a:off x="2345575" y="4221401"/>
            <a:ext cx="1476650" cy="356100"/>
            <a:chOff x="2345575" y="4221401"/>
            <a:chExt cx="1476650" cy="356100"/>
          </a:xfrm>
        </p:grpSpPr>
        <p:sp>
          <p:nvSpPr>
            <p:cNvPr id="1357" name="Google Shape;1357;p33"/>
            <p:cNvSpPr/>
            <p:nvPr/>
          </p:nvSpPr>
          <p:spPr>
            <a:xfrm>
              <a:off x="2345575" y="4306901"/>
              <a:ext cx="185100" cy="1851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3"/>
            <p:cNvSpPr txBox="1"/>
            <p:nvPr/>
          </p:nvSpPr>
          <p:spPr>
            <a:xfrm>
              <a:off x="2542125" y="4221401"/>
              <a:ext cx="1280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Not started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359" name="Google Shape;1359;p33"/>
          <p:cNvGrpSpPr/>
          <p:nvPr/>
        </p:nvGrpSpPr>
        <p:grpSpPr>
          <a:xfrm>
            <a:off x="3833675" y="4221401"/>
            <a:ext cx="1476650" cy="356100"/>
            <a:chOff x="3833675" y="4221401"/>
            <a:chExt cx="1476650" cy="356100"/>
          </a:xfrm>
        </p:grpSpPr>
        <p:sp>
          <p:nvSpPr>
            <p:cNvPr id="1360" name="Google Shape;1360;p33"/>
            <p:cNvSpPr/>
            <p:nvPr/>
          </p:nvSpPr>
          <p:spPr>
            <a:xfrm>
              <a:off x="3833675" y="4306901"/>
              <a:ext cx="185100" cy="1851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3"/>
            <p:cNvSpPr txBox="1"/>
            <p:nvPr/>
          </p:nvSpPr>
          <p:spPr>
            <a:xfrm>
              <a:off x="4030225" y="4221401"/>
              <a:ext cx="1280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In progress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362" name="Google Shape;1362;p33"/>
          <p:cNvGrpSpPr/>
          <p:nvPr/>
        </p:nvGrpSpPr>
        <p:grpSpPr>
          <a:xfrm>
            <a:off x="5321775" y="4221401"/>
            <a:ext cx="1476650" cy="356100"/>
            <a:chOff x="5321775" y="4221401"/>
            <a:chExt cx="1476650" cy="356100"/>
          </a:xfrm>
        </p:grpSpPr>
        <p:sp>
          <p:nvSpPr>
            <p:cNvPr id="1363" name="Google Shape;1363;p33"/>
            <p:cNvSpPr/>
            <p:nvPr/>
          </p:nvSpPr>
          <p:spPr>
            <a:xfrm>
              <a:off x="5321775" y="4306901"/>
              <a:ext cx="185100" cy="1851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3"/>
            <p:cNvSpPr txBox="1"/>
            <p:nvPr/>
          </p:nvSpPr>
          <p:spPr>
            <a:xfrm>
              <a:off x="5518325" y="4221401"/>
              <a:ext cx="1280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Completed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34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aphicFrame>
        <p:nvGraphicFramePr>
          <p:cNvPr id="1370" name="Google Shape;1370;p34"/>
          <p:cNvGraphicFramePr/>
          <p:nvPr/>
        </p:nvGraphicFramePr>
        <p:xfrm>
          <a:off x="713275" y="1626025"/>
          <a:ext cx="5212075" cy="2964185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6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975"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Month, 2XXX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Mon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Tue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Wed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Thu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Fri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Sat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Sun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16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18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19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26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27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28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29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371" name="Google Shape;1371;p34"/>
          <p:cNvGrpSpPr/>
          <p:nvPr/>
        </p:nvGrpSpPr>
        <p:grpSpPr>
          <a:xfrm>
            <a:off x="6124925" y="1626275"/>
            <a:ext cx="2305850" cy="618640"/>
            <a:chOff x="6124975" y="1626025"/>
            <a:chExt cx="2305850" cy="618640"/>
          </a:xfrm>
        </p:grpSpPr>
        <p:sp>
          <p:nvSpPr>
            <p:cNvPr id="1372" name="Google Shape;1372;p34"/>
            <p:cNvSpPr/>
            <p:nvPr/>
          </p:nvSpPr>
          <p:spPr>
            <a:xfrm>
              <a:off x="6124975" y="1626025"/>
              <a:ext cx="185100" cy="1851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3" name="Google Shape;1373;p34"/>
            <p:cNvGrpSpPr/>
            <p:nvPr/>
          </p:nvGrpSpPr>
          <p:grpSpPr>
            <a:xfrm>
              <a:off x="6321525" y="1626025"/>
              <a:ext cx="2109300" cy="618640"/>
              <a:chOff x="6321525" y="1626025"/>
              <a:chExt cx="2109300" cy="618640"/>
            </a:xfrm>
          </p:grpSpPr>
          <p:sp>
            <p:nvSpPr>
              <p:cNvPr id="1374" name="Google Shape;1374;p34"/>
              <p:cNvSpPr txBox="1"/>
              <p:nvPr/>
            </p:nvSpPr>
            <p:spPr>
              <a:xfrm>
                <a:off x="6321525" y="1626025"/>
                <a:ext cx="2109300" cy="35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Data collect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375" name="Google Shape;1375;p34"/>
              <p:cNvSpPr txBox="1"/>
              <p:nvPr/>
            </p:nvSpPr>
            <p:spPr>
              <a:xfrm>
                <a:off x="6321525" y="1888565"/>
                <a:ext cx="2109300" cy="35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Deadline</a:t>
                </a: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: Fri 2nd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376" name="Google Shape;1376;p34"/>
          <p:cNvGrpSpPr/>
          <p:nvPr/>
        </p:nvGrpSpPr>
        <p:grpSpPr>
          <a:xfrm>
            <a:off x="6124925" y="2407950"/>
            <a:ext cx="2305850" cy="618640"/>
            <a:chOff x="6124975" y="2407700"/>
            <a:chExt cx="2305850" cy="618640"/>
          </a:xfrm>
        </p:grpSpPr>
        <p:sp>
          <p:nvSpPr>
            <p:cNvPr id="1377" name="Google Shape;1377;p34"/>
            <p:cNvSpPr/>
            <p:nvPr/>
          </p:nvSpPr>
          <p:spPr>
            <a:xfrm>
              <a:off x="6124975" y="2407700"/>
              <a:ext cx="185100" cy="1851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8" name="Google Shape;1378;p34"/>
            <p:cNvGrpSpPr/>
            <p:nvPr/>
          </p:nvGrpSpPr>
          <p:grpSpPr>
            <a:xfrm>
              <a:off x="6321525" y="2407700"/>
              <a:ext cx="2109300" cy="618640"/>
              <a:chOff x="6321525" y="2407700"/>
              <a:chExt cx="2109300" cy="618640"/>
            </a:xfrm>
          </p:grpSpPr>
          <p:sp>
            <p:nvSpPr>
              <p:cNvPr id="1379" name="Google Shape;1379;p34"/>
              <p:cNvSpPr txBox="1"/>
              <p:nvPr/>
            </p:nvSpPr>
            <p:spPr>
              <a:xfrm>
                <a:off x="6321525" y="2407700"/>
                <a:ext cx="2109300" cy="35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Planning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380" name="Google Shape;1380;p34"/>
              <p:cNvSpPr txBox="1"/>
              <p:nvPr/>
            </p:nvSpPr>
            <p:spPr>
              <a:xfrm>
                <a:off x="6321525" y="2670240"/>
                <a:ext cx="2109300" cy="35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Deadline</a:t>
                </a: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: Sat 10th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381" name="Google Shape;1381;p34"/>
          <p:cNvGrpSpPr/>
          <p:nvPr/>
        </p:nvGrpSpPr>
        <p:grpSpPr>
          <a:xfrm>
            <a:off x="6124925" y="3189625"/>
            <a:ext cx="2305850" cy="618640"/>
            <a:chOff x="6124975" y="3189375"/>
            <a:chExt cx="2305850" cy="618640"/>
          </a:xfrm>
        </p:grpSpPr>
        <p:sp>
          <p:nvSpPr>
            <p:cNvPr id="1382" name="Google Shape;1382;p34"/>
            <p:cNvSpPr/>
            <p:nvPr/>
          </p:nvSpPr>
          <p:spPr>
            <a:xfrm>
              <a:off x="6124975" y="3189375"/>
              <a:ext cx="185100" cy="1851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3" name="Google Shape;1383;p34"/>
            <p:cNvGrpSpPr/>
            <p:nvPr/>
          </p:nvGrpSpPr>
          <p:grpSpPr>
            <a:xfrm>
              <a:off x="6321525" y="3189375"/>
              <a:ext cx="2109300" cy="618640"/>
              <a:chOff x="6321525" y="3189375"/>
              <a:chExt cx="2109300" cy="618640"/>
            </a:xfrm>
          </p:grpSpPr>
          <p:sp>
            <p:nvSpPr>
              <p:cNvPr id="1384" name="Google Shape;1384;p34"/>
              <p:cNvSpPr txBox="1"/>
              <p:nvPr/>
            </p:nvSpPr>
            <p:spPr>
              <a:xfrm>
                <a:off x="6321525" y="3189375"/>
                <a:ext cx="2109300" cy="35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Write article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385" name="Google Shape;1385;p34"/>
              <p:cNvSpPr txBox="1"/>
              <p:nvPr/>
            </p:nvSpPr>
            <p:spPr>
              <a:xfrm>
                <a:off x="6321525" y="3451915"/>
                <a:ext cx="2109300" cy="35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Deadline</a:t>
                </a: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: Thu 22nd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386" name="Google Shape;1386;p34"/>
          <p:cNvGrpSpPr/>
          <p:nvPr/>
        </p:nvGrpSpPr>
        <p:grpSpPr>
          <a:xfrm>
            <a:off x="6124925" y="3971300"/>
            <a:ext cx="2305850" cy="618640"/>
            <a:chOff x="6124975" y="3971050"/>
            <a:chExt cx="2305850" cy="618640"/>
          </a:xfrm>
        </p:grpSpPr>
        <p:sp>
          <p:nvSpPr>
            <p:cNvPr id="1387" name="Google Shape;1387;p34"/>
            <p:cNvSpPr/>
            <p:nvPr/>
          </p:nvSpPr>
          <p:spPr>
            <a:xfrm>
              <a:off x="6124975" y="3971050"/>
              <a:ext cx="185100" cy="1851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8" name="Google Shape;1388;p34"/>
            <p:cNvGrpSpPr/>
            <p:nvPr/>
          </p:nvGrpSpPr>
          <p:grpSpPr>
            <a:xfrm>
              <a:off x="6321525" y="3971050"/>
              <a:ext cx="2109300" cy="618640"/>
              <a:chOff x="6321525" y="3971050"/>
              <a:chExt cx="2109300" cy="618640"/>
            </a:xfrm>
          </p:grpSpPr>
          <p:sp>
            <p:nvSpPr>
              <p:cNvPr id="1389" name="Google Shape;1389;p34"/>
              <p:cNvSpPr txBox="1"/>
              <p:nvPr/>
            </p:nvSpPr>
            <p:spPr>
              <a:xfrm>
                <a:off x="6321525" y="3971050"/>
                <a:ext cx="2109300" cy="35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Results show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390" name="Google Shape;1390;p34"/>
              <p:cNvSpPr txBox="1"/>
              <p:nvPr/>
            </p:nvSpPr>
            <p:spPr>
              <a:xfrm>
                <a:off x="6321525" y="4233590"/>
                <a:ext cx="2109300" cy="35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Deadline</a:t>
                </a: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: Sat 31st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35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aphicFrame>
        <p:nvGraphicFramePr>
          <p:cNvPr id="1396" name="Google Shape;1396;p35"/>
          <p:cNvGraphicFramePr/>
          <p:nvPr/>
        </p:nvGraphicFramePr>
        <p:xfrm>
          <a:off x="952500" y="1454916"/>
          <a:ext cx="7239025" cy="3135400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181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2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Day, Month, 2XXX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Timetable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Tasks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Check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9:00h-11:00h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Mars is a cold planet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11:00h-12:30h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Venus has high temperatures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12:30h-13:00h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Jupiter is the biggest planet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16:00h-18:00h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Neptune is far away from us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18:00h-20:00h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Task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Earth is the planet with life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3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402" name="Google Shape;1402;p36"/>
          <p:cNvGrpSpPr/>
          <p:nvPr/>
        </p:nvGrpSpPr>
        <p:grpSpPr>
          <a:xfrm>
            <a:off x="1165911" y="2293118"/>
            <a:ext cx="640081" cy="658115"/>
            <a:chOff x="1690218" y="1609641"/>
            <a:chExt cx="526339" cy="577699"/>
          </a:xfrm>
        </p:grpSpPr>
        <p:sp>
          <p:nvSpPr>
            <p:cNvPr id="1403" name="Google Shape;1403;p36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6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36"/>
          <p:cNvGrpSpPr/>
          <p:nvPr/>
        </p:nvGrpSpPr>
        <p:grpSpPr>
          <a:xfrm>
            <a:off x="715650" y="1728600"/>
            <a:ext cx="1545300" cy="2482574"/>
            <a:chOff x="715650" y="1728600"/>
            <a:chExt cx="1545300" cy="2482574"/>
          </a:xfrm>
        </p:grpSpPr>
        <p:sp>
          <p:nvSpPr>
            <p:cNvPr id="1406" name="Google Shape;1406;p36"/>
            <p:cNvSpPr txBox="1"/>
            <p:nvPr/>
          </p:nvSpPr>
          <p:spPr>
            <a:xfrm>
              <a:off x="1076450" y="1728600"/>
              <a:ext cx="8190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01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1407" name="Google Shape;1407;p36"/>
            <p:cNvGrpSpPr/>
            <p:nvPr/>
          </p:nvGrpSpPr>
          <p:grpSpPr>
            <a:xfrm>
              <a:off x="715650" y="3317625"/>
              <a:ext cx="1545300" cy="893549"/>
              <a:chOff x="713225" y="3393825"/>
              <a:chExt cx="1545300" cy="893549"/>
            </a:xfrm>
          </p:grpSpPr>
          <p:sp>
            <p:nvSpPr>
              <p:cNvPr id="1408" name="Google Shape;1408;p36"/>
              <p:cNvSpPr txBox="1"/>
              <p:nvPr/>
            </p:nvSpPr>
            <p:spPr>
              <a:xfrm>
                <a:off x="713225" y="3393825"/>
                <a:ext cx="1545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Mercury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409" name="Google Shape;1409;p36"/>
              <p:cNvSpPr txBox="1"/>
              <p:nvPr/>
            </p:nvSpPr>
            <p:spPr>
              <a:xfrm>
                <a:off x="713225" y="3654074"/>
                <a:ext cx="1545300" cy="6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Mercury is the smallest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410" name="Google Shape;1410;p36"/>
          <p:cNvGrpSpPr/>
          <p:nvPr/>
        </p:nvGrpSpPr>
        <p:grpSpPr>
          <a:xfrm>
            <a:off x="2709561" y="2674118"/>
            <a:ext cx="640081" cy="658115"/>
            <a:chOff x="1690218" y="1609641"/>
            <a:chExt cx="526339" cy="577699"/>
          </a:xfrm>
        </p:grpSpPr>
        <p:sp>
          <p:nvSpPr>
            <p:cNvPr id="1411" name="Google Shape;1411;p36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6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3" name="Google Shape;1413;p36"/>
          <p:cNvGrpSpPr/>
          <p:nvPr/>
        </p:nvGrpSpPr>
        <p:grpSpPr>
          <a:xfrm>
            <a:off x="2259300" y="2109600"/>
            <a:ext cx="1545300" cy="2482574"/>
            <a:chOff x="2259300" y="2109600"/>
            <a:chExt cx="1545300" cy="2482574"/>
          </a:xfrm>
        </p:grpSpPr>
        <p:sp>
          <p:nvSpPr>
            <p:cNvPr id="1414" name="Google Shape;1414;p36"/>
            <p:cNvSpPr txBox="1"/>
            <p:nvPr/>
          </p:nvSpPr>
          <p:spPr>
            <a:xfrm>
              <a:off x="2620100" y="2109600"/>
              <a:ext cx="8190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02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1415" name="Google Shape;1415;p36"/>
            <p:cNvGrpSpPr/>
            <p:nvPr/>
          </p:nvGrpSpPr>
          <p:grpSpPr>
            <a:xfrm>
              <a:off x="2259300" y="3698625"/>
              <a:ext cx="1545300" cy="893549"/>
              <a:chOff x="2256875" y="3393825"/>
              <a:chExt cx="1545300" cy="893549"/>
            </a:xfrm>
          </p:grpSpPr>
          <p:sp>
            <p:nvSpPr>
              <p:cNvPr id="1416" name="Google Shape;1416;p36"/>
              <p:cNvSpPr txBox="1"/>
              <p:nvPr/>
            </p:nvSpPr>
            <p:spPr>
              <a:xfrm>
                <a:off x="2256875" y="3393825"/>
                <a:ext cx="1545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Mars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417" name="Google Shape;1417;p36"/>
              <p:cNvSpPr txBox="1"/>
              <p:nvPr/>
            </p:nvSpPr>
            <p:spPr>
              <a:xfrm>
                <a:off x="2256875" y="3654074"/>
                <a:ext cx="1545300" cy="6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Mars is a very cold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418" name="Google Shape;1418;p36"/>
          <p:cNvGrpSpPr/>
          <p:nvPr/>
        </p:nvGrpSpPr>
        <p:grpSpPr>
          <a:xfrm>
            <a:off x="4253211" y="2293118"/>
            <a:ext cx="640081" cy="658115"/>
            <a:chOff x="1690218" y="1609641"/>
            <a:chExt cx="526339" cy="577699"/>
          </a:xfrm>
        </p:grpSpPr>
        <p:sp>
          <p:nvSpPr>
            <p:cNvPr id="1419" name="Google Shape;1419;p36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6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1" name="Google Shape;1421;p36"/>
          <p:cNvGrpSpPr/>
          <p:nvPr/>
        </p:nvGrpSpPr>
        <p:grpSpPr>
          <a:xfrm>
            <a:off x="3802950" y="1728600"/>
            <a:ext cx="1545300" cy="2482574"/>
            <a:chOff x="3802950" y="1728600"/>
            <a:chExt cx="1545300" cy="2482574"/>
          </a:xfrm>
        </p:grpSpPr>
        <p:sp>
          <p:nvSpPr>
            <p:cNvPr id="1422" name="Google Shape;1422;p36"/>
            <p:cNvSpPr txBox="1"/>
            <p:nvPr/>
          </p:nvSpPr>
          <p:spPr>
            <a:xfrm>
              <a:off x="4163750" y="1728600"/>
              <a:ext cx="8190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03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1423" name="Google Shape;1423;p36"/>
            <p:cNvGrpSpPr/>
            <p:nvPr/>
          </p:nvGrpSpPr>
          <p:grpSpPr>
            <a:xfrm>
              <a:off x="3802950" y="3317625"/>
              <a:ext cx="1545300" cy="893549"/>
              <a:chOff x="3800525" y="3393825"/>
              <a:chExt cx="1545300" cy="893549"/>
            </a:xfrm>
          </p:grpSpPr>
          <p:sp>
            <p:nvSpPr>
              <p:cNvPr id="1424" name="Google Shape;1424;p36"/>
              <p:cNvSpPr txBox="1"/>
              <p:nvPr/>
            </p:nvSpPr>
            <p:spPr>
              <a:xfrm>
                <a:off x="3800525" y="3393825"/>
                <a:ext cx="1545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Venus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425" name="Google Shape;1425;p36"/>
              <p:cNvSpPr txBox="1"/>
              <p:nvPr/>
            </p:nvSpPr>
            <p:spPr>
              <a:xfrm>
                <a:off x="3800525" y="3654074"/>
                <a:ext cx="1545300" cy="6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Venus has a beautiful name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426" name="Google Shape;1426;p36"/>
          <p:cNvGrpSpPr/>
          <p:nvPr/>
        </p:nvGrpSpPr>
        <p:grpSpPr>
          <a:xfrm>
            <a:off x="5796861" y="2674118"/>
            <a:ext cx="640081" cy="658115"/>
            <a:chOff x="1690218" y="1609641"/>
            <a:chExt cx="526339" cy="577699"/>
          </a:xfrm>
        </p:grpSpPr>
        <p:sp>
          <p:nvSpPr>
            <p:cNvPr id="1427" name="Google Shape;1427;p36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6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9" name="Google Shape;1429;p36"/>
          <p:cNvGrpSpPr/>
          <p:nvPr/>
        </p:nvGrpSpPr>
        <p:grpSpPr>
          <a:xfrm>
            <a:off x="5346600" y="2109600"/>
            <a:ext cx="1545300" cy="2482574"/>
            <a:chOff x="5346600" y="2109600"/>
            <a:chExt cx="1545300" cy="2482574"/>
          </a:xfrm>
        </p:grpSpPr>
        <p:sp>
          <p:nvSpPr>
            <p:cNvPr id="1430" name="Google Shape;1430;p36"/>
            <p:cNvSpPr txBox="1"/>
            <p:nvPr/>
          </p:nvSpPr>
          <p:spPr>
            <a:xfrm>
              <a:off x="5707400" y="2109600"/>
              <a:ext cx="8190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04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1431" name="Google Shape;1431;p36"/>
            <p:cNvGrpSpPr/>
            <p:nvPr/>
          </p:nvGrpSpPr>
          <p:grpSpPr>
            <a:xfrm>
              <a:off x="5346600" y="3698625"/>
              <a:ext cx="1545300" cy="893549"/>
              <a:chOff x="5344175" y="3393825"/>
              <a:chExt cx="1545300" cy="893549"/>
            </a:xfrm>
          </p:grpSpPr>
          <p:sp>
            <p:nvSpPr>
              <p:cNvPr id="1432" name="Google Shape;1432;p36"/>
              <p:cNvSpPr txBox="1"/>
              <p:nvPr/>
            </p:nvSpPr>
            <p:spPr>
              <a:xfrm>
                <a:off x="5344175" y="3393825"/>
                <a:ext cx="1545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Jupiter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433" name="Google Shape;1433;p36"/>
              <p:cNvSpPr txBox="1"/>
              <p:nvPr/>
            </p:nvSpPr>
            <p:spPr>
              <a:xfrm>
                <a:off x="5344175" y="3654074"/>
                <a:ext cx="1545300" cy="6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Jupiter is the biggest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434" name="Google Shape;1434;p36"/>
          <p:cNvGrpSpPr/>
          <p:nvPr/>
        </p:nvGrpSpPr>
        <p:grpSpPr>
          <a:xfrm>
            <a:off x="7340511" y="2293118"/>
            <a:ext cx="640081" cy="658115"/>
            <a:chOff x="1690218" y="1609641"/>
            <a:chExt cx="526339" cy="577699"/>
          </a:xfrm>
        </p:grpSpPr>
        <p:sp>
          <p:nvSpPr>
            <p:cNvPr id="1435" name="Google Shape;1435;p36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6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7" name="Google Shape;1437;p36"/>
          <p:cNvGrpSpPr/>
          <p:nvPr/>
        </p:nvGrpSpPr>
        <p:grpSpPr>
          <a:xfrm>
            <a:off x="6890250" y="1728600"/>
            <a:ext cx="1545300" cy="2482574"/>
            <a:chOff x="6890250" y="1728600"/>
            <a:chExt cx="1545300" cy="2482574"/>
          </a:xfrm>
        </p:grpSpPr>
        <p:sp>
          <p:nvSpPr>
            <p:cNvPr id="1438" name="Google Shape;1438;p36"/>
            <p:cNvSpPr txBox="1"/>
            <p:nvPr/>
          </p:nvSpPr>
          <p:spPr>
            <a:xfrm>
              <a:off x="7251050" y="1728600"/>
              <a:ext cx="8190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05</a:t>
              </a:r>
              <a:endParaRPr sz="3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1439" name="Google Shape;1439;p36"/>
            <p:cNvGrpSpPr/>
            <p:nvPr/>
          </p:nvGrpSpPr>
          <p:grpSpPr>
            <a:xfrm>
              <a:off x="6890250" y="3317625"/>
              <a:ext cx="1545300" cy="893549"/>
              <a:chOff x="6887825" y="3393825"/>
              <a:chExt cx="1545300" cy="893549"/>
            </a:xfrm>
          </p:grpSpPr>
          <p:sp>
            <p:nvSpPr>
              <p:cNvPr id="1440" name="Google Shape;1440;p36"/>
              <p:cNvSpPr txBox="1"/>
              <p:nvPr/>
            </p:nvSpPr>
            <p:spPr>
              <a:xfrm>
                <a:off x="6887825" y="3393825"/>
                <a:ext cx="15453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Earth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441" name="Google Shape;1441;p36"/>
              <p:cNvSpPr txBox="1"/>
              <p:nvPr/>
            </p:nvSpPr>
            <p:spPr>
              <a:xfrm>
                <a:off x="6887825" y="3654074"/>
                <a:ext cx="1545300" cy="6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Earth is the planet we live on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cxnSp>
        <p:nvCxnSpPr>
          <p:cNvPr id="1442" name="Google Shape;1442;p36"/>
          <p:cNvCxnSpPr>
            <a:stCxn id="1404" idx="0"/>
            <a:endCxn id="1412" idx="2"/>
          </p:cNvCxnSpPr>
          <p:nvPr/>
        </p:nvCxnSpPr>
        <p:spPr>
          <a:xfrm>
            <a:off x="1758030" y="2638352"/>
            <a:ext cx="951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43" name="Google Shape;1443;p36"/>
          <p:cNvCxnSpPr>
            <a:stCxn id="1412" idx="0"/>
            <a:endCxn id="1420" idx="2"/>
          </p:cNvCxnSpPr>
          <p:nvPr/>
        </p:nvCxnSpPr>
        <p:spPr>
          <a:xfrm rot="10800000" flipH="1">
            <a:off x="3301680" y="2638352"/>
            <a:ext cx="951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44" name="Google Shape;1444;p36"/>
          <p:cNvCxnSpPr>
            <a:stCxn id="1420" idx="0"/>
            <a:endCxn id="1428" idx="2"/>
          </p:cNvCxnSpPr>
          <p:nvPr/>
        </p:nvCxnSpPr>
        <p:spPr>
          <a:xfrm>
            <a:off x="4845330" y="2638352"/>
            <a:ext cx="9516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45" name="Google Shape;1445;p36"/>
          <p:cNvCxnSpPr>
            <a:stCxn id="1427" idx="0"/>
            <a:endCxn id="1436" idx="2"/>
          </p:cNvCxnSpPr>
          <p:nvPr/>
        </p:nvCxnSpPr>
        <p:spPr>
          <a:xfrm rot="10800000" flipH="1">
            <a:off x="6436942" y="2638399"/>
            <a:ext cx="903600" cy="34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446" name="Google Shape;1446;p36"/>
          <p:cNvGrpSpPr/>
          <p:nvPr/>
        </p:nvGrpSpPr>
        <p:grpSpPr>
          <a:xfrm>
            <a:off x="7431861" y="2443190"/>
            <a:ext cx="457218" cy="457175"/>
            <a:chOff x="7625888" y="1755725"/>
            <a:chExt cx="522475" cy="521175"/>
          </a:xfrm>
        </p:grpSpPr>
        <p:sp>
          <p:nvSpPr>
            <p:cNvPr id="1447" name="Google Shape;1447;p36"/>
            <p:cNvSpPr/>
            <p:nvPr/>
          </p:nvSpPr>
          <p:spPr>
            <a:xfrm>
              <a:off x="7625888" y="1907275"/>
              <a:ext cx="99775" cy="108050"/>
            </a:xfrm>
            <a:custGeom>
              <a:avLst/>
              <a:gdLst/>
              <a:ahLst/>
              <a:cxnLst/>
              <a:rect l="l" t="t" r="r" b="b"/>
              <a:pathLst>
                <a:path w="3991" h="4322" extrusionOk="0">
                  <a:moveTo>
                    <a:pt x="1996" y="698"/>
                  </a:moveTo>
                  <a:lnTo>
                    <a:pt x="3381" y="1802"/>
                  </a:lnTo>
                  <a:lnTo>
                    <a:pt x="3381" y="3711"/>
                  </a:lnTo>
                  <a:lnTo>
                    <a:pt x="611" y="3711"/>
                  </a:lnTo>
                  <a:lnTo>
                    <a:pt x="611" y="1802"/>
                  </a:lnTo>
                  <a:lnTo>
                    <a:pt x="1996" y="698"/>
                  </a:lnTo>
                  <a:close/>
                  <a:moveTo>
                    <a:pt x="1996" y="1"/>
                  </a:moveTo>
                  <a:cubicBezTo>
                    <a:pt x="1928" y="1"/>
                    <a:pt x="1861" y="23"/>
                    <a:pt x="1805" y="68"/>
                  </a:cubicBezTo>
                  <a:lnTo>
                    <a:pt x="116" y="1417"/>
                  </a:lnTo>
                  <a:cubicBezTo>
                    <a:pt x="43" y="1475"/>
                    <a:pt x="1" y="1562"/>
                    <a:pt x="1" y="1655"/>
                  </a:cubicBezTo>
                  <a:lnTo>
                    <a:pt x="1" y="4016"/>
                  </a:lnTo>
                  <a:cubicBezTo>
                    <a:pt x="1" y="4184"/>
                    <a:pt x="137" y="4322"/>
                    <a:pt x="307" y="4322"/>
                  </a:cubicBezTo>
                  <a:lnTo>
                    <a:pt x="3685" y="4322"/>
                  </a:lnTo>
                  <a:cubicBezTo>
                    <a:pt x="3853" y="4322"/>
                    <a:pt x="3991" y="4184"/>
                    <a:pt x="3991" y="4016"/>
                  </a:cubicBezTo>
                  <a:lnTo>
                    <a:pt x="3991" y="1655"/>
                  </a:lnTo>
                  <a:cubicBezTo>
                    <a:pt x="3991" y="1562"/>
                    <a:pt x="3949" y="1475"/>
                    <a:pt x="3876" y="1417"/>
                  </a:cubicBezTo>
                  <a:lnTo>
                    <a:pt x="2187" y="68"/>
                  </a:lnTo>
                  <a:cubicBezTo>
                    <a:pt x="2131" y="23"/>
                    <a:pt x="2064" y="1"/>
                    <a:pt x="19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6"/>
            <p:cNvSpPr/>
            <p:nvPr/>
          </p:nvSpPr>
          <p:spPr>
            <a:xfrm>
              <a:off x="7667613" y="1958075"/>
              <a:ext cx="15300" cy="23750"/>
            </a:xfrm>
            <a:custGeom>
              <a:avLst/>
              <a:gdLst/>
              <a:ahLst/>
              <a:cxnLst/>
              <a:rect l="l" t="t" r="r" b="b"/>
              <a:pathLst>
                <a:path w="612" h="950" extrusionOk="0">
                  <a:moveTo>
                    <a:pt x="304" y="1"/>
                  </a:moveTo>
                  <a:cubicBezTo>
                    <a:pt x="138" y="1"/>
                    <a:pt x="0" y="135"/>
                    <a:pt x="2" y="306"/>
                  </a:cubicBezTo>
                  <a:lnTo>
                    <a:pt x="2" y="632"/>
                  </a:lnTo>
                  <a:cubicBezTo>
                    <a:pt x="2" y="789"/>
                    <a:pt x="113" y="928"/>
                    <a:pt x="269" y="947"/>
                  </a:cubicBezTo>
                  <a:cubicBezTo>
                    <a:pt x="282" y="949"/>
                    <a:pt x="294" y="950"/>
                    <a:pt x="307" y="950"/>
                  </a:cubicBezTo>
                  <a:cubicBezTo>
                    <a:pt x="473" y="950"/>
                    <a:pt x="612" y="814"/>
                    <a:pt x="612" y="643"/>
                  </a:cubicBezTo>
                  <a:lnTo>
                    <a:pt x="612" y="317"/>
                  </a:lnTo>
                  <a:cubicBezTo>
                    <a:pt x="612" y="162"/>
                    <a:pt x="500" y="21"/>
                    <a:pt x="345" y="3"/>
                  </a:cubicBezTo>
                  <a:cubicBezTo>
                    <a:pt x="331" y="1"/>
                    <a:pt x="318" y="1"/>
                    <a:pt x="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6"/>
            <p:cNvSpPr/>
            <p:nvPr/>
          </p:nvSpPr>
          <p:spPr>
            <a:xfrm>
              <a:off x="7921513" y="1772600"/>
              <a:ext cx="89650" cy="120750"/>
            </a:xfrm>
            <a:custGeom>
              <a:avLst/>
              <a:gdLst/>
              <a:ahLst/>
              <a:cxnLst/>
              <a:rect l="l" t="t" r="r" b="b"/>
              <a:pathLst>
                <a:path w="3586" h="4830" extrusionOk="0">
                  <a:moveTo>
                    <a:pt x="2311" y="956"/>
                  </a:moveTo>
                  <a:lnTo>
                    <a:pt x="1942" y="1691"/>
                  </a:lnTo>
                  <a:cubicBezTo>
                    <a:pt x="1911" y="1643"/>
                    <a:pt x="1882" y="1591"/>
                    <a:pt x="1858" y="1539"/>
                  </a:cubicBezTo>
                  <a:cubicBezTo>
                    <a:pt x="1809" y="1437"/>
                    <a:pt x="1840" y="1290"/>
                    <a:pt x="1934" y="1165"/>
                  </a:cubicBezTo>
                  <a:cubicBezTo>
                    <a:pt x="2013" y="1065"/>
                    <a:pt x="2148" y="964"/>
                    <a:pt x="2311" y="956"/>
                  </a:cubicBezTo>
                  <a:close/>
                  <a:moveTo>
                    <a:pt x="2072" y="2793"/>
                  </a:moveTo>
                  <a:cubicBezTo>
                    <a:pt x="2395" y="3133"/>
                    <a:pt x="2201" y="3460"/>
                    <a:pt x="2135" y="3552"/>
                  </a:cubicBezTo>
                  <a:cubicBezTo>
                    <a:pt x="1997" y="3739"/>
                    <a:pt x="1782" y="3848"/>
                    <a:pt x="1551" y="3848"/>
                  </a:cubicBezTo>
                  <a:cubicBezTo>
                    <a:pt x="1547" y="3848"/>
                    <a:pt x="1544" y="3848"/>
                    <a:pt x="1540" y="3848"/>
                  </a:cubicBezTo>
                  <a:lnTo>
                    <a:pt x="2072" y="2793"/>
                  </a:lnTo>
                  <a:close/>
                  <a:moveTo>
                    <a:pt x="2981" y="1"/>
                  </a:moveTo>
                  <a:cubicBezTo>
                    <a:pt x="2870" y="1"/>
                    <a:pt x="2762" y="62"/>
                    <a:pt x="2708" y="169"/>
                  </a:cubicBezTo>
                  <a:lnTo>
                    <a:pt x="2603" y="378"/>
                  </a:lnTo>
                  <a:cubicBezTo>
                    <a:pt x="2574" y="372"/>
                    <a:pt x="2546" y="367"/>
                    <a:pt x="2515" y="360"/>
                  </a:cubicBezTo>
                  <a:cubicBezTo>
                    <a:pt x="2455" y="350"/>
                    <a:pt x="2395" y="345"/>
                    <a:pt x="2335" y="345"/>
                  </a:cubicBezTo>
                  <a:cubicBezTo>
                    <a:pt x="1998" y="345"/>
                    <a:pt x="1670" y="508"/>
                    <a:pt x="1450" y="794"/>
                  </a:cubicBezTo>
                  <a:cubicBezTo>
                    <a:pt x="1215" y="1104"/>
                    <a:pt x="1160" y="1489"/>
                    <a:pt x="1306" y="1800"/>
                  </a:cubicBezTo>
                  <a:cubicBezTo>
                    <a:pt x="1378" y="1954"/>
                    <a:pt x="1482" y="2114"/>
                    <a:pt x="1636" y="2304"/>
                  </a:cubicBezTo>
                  <a:lnTo>
                    <a:pt x="970" y="3627"/>
                  </a:lnTo>
                  <a:cubicBezTo>
                    <a:pt x="825" y="3531"/>
                    <a:pt x="739" y="3432"/>
                    <a:pt x="622" y="3231"/>
                  </a:cubicBezTo>
                  <a:cubicBezTo>
                    <a:pt x="563" y="3132"/>
                    <a:pt x="456" y="3072"/>
                    <a:pt x="347" y="3072"/>
                  </a:cubicBezTo>
                  <a:cubicBezTo>
                    <a:pt x="300" y="3072"/>
                    <a:pt x="252" y="3083"/>
                    <a:pt x="208" y="3107"/>
                  </a:cubicBezTo>
                  <a:cubicBezTo>
                    <a:pt x="55" y="3188"/>
                    <a:pt x="0" y="3379"/>
                    <a:pt x="86" y="3529"/>
                  </a:cubicBezTo>
                  <a:cubicBezTo>
                    <a:pt x="282" y="3865"/>
                    <a:pt x="452" y="4030"/>
                    <a:pt x="694" y="4174"/>
                  </a:cubicBezTo>
                  <a:lnTo>
                    <a:pt x="593" y="4376"/>
                  </a:lnTo>
                  <a:cubicBezTo>
                    <a:pt x="519" y="4522"/>
                    <a:pt x="566" y="4705"/>
                    <a:pt x="706" y="4788"/>
                  </a:cubicBezTo>
                  <a:cubicBezTo>
                    <a:pt x="755" y="4816"/>
                    <a:pt x="808" y="4829"/>
                    <a:pt x="860" y="4829"/>
                  </a:cubicBezTo>
                  <a:cubicBezTo>
                    <a:pt x="972" y="4829"/>
                    <a:pt x="1080" y="4768"/>
                    <a:pt x="1134" y="4661"/>
                  </a:cubicBezTo>
                  <a:lnTo>
                    <a:pt x="1254" y="4423"/>
                  </a:lnTo>
                  <a:cubicBezTo>
                    <a:pt x="1351" y="4446"/>
                    <a:pt x="1453" y="4459"/>
                    <a:pt x="1553" y="4459"/>
                  </a:cubicBezTo>
                  <a:cubicBezTo>
                    <a:pt x="1978" y="4456"/>
                    <a:pt x="2374" y="4253"/>
                    <a:pt x="2627" y="3913"/>
                  </a:cubicBezTo>
                  <a:cubicBezTo>
                    <a:pt x="2988" y="3421"/>
                    <a:pt x="2941" y="2814"/>
                    <a:pt x="2510" y="2365"/>
                  </a:cubicBezTo>
                  <a:cubicBezTo>
                    <a:pt x="2462" y="2315"/>
                    <a:pt x="2413" y="2263"/>
                    <a:pt x="2365" y="2211"/>
                  </a:cubicBezTo>
                  <a:lnTo>
                    <a:pt x="2876" y="1193"/>
                  </a:lnTo>
                  <a:cubicBezTo>
                    <a:pt x="2917" y="1236"/>
                    <a:pt x="2954" y="1283"/>
                    <a:pt x="2987" y="1335"/>
                  </a:cubicBezTo>
                  <a:cubicBezTo>
                    <a:pt x="3045" y="1423"/>
                    <a:pt x="3141" y="1471"/>
                    <a:pt x="3240" y="1471"/>
                  </a:cubicBezTo>
                  <a:cubicBezTo>
                    <a:pt x="3297" y="1471"/>
                    <a:pt x="3355" y="1455"/>
                    <a:pt x="3406" y="1421"/>
                  </a:cubicBezTo>
                  <a:cubicBezTo>
                    <a:pt x="3547" y="1329"/>
                    <a:pt x="3586" y="1141"/>
                    <a:pt x="3493" y="1002"/>
                  </a:cubicBezTo>
                  <a:cubicBezTo>
                    <a:pt x="3409" y="875"/>
                    <a:pt x="3296" y="736"/>
                    <a:pt x="3158" y="634"/>
                  </a:cubicBezTo>
                  <a:lnTo>
                    <a:pt x="3247" y="454"/>
                  </a:lnTo>
                  <a:cubicBezTo>
                    <a:pt x="3323" y="305"/>
                    <a:pt x="3273" y="117"/>
                    <a:pt x="3126" y="38"/>
                  </a:cubicBezTo>
                  <a:cubicBezTo>
                    <a:pt x="3080" y="13"/>
                    <a:pt x="3030" y="1"/>
                    <a:pt x="29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6"/>
            <p:cNvSpPr/>
            <p:nvPr/>
          </p:nvSpPr>
          <p:spPr>
            <a:xfrm>
              <a:off x="7729813" y="1755725"/>
              <a:ext cx="125075" cy="112175"/>
            </a:xfrm>
            <a:custGeom>
              <a:avLst/>
              <a:gdLst/>
              <a:ahLst/>
              <a:cxnLst/>
              <a:rect l="l" t="t" r="r" b="b"/>
              <a:pathLst>
                <a:path w="5003" h="4487" extrusionOk="0">
                  <a:moveTo>
                    <a:pt x="3350" y="613"/>
                  </a:moveTo>
                  <a:cubicBezTo>
                    <a:pt x="3717" y="613"/>
                    <a:pt x="4051" y="831"/>
                    <a:pt x="4200" y="1170"/>
                  </a:cubicBezTo>
                  <a:cubicBezTo>
                    <a:pt x="4520" y="1900"/>
                    <a:pt x="3767" y="3241"/>
                    <a:pt x="3346" y="3855"/>
                  </a:cubicBezTo>
                  <a:cubicBezTo>
                    <a:pt x="2610" y="3748"/>
                    <a:pt x="1115" y="3390"/>
                    <a:pt x="794" y="2661"/>
                  </a:cubicBezTo>
                  <a:cubicBezTo>
                    <a:pt x="696" y="2434"/>
                    <a:pt x="691" y="2179"/>
                    <a:pt x="781" y="1949"/>
                  </a:cubicBezTo>
                  <a:cubicBezTo>
                    <a:pt x="870" y="1717"/>
                    <a:pt x="1049" y="1533"/>
                    <a:pt x="1275" y="1434"/>
                  </a:cubicBezTo>
                  <a:cubicBezTo>
                    <a:pt x="1390" y="1384"/>
                    <a:pt x="1513" y="1358"/>
                    <a:pt x="1640" y="1358"/>
                  </a:cubicBezTo>
                  <a:cubicBezTo>
                    <a:pt x="1779" y="1358"/>
                    <a:pt x="1917" y="1390"/>
                    <a:pt x="2043" y="1450"/>
                  </a:cubicBezTo>
                  <a:cubicBezTo>
                    <a:pt x="2085" y="1469"/>
                    <a:pt x="2129" y="1479"/>
                    <a:pt x="2172" y="1479"/>
                  </a:cubicBezTo>
                  <a:cubicBezTo>
                    <a:pt x="2300" y="1479"/>
                    <a:pt x="2421" y="1397"/>
                    <a:pt x="2464" y="1265"/>
                  </a:cubicBezTo>
                  <a:cubicBezTo>
                    <a:pt x="2579" y="896"/>
                    <a:pt x="2912" y="635"/>
                    <a:pt x="3299" y="614"/>
                  </a:cubicBezTo>
                  <a:cubicBezTo>
                    <a:pt x="3316" y="613"/>
                    <a:pt x="3333" y="613"/>
                    <a:pt x="3350" y="613"/>
                  </a:cubicBezTo>
                  <a:close/>
                  <a:moveTo>
                    <a:pt x="3347" y="0"/>
                  </a:moveTo>
                  <a:cubicBezTo>
                    <a:pt x="2792" y="0"/>
                    <a:pt x="2277" y="302"/>
                    <a:pt x="2006" y="792"/>
                  </a:cubicBezTo>
                  <a:cubicBezTo>
                    <a:pt x="1885" y="763"/>
                    <a:pt x="1764" y="749"/>
                    <a:pt x="1643" y="749"/>
                  </a:cubicBezTo>
                  <a:cubicBezTo>
                    <a:pt x="1194" y="749"/>
                    <a:pt x="760" y="946"/>
                    <a:pt x="466" y="1299"/>
                  </a:cubicBezTo>
                  <a:cubicBezTo>
                    <a:pt x="90" y="1748"/>
                    <a:pt x="1" y="2370"/>
                    <a:pt x="236" y="2906"/>
                  </a:cubicBezTo>
                  <a:cubicBezTo>
                    <a:pt x="479" y="3461"/>
                    <a:pt x="1107" y="3895"/>
                    <a:pt x="2099" y="4200"/>
                  </a:cubicBezTo>
                  <a:cubicBezTo>
                    <a:pt x="2543" y="4332"/>
                    <a:pt x="2997" y="4428"/>
                    <a:pt x="3457" y="4485"/>
                  </a:cubicBezTo>
                  <a:cubicBezTo>
                    <a:pt x="3468" y="4486"/>
                    <a:pt x="3479" y="4486"/>
                    <a:pt x="3489" y="4486"/>
                  </a:cubicBezTo>
                  <a:cubicBezTo>
                    <a:pt x="3586" y="4486"/>
                    <a:pt x="3677" y="4441"/>
                    <a:pt x="3735" y="4363"/>
                  </a:cubicBezTo>
                  <a:cubicBezTo>
                    <a:pt x="4005" y="3987"/>
                    <a:pt x="4244" y="3589"/>
                    <a:pt x="4446" y="3171"/>
                  </a:cubicBezTo>
                  <a:cubicBezTo>
                    <a:pt x="4898" y="2237"/>
                    <a:pt x="5003" y="1481"/>
                    <a:pt x="4760" y="925"/>
                  </a:cubicBezTo>
                  <a:cubicBezTo>
                    <a:pt x="4527" y="388"/>
                    <a:pt x="4009" y="30"/>
                    <a:pt x="3424" y="2"/>
                  </a:cubicBezTo>
                  <a:cubicBezTo>
                    <a:pt x="3398" y="1"/>
                    <a:pt x="3373" y="0"/>
                    <a:pt x="3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6"/>
            <p:cNvSpPr/>
            <p:nvPr/>
          </p:nvSpPr>
          <p:spPr>
            <a:xfrm>
              <a:off x="8005438" y="1887375"/>
              <a:ext cx="142925" cy="146325"/>
            </a:xfrm>
            <a:custGeom>
              <a:avLst/>
              <a:gdLst/>
              <a:ahLst/>
              <a:cxnLst/>
              <a:rect l="l" t="t" r="r" b="b"/>
              <a:pathLst>
                <a:path w="5717" h="5853" extrusionOk="0">
                  <a:moveTo>
                    <a:pt x="3443" y="0"/>
                  </a:moveTo>
                  <a:cubicBezTo>
                    <a:pt x="3376" y="0"/>
                    <a:pt x="3305" y="9"/>
                    <a:pt x="3231" y="27"/>
                  </a:cubicBezTo>
                  <a:cubicBezTo>
                    <a:pt x="3160" y="43"/>
                    <a:pt x="3097" y="83"/>
                    <a:pt x="3051" y="138"/>
                  </a:cubicBezTo>
                  <a:lnTo>
                    <a:pt x="2837" y="406"/>
                  </a:lnTo>
                  <a:cubicBezTo>
                    <a:pt x="2810" y="440"/>
                    <a:pt x="2797" y="483"/>
                    <a:pt x="2803" y="525"/>
                  </a:cubicBezTo>
                  <a:cubicBezTo>
                    <a:pt x="2838" y="743"/>
                    <a:pt x="2987" y="845"/>
                    <a:pt x="3133" y="845"/>
                  </a:cubicBezTo>
                  <a:cubicBezTo>
                    <a:pt x="3223" y="845"/>
                    <a:pt x="3314" y="806"/>
                    <a:pt x="3375" y="729"/>
                  </a:cubicBezTo>
                  <a:lnTo>
                    <a:pt x="3448" y="639"/>
                  </a:lnTo>
                  <a:cubicBezTo>
                    <a:pt x="3455" y="630"/>
                    <a:pt x="3464" y="626"/>
                    <a:pt x="3474" y="626"/>
                  </a:cubicBezTo>
                  <a:cubicBezTo>
                    <a:pt x="3490" y="626"/>
                    <a:pt x="3506" y="638"/>
                    <a:pt x="3506" y="658"/>
                  </a:cubicBezTo>
                  <a:lnTo>
                    <a:pt x="3493" y="2130"/>
                  </a:lnTo>
                  <a:cubicBezTo>
                    <a:pt x="3492" y="2260"/>
                    <a:pt x="3571" y="2376"/>
                    <a:pt x="3694" y="2423"/>
                  </a:cubicBezTo>
                  <a:lnTo>
                    <a:pt x="5067" y="2946"/>
                  </a:lnTo>
                  <a:cubicBezTo>
                    <a:pt x="5082" y="2949"/>
                    <a:pt x="5090" y="2962"/>
                    <a:pt x="5088" y="2977"/>
                  </a:cubicBezTo>
                  <a:cubicBezTo>
                    <a:pt x="5090" y="2992"/>
                    <a:pt x="5080" y="3005"/>
                    <a:pt x="5066" y="3006"/>
                  </a:cubicBezTo>
                  <a:lnTo>
                    <a:pt x="3663" y="3450"/>
                  </a:lnTo>
                  <a:cubicBezTo>
                    <a:pt x="3539" y="3489"/>
                    <a:pt x="3453" y="3600"/>
                    <a:pt x="3446" y="3730"/>
                  </a:cubicBezTo>
                  <a:lnTo>
                    <a:pt x="3373" y="5199"/>
                  </a:lnTo>
                  <a:cubicBezTo>
                    <a:pt x="3372" y="5218"/>
                    <a:pt x="3357" y="5230"/>
                    <a:pt x="3341" y="5230"/>
                  </a:cubicBezTo>
                  <a:cubicBezTo>
                    <a:pt x="3331" y="5230"/>
                    <a:pt x="3322" y="5226"/>
                    <a:pt x="3315" y="5217"/>
                  </a:cubicBezTo>
                  <a:lnTo>
                    <a:pt x="2460" y="4018"/>
                  </a:lnTo>
                  <a:cubicBezTo>
                    <a:pt x="2400" y="3936"/>
                    <a:pt x="2306" y="3889"/>
                    <a:pt x="2208" y="3889"/>
                  </a:cubicBezTo>
                  <a:cubicBezTo>
                    <a:pt x="2181" y="3889"/>
                    <a:pt x="2154" y="3893"/>
                    <a:pt x="2127" y="3900"/>
                  </a:cubicBezTo>
                  <a:lnTo>
                    <a:pt x="706" y="4284"/>
                  </a:lnTo>
                  <a:cubicBezTo>
                    <a:pt x="703" y="4285"/>
                    <a:pt x="700" y="4285"/>
                    <a:pt x="698" y="4285"/>
                  </a:cubicBezTo>
                  <a:cubicBezTo>
                    <a:pt x="673" y="4285"/>
                    <a:pt x="655" y="4255"/>
                    <a:pt x="672" y="4234"/>
                  </a:cubicBezTo>
                  <a:lnTo>
                    <a:pt x="1547" y="3051"/>
                  </a:lnTo>
                  <a:cubicBezTo>
                    <a:pt x="1625" y="2946"/>
                    <a:pt x="1628" y="2805"/>
                    <a:pt x="1557" y="2697"/>
                  </a:cubicBezTo>
                  <a:lnTo>
                    <a:pt x="752" y="1465"/>
                  </a:lnTo>
                  <a:cubicBezTo>
                    <a:pt x="738" y="1442"/>
                    <a:pt x="754" y="1414"/>
                    <a:pt x="779" y="1414"/>
                  </a:cubicBezTo>
                  <a:cubicBezTo>
                    <a:pt x="783" y="1414"/>
                    <a:pt x="787" y="1415"/>
                    <a:pt x="791" y="1416"/>
                  </a:cubicBezTo>
                  <a:lnTo>
                    <a:pt x="2185" y="1884"/>
                  </a:lnTo>
                  <a:cubicBezTo>
                    <a:pt x="2218" y="1895"/>
                    <a:pt x="2251" y="1900"/>
                    <a:pt x="2283" y="1900"/>
                  </a:cubicBezTo>
                  <a:cubicBezTo>
                    <a:pt x="2493" y="1900"/>
                    <a:pt x="2679" y="1686"/>
                    <a:pt x="2556" y="1403"/>
                  </a:cubicBezTo>
                  <a:cubicBezTo>
                    <a:pt x="2538" y="1364"/>
                    <a:pt x="2504" y="1333"/>
                    <a:pt x="2463" y="1320"/>
                  </a:cubicBezTo>
                  <a:lnTo>
                    <a:pt x="987" y="827"/>
                  </a:lnTo>
                  <a:cubicBezTo>
                    <a:pt x="918" y="804"/>
                    <a:pt x="849" y="793"/>
                    <a:pt x="780" y="793"/>
                  </a:cubicBezTo>
                  <a:cubicBezTo>
                    <a:pt x="581" y="793"/>
                    <a:pt x="388" y="884"/>
                    <a:pt x="261" y="1048"/>
                  </a:cubicBezTo>
                  <a:cubicBezTo>
                    <a:pt x="91" y="1269"/>
                    <a:pt x="80" y="1571"/>
                    <a:pt x="232" y="1805"/>
                  </a:cubicBezTo>
                  <a:lnTo>
                    <a:pt x="919" y="2856"/>
                  </a:lnTo>
                  <a:lnTo>
                    <a:pt x="172" y="3863"/>
                  </a:lnTo>
                  <a:cubicBezTo>
                    <a:pt x="7" y="4088"/>
                    <a:pt x="0" y="4392"/>
                    <a:pt x="157" y="4621"/>
                  </a:cubicBezTo>
                  <a:cubicBezTo>
                    <a:pt x="282" y="4802"/>
                    <a:pt x="486" y="4907"/>
                    <a:pt x="698" y="4907"/>
                  </a:cubicBezTo>
                  <a:cubicBezTo>
                    <a:pt x="755" y="4907"/>
                    <a:pt x="812" y="4900"/>
                    <a:pt x="868" y="4885"/>
                  </a:cubicBezTo>
                  <a:lnTo>
                    <a:pt x="2080" y="4556"/>
                  </a:lnTo>
                  <a:lnTo>
                    <a:pt x="2808" y="5578"/>
                  </a:lnTo>
                  <a:cubicBezTo>
                    <a:pt x="2930" y="5749"/>
                    <a:pt x="3126" y="5853"/>
                    <a:pt x="3336" y="5853"/>
                  </a:cubicBezTo>
                  <a:cubicBezTo>
                    <a:pt x="3401" y="5853"/>
                    <a:pt x="3464" y="5843"/>
                    <a:pt x="3526" y="5825"/>
                  </a:cubicBezTo>
                  <a:cubicBezTo>
                    <a:pt x="3793" y="5748"/>
                    <a:pt x="3982" y="5508"/>
                    <a:pt x="3994" y="5229"/>
                  </a:cubicBezTo>
                  <a:lnTo>
                    <a:pt x="4057" y="3976"/>
                  </a:lnTo>
                  <a:lnTo>
                    <a:pt x="5253" y="3599"/>
                  </a:lnTo>
                  <a:cubicBezTo>
                    <a:pt x="5517" y="3516"/>
                    <a:pt x="5700" y="3273"/>
                    <a:pt x="5709" y="2995"/>
                  </a:cubicBezTo>
                  <a:cubicBezTo>
                    <a:pt x="5717" y="2716"/>
                    <a:pt x="5548" y="2464"/>
                    <a:pt x="5289" y="2365"/>
                  </a:cubicBezTo>
                  <a:lnTo>
                    <a:pt x="4117" y="1920"/>
                  </a:lnTo>
                  <a:lnTo>
                    <a:pt x="4128" y="665"/>
                  </a:lnTo>
                  <a:cubicBezTo>
                    <a:pt x="4131" y="300"/>
                    <a:pt x="3847" y="0"/>
                    <a:pt x="3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6"/>
            <p:cNvSpPr/>
            <p:nvPr/>
          </p:nvSpPr>
          <p:spPr>
            <a:xfrm>
              <a:off x="7726338" y="1882225"/>
              <a:ext cx="59125" cy="57550"/>
            </a:xfrm>
            <a:custGeom>
              <a:avLst/>
              <a:gdLst/>
              <a:ahLst/>
              <a:cxnLst/>
              <a:rect l="l" t="t" r="r" b="b"/>
              <a:pathLst>
                <a:path w="2365" h="2302" extrusionOk="0">
                  <a:moveTo>
                    <a:pt x="337" y="0"/>
                  </a:moveTo>
                  <a:cubicBezTo>
                    <a:pt x="258" y="0"/>
                    <a:pt x="180" y="30"/>
                    <a:pt x="120" y="90"/>
                  </a:cubicBezTo>
                  <a:cubicBezTo>
                    <a:pt x="1" y="208"/>
                    <a:pt x="1" y="401"/>
                    <a:pt x="120" y="521"/>
                  </a:cubicBezTo>
                  <a:lnTo>
                    <a:pt x="1806" y="2207"/>
                  </a:lnTo>
                  <a:cubicBezTo>
                    <a:pt x="1866" y="2270"/>
                    <a:pt x="1946" y="2301"/>
                    <a:pt x="2027" y="2301"/>
                  </a:cubicBezTo>
                  <a:cubicBezTo>
                    <a:pt x="2105" y="2301"/>
                    <a:pt x="2183" y="2271"/>
                    <a:pt x="2243" y="2211"/>
                  </a:cubicBezTo>
                  <a:cubicBezTo>
                    <a:pt x="2365" y="2092"/>
                    <a:pt x="2362" y="1894"/>
                    <a:pt x="2238" y="1776"/>
                  </a:cubicBezTo>
                  <a:lnTo>
                    <a:pt x="553" y="90"/>
                  </a:lnTo>
                  <a:cubicBezTo>
                    <a:pt x="493" y="30"/>
                    <a:pt x="415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6"/>
            <p:cNvSpPr/>
            <p:nvPr/>
          </p:nvSpPr>
          <p:spPr>
            <a:xfrm>
              <a:off x="7870138" y="1882225"/>
              <a:ext cx="15325" cy="40625"/>
            </a:xfrm>
            <a:custGeom>
              <a:avLst/>
              <a:gdLst/>
              <a:ahLst/>
              <a:cxnLst/>
              <a:rect l="l" t="t" r="r" b="b"/>
              <a:pathLst>
                <a:path w="613" h="1625" extrusionOk="0">
                  <a:moveTo>
                    <a:pt x="307" y="0"/>
                  </a:moveTo>
                  <a:cubicBezTo>
                    <a:pt x="140" y="0"/>
                    <a:pt x="1" y="135"/>
                    <a:pt x="2" y="307"/>
                  </a:cubicBezTo>
                  <a:lnTo>
                    <a:pt x="2" y="1319"/>
                  </a:lnTo>
                  <a:cubicBezTo>
                    <a:pt x="1" y="1490"/>
                    <a:pt x="139" y="1625"/>
                    <a:pt x="305" y="1625"/>
                  </a:cubicBezTo>
                  <a:cubicBezTo>
                    <a:pt x="318" y="1625"/>
                    <a:pt x="332" y="1624"/>
                    <a:pt x="345" y="1622"/>
                  </a:cubicBezTo>
                  <a:cubicBezTo>
                    <a:pt x="501" y="1601"/>
                    <a:pt x="613" y="1462"/>
                    <a:pt x="613" y="1305"/>
                  </a:cubicBezTo>
                  <a:lnTo>
                    <a:pt x="613" y="318"/>
                  </a:lnTo>
                  <a:cubicBezTo>
                    <a:pt x="613" y="161"/>
                    <a:pt x="501" y="22"/>
                    <a:pt x="345" y="3"/>
                  </a:cubicBezTo>
                  <a:cubicBezTo>
                    <a:pt x="332" y="1"/>
                    <a:pt x="320" y="0"/>
                    <a:pt x="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6"/>
            <p:cNvSpPr/>
            <p:nvPr/>
          </p:nvSpPr>
          <p:spPr>
            <a:xfrm>
              <a:off x="7953988" y="1915925"/>
              <a:ext cx="25200" cy="23725"/>
            </a:xfrm>
            <a:custGeom>
              <a:avLst/>
              <a:gdLst/>
              <a:ahLst/>
              <a:cxnLst/>
              <a:rect l="l" t="t" r="r" b="b"/>
              <a:pathLst>
                <a:path w="1008" h="949" extrusionOk="0">
                  <a:moveTo>
                    <a:pt x="672" y="1"/>
                  </a:moveTo>
                  <a:cubicBezTo>
                    <a:pt x="594" y="1"/>
                    <a:pt x="517" y="30"/>
                    <a:pt x="457" y="89"/>
                  </a:cubicBezTo>
                  <a:lnTo>
                    <a:pt x="120" y="428"/>
                  </a:lnTo>
                  <a:cubicBezTo>
                    <a:pt x="0" y="546"/>
                    <a:pt x="0" y="740"/>
                    <a:pt x="120" y="859"/>
                  </a:cubicBezTo>
                  <a:cubicBezTo>
                    <a:pt x="179" y="918"/>
                    <a:pt x="257" y="948"/>
                    <a:pt x="335" y="948"/>
                  </a:cubicBezTo>
                  <a:cubicBezTo>
                    <a:pt x="413" y="948"/>
                    <a:pt x="492" y="918"/>
                    <a:pt x="551" y="859"/>
                  </a:cubicBezTo>
                  <a:lnTo>
                    <a:pt x="889" y="522"/>
                  </a:lnTo>
                  <a:cubicBezTo>
                    <a:pt x="1007" y="402"/>
                    <a:pt x="1007" y="209"/>
                    <a:pt x="889" y="91"/>
                  </a:cubicBezTo>
                  <a:cubicBezTo>
                    <a:pt x="829" y="31"/>
                    <a:pt x="751" y="1"/>
                    <a:pt x="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6"/>
            <p:cNvSpPr/>
            <p:nvPr/>
          </p:nvSpPr>
          <p:spPr>
            <a:xfrm>
              <a:off x="7724563" y="2033825"/>
              <a:ext cx="35600" cy="32275"/>
            </a:xfrm>
            <a:custGeom>
              <a:avLst/>
              <a:gdLst/>
              <a:ahLst/>
              <a:cxnLst/>
              <a:rect l="l" t="t" r="r" b="b"/>
              <a:pathLst>
                <a:path w="1424" h="1291" extrusionOk="0">
                  <a:moveTo>
                    <a:pt x="1087" y="1"/>
                  </a:moveTo>
                  <a:cubicBezTo>
                    <a:pt x="1007" y="1"/>
                    <a:pt x="927" y="32"/>
                    <a:pt x="867" y="95"/>
                  </a:cubicBezTo>
                  <a:lnTo>
                    <a:pt x="191" y="769"/>
                  </a:lnTo>
                  <a:cubicBezTo>
                    <a:pt x="0" y="962"/>
                    <a:pt x="136" y="1290"/>
                    <a:pt x="408" y="1290"/>
                  </a:cubicBezTo>
                  <a:cubicBezTo>
                    <a:pt x="489" y="1290"/>
                    <a:pt x="567" y="1260"/>
                    <a:pt x="624" y="1201"/>
                  </a:cubicBezTo>
                  <a:lnTo>
                    <a:pt x="1299" y="528"/>
                  </a:lnTo>
                  <a:cubicBezTo>
                    <a:pt x="1422" y="409"/>
                    <a:pt x="1424" y="212"/>
                    <a:pt x="1304" y="90"/>
                  </a:cubicBezTo>
                  <a:cubicBezTo>
                    <a:pt x="1244" y="31"/>
                    <a:pt x="1165" y="1"/>
                    <a:pt x="10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6"/>
            <p:cNvSpPr/>
            <p:nvPr/>
          </p:nvSpPr>
          <p:spPr>
            <a:xfrm>
              <a:off x="7995788" y="2050825"/>
              <a:ext cx="42750" cy="32150"/>
            </a:xfrm>
            <a:custGeom>
              <a:avLst/>
              <a:gdLst/>
              <a:ahLst/>
              <a:cxnLst/>
              <a:rect l="l" t="t" r="r" b="b"/>
              <a:pathLst>
                <a:path w="1710" h="1286" extrusionOk="0">
                  <a:moveTo>
                    <a:pt x="350" y="0"/>
                  </a:moveTo>
                  <a:cubicBezTo>
                    <a:pt x="251" y="0"/>
                    <a:pt x="154" y="48"/>
                    <a:pt x="95" y="136"/>
                  </a:cubicBezTo>
                  <a:cubicBezTo>
                    <a:pt x="1" y="277"/>
                    <a:pt x="40" y="466"/>
                    <a:pt x="181" y="560"/>
                  </a:cubicBezTo>
                  <a:lnTo>
                    <a:pt x="1193" y="1234"/>
                  </a:lnTo>
                  <a:cubicBezTo>
                    <a:pt x="1245" y="1269"/>
                    <a:pt x="1304" y="1286"/>
                    <a:pt x="1362" y="1286"/>
                  </a:cubicBezTo>
                  <a:cubicBezTo>
                    <a:pt x="1460" y="1286"/>
                    <a:pt x="1556" y="1238"/>
                    <a:pt x="1615" y="1150"/>
                  </a:cubicBezTo>
                  <a:cubicBezTo>
                    <a:pt x="1709" y="1009"/>
                    <a:pt x="1670" y="819"/>
                    <a:pt x="1531" y="725"/>
                  </a:cubicBezTo>
                  <a:lnTo>
                    <a:pt x="519" y="52"/>
                  </a:lnTo>
                  <a:cubicBezTo>
                    <a:pt x="467" y="17"/>
                    <a:pt x="408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6"/>
            <p:cNvSpPr/>
            <p:nvPr/>
          </p:nvSpPr>
          <p:spPr>
            <a:xfrm>
              <a:off x="7727663" y="1958300"/>
              <a:ext cx="301350" cy="318600"/>
            </a:xfrm>
            <a:custGeom>
              <a:avLst/>
              <a:gdLst/>
              <a:ahLst/>
              <a:cxnLst/>
              <a:rect l="l" t="t" r="r" b="b"/>
              <a:pathLst>
                <a:path w="12054" h="12744" extrusionOk="0">
                  <a:moveTo>
                    <a:pt x="7361" y="613"/>
                  </a:moveTo>
                  <a:cubicBezTo>
                    <a:pt x="8310" y="613"/>
                    <a:pt x="9079" y="1382"/>
                    <a:pt x="9079" y="2331"/>
                  </a:cubicBezTo>
                  <a:lnTo>
                    <a:pt x="9079" y="3628"/>
                  </a:lnTo>
                  <a:cubicBezTo>
                    <a:pt x="9079" y="3638"/>
                    <a:pt x="9076" y="3647"/>
                    <a:pt x="9068" y="3654"/>
                  </a:cubicBezTo>
                  <a:cubicBezTo>
                    <a:pt x="9063" y="3659"/>
                    <a:pt x="9056" y="3660"/>
                    <a:pt x="9050" y="3660"/>
                  </a:cubicBezTo>
                  <a:cubicBezTo>
                    <a:pt x="8862" y="3628"/>
                    <a:pt x="8673" y="3591"/>
                    <a:pt x="8483" y="3547"/>
                  </a:cubicBezTo>
                  <a:cubicBezTo>
                    <a:pt x="8459" y="3541"/>
                    <a:pt x="8435" y="3539"/>
                    <a:pt x="8411" y="3539"/>
                  </a:cubicBezTo>
                  <a:cubicBezTo>
                    <a:pt x="8263" y="3539"/>
                    <a:pt x="8128" y="3643"/>
                    <a:pt x="8106" y="3793"/>
                  </a:cubicBezTo>
                  <a:cubicBezTo>
                    <a:pt x="8080" y="3949"/>
                    <a:pt x="8179" y="4099"/>
                    <a:pt x="8333" y="4138"/>
                  </a:cubicBezTo>
                  <a:cubicBezTo>
                    <a:pt x="8473" y="4170"/>
                    <a:pt x="8614" y="4200"/>
                    <a:pt x="8754" y="4227"/>
                  </a:cubicBezTo>
                  <a:lnTo>
                    <a:pt x="8754" y="4684"/>
                  </a:lnTo>
                  <a:cubicBezTo>
                    <a:pt x="8754" y="6187"/>
                    <a:pt x="7529" y="7411"/>
                    <a:pt x="6027" y="7411"/>
                  </a:cubicBezTo>
                  <a:cubicBezTo>
                    <a:pt x="4522" y="7411"/>
                    <a:pt x="3298" y="6187"/>
                    <a:pt x="3298" y="4684"/>
                  </a:cubicBezTo>
                  <a:lnTo>
                    <a:pt x="3300" y="4684"/>
                  </a:lnTo>
                  <a:lnTo>
                    <a:pt x="3300" y="3853"/>
                  </a:lnTo>
                  <a:cubicBezTo>
                    <a:pt x="3300" y="3853"/>
                    <a:pt x="3360" y="3809"/>
                    <a:pt x="3392" y="3782"/>
                  </a:cubicBezTo>
                  <a:lnTo>
                    <a:pt x="4694" y="2697"/>
                  </a:lnTo>
                  <a:cubicBezTo>
                    <a:pt x="5042" y="2907"/>
                    <a:pt x="5840" y="3350"/>
                    <a:pt x="6927" y="3732"/>
                  </a:cubicBezTo>
                  <a:cubicBezTo>
                    <a:pt x="6960" y="3743"/>
                    <a:pt x="6994" y="3749"/>
                    <a:pt x="7027" y="3749"/>
                  </a:cubicBezTo>
                  <a:cubicBezTo>
                    <a:pt x="7153" y="3749"/>
                    <a:pt x="7272" y="3670"/>
                    <a:pt x="7316" y="3544"/>
                  </a:cubicBezTo>
                  <a:cubicBezTo>
                    <a:pt x="7372" y="3385"/>
                    <a:pt x="7288" y="3210"/>
                    <a:pt x="7129" y="3155"/>
                  </a:cubicBezTo>
                  <a:cubicBezTo>
                    <a:pt x="5753" y="2671"/>
                    <a:pt x="4846" y="2073"/>
                    <a:pt x="4836" y="2067"/>
                  </a:cubicBezTo>
                  <a:cubicBezTo>
                    <a:pt x="4786" y="2033"/>
                    <a:pt x="4727" y="2016"/>
                    <a:pt x="4668" y="2016"/>
                  </a:cubicBezTo>
                  <a:cubicBezTo>
                    <a:pt x="4598" y="2016"/>
                    <a:pt x="4528" y="2040"/>
                    <a:pt x="4472" y="2088"/>
                  </a:cubicBezTo>
                  <a:lnTo>
                    <a:pt x="3002" y="3314"/>
                  </a:lnTo>
                  <a:cubicBezTo>
                    <a:pt x="2997" y="3319"/>
                    <a:pt x="2990" y="3321"/>
                    <a:pt x="2983" y="3321"/>
                  </a:cubicBezTo>
                  <a:cubicBezTo>
                    <a:pt x="2978" y="3321"/>
                    <a:pt x="2972" y="3320"/>
                    <a:pt x="2968" y="3317"/>
                  </a:cubicBezTo>
                  <a:cubicBezTo>
                    <a:pt x="2950" y="3309"/>
                    <a:pt x="2950" y="3296"/>
                    <a:pt x="2974" y="3288"/>
                  </a:cubicBezTo>
                  <a:lnTo>
                    <a:pt x="2974" y="1986"/>
                  </a:lnTo>
                  <a:cubicBezTo>
                    <a:pt x="2950" y="1223"/>
                    <a:pt x="4330" y="613"/>
                    <a:pt x="4330" y="613"/>
                  </a:cubicBezTo>
                  <a:close/>
                  <a:moveTo>
                    <a:pt x="7411" y="7718"/>
                  </a:moveTo>
                  <a:lnTo>
                    <a:pt x="7411" y="8335"/>
                  </a:lnTo>
                  <a:cubicBezTo>
                    <a:pt x="7411" y="8820"/>
                    <a:pt x="7677" y="9267"/>
                    <a:pt x="8103" y="9496"/>
                  </a:cubicBezTo>
                  <a:cubicBezTo>
                    <a:pt x="7583" y="10102"/>
                    <a:pt x="6825" y="10450"/>
                    <a:pt x="6027" y="10450"/>
                  </a:cubicBezTo>
                  <a:cubicBezTo>
                    <a:pt x="5228" y="10450"/>
                    <a:pt x="4470" y="10100"/>
                    <a:pt x="3951" y="9496"/>
                  </a:cubicBezTo>
                  <a:cubicBezTo>
                    <a:pt x="4376" y="9265"/>
                    <a:pt x="4642" y="8820"/>
                    <a:pt x="4642" y="8335"/>
                  </a:cubicBezTo>
                  <a:lnTo>
                    <a:pt x="4642" y="7718"/>
                  </a:lnTo>
                  <a:cubicBezTo>
                    <a:pt x="5082" y="7919"/>
                    <a:pt x="5554" y="8020"/>
                    <a:pt x="6027" y="8020"/>
                  </a:cubicBezTo>
                  <a:cubicBezTo>
                    <a:pt x="6499" y="8020"/>
                    <a:pt x="6971" y="7919"/>
                    <a:pt x="7411" y="7718"/>
                  </a:cubicBezTo>
                  <a:close/>
                  <a:moveTo>
                    <a:pt x="4355" y="1"/>
                  </a:moveTo>
                  <a:cubicBezTo>
                    <a:pt x="3254" y="1"/>
                    <a:pt x="2364" y="893"/>
                    <a:pt x="2364" y="1993"/>
                  </a:cubicBezTo>
                  <a:lnTo>
                    <a:pt x="2364" y="3296"/>
                  </a:lnTo>
                  <a:cubicBezTo>
                    <a:pt x="2360" y="3529"/>
                    <a:pt x="2485" y="3746"/>
                    <a:pt x="2689" y="3861"/>
                  </a:cubicBezTo>
                  <a:lnTo>
                    <a:pt x="2689" y="4687"/>
                  </a:lnTo>
                  <a:cubicBezTo>
                    <a:pt x="2689" y="5740"/>
                    <a:pt x="3188" y="6731"/>
                    <a:pt x="4033" y="7357"/>
                  </a:cubicBezTo>
                  <a:lnTo>
                    <a:pt x="4033" y="8340"/>
                  </a:lnTo>
                  <a:cubicBezTo>
                    <a:pt x="4033" y="8645"/>
                    <a:pt x="3837" y="8915"/>
                    <a:pt x="3549" y="9011"/>
                  </a:cubicBezTo>
                  <a:lnTo>
                    <a:pt x="1128" y="9819"/>
                  </a:lnTo>
                  <a:cubicBezTo>
                    <a:pt x="456" y="10042"/>
                    <a:pt x="1" y="10672"/>
                    <a:pt x="3" y="11381"/>
                  </a:cubicBezTo>
                  <a:lnTo>
                    <a:pt x="3" y="12436"/>
                  </a:lnTo>
                  <a:cubicBezTo>
                    <a:pt x="3" y="12593"/>
                    <a:pt x="124" y="12729"/>
                    <a:pt x="280" y="12733"/>
                  </a:cubicBezTo>
                  <a:cubicBezTo>
                    <a:pt x="282" y="12734"/>
                    <a:pt x="285" y="12734"/>
                    <a:pt x="288" y="12734"/>
                  </a:cubicBezTo>
                  <a:cubicBezTo>
                    <a:pt x="445" y="12734"/>
                    <a:pt x="573" y="12606"/>
                    <a:pt x="573" y="12448"/>
                  </a:cubicBezTo>
                  <a:lnTo>
                    <a:pt x="573" y="11388"/>
                  </a:lnTo>
                  <a:cubicBezTo>
                    <a:pt x="571" y="10938"/>
                    <a:pt x="859" y="10539"/>
                    <a:pt x="1287" y="10397"/>
                  </a:cubicBezTo>
                  <a:lnTo>
                    <a:pt x="3329" y="9717"/>
                  </a:lnTo>
                  <a:cubicBezTo>
                    <a:pt x="3960" y="10560"/>
                    <a:pt x="4953" y="11057"/>
                    <a:pt x="6007" y="11057"/>
                  </a:cubicBezTo>
                  <a:cubicBezTo>
                    <a:pt x="7061" y="11057"/>
                    <a:pt x="8054" y="10560"/>
                    <a:pt x="8686" y="9717"/>
                  </a:cubicBezTo>
                  <a:lnTo>
                    <a:pt x="10728" y="10397"/>
                  </a:lnTo>
                  <a:cubicBezTo>
                    <a:pt x="11155" y="10539"/>
                    <a:pt x="11443" y="10938"/>
                    <a:pt x="11442" y="11388"/>
                  </a:cubicBezTo>
                  <a:lnTo>
                    <a:pt x="11442" y="12427"/>
                  </a:lnTo>
                  <a:cubicBezTo>
                    <a:pt x="11442" y="12583"/>
                    <a:pt x="11555" y="12722"/>
                    <a:pt x="11709" y="12742"/>
                  </a:cubicBezTo>
                  <a:cubicBezTo>
                    <a:pt x="11722" y="12743"/>
                    <a:pt x="11735" y="12744"/>
                    <a:pt x="11747" y="12744"/>
                  </a:cubicBezTo>
                  <a:cubicBezTo>
                    <a:pt x="11914" y="12744"/>
                    <a:pt x="12054" y="12609"/>
                    <a:pt x="12054" y="12437"/>
                  </a:cubicBezTo>
                  <a:lnTo>
                    <a:pt x="12054" y="11380"/>
                  </a:lnTo>
                  <a:cubicBezTo>
                    <a:pt x="12054" y="10670"/>
                    <a:pt x="11600" y="10041"/>
                    <a:pt x="10927" y="9817"/>
                  </a:cubicBezTo>
                  <a:lnTo>
                    <a:pt x="10925" y="9817"/>
                  </a:lnTo>
                  <a:lnTo>
                    <a:pt x="8503" y="9009"/>
                  </a:lnTo>
                  <a:cubicBezTo>
                    <a:pt x="8214" y="8914"/>
                    <a:pt x="8020" y="8645"/>
                    <a:pt x="8022" y="8342"/>
                  </a:cubicBezTo>
                  <a:lnTo>
                    <a:pt x="8022" y="7356"/>
                  </a:lnTo>
                  <a:cubicBezTo>
                    <a:pt x="8867" y="6727"/>
                    <a:pt x="9364" y="5738"/>
                    <a:pt x="9364" y="4685"/>
                  </a:cubicBezTo>
                  <a:lnTo>
                    <a:pt x="9364" y="4192"/>
                  </a:lnTo>
                  <a:cubicBezTo>
                    <a:pt x="9403" y="4170"/>
                    <a:pt x="9439" y="4145"/>
                    <a:pt x="9471" y="4117"/>
                  </a:cubicBezTo>
                  <a:cubicBezTo>
                    <a:pt x="9612" y="3992"/>
                    <a:pt x="9691" y="3813"/>
                    <a:pt x="9691" y="3625"/>
                  </a:cubicBezTo>
                  <a:lnTo>
                    <a:pt x="9691" y="2329"/>
                  </a:lnTo>
                  <a:cubicBezTo>
                    <a:pt x="9690" y="1044"/>
                    <a:pt x="8648" y="2"/>
                    <a:pt x="7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6"/>
          <p:cNvGrpSpPr/>
          <p:nvPr/>
        </p:nvGrpSpPr>
        <p:grpSpPr>
          <a:xfrm>
            <a:off x="1245533" y="2431260"/>
            <a:ext cx="433139" cy="457191"/>
            <a:chOff x="1017188" y="3168500"/>
            <a:chExt cx="497575" cy="521550"/>
          </a:xfrm>
        </p:grpSpPr>
        <p:sp>
          <p:nvSpPr>
            <p:cNvPr id="1459" name="Google Shape;1459;p36"/>
            <p:cNvSpPr/>
            <p:nvPr/>
          </p:nvSpPr>
          <p:spPr>
            <a:xfrm>
              <a:off x="1117863" y="3326400"/>
              <a:ext cx="297250" cy="363650"/>
            </a:xfrm>
            <a:custGeom>
              <a:avLst/>
              <a:gdLst/>
              <a:ahLst/>
              <a:cxnLst/>
              <a:rect l="l" t="t" r="r" b="b"/>
              <a:pathLst>
                <a:path w="11890" h="14546" extrusionOk="0">
                  <a:moveTo>
                    <a:pt x="8233" y="611"/>
                  </a:moveTo>
                  <a:cubicBezTo>
                    <a:pt x="8431" y="611"/>
                    <a:pt x="8591" y="771"/>
                    <a:pt x="8591" y="969"/>
                  </a:cubicBezTo>
                  <a:lnTo>
                    <a:pt x="8591" y="2429"/>
                  </a:lnTo>
                  <a:cubicBezTo>
                    <a:pt x="8150" y="2617"/>
                    <a:pt x="7692" y="2687"/>
                    <a:pt x="7253" y="2687"/>
                  </a:cubicBezTo>
                  <a:cubicBezTo>
                    <a:pt x="7086" y="2687"/>
                    <a:pt x="6921" y="2677"/>
                    <a:pt x="6761" y="2659"/>
                  </a:cubicBezTo>
                  <a:lnTo>
                    <a:pt x="6789" y="2643"/>
                  </a:lnTo>
                  <a:cubicBezTo>
                    <a:pt x="7294" y="2347"/>
                    <a:pt x="7926" y="1756"/>
                    <a:pt x="8164" y="611"/>
                  </a:cubicBezTo>
                  <a:close/>
                  <a:moveTo>
                    <a:pt x="7560" y="611"/>
                  </a:moveTo>
                  <a:cubicBezTo>
                    <a:pt x="7171" y="2181"/>
                    <a:pt x="5893" y="2382"/>
                    <a:pt x="5657" y="2407"/>
                  </a:cubicBezTo>
                  <a:cubicBezTo>
                    <a:pt x="5123" y="2230"/>
                    <a:pt x="4771" y="2034"/>
                    <a:pt x="4763" y="2029"/>
                  </a:cubicBezTo>
                  <a:cubicBezTo>
                    <a:pt x="4715" y="2002"/>
                    <a:pt x="4663" y="1989"/>
                    <a:pt x="4611" y="1989"/>
                  </a:cubicBezTo>
                  <a:cubicBezTo>
                    <a:pt x="4513" y="1989"/>
                    <a:pt x="4417" y="2037"/>
                    <a:pt x="4358" y="2125"/>
                  </a:cubicBezTo>
                  <a:lnTo>
                    <a:pt x="4246" y="2292"/>
                  </a:lnTo>
                  <a:cubicBezTo>
                    <a:pt x="4018" y="2633"/>
                    <a:pt x="3664" y="2871"/>
                    <a:pt x="3260" y="2952"/>
                  </a:cubicBezTo>
                  <a:lnTo>
                    <a:pt x="3260" y="2293"/>
                  </a:lnTo>
                  <a:cubicBezTo>
                    <a:pt x="3262" y="1780"/>
                    <a:pt x="3649" y="1348"/>
                    <a:pt x="4159" y="1288"/>
                  </a:cubicBezTo>
                  <a:cubicBezTo>
                    <a:pt x="4256" y="1276"/>
                    <a:pt x="4340" y="1220"/>
                    <a:pt x="4387" y="1134"/>
                  </a:cubicBezTo>
                  <a:cubicBezTo>
                    <a:pt x="4567" y="813"/>
                    <a:pt x="4904" y="612"/>
                    <a:pt x="5272" y="611"/>
                  </a:cubicBezTo>
                  <a:close/>
                  <a:moveTo>
                    <a:pt x="7288" y="7622"/>
                  </a:moveTo>
                  <a:lnTo>
                    <a:pt x="7288" y="8215"/>
                  </a:lnTo>
                  <a:cubicBezTo>
                    <a:pt x="7288" y="8670"/>
                    <a:pt x="7527" y="9091"/>
                    <a:pt x="7919" y="9323"/>
                  </a:cubicBezTo>
                  <a:lnTo>
                    <a:pt x="7744" y="9977"/>
                  </a:lnTo>
                  <a:cubicBezTo>
                    <a:pt x="7169" y="10170"/>
                    <a:pt x="6567" y="10270"/>
                    <a:pt x="5960" y="10270"/>
                  </a:cubicBezTo>
                  <a:cubicBezTo>
                    <a:pt x="5955" y="10270"/>
                    <a:pt x="5950" y="10270"/>
                    <a:pt x="5945" y="10270"/>
                  </a:cubicBezTo>
                  <a:cubicBezTo>
                    <a:pt x="5940" y="10270"/>
                    <a:pt x="5935" y="10270"/>
                    <a:pt x="5931" y="10270"/>
                  </a:cubicBezTo>
                  <a:cubicBezTo>
                    <a:pt x="5323" y="10270"/>
                    <a:pt x="4720" y="10170"/>
                    <a:pt x="4144" y="9977"/>
                  </a:cubicBezTo>
                  <a:lnTo>
                    <a:pt x="3971" y="9324"/>
                  </a:lnTo>
                  <a:cubicBezTo>
                    <a:pt x="4361" y="9091"/>
                    <a:pt x="4601" y="8670"/>
                    <a:pt x="4601" y="8215"/>
                  </a:cubicBezTo>
                  <a:lnTo>
                    <a:pt x="4601" y="7622"/>
                  </a:lnTo>
                  <a:cubicBezTo>
                    <a:pt x="5028" y="7816"/>
                    <a:pt x="5486" y="7913"/>
                    <a:pt x="5944" y="7913"/>
                  </a:cubicBezTo>
                  <a:cubicBezTo>
                    <a:pt x="6403" y="7913"/>
                    <a:pt x="6861" y="7816"/>
                    <a:pt x="7288" y="7622"/>
                  </a:cubicBezTo>
                  <a:close/>
                  <a:moveTo>
                    <a:pt x="5307" y="0"/>
                  </a:moveTo>
                  <a:cubicBezTo>
                    <a:pt x="4768" y="0"/>
                    <a:pt x="4264" y="264"/>
                    <a:pt x="3953" y="705"/>
                  </a:cubicBezTo>
                  <a:cubicBezTo>
                    <a:pt x="3199" y="865"/>
                    <a:pt x="2647" y="1522"/>
                    <a:pt x="2647" y="2293"/>
                  </a:cubicBezTo>
                  <a:lnTo>
                    <a:pt x="2647" y="4614"/>
                  </a:lnTo>
                  <a:cubicBezTo>
                    <a:pt x="2647" y="5692"/>
                    <a:pt x="3176" y="6651"/>
                    <a:pt x="3991" y="7250"/>
                  </a:cubicBezTo>
                  <a:lnTo>
                    <a:pt x="3991" y="7265"/>
                  </a:lnTo>
                  <a:lnTo>
                    <a:pt x="3991" y="8205"/>
                  </a:lnTo>
                  <a:cubicBezTo>
                    <a:pt x="3992" y="8502"/>
                    <a:pt x="3801" y="8767"/>
                    <a:pt x="3519" y="8861"/>
                  </a:cubicBezTo>
                  <a:lnTo>
                    <a:pt x="1120" y="9660"/>
                  </a:lnTo>
                  <a:cubicBezTo>
                    <a:pt x="452" y="9881"/>
                    <a:pt x="1" y="10508"/>
                    <a:pt x="2" y="11212"/>
                  </a:cubicBezTo>
                  <a:lnTo>
                    <a:pt x="2" y="14216"/>
                  </a:lnTo>
                  <a:cubicBezTo>
                    <a:pt x="2" y="14373"/>
                    <a:pt x="114" y="14513"/>
                    <a:pt x="268" y="14532"/>
                  </a:cubicBezTo>
                  <a:cubicBezTo>
                    <a:pt x="281" y="14534"/>
                    <a:pt x="293" y="14534"/>
                    <a:pt x="306" y="14534"/>
                  </a:cubicBezTo>
                  <a:cubicBezTo>
                    <a:pt x="473" y="14534"/>
                    <a:pt x="613" y="14399"/>
                    <a:pt x="613" y="14228"/>
                  </a:cubicBezTo>
                  <a:lnTo>
                    <a:pt x="613" y="11208"/>
                  </a:lnTo>
                  <a:cubicBezTo>
                    <a:pt x="613" y="10767"/>
                    <a:pt x="893" y="10379"/>
                    <a:pt x="1309" y="10239"/>
                  </a:cubicBezTo>
                  <a:lnTo>
                    <a:pt x="1864" y="10055"/>
                  </a:lnTo>
                  <a:lnTo>
                    <a:pt x="1787" y="10364"/>
                  </a:lnTo>
                  <a:cubicBezTo>
                    <a:pt x="1693" y="10743"/>
                    <a:pt x="1736" y="11141"/>
                    <a:pt x="1910" y="11491"/>
                  </a:cubicBezTo>
                  <a:lnTo>
                    <a:pt x="3349" y="14369"/>
                  </a:lnTo>
                  <a:cubicBezTo>
                    <a:pt x="3401" y="14480"/>
                    <a:pt x="3511" y="14545"/>
                    <a:pt x="3627" y="14545"/>
                  </a:cubicBezTo>
                  <a:cubicBezTo>
                    <a:pt x="3673" y="14545"/>
                    <a:pt x="3720" y="14535"/>
                    <a:pt x="3764" y="14513"/>
                  </a:cubicBezTo>
                  <a:cubicBezTo>
                    <a:pt x="3918" y="14435"/>
                    <a:pt x="3978" y="14247"/>
                    <a:pt x="3895" y="14095"/>
                  </a:cubicBezTo>
                  <a:lnTo>
                    <a:pt x="2457" y="11217"/>
                  </a:lnTo>
                  <a:cubicBezTo>
                    <a:pt x="2349" y="10999"/>
                    <a:pt x="2321" y="10749"/>
                    <a:pt x="2379" y="10513"/>
                  </a:cubicBezTo>
                  <a:lnTo>
                    <a:pt x="2551" y="9825"/>
                  </a:lnTo>
                  <a:lnTo>
                    <a:pt x="3383" y="9546"/>
                  </a:lnTo>
                  <a:lnTo>
                    <a:pt x="4655" y="14310"/>
                  </a:lnTo>
                  <a:cubicBezTo>
                    <a:pt x="4690" y="14448"/>
                    <a:pt x="4814" y="14539"/>
                    <a:pt x="4950" y="14539"/>
                  </a:cubicBezTo>
                  <a:cubicBezTo>
                    <a:pt x="4976" y="14539"/>
                    <a:pt x="5002" y="14536"/>
                    <a:pt x="5029" y="14529"/>
                  </a:cubicBezTo>
                  <a:cubicBezTo>
                    <a:pt x="5192" y="14485"/>
                    <a:pt x="5289" y="14315"/>
                    <a:pt x="5246" y="14152"/>
                  </a:cubicBezTo>
                  <a:lnTo>
                    <a:pt x="4318" y="10675"/>
                  </a:lnTo>
                  <a:lnTo>
                    <a:pt x="4318" y="10675"/>
                  </a:lnTo>
                  <a:cubicBezTo>
                    <a:pt x="4850" y="10817"/>
                    <a:pt x="5397" y="10887"/>
                    <a:pt x="5944" y="10887"/>
                  </a:cubicBezTo>
                  <a:cubicBezTo>
                    <a:pt x="6491" y="10887"/>
                    <a:pt x="7038" y="10817"/>
                    <a:pt x="7571" y="10675"/>
                  </a:cubicBezTo>
                  <a:lnTo>
                    <a:pt x="7571" y="10675"/>
                  </a:lnTo>
                  <a:lnTo>
                    <a:pt x="7531" y="10825"/>
                  </a:lnTo>
                  <a:cubicBezTo>
                    <a:pt x="7490" y="10976"/>
                    <a:pt x="7574" y="11151"/>
                    <a:pt x="7722" y="11203"/>
                  </a:cubicBezTo>
                  <a:cubicBezTo>
                    <a:pt x="7754" y="11214"/>
                    <a:pt x="7790" y="11219"/>
                    <a:pt x="7824" y="11219"/>
                  </a:cubicBezTo>
                  <a:cubicBezTo>
                    <a:pt x="7963" y="11219"/>
                    <a:pt x="8084" y="11127"/>
                    <a:pt x="8120" y="10992"/>
                  </a:cubicBezTo>
                  <a:lnTo>
                    <a:pt x="8504" y="9546"/>
                  </a:lnTo>
                  <a:lnTo>
                    <a:pt x="9336" y="9825"/>
                  </a:lnTo>
                  <a:lnTo>
                    <a:pt x="9508" y="10513"/>
                  </a:lnTo>
                  <a:cubicBezTo>
                    <a:pt x="9568" y="10749"/>
                    <a:pt x="9540" y="10999"/>
                    <a:pt x="9432" y="11217"/>
                  </a:cubicBezTo>
                  <a:lnTo>
                    <a:pt x="7992" y="14095"/>
                  </a:lnTo>
                  <a:cubicBezTo>
                    <a:pt x="7911" y="14245"/>
                    <a:pt x="7971" y="14435"/>
                    <a:pt x="8125" y="14511"/>
                  </a:cubicBezTo>
                  <a:cubicBezTo>
                    <a:pt x="8169" y="14533"/>
                    <a:pt x="8216" y="14543"/>
                    <a:pt x="8262" y="14543"/>
                  </a:cubicBezTo>
                  <a:cubicBezTo>
                    <a:pt x="8376" y="14543"/>
                    <a:pt x="8486" y="14479"/>
                    <a:pt x="8539" y="14369"/>
                  </a:cubicBezTo>
                  <a:lnTo>
                    <a:pt x="9977" y="11489"/>
                  </a:lnTo>
                  <a:cubicBezTo>
                    <a:pt x="10152" y="11141"/>
                    <a:pt x="10196" y="10741"/>
                    <a:pt x="10100" y="10364"/>
                  </a:cubicBezTo>
                  <a:lnTo>
                    <a:pt x="10024" y="10053"/>
                  </a:lnTo>
                  <a:lnTo>
                    <a:pt x="10580" y="10239"/>
                  </a:lnTo>
                  <a:cubicBezTo>
                    <a:pt x="10998" y="10377"/>
                    <a:pt x="11279" y="10767"/>
                    <a:pt x="11279" y="11208"/>
                  </a:cubicBezTo>
                  <a:lnTo>
                    <a:pt x="11279" y="14218"/>
                  </a:lnTo>
                  <a:cubicBezTo>
                    <a:pt x="11279" y="14373"/>
                    <a:pt x="11391" y="14514"/>
                    <a:pt x="11546" y="14532"/>
                  </a:cubicBezTo>
                  <a:cubicBezTo>
                    <a:pt x="11560" y="14534"/>
                    <a:pt x="11574" y="14535"/>
                    <a:pt x="11587" y="14535"/>
                  </a:cubicBezTo>
                  <a:cubicBezTo>
                    <a:pt x="11751" y="14535"/>
                    <a:pt x="11890" y="14400"/>
                    <a:pt x="11890" y="14229"/>
                  </a:cubicBezTo>
                  <a:lnTo>
                    <a:pt x="11890" y="11212"/>
                  </a:lnTo>
                  <a:cubicBezTo>
                    <a:pt x="11890" y="10508"/>
                    <a:pt x="11440" y="9883"/>
                    <a:pt x="10771" y="9661"/>
                  </a:cubicBezTo>
                  <a:lnTo>
                    <a:pt x="10769" y="9661"/>
                  </a:lnTo>
                  <a:lnTo>
                    <a:pt x="8371" y="8863"/>
                  </a:lnTo>
                  <a:cubicBezTo>
                    <a:pt x="8089" y="8769"/>
                    <a:pt x="7898" y="8505"/>
                    <a:pt x="7900" y="8207"/>
                  </a:cubicBezTo>
                  <a:lnTo>
                    <a:pt x="7900" y="7289"/>
                  </a:lnTo>
                  <a:lnTo>
                    <a:pt x="7900" y="7274"/>
                  </a:lnTo>
                  <a:cubicBezTo>
                    <a:pt x="8745" y="6646"/>
                    <a:pt x="9242" y="5655"/>
                    <a:pt x="9244" y="4602"/>
                  </a:cubicBezTo>
                  <a:lnTo>
                    <a:pt x="9244" y="3969"/>
                  </a:lnTo>
                  <a:cubicBezTo>
                    <a:pt x="9244" y="3812"/>
                    <a:pt x="9130" y="3673"/>
                    <a:pt x="8977" y="3655"/>
                  </a:cubicBezTo>
                  <a:cubicBezTo>
                    <a:pt x="8963" y="3653"/>
                    <a:pt x="8949" y="3652"/>
                    <a:pt x="8936" y="3652"/>
                  </a:cubicBezTo>
                  <a:cubicBezTo>
                    <a:pt x="8770" y="3652"/>
                    <a:pt x="8632" y="3787"/>
                    <a:pt x="8632" y="3958"/>
                  </a:cubicBezTo>
                  <a:lnTo>
                    <a:pt x="8632" y="4588"/>
                  </a:lnTo>
                  <a:cubicBezTo>
                    <a:pt x="8632" y="5956"/>
                    <a:pt x="7618" y="7130"/>
                    <a:pt x="6258" y="7286"/>
                  </a:cubicBezTo>
                  <a:cubicBezTo>
                    <a:pt x="6153" y="7297"/>
                    <a:pt x="6049" y="7303"/>
                    <a:pt x="5946" y="7303"/>
                  </a:cubicBezTo>
                  <a:cubicBezTo>
                    <a:pt x="4464" y="7303"/>
                    <a:pt x="3257" y="6098"/>
                    <a:pt x="3257" y="4615"/>
                  </a:cubicBezTo>
                  <a:lnTo>
                    <a:pt x="3257" y="3547"/>
                  </a:lnTo>
                  <a:cubicBezTo>
                    <a:pt x="3843" y="3466"/>
                    <a:pt x="4370" y="3150"/>
                    <a:pt x="4716" y="2672"/>
                  </a:cubicBezTo>
                  <a:cubicBezTo>
                    <a:pt x="5167" y="2885"/>
                    <a:pt x="6156" y="3281"/>
                    <a:pt x="7277" y="3281"/>
                  </a:cubicBezTo>
                  <a:cubicBezTo>
                    <a:pt x="7860" y="3281"/>
                    <a:pt x="8477" y="3174"/>
                    <a:pt x="9074" y="2879"/>
                  </a:cubicBezTo>
                  <a:cubicBezTo>
                    <a:pt x="9176" y="2829"/>
                    <a:pt x="9242" y="2724"/>
                    <a:pt x="9242" y="2609"/>
                  </a:cubicBezTo>
                  <a:lnTo>
                    <a:pt x="9242" y="969"/>
                  </a:lnTo>
                  <a:cubicBezTo>
                    <a:pt x="9242" y="433"/>
                    <a:pt x="8808" y="0"/>
                    <a:pt x="8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6"/>
            <p:cNvSpPr/>
            <p:nvPr/>
          </p:nvSpPr>
          <p:spPr>
            <a:xfrm>
              <a:off x="1282313" y="3624775"/>
              <a:ext cx="30350" cy="65200"/>
            </a:xfrm>
            <a:custGeom>
              <a:avLst/>
              <a:gdLst/>
              <a:ahLst/>
              <a:cxnLst/>
              <a:rect l="l" t="t" r="r" b="b"/>
              <a:pathLst>
                <a:path w="1214" h="2608" extrusionOk="0">
                  <a:moveTo>
                    <a:pt x="875" y="1"/>
                  </a:moveTo>
                  <a:cubicBezTo>
                    <a:pt x="740" y="1"/>
                    <a:pt x="617" y="91"/>
                    <a:pt x="580" y="228"/>
                  </a:cubicBezTo>
                  <a:lnTo>
                    <a:pt x="49" y="2215"/>
                  </a:lnTo>
                  <a:cubicBezTo>
                    <a:pt x="0" y="2380"/>
                    <a:pt x="97" y="2553"/>
                    <a:pt x="264" y="2597"/>
                  </a:cubicBezTo>
                  <a:cubicBezTo>
                    <a:pt x="290" y="2604"/>
                    <a:pt x="317" y="2607"/>
                    <a:pt x="343" y="2607"/>
                  </a:cubicBezTo>
                  <a:cubicBezTo>
                    <a:pt x="480" y="2607"/>
                    <a:pt x="606" y="2514"/>
                    <a:pt x="640" y="2374"/>
                  </a:cubicBezTo>
                  <a:lnTo>
                    <a:pt x="1170" y="385"/>
                  </a:lnTo>
                  <a:cubicBezTo>
                    <a:pt x="1213" y="222"/>
                    <a:pt x="1116" y="55"/>
                    <a:pt x="954" y="11"/>
                  </a:cubicBezTo>
                  <a:cubicBezTo>
                    <a:pt x="928" y="4"/>
                    <a:pt x="901" y="1"/>
                    <a:pt x="8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6"/>
            <p:cNvSpPr/>
            <p:nvPr/>
          </p:nvSpPr>
          <p:spPr>
            <a:xfrm>
              <a:off x="1116538" y="3168625"/>
              <a:ext cx="107400" cy="140050"/>
            </a:xfrm>
            <a:custGeom>
              <a:avLst/>
              <a:gdLst/>
              <a:ahLst/>
              <a:cxnLst/>
              <a:rect l="l" t="t" r="r" b="b"/>
              <a:pathLst>
                <a:path w="4296" h="5602" extrusionOk="0">
                  <a:moveTo>
                    <a:pt x="1517" y="0"/>
                  </a:moveTo>
                  <a:cubicBezTo>
                    <a:pt x="1469" y="0"/>
                    <a:pt x="1420" y="12"/>
                    <a:pt x="1375" y="36"/>
                  </a:cubicBezTo>
                  <a:cubicBezTo>
                    <a:pt x="1226" y="116"/>
                    <a:pt x="1169" y="300"/>
                    <a:pt x="1249" y="449"/>
                  </a:cubicBezTo>
                  <a:lnTo>
                    <a:pt x="2810" y="3372"/>
                  </a:lnTo>
                  <a:cubicBezTo>
                    <a:pt x="2866" y="3475"/>
                    <a:pt x="2972" y="3534"/>
                    <a:pt x="3081" y="3534"/>
                  </a:cubicBezTo>
                  <a:cubicBezTo>
                    <a:pt x="3129" y="3534"/>
                    <a:pt x="3179" y="3523"/>
                    <a:pt x="3224" y="3498"/>
                  </a:cubicBezTo>
                  <a:lnTo>
                    <a:pt x="3525" y="3337"/>
                  </a:lnTo>
                  <a:lnTo>
                    <a:pt x="3208" y="4873"/>
                  </a:lnTo>
                  <a:lnTo>
                    <a:pt x="1752" y="4284"/>
                  </a:lnTo>
                  <a:lnTo>
                    <a:pt x="2055" y="4122"/>
                  </a:lnTo>
                  <a:cubicBezTo>
                    <a:pt x="2204" y="4043"/>
                    <a:pt x="2259" y="3858"/>
                    <a:pt x="2180" y="3709"/>
                  </a:cubicBezTo>
                  <a:lnTo>
                    <a:pt x="619" y="786"/>
                  </a:lnTo>
                  <a:cubicBezTo>
                    <a:pt x="564" y="683"/>
                    <a:pt x="457" y="624"/>
                    <a:pt x="348" y="624"/>
                  </a:cubicBezTo>
                  <a:cubicBezTo>
                    <a:pt x="300" y="624"/>
                    <a:pt x="251" y="635"/>
                    <a:pt x="206" y="660"/>
                  </a:cubicBezTo>
                  <a:cubicBezTo>
                    <a:pt x="57" y="739"/>
                    <a:pt x="0" y="924"/>
                    <a:pt x="79" y="1073"/>
                  </a:cubicBezTo>
                  <a:lnTo>
                    <a:pt x="1496" y="3728"/>
                  </a:lnTo>
                  <a:lnTo>
                    <a:pt x="889" y="4052"/>
                  </a:lnTo>
                  <a:cubicBezTo>
                    <a:pt x="661" y="4175"/>
                    <a:pt x="677" y="4507"/>
                    <a:pt x="918" y="4606"/>
                  </a:cubicBezTo>
                  <a:lnTo>
                    <a:pt x="3317" y="5579"/>
                  </a:lnTo>
                  <a:cubicBezTo>
                    <a:pt x="3354" y="5594"/>
                    <a:pt x="3393" y="5602"/>
                    <a:pt x="3430" y="5602"/>
                  </a:cubicBezTo>
                  <a:cubicBezTo>
                    <a:pt x="3570" y="5602"/>
                    <a:pt x="3699" y="5504"/>
                    <a:pt x="3729" y="5357"/>
                  </a:cubicBezTo>
                  <a:lnTo>
                    <a:pt x="4254" y="2823"/>
                  </a:lnTo>
                  <a:cubicBezTo>
                    <a:pt x="4295" y="2622"/>
                    <a:pt x="4136" y="2456"/>
                    <a:pt x="3954" y="2456"/>
                  </a:cubicBezTo>
                  <a:cubicBezTo>
                    <a:pt x="3907" y="2456"/>
                    <a:pt x="3859" y="2467"/>
                    <a:pt x="3812" y="2491"/>
                  </a:cubicBezTo>
                  <a:lnTo>
                    <a:pt x="3205" y="2815"/>
                  </a:lnTo>
                  <a:lnTo>
                    <a:pt x="1788" y="163"/>
                  </a:lnTo>
                  <a:cubicBezTo>
                    <a:pt x="1733" y="59"/>
                    <a:pt x="1627" y="0"/>
                    <a:pt x="15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6"/>
            <p:cNvSpPr/>
            <p:nvPr/>
          </p:nvSpPr>
          <p:spPr>
            <a:xfrm>
              <a:off x="1017188" y="3376300"/>
              <a:ext cx="148400" cy="98150"/>
            </a:xfrm>
            <a:custGeom>
              <a:avLst/>
              <a:gdLst/>
              <a:ahLst/>
              <a:cxnLst/>
              <a:rect l="l" t="t" r="r" b="b"/>
              <a:pathLst>
                <a:path w="5936" h="3926" extrusionOk="0">
                  <a:moveTo>
                    <a:pt x="3641" y="1"/>
                  </a:moveTo>
                  <a:cubicBezTo>
                    <a:pt x="3565" y="1"/>
                    <a:pt x="3490" y="29"/>
                    <a:pt x="3432" y="83"/>
                  </a:cubicBezTo>
                  <a:cubicBezTo>
                    <a:pt x="3370" y="143"/>
                    <a:pt x="3334" y="228"/>
                    <a:pt x="3336" y="313"/>
                  </a:cubicBezTo>
                  <a:lnTo>
                    <a:pt x="3336" y="976"/>
                  </a:lnTo>
                  <a:lnTo>
                    <a:pt x="339" y="976"/>
                  </a:lnTo>
                  <a:cubicBezTo>
                    <a:pt x="182" y="976"/>
                    <a:pt x="42" y="1087"/>
                    <a:pt x="25" y="1243"/>
                  </a:cubicBezTo>
                  <a:cubicBezTo>
                    <a:pt x="0" y="1426"/>
                    <a:pt x="143" y="1588"/>
                    <a:pt x="327" y="1588"/>
                  </a:cubicBezTo>
                  <a:lnTo>
                    <a:pt x="3641" y="1588"/>
                  </a:lnTo>
                  <a:cubicBezTo>
                    <a:pt x="3809" y="1588"/>
                    <a:pt x="3947" y="1450"/>
                    <a:pt x="3947" y="1282"/>
                  </a:cubicBezTo>
                  <a:lnTo>
                    <a:pt x="3947" y="958"/>
                  </a:lnTo>
                  <a:lnTo>
                    <a:pt x="5153" y="1964"/>
                  </a:lnTo>
                  <a:lnTo>
                    <a:pt x="3947" y="2967"/>
                  </a:lnTo>
                  <a:lnTo>
                    <a:pt x="3947" y="2626"/>
                  </a:lnTo>
                  <a:cubicBezTo>
                    <a:pt x="3947" y="2457"/>
                    <a:pt x="3809" y="2321"/>
                    <a:pt x="3641" y="2321"/>
                  </a:cubicBezTo>
                  <a:lnTo>
                    <a:pt x="339" y="2321"/>
                  </a:lnTo>
                  <a:cubicBezTo>
                    <a:pt x="182" y="2321"/>
                    <a:pt x="42" y="2433"/>
                    <a:pt x="25" y="2587"/>
                  </a:cubicBezTo>
                  <a:cubicBezTo>
                    <a:pt x="0" y="2770"/>
                    <a:pt x="143" y="2932"/>
                    <a:pt x="327" y="2932"/>
                  </a:cubicBezTo>
                  <a:lnTo>
                    <a:pt x="3336" y="2932"/>
                  </a:lnTo>
                  <a:lnTo>
                    <a:pt x="3336" y="3614"/>
                  </a:lnTo>
                  <a:cubicBezTo>
                    <a:pt x="3334" y="3688"/>
                    <a:pt x="3360" y="3761"/>
                    <a:pt x="3407" y="3818"/>
                  </a:cubicBezTo>
                  <a:cubicBezTo>
                    <a:pt x="3468" y="3889"/>
                    <a:pt x="3554" y="3925"/>
                    <a:pt x="3640" y="3925"/>
                  </a:cubicBezTo>
                  <a:cubicBezTo>
                    <a:pt x="3710" y="3925"/>
                    <a:pt x="3779" y="3902"/>
                    <a:pt x="3836" y="3855"/>
                  </a:cubicBezTo>
                  <a:lnTo>
                    <a:pt x="5825" y="2198"/>
                  </a:lnTo>
                  <a:cubicBezTo>
                    <a:pt x="5895" y="2140"/>
                    <a:pt x="5935" y="2054"/>
                    <a:pt x="5935" y="1964"/>
                  </a:cubicBezTo>
                  <a:cubicBezTo>
                    <a:pt x="5935" y="1873"/>
                    <a:pt x="5895" y="1785"/>
                    <a:pt x="5825" y="1729"/>
                  </a:cubicBezTo>
                  <a:lnTo>
                    <a:pt x="3836" y="71"/>
                  </a:lnTo>
                  <a:cubicBezTo>
                    <a:pt x="3780" y="24"/>
                    <a:pt x="3711" y="1"/>
                    <a:pt x="3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6"/>
            <p:cNvSpPr/>
            <p:nvPr/>
          </p:nvSpPr>
          <p:spPr>
            <a:xfrm>
              <a:off x="1308213" y="3168500"/>
              <a:ext cx="107550" cy="140175"/>
            </a:xfrm>
            <a:custGeom>
              <a:avLst/>
              <a:gdLst/>
              <a:ahLst/>
              <a:cxnLst/>
              <a:rect l="l" t="t" r="r" b="b"/>
              <a:pathLst>
                <a:path w="4302" h="5607" extrusionOk="0">
                  <a:moveTo>
                    <a:pt x="2782" y="0"/>
                  </a:moveTo>
                  <a:cubicBezTo>
                    <a:pt x="2671" y="0"/>
                    <a:pt x="2563" y="62"/>
                    <a:pt x="2509" y="169"/>
                  </a:cubicBezTo>
                  <a:lnTo>
                    <a:pt x="1092" y="2823"/>
                  </a:lnTo>
                  <a:lnTo>
                    <a:pt x="485" y="2500"/>
                  </a:lnTo>
                  <a:cubicBezTo>
                    <a:pt x="437" y="2474"/>
                    <a:pt x="388" y="2462"/>
                    <a:pt x="340" y="2462"/>
                  </a:cubicBezTo>
                  <a:cubicBezTo>
                    <a:pt x="159" y="2462"/>
                    <a:pt x="1" y="2630"/>
                    <a:pt x="43" y="2830"/>
                  </a:cubicBezTo>
                  <a:lnTo>
                    <a:pt x="566" y="5362"/>
                  </a:lnTo>
                  <a:cubicBezTo>
                    <a:pt x="596" y="5509"/>
                    <a:pt x="725" y="5607"/>
                    <a:pt x="866" y="5607"/>
                  </a:cubicBezTo>
                  <a:cubicBezTo>
                    <a:pt x="904" y="5607"/>
                    <a:pt x="943" y="5599"/>
                    <a:pt x="980" y="5584"/>
                  </a:cubicBezTo>
                  <a:lnTo>
                    <a:pt x="3379" y="4611"/>
                  </a:lnTo>
                  <a:cubicBezTo>
                    <a:pt x="3618" y="4514"/>
                    <a:pt x="3636" y="4180"/>
                    <a:pt x="3408" y="4059"/>
                  </a:cubicBezTo>
                  <a:lnTo>
                    <a:pt x="2801" y="3735"/>
                  </a:lnTo>
                  <a:lnTo>
                    <a:pt x="4217" y="1081"/>
                  </a:lnTo>
                  <a:cubicBezTo>
                    <a:pt x="4302" y="932"/>
                    <a:pt x="4247" y="743"/>
                    <a:pt x="4094" y="662"/>
                  </a:cubicBezTo>
                  <a:cubicBezTo>
                    <a:pt x="4049" y="637"/>
                    <a:pt x="4000" y="625"/>
                    <a:pt x="3951" y="625"/>
                  </a:cubicBezTo>
                  <a:cubicBezTo>
                    <a:pt x="3840" y="625"/>
                    <a:pt x="3732" y="687"/>
                    <a:pt x="3678" y="793"/>
                  </a:cubicBezTo>
                  <a:lnTo>
                    <a:pt x="2117" y="3716"/>
                  </a:lnTo>
                  <a:cubicBezTo>
                    <a:pt x="2038" y="3865"/>
                    <a:pt x="2093" y="4049"/>
                    <a:pt x="2242" y="4129"/>
                  </a:cubicBezTo>
                  <a:lnTo>
                    <a:pt x="2545" y="4290"/>
                  </a:lnTo>
                  <a:lnTo>
                    <a:pt x="1089" y="4882"/>
                  </a:lnTo>
                  <a:lnTo>
                    <a:pt x="772" y="3343"/>
                  </a:lnTo>
                  <a:lnTo>
                    <a:pt x="1073" y="3505"/>
                  </a:lnTo>
                  <a:cubicBezTo>
                    <a:pt x="1118" y="3529"/>
                    <a:pt x="1167" y="3541"/>
                    <a:pt x="1216" y="3541"/>
                  </a:cubicBezTo>
                  <a:cubicBezTo>
                    <a:pt x="1325" y="3541"/>
                    <a:pt x="1431" y="3482"/>
                    <a:pt x="1486" y="3379"/>
                  </a:cubicBezTo>
                  <a:lnTo>
                    <a:pt x="3048" y="458"/>
                  </a:lnTo>
                  <a:cubicBezTo>
                    <a:pt x="3133" y="307"/>
                    <a:pt x="3077" y="117"/>
                    <a:pt x="2925" y="37"/>
                  </a:cubicBezTo>
                  <a:cubicBezTo>
                    <a:pt x="2880" y="12"/>
                    <a:pt x="2831" y="0"/>
                    <a:pt x="2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6"/>
            <p:cNvSpPr/>
            <p:nvPr/>
          </p:nvSpPr>
          <p:spPr>
            <a:xfrm>
              <a:off x="1365388" y="3376275"/>
              <a:ext cx="149375" cy="98125"/>
            </a:xfrm>
            <a:custGeom>
              <a:avLst/>
              <a:gdLst/>
              <a:ahLst/>
              <a:cxnLst/>
              <a:rect l="l" t="t" r="r" b="b"/>
              <a:pathLst>
                <a:path w="5975" h="3925" extrusionOk="0">
                  <a:moveTo>
                    <a:pt x="2335" y="1"/>
                  </a:moveTo>
                  <a:cubicBezTo>
                    <a:pt x="2265" y="1"/>
                    <a:pt x="2195" y="24"/>
                    <a:pt x="2138" y="72"/>
                  </a:cubicBezTo>
                  <a:lnTo>
                    <a:pt x="154" y="1725"/>
                  </a:lnTo>
                  <a:cubicBezTo>
                    <a:pt x="3" y="1845"/>
                    <a:pt x="0" y="2075"/>
                    <a:pt x="151" y="2198"/>
                  </a:cubicBezTo>
                  <a:lnTo>
                    <a:pt x="2139" y="3854"/>
                  </a:lnTo>
                  <a:cubicBezTo>
                    <a:pt x="2196" y="3902"/>
                    <a:pt x="2265" y="3925"/>
                    <a:pt x="2334" y="3925"/>
                  </a:cubicBezTo>
                  <a:cubicBezTo>
                    <a:pt x="2420" y="3925"/>
                    <a:pt x="2506" y="3888"/>
                    <a:pt x="2567" y="3817"/>
                  </a:cubicBezTo>
                  <a:cubicBezTo>
                    <a:pt x="2615" y="3760"/>
                    <a:pt x="2641" y="3687"/>
                    <a:pt x="2640" y="3613"/>
                  </a:cubicBezTo>
                  <a:lnTo>
                    <a:pt x="2640" y="2931"/>
                  </a:lnTo>
                  <a:lnTo>
                    <a:pt x="5637" y="2931"/>
                  </a:lnTo>
                  <a:cubicBezTo>
                    <a:pt x="5793" y="2931"/>
                    <a:pt x="5932" y="2820"/>
                    <a:pt x="5951" y="2664"/>
                  </a:cubicBezTo>
                  <a:cubicBezTo>
                    <a:pt x="5974" y="2481"/>
                    <a:pt x="5832" y="2319"/>
                    <a:pt x="5647" y="2319"/>
                  </a:cubicBezTo>
                  <a:lnTo>
                    <a:pt x="5649" y="2321"/>
                  </a:lnTo>
                  <a:lnTo>
                    <a:pt x="2334" y="2321"/>
                  </a:lnTo>
                  <a:cubicBezTo>
                    <a:pt x="2165" y="2321"/>
                    <a:pt x="2029" y="2458"/>
                    <a:pt x="2029" y="2627"/>
                  </a:cubicBezTo>
                  <a:lnTo>
                    <a:pt x="2029" y="2951"/>
                  </a:lnTo>
                  <a:lnTo>
                    <a:pt x="823" y="1945"/>
                  </a:lnTo>
                  <a:lnTo>
                    <a:pt x="2029" y="939"/>
                  </a:lnTo>
                  <a:lnTo>
                    <a:pt x="2029" y="1283"/>
                  </a:lnTo>
                  <a:cubicBezTo>
                    <a:pt x="2029" y="1451"/>
                    <a:pt x="2165" y="1587"/>
                    <a:pt x="2334" y="1587"/>
                  </a:cubicBezTo>
                  <a:lnTo>
                    <a:pt x="5637" y="1587"/>
                  </a:lnTo>
                  <a:cubicBezTo>
                    <a:pt x="5793" y="1587"/>
                    <a:pt x="5932" y="1475"/>
                    <a:pt x="5951" y="1320"/>
                  </a:cubicBezTo>
                  <a:cubicBezTo>
                    <a:pt x="5974" y="1139"/>
                    <a:pt x="5832" y="977"/>
                    <a:pt x="5647" y="977"/>
                  </a:cubicBezTo>
                  <a:lnTo>
                    <a:pt x="2640" y="977"/>
                  </a:lnTo>
                  <a:lnTo>
                    <a:pt x="2640" y="313"/>
                  </a:lnTo>
                  <a:cubicBezTo>
                    <a:pt x="2641" y="227"/>
                    <a:pt x="2606" y="144"/>
                    <a:pt x="2544" y="84"/>
                  </a:cubicBezTo>
                  <a:cubicBezTo>
                    <a:pt x="2486" y="29"/>
                    <a:pt x="2410" y="1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5" name="Google Shape;1465;p36"/>
          <p:cNvGrpSpPr/>
          <p:nvPr/>
        </p:nvGrpSpPr>
        <p:grpSpPr>
          <a:xfrm>
            <a:off x="5908434" y="2824193"/>
            <a:ext cx="368952" cy="457175"/>
            <a:chOff x="6203988" y="2464275"/>
            <a:chExt cx="423450" cy="521175"/>
          </a:xfrm>
        </p:grpSpPr>
        <p:sp>
          <p:nvSpPr>
            <p:cNvPr id="1466" name="Google Shape;1466;p36"/>
            <p:cNvSpPr/>
            <p:nvPr/>
          </p:nvSpPr>
          <p:spPr>
            <a:xfrm>
              <a:off x="6203988" y="2464275"/>
              <a:ext cx="423450" cy="521175"/>
            </a:xfrm>
            <a:custGeom>
              <a:avLst/>
              <a:gdLst/>
              <a:ahLst/>
              <a:cxnLst/>
              <a:rect l="l" t="t" r="r" b="b"/>
              <a:pathLst>
                <a:path w="16938" h="20847" extrusionOk="0">
                  <a:moveTo>
                    <a:pt x="15979" y="611"/>
                  </a:moveTo>
                  <a:cubicBezTo>
                    <a:pt x="16170" y="611"/>
                    <a:pt x="16325" y="766"/>
                    <a:pt x="16325" y="957"/>
                  </a:cubicBezTo>
                  <a:lnTo>
                    <a:pt x="16327" y="16303"/>
                  </a:lnTo>
                  <a:cubicBezTo>
                    <a:pt x="16327" y="16495"/>
                    <a:pt x="16170" y="16650"/>
                    <a:pt x="15979" y="16650"/>
                  </a:cubicBezTo>
                  <a:lnTo>
                    <a:pt x="1915" y="16650"/>
                  </a:lnTo>
                  <a:lnTo>
                    <a:pt x="1915" y="15988"/>
                  </a:lnTo>
                  <a:cubicBezTo>
                    <a:pt x="1915" y="15832"/>
                    <a:pt x="1801" y="15693"/>
                    <a:pt x="1646" y="15674"/>
                  </a:cubicBezTo>
                  <a:cubicBezTo>
                    <a:pt x="1633" y="15672"/>
                    <a:pt x="1620" y="15671"/>
                    <a:pt x="1608" y="15671"/>
                  </a:cubicBezTo>
                  <a:cubicBezTo>
                    <a:pt x="1442" y="15671"/>
                    <a:pt x="1303" y="15806"/>
                    <a:pt x="1303" y="15978"/>
                  </a:cubicBezTo>
                  <a:lnTo>
                    <a:pt x="1303" y="16652"/>
                  </a:lnTo>
                  <a:lnTo>
                    <a:pt x="956" y="16652"/>
                  </a:lnTo>
                  <a:cubicBezTo>
                    <a:pt x="838" y="16652"/>
                    <a:pt x="721" y="16673"/>
                    <a:pt x="611" y="16716"/>
                  </a:cubicBezTo>
                  <a:lnTo>
                    <a:pt x="611" y="957"/>
                  </a:lnTo>
                  <a:cubicBezTo>
                    <a:pt x="611" y="766"/>
                    <a:pt x="767" y="611"/>
                    <a:pt x="958" y="611"/>
                  </a:cubicBezTo>
                  <a:lnTo>
                    <a:pt x="1303" y="611"/>
                  </a:lnTo>
                  <a:lnTo>
                    <a:pt x="1303" y="14653"/>
                  </a:lnTo>
                  <a:cubicBezTo>
                    <a:pt x="1303" y="14809"/>
                    <a:pt x="1414" y="14948"/>
                    <a:pt x="1568" y="14968"/>
                  </a:cubicBezTo>
                  <a:cubicBezTo>
                    <a:pt x="1581" y="14969"/>
                    <a:pt x="1594" y="14970"/>
                    <a:pt x="1606" y="14970"/>
                  </a:cubicBezTo>
                  <a:cubicBezTo>
                    <a:pt x="1773" y="14970"/>
                    <a:pt x="1913" y="14835"/>
                    <a:pt x="1913" y="14663"/>
                  </a:cubicBezTo>
                  <a:lnTo>
                    <a:pt x="1913" y="611"/>
                  </a:lnTo>
                  <a:close/>
                  <a:moveTo>
                    <a:pt x="15674" y="17262"/>
                  </a:moveTo>
                  <a:lnTo>
                    <a:pt x="15674" y="17954"/>
                  </a:lnTo>
                  <a:lnTo>
                    <a:pt x="1631" y="17954"/>
                  </a:lnTo>
                  <a:cubicBezTo>
                    <a:pt x="1476" y="17954"/>
                    <a:pt x="1337" y="18065"/>
                    <a:pt x="1317" y="18221"/>
                  </a:cubicBezTo>
                  <a:cubicBezTo>
                    <a:pt x="1295" y="18403"/>
                    <a:pt x="1436" y="18564"/>
                    <a:pt x="1619" y="18564"/>
                  </a:cubicBezTo>
                  <a:cubicBezTo>
                    <a:pt x="1620" y="18564"/>
                    <a:pt x="1621" y="18564"/>
                    <a:pt x="1622" y="18564"/>
                  </a:cubicBezTo>
                  <a:lnTo>
                    <a:pt x="2281" y="18564"/>
                  </a:lnTo>
                  <a:lnTo>
                    <a:pt x="2281" y="19257"/>
                  </a:lnTo>
                  <a:lnTo>
                    <a:pt x="959" y="19257"/>
                  </a:lnTo>
                  <a:cubicBezTo>
                    <a:pt x="767" y="19257"/>
                    <a:pt x="611" y="19102"/>
                    <a:pt x="611" y="18909"/>
                  </a:cubicBezTo>
                  <a:lnTo>
                    <a:pt x="611" y="17609"/>
                  </a:lnTo>
                  <a:cubicBezTo>
                    <a:pt x="611" y="17418"/>
                    <a:pt x="767" y="17262"/>
                    <a:pt x="959" y="17262"/>
                  </a:cubicBezTo>
                  <a:close/>
                  <a:moveTo>
                    <a:pt x="4235" y="18564"/>
                  </a:moveTo>
                  <a:lnTo>
                    <a:pt x="4234" y="19973"/>
                  </a:lnTo>
                  <a:lnTo>
                    <a:pt x="3733" y="19638"/>
                  </a:lnTo>
                  <a:cubicBezTo>
                    <a:pt x="3681" y="19603"/>
                    <a:pt x="3622" y="19585"/>
                    <a:pt x="3563" y="19585"/>
                  </a:cubicBezTo>
                  <a:cubicBezTo>
                    <a:pt x="3503" y="19585"/>
                    <a:pt x="3444" y="19603"/>
                    <a:pt x="3393" y="19638"/>
                  </a:cubicBezTo>
                  <a:lnTo>
                    <a:pt x="2891" y="19973"/>
                  </a:lnTo>
                  <a:lnTo>
                    <a:pt x="2891" y="18564"/>
                  </a:lnTo>
                  <a:close/>
                  <a:moveTo>
                    <a:pt x="959" y="0"/>
                  </a:moveTo>
                  <a:cubicBezTo>
                    <a:pt x="430" y="0"/>
                    <a:pt x="1" y="429"/>
                    <a:pt x="1" y="957"/>
                  </a:cubicBezTo>
                  <a:lnTo>
                    <a:pt x="1" y="18909"/>
                  </a:lnTo>
                  <a:cubicBezTo>
                    <a:pt x="1" y="19438"/>
                    <a:pt x="430" y="19866"/>
                    <a:pt x="959" y="19866"/>
                  </a:cubicBezTo>
                  <a:lnTo>
                    <a:pt x="2281" y="19866"/>
                  </a:lnTo>
                  <a:lnTo>
                    <a:pt x="2281" y="20533"/>
                  </a:lnTo>
                  <a:cubicBezTo>
                    <a:pt x="2279" y="20614"/>
                    <a:pt x="2310" y="20692"/>
                    <a:pt x="2365" y="20752"/>
                  </a:cubicBezTo>
                  <a:cubicBezTo>
                    <a:pt x="2424" y="20814"/>
                    <a:pt x="2505" y="20846"/>
                    <a:pt x="2586" y="20846"/>
                  </a:cubicBezTo>
                  <a:cubicBezTo>
                    <a:pt x="2645" y="20846"/>
                    <a:pt x="2704" y="20829"/>
                    <a:pt x="2755" y="20795"/>
                  </a:cubicBezTo>
                  <a:lnTo>
                    <a:pt x="3563" y="20255"/>
                  </a:lnTo>
                  <a:lnTo>
                    <a:pt x="4371" y="20795"/>
                  </a:lnTo>
                  <a:cubicBezTo>
                    <a:pt x="4423" y="20829"/>
                    <a:pt x="4482" y="20846"/>
                    <a:pt x="4540" y="20846"/>
                  </a:cubicBezTo>
                  <a:cubicBezTo>
                    <a:pt x="4621" y="20846"/>
                    <a:pt x="4701" y="20814"/>
                    <a:pt x="4760" y="20753"/>
                  </a:cubicBezTo>
                  <a:cubicBezTo>
                    <a:pt x="4817" y="20693"/>
                    <a:pt x="4847" y="20614"/>
                    <a:pt x="4846" y="20533"/>
                  </a:cubicBezTo>
                  <a:lnTo>
                    <a:pt x="4846" y="18564"/>
                  </a:lnTo>
                  <a:lnTo>
                    <a:pt x="15674" y="18564"/>
                  </a:lnTo>
                  <a:lnTo>
                    <a:pt x="15674" y="19257"/>
                  </a:lnTo>
                  <a:lnTo>
                    <a:pt x="5897" y="19257"/>
                  </a:lnTo>
                  <a:cubicBezTo>
                    <a:pt x="5740" y="19257"/>
                    <a:pt x="5600" y="19369"/>
                    <a:pt x="5581" y="19523"/>
                  </a:cubicBezTo>
                  <a:cubicBezTo>
                    <a:pt x="5558" y="19706"/>
                    <a:pt x="5701" y="19868"/>
                    <a:pt x="5884" y="19868"/>
                  </a:cubicBezTo>
                  <a:lnTo>
                    <a:pt x="16294" y="19868"/>
                  </a:lnTo>
                  <a:cubicBezTo>
                    <a:pt x="16450" y="19868"/>
                    <a:pt x="16591" y="19756"/>
                    <a:pt x="16609" y="19600"/>
                  </a:cubicBezTo>
                  <a:cubicBezTo>
                    <a:pt x="16633" y="19417"/>
                    <a:pt x="16490" y="19255"/>
                    <a:pt x="16306" y="19255"/>
                  </a:cubicBezTo>
                  <a:lnTo>
                    <a:pt x="16286" y="19255"/>
                  </a:lnTo>
                  <a:lnTo>
                    <a:pt x="16286" y="17205"/>
                  </a:lnTo>
                  <a:cubicBezTo>
                    <a:pt x="16675" y="17074"/>
                    <a:pt x="16937" y="16708"/>
                    <a:pt x="16937" y="16297"/>
                  </a:cubicBezTo>
                  <a:lnTo>
                    <a:pt x="16937" y="957"/>
                  </a:lnTo>
                  <a:cubicBezTo>
                    <a:pt x="16937" y="429"/>
                    <a:pt x="16508" y="0"/>
                    <a:pt x="159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6"/>
            <p:cNvSpPr/>
            <p:nvPr/>
          </p:nvSpPr>
          <p:spPr>
            <a:xfrm>
              <a:off x="6276288" y="2561750"/>
              <a:ext cx="310350" cy="243775"/>
            </a:xfrm>
            <a:custGeom>
              <a:avLst/>
              <a:gdLst/>
              <a:ahLst/>
              <a:cxnLst/>
              <a:rect l="l" t="t" r="r" b="b"/>
              <a:pathLst>
                <a:path w="12414" h="9751" extrusionOk="0">
                  <a:moveTo>
                    <a:pt x="2308" y="628"/>
                  </a:moveTo>
                  <a:cubicBezTo>
                    <a:pt x="2651" y="628"/>
                    <a:pt x="2995" y="759"/>
                    <a:pt x="3257" y="1027"/>
                  </a:cubicBezTo>
                  <a:cubicBezTo>
                    <a:pt x="2551" y="1570"/>
                    <a:pt x="2007" y="2295"/>
                    <a:pt x="1682" y="3122"/>
                  </a:cubicBezTo>
                  <a:cubicBezTo>
                    <a:pt x="964" y="2740"/>
                    <a:pt x="759" y="1808"/>
                    <a:pt x="1246" y="1157"/>
                  </a:cubicBezTo>
                  <a:cubicBezTo>
                    <a:pt x="1510" y="807"/>
                    <a:pt x="1908" y="628"/>
                    <a:pt x="2308" y="628"/>
                  </a:cubicBezTo>
                  <a:close/>
                  <a:moveTo>
                    <a:pt x="10139" y="628"/>
                  </a:moveTo>
                  <a:cubicBezTo>
                    <a:pt x="10540" y="628"/>
                    <a:pt x="10939" y="808"/>
                    <a:pt x="11202" y="1160"/>
                  </a:cubicBezTo>
                  <a:cubicBezTo>
                    <a:pt x="11689" y="1811"/>
                    <a:pt x="11482" y="2742"/>
                    <a:pt x="10765" y="3124"/>
                  </a:cubicBezTo>
                  <a:cubicBezTo>
                    <a:pt x="10441" y="2295"/>
                    <a:pt x="9898" y="1570"/>
                    <a:pt x="9194" y="1025"/>
                  </a:cubicBezTo>
                  <a:cubicBezTo>
                    <a:pt x="9455" y="759"/>
                    <a:pt x="9798" y="628"/>
                    <a:pt x="10139" y="628"/>
                  </a:cubicBezTo>
                  <a:close/>
                  <a:moveTo>
                    <a:pt x="10488" y="4854"/>
                  </a:moveTo>
                  <a:cubicBezTo>
                    <a:pt x="10499" y="7215"/>
                    <a:pt x="8582" y="9138"/>
                    <a:pt x="6224" y="9138"/>
                  </a:cubicBezTo>
                  <a:cubicBezTo>
                    <a:pt x="3866" y="9138"/>
                    <a:pt x="1949" y="7215"/>
                    <a:pt x="1960" y="4854"/>
                  </a:cubicBezTo>
                  <a:close/>
                  <a:moveTo>
                    <a:pt x="6206" y="0"/>
                  </a:moveTo>
                  <a:cubicBezTo>
                    <a:pt x="5343" y="0"/>
                    <a:pt x="4496" y="230"/>
                    <a:pt x="3751" y="666"/>
                  </a:cubicBezTo>
                  <a:cubicBezTo>
                    <a:pt x="3364" y="221"/>
                    <a:pt x="2827" y="1"/>
                    <a:pt x="2291" y="1"/>
                  </a:cubicBezTo>
                  <a:cubicBezTo>
                    <a:pt x="1708" y="1"/>
                    <a:pt x="1127" y="262"/>
                    <a:pt x="741" y="776"/>
                  </a:cubicBezTo>
                  <a:cubicBezTo>
                    <a:pt x="1" y="1762"/>
                    <a:pt x="359" y="3179"/>
                    <a:pt x="1476" y="3697"/>
                  </a:cubicBezTo>
                  <a:cubicBezTo>
                    <a:pt x="1416" y="3939"/>
                    <a:pt x="1348" y="4395"/>
                    <a:pt x="1335" y="4509"/>
                  </a:cubicBezTo>
                  <a:lnTo>
                    <a:pt x="683" y="9404"/>
                  </a:lnTo>
                  <a:cubicBezTo>
                    <a:pt x="660" y="9571"/>
                    <a:pt x="778" y="9724"/>
                    <a:pt x="945" y="9747"/>
                  </a:cubicBezTo>
                  <a:cubicBezTo>
                    <a:pt x="959" y="9749"/>
                    <a:pt x="972" y="9749"/>
                    <a:pt x="985" y="9750"/>
                  </a:cubicBezTo>
                  <a:cubicBezTo>
                    <a:pt x="1139" y="9749"/>
                    <a:pt x="1269" y="9635"/>
                    <a:pt x="1288" y="9485"/>
                  </a:cubicBezTo>
                  <a:lnTo>
                    <a:pt x="1667" y="6648"/>
                  </a:lnTo>
                  <a:cubicBezTo>
                    <a:pt x="2376" y="8461"/>
                    <a:pt x="4145" y="9750"/>
                    <a:pt x="6208" y="9750"/>
                  </a:cubicBezTo>
                  <a:cubicBezTo>
                    <a:pt x="8271" y="9750"/>
                    <a:pt x="10037" y="8461"/>
                    <a:pt x="10748" y="6648"/>
                  </a:cubicBezTo>
                  <a:lnTo>
                    <a:pt x="11127" y="9485"/>
                  </a:lnTo>
                  <a:cubicBezTo>
                    <a:pt x="11147" y="9635"/>
                    <a:pt x="11276" y="9749"/>
                    <a:pt x="11429" y="9750"/>
                  </a:cubicBezTo>
                  <a:cubicBezTo>
                    <a:pt x="11441" y="9749"/>
                    <a:pt x="11456" y="9749"/>
                    <a:pt x="11469" y="9747"/>
                  </a:cubicBezTo>
                  <a:cubicBezTo>
                    <a:pt x="11637" y="9724"/>
                    <a:pt x="11754" y="9571"/>
                    <a:pt x="11733" y="9404"/>
                  </a:cubicBezTo>
                  <a:lnTo>
                    <a:pt x="11079" y="4509"/>
                  </a:lnTo>
                  <a:cubicBezTo>
                    <a:pt x="11037" y="4167"/>
                    <a:pt x="10996" y="3939"/>
                    <a:pt x="10936" y="3697"/>
                  </a:cubicBezTo>
                  <a:cubicBezTo>
                    <a:pt x="12055" y="3179"/>
                    <a:pt x="12413" y="1762"/>
                    <a:pt x="11675" y="776"/>
                  </a:cubicBezTo>
                  <a:cubicBezTo>
                    <a:pt x="11289" y="262"/>
                    <a:pt x="10706" y="0"/>
                    <a:pt x="10123" y="0"/>
                  </a:cubicBezTo>
                  <a:cubicBezTo>
                    <a:pt x="9588" y="0"/>
                    <a:pt x="9052" y="220"/>
                    <a:pt x="8664" y="664"/>
                  </a:cubicBezTo>
                  <a:cubicBezTo>
                    <a:pt x="8658" y="661"/>
                    <a:pt x="8651" y="656"/>
                    <a:pt x="8645" y="653"/>
                  </a:cubicBezTo>
                  <a:cubicBezTo>
                    <a:pt x="8597" y="625"/>
                    <a:pt x="8544" y="612"/>
                    <a:pt x="8492" y="612"/>
                  </a:cubicBezTo>
                  <a:cubicBezTo>
                    <a:pt x="8387" y="612"/>
                    <a:pt x="8284" y="666"/>
                    <a:pt x="8227" y="765"/>
                  </a:cubicBezTo>
                  <a:cubicBezTo>
                    <a:pt x="8143" y="910"/>
                    <a:pt x="8193" y="1097"/>
                    <a:pt x="8339" y="1181"/>
                  </a:cubicBezTo>
                  <a:cubicBezTo>
                    <a:pt x="9463" y="1833"/>
                    <a:pt x="10229" y="2959"/>
                    <a:pt x="10425" y="4243"/>
                  </a:cubicBezTo>
                  <a:lnTo>
                    <a:pt x="9102" y="4243"/>
                  </a:lnTo>
                  <a:cubicBezTo>
                    <a:pt x="9059" y="3652"/>
                    <a:pt x="8946" y="3069"/>
                    <a:pt x="8763" y="2506"/>
                  </a:cubicBezTo>
                  <a:cubicBezTo>
                    <a:pt x="8721" y="2376"/>
                    <a:pt x="8604" y="2284"/>
                    <a:pt x="8471" y="2284"/>
                  </a:cubicBezTo>
                  <a:cubicBezTo>
                    <a:pt x="8460" y="2284"/>
                    <a:pt x="8450" y="2284"/>
                    <a:pt x="8439" y="2285"/>
                  </a:cubicBezTo>
                  <a:cubicBezTo>
                    <a:pt x="8245" y="2306"/>
                    <a:pt x="8119" y="2501"/>
                    <a:pt x="8180" y="2685"/>
                  </a:cubicBezTo>
                  <a:cubicBezTo>
                    <a:pt x="8344" y="3190"/>
                    <a:pt x="8447" y="3714"/>
                    <a:pt x="8488" y="4243"/>
                  </a:cubicBezTo>
                  <a:lnTo>
                    <a:pt x="6514" y="4243"/>
                  </a:lnTo>
                  <a:lnTo>
                    <a:pt x="6514" y="2601"/>
                  </a:lnTo>
                  <a:cubicBezTo>
                    <a:pt x="6514" y="2446"/>
                    <a:pt x="6402" y="2306"/>
                    <a:pt x="6247" y="2287"/>
                  </a:cubicBezTo>
                  <a:cubicBezTo>
                    <a:pt x="6234" y="2285"/>
                    <a:pt x="6221" y="2285"/>
                    <a:pt x="6208" y="2285"/>
                  </a:cubicBezTo>
                  <a:cubicBezTo>
                    <a:pt x="6042" y="2285"/>
                    <a:pt x="5902" y="2420"/>
                    <a:pt x="5903" y="2591"/>
                  </a:cubicBezTo>
                  <a:lnTo>
                    <a:pt x="5903" y="4243"/>
                  </a:lnTo>
                  <a:lnTo>
                    <a:pt x="3929" y="4243"/>
                  </a:lnTo>
                  <a:cubicBezTo>
                    <a:pt x="3968" y="3717"/>
                    <a:pt x="4070" y="3199"/>
                    <a:pt x="4232" y="2697"/>
                  </a:cubicBezTo>
                  <a:cubicBezTo>
                    <a:pt x="4281" y="2549"/>
                    <a:pt x="4218" y="2382"/>
                    <a:pt x="4078" y="2316"/>
                  </a:cubicBezTo>
                  <a:cubicBezTo>
                    <a:pt x="4035" y="2295"/>
                    <a:pt x="3989" y="2285"/>
                    <a:pt x="3945" y="2285"/>
                  </a:cubicBezTo>
                  <a:cubicBezTo>
                    <a:pt x="3818" y="2285"/>
                    <a:pt x="3699" y="2365"/>
                    <a:pt x="3656" y="2494"/>
                  </a:cubicBezTo>
                  <a:cubicBezTo>
                    <a:pt x="3471" y="3061"/>
                    <a:pt x="3358" y="3649"/>
                    <a:pt x="3316" y="4243"/>
                  </a:cubicBezTo>
                  <a:lnTo>
                    <a:pt x="1991" y="4243"/>
                  </a:lnTo>
                  <a:cubicBezTo>
                    <a:pt x="2297" y="2191"/>
                    <a:pt x="4070" y="611"/>
                    <a:pt x="6208" y="611"/>
                  </a:cubicBezTo>
                  <a:cubicBezTo>
                    <a:pt x="6511" y="611"/>
                    <a:pt x="6813" y="643"/>
                    <a:pt x="7110" y="708"/>
                  </a:cubicBezTo>
                  <a:cubicBezTo>
                    <a:pt x="7132" y="713"/>
                    <a:pt x="7155" y="715"/>
                    <a:pt x="7178" y="715"/>
                  </a:cubicBezTo>
                  <a:cubicBezTo>
                    <a:pt x="7307" y="715"/>
                    <a:pt x="7430" y="639"/>
                    <a:pt x="7474" y="515"/>
                  </a:cubicBezTo>
                  <a:cubicBezTo>
                    <a:pt x="7536" y="340"/>
                    <a:pt x="7432" y="153"/>
                    <a:pt x="7251" y="114"/>
                  </a:cubicBezTo>
                  <a:cubicBezTo>
                    <a:pt x="6907" y="38"/>
                    <a:pt x="6558" y="0"/>
                    <a:pt x="6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6"/>
            <p:cNvSpPr/>
            <p:nvPr/>
          </p:nvSpPr>
          <p:spPr>
            <a:xfrm>
              <a:off x="6359863" y="2703400"/>
              <a:ext cx="64675" cy="30150"/>
            </a:xfrm>
            <a:custGeom>
              <a:avLst/>
              <a:gdLst/>
              <a:ahLst/>
              <a:cxnLst/>
              <a:rect l="l" t="t" r="r" b="b"/>
              <a:pathLst>
                <a:path w="2587" h="1206" extrusionOk="0">
                  <a:moveTo>
                    <a:pt x="341" y="1"/>
                  </a:moveTo>
                  <a:cubicBezTo>
                    <a:pt x="273" y="1"/>
                    <a:pt x="204" y="24"/>
                    <a:pt x="147" y="72"/>
                  </a:cubicBezTo>
                  <a:cubicBezTo>
                    <a:pt x="20" y="179"/>
                    <a:pt x="0" y="366"/>
                    <a:pt x="102" y="496"/>
                  </a:cubicBezTo>
                  <a:cubicBezTo>
                    <a:pt x="470" y="945"/>
                    <a:pt x="1019" y="1205"/>
                    <a:pt x="1598" y="1205"/>
                  </a:cubicBezTo>
                  <a:cubicBezTo>
                    <a:pt x="1859" y="1204"/>
                    <a:pt x="2117" y="1152"/>
                    <a:pt x="2356" y="1051"/>
                  </a:cubicBezTo>
                  <a:cubicBezTo>
                    <a:pt x="2512" y="987"/>
                    <a:pt x="2586" y="808"/>
                    <a:pt x="2521" y="653"/>
                  </a:cubicBezTo>
                  <a:cubicBezTo>
                    <a:pt x="2473" y="535"/>
                    <a:pt x="2359" y="464"/>
                    <a:pt x="2239" y="464"/>
                  </a:cubicBezTo>
                  <a:cubicBezTo>
                    <a:pt x="2200" y="464"/>
                    <a:pt x="2160" y="472"/>
                    <a:pt x="2121" y="488"/>
                  </a:cubicBezTo>
                  <a:cubicBezTo>
                    <a:pt x="1953" y="560"/>
                    <a:pt x="1776" y="594"/>
                    <a:pt x="1601" y="594"/>
                  </a:cubicBezTo>
                  <a:cubicBezTo>
                    <a:pt x="1211" y="594"/>
                    <a:pt x="830" y="422"/>
                    <a:pt x="572" y="106"/>
                  </a:cubicBezTo>
                  <a:cubicBezTo>
                    <a:pt x="512" y="37"/>
                    <a:pt x="427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6"/>
            <p:cNvSpPr/>
            <p:nvPr/>
          </p:nvSpPr>
          <p:spPr>
            <a:xfrm>
              <a:off x="6439238" y="2703275"/>
              <a:ext cx="64800" cy="30275"/>
            </a:xfrm>
            <a:custGeom>
              <a:avLst/>
              <a:gdLst/>
              <a:ahLst/>
              <a:cxnLst/>
              <a:rect l="l" t="t" r="r" b="b"/>
              <a:pathLst>
                <a:path w="2592" h="1211" extrusionOk="0">
                  <a:moveTo>
                    <a:pt x="2249" y="1"/>
                  </a:moveTo>
                  <a:cubicBezTo>
                    <a:pt x="2162" y="1"/>
                    <a:pt x="2075" y="38"/>
                    <a:pt x="2015" y="111"/>
                  </a:cubicBezTo>
                  <a:cubicBezTo>
                    <a:pt x="1757" y="427"/>
                    <a:pt x="1376" y="599"/>
                    <a:pt x="986" y="599"/>
                  </a:cubicBezTo>
                  <a:cubicBezTo>
                    <a:pt x="811" y="599"/>
                    <a:pt x="634" y="565"/>
                    <a:pt x="465" y="493"/>
                  </a:cubicBezTo>
                  <a:cubicBezTo>
                    <a:pt x="427" y="477"/>
                    <a:pt x="387" y="469"/>
                    <a:pt x="348" y="469"/>
                  </a:cubicBezTo>
                  <a:cubicBezTo>
                    <a:pt x="229" y="469"/>
                    <a:pt x="116" y="539"/>
                    <a:pt x="67" y="656"/>
                  </a:cubicBezTo>
                  <a:cubicBezTo>
                    <a:pt x="1" y="812"/>
                    <a:pt x="75" y="992"/>
                    <a:pt x="231" y="1056"/>
                  </a:cubicBezTo>
                  <a:cubicBezTo>
                    <a:pt x="470" y="1157"/>
                    <a:pt x="729" y="1209"/>
                    <a:pt x="988" y="1210"/>
                  </a:cubicBezTo>
                  <a:cubicBezTo>
                    <a:pt x="1144" y="1210"/>
                    <a:pt x="1299" y="1191"/>
                    <a:pt x="1450" y="1154"/>
                  </a:cubicBezTo>
                  <a:cubicBezTo>
                    <a:pt x="1856" y="1053"/>
                    <a:pt x="2219" y="825"/>
                    <a:pt x="2485" y="501"/>
                  </a:cubicBezTo>
                  <a:cubicBezTo>
                    <a:pt x="2592" y="371"/>
                    <a:pt x="2574" y="179"/>
                    <a:pt x="2444" y="72"/>
                  </a:cubicBezTo>
                  <a:cubicBezTo>
                    <a:pt x="2387" y="24"/>
                    <a:pt x="2318" y="1"/>
                    <a:pt x="2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0" name="Google Shape;1470;p36"/>
          <p:cNvGrpSpPr/>
          <p:nvPr/>
        </p:nvGrpSpPr>
        <p:grpSpPr>
          <a:xfrm>
            <a:off x="4320701" y="2487303"/>
            <a:ext cx="457186" cy="368971"/>
            <a:chOff x="5419588" y="2516450"/>
            <a:chExt cx="520950" cy="416775"/>
          </a:xfrm>
        </p:grpSpPr>
        <p:sp>
          <p:nvSpPr>
            <p:cNvPr id="1471" name="Google Shape;1471;p36"/>
            <p:cNvSpPr/>
            <p:nvPr/>
          </p:nvSpPr>
          <p:spPr>
            <a:xfrm>
              <a:off x="5419588" y="2516450"/>
              <a:ext cx="433625" cy="366350"/>
            </a:xfrm>
            <a:custGeom>
              <a:avLst/>
              <a:gdLst/>
              <a:ahLst/>
              <a:cxnLst/>
              <a:rect l="l" t="t" r="r" b="b"/>
              <a:pathLst>
                <a:path w="17345" h="14654" extrusionOk="0">
                  <a:moveTo>
                    <a:pt x="2320" y="610"/>
                  </a:moveTo>
                  <a:cubicBezTo>
                    <a:pt x="2349" y="610"/>
                    <a:pt x="2377" y="614"/>
                    <a:pt x="2406" y="621"/>
                  </a:cubicBezTo>
                  <a:cubicBezTo>
                    <a:pt x="2573" y="659"/>
                    <a:pt x="2687" y="815"/>
                    <a:pt x="2687" y="987"/>
                  </a:cubicBezTo>
                  <a:lnTo>
                    <a:pt x="2687" y="1340"/>
                  </a:lnTo>
                  <a:lnTo>
                    <a:pt x="1953" y="1340"/>
                  </a:lnTo>
                  <a:lnTo>
                    <a:pt x="1953" y="975"/>
                  </a:lnTo>
                  <a:cubicBezTo>
                    <a:pt x="1954" y="769"/>
                    <a:pt x="2124" y="610"/>
                    <a:pt x="2320" y="610"/>
                  </a:cubicBezTo>
                  <a:close/>
                  <a:moveTo>
                    <a:pt x="15020" y="611"/>
                  </a:moveTo>
                  <a:cubicBezTo>
                    <a:pt x="15049" y="611"/>
                    <a:pt x="15079" y="615"/>
                    <a:pt x="15109" y="622"/>
                  </a:cubicBezTo>
                  <a:cubicBezTo>
                    <a:pt x="15275" y="659"/>
                    <a:pt x="15389" y="815"/>
                    <a:pt x="15389" y="987"/>
                  </a:cubicBezTo>
                  <a:lnTo>
                    <a:pt x="15389" y="1340"/>
                  </a:lnTo>
                  <a:lnTo>
                    <a:pt x="14655" y="1340"/>
                  </a:lnTo>
                  <a:lnTo>
                    <a:pt x="14655" y="975"/>
                  </a:lnTo>
                  <a:cubicBezTo>
                    <a:pt x="14657" y="769"/>
                    <a:pt x="14825" y="611"/>
                    <a:pt x="15020" y="611"/>
                  </a:cubicBezTo>
                  <a:close/>
                  <a:moveTo>
                    <a:pt x="15700" y="1952"/>
                  </a:moveTo>
                  <a:cubicBezTo>
                    <a:pt x="16270" y="1952"/>
                    <a:pt x="16733" y="2413"/>
                    <a:pt x="16733" y="2985"/>
                  </a:cubicBezTo>
                  <a:lnTo>
                    <a:pt x="16733" y="3336"/>
                  </a:lnTo>
                  <a:lnTo>
                    <a:pt x="611" y="3336"/>
                  </a:lnTo>
                  <a:lnTo>
                    <a:pt x="611" y="2975"/>
                  </a:lnTo>
                  <a:cubicBezTo>
                    <a:pt x="611" y="2410"/>
                    <a:pt x="1074" y="1952"/>
                    <a:pt x="1642" y="1952"/>
                  </a:cubicBezTo>
                  <a:close/>
                  <a:moveTo>
                    <a:pt x="15023" y="1"/>
                  </a:moveTo>
                  <a:cubicBezTo>
                    <a:pt x="14492" y="1"/>
                    <a:pt x="14048" y="431"/>
                    <a:pt x="14046" y="975"/>
                  </a:cubicBezTo>
                  <a:lnTo>
                    <a:pt x="14046" y="1340"/>
                  </a:lnTo>
                  <a:lnTo>
                    <a:pt x="3299" y="1340"/>
                  </a:lnTo>
                  <a:lnTo>
                    <a:pt x="3299" y="996"/>
                  </a:lnTo>
                  <a:cubicBezTo>
                    <a:pt x="3299" y="520"/>
                    <a:pt x="2915" y="67"/>
                    <a:pt x="2444" y="10"/>
                  </a:cubicBezTo>
                  <a:cubicBezTo>
                    <a:pt x="2401" y="5"/>
                    <a:pt x="2360" y="2"/>
                    <a:pt x="2318" y="2"/>
                  </a:cubicBezTo>
                  <a:cubicBezTo>
                    <a:pt x="1789" y="2"/>
                    <a:pt x="1346" y="432"/>
                    <a:pt x="1344" y="977"/>
                  </a:cubicBezTo>
                  <a:lnTo>
                    <a:pt x="1344" y="1354"/>
                  </a:lnTo>
                  <a:cubicBezTo>
                    <a:pt x="580" y="1498"/>
                    <a:pt x="0" y="2167"/>
                    <a:pt x="0" y="2970"/>
                  </a:cubicBezTo>
                  <a:lnTo>
                    <a:pt x="0" y="14333"/>
                  </a:lnTo>
                  <a:cubicBezTo>
                    <a:pt x="0" y="14510"/>
                    <a:pt x="144" y="14654"/>
                    <a:pt x="321" y="14654"/>
                  </a:cubicBezTo>
                  <a:lnTo>
                    <a:pt x="12521" y="14654"/>
                  </a:lnTo>
                  <a:cubicBezTo>
                    <a:pt x="12537" y="14654"/>
                    <a:pt x="12552" y="14647"/>
                    <a:pt x="12565" y="14637"/>
                  </a:cubicBezTo>
                  <a:cubicBezTo>
                    <a:pt x="12845" y="14369"/>
                    <a:pt x="12659" y="14042"/>
                    <a:pt x="12398" y="14042"/>
                  </a:cubicBezTo>
                  <a:lnTo>
                    <a:pt x="1644" y="14042"/>
                  </a:lnTo>
                  <a:cubicBezTo>
                    <a:pt x="1074" y="14042"/>
                    <a:pt x="611" y="13580"/>
                    <a:pt x="611" y="13010"/>
                  </a:cubicBezTo>
                  <a:lnTo>
                    <a:pt x="611" y="3945"/>
                  </a:lnTo>
                  <a:lnTo>
                    <a:pt x="16733" y="3945"/>
                  </a:lnTo>
                  <a:lnTo>
                    <a:pt x="16733" y="9318"/>
                  </a:lnTo>
                  <a:cubicBezTo>
                    <a:pt x="16733" y="9473"/>
                    <a:pt x="16846" y="9613"/>
                    <a:pt x="17000" y="9632"/>
                  </a:cubicBezTo>
                  <a:cubicBezTo>
                    <a:pt x="17013" y="9634"/>
                    <a:pt x="17026" y="9635"/>
                    <a:pt x="17038" y="9635"/>
                  </a:cubicBezTo>
                  <a:cubicBezTo>
                    <a:pt x="17205" y="9635"/>
                    <a:pt x="17345" y="9499"/>
                    <a:pt x="17345" y="9328"/>
                  </a:cubicBezTo>
                  <a:lnTo>
                    <a:pt x="17345" y="2982"/>
                  </a:lnTo>
                  <a:cubicBezTo>
                    <a:pt x="17343" y="2190"/>
                    <a:pt x="16780" y="1510"/>
                    <a:pt x="16001" y="1361"/>
                  </a:cubicBezTo>
                  <a:lnTo>
                    <a:pt x="16001" y="995"/>
                  </a:lnTo>
                  <a:cubicBezTo>
                    <a:pt x="16001" y="520"/>
                    <a:pt x="15617" y="67"/>
                    <a:pt x="15146" y="8"/>
                  </a:cubicBezTo>
                  <a:cubicBezTo>
                    <a:pt x="15104" y="3"/>
                    <a:pt x="15063" y="1"/>
                    <a:pt x="150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6"/>
            <p:cNvSpPr/>
            <p:nvPr/>
          </p:nvSpPr>
          <p:spPr>
            <a:xfrm>
              <a:off x="5717163" y="2770925"/>
              <a:ext cx="223375" cy="145450"/>
            </a:xfrm>
            <a:custGeom>
              <a:avLst/>
              <a:gdLst/>
              <a:ahLst/>
              <a:cxnLst/>
              <a:rect l="l" t="t" r="r" b="b"/>
              <a:pathLst>
                <a:path w="8935" h="5818" extrusionOk="0">
                  <a:moveTo>
                    <a:pt x="4467" y="615"/>
                  </a:moveTo>
                  <a:cubicBezTo>
                    <a:pt x="4650" y="615"/>
                    <a:pt x="4833" y="652"/>
                    <a:pt x="5005" y="726"/>
                  </a:cubicBezTo>
                  <a:lnTo>
                    <a:pt x="8315" y="2143"/>
                  </a:lnTo>
                  <a:cubicBezTo>
                    <a:pt x="8337" y="2154"/>
                    <a:pt x="8337" y="2187"/>
                    <a:pt x="8315" y="2196"/>
                  </a:cubicBezTo>
                  <a:lnTo>
                    <a:pt x="5005" y="3615"/>
                  </a:lnTo>
                  <a:cubicBezTo>
                    <a:pt x="4833" y="3688"/>
                    <a:pt x="4650" y="3725"/>
                    <a:pt x="4467" y="3725"/>
                  </a:cubicBezTo>
                  <a:cubicBezTo>
                    <a:pt x="4284" y="3725"/>
                    <a:pt x="4100" y="3688"/>
                    <a:pt x="3928" y="3615"/>
                  </a:cubicBezTo>
                  <a:lnTo>
                    <a:pt x="620" y="2196"/>
                  </a:lnTo>
                  <a:cubicBezTo>
                    <a:pt x="608" y="2193"/>
                    <a:pt x="600" y="2182"/>
                    <a:pt x="602" y="2170"/>
                  </a:cubicBezTo>
                  <a:cubicBezTo>
                    <a:pt x="600" y="2157"/>
                    <a:pt x="608" y="2146"/>
                    <a:pt x="620" y="2143"/>
                  </a:cubicBezTo>
                  <a:lnTo>
                    <a:pt x="3928" y="726"/>
                  </a:lnTo>
                  <a:cubicBezTo>
                    <a:pt x="4100" y="652"/>
                    <a:pt x="4284" y="615"/>
                    <a:pt x="4467" y="615"/>
                  </a:cubicBezTo>
                  <a:close/>
                  <a:moveTo>
                    <a:pt x="6865" y="3489"/>
                  </a:moveTo>
                  <a:lnTo>
                    <a:pt x="6865" y="4507"/>
                  </a:lnTo>
                  <a:cubicBezTo>
                    <a:pt x="6865" y="4894"/>
                    <a:pt x="6553" y="5207"/>
                    <a:pt x="6166" y="5207"/>
                  </a:cubicBezTo>
                  <a:lnTo>
                    <a:pt x="2801" y="5207"/>
                  </a:lnTo>
                  <a:cubicBezTo>
                    <a:pt x="2414" y="5207"/>
                    <a:pt x="2101" y="4894"/>
                    <a:pt x="2101" y="4507"/>
                  </a:cubicBezTo>
                  <a:lnTo>
                    <a:pt x="2101" y="3489"/>
                  </a:lnTo>
                  <a:lnTo>
                    <a:pt x="3701" y="4172"/>
                  </a:lnTo>
                  <a:cubicBezTo>
                    <a:pt x="3951" y="4278"/>
                    <a:pt x="4218" y="4331"/>
                    <a:pt x="4484" y="4331"/>
                  </a:cubicBezTo>
                  <a:cubicBezTo>
                    <a:pt x="4750" y="4331"/>
                    <a:pt x="5016" y="4278"/>
                    <a:pt x="5265" y="4172"/>
                  </a:cubicBezTo>
                  <a:lnTo>
                    <a:pt x="6865" y="3489"/>
                  </a:lnTo>
                  <a:close/>
                  <a:moveTo>
                    <a:pt x="4467" y="0"/>
                  </a:moveTo>
                  <a:cubicBezTo>
                    <a:pt x="4202" y="0"/>
                    <a:pt x="3938" y="53"/>
                    <a:pt x="3690" y="159"/>
                  </a:cubicBezTo>
                  <a:lnTo>
                    <a:pt x="388" y="1576"/>
                  </a:lnTo>
                  <a:cubicBezTo>
                    <a:pt x="153" y="1678"/>
                    <a:pt x="1" y="1910"/>
                    <a:pt x="1" y="2166"/>
                  </a:cubicBezTo>
                  <a:cubicBezTo>
                    <a:pt x="1" y="2421"/>
                    <a:pt x="153" y="2651"/>
                    <a:pt x="388" y="2753"/>
                  </a:cubicBezTo>
                  <a:lnTo>
                    <a:pt x="1491" y="3226"/>
                  </a:lnTo>
                  <a:lnTo>
                    <a:pt x="1491" y="4507"/>
                  </a:lnTo>
                  <a:cubicBezTo>
                    <a:pt x="1491" y="5231"/>
                    <a:pt x="2077" y="5817"/>
                    <a:pt x="2801" y="5817"/>
                  </a:cubicBezTo>
                  <a:lnTo>
                    <a:pt x="6125" y="5817"/>
                  </a:lnTo>
                  <a:cubicBezTo>
                    <a:pt x="6849" y="5817"/>
                    <a:pt x="7435" y="5231"/>
                    <a:pt x="7435" y="4507"/>
                  </a:cubicBezTo>
                  <a:lnTo>
                    <a:pt x="7435" y="3226"/>
                  </a:lnTo>
                  <a:lnTo>
                    <a:pt x="8167" y="2915"/>
                  </a:lnTo>
                  <a:lnTo>
                    <a:pt x="8167" y="4836"/>
                  </a:lnTo>
                  <a:cubicBezTo>
                    <a:pt x="8167" y="4991"/>
                    <a:pt x="8281" y="5132"/>
                    <a:pt x="8435" y="5150"/>
                  </a:cubicBezTo>
                  <a:cubicBezTo>
                    <a:pt x="8448" y="5152"/>
                    <a:pt x="8462" y="5153"/>
                    <a:pt x="8475" y="5153"/>
                  </a:cubicBezTo>
                  <a:cubicBezTo>
                    <a:pt x="8641" y="5153"/>
                    <a:pt x="8779" y="5018"/>
                    <a:pt x="8779" y="4847"/>
                  </a:cubicBezTo>
                  <a:lnTo>
                    <a:pt x="8779" y="2583"/>
                  </a:lnTo>
                  <a:cubicBezTo>
                    <a:pt x="8880" y="2468"/>
                    <a:pt x="8935" y="2319"/>
                    <a:pt x="8933" y="2166"/>
                  </a:cubicBezTo>
                  <a:lnTo>
                    <a:pt x="8932" y="2166"/>
                  </a:lnTo>
                  <a:cubicBezTo>
                    <a:pt x="8935" y="1908"/>
                    <a:pt x="8783" y="1676"/>
                    <a:pt x="8545" y="1576"/>
                  </a:cubicBezTo>
                  <a:lnTo>
                    <a:pt x="5244" y="159"/>
                  </a:lnTo>
                  <a:cubicBezTo>
                    <a:pt x="4996" y="53"/>
                    <a:pt x="4731" y="0"/>
                    <a:pt x="4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6"/>
            <p:cNvSpPr/>
            <p:nvPr/>
          </p:nvSpPr>
          <p:spPr>
            <a:xfrm>
              <a:off x="5921338" y="2909525"/>
              <a:ext cx="15325" cy="23700"/>
            </a:xfrm>
            <a:custGeom>
              <a:avLst/>
              <a:gdLst/>
              <a:ahLst/>
              <a:cxnLst/>
              <a:rect l="l" t="t" r="r" b="b"/>
              <a:pathLst>
                <a:path w="613" h="948" extrusionOk="0">
                  <a:moveTo>
                    <a:pt x="306" y="0"/>
                  </a:moveTo>
                  <a:cubicBezTo>
                    <a:pt x="293" y="0"/>
                    <a:pt x="280" y="1"/>
                    <a:pt x="268" y="3"/>
                  </a:cubicBezTo>
                  <a:cubicBezTo>
                    <a:pt x="112" y="24"/>
                    <a:pt x="0" y="163"/>
                    <a:pt x="0" y="318"/>
                  </a:cubicBezTo>
                  <a:lnTo>
                    <a:pt x="0" y="631"/>
                  </a:lnTo>
                  <a:cubicBezTo>
                    <a:pt x="0" y="786"/>
                    <a:pt x="114" y="926"/>
                    <a:pt x="268" y="945"/>
                  </a:cubicBezTo>
                  <a:cubicBezTo>
                    <a:pt x="280" y="947"/>
                    <a:pt x="293" y="947"/>
                    <a:pt x="306" y="947"/>
                  </a:cubicBezTo>
                  <a:cubicBezTo>
                    <a:pt x="473" y="947"/>
                    <a:pt x="612" y="812"/>
                    <a:pt x="612" y="642"/>
                  </a:cubicBezTo>
                  <a:lnTo>
                    <a:pt x="612" y="307"/>
                  </a:lnTo>
                  <a:cubicBezTo>
                    <a:pt x="612" y="136"/>
                    <a:pt x="473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6"/>
            <p:cNvSpPr/>
            <p:nvPr/>
          </p:nvSpPr>
          <p:spPr>
            <a:xfrm>
              <a:off x="5461288" y="2641550"/>
              <a:ext cx="350150" cy="191375"/>
            </a:xfrm>
            <a:custGeom>
              <a:avLst/>
              <a:gdLst/>
              <a:ahLst/>
              <a:cxnLst/>
              <a:rect l="l" t="t" r="r" b="b"/>
              <a:pathLst>
                <a:path w="14006" h="7655" extrusionOk="0">
                  <a:moveTo>
                    <a:pt x="3339" y="611"/>
                  </a:moveTo>
                  <a:lnTo>
                    <a:pt x="3339" y="2361"/>
                  </a:lnTo>
                  <a:lnTo>
                    <a:pt x="612" y="2361"/>
                  </a:lnTo>
                  <a:lnTo>
                    <a:pt x="612" y="611"/>
                  </a:lnTo>
                  <a:close/>
                  <a:moveTo>
                    <a:pt x="6678" y="611"/>
                  </a:moveTo>
                  <a:lnTo>
                    <a:pt x="6678" y="2361"/>
                  </a:lnTo>
                  <a:lnTo>
                    <a:pt x="3950" y="2361"/>
                  </a:lnTo>
                  <a:lnTo>
                    <a:pt x="3950" y="611"/>
                  </a:lnTo>
                  <a:close/>
                  <a:moveTo>
                    <a:pt x="10056" y="611"/>
                  </a:moveTo>
                  <a:lnTo>
                    <a:pt x="10056" y="2361"/>
                  </a:lnTo>
                  <a:lnTo>
                    <a:pt x="7329" y="2361"/>
                  </a:lnTo>
                  <a:lnTo>
                    <a:pt x="7329" y="611"/>
                  </a:lnTo>
                  <a:close/>
                  <a:moveTo>
                    <a:pt x="13395" y="611"/>
                  </a:moveTo>
                  <a:lnTo>
                    <a:pt x="13395" y="2361"/>
                  </a:lnTo>
                  <a:lnTo>
                    <a:pt x="10667" y="2361"/>
                  </a:lnTo>
                  <a:lnTo>
                    <a:pt x="10667" y="611"/>
                  </a:lnTo>
                  <a:close/>
                  <a:moveTo>
                    <a:pt x="3339" y="2972"/>
                  </a:moveTo>
                  <a:lnTo>
                    <a:pt x="3339" y="4722"/>
                  </a:lnTo>
                  <a:lnTo>
                    <a:pt x="612" y="4722"/>
                  </a:lnTo>
                  <a:lnTo>
                    <a:pt x="612" y="2972"/>
                  </a:lnTo>
                  <a:close/>
                  <a:moveTo>
                    <a:pt x="6678" y="2972"/>
                  </a:moveTo>
                  <a:lnTo>
                    <a:pt x="6678" y="4722"/>
                  </a:lnTo>
                  <a:lnTo>
                    <a:pt x="3950" y="4722"/>
                  </a:lnTo>
                  <a:lnTo>
                    <a:pt x="3950" y="2972"/>
                  </a:lnTo>
                  <a:close/>
                  <a:moveTo>
                    <a:pt x="10056" y="2972"/>
                  </a:moveTo>
                  <a:lnTo>
                    <a:pt x="10056" y="4722"/>
                  </a:lnTo>
                  <a:lnTo>
                    <a:pt x="7329" y="4722"/>
                  </a:lnTo>
                  <a:lnTo>
                    <a:pt x="7329" y="2972"/>
                  </a:lnTo>
                  <a:close/>
                  <a:moveTo>
                    <a:pt x="3339" y="5292"/>
                  </a:moveTo>
                  <a:lnTo>
                    <a:pt x="3339" y="7043"/>
                  </a:lnTo>
                  <a:lnTo>
                    <a:pt x="612" y="7043"/>
                  </a:lnTo>
                  <a:lnTo>
                    <a:pt x="612" y="5292"/>
                  </a:lnTo>
                  <a:close/>
                  <a:moveTo>
                    <a:pt x="6678" y="5292"/>
                  </a:moveTo>
                  <a:lnTo>
                    <a:pt x="6678" y="7043"/>
                  </a:lnTo>
                  <a:lnTo>
                    <a:pt x="3950" y="7043"/>
                  </a:lnTo>
                  <a:lnTo>
                    <a:pt x="3950" y="5292"/>
                  </a:lnTo>
                  <a:close/>
                  <a:moveTo>
                    <a:pt x="306" y="0"/>
                  </a:moveTo>
                  <a:cubicBezTo>
                    <a:pt x="138" y="0"/>
                    <a:pt x="0" y="136"/>
                    <a:pt x="0" y="305"/>
                  </a:cubicBezTo>
                  <a:lnTo>
                    <a:pt x="0" y="7349"/>
                  </a:lnTo>
                  <a:cubicBezTo>
                    <a:pt x="0" y="7517"/>
                    <a:pt x="138" y="7655"/>
                    <a:pt x="306" y="7655"/>
                  </a:cubicBezTo>
                  <a:lnTo>
                    <a:pt x="8996" y="7655"/>
                  </a:lnTo>
                  <a:cubicBezTo>
                    <a:pt x="9153" y="7655"/>
                    <a:pt x="9292" y="7543"/>
                    <a:pt x="9310" y="7387"/>
                  </a:cubicBezTo>
                  <a:cubicBezTo>
                    <a:pt x="9334" y="7204"/>
                    <a:pt x="9191" y="7043"/>
                    <a:pt x="9007" y="7043"/>
                  </a:cubicBezTo>
                  <a:lnTo>
                    <a:pt x="7329" y="7043"/>
                  </a:lnTo>
                  <a:lnTo>
                    <a:pt x="7329" y="5292"/>
                  </a:lnTo>
                  <a:lnTo>
                    <a:pt x="10056" y="5292"/>
                  </a:lnTo>
                  <a:lnTo>
                    <a:pt x="10056" y="5598"/>
                  </a:lnTo>
                  <a:cubicBezTo>
                    <a:pt x="10056" y="5771"/>
                    <a:pt x="10195" y="5918"/>
                    <a:pt x="10364" y="5918"/>
                  </a:cubicBezTo>
                  <a:cubicBezTo>
                    <a:pt x="10369" y="5918"/>
                    <a:pt x="10375" y="5917"/>
                    <a:pt x="10380" y="5917"/>
                  </a:cubicBezTo>
                  <a:cubicBezTo>
                    <a:pt x="10540" y="5907"/>
                    <a:pt x="10667" y="5784"/>
                    <a:pt x="10667" y="5634"/>
                  </a:cubicBezTo>
                  <a:lnTo>
                    <a:pt x="10667" y="5294"/>
                  </a:lnTo>
                  <a:lnTo>
                    <a:pt x="12374" y="5294"/>
                  </a:lnTo>
                  <a:cubicBezTo>
                    <a:pt x="12511" y="5294"/>
                    <a:pt x="12637" y="5205"/>
                    <a:pt x="12667" y="5070"/>
                  </a:cubicBezTo>
                  <a:cubicBezTo>
                    <a:pt x="12709" y="4886"/>
                    <a:pt x="12560" y="4724"/>
                    <a:pt x="12369" y="4724"/>
                  </a:cubicBezTo>
                  <a:lnTo>
                    <a:pt x="10667" y="4724"/>
                  </a:lnTo>
                  <a:lnTo>
                    <a:pt x="10667" y="2973"/>
                  </a:lnTo>
                  <a:lnTo>
                    <a:pt x="13394" y="2973"/>
                  </a:lnTo>
                  <a:lnTo>
                    <a:pt x="13394" y="4342"/>
                  </a:lnTo>
                  <a:cubicBezTo>
                    <a:pt x="13394" y="4510"/>
                    <a:pt x="13531" y="4646"/>
                    <a:pt x="13700" y="4646"/>
                  </a:cubicBezTo>
                  <a:lnTo>
                    <a:pt x="13700" y="4644"/>
                  </a:lnTo>
                  <a:cubicBezTo>
                    <a:pt x="13870" y="4644"/>
                    <a:pt x="14006" y="4508"/>
                    <a:pt x="14006" y="4340"/>
                  </a:cubicBezTo>
                  <a:lnTo>
                    <a:pt x="14006" y="305"/>
                  </a:lnTo>
                  <a:cubicBezTo>
                    <a:pt x="14006" y="136"/>
                    <a:pt x="13870" y="0"/>
                    <a:pt x="13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6"/>
            <p:cNvSpPr/>
            <p:nvPr/>
          </p:nvSpPr>
          <p:spPr>
            <a:xfrm>
              <a:off x="5812313" y="2817600"/>
              <a:ext cx="33050" cy="15300"/>
            </a:xfrm>
            <a:custGeom>
              <a:avLst/>
              <a:gdLst/>
              <a:ahLst/>
              <a:cxnLst/>
              <a:rect l="l" t="t" r="r" b="b"/>
              <a:pathLst>
                <a:path w="1322" h="612" extrusionOk="0">
                  <a:moveTo>
                    <a:pt x="339" y="1"/>
                  </a:moveTo>
                  <a:cubicBezTo>
                    <a:pt x="182" y="1"/>
                    <a:pt x="43" y="112"/>
                    <a:pt x="23" y="268"/>
                  </a:cubicBezTo>
                  <a:cubicBezTo>
                    <a:pt x="0" y="451"/>
                    <a:pt x="143" y="611"/>
                    <a:pt x="328" y="611"/>
                  </a:cubicBezTo>
                  <a:lnTo>
                    <a:pt x="995" y="611"/>
                  </a:lnTo>
                  <a:cubicBezTo>
                    <a:pt x="1179" y="611"/>
                    <a:pt x="1322" y="451"/>
                    <a:pt x="1299" y="268"/>
                  </a:cubicBezTo>
                  <a:cubicBezTo>
                    <a:pt x="1280" y="112"/>
                    <a:pt x="1140" y="1"/>
                    <a:pt x="9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6" name="Google Shape;1476;p36"/>
          <p:cNvGrpSpPr/>
          <p:nvPr/>
        </p:nvGrpSpPr>
        <p:grpSpPr>
          <a:xfrm>
            <a:off x="2777051" y="2880341"/>
            <a:ext cx="457197" cy="344886"/>
            <a:chOff x="1741038" y="2526900"/>
            <a:chExt cx="521200" cy="395875"/>
          </a:xfrm>
        </p:grpSpPr>
        <p:sp>
          <p:nvSpPr>
            <p:cNvPr id="1477" name="Google Shape;1477;p36"/>
            <p:cNvSpPr/>
            <p:nvPr/>
          </p:nvSpPr>
          <p:spPr>
            <a:xfrm>
              <a:off x="1904913" y="2532075"/>
              <a:ext cx="194500" cy="390575"/>
            </a:xfrm>
            <a:custGeom>
              <a:avLst/>
              <a:gdLst/>
              <a:ahLst/>
              <a:cxnLst/>
              <a:rect l="l" t="t" r="r" b="b"/>
              <a:pathLst>
                <a:path w="7780" h="15623" extrusionOk="0">
                  <a:moveTo>
                    <a:pt x="6006" y="601"/>
                  </a:moveTo>
                  <a:cubicBezTo>
                    <a:pt x="6288" y="601"/>
                    <a:pt x="6517" y="831"/>
                    <a:pt x="6517" y="1111"/>
                  </a:cubicBezTo>
                  <a:lnTo>
                    <a:pt x="6517" y="1296"/>
                  </a:lnTo>
                  <a:lnTo>
                    <a:pt x="5498" y="1296"/>
                  </a:lnTo>
                  <a:lnTo>
                    <a:pt x="5498" y="1111"/>
                  </a:lnTo>
                  <a:cubicBezTo>
                    <a:pt x="5498" y="831"/>
                    <a:pt x="5726" y="601"/>
                    <a:pt x="6006" y="601"/>
                  </a:cubicBezTo>
                  <a:close/>
                  <a:moveTo>
                    <a:pt x="4378" y="601"/>
                  </a:moveTo>
                  <a:cubicBezTo>
                    <a:pt x="4654" y="601"/>
                    <a:pt x="4887" y="826"/>
                    <a:pt x="4887" y="1111"/>
                  </a:cubicBezTo>
                  <a:lnTo>
                    <a:pt x="4887" y="1296"/>
                  </a:lnTo>
                  <a:lnTo>
                    <a:pt x="4866" y="1296"/>
                  </a:lnTo>
                  <a:cubicBezTo>
                    <a:pt x="4518" y="1298"/>
                    <a:pt x="4236" y="1579"/>
                    <a:pt x="4238" y="1927"/>
                  </a:cubicBezTo>
                  <a:lnTo>
                    <a:pt x="4236" y="1927"/>
                  </a:lnTo>
                  <a:cubicBezTo>
                    <a:pt x="4236" y="2429"/>
                    <a:pt x="4470" y="2902"/>
                    <a:pt x="4868" y="3207"/>
                  </a:cubicBezTo>
                  <a:cubicBezTo>
                    <a:pt x="4807" y="3428"/>
                    <a:pt x="4606" y="3580"/>
                    <a:pt x="4379" y="3580"/>
                  </a:cubicBezTo>
                  <a:cubicBezTo>
                    <a:pt x="4370" y="3580"/>
                    <a:pt x="4361" y="3580"/>
                    <a:pt x="4351" y="3579"/>
                  </a:cubicBezTo>
                  <a:cubicBezTo>
                    <a:pt x="4078" y="3565"/>
                    <a:pt x="3869" y="3328"/>
                    <a:pt x="3869" y="3054"/>
                  </a:cubicBezTo>
                  <a:lnTo>
                    <a:pt x="3869" y="1126"/>
                  </a:lnTo>
                  <a:cubicBezTo>
                    <a:pt x="3869" y="873"/>
                    <a:pt x="4045" y="648"/>
                    <a:pt x="4293" y="608"/>
                  </a:cubicBezTo>
                  <a:cubicBezTo>
                    <a:pt x="4322" y="603"/>
                    <a:pt x="4350" y="601"/>
                    <a:pt x="4378" y="601"/>
                  </a:cubicBezTo>
                  <a:close/>
                  <a:moveTo>
                    <a:pt x="2709" y="941"/>
                  </a:moveTo>
                  <a:cubicBezTo>
                    <a:pt x="2987" y="941"/>
                    <a:pt x="3218" y="1165"/>
                    <a:pt x="3218" y="1448"/>
                  </a:cubicBezTo>
                  <a:lnTo>
                    <a:pt x="3218" y="3076"/>
                  </a:lnTo>
                  <a:cubicBezTo>
                    <a:pt x="3218" y="3359"/>
                    <a:pt x="2987" y="3583"/>
                    <a:pt x="2709" y="3583"/>
                  </a:cubicBezTo>
                  <a:cubicBezTo>
                    <a:pt x="2693" y="3583"/>
                    <a:pt x="2677" y="3582"/>
                    <a:pt x="2661" y="3581"/>
                  </a:cubicBezTo>
                  <a:cubicBezTo>
                    <a:pt x="2397" y="3558"/>
                    <a:pt x="2201" y="3325"/>
                    <a:pt x="2201" y="3059"/>
                  </a:cubicBezTo>
                  <a:lnTo>
                    <a:pt x="2201" y="1466"/>
                  </a:lnTo>
                  <a:cubicBezTo>
                    <a:pt x="2201" y="1200"/>
                    <a:pt x="2397" y="967"/>
                    <a:pt x="2661" y="943"/>
                  </a:cubicBezTo>
                  <a:cubicBezTo>
                    <a:pt x="2677" y="941"/>
                    <a:pt x="2693" y="941"/>
                    <a:pt x="2709" y="941"/>
                  </a:cubicBezTo>
                  <a:close/>
                  <a:moveTo>
                    <a:pt x="1081" y="1592"/>
                  </a:moveTo>
                  <a:cubicBezTo>
                    <a:pt x="1358" y="1592"/>
                    <a:pt x="1589" y="1817"/>
                    <a:pt x="1589" y="2101"/>
                  </a:cubicBezTo>
                  <a:lnTo>
                    <a:pt x="1589" y="3076"/>
                  </a:lnTo>
                  <a:cubicBezTo>
                    <a:pt x="1589" y="3359"/>
                    <a:pt x="1358" y="3585"/>
                    <a:pt x="1081" y="3585"/>
                  </a:cubicBezTo>
                  <a:cubicBezTo>
                    <a:pt x="1065" y="3585"/>
                    <a:pt x="1049" y="3584"/>
                    <a:pt x="1033" y="3582"/>
                  </a:cubicBezTo>
                  <a:cubicBezTo>
                    <a:pt x="768" y="3560"/>
                    <a:pt x="572" y="3327"/>
                    <a:pt x="572" y="3061"/>
                  </a:cubicBezTo>
                  <a:lnTo>
                    <a:pt x="572" y="2117"/>
                  </a:lnTo>
                  <a:cubicBezTo>
                    <a:pt x="572" y="1851"/>
                    <a:pt x="768" y="1618"/>
                    <a:pt x="1033" y="1594"/>
                  </a:cubicBezTo>
                  <a:cubicBezTo>
                    <a:pt x="1049" y="1592"/>
                    <a:pt x="1065" y="1592"/>
                    <a:pt x="1081" y="1592"/>
                  </a:cubicBezTo>
                  <a:close/>
                  <a:moveTo>
                    <a:pt x="6004" y="0"/>
                  </a:moveTo>
                  <a:cubicBezTo>
                    <a:pt x="5697" y="0"/>
                    <a:pt x="5403" y="128"/>
                    <a:pt x="5194" y="353"/>
                  </a:cubicBezTo>
                  <a:cubicBezTo>
                    <a:pt x="4970" y="115"/>
                    <a:pt x="4673" y="1"/>
                    <a:pt x="4379" y="1"/>
                  </a:cubicBezTo>
                  <a:cubicBezTo>
                    <a:pt x="4003" y="1"/>
                    <a:pt x="3630" y="189"/>
                    <a:pt x="3417" y="548"/>
                  </a:cubicBezTo>
                  <a:cubicBezTo>
                    <a:pt x="3213" y="396"/>
                    <a:pt x="2980" y="325"/>
                    <a:pt x="2751" y="325"/>
                  </a:cubicBezTo>
                  <a:cubicBezTo>
                    <a:pt x="2280" y="325"/>
                    <a:pt x="1825" y="624"/>
                    <a:pt x="1676" y="1126"/>
                  </a:cubicBezTo>
                  <a:cubicBezTo>
                    <a:pt x="1507" y="1028"/>
                    <a:pt x="1313" y="978"/>
                    <a:pt x="1118" y="978"/>
                  </a:cubicBezTo>
                  <a:cubicBezTo>
                    <a:pt x="1093" y="978"/>
                    <a:pt x="1068" y="978"/>
                    <a:pt x="1043" y="980"/>
                  </a:cubicBezTo>
                  <a:cubicBezTo>
                    <a:pt x="452" y="1021"/>
                    <a:pt x="0" y="1529"/>
                    <a:pt x="0" y="2122"/>
                  </a:cubicBezTo>
                  <a:lnTo>
                    <a:pt x="0" y="3053"/>
                  </a:lnTo>
                  <a:cubicBezTo>
                    <a:pt x="0" y="3673"/>
                    <a:pt x="496" y="4196"/>
                    <a:pt x="1118" y="4198"/>
                  </a:cubicBezTo>
                  <a:cubicBezTo>
                    <a:pt x="1120" y="4198"/>
                    <a:pt x="1121" y="4198"/>
                    <a:pt x="1123" y="4198"/>
                  </a:cubicBezTo>
                  <a:cubicBezTo>
                    <a:pt x="1431" y="4198"/>
                    <a:pt x="1725" y="4070"/>
                    <a:pt x="1934" y="3845"/>
                  </a:cubicBezTo>
                  <a:cubicBezTo>
                    <a:pt x="2155" y="4080"/>
                    <a:pt x="2452" y="4198"/>
                    <a:pt x="2749" y="4198"/>
                  </a:cubicBezTo>
                  <a:cubicBezTo>
                    <a:pt x="3046" y="4198"/>
                    <a:pt x="3343" y="4080"/>
                    <a:pt x="3563" y="3845"/>
                  </a:cubicBezTo>
                  <a:cubicBezTo>
                    <a:pt x="3788" y="4085"/>
                    <a:pt x="4083" y="4198"/>
                    <a:pt x="4375" y="4198"/>
                  </a:cubicBezTo>
                  <a:cubicBezTo>
                    <a:pt x="4810" y="4198"/>
                    <a:pt x="5238" y="3946"/>
                    <a:pt x="5417" y="3488"/>
                  </a:cubicBezTo>
                  <a:cubicBezTo>
                    <a:pt x="5457" y="3500"/>
                    <a:pt x="5496" y="3510"/>
                    <a:pt x="5538" y="3518"/>
                  </a:cubicBezTo>
                  <a:lnTo>
                    <a:pt x="5538" y="4201"/>
                  </a:lnTo>
                  <a:cubicBezTo>
                    <a:pt x="5538" y="4356"/>
                    <a:pt x="5650" y="4496"/>
                    <a:pt x="5804" y="4515"/>
                  </a:cubicBezTo>
                  <a:cubicBezTo>
                    <a:pt x="5817" y="4517"/>
                    <a:pt x="5830" y="4518"/>
                    <a:pt x="5842" y="4518"/>
                  </a:cubicBezTo>
                  <a:cubicBezTo>
                    <a:pt x="6009" y="4518"/>
                    <a:pt x="6149" y="4382"/>
                    <a:pt x="6149" y="4212"/>
                  </a:cubicBezTo>
                  <a:lnTo>
                    <a:pt x="6149" y="3237"/>
                  </a:lnTo>
                  <a:cubicBezTo>
                    <a:pt x="6151" y="3069"/>
                    <a:pt x="6015" y="2930"/>
                    <a:pt x="5845" y="2927"/>
                  </a:cubicBezTo>
                  <a:cubicBezTo>
                    <a:pt x="5292" y="2927"/>
                    <a:pt x="4844" y="2480"/>
                    <a:pt x="4844" y="1927"/>
                  </a:cubicBezTo>
                  <a:cubicBezTo>
                    <a:pt x="4844" y="1916"/>
                    <a:pt x="4853" y="1906"/>
                    <a:pt x="4863" y="1906"/>
                  </a:cubicBezTo>
                  <a:lnTo>
                    <a:pt x="6819" y="1906"/>
                  </a:lnTo>
                  <a:cubicBezTo>
                    <a:pt x="7010" y="1906"/>
                    <a:pt x="7166" y="2062"/>
                    <a:pt x="7166" y="2255"/>
                  </a:cubicBezTo>
                  <a:lnTo>
                    <a:pt x="7166" y="4577"/>
                  </a:lnTo>
                  <a:cubicBezTo>
                    <a:pt x="7168" y="5124"/>
                    <a:pt x="6996" y="5660"/>
                    <a:pt x="6677" y="6105"/>
                  </a:cubicBezTo>
                  <a:lnTo>
                    <a:pt x="5974" y="7095"/>
                  </a:lnTo>
                  <a:cubicBezTo>
                    <a:pt x="5691" y="7491"/>
                    <a:pt x="5538" y="7968"/>
                    <a:pt x="5538" y="8453"/>
                  </a:cubicBezTo>
                  <a:lnTo>
                    <a:pt x="5538" y="15306"/>
                  </a:lnTo>
                  <a:cubicBezTo>
                    <a:pt x="5538" y="15462"/>
                    <a:pt x="5650" y="15601"/>
                    <a:pt x="5806" y="15620"/>
                  </a:cubicBezTo>
                  <a:cubicBezTo>
                    <a:pt x="5819" y="15622"/>
                    <a:pt x="5831" y="15623"/>
                    <a:pt x="5844" y="15623"/>
                  </a:cubicBezTo>
                  <a:cubicBezTo>
                    <a:pt x="6011" y="15623"/>
                    <a:pt x="6151" y="15488"/>
                    <a:pt x="6151" y="15316"/>
                  </a:cubicBezTo>
                  <a:lnTo>
                    <a:pt x="6151" y="8460"/>
                  </a:lnTo>
                  <a:cubicBezTo>
                    <a:pt x="6149" y="8099"/>
                    <a:pt x="6262" y="7749"/>
                    <a:pt x="6471" y="7456"/>
                  </a:cubicBezTo>
                  <a:lnTo>
                    <a:pt x="7176" y="6470"/>
                  </a:lnTo>
                  <a:cubicBezTo>
                    <a:pt x="7569" y="5922"/>
                    <a:pt x="7780" y="5263"/>
                    <a:pt x="7778" y="4590"/>
                  </a:cubicBezTo>
                  <a:lnTo>
                    <a:pt x="7778" y="4588"/>
                  </a:lnTo>
                  <a:lnTo>
                    <a:pt x="7778" y="2261"/>
                  </a:lnTo>
                  <a:cubicBezTo>
                    <a:pt x="7778" y="1851"/>
                    <a:pt x="7516" y="1487"/>
                    <a:pt x="7127" y="1354"/>
                  </a:cubicBezTo>
                  <a:lnTo>
                    <a:pt x="7127" y="1145"/>
                  </a:lnTo>
                  <a:cubicBezTo>
                    <a:pt x="7127" y="525"/>
                    <a:pt x="6632" y="2"/>
                    <a:pt x="6010" y="0"/>
                  </a:cubicBezTo>
                  <a:cubicBezTo>
                    <a:pt x="6008" y="0"/>
                    <a:pt x="6006" y="0"/>
                    <a:pt x="6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6"/>
            <p:cNvSpPr/>
            <p:nvPr/>
          </p:nvSpPr>
          <p:spPr>
            <a:xfrm>
              <a:off x="1749238" y="2768650"/>
              <a:ext cx="15300" cy="154000"/>
            </a:xfrm>
            <a:custGeom>
              <a:avLst/>
              <a:gdLst/>
              <a:ahLst/>
              <a:cxnLst/>
              <a:rect l="l" t="t" r="r" b="b"/>
              <a:pathLst>
                <a:path w="612" h="6160" extrusionOk="0">
                  <a:moveTo>
                    <a:pt x="305" y="1"/>
                  </a:moveTo>
                  <a:cubicBezTo>
                    <a:pt x="137" y="1"/>
                    <a:pt x="1" y="137"/>
                    <a:pt x="1" y="305"/>
                  </a:cubicBezTo>
                  <a:lnTo>
                    <a:pt x="1" y="5842"/>
                  </a:lnTo>
                  <a:cubicBezTo>
                    <a:pt x="1" y="5999"/>
                    <a:pt x="113" y="6138"/>
                    <a:pt x="268" y="6157"/>
                  </a:cubicBezTo>
                  <a:cubicBezTo>
                    <a:pt x="281" y="6159"/>
                    <a:pt x="294" y="6160"/>
                    <a:pt x="306" y="6160"/>
                  </a:cubicBezTo>
                  <a:cubicBezTo>
                    <a:pt x="473" y="6160"/>
                    <a:pt x="611" y="6025"/>
                    <a:pt x="611" y="5853"/>
                  </a:cubicBezTo>
                  <a:lnTo>
                    <a:pt x="611" y="305"/>
                  </a:lnTo>
                  <a:cubicBezTo>
                    <a:pt x="611" y="137"/>
                    <a:pt x="475" y="1"/>
                    <a:pt x="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6"/>
            <p:cNvSpPr/>
            <p:nvPr/>
          </p:nvSpPr>
          <p:spPr>
            <a:xfrm>
              <a:off x="1879488" y="2654525"/>
              <a:ext cx="47925" cy="268250"/>
            </a:xfrm>
            <a:custGeom>
              <a:avLst/>
              <a:gdLst/>
              <a:ahLst/>
              <a:cxnLst/>
              <a:rect l="l" t="t" r="r" b="b"/>
              <a:pathLst>
                <a:path w="1917" h="10730" extrusionOk="0">
                  <a:moveTo>
                    <a:pt x="1609" y="0"/>
                  </a:moveTo>
                  <a:cubicBezTo>
                    <a:pt x="1597" y="0"/>
                    <a:pt x="1584" y="1"/>
                    <a:pt x="1571" y="3"/>
                  </a:cubicBezTo>
                  <a:cubicBezTo>
                    <a:pt x="1416" y="22"/>
                    <a:pt x="1304" y="161"/>
                    <a:pt x="1304" y="317"/>
                  </a:cubicBezTo>
                  <a:lnTo>
                    <a:pt x="1304" y="5529"/>
                  </a:lnTo>
                  <a:cubicBezTo>
                    <a:pt x="1254" y="5618"/>
                    <a:pt x="1200" y="5706"/>
                    <a:pt x="1140" y="5790"/>
                  </a:cubicBezTo>
                  <a:lnTo>
                    <a:pt x="436" y="6778"/>
                  </a:lnTo>
                  <a:cubicBezTo>
                    <a:pt x="153" y="7175"/>
                    <a:pt x="0" y="7651"/>
                    <a:pt x="0" y="8138"/>
                  </a:cubicBezTo>
                  <a:lnTo>
                    <a:pt x="0" y="10407"/>
                  </a:lnTo>
                  <a:cubicBezTo>
                    <a:pt x="0" y="10564"/>
                    <a:pt x="114" y="10703"/>
                    <a:pt x="268" y="10721"/>
                  </a:cubicBezTo>
                  <a:cubicBezTo>
                    <a:pt x="281" y="10723"/>
                    <a:pt x="295" y="10724"/>
                    <a:pt x="308" y="10724"/>
                  </a:cubicBezTo>
                  <a:cubicBezTo>
                    <a:pt x="474" y="10724"/>
                    <a:pt x="612" y="10589"/>
                    <a:pt x="612" y="10418"/>
                  </a:cubicBezTo>
                  <a:lnTo>
                    <a:pt x="612" y="8133"/>
                  </a:lnTo>
                  <a:cubicBezTo>
                    <a:pt x="612" y="7772"/>
                    <a:pt x="724" y="7421"/>
                    <a:pt x="935" y="7128"/>
                  </a:cubicBezTo>
                  <a:lnTo>
                    <a:pt x="1304" y="6609"/>
                  </a:lnTo>
                  <a:lnTo>
                    <a:pt x="1304" y="10412"/>
                  </a:lnTo>
                  <a:cubicBezTo>
                    <a:pt x="1304" y="10569"/>
                    <a:pt x="1417" y="10708"/>
                    <a:pt x="1571" y="10727"/>
                  </a:cubicBezTo>
                  <a:cubicBezTo>
                    <a:pt x="1584" y="10729"/>
                    <a:pt x="1597" y="10730"/>
                    <a:pt x="1609" y="10730"/>
                  </a:cubicBezTo>
                  <a:cubicBezTo>
                    <a:pt x="1776" y="10730"/>
                    <a:pt x="1916" y="10594"/>
                    <a:pt x="1916" y="10423"/>
                  </a:cubicBezTo>
                  <a:lnTo>
                    <a:pt x="1916" y="307"/>
                  </a:lnTo>
                  <a:lnTo>
                    <a:pt x="1913" y="307"/>
                  </a:lnTo>
                  <a:cubicBezTo>
                    <a:pt x="1914" y="135"/>
                    <a:pt x="1774" y="0"/>
                    <a:pt x="1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6"/>
            <p:cNvSpPr/>
            <p:nvPr/>
          </p:nvSpPr>
          <p:spPr>
            <a:xfrm>
              <a:off x="1741038" y="2645800"/>
              <a:ext cx="160650" cy="113075"/>
            </a:xfrm>
            <a:custGeom>
              <a:avLst/>
              <a:gdLst/>
              <a:ahLst/>
              <a:cxnLst/>
              <a:rect l="l" t="t" r="r" b="b"/>
              <a:pathLst>
                <a:path w="6426" h="4523" extrusionOk="0">
                  <a:moveTo>
                    <a:pt x="4379" y="612"/>
                  </a:moveTo>
                  <a:cubicBezTo>
                    <a:pt x="4655" y="612"/>
                    <a:pt x="4887" y="837"/>
                    <a:pt x="4887" y="1122"/>
                  </a:cubicBezTo>
                  <a:lnTo>
                    <a:pt x="4887" y="1307"/>
                  </a:lnTo>
                  <a:lnTo>
                    <a:pt x="4870" y="1307"/>
                  </a:lnTo>
                  <a:cubicBezTo>
                    <a:pt x="4525" y="1307"/>
                    <a:pt x="4240" y="1582"/>
                    <a:pt x="4238" y="1926"/>
                  </a:cubicBezTo>
                  <a:cubicBezTo>
                    <a:pt x="4233" y="2431"/>
                    <a:pt x="4466" y="2910"/>
                    <a:pt x="4868" y="3218"/>
                  </a:cubicBezTo>
                  <a:cubicBezTo>
                    <a:pt x="4807" y="3439"/>
                    <a:pt x="4606" y="3591"/>
                    <a:pt x="4379" y="3591"/>
                  </a:cubicBezTo>
                  <a:cubicBezTo>
                    <a:pt x="4370" y="3591"/>
                    <a:pt x="4361" y="3591"/>
                    <a:pt x="4351" y="3590"/>
                  </a:cubicBezTo>
                  <a:cubicBezTo>
                    <a:pt x="4079" y="3577"/>
                    <a:pt x="3870" y="3339"/>
                    <a:pt x="3870" y="3067"/>
                  </a:cubicBezTo>
                  <a:lnTo>
                    <a:pt x="3869" y="3066"/>
                  </a:lnTo>
                  <a:lnTo>
                    <a:pt x="3869" y="1135"/>
                  </a:lnTo>
                  <a:cubicBezTo>
                    <a:pt x="3869" y="884"/>
                    <a:pt x="4045" y="659"/>
                    <a:pt x="4295" y="619"/>
                  </a:cubicBezTo>
                  <a:cubicBezTo>
                    <a:pt x="4323" y="614"/>
                    <a:pt x="4351" y="612"/>
                    <a:pt x="4379" y="612"/>
                  </a:cubicBezTo>
                  <a:close/>
                  <a:moveTo>
                    <a:pt x="1122" y="1612"/>
                  </a:moveTo>
                  <a:cubicBezTo>
                    <a:pt x="1399" y="1612"/>
                    <a:pt x="1629" y="1836"/>
                    <a:pt x="1629" y="2120"/>
                  </a:cubicBezTo>
                  <a:lnTo>
                    <a:pt x="1629" y="3096"/>
                  </a:lnTo>
                  <a:cubicBezTo>
                    <a:pt x="1629" y="3379"/>
                    <a:pt x="1400" y="3604"/>
                    <a:pt x="1124" y="3604"/>
                  </a:cubicBezTo>
                  <a:cubicBezTo>
                    <a:pt x="1107" y="3604"/>
                    <a:pt x="1091" y="3603"/>
                    <a:pt x="1074" y="3602"/>
                  </a:cubicBezTo>
                  <a:cubicBezTo>
                    <a:pt x="810" y="3579"/>
                    <a:pt x="612" y="3346"/>
                    <a:pt x="612" y="3080"/>
                  </a:cubicBezTo>
                  <a:lnTo>
                    <a:pt x="612" y="2138"/>
                  </a:lnTo>
                  <a:cubicBezTo>
                    <a:pt x="612" y="1872"/>
                    <a:pt x="808" y="1639"/>
                    <a:pt x="1074" y="1615"/>
                  </a:cubicBezTo>
                  <a:cubicBezTo>
                    <a:pt x="1090" y="1613"/>
                    <a:pt x="1106" y="1612"/>
                    <a:pt x="1122" y="1612"/>
                  </a:cubicBezTo>
                  <a:close/>
                  <a:moveTo>
                    <a:pt x="2749" y="960"/>
                  </a:moveTo>
                  <a:cubicBezTo>
                    <a:pt x="3026" y="960"/>
                    <a:pt x="3257" y="1185"/>
                    <a:pt x="3258" y="1469"/>
                  </a:cubicBezTo>
                  <a:lnTo>
                    <a:pt x="3258" y="3095"/>
                  </a:lnTo>
                  <a:cubicBezTo>
                    <a:pt x="3258" y="3376"/>
                    <a:pt x="3030" y="3603"/>
                    <a:pt x="2750" y="3603"/>
                  </a:cubicBezTo>
                  <a:lnTo>
                    <a:pt x="2750" y="3605"/>
                  </a:lnTo>
                  <a:cubicBezTo>
                    <a:pt x="2468" y="3605"/>
                    <a:pt x="2241" y="3376"/>
                    <a:pt x="2241" y="3096"/>
                  </a:cubicBezTo>
                  <a:lnTo>
                    <a:pt x="2241" y="1485"/>
                  </a:lnTo>
                  <a:cubicBezTo>
                    <a:pt x="2241" y="1219"/>
                    <a:pt x="2437" y="986"/>
                    <a:pt x="2701" y="962"/>
                  </a:cubicBezTo>
                  <a:cubicBezTo>
                    <a:pt x="2717" y="961"/>
                    <a:pt x="2733" y="960"/>
                    <a:pt x="2749" y="960"/>
                  </a:cubicBezTo>
                  <a:close/>
                  <a:moveTo>
                    <a:pt x="6011" y="1"/>
                  </a:moveTo>
                  <a:cubicBezTo>
                    <a:pt x="5703" y="1"/>
                    <a:pt x="5406" y="127"/>
                    <a:pt x="5193" y="355"/>
                  </a:cubicBezTo>
                  <a:cubicBezTo>
                    <a:pt x="4970" y="116"/>
                    <a:pt x="4674" y="1"/>
                    <a:pt x="4380" y="1"/>
                  </a:cubicBezTo>
                  <a:cubicBezTo>
                    <a:pt x="4003" y="1"/>
                    <a:pt x="3630" y="190"/>
                    <a:pt x="3417" y="549"/>
                  </a:cubicBezTo>
                  <a:cubicBezTo>
                    <a:pt x="3213" y="397"/>
                    <a:pt x="2980" y="326"/>
                    <a:pt x="2752" y="326"/>
                  </a:cubicBezTo>
                  <a:cubicBezTo>
                    <a:pt x="2280" y="326"/>
                    <a:pt x="1824" y="626"/>
                    <a:pt x="1676" y="1129"/>
                  </a:cubicBezTo>
                  <a:cubicBezTo>
                    <a:pt x="1513" y="1035"/>
                    <a:pt x="1323" y="981"/>
                    <a:pt x="1121" y="981"/>
                  </a:cubicBezTo>
                  <a:cubicBezTo>
                    <a:pt x="846" y="981"/>
                    <a:pt x="548" y="1081"/>
                    <a:pt x="259" y="1317"/>
                  </a:cubicBezTo>
                  <a:cubicBezTo>
                    <a:pt x="96" y="1449"/>
                    <a:pt x="0" y="1649"/>
                    <a:pt x="0" y="1861"/>
                  </a:cubicBezTo>
                  <a:lnTo>
                    <a:pt x="0" y="3074"/>
                  </a:lnTo>
                  <a:cubicBezTo>
                    <a:pt x="0" y="3694"/>
                    <a:pt x="496" y="4217"/>
                    <a:pt x="1116" y="4218"/>
                  </a:cubicBezTo>
                  <a:cubicBezTo>
                    <a:pt x="1427" y="4218"/>
                    <a:pt x="1722" y="4092"/>
                    <a:pt x="1934" y="3865"/>
                  </a:cubicBezTo>
                  <a:cubicBezTo>
                    <a:pt x="2154" y="4101"/>
                    <a:pt x="2451" y="4219"/>
                    <a:pt x="2748" y="4219"/>
                  </a:cubicBezTo>
                  <a:cubicBezTo>
                    <a:pt x="3045" y="4219"/>
                    <a:pt x="3342" y="4101"/>
                    <a:pt x="3563" y="3865"/>
                  </a:cubicBezTo>
                  <a:cubicBezTo>
                    <a:pt x="3788" y="4106"/>
                    <a:pt x="4082" y="4219"/>
                    <a:pt x="4374" y="4219"/>
                  </a:cubicBezTo>
                  <a:cubicBezTo>
                    <a:pt x="4809" y="4219"/>
                    <a:pt x="5237" y="3967"/>
                    <a:pt x="5417" y="3509"/>
                  </a:cubicBezTo>
                  <a:cubicBezTo>
                    <a:pt x="5457" y="3521"/>
                    <a:pt x="5496" y="3530"/>
                    <a:pt x="5537" y="3538"/>
                  </a:cubicBezTo>
                  <a:lnTo>
                    <a:pt x="5538" y="3538"/>
                  </a:lnTo>
                  <a:lnTo>
                    <a:pt x="5538" y="4206"/>
                  </a:lnTo>
                  <a:cubicBezTo>
                    <a:pt x="5538" y="4363"/>
                    <a:pt x="5652" y="4502"/>
                    <a:pt x="5806" y="4520"/>
                  </a:cubicBezTo>
                  <a:cubicBezTo>
                    <a:pt x="5819" y="4521"/>
                    <a:pt x="5833" y="4522"/>
                    <a:pt x="5846" y="4522"/>
                  </a:cubicBezTo>
                  <a:cubicBezTo>
                    <a:pt x="6012" y="4522"/>
                    <a:pt x="6150" y="4388"/>
                    <a:pt x="6150" y="4217"/>
                  </a:cubicBezTo>
                  <a:lnTo>
                    <a:pt x="6150" y="3250"/>
                  </a:lnTo>
                  <a:cubicBezTo>
                    <a:pt x="6152" y="3080"/>
                    <a:pt x="6016" y="2941"/>
                    <a:pt x="5846" y="2939"/>
                  </a:cubicBezTo>
                  <a:cubicBezTo>
                    <a:pt x="5294" y="2939"/>
                    <a:pt x="4845" y="2491"/>
                    <a:pt x="4845" y="1938"/>
                  </a:cubicBezTo>
                  <a:cubicBezTo>
                    <a:pt x="4845" y="1927"/>
                    <a:pt x="4853" y="1917"/>
                    <a:pt x="4865" y="1917"/>
                  </a:cubicBezTo>
                  <a:lnTo>
                    <a:pt x="5909" y="1917"/>
                  </a:lnTo>
                  <a:cubicBezTo>
                    <a:pt x="5911" y="1917"/>
                    <a:pt x="5913" y="1917"/>
                    <a:pt x="5914" y="1917"/>
                  </a:cubicBezTo>
                  <a:cubicBezTo>
                    <a:pt x="5971" y="1917"/>
                    <a:pt x="6024" y="1892"/>
                    <a:pt x="6060" y="1848"/>
                  </a:cubicBezTo>
                  <a:cubicBezTo>
                    <a:pt x="6265" y="1594"/>
                    <a:pt x="6089" y="1307"/>
                    <a:pt x="5844" y="1307"/>
                  </a:cubicBezTo>
                  <a:lnTo>
                    <a:pt x="5498" y="1307"/>
                  </a:lnTo>
                  <a:lnTo>
                    <a:pt x="5498" y="902"/>
                  </a:lnTo>
                  <a:cubicBezTo>
                    <a:pt x="5498" y="719"/>
                    <a:pt x="5648" y="585"/>
                    <a:pt x="5821" y="585"/>
                  </a:cubicBezTo>
                  <a:cubicBezTo>
                    <a:pt x="5852" y="585"/>
                    <a:pt x="5885" y="590"/>
                    <a:pt x="5917" y="599"/>
                  </a:cubicBezTo>
                  <a:cubicBezTo>
                    <a:pt x="5948" y="608"/>
                    <a:pt x="5978" y="612"/>
                    <a:pt x="6007" y="612"/>
                  </a:cubicBezTo>
                  <a:cubicBezTo>
                    <a:pt x="6249" y="612"/>
                    <a:pt x="6426" y="331"/>
                    <a:pt x="6227" y="76"/>
                  </a:cubicBezTo>
                  <a:cubicBezTo>
                    <a:pt x="6193" y="34"/>
                    <a:pt x="6141" y="8"/>
                    <a:pt x="6087" y="3"/>
                  </a:cubicBezTo>
                  <a:cubicBezTo>
                    <a:pt x="6062" y="2"/>
                    <a:pt x="6036" y="1"/>
                    <a:pt x="6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6"/>
            <p:cNvSpPr/>
            <p:nvPr/>
          </p:nvSpPr>
          <p:spPr>
            <a:xfrm>
              <a:off x="2075963" y="2768650"/>
              <a:ext cx="15275" cy="153975"/>
            </a:xfrm>
            <a:custGeom>
              <a:avLst/>
              <a:gdLst/>
              <a:ahLst/>
              <a:cxnLst/>
              <a:rect l="l" t="t" r="r" b="b"/>
              <a:pathLst>
                <a:path w="611" h="6159" extrusionOk="0">
                  <a:moveTo>
                    <a:pt x="304" y="1"/>
                  </a:moveTo>
                  <a:cubicBezTo>
                    <a:pt x="136" y="1"/>
                    <a:pt x="0" y="137"/>
                    <a:pt x="0" y="305"/>
                  </a:cubicBezTo>
                  <a:lnTo>
                    <a:pt x="0" y="5842"/>
                  </a:lnTo>
                  <a:cubicBezTo>
                    <a:pt x="0" y="5999"/>
                    <a:pt x="112" y="6138"/>
                    <a:pt x="267" y="6156"/>
                  </a:cubicBezTo>
                  <a:cubicBezTo>
                    <a:pt x="281" y="6158"/>
                    <a:pt x="294" y="6159"/>
                    <a:pt x="308" y="6159"/>
                  </a:cubicBezTo>
                  <a:cubicBezTo>
                    <a:pt x="473" y="6159"/>
                    <a:pt x="611" y="6024"/>
                    <a:pt x="611" y="5853"/>
                  </a:cubicBezTo>
                  <a:lnTo>
                    <a:pt x="611" y="305"/>
                  </a:lnTo>
                  <a:cubicBezTo>
                    <a:pt x="611" y="137"/>
                    <a:pt x="474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6"/>
            <p:cNvSpPr/>
            <p:nvPr/>
          </p:nvSpPr>
          <p:spPr>
            <a:xfrm>
              <a:off x="2074038" y="2646275"/>
              <a:ext cx="188200" cy="276375"/>
            </a:xfrm>
            <a:custGeom>
              <a:avLst/>
              <a:gdLst/>
              <a:ahLst/>
              <a:cxnLst/>
              <a:rect l="l" t="t" r="r" b="b"/>
              <a:pathLst>
                <a:path w="7528" h="11055" extrusionOk="0">
                  <a:moveTo>
                    <a:pt x="5756" y="593"/>
                  </a:moveTo>
                  <a:cubicBezTo>
                    <a:pt x="6038" y="593"/>
                    <a:pt x="6265" y="822"/>
                    <a:pt x="6265" y="1103"/>
                  </a:cubicBezTo>
                  <a:lnTo>
                    <a:pt x="6265" y="1288"/>
                  </a:lnTo>
                  <a:lnTo>
                    <a:pt x="5246" y="1288"/>
                  </a:lnTo>
                  <a:lnTo>
                    <a:pt x="5246" y="1103"/>
                  </a:lnTo>
                  <a:cubicBezTo>
                    <a:pt x="5246" y="822"/>
                    <a:pt x="5474" y="593"/>
                    <a:pt x="5756" y="593"/>
                  </a:cubicBezTo>
                  <a:close/>
                  <a:moveTo>
                    <a:pt x="4127" y="593"/>
                  </a:moveTo>
                  <a:cubicBezTo>
                    <a:pt x="4403" y="593"/>
                    <a:pt x="4637" y="818"/>
                    <a:pt x="4635" y="1103"/>
                  </a:cubicBezTo>
                  <a:lnTo>
                    <a:pt x="4635" y="1288"/>
                  </a:lnTo>
                  <a:lnTo>
                    <a:pt x="4616" y="1288"/>
                  </a:lnTo>
                  <a:cubicBezTo>
                    <a:pt x="4268" y="1290"/>
                    <a:pt x="3986" y="1571"/>
                    <a:pt x="3986" y="1919"/>
                  </a:cubicBezTo>
                  <a:cubicBezTo>
                    <a:pt x="3986" y="2421"/>
                    <a:pt x="4219" y="2894"/>
                    <a:pt x="4618" y="3199"/>
                  </a:cubicBezTo>
                  <a:cubicBezTo>
                    <a:pt x="4555" y="3420"/>
                    <a:pt x="4356" y="3572"/>
                    <a:pt x="4127" y="3572"/>
                  </a:cubicBezTo>
                  <a:cubicBezTo>
                    <a:pt x="4118" y="3572"/>
                    <a:pt x="4109" y="3572"/>
                    <a:pt x="4099" y="3571"/>
                  </a:cubicBezTo>
                  <a:cubicBezTo>
                    <a:pt x="3827" y="3558"/>
                    <a:pt x="3619" y="3320"/>
                    <a:pt x="3619" y="3048"/>
                  </a:cubicBezTo>
                  <a:lnTo>
                    <a:pt x="3619" y="1118"/>
                  </a:lnTo>
                  <a:cubicBezTo>
                    <a:pt x="3619" y="865"/>
                    <a:pt x="3795" y="640"/>
                    <a:pt x="4043" y="600"/>
                  </a:cubicBezTo>
                  <a:cubicBezTo>
                    <a:pt x="4071" y="595"/>
                    <a:pt x="4099" y="593"/>
                    <a:pt x="4127" y="593"/>
                  </a:cubicBezTo>
                  <a:close/>
                  <a:moveTo>
                    <a:pt x="2498" y="941"/>
                  </a:moveTo>
                  <a:cubicBezTo>
                    <a:pt x="2776" y="941"/>
                    <a:pt x="3007" y="1166"/>
                    <a:pt x="3008" y="1450"/>
                  </a:cubicBezTo>
                  <a:lnTo>
                    <a:pt x="3008" y="3076"/>
                  </a:lnTo>
                  <a:cubicBezTo>
                    <a:pt x="3007" y="3359"/>
                    <a:pt x="2776" y="3585"/>
                    <a:pt x="2498" y="3585"/>
                  </a:cubicBezTo>
                  <a:cubicBezTo>
                    <a:pt x="2483" y="3585"/>
                    <a:pt x="2467" y="3584"/>
                    <a:pt x="2451" y="3583"/>
                  </a:cubicBezTo>
                  <a:cubicBezTo>
                    <a:pt x="2187" y="3560"/>
                    <a:pt x="1989" y="3327"/>
                    <a:pt x="1989" y="3061"/>
                  </a:cubicBezTo>
                  <a:lnTo>
                    <a:pt x="1989" y="1468"/>
                  </a:lnTo>
                  <a:cubicBezTo>
                    <a:pt x="1989" y="1200"/>
                    <a:pt x="2187" y="967"/>
                    <a:pt x="2451" y="943"/>
                  </a:cubicBezTo>
                  <a:cubicBezTo>
                    <a:pt x="2467" y="942"/>
                    <a:pt x="2483" y="941"/>
                    <a:pt x="2498" y="941"/>
                  </a:cubicBezTo>
                  <a:close/>
                  <a:moveTo>
                    <a:pt x="4129" y="1"/>
                  </a:moveTo>
                  <a:cubicBezTo>
                    <a:pt x="3752" y="1"/>
                    <a:pt x="3379" y="189"/>
                    <a:pt x="3167" y="548"/>
                  </a:cubicBezTo>
                  <a:cubicBezTo>
                    <a:pt x="2973" y="404"/>
                    <a:pt x="2738" y="327"/>
                    <a:pt x="2497" y="327"/>
                  </a:cubicBezTo>
                  <a:cubicBezTo>
                    <a:pt x="2481" y="327"/>
                    <a:pt x="2464" y="327"/>
                    <a:pt x="2448" y="328"/>
                  </a:cubicBezTo>
                  <a:cubicBezTo>
                    <a:pt x="1845" y="355"/>
                    <a:pt x="1379" y="870"/>
                    <a:pt x="1379" y="1474"/>
                  </a:cubicBezTo>
                  <a:lnTo>
                    <a:pt x="1379" y="3195"/>
                  </a:lnTo>
                  <a:cubicBezTo>
                    <a:pt x="1374" y="3291"/>
                    <a:pt x="1332" y="3380"/>
                    <a:pt x="1261" y="3443"/>
                  </a:cubicBezTo>
                  <a:cubicBezTo>
                    <a:pt x="1135" y="3543"/>
                    <a:pt x="999" y="3590"/>
                    <a:pt x="870" y="3590"/>
                  </a:cubicBezTo>
                  <a:cubicBezTo>
                    <a:pt x="742" y="3590"/>
                    <a:pt x="620" y="3543"/>
                    <a:pt x="524" y="3455"/>
                  </a:cubicBezTo>
                  <a:cubicBezTo>
                    <a:pt x="491" y="3425"/>
                    <a:pt x="448" y="3408"/>
                    <a:pt x="404" y="3408"/>
                  </a:cubicBezTo>
                  <a:cubicBezTo>
                    <a:pt x="391" y="3408"/>
                    <a:pt x="378" y="3410"/>
                    <a:pt x="365" y="3412"/>
                  </a:cubicBezTo>
                  <a:cubicBezTo>
                    <a:pt x="35" y="3485"/>
                    <a:pt x="1" y="3827"/>
                    <a:pt x="198" y="3976"/>
                  </a:cubicBezTo>
                  <a:cubicBezTo>
                    <a:pt x="398" y="4126"/>
                    <a:pt x="634" y="4200"/>
                    <a:pt x="868" y="4200"/>
                  </a:cubicBezTo>
                  <a:cubicBezTo>
                    <a:pt x="1167" y="4200"/>
                    <a:pt x="1465" y="4080"/>
                    <a:pt x="1683" y="3846"/>
                  </a:cubicBezTo>
                  <a:cubicBezTo>
                    <a:pt x="1904" y="4082"/>
                    <a:pt x="2202" y="4200"/>
                    <a:pt x="2499" y="4200"/>
                  </a:cubicBezTo>
                  <a:cubicBezTo>
                    <a:pt x="2795" y="4200"/>
                    <a:pt x="3092" y="4082"/>
                    <a:pt x="3312" y="3846"/>
                  </a:cubicBezTo>
                  <a:cubicBezTo>
                    <a:pt x="3538" y="4087"/>
                    <a:pt x="3833" y="4200"/>
                    <a:pt x="4124" y="4200"/>
                  </a:cubicBezTo>
                  <a:cubicBezTo>
                    <a:pt x="4559" y="4200"/>
                    <a:pt x="4987" y="3948"/>
                    <a:pt x="5167" y="3490"/>
                  </a:cubicBezTo>
                  <a:cubicBezTo>
                    <a:pt x="5207" y="3502"/>
                    <a:pt x="5248" y="3511"/>
                    <a:pt x="5288" y="3519"/>
                  </a:cubicBezTo>
                  <a:lnTo>
                    <a:pt x="5288" y="4193"/>
                  </a:lnTo>
                  <a:cubicBezTo>
                    <a:pt x="5288" y="4348"/>
                    <a:pt x="5400" y="4488"/>
                    <a:pt x="5555" y="4507"/>
                  </a:cubicBezTo>
                  <a:cubicBezTo>
                    <a:pt x="5568" y="4509"/>
                    <a:pt x="5581" y="4510"/>
                    <a:pt x="5594" y="4510"/>
                  </a:cubicBezTo>
                  <a:cubicBezTo>
                    <a:pt x="5760" y="4510"/>
                    <a:pt x="5899" y="4374"/>
                    <a:pt x="5899" y="4203"/>
                  </a:cubicBezTo>
                  <a:lnTo>
                    <a:pt x="5899" y="3230"/>
                  </a:lnTo>
                  <a:cubicBezTo>
                    <a:pt x="5900" y="3061"/>
                    <a:pt x="5764" y="2922"/>
                    <a:pt x="5596" y="2919"/>
                  </a:cubicBezTo>
                  <a:cubicBezTo>
                    <a:pt x="5042" y="2919"/>
                    <a:pt x="4593" y="2472"/>
                    <a:pt x="4593" y="1919"/>
                  </a:cubicBezTo>
                  <a:cubicBezTo>
                    <a:pt x="4593" y="1908"/>
                    <a:pt x="4603" y="1898"/>
                    <a:pt x="4614" y="1898"/>
                  </a:cubicBezTo>
                  <a:lnTo>
                    <a:pt x="6569" y="1898"/>
                  </a:lnTo>
                  <a:cubicBezTo>
                    <a:pt x="6760" y="1898"/>
                    <a:pt x="6916" y="2054"/>
                    <a:pt x="6916" y="2247"/>
                  </a:cubicBezTo>
                  <a:lnTo>
                    <a:pt x="6916" y="4569"/>
                  </a:lnTo>
                  <a:cubicBezTo>
                    <a:pt x="6917" y="5116"/>
                    <a:pt x="6745" y="5652"/>
                    <a:pt x="6426" y="6097"/>
                  </a:cubicBezTo>
                  <a:lnTo>
                    <a:pt x="5722" y="7085"/>
                  </a:lnTo>
                  <a:cubicBezTo>
                    <a:pt x="5439" y="7482"/>
                    <a:pt x="5286" y="7958"/>
                    <a:pt x="5288" y="8447"/>
                  </a:cubicBezTo>
                  <a:lnTo>
                    <a:pt x="5288" y="10737"/>
                  </a:lnTo>
                  <a:cubicBezTo>
                    <a:pt x="5288" y="10894"/>
                    <a:pt x="5400" y="11033"/>
                    <a:pt x="5554" y="11052"/>
                  </a:cubicBezTo>
                  <a:cubicBezTo>
                    <a:pt x="5567" y="11054"/>
                    <a:pt x="5579" y="11055"/>
                    <a:pt x="5592" y="11055"/>
                  </a:cubicBezTo>
                  <a:cubicBezTo>
                    <a:pt x="5759" y="11055"/>
                    <a:pt x="5899" y="10920"/>
                    <a:pt x="5899" y="10748"/>
                  </a:cubicBezTo>
                  <a:lnTo>
                    <a:pt x="5899" y="8426"/>
                  </a:lnTo>
                  <a:cubicBezTo>
                    <a:pt x="5899" y="8087"/>
                    <a:pt x="6004" y="7757"/>
                    <a:pt x="6201" y="7482"/>
                  </a:cubicBezTo>
                  <a:lnTo>
                    <a:pt x="6961" y="6420"/>
                  </a:lnTo>
                  <a:cubicBezTo>
                    <a:pt x="7328" y="5903"/>
                    <a:pt x="7528" y="5286"/>
                    <a:pt x="7528" y="4651"/>
                  </a:cubicBezTo>
                  <a:lnTo>
                    <a:pt x="7528" y="2264"/>
                  </a:lnTo>
                  <a:cubicBezTo>
                    <a:pt x="7526" y="1853"/>
                    <a:pt x="7264" y="1489"/>
                    <a:pt x="6875" y="1358"/>
                  </a:cubicBezTo>
                  <a:lnTo>
                    <a:pt x="6875" y="1356"/>
                  </a:lnTo>
                  <a:lnTo>
                    <a:pt x="6875" y="1147"/>
                  </a:lnTo>
                  <a:cubicBezTo>
                    <a:pt x="6875" y="525"/>
                    <a:pt x="6381" y="4"/>
                    <a:pt x="5759" y="2"/>
                  </a:cubicBezTo>
                  <a:cubicBezTo>
                    <a:pt x="5757" y="2"/>
                    <a:pt x="5755" y="2"/>
                    <a:pt x="5754" y="2"/>
                  </a:cubicBezTo>
                  <a:cubicBezTo>
                    <a:pt x="5446" y="2"/>
                    <a:pt x="5152" y="130"/>
                    <a:pt x="4942" y="354"/>
                  </a:cubicBezTo>
                  <a:cubicBezTo>
                    <a:pt x="4718" y="116"/>
                    <a:pt x="4423" y="1"/>
                    <a:pt x="4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6"/>
            <p:cNvSpPr/>
            <p:nvPr/>
          </p:nvSpPr>
          <p:spPr>
            <a:xfrm>
              <a:off x="1821788" y="2567825"/>
              <a:ext cx="58075" cy="39675"/>
            </a:xfrm>
            <a:custGeom>
              <a:avLst/>
              <a:gdLst/>
              <a:ahLst/>
              <a:cxnLst/>
              <a:rect l="l" t="t" r="r" b="b"/>
              <a:pathLst>
                <a:path w="2323" h="1587" extrusionOk="0">
                  <a:moveTo>
                    <a:pt x="347" y="0"/>
                  </a:moveTo>
                  <a:cubicBezTo>
                    <a:pt x="243" y="0"/>
                    <a:pt x="142" y="53"/>
                    <a:pt x="85" y="148"/>
                  </a:cubicBezTo>
                  <a:cubicBezTo>
                    <a:pt x="1" y="290"/>
                    <a:pt x="44" y="475"/>
                    <a:pt x="185" y="564"/>
                  </a:cubicBezTo>
                  <a:lnTo>
                    <a:pt x="1818" y="1544"/>
                  </a:lnTo>
                  <a:cubicBezTo>
                    <a:pt x="1866" y="1573"/>
                    <a:pt x="1920" y="1586"/>
                    <a:pt x="1973" y="1586"/>
                  </a:cubicBezTo>
                  <a:cubicBezTo>
                    <a:pt x="2077" y="1586"/>
                    <a:pt x="2179" y="1534"/>
                    <a:pt x="2235" y="1438"/>
                  </a:cubicBezTo>
                  <a:cubicBezTo>
                    <a:pt x="2323" y="1294"/>
                    <a:pt x="2276" y="1106"/>
                    <a:pt x="2132" y="1019"/>
                  </a:cubicBezTo>
                  <a:lnTo>
                    <a:pt x="500" y="41"/>
                  </a:lnTo>
                  <a:cubicBezTo>
                    <a:pt x="451" y="13"/>
                    <a:pt x="399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6"/>
            <p:cNvSpPr/>
            <p:nvPr/>
          </p:nvSpPr>
          <p:spPr>
            <a:xfrm>
              <a:off x="1854588" y="2526900"/>
              <a:ext cx="33100" cy="31650"/>
            </a:xfrm>
            <a:custGeom>
              <a:avLst/>
              <a:gdLst/>
              <a:ahLst/>
              <a:cxnLst/>
              <a:rect l="l" t="t" r="r" b="b"/>
              <a:pathLst>
                <a:path w="1324" h="1266" extrusionOk="0">
                  <a:moveTo>
                    <a:pt x="336" y="1"/>
                  </a:moveTo>
                  <a:cubicBezTo>
                    <a:pt x="257" y="1"/>
                    <a:pt x="179" y="31"/>
                    <a:pt x="120" y="91"/>
                  </a:cubicBezTo>
                  <a:cubicBezTo>
                    <a:pt x="0" y="211"/>
                    <a:pt x="0" y="403"/>
                    <a:pt x="120" y="523"/>
                  </a:cubicBezTo>
                  <a:lnTo>
                    <a:pt x="773" y="1176"/>
                  </a:lnTo>
                  <a:cubicBezTo>
                    <a:pt x="832" y="1236"/>
                    <a:pt x="910" y="1266"/>
                    <a:pt x="988" y="1266"/>
                  </a:cubicBezTo>
                  <a:cubicBezTo>
                    <a:pt x="1066" y="1266"/>
                    <a:pt x="1144" y="1236"/>
                    <a:pt x="1204" y="1176"/>
                  </a:cubicBezTo>
                  <a:cubicBezTo>
                    <a:pt x="1323" y="1056"/>
                    <a:pt x="1323" y="863"/>
                    <a:pt x="1204" y="743"/>
                  </a:cubicBezTo>
                  <a:lnTo>
                    <a:pt x="551" y="91"/>
                  </a:lnTo>
                  <a:cubicBezTo>
                    <a:pt x="492" y="31"/>
                    <a:pt x="414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6"/>
            <p:cNvSpPr/>
            <p:nvPr/>
          </p:nvSpPr>
          <p:spPr>
            <a:xfrm>
              <a:off x="2123488" y="2567625"/>
              <a:ext cx="58425" cy="39850"/>
            </a:xfrm>
            <a:custGeom>
              <a:avLst/>
              <a:gdLst/>
              <a:ahLst/>
              <a:cxnLst/>
              <a:rect l="l" t="t" r="r" b="b"/>
              <a:pathLst>
                <a:path w="2337" h="1594" extrusionOk="0">
                  <a:moveTo>
                    <a:pt x="1987" y="1"/>
                  </a:moveTo>
                  <a:cubicBezTo>
                    <a:pt x="1931" y="1"/>
                    <a:pt x="1875" y="16"/>
                    <a:pt x="1824" y="49"/>
                  </a:cubicBezTo>
                  <a:lnTo>
                    <a:pt x="191" y="1027"/>
                  </a:lnTo>
                  <a:cubicBezTo>
                    <a:pt x="47" y="1114"/>
                    <a:pt x="0" y="1301"/>
                    <a:pt x="88" y="1446"/>
                  </a:cubicBezTo>
                  <a:cubicBezTo>
                    <a:pt x="144" y="1541"/>
                    <a:pt x="245" y="1594"/>
                    <a:pt x="349" y="1594"/>
                  </a:cubicBezTo>
                  <a:cubicBezTo>
                    <a:pt x="403" y="1594"/>
                    <a:pt x="457" y="1580"/>
                    <a:pt x="507" y="1550"/>
                  </a:cubicBezTo>
                  <a:lnTo>
                    <a:pt x="2138" y="572"/>
                  </a:lnTo>
                  <a:cubicBezTo>
                    <a:pt x="2287" y="486"/>
                    <a:pt x="2337" y="297"/>
                    <a:pt x="2248" y="149"/>
                  </a:cubicBezTo>
                  <a:cubicBezTo>
                    <a:pt x="2191" y="54"/>
                    <a:pt x="2091" y="1"/>
                    <a:pt x="1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6"/>
            <p:cNvSpPr/>
            <p:nvPr/>
          </p:nvSpPr>
          <p:spPr>
            <a:xfrm>
              <a:off x="2113838" y="2526900"/>
              <a:ext cx="34925" cy="31625"/>
            </a:xfrm>
            <a:custGeom>
              <a:avLst/>
              <a:gdLst/>
              <a:ahLst/>
              <a:cxnLst/>
              <a:rect l="l" t="t" r="r" b="b"/>
              <a:pathLst>
                <a:path w="1397" h="1265" extrusionOk="0">
                  <a:moveTo>
                    <a:pt x="1062" y="1"/>
                  </a:moveTo>
                  <a:cubicBezTo>
                    <a:pt x="984" y="1"/>
                    <a:pt x="906" y="31"/>
                    <a:pt x="846" y="91"/>
                  </a:cubicBezTo>
                  <a:lnTo>
                    <a:pt x="193" y="743"/>
                  </a:lnTo>
                  <a:cubicBezTo>
                    <a:pt x="1" y="936"/>
                    <a:pt x="137" y="1265"/>
                    <a:pt x="409" y="1265"/>
                  </a:cubicBezTo>
                  <a:cubicBezTo>
                    <a:pt x="490" y="1265"/>
                    <a:pt x="567" y="1232"/>
                    <a:pt x="624" y="1176"/>
                  </a:cubicBezTo>
                  <a:lnTo>
                    <a:pt x="1278" y="523"/>
                  </a:lnTo>
                  <a:cubicBezTo>
                    <a:pt x="1397" y="403"/>
                    <a:pt x="1397" y="211"/>
                    <a:pt x="1277" y="91"/>
                  </a:cubicBezTo>
                  <a:cubicBezTo>
                    <a:pt x="1218" y="31"/>
                    <a:pt x="1140" y="1"/>
                    <a:pt x="10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7" name="Google Shape;1487;p36"/>
          <p:cNvGrpSpPr/>
          <p:nvPr/>
        </p:nvGrpSpPr>
        <p:grpSpPr>
          <a:xfrm>
            <a:off x="2095164" y="1290381"/>
            <a:ext cx="526506" cy="456697"/>
            <a:chOff x="2095164" y="1290381"/>
            <a:chExt cx="526506" cy="456697"/>
          </a:xfrm>
        </p:grpSpPr>
        <p:sp>
          <p:nvSpPr>
            <p:cNvPr id="1488" name="Google Shape;1488;p36"/>
            <p:cNvSpPr/>
            <p:nvPr/>
          </p:nvSpPr>
          <p:spPr>
            <a:xfrm>
              <a:off x="2095164" y="1290381"/>
              <a:ext cx="337500" cy="3291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2432670" y="1562578"/>
              <a:ext cx="189000" cy="1845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0" name="Google Shape;1490;p36"/>
          <p:cNvGrpSpPr/>
          <p:nvPr/>
        </p:nvGrpSpPr>
        <p:grpSpPr>
          <a:xfrm flipH="1">
            <a:off x="5945706" y="1290381"/>
            <a:ext cx="526506" cy="456697"/>
            <a:chOff x="2095164" y="1290381"/>
            <a:chExt cx="526506" cy="456697"/>
          </a:xfrm>
        </p:grpSpPr>
        <p:sp>
          <p:nvSpPr>
            <p:cNvPr id="1491" name="Google Shape;1491;p36"/>
            <p:cNvSpPr/>
            <p:nvPr/>
          </p:nvSpPr>
          <p:spPr>
            <a:xfrm>
              <a:off x="2095164" y="1290381"/>
              <a:ext cx="337500" cy="3291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2432670" y="1562578"/>
              <a:ext cx="189000" cy="1845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7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498" name="Google Shape;1498;p37"/>
          <p:cNvGrpSpPr/>
          <p:nvPr/>
        </p:nvGrpSpPr>
        <p:grpSpPr>
          <a:xfrm>
            <a:off x="3274640" y="1458567"/>
            <a:ext cx="2594719" cy="1171292"/>
            <a:chOff x="3272931" y="1458567"/>
            <a:chExt cx="2594719" cy="1171292"/>
          </a:xfrm>
        </p:grpSpPr>
        <p:sp>
          <p:nvSpPr>
            <p:cNvPr id="1499" name="Google Shape;1499;p37"/>
            <p:cNvSpPr txBox="1"/>
            <p:nvPr/>
          </p:nvSpPr>
          <p:spPr>
            <a:xfrm>
              <a:off x="3272950" y="1790159"/>
              <a:ext cx="2594700" cy="83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Jupiter is the fourth-brightest object in the night sky. It was named after a Roman god 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500" name="Google Shape;1500;p37"/>
            <p:cNvSpPr txBox="1"/>
            <p:nvPr/>
          </p:nvSpPr>
          <p:spPr>
            <a:xfrm>
              <a:off x="3272931" y="1458567"/>
              <a:ext cx="25947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Hypothesis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1501" name="Google Shape;1501;p37"/>
          <p:cNvGrpSpPr/>
          <p:nvPr/>
        </p:nvGrpSpPr>
        <p:grpSpPr>
          <a:xfrm>
            <a:off x="1608612" y="3034235"/>
            <a:ext cx="640081" cy="658115"/>
            <a:chOff x="1690218" y="1609641"/>
            <a:chExt cx="526339" cy="577699"/>
          </a:xfrm>
        </p:grpSpPr>
        <p:sp>
          <p:nvSpPr>
            <p:cNvPr id="1502" name="Google Shape;1502;p37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4" name="Google Shape;1504;p37"/>
          <p:cNvGrpSpPr/>
          <p:nvPr/>
        </p:nvGrpSpPr>
        <p:grpSpPr>
          <a:xfrm flipH="1">
            <a:off x="4222125" y="3034235"/>
            <a:ext cx="640081" cy="658115"/>
            <a:chOff x="1690218" y="1609641"/>
            <a:chExt cx="526339" cy="577699"/>
          </a:xfrm>
        </p:grpSpPr>
        <p:sp>
          <p:nvSpPr>
            <p:cNvPr id="1505" name="Google Shape;1505;p37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7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7" name="Google Shape;1507;p37"/>
          <p:cNvGrpSpPr/>
          <p:nvPr/>
        </p:nvGrpSpPr>
        <p:grpSpPr>
          <a:xfrm>
            <a:off x="6835637" y="3034235"/>
            <a:ext cx="640081" cy="658115"/>
            <a:chOff x="1690218" y="1609641"/>
            <a:chExt cx="526339" cy="577699"/>
          </a:xfrm>
        </p:grpSpPr>
        <p:sp>
          <p:nvSpPr>
            <p:cNvPr id="1508" name="Google Shape;1508;p37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0" name="Google Shape;1510;p37"/>
          <p:cNvGrpSpPr/>
          <p:nvPr/>
        </p:nvGrpSpPr>
        <p:grpSpPr>
          <a:xfrm>
            <a:off x="998342" y="3709767"/>
            <a:ext cx="1920304" cy="880266"/>
            <a:chOff x="998342" y="3709767"/>
            <a:chExt cx="1920304" cy="880266"/>
          </a:xfrm>
        </p:grpSpPr>
        <p:sp>
          <p:nvSpPr>
            <p:cNvPr id="1511" name="Google Shape;1511;p37"/>
            <p:cNvSpPr txBox="1"/>
            <p:nvPr/>
          </p:nvSpPr>
          <p:spPr>
            <a:xfrm>
              <a:off x="998342" y="3709767"/>
              <a:ext cx="19203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Results 01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512" name="Google Shape;1512;p37"/>
            <p:cNvSpPr txBox="1"/>
            <p:nvPr/>
          </p:nvSpPr>
          <p:spPr>
            <a:xfrm>
              <a:off x="998346" y="4041333"/>
              <a:ext cx="1920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Despite being red, Mars is a cold place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513" name="Google Shape;1513;p37"/>
          <p:cNvGrpSpPr/>
          <p:nvPr/>
        </p:nvGrpSpPr>
        <p:grpSpPr>
          <a:xfrm>
            <a:off x="3611850" y="3709767"/>
            <a:ext cx="1920300" cy="880266"/>
            <a:chOff x="3587982" y="3709767"/>
            <a:chExt cx="1920300" cy="880266"/>
          </a:xfrm>
        </p:grpSpPr>
        <p:sp>
          <p:nvSpPr>
            <p:cNvPr id="1514" name="Google Shape;1514;p37"/>
            <p:cNvSpPr txBox="1"/>
            <p:nvPr/>
          </p:nvSpPr>
          <p:spPr>
            <a:xfrm>
              <a:off x="3587982" y="3709767"/>
              <a:ext cx="19203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Results 02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515" name="Google Shape;1515;p37"/>
            <p:cNvSpPr txBox="1"/>
            <p:nvPr/>
          </p:nvSpPr>
          <p:spPr>
            <a:xfrm>
              <a:off x="3587982" y="4041333"/>
              <a:ext cx="1920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Jupiter is the biggest planet of them all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516" name="Google Shape;1516;p37"/>
          <p:cNvGrpSpPr/>
          <p:nvPr/>
        </p:nvGrpSpPr>
        <p:grpSpPr>
          <a:xfrm>
            <a:off x="6225354" y="3709767"/>
            <a:ext cx="1920304" cy="880266"/>
            <a:chOff x="6225354" y="3709767"/>
            <a:chExt cx="1920304" cy="880266"/>
          </a:xfrm>
        </p:grpSpPr>
        <p:sp>
          <p:nvSpPr>
            <p:cNvPr id="1517" name="Google Shape;1517;p37"/>
            <p:cNvSpPr txBox="1"/>
            <p:nvPr/>
          </p:nvSpPr>
          <p:spPr>
            <a:xfrm>
              <a:off x="6225354" y="3709767"/>
              <a:ext cx="19203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Results 03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518" name="Google Shape;1518;p37"/>
            <p:cNvSpPr txBox="1"/>
            <p:nvPr/>
          </p:nvSpPr>
          <p:spPr>
            <a:xfrm>
              <a:off x="6225358" y="4041333"/>
              <a:ext cx="1920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Earth is the third planet from the Sun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cxnSp>
        <p:nvCxnSpPr>
          <p:cNvPr id="1519" name="Google Shape;1519;p37"/>
          <p:cNvCxnSpPr>
            <a:stCxn id="1506" idx="3"/>
            <a:endCxn id="1499" idx="2"/>
          </p:cNvCxnSpPr>
          <p:nvPr/>
        </p:nvCxnSpPr>
        <p:spPr>
          <a:xfrm rot="-5400000">
            <a:off x="4350746" y="2845188"/>
            <a:ext cx="436800" cy="60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20" name="Google Shape;1520;p37"/>
          <p:cNvCxnSpPr>
            <a:stCxn id="1499" idx="2"/>
            <a:endCxn id="1503" idx="3"/>
          </p:cNvCxnSpPr>
          <p:nvPr/>
        </p:nvCxnSpPr>
        <p:spPr>
          <a:xfrm rot="5400000">
            <a:off x="3019960" y="1514609"/>
            <a:ext cx="436800" cy="26673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21" name="Google Shape;1521;p37"/>
          <p:cNvCxnSpPr>
            <a:stCxn id="1499" idx="2"/>
            <a:endCxn id="1509" idx="3"/>
          </p:cNvCxnSpPr>
          <p:nvPr/>
        </p:nvCxnSpPr>
        <p:spPr>
          <a:xfrm rot="-5400000" flipH="1">
            <a:off x="5633410" y="1568459"/>
            <a:ext cx="436800" cy="25596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522" name="Google Shape;1522;p37"/>
          <p:cNvGrpSpPr/>
          <p:nvPr/>
        </p:nvGrpSpPr>
        <p:grpSpPr>
          <a:xfrm>
            <a:off x="4425863" y="3159592"/>
            <a:ext cx="232606" cy="457205"/>
            <a:chOff x="4813788" y="3168675"/>
            <a:chExt cx="261150" cy="521150"/>
          </a:xfrm>
        </p:grpSpPr>
        <p:sp>
          <p:nvSpPr>
            <p:cNvPr id="1523" name="Google Shape;1523;p37"/>
            <p:cNvSpPr/>
            <p:nvPr/>
          </p:nvSpPr>
          <p:spPr>
            <a:xfrm>
              <a:off x="4813788" y="3495375"/>
              <a:ext cx="261150" cy="194450"/>
            </a:xfrm>
            <a:custGeom>
              <a:avLst/>
              <a:gdLst/>
              <a:ahLst/>
              <a:cxnLst/>
              <a:rect l="l" t="t" r="r" b="b"/>
              <a:pathLst>
                <a:path w="10446" h="7778" extrusionOk="0">
                  <a:moveTo>
                    <a:pt x="8795" y="5171"/>
                  </a:moveTo>
                  <a:cubicBezTo>
                    <a:pt x="8988" y="5171"/>
                    <a:pt x="9143" y="5326"/>
                    <a:pt x="9143" y="5519"/>
                  </a:cubicBezTo>
                  <a:lnTo>
                    <a:pt x="9143" y="7166"/>
                  </a:lnTo>
                  <a:lnTo>
                    <a:pt x="1286" y="7166"/>
                  </a:lnTo>
                  <a:lnTo>
                    <a:pt x="1286" y="5519"/>
                  </a:lnTo>
                  <a:cubicBezTo>
                    <a:pt x="1286" y="5326"/>
                    <a:pt x="1441" y="5171"/>
                    <a:pt x="1633" y="5171"/>
                  </a:cubicBezTo>
                  <a:close/>
                  <a:moveTo>
                    <a:pt x="8171" y="0"/>
                  </a:moveTo>
                  <a:cubicBezTo>
                    <a:pt x="8003" y="0"/>
                    <a:pt x="7867" y="136"/>
                    <a:pt x="7882" y="305"/>
                  </a:cubicBezTo>
                  <a:lnTo>
                    <a:pt x="7882" y="4601"/>
                  </a:lnTo>
                  <a:lnTo>
                    <a:pt x="2588" y="4601"/>
                  </a:lnTo>
                  <a:lnTo>
                    <a:pt x="2588" y="2308"/>
                  </a:lnTo>
                  <a:cubicBezTo>
                    <a:pt x="2588" y="2151"/>
                    <a:pt x="2476" y="2012"/>
                    <a:pt x="2321" y="1994"/>
                  </a:cubicBezTo>
                  <a:cubicBezTo>
                    <a:pt x="2307" y="1992"/>
                    <a:pt x="2293" y="1991"/>
                    <a:pt x="2280" y="1991"/>
                  </a:cubicBezTo>
                  <a:cubicBezTo>
                    <a:pt x="2114" y="1991"/>
                    <a:pt x="1976" y="2126"/>
                    <a:pt x="1977" y="2297"/>
                  </a:cubicBezTo>
                  <a:lnTo>
                    <a:pt x="1977" y="4562"/>
                  </a:lnTo>
                  <a:lnTo>
                    <a:pt x="1633" y="4562"/>
                  </a:lnTo>
                  <a:cubicBezTo>
                    <a:pt x="1103" y="4562"/>
                    <a:pt x="676" y="4991"/>
                    <a:pt x="676" y="5519"/>
                  </a:cubicBezTo>
                  <a:lnTo>
                    <a:pt x="676" y="7167"/>
                  </a:lnTo>
                  <a:lnTo>
                    <a:pt x="339" y="7167"/>
                  </a:lnTo>
                  <a:cubicBezTo>
                    <a:pt x="183" y="7167"/>
                    <a:pt x="42" y="7279"/>
                    <a:pt x="25" y="7435"/>
                  </a:cubicBezTo>
                  <a:cubicBezTo>
                    <a:pt x="0" y="7618"/>
                    <a:pt x="144" y="7778"/>
                    <a:pt x="327" y="7778"/>
                  </a:cubicBezTo>
                  <a:lnTo>
                    <a:pt x="10107" y="7778"/>
                  </a:lnTo>
                  <a:cubicBezTo>
                    <a:pt x="10264" y="7778"/>
                    <a:pt x="10403" y="7666"/>
                    <a:pt x="10422" y="7511"/>
                  </a:cubicBezTo>
                  <a:cubicBezTo>
                    <a:pt x="10445" y="7328"/>
                    <a:pt x="10303" y="7167"/>
                    <a:pt x="10118" y="7167"/>
                  </a:cubicBezTo>
                  <a:lnTo>
                    <a:pt x="10118" y="7166"/>
                  </a:lnTo>
                  <a:lnTo>
                    <a:pt x="9794" y="7166"/>
                  </a:lnTo>
                  <a:lnTo>
                    <a:pt x="9794" y="5519"/>
                  </a:lnTo>
                  <a:cubicBezTo>
                    <a:pt x="9794" y="4989"/>
                    <a:pt x="9365" y="4560"/>
                    <a:pt x="8835" y="4560"/>
                  </a:cubicBezTo>
                  <a:lnTo>
                    <a:pt x="8492" y="4560"/>
                  </a:lnTo>
                  <a:lnTo>
                    <a:pt x="8492" y="305"/>
                  </a:lnTo>
                  <a:cubicBezTo>
                    <a:pt x="8478" y="136"/>
                    <a:pt x="8340" y="0"/>
                    <a:pt x="8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>
              <a:off x="4838563" y="3168675"/>
              <a:ext cx="212225" cy="187300"/>
            </a:xfrm>
            <a:custGeom>
              <a:avLst/>
              <a:gdLst/>
              <a:ahLst/>
              <a:cxnLst/>
              <a:rect l="l" t="t" r="r" b="b"/>
              <a:pathLst>
                <a:path w="8489" h="7492" extrusionOk="0">
                  <a:moveTo>
                    <a:pt x="4894" y="611"/>
                  </a:moveTo>
                  <a:cubicBezTo>
                    <a:pt x="5326" y="611"/>
                    <a:pt x="5708" y="891"/>
                    <a:pt x="5841" y="1304"/>
                  </a:cubicBezTo>
                  <a:lnTo>
                    <a:pt x="2643" y="1304"/>
                  </a:lnTo>
                  <a:cubicBezTo>
                    <a:pt x="2776" y="891"/>
                    <a:pt x="3160" y="611"/>
                    <a:pt x="3592" y="611"/>
                  </a:cubicBezTo>
                  <a:close/>
                  <a:moveTo>
                    <a:pt x="6821" y="1914"/>
                  </a:moveTo>
                  <a:cubicBezTo>
                    <a:pt x="7373" y="1914"/>
                    <a:pt x="7838" y="2353"/>
                    <a:pt x="7840" y="2905"/>
                  </a:cubicBezTo>
                  <a:cubicBezTo>
                    <a:pt x="7843" y="3341"/>
                    <a:pt x="7561" y="3726"/>
                    <a:pt x="7148" y="3859"/>
                  </a:cubicBezTo>
                  <a:cubicBezTo>
                    <a:pt x="7132" y="3165"/>
                    <a:pt x="6565" y="2607"/>
                    <a:pt x="5869" y="2607"/>
                  </a:cubicBezTo>
                  <a:lnTo>
                    <a:pt x="2617" y="2607"/>
                  </a:lnTo>
                  <a:cubicBezTo>
                    <a:pt x="1921" y="2607"/>
                    <a:pt x="1354" y="3165"/>
                    <a:pt x="1338" y="3859"/>
                  </a:cubicBezTo>
                  <a:cubicBezTo>
                    <a:pt x="927" y="3728"/>
                    <a:pt x="646" y="3344"/>
                    <a:pt x="646" y="2912"/>
                  </a:cubicBezTo>
                  <a:lnTo>
                    <a:pt x="646" y="2910"/>
                  </a:lnTo>
                  <a:cubicBezTo>
                    <a:pt x="646" y="2360"/>
                    <a:pt x="1092" y="1914"/>
                    <a:pt x="1642" y="1914"/>
                  </a:cubicBezTo>
                  <a:close/>
                  <a:moveTo>
                    <a:pt x="5849" y="3257"/>
                  </a:moveTo>
                  <a:cubicBezTo>
                    <a:pt x="6222" y="3257"/>
                    <a:pt x="6523" y="3560"/>
                    <a:pt x="6523" y="3930"/>
                  </a:cubicBezTo>
                  <a:lnTo>
                    <a:pt x="6523" y="5883"/>
                  </a:lnTo>
                  <a:cubicBezTo>
                    <a:pt x="6523" y="6254"/>
                    <a:pt x="6222" y="6555"/>
                    <a:pt x="5851" y="6555"/>
                  </a:cubicBezTo>
                  <a:lnTo>
                    <a:pt x="2596" y="6555"/>
                  </a:lnTo>
                  <a:cubicBezTo>
                    <a:pt x="2224" y="6555"/>
                    <a:pt x="1922" y="6254"/>
                    <a:pt x="1922" y="5882"/>
                  </a:cubicBezTo>
                  <a:lnTo>
                    <a:pt x="1922" y="3930"/>
                  </a:lnTo>
                  <a:cubicBezTo>
                    <a:pt x="1922" y="3560"/>
                    <a:pt x="2224" y="3257"/>
                    <a:pt x="2596" y="3257"/>
                  </a:cubicBezTo>
                  <a:close/>
                  <a:moveTo>
                    <a:pt x="964" y="5213"/>
                  </a:moveTo>
                  <a:cubicBezTo>
                    <a:pt x="965" y="5213"/>
                    <a:pt x="966" y="5213"/>
                    <a:pt x="967" y="5213"/>
                  </a:cubicBezTo>
                  <a:lnTo>
                    <a:pt x="1312" y="5213"/>
                  </a:lnTo>
                  <a:lnTo>
                    <a:pt x="1312" y="6528"/>
                  </a:lnTo>
                  <a:cubicBezTo>
                    <a:pt x="1312" y="6701"/>
                    <a:pt x="1189" y="6858"/>
                    <a:pt x="1017" y="6882"/>
                  </a:cubicBezTo>
                  <a:cubicBezTo>
                    <a:pt x="1000" y="6885"/>
                    <a:pt x="983" y="6886"/>
                    <a:pt x="966" y="6886"/>
                  </a:cubicBezTo>
                  <a:cubicBezTo>
                    <a:pt x="777" y="6886"/>
                    <a:pt x="619" y="6734"/>
                    <a:pt x="619" y="6539"/>
                  </a:cubicBezTo>
                  <a:lnTo>
                    <a:pt x="619" y="5560"/>
                  </a:lnTo>
                  <a:cubicBezTo>
                    <a:pt x="619" y="5368"/>
                    <a:pt x="774" y="5213"/>
                    <a:pt x="964" y="5213"/>
                  </a:cubicBezTo>
                  <a:close/>
                  <a:moveTo>
                    <a:pt x="7522" y="5213"/>
                  </a:moveTo>
                  <a:cubicBezTo>
                    <a:pt x="7712" y="5213"/>
                    <a:pt x="7865" y="5368"/>
                    <a:pt x="7867" y="5560"/>
                  </a:cubicBezTo>
                  <a:lnTo>
                    <a:pt x="7867" y="6528"/>
                  </a:lnTo>
                  <a:cubicBezTo>
                    <a:pt x="7867" y="6701"/>
                    <a:pt x="7744" y="6858"/>
                    <a:pt x="7572" y="6882"/>
                  </a:cubicBezTo>
                  <a:cubicBezTo>
                    <a:pt x="7555" y="6885"/>
                    <a:pt x="7538" y="6886"/>
                    <a:pt x="7521" y="6886"/>
                  </a:cubicBezTo>
                  <a:cubicBezTo>
                    <a:pt x="7332" y="6886"/>
                    <a:pt x="7174" y="6734"/>
                    <a:pt x="7174" y="6539"/>
                  </a:cubicBezTo>
                  <a:lnTo>
                    <a:pt x="7174" y="5213"/>
                  </a:lnTo>
                  <a:lnTo>
                    <a:pt x="7519" y="5213"/>
                  </a:lnTo>
                  <a:cubicBezTo>
                    <a:pt x="7520" y="5213"/>
                    <a:pt x="7521" y="5213"/>
                    <a:pt x="7522" y="5213"/>
                  </a:cubicBezTo>
                  <a:close/>
                  <a:moveTo>
                    <a:pt x="3573" y="0"/>
                  </a:moveTo>
                  <a:cubicBezTo>
                    <a:pt x="2802" y="0"/>
                    <a:pt x="2139" y="548"/>
                    <a:pt x="1994" y="1304"/>
                  </a:cubicBezTo>
                  <a:lnTo>
                    <a:pt x="1649" y="1304"/>
                  </a:lnTo>
                  <a:cubicBezTo>
                    <a:pt x="765" y="1304"/>
                    <a:pt x="21" y="2005"/>
                    <a:pt x="10" y="2889"/>
                  </a:cubicBezTo>
                  <a:cubicBezTo>
                    <a:pt x="0" y="3667"/>
                    <a:pt x="549" y="4340"/>
                    <a:pt x="1312" y="4488"/>
                  </a:cubicBezTo>
                  <a:lnTo>
                    <a:pt x="1312" y="4601"/>
                  </a:lnTo>
                  <a:lnTo>
                    <a:pt x="969" y="4601"/>
                  </a:lnTo>
                  <a:cubicBezTo>
                    <a:pt x="439" y="4601"/>
                    <a:pt x="10" y="5030"/>
                    <a:pt x="10" y="5558"/>
                  </a:cubicBezTo>
                  <a:lnTo>
                    <a:pt x="10" y="6534"/>
                  </a:lnTo>
                  <a:cubicBezTo>
                    <a:pt x="10" y="7062"/>
                    <a:pt x="437" y="7490"/>
                    <a:pt x="965" y="7491"/>
                  </a:cubicBezTo>
                  <a:cubicBezTo>
                    <a:pt x="1344" y="7491"/>
                    <a:pt x="1688" y="7266"/>
                    <a:pt x="1840" y="6920"/>
                  </a:cubicBezTo>
                  <a:cubicBezTo>
                    <a:pt x="2060" y="7080"/>
                    <a:pt x="2324" y="7166"/>
                    <a:pt x="2594" y="7166"/>
                  </a:cubicBezTo>
                  <a:lnTo>
                    <a:pt x="5895" y="7166"/>
                  </a:lnTo>
                  <a:cubicBezTo>
                    <a:pt x="6165" y="7166"/>
                    <a:pt x="6429" y="7080"/>
                    <a:pt x="6648" y="6920"/>
                  </a:cubicBezTo>
                  <a:cubicBezTo>
                    <a:pt x="6800" y="7268"/>
                    <a:pt x="7145" y="7492"/>
                    <a:pt x="7523" y="7492"/>
                  </a:cubicBezTo>
                  <a:cubicBezTo>
                    <a:pt x="7533" y="7492"/>
                    <a:pt x="7544" y="7492"/>
                    <a:pt x="7555" y="7491"/>
                  </a:cubicBezTo>
                  <a:cubicBezTo>
                    <a:pt x="8074" y="7474"/>
                    <a:pt x="8479" y="7030"/>
                    <a:pt x="8479" y="6510"/>
                  </a:cubicBezTo>
                  <a:lnTo>
                    <a:pt x="8479" y="5558"/>
                  </a:lnTo>
                  <a:cubicBezTo>
                    <a:pt x="8479" y="5030"/>
                    <a:pt x="8050" y="4601"/>
                    <a:pt x="7521" y="4601"/>
                  </a:cubicBezTo>
                  <a:lnTo>
                    <a:pt x="7177" y="4601"/>
                  </a:lnTo>
                  <a:lnTo>
                    <a:pt x="7177" y="4488"/>
                  </a:lnTo>
                  <a:cubicBezTo>
                    <a:pt x="7940" y="4340"/>
                    <a:pt x="8489" y="3667"/>
                    <a:pt x="8479" y="2889"/>
                  </a:cubicBezTo>
                  <a:cubicBezTo>
                    <a:pt x="8468" y="2005"/>
                    <a:pt x="7725" y="1304"/>
                    <a:pt x="6840" y="1304"/>
                  </a:cubicBezTo>
                  <a:lnTo>
                    <a:pt x="6495" y="1304"/>
                  </a:lnTo>
                  <a:cubicBezTo>
                    <a:pt x="6348" y="548"/>
                    <a:pt x="5687" y="0"/>
                    <a:pt x="4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>
              <a:off x="4838788" y="3364925"/>
              <a:ext cx="80425" cy="162050"/>
            </a:xfrm>
            <a:custGeom>
              <a:avLst/>
              <a:gdLst/>
              <a:ahLst/>
              <a:cxnLst/>
              <a:rect l="l" t="t" r="r" b="b"/>
              <a:pathLst>
                <a:path w="3217" h="6482" extrusionOk="0">
                  <a:moveTo>
                    <a:pt x="1610" y="0"/>
                  </a:moveTo>
                  <a:cubicBezTo>
                    <a:pt x="1443" y="0"/>
                    <a:pt x="1303" y="135"/>
                    <a:pt x="1303" y="307"/>
                  </a:cubicBezTo>
                  <a:lnTo>
                    <a:pt x="1303" y="4222"/>
                  </a:lnTo>
                  <a:cubicBezTo>
                    <a:pt x="1303" y="4391"/>
                    <a:pt x="1441" y="4528"/>
                    <a:pt x="1609" y="4528"/>
                  </a:cubicBezTo>
                  <a:lnTo>
                    <a:pt x="2258" y="4528"/>
                  </a:lnTo>
                  <a:cubicBezTo>
                    <a:pt x="2451" y="4528"/>
                    <a:pt x="2607" y="4684"/>
                    <a:pt x="2607" y="4875"/>
                  </a:cubicBezTo>
                  <a:lnTo>
                    <a:pt x="2607" y="5524"/>
                  </a:lnTo>
                  <a:cubicBezTo>
                    <a:pt x="2607" y="5715"/>
                    <a:pt x="2451" y="5873"/>
                    <a:pt x="2258" y="5873"/>
                  </a:cubicBezTo>
                  <a:lnTo>
                    <a:pt x="780" y="5873"/>
                  </a:lnTo>
                  <a:cubicBezTo>
                    <a:pt x="686" y="5873"/>
                    <a:pt x="611" y="5796"/>
                    <a:pt x="611" y="5704"/>
                  </a:cubicBezTo>
                  <a:lnTo>
                    <a:pt x="611" y="513"/>
                  </a:lnTo>
                  <a:cubicBezTo>
                    <a:pt x="611" y="492"/>
                    <a:pt x="603" y="472"/>
                    <a:pt x="590" y="458"/>
                  </a:cubicBezTo>
                  <a:cubicBezTo>
                    <a:pt x="498" y="362"/>
                    <a:pt x="397" y="322"/>
                    <a:pt x="307" y="322"/>
                  </a:cubicBezTo>
                  <a:cubicBezTo>
                    <a:pt x="138" y="322"/>
                    <a:pt x="1" y="459"/>
                    <a:pt x="1" y="628"/>
                  </a:cubicBezTo>
                  <a:lnTo>
                    <a:pt x="1" y="6161"/>
                  </a:lnTo>
                  <a:cubicBezTo>
                    <a:pt x="1" y="6337"/>
                    <a:pt x="143" y="6481"/>
                    <a:pt x="320" y="6481"/>
                  </a:cubicBezTo>
                  <a:lnTo>
                    <a:pt x="2258" y="6481"/>
                  </a:lnTo>
                  <a:cubicBezTo>
                    <a:pt x="2788" y="6481"/>
                    <a:pt x="3217" y="6052"/>
                    <a:pt x="3217" y="5523"/>
                  </a:cubicBezTo>
                  <a:lnTo>
                    <a:pt x="3217" y="4873"/>
                  </a:lnTo>
                  <a:cubicBezTo>
                    <a:pt x="3217" y="4346"/>
                    <a:pt x="2788" y="3916"/>
                    <a:pt x="2258" y="3916"/>
                  </a:cubicBezTo>
                  <a:lnTo>
                    <a:pt x="1915" y="3916"/>
                  </a:lnTo>
                  <a:lnTo>
                    <a:pt x="1915" y="318"/>
                  </a:lnTo>
                  <a:cubicBezTo>
                    <a:pt x="1915" y="161"/>
                    <a:pt x="1802" y="22"/>
                    <a:pt x="1648" y="2"/>
                  </a:cubicBezTo>
                  <a:cubicBezTo>
                    <a:pt x="1635" y="1"/>
                    <a:pt x="1622" y="0"/>
                    <a:pt x="1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>
              <a:off x="4970088" y="3364900"/>
              <a:ext cx="80425" cy="113200"/>
            </a:xfrm>
            <a:custGeom>
              <a:avLst/>
              <a:gdLst/>
              <a:ahLst/>
              <a:cxnLst/>
              <a:rect l="l" t="t" r="r" b="b"/>
              <a:pathLst>
                <a:path w="3217" h="4528" extrusionOk="0">
                  <a:moveTo>
                    <a:pt x="2912" y="1"/>
                  </a:moveTo>
                  <a:cubicBezTo>
                    <a:pt x="2743" y="1"/>
                    <a:pt x="2606" y="138"/>
                    <a:pt x="2606" y="306"/>
                  </a:cubicBezTo>
                  <a:lnTo>
                    <a:pt x="2606" y="3244"/>
                  </a:lnTo>
                  <a:cubicBezTo>
                    <a:pt x="2606" y="3616"/>
                    <a:pt x="2305" y="3917"/>
                    <a:pt x="1932" y="3917"/>
                  </a:cubicBezTo>
                  <a:lnTo>
                    <a:pt x="958" y="3917"/>
                  </a:lnTo>
                  <a:cubicBezTo>
                    <a:pt x="766" y="3917"/>
                    <a:pt x="611" y="3762"/>
                    <a:pt x="611" y="3569"/>
                  </a:cubicBezTo>
                  <a:lnTo>
                    <a:pt x="611" y="2920"/>
                  </a:lnTo>
                  <a:cubicBezTo>
                    <a:pt x="611" y="2729"/>
                    <a:pt x="766" y="2573"/>
                    <a:pt x="958" y="2573"/>
                  </a:cubicBezTo>
                  <a:lnTo>
                    <a:pt x="1609" y="2573"/>
                  </a:lnTo>
                  <a:cubicBezTo>
                    <a:pt x="1777" y="2573"/>
                    <a:pt x="1913" y="2437"/>
                    <a:pt x="1913" y="2269"/>
                  </a:cubicBezTo>
                  <a:lnTo>
                    <a:pt x="1913" y="322"/>
                  </a:lnTo>
                  <a:cubicBezTo>
                    <a:pt x="1913" y="165"/>
                    <a:pt x="1801" y="26"/>
                    <a:pt x="1646" y="7"/>
                  </a:cubicBezTo>
                  <a:cubicBezTo>
                    <a:pt x="1633" y="5"/>
                    <a:pt x="1620" y="4"/>
                    <a:pt x="1608" y="4"/>
                  </a:cubicBezTo>
                  <a:cubicBezTo>
                    <a:pt x="1442" y="4"/>
                    <a:pt x="1302" y="140"/>
                    <a:pt x="1302" y="311"/>
                  </a:cubicBezTo>
                  <a:lnTo>
                    <a:pt x="1302" y="1963"/>
                  </a:lnTo>
                  <a:lnTo>
                    <a:pt x="958" y="1963"/>
                  </a:lnTo>
                  <a:cubicBezTo>
                    <a:pt x="430" y="1963"/>
                    <a:pt x="1" y="2392"/>
                    <a:pt x="1" y="2922"/>
                  </a:cubicBezTo>
                  <a:lnTo>
                    <a:pt x="1" y="3571"/>
                  </a:lnTo>
                  <a:cubicBezTo>
                    <a:pt x="1" y="4099"/>
                    <a:pt x="430" y="4528"/>
                    <a:pt x="958" y="4528"/>
                  </a:cubicBezTo>
                  <a:lnTo>
                    <a:pt x="2896" y="4528"/>
                  </a:lnTo>
                  <a:cubicBezTo>
                    <a:pt x="3072" y="4528"/>
                    <a:pt x="3217" y="4385"/>
                    <a:pt x="3217" y="4209"/>
                  </a:cubicBezTo>
                  <a:lnTo>
                    <a:pt x="3217" y="191"/>
                  </a:lnTo>
                  <a:cubicBezTo>
                    <a:pt x="3217" y="170"/>
                    <a:pt x="3208" y="151"/>
                    <a:pt x="3196" y="136"/>
                  </a:cubicBezTo>
                  <a:cubicBezTo>
                    <a:pt x="3103" y="41"/>
                    <a:pt x="3003" y="1"/>
                    <a:pt x="2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>
              <a:off x="4928313" y="3291825"/>
              <a:ext cx="32650" cy="15325"/>
            </a:xfrm>
            <a:custGeom>
              <a:avLst/>
              <a:gdLst/>
              <a:ahLst/>
              <a:cxnLst/>
              <a:rect l="l" t="t" r="r" b="b"/>
              <a:pathLst>
                <a:path w="1306" h="613" extrusionOk="0">
                  <a:moveTo>
                    <a:pt x="339" y="0"/>
                  </a:moveTo>
                  <a:cubicBezTo>
                    <a:pt x="182" y="0"/>
                    <a:pt x="42" y="112"/>
                    <a:pt x="23" y="268"/>
                  </a:cubicBezTo>
                  <a:cubicBezTo>
                    <a:pt x="0" y="451"/>
                    <a:pt x="143" y="612"/>
                    <a:pt x="327" y="612"/>
                  </a:cubicBezTo>
                  <a:lnTo>
                    <a:pt x="969" y="612"/>
                  </a:lnTo>
                  <a:cubicBezTo>
                    <a:pt x="1124" y="612"/>
                    <a:pt x="1263" y="499"/>
                    <a:pt x="1283" y="345"/>
                  </a:cubicBezTo>
                  <a:cubicBezTo>
                    <a:pt x="1306" y="162"/>
                    <a:pt x="1163" y="0"/>
                    <a:pt x="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>
              <a:off x="4903813" y="3267400"/>
              <a:ext cx="24925" cy="15300"/>
            </a:xfrm>
            <a:custGeom>
              <a:avLst/>
              <a:gdLst/>
              <a:ahLst/>
              <a:cxnLst/>
              <a:rect l="l" t="t" r="r" b="b"/>
              <a:pathLst>
                <a:path w="997" h="612" extrusionOk="0">
                  <a:moveTo>
                    <a:pt x="339" y="1"/>
                  </a:moveTo>
                  <a:cubicBezTo>
                    <a:pt x="184" y="1"/>
                    <a:pt x="43" y="113"/>
                    <a:pt x="25" y="268"/>
                  </a:cubicBezTo>
                  <a:cubicBezTo>
                    <a:pt x="1" y="451"/>
                    <a:pt x="143" y="611"/>
                    <a:pt x="328" y="611"/>
                  </a:cubicBezTo>
                  <a:lnTo>
                    <a:pt x="645" y="611"/>
                  </a:lnTo>
                  <a:cubicBezTo>
                    <a:pt x="789" y="611"/>
                    <a:pt x="922" y="516"/>
                    <a:pt x="953" y="375"/>
                  </a:cubicBezTo>
                  <a:cubicBezTo>
                    <a:pt x="997" y="182"/>
                    <a:pt x="851" y="1"/>
                    <a:pt x="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>
              <a:off x="4960938" y="3267400"/>
              <a:ext cx="24525" cy="15300"/>
            </a:xfrm>
            <a:custGeom>
              <a:avLst/>
              <a:gdLst/>
              <a:ahLst/>
              <a:cxnLst/>
              <a:rect l="l" t="t" r="r" b="b"/>
              <a:pathLst>
                <a:path w="981" h="612" extrusionOk="0">
                  <a:moveTo>
                    <a:pt x="339" y="1"/>
                  </a:moveTo>
                  <a:cubicBezTo>
                    <a:pt x="182" y="1"/>
                    <a:pt x="43" y="113"/>
                    <a:pt x="23" y="268"/>
                  </a:cubicBezTo>
                  <a:cubicBezTo>
                    <a:pt x="1" y="451"/>
                    <a:pt x="143" y="611"/>
                    <a:pt x="328" y="611"/>
                  </a:cubicBezTo>
                  <a:lnTo>
                    <a:pt x="642" y="611"/>
                  </a:lnTo>
                  <a:cubicBezTo>
                    <a:pt x="799" y="611"/>
                    <a:pt x="938" y="500"/>
                    <a:pt x="958" y="344"/>
                  </a:cubicBezTo>
                  <a:cubicBezTo>
                    <a:pt x="980" y="161"/>
                    <a:pt x="838" y="1"/>
                    <a:pt x="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0" name="Google Shape;1530;p37"/>
          <p:cNvGrpSpPr/>
          <p:nvPr/>
        </p:nvGrpSpPr>
        <p:grpSpPr>
          <a:xfrm>
            <a:off x="6925053" y="3171551"/>
            <a:ext cx="425106" cy="457205"/>
            <a:chOff x="6910888" y="3168675"/>
            <a:chExt cx="480400" cy="521150"/>
          </a:xfrm>
        </p:grpSpPr>
        <p:sp>
          <p:nvSpPr>
            <p:cNvPr id="1531" name="Google Shape;1531;p37"/>
            <p:cNvSpPr/>
            <p:nvPr/>
          </p:nvSpPr>
          <p:spPr>
            <a:xfrm>
              <a:off x="6910888" y="3290700"/>
              <a:ext cx="480400" cy="399125"/>
            </a:xfrm>
            <a:custGeom>
              <a:avLst/>
              <a:gdLst/>
              <a:ahLst/>
              <a:cxnLst/>
              <a:rect l="l" t="t" r="r" b="b"/>
              <a:pathLst>
                <a:path w="19216" h="15965" extrusionOk="0">
                  <a:moveTo>
                    <a:pt x="18491" y="8879"/>
                  </a:moveTo>
                  <a:lnTo>
                    <a:pt x="18137" y="10118"/>
                  </a:lnTo>
                  <a:cubicBezTo>
                    <a:pt x="18049" y="10420"/>
                    <a:pt x="17772" y="10629"/>
                    <a:pt x="17457" y="10629"/>
                  </a:cubicBezTo>
                  <a:lnTo>
                    <a:pt x="17011" y="10629"/>
                  </a:lnTo>
                  <a:lnTo>
                    <a:pt x="14477" y="9709"/>
                  </a:lnTo>
                  <a:lnTo>
                    <a:pt x="14241" y="8879"/>
                  </a:lnTo>
                  <a:close/>
                  <a:moveTo>
                    <a:pt x="13766" y="10106"/>
                  </a:moveTo>
                  <a:lnTo>
                    <a:pt x="16606" y="11139"/>
                  </a:lnTo>
                  <a:cubicBezTo>
                    <a:pt x="16618" y="11143"/>
                    <a:pt x="16629" y="11147"/>
                    <a:pt x="16628" y="11172"/>
                  </a:cubicBezTo>
                  <a:cubicBezTo>
                    <a:pt x="16624" y="11196"/>
                    <a:pt x="16613" y="11199"/>
                    <a:pt x="16602" y="11201"/>
                  </a:cubicBezTo>
                  <a:lnTo>
                    <a:pt x="15107" y="11473"/>
                  </a:lnTo>
                  <a:cubicBezTo>
                    <a:pt x="14866" y="11517"/>
                    <a:pt x="14622" y="11539"/>
                    <a:pt x="14379" y="11539"/>
                  </a:cubicBezTo>
                  <a:cubicBezTo>
                    <a:pt x="14011" y="11539"/>
                    <a:pt x="13643" y="11489"/>
                    <a:pt x="13285" y="11390"/>
                  </a:cubicBezTo>
                  <a:lnTo>
                    <a:pt x="13154" y="11353"/>
                  </a:lnTo>
                  <a:lnTo>
                    <a:pt x="13766" y="10106"/>
                  </a:lnTo>
                  <a:close/>
                  <a:moveTo>
                    <a:pt x="4089" y="13419"/>
                  </a:moveTo>
                  <a:cubicBezTo>
                    <a:pt x="4303" y="13504"/>
                    <a:pt x="4528" y="13559"/>
                    <a:pt x="4756" y="13585"/>
                  </a:cubicBezTo>
                  <a:lnTo>
                    <a:pt x="3242" y="15353"/>
                  </a:lnTo>
                  <a:lnTo>
                    <a:pt x="1315" y="15353"/>
                  </a:lnTo>
                  <a:lnTo>
                    <a:pt x="4089" y="13419"/>
                  </a:lnTo>
                  <a:close/>
                  <a:moveTo>
                    <a:pt x="8333" y="1"/>
                  </a:moveTo>
                  <a:cubicBezTo>
                    <a:pt x="7111" y="1"/>
                    <a:pt x="5958" y="753"/>
                    <a:pt x="5512" y="1974"/>
                  </a:cubicBezTo>
                  <a:lnTo>
                    <a:pt x="2568" y="10020"/>
                  </a:lnTo>
                  <a:cubicBezTo>
                    <a:pt x="2264" y="10837"/>
                    <a:pt x="2384" y="11753"/>
                    <a:pt x="2887" y="12464"/>
                  </a:cubicBezTo>
                  <a:cubicBezTo>
                    <a:pt x="3053" y="12702"/>
                    <a:pt x="3257" y="12913"/>
                    <a:pt x="3490" y="13086"/>
                  </a:cubicBezTo>
                  <a:lnTo>
                    <a:pt x="170" y="15408"/>
                  </a:lnTo>
                  <a:cubicBezTo>
                    <a:pt x="39" y="15500"/>
                    <a:pt x="0" y="15677"/>
                    <a:pt x="83" y="15814"/>
                  </a:cubicBezTo>
                  <a:cubicBezTo>
                    <a:pt x="139" y="15907"/>
                    <a:pt x="239" y="15963"/>
                    <a:pt x="346" y="15963"/>
                  </a:cubicBezTo>
                  <a:cubicBezTo>
                    <a:pt x="349" y="15963"/>
                    <a:pt x="352" y="15963"/>
                    <a:pt x="355" y="15963"/>
                  </a:cubicBezTo>
                  <a:lnTo>
                    <a:pt x="3381" y="15963"/>
                  </a:lnTo>
                  <a:cubicBezTo>
                    <a:pt x="3470" y="15963"/>
                    <a:pt x="3556" y="15924"/>
                    <a:pt x="3613" y="15858"/>
                  </a:cubicBezTo>
                  <a:lnTo>
                    <a:pt x="5546" y="13602"/>
                  </a:lnTo>
                  <a:lnTo>
                    <a:pt x="10453" y="13602"/>
                  </a:lnTo>
                  <a:cubicBezTo>
                    <a:pt x="10608" y="13602"/>
                    <a:pt x="10748" y="13491"/>
                    <a:pt x="10767" y="13335"/>
                  </a:cubicBezTo>
                  <a:cubicBezTo>
                    <a:pt x="10790" y="13152"/>
                    <a:pt x="10647" y="12992"/>
                    <a:pt x="10463" y="12992"/>
                  </a:cubicBezTo>
                  <a:lnTo>
                    <a:pt x="5101" y="12992"/>
                  </a:lnTo>
                  <a:cubicBezTo>
                    <a:pt x="4448" y="12992"/>
                    <a:pt x="3825" y="12697"/>
                    <a:pt x="3433" y="12177"/>
                  </a:cubicBezTo>
                  <a:cubicBezTo>
                    <a:pt x="3156" y="11815"/>
                    <a:pt x="3007" y="11369"/>
                    <a:pt x="3014" y="10913"/>
                  </a:cubicBezTo>
                  <a:lnTo>
                    <a:pt x="8102" y="10233"/>
                  </a:lnTo>
                  <a:cubicBezTo>
                    <a:pt x="8359" y="10529"/>
                    <a:pt x="8698" y="10743"/>
                    <a:pt x="9075" y="10848"/>
                  </a:cubicBezTo>
                  <a:lnTo>
                    <a:pt x="12208" y="11719"/>
                  </a:lnTo>
                  <a:cubicBezTo>
                    <a:pt x="12215" y="11721"/>
                    <a:pt x="12221" y="11724"/>
                    <a:pt x="12228" y="11726"/>
                  </a:cubicBezTo>
                  <a:cubicBezTo>
                    <a:pt x="13128" y="11990"/>
                    <a:pt x="13735" y="13021"/>
                    <a:pt x="13468" y="14015"/>
                  </a:cubicBezTo>
                  <a:cubicBezTo>
                    <a:pt x="13271" y="14755"/>
                    <a:pt x="12456" y="15353"/>
                    <a:pt x="11692" y="15353"/>
                  </a:cubicBezTo>
                  <a:lnTo>
                    <a:pt x="5078" y="15353"/>
                  </a:lnTo>
                  <a:cubicBezTo>
                    <a:pt x="4923" y="15353"/>
                    <a:pt x="4784" y="15465"/>
                    <a:pt x="4764" y="15620"/>
                  </a:cubicBezTo>
                  <a:cubicBezTo>
                    <a:pt x="4741" y="15803"/>
                    <a:pt x="4884" y="15965"/>
                    <a:pt x="5069" y="15965"/>
                  </a:cubicBezTo>
                  <a:lnTo>
                    <a:pt x="11713" y="15965"/>
                  </a:lnTo>
                  <a:cubicBezTo>
                    <a:pt x="13054" y="15963"/>
                    <a:pt x="14140" y="14877"/>
                    <a:pt x="14142" y="13536"/>
                  </a:cubicBezTo>
                  <a:cubicBezTo>
                    <a:pt x="14139" y="13019"/>
                    <a:pt x="13980" y="12516"/>
                    <a:pt x="13685" y="12092"/>
                  </a:cubicBezTo>
                  <a:lnTo>
                    <a:pt x="13685" y="12092"/>
                  </a:lnTo>
                  <a:cubicBezTo>
                    <a:pt x="13915" y="12126"/>
                    <a:pt x="14148" y="12143"/>
                    <a:pt x="14380" y="12143"/>
                  </a:cubicBezTo>
                  <a:cubicBezTo>
                    <a:pt x="14662" y="12143"/>
                    <a:pt x="14942" y="12119"/>
                    <a:pt x="15217" y="12069"/>
                  </a:cubicBezTo>
                  <a:lnTo>
                    <a:pt x="16712" y="11797"/>
                  </a:lnTo>
                  <a:cubicBezTo>
                    <a:pt x="16990" y="11748"/>
                    <a:pt x="17204" y="11522"/>
                    <a:pt x="17235" y="11241"/>
                  </a:cubicBezTo>
                  <a:lnTo>
                    <a:pt x="17458" y="11241"/>
                  </a:lnTo>
                  <a:cubicBezTo>
                    <a:pt x="18044" y="11240"/>
                    <a:pt x="18561" y="10851"/>
                    <a:pt x="18725" y="10286"/>
                  </a:cubicBezTo>
                  <a:lnTo>
                    <a:pt x="19189" y="8659"/>
                  </a:lnTo>
                  <a:cubicBezTo>
                    <a:pt x="19215" y="8566"/>
                    <a:pt x="19197" y="8467"/>
                    <a:pt x="19139" y="8391"/>
                  </a:cubicBezTo>
                  <a:cubicBezTo>
                    <a:pt x="19081" y="8315"/>
                    <a:pt x="18990" y="8270"/>
                    <a:pt x="18896" y="8270"/>
                  </a:cubicBezTo>
                  <a:lnTo>
                    <a:pt x="13845" y="8270"/>
                  </a:lnTo>
                  <a:cubicBezTo>
                    <a:pt x="13843" y="8270"/>
                    <a:pt x="13840" y="8270"/>
                    <a:pt x="13837" y="8270"/>
                  </a:cubicBezTo>
                  <a:cubicBezTo>
                    <a:pt x="13783" y="8270"/>
                    <a:pt x="13731" y="8284"/>
                    <a:pt x="13684" y="8310"/>
                  </a:cubicBezTo>
                  <a:cubicBezTo>
                    <a:pt x="13564" y="8382"/>
                    <a:pt x="13507" y="8524"/>
                    <a:pt x="13544" y="8659"/>
                  </a:cubicBezTo>
                  <a:lnTo>
                    <a:pt x="13771" y="9452"/>
                  </a:lnTo>
                  <a:lnTo>
                    <a:pt x="10994" y="8442"/>
                  </a:lnTo>
                  <a:cubicBezTo>
                    <a:pt x="10853" y="8391"/>
                    <a:pt x="10757" y="8260"/>
                    <a:pt x="10751" y="8111"/>
                  </a:cubicBezTo>
                  <a:lnTo>
                    <a:pt x="10712" y="7212"/>
                  </a:lnTo>
                  <a:cubicBezTo>
                    <a:pt x="10704" y="7049"/>
                    <a:pt x="10570" y="6921"/>
                    <a:pt x="10408" y="6921"/>
                  </a:cubicBezTo>
                  <a:cubicBezTo>
                    <a:pt x="10403" y="6921"/>
                    <a:pt x="10398" y="6921"/>
                    <a:pt x="10393" y="6921"/>
                  </a:cubicBezTo>
                  <a:cubicBezTo>
                    <a:pt x="10225" y="6927"/>
                    <a:pt x="10093" y="7070"/>
                    <a:pt x="10102" y="7238"/>
                  </a:cubicBezTo>
                  <a:lnTo>
                    <a:pt x="10140" y="8139"/>
                  </a:lnTo>
                  <a:cubicBezTo>
                    <a:pt x="10158" y="8534"/>
                    <a:pt x="10412" y="8880"/>
                    <a:pt x="10785" y="9016"/>
                  </a:cubicBezTo>
                  <a:lnTo>
                    <a:pt x="13191" y="9891"/>
                  </a:lnTo>
                  <a:lnTo>
                    <a:pt x="12558" y="11181"/>
                  </a:lnTo>
                  <a:lnTo>
                    <a:pt x="9240" y="10260"/>
                  </a:lnTo>
                  <a:cubicBezTo>
                    <a:pt x="8715" y="10114"/>
                    <a:pt x="8325" y="9674"/>
                    <a:pt x="8244" y="9135"/>
                  </a:cubicBezTo>
                  <a:lnTo>
                    <a:pt x="7394" y="3470"/>
                  </a:lnTo>
                  <a:cubicBezTo>
                    <a:pt x="7369" y="3320"/>
                    <a:pt x="7239" y="3216"/>
                    <a:pt x="7093" y="3216"/>
                  </a:cubicBezTo>
                  <a:cubicBezTo>
                    <a:pt x="7078" y="3216"/>
                    <a:pt x="7063" y="3217"/>
                    <a:pt x="7047" y="3219"/>
                  </a:cubicBezTo>
                  <a:cubicBezTo>
                    <a:pt x="6882" y="3244"/>
                    <a:pt x="6767" y="3396"/>
                    <a:pt x="6790" y="3561"/>
                  </a:cubicBezTo>
                  <a:lnTo>
                    <a:pt x="7640" y="9225"/>
                  </a:lnTo>
                  <a:cubicBezTo>
                    <a:pt x="7663" y="9374"/>
                    <a:pt x="7702" y="9522"/>
                    <a:pt x="7758" y="9663"/>
                  </a:cubicBezTo>
                  <a:lnTo>
                    <a:pt x="3125" y="10279"/>
                  </a:lnTo>
                  <a:cubicBezTo>
                    <a:pt x="3132" y="10263"/>
                    <a:pt x="3137" y="10247"/>
                    <a:pt x="3143" y="10229"/>
                  </a:cubicBezTo>
                  <a:lnTo>
                    <a:pt x="6087" y="2183"/>
                  </a:lnTo>
                  <a:cubicBezTo>
                    <a:pt x="6442" y="1211"/>
                    <a:pt x="7361" y="612"/>
                    <a:pt x="8335" y="612"/>
                  </a:cubicBezTo>
                  <a:cubicBezTo>
                    <a:pt x="8630" y="612"/>
                    <a:pt x="8931" y="667"/>
                    <a:pt x="9222" y="784"/>
                  </a:cubicBezTo>
                  <a:cubicBezTo>
                    <a:pt x="9593" y="933"/>
                    <a:pt x="9842" y="1284"/>
                    <a:pt x="9860" y="1682"/>
                  </a:cubicBezTo>
                  <a:lnTo>
                    <a:pt x="10042" y="5890"/>
                  </a:lnTo>
                  <a:cubicBezTo>
                    <a:pt x="10049" y="6053"/>
                    <a:pt x="10184" y="6181"/>
                    <a:pt x="10346" y="6181"/>
                  </a:cubicBezTo>
                  <a:cubicBezTo>
                    <a:pt x="10351" y="6181"/>
                    <a:pt x="10356" y="6181"/>
                    <a:pt x="10361" y="6181"/>
                  </a:cubicBezTo>
                  <a:cubicBezTo>
                    <a:pt x="10529" y="6175"/>
                    <a:pt x="10660" y="6032"/>
                    <a:pt x="10652" y="5864"/>
                  </a:cubicBezTo>
                  <a:lnTo>
                    <a:pt x="10471" y="1655"/>
                  </a:lnTo>
                  <a:cubicBezTo>
                    <a:pt x="10442" y="1017"/>
                    <a:pt x="10043" y="455"/>
                    <a:pt x="9449" y="217"/>
                  </a:cubicBezTo>
                  <a:cubicBezTo>
                    <a:pt x="9083" y="70"/>
                    <a:pt x="8705" y="1"/>
                    <a:pt x="8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>
              <a:off x="7130713" y="3168675"/>
              <a:ext cx="107900" cy="125200"/>
            </a:xfrm>
            <a:custGeom>
              <a:avLst/>
              <a:gdLst/>
              <a:ahLst/>
              <a:cxnLst/>
              <a:rect l="l" t="t" r="r" b="b"/>
              <a:pathLst>
                <a:path w="4316" h="5008" extrusionOk="0">
                  <a:moveTo>
                    <a:pt x="3304" y="611"/>
                  </a:moveTo>
                  <a:cubicBezTo>
                    <a:pt x="3525" y="611"/>
                    <a:pt x="3705" y="791"/>
                    <a:pt x="3705" y="1012"/>
                  </a:cubicBezTo>
                  <a:lnTo>
                    <a:pt x="3705" y="1356"/>
                  </a:lnTo>
                  <a:cubicBezTo>
                    <a:pt x="3705" y="1356"/>
                    <a:pt x="3705" y="1354"/>
                    <a:pt x="3694" y="1344"/>
                  </a:cubicBezTo>
                  <a:lnTo>
                    <a:pt x="2345" y="1344"/>
                  </a:lnTo>
                  <a:cubicBezTo>
                    <a:pt x="2264" y="1352"/>
                    <a:pt x="2188" y="1388"/>
                    <a:pt x="2130" y="1443"/>
                  </a:cubicBezTo>
                  <a:lnTo>
                    <a:pt x="1454" y="2118"/>
                  </a:lnTo>
                  <a:cubicBezTo>
                    <a:pt x="1339" y="2238"/>
                    <a:pt x="1343" y="2428"/>
                    <a:pt x="1459" y="2546"/>
                  </a:cubicBezTo>
                  <a:cubicBezTo>
                    <a:pt x="1519" y="2605"/>
                    <a:pt x="1597" y="2634"/>
                    <a:pt x="1675" y="2634"/>
                  </a:cubicBezTo>
                  <a:cubicBezTo>
                    <a:pt x="1751" y="2634"/>
                    <a:pt x="1827" y="2606"/>
                    <a:pt x="1887" y="2549"/>
                  </a:cubicBezTo>
                  <a:lnTo>
                    <a:pt x="2471" y="1955"/>
                  </a:lnTo>
                  <a:lnTo>
                    <a:pt x="3694" y="1955"/>
                  </a:lnTo>
                  <a:cubicBezTo>
                    <a:pt x="3702" y="1962"/>
                    <a:pt x="3727" y="1963"/>
                    <a:pt x="3739" y="1963"/>
                  </a:cubicBezTo>
                  <a:cubicBezTo>
                    <a:pt x="3743" y="1963"/>
                    <a:pt x="3746" y="1963"/>
                    <a:pt x="3746" y="1963"/>
                  </a:cubicBezTo>
                  <a:lnTo>
                    <a:pt x="3746" y="3354"/>
                  </a:lnTo>
                  <a:cubicBezTo>
                    <a:pt x="3746" y="3930"/>
                    <a:pt x="3279" y="4397"/>
                    <a:pt x="2703" y="4397"/>
                  </a:cubicBezTo>
                  <a:lnTo>
                    <a:pt x="2329" y="4397"/>
                  </a:lnTo>
                  <a:cubicBezTo>
                    <a:pt x="1380" y="4397"/>
                    <a:pt x="611" y="3628"/>
                    <a:pt x="611" y="2679"/>
                  </a:cubicBezTo>
                  <a:lnTo>
                    <a:pt x="611" y="1720"/>
                  </a:lnTo>
                  <a:cubicBezTo>
                    <a:pt x="611" y="1108"/>
                    <a:pt x="1108" y="611"/>
                    <a:pt x="1720" y="611"/>
                  </a:cubicBezTo>
                  <a:close/>
                  <a:moveTo>
                    <a:pt x="1721" y="0"/>
                  </a:moveTo>
                  <a:cubicBezTo>
                    <a:pt x="771" y="0"/>
                    <a:pt x="0" y="771"/>
                    <a:pt x="0" y="1722"/>
                  </a:cubicBezTo>
                  <a:lnTo>
                    <a:pt x="0" y="2674"/>
                  </a:lnTo>
                  <a:cubicBezTo>
                    <a:pt x="0" y="3961"/>
                    <a:pt x="1043" y="5007"/>
                    <a:pt x="2327" y="5007"/>
                  </a:cubicBezTo>
                  <a:lnTo>
                    <a:pt x="2661" y="5007"/>
                  </a:lnTo>
                  <a:cubicBezTo>
                    <a:pt x="3576" y="5007"/>
                    <a:pt x="4316" y="4267"/>
                    <a:pt x="4316" y="3354"/>
                  </a:cubicBezTo>
                  <a:lnTo>
                    <a:pt x="4316" y="1012"/>
                  </a:lnTo>
                  <a:cubicBezTo>
                    <a:pt x="4316" y="454"/>
                    <a:pt x="3862" y="0"/>
                    <a:pt x="3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3" name="Google Shape;1533;p37"/>
          <p:cNvGrpSpPr/>
          <p:nvPr/>
        </p:nvGrpSpPr>
        <p:grpSpPr>
          <a:xfrm>
            <a:off x="1694211" y="3171567"/>
            <a:ext cx="441182" cy="457177"/>
            <a:chOff x="3220538" y="2464100"/>
            <a:chExt cx="504900" cy="521475"/>
          </a:xfrm>
        </p:grpSpPr>
        <p:sp>
          <p:nvSpPr>
            <p:cNvPr id="1534" name="Google Shape;1534;p37"/>
            <p:cNvSpPr/>
            <p:nvPr/>
          </p:nvSpPr>
          <p:spPr>
            <a:xfrm>
              <a:off x="3220538" y="2610650"/>
              <a:ext cx="276950" cy="374925"/>
            </a:xfrm>
            <a:custGeom>
              <a:avLst/>
              <a:gdLst/>
              <a:ahLst/>
              <a:cxnLst/>
              <a:rect l="l" t="t" r="r" b="b"/>
              <a:pathLst>
                <a:path w="11078" h="14997" extrusionOk="0">
                  <a:moveTo>
                    <a:pt x="6182" y="613"/>
                  </a:moveTo>
                  <a:cubicBezTo>
                    <a:pt x="7652" y="613"/>
                    <a:pt x="8898" y="1581"/>
                    <a:pt x="9317" y="2914"/>
                  </a:cubicBezTo>
                  <a:cubicBezTo>
                    <a:pt x="9011" y="2682"/>
                    <a:pt x="8609" y="2465"/>
                    <a:pt x="8114" y="2266"/>
                  </a:cubicBezTo>
                  <a:cubicBezTo>
                    <a:pt x="7102" y="1858"/>
                    <a:pt x="5886" y="1592"/>
                    <a:pt x="5081" y="1417"/>
                  </a:cubicBezTo>
                  <a:cubicBezTo>
                    <a:pt x="4904" y="1379"/>
                    <a:pt x="4750" y="1346"/>
                    <a:pt x="4619" y="1315"/>
                  </a:cubicBezTo>
                  <a:cubicBezTo>
                    <a:pt x="4101" y="1196"/>
                    <a:pt x="3944" y="924"/>
                    <a:pt x="3897" y="762"/>
                  </a:cubicBezTo>
                  <a:cubicBezTo>
                    <a:pt x="4214" y="663"/>
                    <a:pt x="4545" y="613"/>
                    <a:pt x="4877" y="613"/>
                  </a:cubicBezTo>
                  <a:close/>
                  <a:moveTo>
                    <a:pt x="3327" y="1017"/>
                  </a:moveTo>
                  <a:cubicBezTo>
                    <a:pt x="3350" y="1081"/>
                    <a:pt x="3377" y="1142"/>
                    <a:pt x="3410" y="1200"/>
                  </a:cubicBezTo>
                  <a:cubicBezTo>
                    <a:pt x="3549" y="1451"/>
                    <a:pt x="3845" y="1780"/>
                    <a:pt x="4473" y="1926"/>
                  </a:cubicBezTo>
                  <a:cubicBezTo>
                    <a:pt x="4608" y="1958"/>
                    <a:pt x="4762" y="1991"/>
                    <a:pt x="4940" y="2030"/>
                  </a:cubicBezTo>
                  <a:cubicBezTo>
                    <a:pt x="6289" y="2324"/>
                    <a:pt x="9446" y="3011"/>
                    <a:pt x="9446" y="4235"/>
                  </a:cubicBezTo>
                  <a:lnTo>
                    <a:pt x="9446" y="7441"/>
                  </a:lnTo>
                  <a:cubicBezTo>
                    <a:pt x="9446" y="7908"/>
                    <a:pt x="9126" y="8311"/>
                    <a:pt x="8672" y="8416"/>
                  </a:cubicBezTo>
                  <a:lnTo>
                    <a:pt x="7147" y="8769"/>
                  </a:lnTo>
                  <a:lnTo>
                    <a:pt x="7126" y="8753"/>
                  </a:lnTo>
                  <a:lnTo>
                    <a:pt x="7126" y="8028"/>
                  </a:lnTo>
                  <a:cubicBezTo>
                    <a:pt x="7472" y="7830"/>
                    <a:pt x="7779" y="7571"/>
                    <a:pt x="8030" y="7262"/>
                  </a:cubicBezTo>
                  <a:cubicBezTo>
                    <a:pt x="8122" y="7150"/>
                    <a:pt x="8128" y="6985"/>
                    <a:pt x="8036" y="6871"/>
                  </a:cubicBezTo>
                  <a:cubicBezTo>
                    <a:pt x="7975" y="6796"/>
                    <a:pt x="7887" y="6758"/>
                    <a:pt x="7799" y="6758"/>
                  </a:cubicBezTo>
                  <a:cubicBezTo>
                    <a:pt x="7711" y="6758"/>
                    <a:pt x="7623" y="6796"/>
                    <a:pt x="7562" y="6871"/>
                  </a:cubicBezTo>
                  <a:cubicBezTo>
                    <a:pt x="7060" y="7491"/>
                    <a:pt x="6305" y="7848"/>
                    <a:pt x="5513" y="7848"/>
                  </a:cubicBezTo>
                  <a:cubicBezTo>
                    <a:pt x="5456" y="7848"/>
                    <a:pt x="5400" y="7847"/>
                    <a:pt x="5343" y="7843"/>
                  </a:cubicBezTo>
                  <a:cubicBezTo>
                    <a:pt x="3968" y="7754"/>
                    <a:pt x="2893" y="6559"/>
                    <a:pt x="2893" y="5121"/>
                  </a:cubicBezTo>
                  <a:lnTo>
                    <a:pt x="2893" y="4967"/>
                  </a:lnTo>
                  <a:cubicBezTo>
                    <a:pt x="2891" y="4789"/>
                    <a:pt x="2961" y="4619"/>
                    <a:pt x="3087" y="4494"/>
                  </a:cubicBezTo>
                  <a:lnTo>
                    <a:pt x="4303" y="3264"/>
                  </a:lnTo>
                  <a:cubicBezTo>
                    <a:pt x="4307" y="3260"/>
                    <a:pt x="4312" y="3258"/>
                    <a:pt x="4317" y="3258"/>
                  </a:cubicBezTo>
                  <a:cubicBezTo>
                    <a:pt x="4319" y="3258"/>
                    <a:pt x="4321" y="3258"/>
                    <a:pt x="4323" y="3259"/>
                  </a:cubicBezTo>
                  <a:cubicBezTo>
                    <a:pt x="4679" y="3346"/>
                    <a:pt x="5605" y="3581"/>
                    <a:pt x="6470" y="3861"/>
                  </a:cubicBezTo>
                  <a:cubicBezTo>
                    <a:pt x="7803" y="4293"/>
                    <a:pt x="8088" y="4538"/>
                    <a:pt x="8145" y="4604"/>
                  </a:cubicBezTo>
                  <a:lnTo>
                    <a:pt x="8145" y="5218"/>
                  </a:lnTo>
                  <a:cubicBezTo>
                    <a:pt x="8145" y="5411"/>
                    <a:pt x="8123" y="5602"/>
                    <a:pt x="8081" y="5790"/>
                  </a:cubicBezTo>
                  <a:cubicBezTo>
                    <a:pt x="8049" y="5942"/>
                    <a:pt x="8122" y="6104"/>
                    <a:pt x="8269" y="6157"/>
                  </a:cubicBezTo>
                  <a:cubicBezTo>
                    <a:pt x="8305" y="6170"/>
                    <a:pt x="8341" y="6177"/>
                    <a:pt x="8377" y="6177"/>
                  </a:cubicBezTo>
                  <a:cubicBezTo>
                    <a:pt x="8515" y="6177"/>
                    <a:pt x="8642" y="6082"/>
                    <a:pt x="8674" y="5939"/>
                  </a:cubicBezTo>
                  <a:cubicBezTo>
                    <a:pt x="8729" y="5702"/>
                    <a:pt x="8755" y="5461"/>
                    <a:pt x="8755" y="5218"/>
                  </a:cubicBezTo>
                  <a:lnTo>
                    <a:pt x="8755" y="4564"/>
                  </a:lnTo>
                  <a:cubicBezTo>
                    <a:pt x="8755" y="4212"/>
                    <a:pt x="8426" y="3869"/>
                    <a:pt x="6822" y="3333"/>
                  </a:cubicBezTo>
                  <a:cubicBezTo>
                    <a:pt x="5897" y="3025"/>
                    <a:pt x="4867" y="2763"/>
                    <a:pt x="4469" y="2666"/>
                  </a:cubicBezTo>
                  <a:cubicBezTo>
                    <a:pt x="4419" y="2654"/>
                    <a:pt x="4369" y="2648"/>
                    <a:pt x="4319" y="2648"/>
                  </a:cubicBezTo>
                  <a:cubicBezTo>
                    <a:pt x="4153" y="2648"/>
                    <a:pt x="3990" y="2713"/>
                    <a:pt x="3869" y="2834"/>
                  </a:cubicBezTo>
                  <a:lnTo>
                    <a:pt x="2653" y="4065"/>
                  </a:lnTo>
                  <a:cubicBezTo>
                    <a:pt x="2415" y="4305"/>
                    <a:pt x="2282" y="4629"/>
                    <a:pt x="2282" y="4967"/>
                  </a:cubicBezTo>
                  <a:lnTo>
                    <a:pt x="2282" y="5121"/>
                  </a:lnTo>
                  <a:cubicBezTo>
                    <a:pt x="2282" y="6355"/>
                    <a:pt x="2937" y="7441"/>
                    <a:pt x="3912" y="8019"/>
                  </a:cubicBezTo>
                  <a:lnTo>
                    <a:pt x="3912" y="8774"/>
                  </a:lnTo>
                  <a:lnTo>
                    <a:pt x="2365" y="8418"/>
                  </a:lnTo>
                  <a:cubicBezTo>
                    <a:pt x="1912" y="8314"/>
                    <a:pt x="1589" y="7911"/>
                    <a:pt x="1591" y="7446"/>
                  </a:cubicBezTo>
                  <a:lnTo>
                    <a:pt x="1591" y="7445"/>
                  </a:lnTo>
                  <a:lnTo>
                    <a:pt x="1591" y="3910"/>
                  </a:lnTo>
                  <a:cubicBezTo>
                    <a:pt x="1591" y="2698"/>
                    <a:pt x="2258" y="1586"/>
                    <a:pt x="3327" y="1017"/>
                  </a:cubicBezTo>
                  <a:close/>
                  <a:moveTo>
                    <a:pt x="4520" y="8300"/>
                  </a:moveTo>
                  <a:cubicBezTo>
                    <a:pt x="4775" y="8384"/>
                    <a:pt x="5037" y="8436"/>
                    <a:pt x="5304" y="8453"/>
                  </a:cubicBezTo>
                  <a:cubicBezTo>
                    <a:pt x="5374" y="8458"/>
                    <a:pt x="5443" y="8460"/>
                    <a:pt x="5513" y="8460"/>
                  </a:cubicBezTo>
                  <a:cubicBezTo>
                    <a:pt x="5853" y="8460"/>
                    <a:pt x="6192" y="8406"/>
                    <a:pt x="6515" y="8301"/>
                  </a:cubicBezTo>
                  <a:lnTo>
                    <a:pt x="6515" y="8756"/>
                  </a:lnTo>
                  <a:cubicBezTo>
                    <a:pt x="6515" y="9308"/>
                    <a:pt x="6868" y="9799"/>
                    <a:pt x="7393" y="9974"/>
                  </a:cubicBezTo>
                  <a:lnTo>
                    <a:pt x="7819" y="10116"/>
                  </a:lnTo>
                  <a:lnTo>
                    <a:pt x="7819" y="10767"/>
                  </a:lnTo>
                  <a:cubicBezTo>
                    <a:pt x="7819" y="11138"/>
                    <a:pt x="7518" y="11441"/>
                    <a:pt x="7145" y="11441"/>
                  </a:cubicBezTo>
                  <a:lnTo>
                    <a:pt x="3719" y="11441"/>
                  </a:lnTo>
                  <a:cubicBezTo>
                    <a:pt x="3442" y="11441"/>
                    <a:pt x="3218" y="11216"/>
                    <a:pt x="3218" y="10941"/>
                  </a:cubicBezTo>
                  <a:lnTo>
                    <a:pt x="3218" y="10116"/>
                  </a:lnTo>
                  <a:lnTo>
                    <a:pt x="3869" y="9900"/>
                  </a:lnTo>
                  <a:cubicBezTo>
                    <a:pt x="4258" y="9768"/>
                    <a:pt x="4520" y="9406"/>
                    <a:pt x="4520" y="8994"/>
                  </a:cubicBezTo>
                  <a:lnTo>
                    <a:pt x="4520" y="8300"/>
                  </a:lnTo>
                  <a:close/>
                  <a:moveTo>
                    <a:pt x="4350" y="1"/>
                  </a:moveTo>
                  <a:cubicBezTo>
                    <a:pt x="2488" y="1"/>
                    <a:pt x="979" y="1510"/>
                    <a:pt x="979" y="3372"/>
                  </a:cubicBezTo>
                  <a:lnTo>
                    <a:pt x="979" y="7598"/>
                  </a:lnTo>
                  <a:cubicBezTo>
                    <a:pt x="979" y="8248"/>
                    <a:pt x="1426" y="8811"/>
                    <a:pt x="2059" y="8957"/>
                  </a:cubicBezTo>
                  <a:lnTo>
                    <a:pt x="3591" y="9312"/>
                  </a:lnTo>
                  <a:cubicBezTo>
                    <a:pt x="3547" y="9339"/>
                    <a:pt x="3500" y="9360"/>
                    <a:pt x="3450" y="9378"/>
                  </a:cubicBezTo>
                  <a:lnTo>
                    <a:pt x="1324" y="10087"/>
                  </a:lnTo>
                  <a:cubicBezTo>
                    <a:pt x="534" y="10351"/>
                    <a:pt x="1" y="11091"/>
                    <a:pt x="2" y="11925"/>
                  </a:cubicBezTo>
                  <a:lnTo>
                    <a:pt x="2" y="14670"/>
                  </a:lnTo>
                  <a:cubicBezTo>
                    <a:pt x="2" y="14827"/>
                    <a:pt x="114" y="14966"/>
                    <a:pt x="268" y="14986"/>
                  </a:cubicBezTo>
                  <a:cubicBezTo>
                    <a:pt x="281" y="14987"/>
                    <a:pt x="294" y="14988"/>
                    <a:pt x="306" y="14988"/>
                  </a:cubicBezTo>
                  <a:cubicBezTo>
                    <a:pt x="473" y="14988"/>
                    <a:pt x="613" y="14853"/>
                    <a:pt x="613" y="14681"/>
                  </a:cubicBezTo>
                  <a:lnTo>
                    <a:pt x="613" y="11943"/>
                  </a:lnTo>
                  <a:cubicBezTo>
                    <a:pt x="611" y="11373"/>
                    <a:pt x="976" y="10865"/>
                    <a:pt x="1518" y="10685"/>
                  </a:cubicBezTo>
                  <a:lnTo>
                    <a:pt x="2608" y="10321"/>
                  </a:lnTo>
                  <a:lnTo>
                    <a:pt x="2608" y="10767"/>
                  </a:lnTo>
                  <a:cubicBezTo>
                    <a:pt x="2608" y="11477"/>
                    <a:pt x="3183" y="12052"/>
                    <a:pt x="3892" y="12052"/>
                  </a:cubicBezTo>
                  <a:lnTo>
                    <a:pt x="7145" y="12052"/>
                  </a:lnTo>
                  <a:cubicBezTo>
                    <a:pt x="7855" y="12052"/>
                    <a:pt x="8430" y="11477"/>
                    <a:pt x="8430" y="10767"/>
                  </a:cubicBezTo>
                  <a:lnTo>
                    <a:pt x="8430" y="10321"/>
                  </a:lnTo>
                  <a:lnTo>
                    <a:pt x="9519" y="10685"/>
                  </a:lnTo>
                  <a:cubicBezTo>
                    <a:pt x="10062" y="10865"/>
                    <a:pt x="10426" y="11373"/>
                    <a:pt x="10425" y="11943"/>
                  </a:cubicBezTo>
                  <a:lnTo>
                    <a:pt x="10425" y="14678"/>
                  </a:lnTo>
                  <a:cubicBezTo>
                    <a:pt x="10423" y="14804"/>
                    <a:pt x="10499" y="14921"/>
                    <a:pt x="10616" y="14970"/>
                  </a:cubicBezTo>
                  <a:cubicBezTo>
                    <a:pt x="10661" y="14988"/>
                    <a:pt x="10707" y="14997"/>
                    <a:pt x="10750" y="14997"/>
                  </a:cubicBezTo>
                  <a:cubicBezTo>
                    <a:pt x="10930" y="14997"/>
                    <a:pt x="11076" y="14852"/>
                    <a:pt x="11076" y="14672"/>
                  </a:cubicBezTo>
                  <a:lnTo>
                    <a:pt x="11076" y="11925"/>
                  </a:lnTo>
                  <a:cubicBezTo>
                    <a:pt x="11077" y="11091"/>
                    <a:pt x="10544" y="10351"/>
                    <a:pt x="9754" y="10087"/>
                  </a:cubicBezTo>
                  <a:lnTo>
                    <a:pt x="7626" y="9376"/>
                  </a:lnTo>
                  <a:cubicBezTo>
                    <a:pt x="7578" y="9360"/>
                    <a:pt x="7531" y="9338"/>
                    <a:pt x="7487" y="9312"/>
                  </a:cubicBezTo>
                  <a:lnTo>
                    <a:pt x="8851" y="8996"/>
                  </a:lnTo>
                  <a:cubicBezTo>
                    <a:pt x="9581" y="8826"/>
                    <a:pt x="10099" y="8177"/>
                    <a:pt x="10099" y="7427"/>
                  </a:cubicBezTo>
                  <a:lnTo>
                    <a:pt x="10099" y="3895"/>
                  </a:lnTo>
                  <a:cubicBezTo>
                    <a:pt x="10099" y="1745"/>
                    <a:pt x="8355" y="1"/>
                    <a:pt x="6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>
              <a:off x="3510613" y="2518025"/>
              <a:ext cx="69300" cy="92025"/>
            </a:xfrm>
            <a:custGeom>
              <a:avLst/>
              <a:gdLst/>
              <a:ahLst/>
              <a:cxnLst/>
              <a:rect l="l" t="t" r="r" b="b"/>
              <a:pathLst>
                <a:path w="2772" h="3681" extrusionOk="0">
                  <a:moveTo>
                    <a:pt x="2421" y="1"/>
                  </a:moveTo>
                  <a:cubicBezTo>
                    <a:pt x="2255" y="1"/>
                    <a:pt x="2119" y="138"/>
                    <a:pt x="2120" y="307"/>
                  </a:cubicBezTo>
                  <a:lnTo>
                    <a:pt x="2140" y="2433"/>
                  </a:lnTo>
                  <a:lnTo>
                    <a:pt x="558" y="138"/>
                  </a:lnTo>
                  <a:cubicBezTo>
                    <a:pt x="499" y="52"/>
                    <a:pt x="405" y="6"/>
                    <a:pt x="308" y="6"/>
                  </a:cubicBezTo>
                  <a:cubicBezTo>
                    <a:pt x="254" y="6"/>
                    <a:pt x="200" y="20"/>
                    <a:pt x="151" y="49"/>
                  </a:cubicBezTo>
                  <a:cubicBezTo>
                    <a:pt x="57" y="107"/>
                    <a:pt x="0" y="211"/>
                    <a:pt x="2" y="323"/>
                  </a:cubicBezTo>
                  <a:lnTo>
                    <a:pt x="2" y="3364"/>
                  </a:lnTo>
                  <a:cubicBezTo>
                    <a:pt x="2" y="3519"/>
                    <a:pt x="114" y="3659"/>
                    <a:pt x="269" y="3678"/>
                  </a:cubicBezTo>
                  <a:cubicBezTo>
                    <a:pt x="282" y="3680"/>
                    <a:pt x="295" y="3680"/>
                    <a:pt x="308" y="3680"/>
                  </a:cubicBezTo>
                  <a:cubicBezTo>
                    <a:pt x="474" y="3680"/>
                    <a:pt x="613" y="3545"/>
                    <a:pt x="613" y="3374"/>
                  </a:cubicBezTo>
                  <a:lnTo>
                    <a:pt x="613" y="1291"/>
                  </a:lnTo>
                  <a:lnTo>
                    <a:pt x="2133" y="3484"/>
                  </a:lnTo>
                  <a:cubicBezTo>
                    <a:pt x="2205" y="3586"/>
                    <a:pt x="2314" y="3645"/>
                    <a:pt x="2426" y="3645"/>
                  </a:cubicBezTo>
                  <a:cubicBezTo>
                    <a:pt x="2459" y="3645"/>
                    <a:pt x="2492" y="3640"/>
                    <a:pt x="2525" y="3629"/>
                  </a:cubicBezTo>
                  <a:cubicBezTo>
                    <a:pt x="2674" y="3582"/>
                    <a:pt x="2771" y="3442"/>
                    <a:pt x="2771" y="3267"/>
                  </a:cubicBezTo>
                  <a:lnTo>
                    <a:pt x="2742" y="303"/>
                  </a:lnTo>
                  <a:cubicBezTo>
                    <a:pt x="2740" y="135"/>
                    <a:pt x="2604" y="1"/>
                    <a:pt x="24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>
              <a:off x="3589038" y="2518050"/>
              <a:ext cx="95600" cy="91975"/>
            </a:xfrm>
            <a:custGeom>
              <a:avLst/>
              <a:gdLst/>
              <a:ahLst/>
              <a:cxnLst/>
              <a:rect l="l" t="t" r="r" b="b"/>
              <a:pathLst>
                <a:path w="3824" h="3679" extrusionOk="0">
                  <a:moveTo>
                    <a:pt x="1985" y="611"/>
                  </a:moveTo>
                  <a:cubicBezTo>
                    <a:pt x="2304" y="611"/>
                    <a:pt x="2619" y="736"/>
                    <a:pt x="2853" y="971"/>
                  </a:cubicBezTo>
                  <a:cubicBezTo>
                    <a:pt x="3205" y="1323"/>
                    <a:pt x="3310" y="1850"/>
                    <a:pt x="3119" y="2310"/>
                  </a:cubicBezTo>
                  <a:cubicBezTo>
                    <a:pt x="2930" y="2769"/>
                    <a:pt x="2481" y="3068"/>
                    <a:pt x="1984" y="3068"/>
                  </a:cubicBezTo>
                  <a:cubicBezTo>
                    <a:pt x="1307" y="3067"/>
                    <a:pt x="758" y="2518"/>
                    <a:pt x="756" y="1841"/>
                  </a:cubicBezTo>
                  <a:cubicBezTo>
                    <a:pt x="756" y="1344"/>
                    <a:pt x="1054" y="895"/>
                    <a:pt x="1514" y="706"/>
                  </a:cubicBezTo>
                  <a:cubicBezTo>
                    <a:pt x="1666" y="642"/>
                    <a:pt x="1826" y="611"/>
                    <a:pt x="1985" y="611"/>
                  </a:cubicBezTo>
                  <a:close/>
                  <a:moveTo>
                    <a:pt x="1985" y="0"/>
                  </a:moveTo>
                  <a:cubicBezTo>
                    <a:pt x="1506" y="0"/>
                    <a:pt x="1036" y="188"/>
                    <a:pt x="683" y="539"/>
                  </a:cubicBezTo>
                  <a:cubicBezTo>
                    <a:pt x="157" y="1065"/>
                    <a:pt x="0" y="1857"/>
                    <a:pt x="285" y="2544"/>
                  </a:cubicBezTo>
                  <a:cubicBezTo>
                    <a:pt x="570" y="3232"/>
                    <a:pt x="1241" y="3679"/>
                    <a:pt x="1984" y="3679"/>
                  </a:cubicBezTo>
                  <a:cubicBezTo>
                    <a:pt x="2999" y="3677"/>
                    <a:pt x="3822" y="2854"/>
                    <a:pt x="3823" y="1841"/>
                  </a:cubicBezTo>
                  <a:cubicBezTo>
                    <a:pt x="3823" y="1096"/>
                    <a:pt x="3375" y="425"/>
                    <a:pt x="2688" y="140"/>
                  </a:cubicBezTo>
                  <a:cubicBezTo>
                    <a:pt x="2461" y="46"/>
                    <a:pt x="2222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>
              <a:off x="3465888" y="2464100"/>
              <a:ext cx="259550" cy="248125"/>
            </a:xfrm>
            <a:custGeom>
              <a:avLst/>
              <a:gdLst/>
              <a:ahLst/>
              <a:cxnLst/>
              <a:rect l="l" t="t" r="r" b="b"/>
              <a:pathLst>
                <a:path w="10382" h="9925" extrusionOk="0">
                  <a:moveTo>
                    <a:pt x="1610" y="1"/>
                  </a:moveTo>
                  <a:cubicBezTo>
                    <a:pt x="721" y="1"/>
                    <a:pt x="0" y="721"/>
                    <a:pt x="0" y="1610"/>
                  </a:cubicBezTo>
                  <a:lnTo>
                    <a:pt x="0" y="6165"/>
                  </a:lnTo>
                  <a:cubicBezTo>
                    <a:pt x="0" y="7054"/>
                    <a:pt x="721" y="7775"/>
                    <a:pt x="1610" y="7775"/>
                  </a:cubicBezTo>
                  <a:lnTo>
                    <a:pt x="1628" y="7775"/>
                  </a:lnTo>
                  <a:lnTo>
                    <a:pt x="1628" y="9276"/>
                  </a:lnTo>
                  <a:cubicBezTo>
                    <a:pt x="1628" y="9506"/>
                    <a:pt x="1742" y="9725"/>
                    <a:pt x="1942" y="9838"/>
                  </a:cubicBezTo>
                  <a:cubicBezTo>
                    <a:pt x="2041" y="9896"/>
                    <a:pt x="2151" y="9925"/>
                    <a:pt x="2260" y="9925"/>
                  </a:cubicBezTo>
                  <a:cubicBezTo>
                    <a:pt x="2423" y="9925"/>
                    <a:pt x="2585" y="9861"/>
                    <a:pt x="2706" y="9739"/>
                  </a:cubicBezTo>
                  <a:lnTo>
                    <a:pt x="4670" y="7777"/>
                  </a:lnTo>
                  <a:lnTo>
                    <a:pt x="5511" y="7777"/>
                  </a:lnTo>
                  <a:cubicBezTo>
                    <a:pt x="5666" y="7777"/>
                    <a:pt x="5807" y="7665"/>
                    <a:pt x="5825" y="7509"/>
                  </a:cubicBezTo>
                  <a:cubicBezTo>
                    <a:pt x="5849" y="7326"/>
                    <a:pt x="5705" y="7164"/>
                    <a:pt x="5522" y="7164"/>
                  </a:cubicBezTo>
                  <a:lnTo>
                    <a:pt x="4542" y="7164"/>
                  </a:lnTo>
                  <a:cubicBezTo>
                    <a:pt x="4461" y="7166"/>
                    <a:pt x="4384" y="7197"/>
                    <a:pt x="4327" y="7255"/>
                  </a:cubicBezTo>
                  <a:lnTo>
                    <a:pt x="2274" y="9308"/>
                  </a:lnTo>
                  <a:cubicBezTo>
                    <a:pt x="2271" y="9312"/>
                    <a:pt x="2266" y="9315"/>
                    <a:pt x="2261" y="9315"/>
                  </a:cubicBezTo>
                  <a:cubicBezTo>
                    <a:pt x="2258" y="9315"/>
                    <a:pt x="2254" y="9314"/>
                    <a:pt x="2251" y="9312"/>
                  </a:cubicBezTo>
                  <a:cubicBezTo>
                    <a:pt x="2243" y="9310"/>
                    <a:pt x="2236" y="9302"/>
                    <a:pt x="2238" y="9292"/>
                  </a:cubicBezTo>
                  <a:lnTo>
                    <a:pt x="2238" y="7469"/>
                  </a:lnTo>
                  <a:cubicBezTo>
                    <a:pt x="2238" y="7301"/>
                    <a:pt x="2102" y="7164"/>
                    <a:pt x="1934" y="7164"/>
                  </a:cubicBezTo>
                  <a:lnTo>
                    <a:pt x="1610" y="7164"/>
                  </a:lnTo>
                  <a:cubicBezTo>
                    <a:pt x="1057" y="7164"/>
                    <a:pt x="609" y="6716"/>
                    <a:pt x="609" y="6164"/>
                  </a:cubicBezTo>
                  <a:lnTo>
                    <a:pt x="609" y="1609"/>
                  </a:lnTo>
                  <a:cubicBezTo>
                    <a:pt x="611" y="1058"/>
                    <a:pt x="1056" y="611"/>
                    <a:pt x="1606" y="611"/>
                  </a:cubicBezTo>
                  <a:lnTo>
                    <a:pt x="8770" y="611"/>
                  </a:lnTo>
                  <a:cubicBezTo>
                    <a:pt x="9323" y="611"/>
                    <a:pt x="9770" y="1058"/>
                    <a:pt x="9770" y="1610"/>
                  </a:cubicBezTo>
                  <a:lnTo>
                    <a:pt x="9770" y="6845"/>
                  </a:lnTo>
                  <a:cubicBezTo>
                    <a:pt x="9770" y="7022"/>
                    <a:pt x="9627" y="7164"/>
                    <a:pt x="9449" y="7164"/>
                  </a:cubicBezTo>
                  <a:lnTo>
                    <a:pt x="6706" y="7164"/>
                  </a:lnTo>
                  <a:cubicBezTo>
                    <a:pt x="6678" y="7166"/>
                    <a:pt x="6651" y="7177"/>
                    <a:pt x="6631" y="7197"/>
                  </a:cubicBezTo>
                  <a:cubicBezTo>
                    <a:pt x="6374" y="7461"/>
                    <a:pt x="6557" y="7777"/>
                    <a:pt x="6813" y="7777"/>
                  </a:cubicBezTo>
                  <a:lnTo>
                    <a:pt x="8770" y="7777"/>
                  </a:lnTo>
                  <a:cubicBezTo>
                    <a:pt x="9659" y="7777"/>
                    <a:pt x="10382" y="7054"/>
                    <a:pt x="10382" y="6165"/>
                  </a:cubicBezTo>
                  <a:lnTo>
                    <a:pt x="10382" y="1607"/>
                  </a:lnTo>
                  <a:cubicBezTo>
                    <a:pt x="10380" y="720"/>
                    <a:pt x="9661" y="1"/>
                    <a:pt x="8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8" name="Google Shape;1538;p37"/>
          <p:cNvGrpSpPr/>
          <p:nvPr/>
        </p:nvGrpSpPr>
        <p:grpSpPr>
          <a:xfrm>
            <a:off x="7172401" y="1298199"/>
            <a:ext cx="861193" cy="1115770"/>
            <a:chOff x="7465916" y="720492"/>
            <a:chExt cx="1139144" cy="1477450"/>
          </a:xfrm>
        </p:grpSpPr>
        <p:sp>
          <p:nvSpPr>
            <p:cNvPr id="1539" name="Google Shape;1539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5" name="Google Shape;1545;p37"/>
          <p:cNvGrpSpPr/>
          <p:nvPr/>
        </p:nvGrpSpPr>
        <p:grpSpPr>
          <a:xfrm flipH="1">
            <a:off x="1109227" y="1298183"/>
            <a:ext cx="861193" cy="1115918"/>
            <a:chOff x="7465916" y="720492"/>
            <a:chExt cx="1139144" cy="1477450"/>
          </a:xfrm>
        </p:grpSpPr>
        <p:sp>
          <p:nvSpPr>
            <p:cNvPr id="1546" name="Google Shape;1546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38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557" name="Google Shape;1557;p38"/>
          <p:cNvGrpSpPr/>
          <p:nvPr/>
        </p:nvGrpSpPr>
        <p:grpSpPr>
          <a:xfrm>
            <a:off x="713213" y="2165700"/>
            <a:ext cx="2131800" cy="1597599"/>
            <a:chOff x="713213" y="2100075"/>
            <a:chExt cx="2131800" cy="1597599"/>
          </a:xfrm>
        </p:grpSpPr>
        <p:sp>
          <p:nvSpPr>
            <p:cNvPr id="1558" name="Google Shape;1558;p38"/>
            <p:cNvSpPr txBox="1"/>
            <p:nvPr/>
          </p:nvSpPr>
          <p:spPr>
            <a:xfrm>
              <a:off x="713213" y="2100075"/>
              <a:ext cx="21318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Mars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559" name="Google Shape;1559;p38"/>
            <p:cNvSpPr txBox="1"/>
            <p:nvPr/>
          </p:nvSpPr>
          <p:spPr>
            <a:xfrm>
              <a:off x="713213" y="2431674"/>
              <a:ext cx="2131800" cy="126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Despite being red, Mars is actually a cold place. It's full of iron oxide dust, which gives the planet its reddish cast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cxnSp>
        <p:nvCxnSpPr>
          <p:cNvPr id="1560" name="Google Shape;1560;p38"/>
          <p:cNvCxnSpPr>
            <a:stCxn id="1559" idx="3"/>
            <a:endCxn id="1561" idx="2"/>
          </p:cNvCxnSpPr>
          <p:nvPr/>
        </p:nvCxnSpPr>
        <p:spPr>
          <a:xfrm rot="10800000" flipH="1">
            <a:off x="2845013" y="2333499"/>
            <a:ext cx="909000" cy="7968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2" name="Google Shape;1562;p38"/>
          <p:cNvCxnSpPr>
            <a:stCxn id="1559" idx="3"/>
            <a:endCxn id="1563" idx="2"/>
          </p:cNvCxnSpPr>
          <p:nvPr/>
        </p:nvCxnSpPr>
        <p:spPr>
          <a:xfrm>
            <a:off x="2845013" y="3130299"/>
            <a:ext cx="909000" cy="7899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564" name="Google Shape;1564;p38"/>
          <p:cNvGrpSpPr/>
          <p:nvPr/>
        </p:nvGrpSpPr>
        <p:grpSpPr>
          <a:xfrm>
            <a:off x="6735925" y="1745775"/>
            <a:ext cx="1694400" cy="1143100"/>
            <a:chOff x="6735925" y="1745775"/>
            <a:chExt cx="1694400" cy="1143100"/>
          </a:xfrm>
        </p:grpSpPr>
        <p:sp>
          <p:nvSpPr>
            <p:cNvPr id="1565" name="Google Shape;1565;p38"/>
            <p:cNvSpPr txBox="1"/>
            <p:nvPr/>
          </p:nvSpPr>
          <p:spPr>
            <a:xfrm>
              <a:off x="6735925" y="1745775"/>
              <a:ext cx="1694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Results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566" name="Google Shape;1566;p38"/>
            <p:cNvSpPr txBox="1"/>
            <p:nvPr/>
          </p:nvSpPr>
          <p:spPr>
            <a:xfrm>
              <a:off x="6735925" y="2077375"/>
              <a:ext cx="1694400" cy="81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Jupiter is very big and was named after a Roman god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567" name="Google Shape;1567;p38"/>
          <p:cNvGrpSpPr/>
          <p:nvPr/>
        </p:nvGrpSpPr>
        <p:grpSpPr>
          <a:xfrm>
            <a:off x="6735925" y="3332550"/>
            <a:ext cx="1694400" cy="1143100"/>
            <a:chOff x="6735925" y="3332550"/>
            <a:chExt cx="1694400" cy="1143100"/>
          </a:xfrm>
        </p:grpSpPr>
        <p:sp>
          <p:nvSpPr>
            <p:cNvPr id="1568" name="Google Shape;1568;p38"/>
            <p:cNvSpPr txBox="1"/>
            <p:nvPr/>
          </p:nvSpPr>
          <p:spPr>
            <a:xfrm>
              <a:off x="6735925" y="3332550"/>
              <a:ext cx="1694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Results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569" name="Google Shape;1569;p38"/>
            <p:cNvSpPr txBox="1"/>
            <p:nvPr/>
          </p:nvSpPr>
          <p:spPr>
            <a:xfrm>
              <a:off x="6735925" y="3664150"/>
              <a:ext cx="1694400" cy="81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Saturn is a gas giant and has several rings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cxnSp>
        <p:nvCxnSpPr>
          <p:cNvPr id="1570" name="Google Shape;1570;p38"/>
          <p:cNvCxnSpPr>
            <a:stCxn id="1571" idx="3"/>
            <a:endCxn id="1565" idx="1"/>
          </p:cNvCxnSpPr>
          <p:nvPr/>
        </p:nvCxnSpPr>
        <p:spPr>
          <a:xfrm>
            <a:off x="6240450" y="1956975"/>
            <a:ext cx="495600" cy="600"/>
          </a:xfrm>
          <a:prstGeom prst="bentConnector3">
            <a:avLst>
              <a:gd name="adj1" fmla="val 4998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72" name="Google Shape;1572;p38"/>
          <p:cNvCxnSpPr>
            <a:stCxn id="1573" idx="3"/>
            <a:endCxn id="1568" idx="1"/>
          </p:cNvCxnSpPr>
          <p:nvPr/>
        </p:nvCxnSpPr>
        <p:spPr>
          <a:xfrm>
            <a:off x="6240450" y="3543750"/>
            <a:ext cx="495600" cy="600"/>
          </a:xfrm>
          <a:prstGeom prst="bentConnector3">
            <a:avLst>
              <a:gd name="adj1" fmla="val 4998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574" name="Google Shape;1574;p38"/>
          <p:cNvGrpSpPr/>
          <p:nvPr/>
        </p:nvGrpSpPr>
        <p:grpSpPr>
          <a:xfrm>
            <a:off x="3630292" y="1745775"/>
            <a:ext cx="2610158" cy="1143100"/>
            <a:chOff x="3630292" y="1745775"/>
            <a:chExt cx="2610158" cy="1143100"/>
          </a:xfrm>
        </p:grpSpPr>
        <p:grpSp>
          <p:nvGrpSpPr>
            <p:cNvPr id="1575" name="Google Shape;1575;p38"/>
            <p:cNvGrpSpPr/>
            <p:nvPr/>
          </p:nvGrpSpPr>
          <p:grpSpPr>
            <a:xfrm>
              <a:off x="4546050" y="1745775"/>
              <a:ext cx="1694400" cy="1143100"/>
              <a:chOff x="4546050" y="1745775"/>
              <a:chExt cx="1694400" cy="1143100"/>
            </a:xfrm>
          </p:grpSpPr>
          <p:sp>
            <p:nvSpPr>
              <p:cNvPr id="1571" name="Google Shape;1571;p38"/>
              <p:cNvSpPr txBox="1"/>
              <p:nvPr/>
            </p:nvSpPr>
            <p:spPr>
              <a:xfrm>
                <a:off x="4546050" y="1745775"/>
                <a:ext cx="16944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Hypothesis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576" name="Google Shape;1576;p38"/>
              <p:cNvSpPr txBox="1"/>
              <p:nvPr/>
            </p:nvSpPr>
            <p:spPr>
              <a:xfrm>
                <a:off x="4546050" y="2077375"/>
                <a:ext cx="1694400" cy="81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Venus is hot and is the second planet from the Sun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grpSp>
          <p:nvGrpSpPr>
            <p:cNvPr id="1577" name="Google Shape;1577;p38"/>
            <p:cNvGrpSpPr/>
            <p:nvPr/>
          </p:nvGrpSpPr>
          <p:grpSpPr>
            <a:xfrm>
              <a:off x="3630292" y="1988267"/>
              <a:ext cx="819000" cy="658115"/>
              <a:chOff x="3630292" y="1926235"/>
              <a:chExt cx="819000" cy="658115"/>
            </a:xfrm>
          </p:grpSpPr>
          <p:grpSp>
            <p:nvGrpSpPr>
              <p:cNvPr id="1578" name="Google Shape;1578;p38"/>
              <p:cNvGrpSpPr/>
              <p:nvPr/>
            </p:nvGrpSpPr>
            <p:grpSpPr>
              <a:xfrm>
                <a:off x="3753957" y="1926235"/>
                <a:ext cx="640081" cy="658115"/>
                <a:chOff x="1690218" y="1609641"/>
                <a:chExt cx="526339" cy="577699"/>
              </a:xfrm>
            </p:grpSpPr>
            <p:sp>
              <p:nvSpPr>
                <p:cNvPr id="1579" name="Google Shape;1579;p38"/>
                <p:cNvSpPr/>
                <p:nvPr/>
              </p:nvSpPr>
              <p:spPr>
                <a:xfrm rot="5400000" flipH="1">
                  <a:off x="1698457" y="1640841"/>
                  <a:ext cx="549300" cy="486900"/>
                </a:xfrm>
                <a:prstGeom prst="flowChartDelay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561" name="Google Shape;1561;p38"/>
                <p:cNvSpPr/>
                <p:nvPr/>
              </p:nvSpPr>
              <p:spPr>
                <a:xfrm rot="5400000" flipH="1">
                  <a:off x="1659018" y="1669241"/>
                  <a:ext cx="549300" cy="486900"/>
                </a:xfrm>
                <a:prstGeom prst="flowChartDelay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  <p:sp>
            <p:nvSpPr>
              <p:cNvPr id="1580" name="Google Shape;1580;p38"/>
              <p:cNvSpPr txBox="1"/>
              <p:nvPr/>
            </p:nvSpPr>
            <p:spPr>
              <a:xfrm>
                <a:off x="3630292" y="2060401"/>
                <a:ext cx="819000" cy="48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01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grpSp>
        <p:nvGrpSpPr>
          <p:cNvPr id="1581" name="Google Shape;1581;p38"/>
          <p:cNvGrpSpPr/>
          <p:nvPr/>
        </p:nvGrpSpPr>
        <p:grpSpPr>
          <a:xfrm>
            <a:off x="3630292" y="3332550"/>
            <a:ext cx="2610158" cy="1143100"/>
            <a:chOff x="3630292" y="3332550"/>
            <a:chExt cx="2610158" cy="1143100"/>
          </a:xfrm>
        </p:grpSpPr>
        <p:grpSp>
          <p:nvGrpSpPr>
            <p:cNvPr id="1582" name="Google Shape;1582;p38"/>
            <p:cNvGrpSpPr/>
            <p:nvPr/>
          </p:nvGrpSpPr>
          <p:grpSpPr>
            <a:xfrm>
              <a:off x="4546050" y="3332550"/>
              <a:ext cx="1694400" cy="1143100"/>
              <a:chOff x="4546050" y="3332550"/>
              <a:chExt cx="1694400" cy="1143100"/>
            </a:xfrm>
          </p:grpSpPr>
          <p:sp>
            <p:nvSpPr>
              <p:cNvPr id="1573" name="Google Shape;1573;p38"/>
              <p:cNvSpPr txBox="1"/>
              <p:nvPr/>
            </p:nvSpPr>
            <p:spPr>
              <a:xfrm>
                <a:off x="4546050" y="3332550"/>
                <a:ext cx="16944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Hypothesis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583" name="Google Shape;1583;p38"/>
              <p:cNvSpPr txBox="1"/>
              <p:nvPr/>
            </p:nvSpPr>
            <p:spPr>
              <a:xfrm>
                <a:off x="4546050" y="3664150"/>
                <a:ext cx="1694400" cy="81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Earth is the only planet known to harbor life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grpSp>
          <p:nvGrpSpPr>
            <p:cNvPr id="1584" name="Google Shape;1584;p38"/>
            <p:cNvGrpSpPr/>
            <p:nvPr/>
          </p:nvGrpSpPr>
          <p:grpSpPr>
            <a:xfrm>
              <a:off x="3630292" y="3575043"/>
              <a:ext cx="819000" cy="658115"/>
              <a:chOff x="3630292" y="3483185"/>
              <a:chExt cx="819000" cy="658115"/>
            </a:xfrm>
          </p:grpSpPr>
          <p:grpSp>
            <p:nvGrpSpPr>
              <p:cNvPr id="1585" name="Google Shape;1585;p38"/>
              <p:cNvGrpSpPr/>
              <p:nvPr/>
            </p:nvGrpSpPr>
            <p:grpSpPr>
              <a:xfrm>
                <a:off x="3753957" y="3483185"/>
                <a:ext cx="640081" cy="658115"/>
                <a:chOff x="1690218" y="1609641"/>
                <a:chExt cx="526339" cy="577699"/>
              </a:xfrm>
            </p:grpSpPr>
            <p:sp>
              <p:nvSpPr>
                <p:cNvPr id="1586" name="Google Shape;1586;p38"/>
                <p:cNvSpPr/>
                <p:nvPr/>
              </p:nvSpPr>
              <p:spPr>
                <a:xfrm rot="5400000" flipH="1">
                  <a:off x="1698457" y="1640841"/>
                  <a:ext cx="549300" cy="486900"/>
                </a:xfrm>
                <a:prstGeom prst="flowChartDelay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563" name="Google Shape;1563;p38"/>
                <p:cNvSpPr/>
                <p:nvPr/>
              </p:nvSpPr>
              <p:spPr>
                <a:xfrm rot="5400000" flipH="1">
                  <a:off x="1659018" y="1669241"/>
                  <a:ext cx="549300" cy="486900"/>
                </a:xfrm>
                <a:prstGeom prst="flowChartDelay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  <p:sp>
            <p:nvSpPr>
              <p:cNvPr id="1587" name="Google Shape;1587;p38"/>
              <p:cNvSpPr txBox="1"/>
              <p:nvPr/>
            </p:nvSpPr>
            <p:spPr>
              <a:xfrm>
                <a:off x="3630292" y="3617775"/>
                <a:ext cx="819000" cy="48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02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grpSp>
        <p:nvGrpSpPr>
          <p:cNvPr id="1588" name="Google Shape;1588;p38"/>
          <p:cNvGrpSpPr/>
          <p:nvPr/>
        </p:nvGrpSpPr>
        <p:grpSpPr>
          <a:xfrm rot="10800000" flipH="1">
            <a:off x="1171602" y="3858853"/>
            <a:ext cx="1132322" cy="423043"/>
            <a:chOff x="7740700" y="4100311"/>
            <a:chExt cx="786936" cy="604089"/>
          </a:xfrm>
        </p:grpSpPr>
        <p:grpSp>
          <p:nvGrpSpPr>
            <p:cNvPr id="1589" name="Google Shape;1589;p38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590" name="Google Shape;1590;p38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8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92" name="Google Shape;1592;p38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9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598" name="Google Shape;1598;p39"/>
          <p:cNvGrpSpPr/>
          <p:nvPr/>
        </p:nvGrpSpPr>
        <p:grpSpPr>
          <a:xfrm>
            <a:off x="4251959" y="1724893"/>
            <a:ext cx="640081" cy="658115"/>
            <a:chOff x="1690218" y="1609641"/>
            <a:chExt cx="526339" cy="577699"/>
          </a:xfrm>
        </p:grpSpPr>
        <p:sp>
          <p:nvSpPr>
            <p:cNvPr id="1599" name="Google Shape;1599;p39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9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1" name="Google Shape;1601;p39"/>
          <p:cNvGrpSpPr/>
          <p:nvPr/>
        </p:nvGrpSpPr>
        <p:grpSpPr>
          <a:xfrm flipH="1">
            <a:off x="4251959" y="2774005"/>
            <a:ext cx="640081" cy="658115"/>
            <a:chOff x="1690218" y="1609641"/>
            <a:chExt cx="526339" cy="577699"/>
          </a:xfrm>
        </p:grpSpPr>
        <p:sp>
          <p:nvSpPr>
            <p:cNvPr id="1602" name="Google Shape;1602;p39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9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4" name="Google Shape;1604;p39"/>
          <p:cNvGrpSpPr/>
          <p:nvPr/>
        </p:nvGrpSpPr>
        <p:grpSpPr>
          <a:xfrm>
            <a:off x="4251959" y="3823118"/>
            <a:ext cx="640081" cy="658115"/>
            <a:chOff x="1690218" y="1609641"/>
            <a:chExt cx="526339" cy="577699"/>
          </a:xfrm>
        </p:grpSpPr>
        <p:sp>
          <p:nvSpPr>
            <p:cNvPr id="1605" name="Google Shape;1605;p39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9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7" name="Google Shape;1607;p39"/>
          <p:cNvGrpSpPr/>
          <p:nvPr/>
        </p:nvGrpSpPr>
        <p:grpSpPr>
          <a:xfrm>
            <a:off x="1120175" y="1605100"/>
            <a:ext cx="2386200" cy="897700"/>
            <a:chOff x="1100000" y="1605100"/>
            <a:chExt cx="2386200" cy="897700"/>
          </a:xfrm>
        </p:grpSpPr>
        <p:sp>
          <p:nvSpPr>
            <p:cNvPr id="1608" name="Google Shape;1608;p39"/>
            <p:cNvSpPr txBox="1"/>
            <p:nvPr/>
          </p:nvSpPr>
          <p:spPr>
            <a:xfrm>
              <a:off x="1100000" y="1605100"/>
              <a:ext cx="2386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Problem 01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609" name="Google Shape;1609;p39"/>
            <p:cNvSpPr txBox="1"/>
            <p:nvPr/>
          </p:nvSpPr>
          <p:spPr>
            <a:xfrm>
              <a:off x="1100000" y="1936700"/>
              <a:ext cx="2386200" cy="5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Despite being red, Mars is actually a cold place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610" name="Google Shape;1610;p39"/>
          <p:cNvGrpSpPr/>
          <p:nvPr/>
        </p:nvGrpSpPr>
        <p:grpSpPr>
          <a:xfrm>
            <a:off x="5637625" y="1605100"/>
            <a:ext cx="2386200" cy="897700"/>
            <a:chOff x="5617450" y="1605100"/>
            <a:chExt cx="2386200" cy="897700"/>
          </a:xfrm>
        </p:grpSpPr>
        <p:sp>
          <p:nvSpPr>
            <p:cNvPr id="1611" name="Google Shape;1611;p39"/>
            <p:cNvSpPr txBox="1"/>
            <p:nvPr/>
          </p:nvSpPr>
          <p:spPr>
            <a:xfrm>
              <a:off x="5617450" y="1605100"/>
              <a:ext cx="2386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Problem 02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612" name="Google Shape;1612;p39"/>
            <p:cNvSpPr txBox="1"/>
            <p:nvPr/>
          </p:nvSpPr>
          <p:spPr>
            <a:xfrm>
              <a:off x="5617450" y="1936700"/>
              <a:ext cx="2386200" cy="5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Venus is hot and is the second planet from the Sun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613" name="Google Shape;1613;p39"/>
          <p:cNvGrpSpPr/>
          <p:nvPr/>
        </p:nvGrpSpPr>
        <p:grpSpPr>
          <a:xfrm>
            <a:off x="1120175" y="2652300"/>
            <a:ext cx="2386200" cy="897700"/>
            <a:chOff x="1100000" y="2589650"/>
            <a:chExt cx="2386200" cy="897700"/>
          </a:xfrm>
        </p:grpSpPr>
        <p:sp>
          <p:nvSpPr>
            <p:cNvPr id="1614" name="Google Shape;1614;p39"/>
            <p:cNvSpPr txBox="1"/>
            <p:nvPr/>
          </p:nvSpPr>
          <p:spPr>
            <a:xfrm>
              <a:off x="1100000" y="2589650"/>
              <a:ext cx="2386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Hypothesis 01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615" name="Google Shape;1615;p39"/>
            <p:cNvSpPr txBox="1"/>
            <p:nvPr/>
          </p:nvSpPr>
          <p:spPr>
            <a:xfrm>
              <a:off x="1100000" y="2921250"/>
              <a:ext cx="2386200" cy="5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Earth is the only planet known to harbor life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616" name="Google Shape;1616;p39"/>
          <p:cNvGrpSpPr/>
          <p:nvPr/>
        </p:nvGrpSpPr>
        <p:grpSpPr>
          <a:xfrm>
            <a:off x="5637625" y="2652300"/>
            <a:ext cx="2386200" cy="897700"/>
            <a:chOff x="5617450" y="2589650"/>
            <a:chExt cx="2386200" cy="897700"/>
          </a:xfrm>
        </p:grpSpPr>
        <p:sp>
          <p:nvSpPr>
            <p:cNvPr id="1617" name="Google Shape;1617;p39"/>
            <p:cNvSpPr txBox="1"/>
            <p:nvPr/>
          </p:nvSpPr>
          <p:spPr>
            <a:xfrm>
              <a:off x="5617450" y="2589650"/>
              <a:ext cx="2386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Hypothesis 02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618" name="Google Shape;1618;p39"/>
            <p:cNvSpPr txBox="1"/>
            <p:nvPr/>
          </p:nvSpPr>
          <p:spPr>
            <a:xfrm>
              <a:off x="5617450" y="2921250"/>
              <a:ext cx="2386200" cy="5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Saturn is a gas giant and has several rings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619" name="Google Shape;1619;p39"/>
          <p:cNvGrpSpPr/>
          <p:nvPr/>
        </p:nvGrpSpPr>
        <p:grpSpPr>
          <a:xfrm>
            <a:off x="1120175" y="3699500"/>
            <a:ext cx="2386200" cy="897700"/>
            <a:chOff x="1100000" y="3699500"/>
            <a:chExt cx="2386200" cy="897700"/>
          </a:xfrm>
        </p:grpSpPr>
        <p:sp>
          <p:nvSpPr>
            <p:cNvPr id="1620" name="Google Shape;1620;p39"/>
            <p:cNvSpPr txBox="1"/>
            <p:nvPr/>
          </p:nvSpPr>
          <p:spPr>
            <a:xfrm>
              <a:off x="1100000" y="3699500"/>
              <a:ext cx="2386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Methodology 01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621" name="Google Shape;1621;p39"/>
            <p:cNvSpPr txBox="1"/>
            <p:nvPr/>
          </p:nvSpPr>
          <p:spPr>
            <a:xfrm>
              <a:off x="1100000" y="4031100"/>
              <a:ext cx="2386200" cy="5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Jupiter is the biggest planet of them all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622" name="Google Shape;1622;p39"/>
          <p:cNvGrpSpPr/>
          <p:nvPr/>
        </p:nvGrpSpPr>
        <p:grpSpPr>
          <a:xfrm>
            <a:off x="5637625" y="3699500"/>
            <a:ext cx="2386200" cy="897700"/>
            <a:chOff x="5617450" y="3699500"/>
            <a:chExt cx="2386200" cy="897700"/>
          </a:xfrm>
        </p:grpSpPr>
        <p:sp>
          <p:nvSpPr>
            <p:cNvPr id="1623" name="Google Shape;1623;p39"/>
            <p:cNvSpPr txBox="1"/>
            <p:nvPr/>
          </p:nvSpPr>
          <p:spPr>
            <a:xfrm>
              <a:off x="5617450" y="3699500"/>
              <a:ext cx="2386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Methodology 02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624" name="Google Shape;1624;p39"/>
            <p:cNvSpPr txBox="1"/>
            <p:nvPr/>
          </p:nvSpPr>
          <p:spPr>
            <a:xfrm>
              <a:off x="5617450" y="4031100"/>
              <a:ext cx="2386200" cy="5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Mercury is the smallest planet of them all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cxnSp>
        <p:nvCxnSpPr>
          <p:cNvPr id="1625" name="Google Shape;1625;p39"/>
          <p:cNvCxnSpPr>
            <a:stCxn id="1600" idx="2"/>
            <a:endCxn id="1608" idx="3"/>
          </p:cNvCxnSpPr>
          <p:nvPr/>
        </p:nvCxnSpPr>
        <p:spPr>
          <a:xfrm rot="10800000">
            <a:off x="3506459" y="1816327"/>
            <a:ext cx="745500" cy="2538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26" name="Google Shape;1626;p39"/>
          <p:cNvCxnSpPr>
            <a:stCxn id="1600" idx="0"/>
            <a:endCxn id="1611" idx="1"/>
          </p:cNvCxnSpPr>
          <p:nvPr/>
        </p:nvCxnSpPr>
        <p:spPr>
          <a:xfrm rot="10800000" flipH="1">
            <a:off x="4844078" y="1816327"/>
            <a:ext cx="793500" cy="2538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27" name="Google Shape;1627;p39"/>
          <p:cNvCxnSpPr>
            <a:stCxn id="1603" idx="0"/>
            <a:endCxn id="1614" idx="3"/>
          </p:cNvCxnSpPr>
          <p:nvPr/>
        </p:nvCxnSpPr>
        <p:spPr>
          <a:xfrm rot="10800000">
            <a:off x="3506422" y="2863639"/>
            <a:ext cx="793500" cy="255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28" name="Google Shape;1628;p39"/>
          <p:cNvCxnSpPr>
            <a:stCxn id="1603" idx="2"/>
            <a:endCxn id="1617" idx="1"/>
          </p:cNvCxnSpPr>
          <p:nvPr/>
        </p:nvCxnSpPr>
        <p:spPr>
          <a:xfrm rot="10800000" flipH="1">
            <a:off x="4892041" y="2863639"/>
            <a:ext cx="745500" cy="255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29" name="Google Shape;1629;p39"/>
          <p:cNvCxnSpPr>
            <a:stCxn id="1606" idx="2"/>
            <a:endCxn id="1620" idx="3"/>
          </p:cNvCxnSpPr>
          <p:nvPr/>
        </p:nvCxnSpPr>
        <p:spPr>
          <a:xfrm rot="10800000">
            <a:off x="3506459" y="3910652"/>
            <a:ext cx="745500" cy="2577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30" name="Google Shape;1630;p39"/>
          <p:cNvCxnSpPr>
            <a:stCxn id="1606" idx="0"/>
            <a:endCxn id="1623" idx="1"/>
          </p:cNvCxnSpPr>
          <p:nvPr/>
        </p:nvCxnSpPr>
        <p:spPr>
          <a:xfrm rot="10800000" flipH="1">
            <a:off x="4844078" y="3910652"/>
            <a:ext cx="793500" cy="2577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631" name="Google Shape;1631;p39"/>
          <p:cNvGrpSpPr/>
          <p:nvPr/>
        </p:nvGrpSpPr>
        <p:grpSpPr>
          <a:xfrm>
            <a:off x="4379502" y="2883970"/>
            <a:ext cx="384996" cy="457213"/>
            <a:chOff x="1781363" y="1755775"/>
            <a:chExt cx="440600" cy="521100"/>
          </a:xfrm>
        </p:grpSpPr>
        <p:sp>
          <p:nvSpPr>
            <p:cNvPr id="1632" name="Google Shape;1632;p39"/>
            <p:cNvSpPr/>
            <p:nvPr/>
          </p:nvSpPr>
          <p:spPr>
            <a:xfrm>
              <a:off x="1854838" y="1755775"/>
              <a:ext cx="292675" cy="521100"/>
            </a:xfrm>
            <a:custGeom>
              <a:avLst/>
              <a:gdLst/>
              <a:ahLst/>
              <a:cxnLst/>
              <a:rect l="l" t="t" r="r" b="b"/>
              <a:pathLst>
                <a:path w="11707" h="20844" extrusionOk="0">
                  <a:moveTo>
                    <a:pt x="5872" y="611"/>
                  </a:moveTo>
                  <a:cubicBezTo>
                    <a:pt x="8764" y="611"/>
                    <a:pt x="11115" y="2962"/>
                    <a:pt x="11115" y="5854"/>
                  </a:cubicBezTo>
                  <a:cubicBezTo>
                    <a:pt x="11115" y="8745"/>
                    <a:pt x="8764" y="11096"/>
                    <a:pt x="5872" y="11096"/>
                  </a:cubicBezTo>
                  <a:cubicBezTo>
                    <a:pt x="2981" y="11096"/>
                    <a:pt x="630" y="8745"/>
                    <a:pt x="630" y="5854"/>
                  </a:cubicBezTo>
                  <a:cubicBezTo>
                    <a:pt x="630" y="2962"/>
                    <a:pt x="2981" y="611"/>
                    <a:pt x="5872" y="611"/>
                  </a:cubicBezTo>
                  <a:close/>
                  <a:moveTo>
                    <a:pt x="5854" y="0"/>
                  </a:moveTo>
                  <a:cubicBezTo>
                    <a:pt x="2627" y="0"/>
                    <a:pt x="0" y="2625"/>
                    <a:pt x="0" y="5854"/>
                  </a:cubicBezTo>
                  <a:cubicBezTo>
                    <a:pt x="0" y="8978"/>
                    <a:pt x="2463" y="11540"/>
                    <a:pt x="5550" y="11698"/>
                  </a:cubicBezTo>
                  <a:lnTo>
                    <a:pt x="5550" y="13092"/>
                  </a:lnTo>
                  <a:cubicBezTo>
                    <a:pt x="4976" y="13233"/>
                    <a:pt x="4573" y="13747"/>
                    <a:pt x="4572" y="14338"/>
                  </a:cubicBezTo>
                  <a:lnTo>
                    <a:pt x="4572" y="19533"/>
                  </a:lnTo>
                  <a:cubicBezTo>
                    <a:pt x="4572" y="20230"/>
                    <a:pt x="5119" y="20823"/>
                    <a:pt x="5817" y="20843"/>
                  </a:cubicBezTo>
                  <a:cubicBezTo>
                    <a:pt x="5830" y="20843"/>
                    <a:pt x="5842" y="20843"/>
                    <a:pt x="5855" y="20843"/>
                  </a:cubicBezTo>
                  <a:cubicBezTo>
                    <a:pt x="6560" y="20843"/>
                    <a:pt x="7137" y="20271"/>
                    <a:pt x="7137" y="19562"/>
                  </a:cubicBezTo>
                  <a:lnTo>
                    <a:pt x="7137" y="15654"/>
                  </a:lnTo>
                  <a:cubicBezTo>
                    <a:pt x="7137" y="15499"/>
                    <a:pt x="7025" y="15358"/>
                    <a:pt x="6869" y="15340"/>
                  </a:cubicBezTo>
                  <a:cubicBezTo>
                    <a:pt x="6856" y="15338"/>
                    <a:pt x="6842" y="15337"/>
                    <a:pt x="6829" y="15337"/>
                  </a:cubicBezTo>
                  <a:cubicBezTo>
                    <a:pt x="6663" y="15337"/>
                    <a:pt x="6525" y="15474"/>
                    <a:pt x="6526" y="15643"/>
                  </a:cubicBezTo>
                  <a:lnTo>
                    <a:pt x="6526" y="19539"/>
                  </a:lnTo>
                  <a:cubicBezTo>
                    <a:pt x="6526" y="19920"/>
                    <a:pt x="6227" y="20233"/>
                    <a:pt x="5854" y="20233"/>
                  </a:cubicBezTo>
                  <a:cubicBezTo>
                    <a:pt x="5836" y="20233"/>
                    <a:pt x="5817" y="20232"/>
                    <a:pt x="5799" y="20230"/>
                  </a:cubicBezTo>
                  <a:cubicBezTo>
                    <a:pt x="5451" y="20201"/>
                    <a:pt x="5182" y="19910"/>
                    <a:pt x="5182" y="19560"/>
                  </a:cubicBezTo>
                  <a:lnTo>
                    <a:pt x="5182" y="14147"/>
                  </a:lnTo>
                  <a:cubicBezTo>
                    <a:pt x="5187" y="14061"/>
                    <a:pt x="5221" y="13978"/>
                    <a:pt x="5281" y="13917"/>
                  </a:cubicBezTo>
                  <a:cubicBezTo>
                    <a:pt x="5470" y="13740"/>
                    <a:pt x="5671" y="13665"/>
                    <a:pt x="5855" y="13665"/>
                  </a:cubicBezTo>
                  <a:cubicBezTo>
                    <a:pt x="6248" y="13665"/>
                    <a:pt x="6563" y="14004"/>
                    <a:pt x="6523" y="14406"/>
                  </a:cubicBezTo>
                  <a:cubicBezTo>
                    <a:pt x="6518" y="14449"/>
                    <a:pt x="6533" y="14493"/>
                    <a:pt x="6563" y="14524"/>
                  </a:cubicBezTo>
                  <a:cubicBezTo>
                    <a:pt x="6652" y="14607"/>
                    <a:pt x="6745" y="14642"/>
                    <a:pt x="6831" y="14642"/>
                  </a:cubicBezTo>
                  <a:cubicBezTo>
                    <a:pt x="6999" y="14642"/>
                    <a:pt x="7135" y="14506"/>
                    <a:pt x="7135" y="14338"/>
                  </a:cubicBezTo>
                  <a:cubicBezTo>
                    <a:pt x="7135" y="13747"/>
                    <a:pt x="6732" y="13233"/>
                    <a:pt x="6159" y="13092"/>
                  </a:cubicBezTo>
                  <a:lnTo>
                    <a:pt x="6159" y="11698"/>
                  </a:lnTo>
                  <a:cubicBezTo>
                    <a:pt x="9247" y="11540"/>
                    <a:pt x="11706" y="8979"/>
                    <a:pt x="11706" y="5854"/>
                  </a:cubicBezTo>
                  <a:cubicBezTo>
                    <a:pt x="11706" y="2625"/>
                    <a:pt x="9081" y="0"/>
                    <a:pt x="5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9"/>
            <p:cNvSpPr/>
            <p:nvPr/>
          </p:nvSpPr>
          <p:spPr>
            <a:xfrm>
              <a:off x="1930488" y="1831975"/>
              <a:ext cx="191650" cy="183750"/>
            </a:xfrm>
            <a:custGeom>
              <a:avLst/>
              <a:gdLst/>
              <a:ahLst/>
              <a:cxnLst/>
              <a:rect l="l" t="t" r="r" b="b"/>
              <a:pathLst>
                <a:path w="7666" h="7350" extrusionOk="0">
                  <a:moveTo>
                    <a:pt x="6267" y="1"/>
                  </a:moveTo>
                  <a:cubicBezTo>
                    <a:pt x="6205" y="1"/>
                    <a:pt x="6142" y="20"/>
                    <a:pt x="6088" y="60"/>
                  </a:cubicBezTo>
                  <a:cubicBezTo>
                    <a:pt x="5952" y="159"/>
                    <a:pt x="5923" y="350"/>
                    <a:pt x="6023" y="487"/>
                  </a:cubicBezTo>
                  <a:cubicBezTo>
                    <a:pt x="7168" y="2052"/>
                    <a:pt x="7001" y="4217"/>
                    <a:pt x="5630" y="5588"/>
                  </a:cubicBezTo>
                  <a:cubicBezTo>
                    <a:pt x="4868" y="6350"/>
                    <a:pt x="3861" y="6740"/>
                    <a:pt x="2848" y="6740"/>
                  </a:cubicBezTo>
                  <a:cubicBezTo>
                    <a:pt x="2037" y="6740"/>
                    <a:pt x="1223" y="6490"/>
                    <a:pt x="527" y="5982"/>
                  </a:cubicBezTo>
                  <a:cubicBezTo>
                    <a:pt x="473" y="5942"/>
                    <a:pt x="410" y="5922"/>
                    <a:pt x="348" y="5922"/>
                  </a:cubicBezTo>
                  <a:cubicBezTo>
                    <a:pt x="253" y="5922"/>
                    <a:pt x="161" y="5966"/>
                    <a:pt x="101" y="6048"/>
                  </a:cubicBezTo>
                  <a:cubicBezTo>
                    <a:pt x="1" y="6184"/>
                    <a:pt x="30" y="6375"/>
                    <a:pt x="166" y="6474"/>
                  </a:cubicBezTo>
                  <a:cubicBezTo>
                    <a:pt x="944" y="7042"/>
                    <a:pt x="1882" y="7350"/>
                    <a:pt x="2846" y="7350"/>
                  </a:cubicBezTo>
                  <a:cubicBezTo>
                    <a:pt x="2849" y="7350"/>
                    <a:pt x="2851" y="7350"/>
                    <a:pt x="2854" y="7350"/>
                  </a:cubicBezTo>
                  <a:cubicBezTo>
                    <a:pt x="2962" y="7350"/>
                    <a:pt x="3069" y="7347"/>
                    <a:pt x="3178" y="7339"/>
                  </a:cubicBezTo>
                  <a:cubicBezTo>
                    <a:pt x="4825" y="7219"/>
                    <a:pt x="6279" y="6215"/>
                    <a:pt x="6972" y="4715"/>
                  </a:cubicBezTo>
                  <a:cubicBezTo>
                    <a:pt x="7665" y="3216"/>
                    <a:pt x="7490" y="1459"/>
                    <a:pt x="6515" y="126"/>
                  </a:cubicBezTo>
                  <a:cubicBezTo>
                    <a:pt x="6455" y="44"/>
                    <a:pt x="6362" y="1"/>
                    <a:pt x="6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9"/>
            <p:cNvSpPr/>
            <p:nvPr/>
          </p:nvSpPr>
          <p:spPr>
            <a:xfrm>
              <a:off x="1876813" y="1788425"/>
              <a:ext cx="195850" cy="183825"/>
            </a:xfrm>
            <a:custGeom>
              <a:avLst/>
              <a:gdLst/>
              <a:ahLst/>
              <a:cxnLst/>
              <a:rect l="l" t="t" r="r" b="b"/>
              <a:pathLst>
                <a:path w="7834" h="7353" extrusionOk="0">
                  <a:moveTo>
                    <a:pt x="4991" y="1"/>
                  </a:moveTo>
                  <a:cubicBezTo>
                    <a:pt x="3821" y="1"/>
                    <a:pt x="2657" y="452"/>
                    <a:pt x="1777" y="1332"/>
                  </a:cubicBezTo>
                  <a:cubicBezTo>
                    <a:pt x="193" y="2916"/>
                    <a:pt x="0" y="5419"/>
                    <a:pt x="1325" y="7228"/>
                  </a:cubicBezTo>
                  <a:cubicBezTo>
                    <a:pt x="1384" y="7309"/>
                    <a:pt x="1476" y="7353"/>
                    <a:pt x="1570" y="7353"/>
                  </a:cubicBezTo>
                  <a:cubicBezTo>
                    <a:pt x="1633" y="7353"/>
                    <a:pt x="1696" y="7333"/>
                    <a:pt x="1751" y="7293"/>
                  </a:cubicBezTo>
                  <a:cubicBezTo>
                    <a:pt x="1887" y="7194"/>
                    <a:pt x="1916" y="7003"/>
                    <a:pt x="1817" y="6867"/>
                  </a:cubicBezTo>
                  <a:cubicBezTo>
                    <a:pt x="1267" y="6114"/>
                    <a:pt x="1001" y="5189"/>
                    <a:pt x="1069" y="4260"/>
                  </a:cubicBezTo>
                  <a:lnTo>
                    <a:pt x="1069" y="4258"/>
                  </a:lnTo>
                  <a:cubicBezTo>
                    <a:pt x="1173" y="2833"/>
                    <a:pt x="2042" y="1575"/>
                    <a:pt x="3340" y="976"/>
                  </a:cubicBezTo>
                  <a:cubicBezTo>
                    <a:pt x="3866" y="732"/>
                    <a:pt x="4430" y="612"/>
                    <a:pt x="4990" y="612"/>
                  </a:cubicBezTo>
                  <a:cubicBezTo>
                    <a:pt x="5811" y="612"/>
                    <a:pt x="6627" y="870"/>
                    <a:pt x="7312" y="1371"/>
                  </a:cubicBezTo>
                  <a:cubicBezTo>
                    <a:pt x="7365" y="1408"/>
                    <a:pt x="7426" y="1426"/>
                    <a:pt x="7487" y="1426"/>
                  </a:cubicBezTo>
                  <a:cubicBezTo>
                    <a:pt x="7581" y="1426"/>
                    <a:pt x="7674" y="1383"/>
                    <a:pt x="7734" y="1301"/>
                  </a:cubicBezTo>
                  <a:cubicBezTo>
                    <a:pt x="7833" y="1167"/>
                    <a:pt x="7806" y="979"/>
                    <a:pt x="7673" y="879"/>
                  </a:cubicBezTo>
                  <a:cubicBezTo>
                    <a:pt x="6869" y="290"/>
                    <a:pt x="5928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9"/>
            <p:cNvSpPr/>
            <p:nvPr/>
          </p:nvSpPr>
          <p:spPr>
            <a:xfrm>
              <a:off x="1946088" y="1848275"/>
              <a:ext cx="111125" cy="107650"/>
            </a:xfrm>
            <a:custGeom>
              <a:avLst/>
              <a:gdLst/>
              <a:ahLst/>
              <a:cxnLst/>
              <a:rect l="l" t="t" r="r" b="b"/>
              <a:pathLst>
                <a:path w="4445" h="4306" extrusionOk="0">
                  <a:moveTo>
                    <a:pt x="3454" y="922"/>
                  </a:moveTo>
                  <a:lnTo>
                    <a:pt x="2819" y="2318"/>
                  </a:lnTo>
                  <a:lnTo>
                    <a:pt x="2058" y="1557"/>
                  </a:lnTo>
                  <a:lnTo>
                    <a:pt x="3454" y="922"/>
                  </a:lnTo>
                  <a:close/>
                  <a:moveTo>
                    <a:pt x="1626" y="1989"/>
                  </a:moveTo>
                  <a:lnTo>
                    <a:pt x="2387" y="2750"/>
                  </a:lnTo>
                  <a:lnTo>
                    <a:pt x="991" y="3385"/>
                  </a:lnTo>
                  <a:lnTo>
                    <a:pt x="1626" y="1989"/>
                  </a:lnTo>
                  <a:close/>
                  <a:moveTo>
                    <a:pt x="4071" y="1"/>
                  </a:moveTo>
                  <a:cubicBezTo>
                    <a:pt x="4029" y="1"/>
                    <a:pt x="3985" y="10"/>
                    <a:pt x="3942" y="30"/>
                  </a:cubicBezTo>
                  <a:lnTo>
                    <a:pt x="1404" y="1183"/>
                  </a:lnTo>
                  <a:cubicBezTo>
                    <a:pt x="1336" y="1213"/>
                    <a:pt x="1283" y="1268"/>
                    <a:pt x="1252" y="1335"/>
                  </a:cubicBezTo>
                  <a:lnTo>
                    <a:pt x="99" y="3872"/>
                  </a:lnTo>
                  <a:cubicBezTo>
                    <a:pt x="1" y="4086"/>
                    <a:pt x="168" y="4306"/>
                    <a:pt x="375" y="4306"/>
                  </a:cubicBezTo>
                  <a:cubicBezTo>
                    <a:pt x="417" y="4306"/>
                    <a:pt x="460" y="4297"/>
                    <a:pt x="504" y="4277"/>
                  </a:cubicBezTo>
                  <a:lnTo>
                    <a:pt x="3041" y="3124"/>
                  </a:lnTo>
                  <a:cubicBezTo>
                    <a:pt x="3109" y="3093"/>
                    <a:pt x="3163" y="3040"/>
                    <a:pt x="3194" y="2972"/>
                  </a:cubicBezTo>
                  <a:lnTo>
                    <a:pt x="4346" y="434"/>
                  </a:lnTo>
                  <a:cubicBezTo>
                    <a:pt x="4445" y="220"/>
                    <a:pt x="4278" y="1"/>
                    <a:pt x="4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9"/>
            <p:cNvSpPr/>
            <p:nvPr/>
          </p:nvSpPr>
          <p:spPr>
            <a:xfrm>
              <a:off x="1781363" y="1894225"/>
              <a:ext cx="49000" cy="15275"/>
            </a:xfrm>
            <a:custGeom>
              <a:avLst/>
              <a:gdLst/>
              <a:ahLst/>
              <a:cxnLst/>
              <a:rect l="l" t="t" r="r" b="b"/>
              <a:pathLst>
                <a:path w="1960" h="611" extrusionOk="0">
                  <a:moveTo>
                    <a:pt x="338" y="0"/>
                  </a:moveTo>
                  <a:cubicBezTo>
                    <a:pt x="181" y="0"/>
                    <a:pt x="42" y="112"/>
                    <a:pt x="23" y="268"/>
                  </a:cubicBezTo>
                  <a:cubicBezTo>
                    <a:pt x="0" y="451"/>
                    <a:pt x="143" y="611"/>
                    <a:pt x="327" y="611"/>
                  </a:cubicBezTo>
                  <a:lnTo>
                    <a:pt x="1632" y="611"/>
                  </a:lnTo>
                  <a:cubicBezTo>
                    <a:pt x="1817" y="611"/>
                    <a:pt x="1959" y="451"/>
                    <a:pt x="1935" y="268"/>
                  </a:cubicBezTo>
                  <a:cubicBezTo>
                    <a:pt x="1916" y="110"/>
                    <a:pt x="1776" y="0"/>
                    <a:pt x="1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9"/>
            <p:cNvSpPr/>
            <p:nvPr/>
          </p:nvSpPr>
          <p:spPr>
            <a:xfrm>
              <a:off x="1813413" y="1821050"/>
              <a:ext cx="33800" cy="23450"/>
            </a:xfrm>
            <a:custGeom>
              <a:avLst/>
              <a:gdLst/>
              <a:ahLst/>
              <a:cxnLst/>
              <a:rect l="l" t="t" r="r" b="b"/>
              <a:pathLst>
                <a:path w="1352" h="938" extrusionOk="0">
                  <a:moveTo>
                    <a:pt x="350" y="0"/>
                  </a:moveTo>
                  <a:cubicBezTo>
                    <a:pt x="238" y="0"/>
                    <a:pt x="130" y="62"/>
                    <a:pt x="77" y="170"/>
                  </a:cubicBezTo>
                  <a:cubicBezTo>
                    <a:pt x="1" y="320"/>
                    <a:pt x="62" y="503"/>
                    <a:pt x="213" y="579"/>
                  </a:cubicBezTo>
                  <a:lnTo>
                    <a:pt x="865" y="905"/>
                  </a:lnTo>
                  <a:cubicBezTo>
                    <a:pt x="909" y="927"/>
                    <a:pt x="956" y="937"/>
                    <a:pt x="1002" y="937"/>
                  </a:cubicBezTo>
                  <a:cubicBezTo>
                    <a:pt x="1114" y="937"/>
                    <a:pt x="1222" y="875"/>
                    <a:pt x="1275" y="769"/>
                  </a:cubicBezTo>
                  <a:cubicBezTo>
                    <a:pt x="1351" y="617"/>
                    <a:pt x="1290" y="434"/>
                    <a:pt x="1139" y="359"/>
                  </a:cubicBezTo>
                  <a:lnTo>
                    <a:pt x="486" y="32"/>
                  </a:lnTo>
                  <a:cubicBezTo>
                    <a:pt x="443" y="10"/>
                    <a:pt x="396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9"/>
            <p:cNvSpPr/>
            <p:nvPr/>
          </p:nvSpPr>
          <p:spPr>
            <a:xfrm>
              <a:off x="1813413" y="1959725"/>
              <a:ext cx="33800" cy="23475"/>
            </a:xfrm>
            <a:custGeom>
              <a:avLst/>
              <a:gdLst/>
              <a:ahLst/>
              <a:cxnLst/>
              <a:rect l="l" t="t" r="r" b="b"/>
              <a:pathLst>
                <a:path w="1352" h="939" extrusionOk="0">
                  <a:moveTo>
                    <a:pt x="1002" y="1"/>
                  </a:moveTo>
                  <a:cubicBezTo>
                    <a:pt x="956" y="1"/>
                    <a:pt x="909" y="11"/>
                    <a:pt x="865" y="33"/>
                  </a:cubicBezTo>
                  <a:lnTo>
                    <a:pt x="213" y="360"/>
                  </a:lnTo>
                  <a:cubicBezTo>
                    <a:pt x="62" y="434"/>
                    <a:pt x="1" y="617"/>
                    <a:pt x="77" y="770"/>
                  </a:cubicBezTo>
                  <a:cubicBezTo>
                    <a:pt x="129" y="876"/>
                    <a:pt x="238" y="938"/>
                    <a:pt x="350" y="938"/>
                  </a:cubicBezTo>
                  <a:cubicBezTo>
                    <a:pt x="396" y="938"/>
                    <a:pt x="442" y="928"/>
                    <a:pt x="486" y="906"/>
                  </a:cubicBezTo>
                  <a:lnTo>
                    <a:pt x="1139" y="580"/>
                  </a:lnTo>
                  <a:cubicBezTo>
                    <a:pt x="1290" y="504"/>
                    <a:pt x="1351" y="321"/>
                    <a:pt x="1275" y="170"/>
                  </a:cubicBezTo>
                  <a:cubicBezTo>
                    <a:pt x="1222" y="62"/>
                    <a:pt x="1114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9"/>
            <p:cNvSpPr/>
            <p:nvPr/>
          </p:nvSpPr>
          <p:spPr>
            <a:xfrm>
              <a:off x="2172938" y="1894225"/>
              <a:ext cx="49025" cy="15275"/>
            </a:xfrm>
            <a:custGeom>
              <a:avLst/>
              <a:gdLst/>
              <a:ahLst/>
              <a:cxnLst/>
              <a:rect l="l" t="t" r="r" b="b"/>
              <a:pathLst>
                <a:path w="1961" h="611" extrusionOk="0">
                  <a:moveTo>
                    <a:pt x="339" y="0"/>
                  </a:moveTo>
                  <a:cubicBezTo>
                    <a:pt x="182" y="0"/>
                    <a:pt x="43" y="112"/>
                    <a:pt x="25" y="268"/>
                  </a:cubicBezTo>
                  <a:cubicBezTo>
                    <a:pt x="1" y="451"/>
                    <a:pt x="143" y="611"/>
                    <a:pt x="328" y="611"/>
                  </a:cubicBezTo>
                  <a:lnTo>
                    <a:pt x="1622" y="611"/>
                  </a:lnTo>
                  <a:cubicBezTo>
                    <a:pt x="1777" y="611"/>
                    <a:pt x="1918" y="499"/>
                    <a:pt x="1936" y="344"/>
                  </a:cubicBezTo>
                  <a:cubicBezTo>
                    <a:pt x="1960" y="162"/>
                    <a:pt x="1818" y="0"/>
                    <a:pt x="1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9"/>
            <p:cNvSpPr/>
            <p:nvPr/>
          </p:nvSpPr>
          <p:spPr>
            <a:xfrm>
              <a:off x="2156113" y="1959725"/>
              <a:ext cx="33775" cy="23475"/>
            </a:xfrm>
            <a:custGeom>
              <a:avLst/>
              <a:gdLst/>
              <a:ahLst/>
              <a:cxnLst/>
              <a:rect l="l" t="t" r="r" b="b"/>
              <a:pathLst>
                <a:path w="1351" h="939" extrusionOk="0">
                  <a:moveTo>
                    <a:pt x="350" y="1"/>
                  </a:moveTo>
                  <a:cubicBezTo>
                    <a:pt x="238" y="1"/>
                    <a:pt x="129" y="62"/>
                    <a:pt x="76" y="170"/>
                  </a:cubicBezTo>
                  <a:cubicBezTo>
                    <a:pt x="0" y="321"/>
                    <a:pt x="62" y="504"/>
                    <a:pt x="212" y="580"/>
                  </a:cubicBezTo>
                  <a:lnTo>
                    <a:pt x="865" y="906"/>
                  </a:lnTo>
                  <a:cubicBezTo>
                    <a:pt x="909" y="928"/>
                    <a:pt x="956" y="938"/>
                    <a:pt x="1002" y="938"/>
                  </a:cubicBezTo>
                  <a:cubicBezTo>
                    <a:pt x="1114" y="938"/>
                    <a:pt x="1222" y="876"/>
                    <a:pt x="1275" y="770"/>
                  </a:cubicBezTo>
                  <a:cubicBezTo>
                    <a:pt x="1351" y="619"/>
                    <a:pt x="1289" y="434"/>
                    <a:pt x="1139" y="360"/>
                  </a:cubicBezTo>
                  <a:lnTo>
                    <a:pt x="486" y="33"/>
                  </a:lnTo>
                  <a:cubicBezTo>
                    <a:pt x="442" y="11"/>
                    <a:pt x="396" y="1"/>
                    <a:pt x="3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9"/>
            <p:cNvSpPr/>
            <p:nvPr/>
          </p:nvSpPr>
          <p:spPr>
            <a:xfrm>
              <a:off x="2156588" y="1821025"/>
              <a:ext cx="33275" cy="23475"/>
            </a:xfrm>
            <a:custGeom>
              <a:avLst/>
              <a:gdLst/>
              <a:ahLst/>
              <a:cxnLst/>
              <a:rect l="l" t="t" r="r" b="b"/>
              <a:pathLst>
                <a:path w="1331" h="939" extrusionOk="0">
                  <a:moveTo>
                    <a:pt x="983" y="0"/>
                  </a:moveTo>
                  <a:cubicBezTo>
                    <a:pt x="937" y="0"/>
                    <a:pt x="890" y="11"/>
                    <a:pt x="846" y="33"/>
                  </a:cubicBezTo>
                  <a:lnTo>
                    <a:pt x="193" y="360"/>
                  </a:lnTo>
                  <a:cubicBezTo>
                    <a:pt x="67" y="423"/>
                    <a:pt x="1" y="564"/>
                    <a:pt x="33" y="703"/>
                  </a:cubicBezTo>
                  <a:cubicBezTo>
                    <a:pt x="66" y="841"/>
                    <a:pt x="189" y="938"/>
                    <a:pt x="329" y="938"/>
                  </a:cubicBezTo>
                  <a:cubicBezTo>
                    <a:pt x="376" y="938"/>
                    <a:pt x="423" y="927"/>
                    <a:pt x="466" y="906"/>
                  </a:cubicBezTo>
                  <a:lnTo>
                    <a:pt x="1120" y="579"/>
                  </a:lnTo>
                  <a:cubicBezTo>
                    <a:pt x="1270" y="504"/>
                    <a:pt x="1330" y="320"/>
                    <a:pt x="1256" y="169"/>
                  </a:cubicBezTo>
                  <a:cubicBezTo>
                    <a:pt x="1202" y="62"/>
                    <a:pt x="1094" y="0"/>
                    <a:pt x="9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2" name="Google Shape;1642;p39"/>
          <p:cNvSpPr/>
          <p:nvPr/>
        </p:nvSpPr>
        <p:spPr>
          <a:xfrm>
            <a:off x="4343405" y="1953175"/>
            <a:ext cx="457190" cy="288754"/>
          </a:xfrm>
          <a:custGeom>
            <a:avLst/>
            <a:gdLst/>
            <a:ahLst/>
            <a:cxnLst/>
            <a:rect l="l" t="t" r="r" b="b"/>
            <a:pathLst>
              <a:path w="20936" h="13238" extrusionOk="0">
                <a:moveTo>
                  <a:pt x="7813" y="608"/>
                </a:moveTo>
                <a:cubicBezTo>
                  <a:pt x="8449" y="608"/>
                  <a:pt x="9259" y="804"/>
                  <a:pt x="10175" y="1189"/>
                </a:cubicBezTo>
                <a:cubicBezTo>
                  <a:pt x="10206" y="1202"/>
                  <a:pt x="10235" y="1215"/>
                  <a:pt x="10268" y="1230"/>
                </a:cubicBezTo>
                <a:cubicBezTo>
                  <a:pt x="9445" y="1502"/>
                  <a:pt x="8647" y="1839"/>
                  <a:pt x="7877" y="2239"/>
                </a:cubicBezTo>
                <a:cubicBezTo>
                  <a:pt x="7341" y="2516"/>
                  <a:pt x="6825" y="2828"/>
                  <a:pt x="6331" y="3175"/>
                </a:cubicBezTo>
                <a:cubicBezTo>
                  <a:pt x="6069" y="2135"/>
                  <a:pt x="6025" y="1432"/>
                  <a:pt x="6776" y="882"/>
                </a:cubicBezTo>
                <a:cubicBezTo>
                  <a:pt x="7027" y="699"/>
                  <a:pt x="7380" y="608"/>
                  <a:pt x="7813" y="608"/>
                </a:cubicBezTo>
                <a:close/>
                <a:moveTo>
                  <a:pt x="13679" y="1213"/>
                </a:moveTo>
                <a:cubicBezTo>
                  <a:pt x="14992" y="1213"/>
                  <a:pt x="15570" y="1633"/>
                  <a:pt x="15824" y="2012"/>
                </a:cubicBezTo>
                <a:cubicBezTo>
                  <a:pt x="15937" y="2180"/>
                  <a:pt x="15969" y="2375"/>
                  <a:pt x="15921" y="2601"/>
                </a:cubicBezTo>
                <a:cubicBezTo>
                  <a:pt x="15840" y="2982"/>
                  <a:pt x="15542" y="3421"/>
                  <a:pt x="15075" y="3868"/>
                </a:cubicBezTo>
                <a:cubicBezTo>
                  <a:pt x="14248" y="2954"/>
                  <a:pt x="13123" y="2085"/>
                  <a:pt x="11957" y="1405"/>
                </a:cubicBezTo>
                <a:cubicBezTo>
                  <a:pt x="12350" y="1322"/>
                  <a:pt x="12750" y="1264"/>
                  <a:pt x="13152" y="1233"/>
                </a:cubicBezTo>
                <a:cubicBezTo>
                  <a:pt x="13339" y="1219"/>
                  <a:pt x="13515" y="1213"/>
                  <a:pt x="13679" y="1213"/>
                </a:cubicBezTo>
                <a:close/>
                <a:moveTo>
                  <a:pt x="9831" y="3927"/>
                </a:moveTo>
                <a:cubicBezTo>
                  <a:pt x="10378" y="3927"/>
                  <a:pt x="10931" y="4458"/>
                  <a:pt x="11702" y="5246"/>
                </a:cubicBezTo>
                <a:cubicBezTo>
                  <a:pt x="11848" y="5395"/>
                  <a:pt x="11997" y="5547"/>
                  <a:pt x="12149" y="5698"/>
                </a:cubicBezTo>
                <a:cubicBezTo>
                  <a:pt x="10995" y="6191"/>
                  <a:pt x="9772" y="6517"/>
                  <a:pt x="8595" y="6648"/>
                </a:cubicBezTo>
                <a:cubicBezTo>
                  <a:pt x="8454" y="5291"/>
                  <a:pt x="8496" y="4475"/>
                  <a:pt x="9440" y="4020"/>
                </a:cubicBezTo>
                <a:cubicBezTo>
                  <a:pt x="9572" y="3957"/>
                  <a:pt x="9701" y="3927"/>
                  <a:pt x="9831" y="3927"/>
                </a:cubicBezTo>
                <a:close/>
                <a:moveTo>
                  <a:pt x="11082" y="1620"/>
                </a:moveTo>
                <a:cubicBezTo>
                  <a:pt x="12075" y="2138"/>
                  <a:pt x="13056" y="2809"/>
                  <a:pt x="13871" y="3537"/>
                </a:cubicBezTo>
                <a:cubicBezTo>
                  <a:pt x="14131" y="3769"/>
                  <a:pt x="14381" y="4015"/>
                  <a:pt x="14616" y="4273"/>
                </a:cubicBezTo>
                <a:cubicBezTo>
                  <a:pt x="14355" y="4478"/>
                  <a:pt x="14081" y="4671"/>
                  <a:pt x="13798" y="4847"/>
                </a:cubicBezTo>
                <a:cubicBezTo>
                  <a:pt x="13667" y="4930"/>
                  <a:pt x="13608" y="5098"/>
                  <a:pt x="13675" y="5239"/>
                </a:cubicBezTo>
                <a:cubicBezTo>
                  <a:pt x="13726" y="5352"/>
                  <a:pt x="13837" y="5417"/>
                  <a:pt x="13952" y="5417"/>
                </a:cubicBezTo>
                <a:cubicBezTo>
                  <a:pt x="14007" y="5417"/>
                  <a:pt x="14063" y="5402"/>
                  <a:pt x="14114" y="5370"/>
                </a:cubicBezTo>
                <a:cubicBezTo>
                  <a:pt x="14425" y="5178"/>
                  <a:pt x="14722" y="4966"/>
                  <a:pt x="15009" y="4739"/>
                </a:cubicBezTo>
                <a:cubicBezTo>
                  <a:pt x="15450" y="5309"/>
                  <a:pt x="15717" y="5847"/>
                  <a:pt x="15785" y="6318"/>
                </a:cubicBezTo>
                <a:cubicBezTo>
                  <a:pt x="15804" y="6454"/>
                  <a:pt x="15817" y="6587"/>
                  <a:pt x="15824" y="6716"/>
                </a:cubicBezTo>
                <a:lnTo>
                  <a:pt x="15262" y="6718"/>
                </a:lnTo>
                <a:cubicBezTo>
                  <a:pt x="13991" y="6718"/>
                  <a:pt x="13008" y="5711"/>
                  <a:pt x="12140" y="4823"/>
                </a:cubicBezTo>
                <a:cubicBezTo>
                  <a:pt x="11676" y="4349"/>
                  <a:pt x="11239" y="3902"/>
                  <a:pt x="10781" y="3620"/>
                </a:cubicBezTo>
                <a:cubicBezTo>
                  <a:pt x="10453" y="3418"/>
                  <a:pt x="10139" y="3318"/>
                  <a:pt x="9831" y="3318"/>
                </a:cubicBezTo>
                <a:cubicBezTo>
                  <a:pt x="9610" y="3318"/>
                  <a:pt x="9392" y="3370"/>
                  <a:pt x="9176" y="3474"/>
                </a:cubicBezTo>
                <a:cubicBezTo>
                  <a:pt x="8499" y="3800"/>
                  <a:pt x="8106" y="4320"/>
                  <a:pt x="7975" y="5061"/>
                </a:cubicBezTo>
                <a:cubicBezTo>
                  <a:pt x="7887" y="5558"/>
                  <a:pt x="7923" y="6114"/>
                  <a:pt x="7984" y="6702"/>
                </a:cubicBezTo>
                <a:cubicBezTo>
                  <a:pt x="7805" y="6711"/>
                  <a:pt x="7625" y="6716"/>
                  <a:pt x="7448" y="6716"/>
                </a:cubicBezTo>
                <a:lnTo>
                  <a:pt x="6577" y="6716"/>
                </a:lnTo>
                <a:cubicBezTo>
                  <a:pt x="6676" y="6391"/>
                  <a:pt x="6739" y="6055"/>
                  <a:pt x="6768" y="5715"/>
                </a:cubicBezTo>
                <a:cubicBezTo>
                  <a:pt x="6825" y="5081"/>
                  <a:pt x="6671" y="4438"/>
                  <a:pt x="6501" y="3811"/>
                </a:cubicBezTo>
                <a:cubicBezTo>
                  <a:pt x="7026" y="3426"/>
                  <a:pt x="7581" y="3082"/>
                  <a:pt x="8161" y="2783"/>
                </a:cubicBezTo>
                <a:cubicBezTo>
                  <a:pt x="9092" y="2297"/>
                  <a:pt x="10072" y="1907"/>
                  <a:pt x="11082" y="1620"/>
                </a:cubicBezTo>
                <a:close/>
                <a:moveTo>
                  <a:pt x="1014" y="6671"/>
                </a:moveTo>
                <a:cubicBezTo>
                  <a:pt x="1193" y="6671"/>
                  <a:pt x="1364" y="6810"/>
                  <a:pt x="1364" y="7019"/>
                </a:cubicBezTo>
                <a:cubicBezTo>
                  <a:pt x="1364" y="7210"/>
                  <a:pt x="1209" y="7365"/>
                  <a:pt x="1016" y="7365"/>
                </a:cubicBezTo>
                <a:cubicBezTo>
                  <a:pt x="707" y="7365"/>
                  <a:pt x="553" y="6991"/>
                  <a:pt x="772" y="6773"/>
                </a:cubicBezTo>
                <a:cubicBezTo>
                  <a:pt x="842" y="6702"/>
                  <a:pt x="929" y="6671"/>
                  <a:pt x="1014" y="6671"/>
                </a:cubicBezTo>
                <a:close/>
                <a:moveTo>
                  <a:pt x="5648" y="7328"/>
                </a:moveTo>
                <a:cubicBezTo>
                  <a:pt x="5400" y="7754"/>
                  <a:pt x="5097" y="8104"/>
                  <a:pt x="4799" y="8446"/>
                </a:cubicBezTo>
                <a:cubicBezTo>
                  <a:pt x="4751" y="8501"/>
                  <a:pt x="4704" y="8556"/>
                  <a:pt x="4655" y="8612"/>
                </a:cubicBezTo>
                <a:cubicBezTo>
                  <a:pt x="4509" y="8199"/>
                  <a:pt x="4428" y="7765"/>
                  <a:pt x="4415" y="7328"/>
                </a:cubicBezTo>
                <a:close/>
                <a:moveTo>
                  <a:pt x="12002" y="8167"/>
                </a:moveTo>
                <a:cubicBezTo>
                  <a:pt x="12721" y="8167"/>
                  <a:pt x="13526" y="8834"/>
                  <a:pt x="13689" y="10015"/>
                </a:cubicBezTo>
                <a:cubicBezTo>
                  <a:pt x="13696" y="10068"/>
                  <a:pt x="13702" y="10122"/>
                  <a:pt x="13706" y="10173"/>
                </a:cubicBezTo>
                <a:lnTo>
                  <a:pt x="13707" y="10173"/>
                </a:lnTo>
                <a:cubicBezTo>
                  <a:pt x="13156" y="10447"/>
                  <a:pt x="12562" y="10596"/>
                  <a:pt x="12056" y="10596"/>
                </a:cubicBezTo>
                <a:cubicBezTo>
                  <a:pt x="11739" y="10596"/>
                  <a:pt x="11457" y="10538"/>
                  <a:pt x="11239" y="10416"/>
                </a:cubicBezTo>
                <a:cubicBezTo>
                  <a:pt x="10692" y="10110"/>
                  <a:pt x="10439" y="9665"/>
                  <a:pt x="10543" y="9195"/>
                </a:cubicBezTo>
                <a:cubicBezTo>
                  <a:pt x="10663" y="8646"/>
                  <a:pt x="11225" y="8224"/>
                  <a:pt x="11911" y="8170"/>
                </a:cubicBezTo>
                <a:cubicBezTo>
                  <a:pt x="11942" y="8167"/>
                  <a:pt x="11971" y="8167"/>
                  <a:pt x="12002" y="8167"/>
                </a:cubicBezTo>
                <a:close/>
                <a:moveTo>
                  <a:pt x="8056" y="7309"/>
                </a:moveTo>
                <a:cubicBezTo>
                  <a:pt x="8198" y="8554"/>
                  <a:pt x="8326" y="9943"/>
                  <a:pt x="7586" y="11166"/>
                </a:cubicBezTo>
                <a:cubicBezTo>
                  <a:pt x="7479" y="11344"/>
                  <a:pt x="7358" y="11513"/>
                  <a:pt x="7223" y="11670"/>
                </a:cubicBezTo>
                <a:cubicBezTo>
                  <a:pt x="6935" y="11492"/>
                  <a:pt x="6660" y="11291"/>
                  <a:pt x="6401" y="11072"/>
                </a:cubicBezTo>
                <a:cubicBezTo>
                  <a:pt x="5767" y="10536"/>
                  <a:pt x="5265" y="9906"/>
                  <a:pt x="4925" y="9241"/>
                </a:cubicBezTo>
                <a:cubicBezTo>
                  <a:pt x="5031" y="9111"/>
                  <a:pt x="5142" y="8982"/>
                  <a:pt x="5259" y="8847"/>
                </a:cubicBezTo>
                <a:cubicBezTo>
                  <a:pt x="5635" y="8416"/>
                  <a:pt x="6040" y="7950"/>
                  <a:pt x="6339" y="7328"/>
                </a:cubicBezTo>
                <a:lnTo>
                  <a:pt x="7448" y="7328"/>
                </a:lnTo>
                <a:cubicBezTo>
                  <a:pt x="7648" y="7328"/>
                  <a:pt x="7850" y="7322"/>
                  <a:pt x="8056" y="7309"/>
                </a:cubicBezTo>
                <a:close/>
                <a:moveTo>
                  <a:pt x="4532" y="9790"/>
                </a:moveTo>
                <a:cubicBezTo>
                  <a:pt x="4900" y="10424"/>
                  <a:pt x="5398" y="11020"/>
                  <a:pt x="6007" y="11535"/>
                </a:cubicBezTo>
                <a:cubicBezTo>
                  <a:pt x="6242" y="11734"/>
                  <a:pt x="6490" y="11917"/>
                  <a:pt x="6747" y="12084"/>
                </a:cubicBezTo>
                <a:cubicBezTo>
                  <a:pt x="6466" y="12263"/>
                  <a:pt x="6196" y="12325"/>
                  <a:pt x="5957" y="12325"/>
                </a:cubicBezTo>
                <a:cubicBezTo>
                  <a:pt x="5727" y="12325"/>
                  <a:pt x="5526" y="12268"/>
                  <a:pt x="5372" y="12204"/>
                </a:cubicBezTo>
                <a:cubicBezTo>
                  <a:pt x="4636" y="11895"/>
                  <a:pt x="4104" y="11054"/>
                  <a:pt x="4261" y="10439"/>
                </a:cubicBezTo>
                <a:cubicBezTo>
                  <a:pt x="4320" y="10211"/>
                  <a:pt x="4410" y="9992"/>
                  <a:pt x="4532" y="9790"/>
                </a:cubicBezTo>
                <a:close/>
                <a:moveTo>
                  <a:pt x="12635" y="6156"/>
                </a:moveTo>
                <a:cubicBezTo>
                  <a:pt x="13367" y="6802"/>
                  <a:pt x="14208" y="7328"/>
                  <a:pt x="15262" y="7328"/>
                </a:cubicBezTo>
                <a:lnTo>
                  <a:pt x="15806" y="7328"/>
                </a:lnTo>
                <a:cubicBezTo>
                  <a:pt x="15663" y="8625"/>
                  <a:pt x="14854" y="9424"/>
                  <a:pt x="14279" y="9835"/>
                </a:cubicBezTo>
                <a:cubicBezTo>
                  <a:pt x="14080" y="8674"/>
                  <a:pt x="13207" y="7558"/>
                  <a:pt x="12018" y="7558"/>
                </a:cubicBezTo>
                <a:cubicBezTo>
                  <a:pt x="11967" y="7558"/>
                  <a:pt x="11915" y="7560"/>
                  <a:pt x="11863" y="7565"/>
                </a:cubicBezTo>
                <a:cubicBezTo>
                  <a:pt x="10911" y="7641"/>
                  <a:pt x="10124" y="8259"/>
                  <a:pt x="9945" y="9069"/>
                </a:cubicBezTo>
                <a:cubicBezTo>
                  <a:pt x="9783" y="9809"/>
                  <a:pt x="10156" y="10512"/>
                  <a:pt x="10940" y="10952"/>
                </a:cubicBezTo>
                <a:cubicBezTo>
                  <a:pt x="11252" y="11127"/>
                  <a:pt x="11641" y="11212"/>
                  <a:pt x="12067" y="11212"/>
                </a:cubicBezTo>
                <a:cubicBezTo>
                  <a:pt x="12571" y="11212"/>
                  <a:pt x="13126" y="11094"/>
                  <a:pt x="13665" y="10870"/>
                </a:cubicBezTo>
                <a:lnTo>
                  <a:pt x="13665" y="10870"/>
                </a:lnTo>
                <a:cubicBezTo>
                  <a:pt x="13451" y="11832"/>
                  <a:pt x="12600" y="12348"/>
                  <a:pt x="11748" y="12513"/>
                </a:cubicBezTo>
                <a:cubicBezTo>
                  <a:pt x="11354" y="12591"/>
                  <a:pt x="10956" y="12629"/>
                  <a:pt x="10561" y="12629"/>
                </a:cubicBezTo>
                <a:cubicBezTo>
                  <a:pt x="9598" y="12629"/>
                  <a:pt x="8644" y="12403"/>
                  <a:pt x="7766" y="11969"/>
                </a:cubicBezTo>
                <a:cubicBezTo>
                  <a:pt x="7890" y="11815"/>
                  <a:pt x="8005" y="11653"/>
                  <a:pt x="8107" y="11483"/>
                </a:cubicBezTo>
                <a:cubicBezTo>
                  <a:pt x="8951" y="10091"/>
                  <a:pt x="8817" y="8595"/>
                  <a:pt x="8663" y="7259"/>
                </a:cubicBezTo>
                <a:cubicBezTo>
                  <a:pt x="9983" y="7111"/>
                  <a:pt x="11354" y="6732"/>
                  <a:pt x="12635" y="6156"/>
                </a:cubicBezTo>
                <a:close/>
                <a:moveTo>
                  <a:pt x="7805" y="0"/>
                </a:moveTo>
                <a:cubicBezTo>
                  <a:pt x="7292" y="0"/>
                  <a:pt x="6805" y="106"/>
                  <a:pt x="6417" y="389"/>
                </a:cubicBezTo>
                <a:cubicBezTo>
                  <a:pt x="5251" y="1240"/>
                  <a:pt x="5504" y="2461"/>
                  <a:pt x="5803" y="3573"/>
                </a:cubicBezTo>
                <a:cubicBezTo>
                  <a:pt x="5052" y="4180"/>
                  <a:pt x="4508" y="4810"/>
                  <a:pt x="4213" y="5432"/>
                </a:cubicBezTo>
                <a:cubicBezTo>
                  <a:pt x="4163" y="5537"/>
                  <a:pt x="4116" y="5646"/>
                  <a:pt x="4075" y="5756"/>
                </a:cubicBezTo>
                <a:cubicBezTo>
                  <a:pt x="4015" y="5913"/>
                  <a:pt x="4095" y="6089"/>
                  <a:pt x="4252" y="6148"/>
                </a:cubicBezTo>
                <a:cubicBezTo>
                  <a:pt x="4287" y="6162"/>
                  <a:pt x="4323" y="6169"/>
                  <a:pt x="4360" y="6169"/>
                </a:cubicBezTo>
                <a:cubicBezTo>
                  <a:pt x="4487" y="6169"/>
                  <a:pt x="4602" y="6089"/>
                  <a:pt x="4645" y="5971"/>
                </a:cubicBezTo>
                <a:cubicBezTo>
                  <a:pt x="4681" y="5879"/>
                  <a:pt x="4721" y="5785"/>
                  <a:pt x="4763" y="5694"/>
                </a:cubicBezTo>
                <a:cubicBezTo>
                  <a:pt x="4990" y="5218"/>
                  <a:pt x="5408" y="4718"/>
                  <a:pt x="5978" y="4226"/>
                </a:cubicBezTo>
                <a:cubicBezTo>
                  <a:pt x="6104" y="4716"/>
                  <a:pt x="6201" y="5207"/>
                  <a:pt x="6161" y="5660"/>
                </a:cubicBezTo>
                <a:cubicBezTo>
                  <a:pt x="6130" y="6021"/>
                  <a:pt x="6054" y="6378"/>
                  <a:pt x="5933" y="6718"/>
                </a:cubicBezTo>
                <a:lnTo>
                  <a:pt x="1925" y="6718"/>
                </a:lnTo>
                <a:cubicBezTo>
                  <a:pt x="1811" y="6378"/>
                  <a:pt x="1517" y="6128"/>
                  <a:pt x="1160" y="6075"/>
                </a:cubicBezTo>
                <a:cubicBezTo>
                  <a:pt x="1112" y="6067"/>
                  <a:pt x="1063" y="6064"/>
                  <a:pt x="1015" y="6064"/>
                </a:cubicBezTo>
                <a:cubicBezTo>
                  <a:pt x="711" y="6064"/>
                  <a:pt x="421" y="6210"/>
                  <a:pt x="239" y="6462"/>
                </a:cubicBezTo>
                <a:cubicBezTo>
                  <a:pt x="30" y="6753"/>
                  <a:pt x="1" y="7137"/>
                  <a:pt x="165" y="7458"/>
                </a:cubicBezTo>
                <a:cubicBezTo>
                  <a:pt x="327" y="7776"/>
                  <a:pt x="656" y="7978"/>
                  <a:pt x="1012" y="7978"/>
                </a:cubicBezTo>
                <a:cubicBezTo>
                  <a:pt x="1013" y="7978"/>
                  <a:pt x="1015" y="7978"/>
                  <a:pt x="1016" y="7978"/>
                </a:cubicBezTo>
                <a:cubicBezTo>
                  <a:pt x="1439" y="7978"/>
                  <a:pt x="1925" y="7288"/>
                  <a:pt x="1925" y="7288"/>
                </a:cubicBezTo>
                <a:lnTo>
                  <a:pt x="3805" y="7288"/>
                </a:lnTo>
                <a:cubicBezTo>
                  <a:pt x="3805" y="7288"/>
                  <a:pt x="3959" y="8561"/>
                  <a:pt x="4215" y="9160"/>
                </a:cubicBezTo>
                <a:cubicBezTo>
                  <a:pt x="3980" y="9490"/>
                  <a:pt x="3781" y="9853"/>
                  <a:pt x="3669" y="10290"/>
                </a:cubicBezTo>
                <a:cubicBezTo>
                  <a:pt x="3437" y="11203"/>
                  <a:pt x="4109" y="12338"/>
                  <a:pt x="5136" y="12769"/>
                </a:cubicBezTo>
                <a:cubicBezTo>
                  <a:pt x="5408" y="12883"/>
                  <a:pt x="5681" y="12939"/>
                  <a:pt x="5950" y="12939"/>
                </a:cubicBezTo>
                <a:cubicBezTo>
                  <a:pt x="6430" y="12939"/>
                  <a:pt x="6896" y="12761"/>
                  <a:pt x="7316" y="12419"/>
                </a:cubicBezTo>
                <a:cubicBezTo>
                  <a:pt x="7746" y="12646"/>
                  <a:pt x="8200" y="12829"/>
                  <a:pt x="8666" y="12965"/>
                </a:cubicBezTo>
                <a:cubicBezTo>
                  <a:pt x="9285" y="13145"/>
                  <a:pt x="9924" y="13237"/>
                  <a:pt x="10567" y="13237"/>
                </a:cubicBezTo>
                <a:cubicBezTo>
                  <a:pt x="11003" y="13237"/>
                  <a:pt x="11437" y="13195"/>
                  <a:pt x="11864" y="13111"/>
                </a:cubicBezTo>
                <a:cubicBezTo>
                  <a:pt x="13594" y="12772"/>
                  <a:pt x="14248" y="11618"/>
                  <a:pt x="14316" y="10538"/>
                </a:cubicBezTo>
                <a:cubicBezTo>
                  <a:pt x="14397" y="10489"/>
                  <a:pt x="14478" y="10437"/>
                  <a:pt x="14557" y="10382"/>
                </a:cubicBezTo>
                <a:cubicBezTo>
                  <a:pt x="15647" y="9633"/>
                  <a:pt x="16415" y="7330"/>
                  <a:pt x="16415" y="7330"/>
                </a:cubicBezTo>
                <a:lnTo>
                  <a:pt x="19645" y="7330"/>
                </a:lnTo>
                <a:lnTo>
                  <a:pt x="18144" y="8402"/>
                </a:lnTo>
                <a:cubicBezTo>
                  <a:pt x="18024" y="8488"/>
                  <a:pt x="17974" y="8667"/>
                  <a:pt x="18042" y="8797"/>
                </a:cubicBezTo>
                <a:cubicBezTo>
                  <a:pt x="18096" y="8903"/>
                  <a:pt x="18203" y="8962"/>
                  <a:pt x="18313" y="8962"/>
                </a:cubicBezTo>
                <a:cubicBezTo>
                  <a:pt x="18374" y="8962"/>
                  <a:pt x="18436" y="8944"/>
                  <a:pt x="18491" y="8905"/>
                </a:cubicBezTo>
                <a:lnTo>
                  <a:pt x="20771" y="7276"/>
                </a:lnTo>
                <a:cubicBezTo>
                  <a:pt x="20818" y="7244"/>
                  <a:pt x="20857" y="7197"/>
                  <a:pt x="20879" y="7144"/>
                </a:cubicBezTo>
                <a:cubicBezTo>
                  <a:pt x="20936" y="7011"/>
                  <a:pt x="20894" y="6857"/>
                  <a:pt x="20776" y="6774"/>
                </a:cubicBezTo>
                <a:lnTo>
                  <a:pt x="18491" y="5142"/>
                </a:lnTo>
                <a:cubicBezTo>
                  <a:pt x="18436" y="5101"/>
                  <a:pt x="18372" y="5081"/>
                  <a:pt x="18308" y="5081"/>
                </a:cubicBezTo>
                <a:cubicBezTo>
                  <a:pt x="18213" y="5081"/>
                  <a:pt x="18119" y="5125"/>
                  <a:pt x="18060" y="5209"/>
                </a:cubicBezTo>
                <a:cubicBezTo>
                  <a:pt x="17960" y="5348"/>
                  <a:pt x="17995" y="5542"/>
                  <a:pt x="18136" y="5639"/>
                </a:cubicBezTo>
                <a:lnTo>
                  <a:pt x="19645" y="6718"/>
                </a:lnTo>
                <a:lnTo>
                  <a:pt x="16434" y="6718"/>
                </a:lnTo>
                <a:cubicBezTo>
                  <a:pt x="16434" y="6718"/>
                  <a:pt x="16411" y="6391"/>
                  <a:pt x="16389" y="6227"/>
                </a:cubicBezTo>
                <a:cubicBezTo>
                  <a:pt x="16300" y="5620"/>
                  <a:pt x="15966" y="4972"/>
                  <a:pt x="15469" y="4336"/>
                </a:cubicBezTo>
                <a:cubicBezTo>
                  <a:pt x="16044" y="3788"/>
                  <a:pt x="16411" y="3235"/>
                  <a:pt x="16520" y="2728"/>
                </a:cubicBezTo>
                <a:cubicBezTo>
                  <a:pt x="16601" y="2341"/>
                  <a:pt x="16536" y="1976"/>
                  <a:pt x="16330" y="1670"/>
                </a:cubicBezTo>
                <a:cubicBezTo>
                  <a:pt x="15858" y="968"/>
                  <a:pt x="14942" y="602"/>
                  <a:pt x="13666" y="602"/>
                </a:cubicBezTo>
                <a:cubicBezTo>
                  <a:pt x="13486" y="602"/>
                  <a:pt x="13299" y="610"/>
                  <a:pt x="13105" y="624"/>
                </a:cubicBezTo>
                <a:cubicBezTo>
                  <a:pt x="12501" y="668"/>
                  <a:pt x="11837" y="788"/>
                  <a:pt x="11152" y="968"/>
                </a:cubicBezTo>
                <a:cubicBezTo>
                  <a:pt x="10902" y="843"/>
                  <a:pt x="10656" y="729"/>
                  <a:pt x="10412" y="627"/>
                </a:cubicBezTo>
                <a:cubicBezTo>
                  <a:pt x="9752" y="350"/>
                  <a:pt x="8736" y="0"/>
                  <a:pt x="7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3" name="Google Shape;1643;p39"/>
          <p:cNvGrpSpPr/>
          <p:nvPr/>
        </p:nvGrpSpPr>
        <p:grpSpPr>
          <a:xfrm>
            <a:off x="4343396" y="3983224"/>
            <a:ext cx="457208" cy="441140"/>
            <a:chOff x="7625938" y="2472725"/>
            <a:chExt cx="522225" cy="504275"/>
          </a:xfrm>
        </p:grpSpPr>
        <p:sp>
          <p:nvSpPr>
            <p:cNvPr id="1644" name="Google Shape;1644;p39"/>
            <p:cNvSpPr/>
            <p:nvPr/>
          </p:nvSpPr>
          <p:spPr>
            <a:xfrm>
              <a:off x="7754313" y="2762525"/>
              <a:ext cx="123625" cy="214450"/>
            </a:xfrm>
            <a:custGeom>
              <a:avLst/>
              <a:gdLst/>
              <a:ahLst/>
              <a:cxnLst/>
              <a:rect l="l" t="t" r="r" b="b"/>
              <a:pathLst>
                <a:path w="4945" h="8578" extrusionOk="0">
                  <a:moveTo>
                    <a:pt x="1264" y="0"/>
                  </a:moveTo>
                  <a:cubicBezTo>
                    <a:pt x="887" y="0"/>
                    <a:pt x="523" y="149"/>
                    <a:pt x="255" y="419"/>
                  </a:cubicBezTo>
                  <a:cubicBezTo>
                    <a:pt x="18" y="654"/>
                    <a:pt x="1" y="1031"/>
                    <a:pt x="216" y="1285"/>
                  </a:cubicBezTo>
                  <a:lnTo>
                    <a:pt x="1704" y="3072"/>
                  </a:lnTo>
                  <a:cubicBezTo>
                    <a:pt x="1765" y="3144"/>
                    <a:pt x="1852" y="3181"/>
                    <a:pt x="1939" y="3181"/>
                  </a:cubicBezTo>
                  <a:cubicBezTo>
                    <a:pt x="2008" y="3181"/>
                    <a:pt x="2078" y="3158"/>
                    <a:pt x="2135" y="3110"/>
                  </a:cubicBezTo>
                  <a:cubicBezTo>
                    <a:pt x="2264" y="3004"/>
                    <a:pt x="2281" y="2811"/>
                    <a:pt x="2174" y="2681"/>
                  </a:cubicBezTo>
                  <a:lnTo>
                    <a:pt x="684" y="895"/>
                  </a:lnTo>
                  <a:cubicBezTo>
                    <a:pt x="674" y="882"/>
                    <a:pt x="674" y="863"/>
                    <a:pt x="686" y="851"/>
                  </a:cubicBezTo>
                  <a:cubicBezTo>
                    <a:pt x="845" y="692"/>
                    <a:pt x="1054" y="612"/>
                    <a:pt x="1264" y="612"/>
                  </a:cubicBezTo>
                  <a:cubicBezTo>
                    <a:pt x="1473" y="612"/>
                    <a:pt x="1682" y="692"/>
                    <a:pt x="1842" y="851"/>
                  </a:cubicBezTo>
                  <a:lnTo>
                    <a:pt x="3631" y="2641"/>
                  </a:lnTo>
                  <a:cubicBezTo>
                    <a:pt x="4081" y="3088"/>
                    <a:pt x="4332" y="3697"/>
                    <a:pt x="4331" y="4331"/>
                  </a:cubicBezTo>
                  <a:lnTo>
                    <a:pt x="4331" y="8261"/>
                  </a:lnTo>
                  <a:cubicBezTo>
                    <a:pt x="4331" y="8417"/>
                    <a:pt x="4444" y="8556"/>
                    <a:pt x="4598" y="8576"/>
                  </a:cubicBezTo>
                  <a:cubicBezTo>
                    <a:pt x="4611" y="8577"/>
                    <a:pt x="4624" y="8578"/>
                    <a:pt x="4636" y="8578"/>
                  </a:cubicBezTo>
                  <a:cubicBezTo>
                    <a:pt x="4803" y="8578"/>
                    <a:pt x="4943" y="8443"/>
                    <a:pt x="4943" y="8271"/>
                  </a:cubicBezTo>
                  <a:lnTo>
                    <a:pt x="4943" y="4331"/>
                  </a:lnTo>
                  <a:cubicBezTo>
                    <a:pt x="4944" y="3535"/>
                    <a:pt x="4629" y="2769"/>
                    <a:pt x="4063" y="2207"/>
                  </a:cubicBezTo>
                  <a:lnTo>
                    <a:pt x="2290" y="437"/>
                  </a:lnTo>
                  <a:cubicBezTo>
                    <a:pt x="2054" y="199"/>
                    <a:pt x="1745" y="42"/>
                    <a:pt x="1409" y="8"/>
                  </a:cubicBezTo>
                  <a:cubicBezTo>
                    <a:pt x="1361" y="3"/>
                    <a:pt x="1312" y="0"/>
                    <a:pt x="1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9"/>
            <p:cNvSpPr/>
            <p:nvPr/>
          </p:nvSpPr>
          <p:spPr>
            <a:xfrm>
              <a:off x="7669588" y="2646700"/>
              <a:ext cx="141150" cy="330275"/>
            </a:xfrm>
            <a:custGeom>
              <a:avLst/>
              <a:gdLst/>
              <a:ahLst/>
              <a:cxnLst/>
              <a:rect l="l" t="t" r="r" b="b"/>
              <a:pathLst>
                <a:path w="5646" h="13211" extrusionOk="0">
                  <a:moveTo>
                    <a:pt x="918" y="0"/>
                  </a:moveTo>
                  <a:cubicBezTo>
                    <a:pt x="750" y="0"/>
                    <a:pt x="580" y="27"/>
                    <a:pt x="413" y="84"/>
                  </a:cubicBezTo>
                  <a:cubicBezTo>
                    <a:pt x="407" y="87"/>
                    <a:pt x="399" y="90"/>
                    <a:pt x="392" y="94"/>
                  </a:cubicBezTo>
                  <a:cubicBezTo>
                    <a:pt x="114" y="264"/>
                    <a:pt x="0" y="560"/>
                    <a:pt x="73" y="837"/>
                  </a:cubicBezTo>
                  <a:lnTo>
                    <a:pt x="1061" y="4540"/>
                  </a:lnTo>
                  <a:cubicBezTo>
                    <a:pt x="1254" y="5258"/>
                    <a:pt x="1602" y="5925"/>
                    <a:pt x="2081" y="6492"/>
                  </a:cubicBezTo>
                  <a:lnTo>
                    <a:pt x="4959" y="9892"/>
                  </a:lnTo>
                  <a:cubicBezTo>
                    <a:pt x="5007" y="9951"/>
                    <a:pt x="5035" y="10023"/>
                    <a:pt x="5033" y="10100"/>
                  </a:cubicBezTo>
                  <a:lnTo>
                    <a:pt x="5033" y="13035"/>
                  </a:lnTo>
                  <a:cubicBezTo>
                    <a:pt x="5035" y="13045"/>
                    <a:pt x="5038" y="13056"/>
                    <a:pt x="5044" y="13064"/>
                  </a:cubicBezTo>
                  <a:cubicBezTo>
                    <a:pt x="5141" y="13168"/>
                    <a:pt x="5245" y="13210"/>
                    <a:pt x="5339" y="13210"/>
                  </a:cubicBezTo>
                  <a:cubicBezTo>
                    <a:pt x="5509" y="13210"/>
                    <a:pt x="5645" y="13074"/>
                    <a:pt x="5645" y="12904"/>
                  </a:cubicBezTo>
                  <a:lnTo>
                    <a:pt x="5645" y="10859"/>
                  </a:lnTo>
                  <a:cubicBezTo>
                    <a:pt x="5644" y="10148"/>
                    <a:pt x="5393" y="9461"/>
                    <a:pt x="4934" y="8919"/>
                  </a:cubicBezTo>
                  <a:lnTo>
                    <a:pt x="2546" y="6098"/>
                  </a:lnTo>
                  <a:cubicBezTo>
                    <a:pt x="2125" y="5599"/>
                    <a:pt x="1819" y="5013"/>
                    <a:pt x="1650" y="4383"/>
                  </a:cubicBezTo>
                  <a:lnTo>
                    <a:pt x="663" y="680"/>
                  </a:lnTo>
                  <a:cubicBezTo>
                    <a:pt x="661" y="672"/>
                    <a:pt x="663" y="662"/>
                    <a:pt x="666" y="656"/>
                  </a:cubicBezTo>
                  <a:cubicBezTo>
                    <a:pt x="671" y="647"/>
                    <a:pt x="677" y="643"/>
                    <a:pt x="687" y="641"/>
                  </a:cubicBezTo>
                  <a:cubicBezTo>
                    <a:pt x="764" y="622"/>
                    <a:pt x="842" y="612"/>
                    <a:pt x="919" y="612"/>
                  </a:cubicBezTo>
                  <a:cubicBezTo>
                    <a:pt x="1285" y="612"/>
                    <a:pt x="1628" y="824"/>
                    <a:pt x="1785" y="1171"/>
                  </a:cubicBezTo>
                  <a:lnTo>
                    <a:pt x="3037" y="3925"/>
                  </a:lnTo>
                  <a:cubicBezTo>
                    <a:pt x="3088" y="4038"/>
                    <a:pt x="3200" y="4105"/>
                    <a:pt x="3316" y="4105"/>
                  </a:cubicBezTo>
                  <a:cubicBezTo>
                    <a:pt x="3447" y="4105"/>
                    <a:pt x="3584" y="4021"/>
                    <a:pt x="3649" y="3823"/>
                  </a:cubicBezTo>
                  <a:cubicBezTo>
                    <a:pt x="3652" y="3812"/>
                    <a:pt x="3652" y="3800"/>
                    <a:pt x="3647" y="3791"/>
                  </a:cubicBezTo>
                  <a:lnTo>
                    <a:pt x="2340" y="916"/>
                  </a:lnTo>
                  <a:cubicBezTo>
                    <a:pt x="2081" y="345"/>
                    <a:pt x="151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9"/>
            <p:cNvSpPr/>
            <p:nvPr/>
          </p:nvSpPr>
          <p:spPr>
            <a:xfrm>
              <a:off x="7896163" y="2762525"/>
              <a:ext cx="123550" cy="214475"/>
            </a:xfrm>
            <a:custGeom>
              <a:avLst/>
              <a:gdLst/>
              <a:ahLst/>
              <a:cxnLst/>
              <a:rect l="l" t="t" r="r" b="b"/>
              <a:pathLst>
                <a:path w="4942" h="8579" extrusionOk="0">
                  <a:moveTo>
                    <a:pt x="3678" y="1"/>
                  </a:moveTo>
                  <a:cubicBezTo>
                    <a:pt x="3412" y="1"/>
                    <a:pt x="3133" y="73"/>
                    <a:pt x="2867" y="228"/>
                  </a:cubicBezTo>
                  <a:cubicBezTo>
                    <a:pt x="2854" y="236"/>
                    <a:pt x="2843" y="244"/>
                    <a:pt x="2833" y="256"/>
                  </a:cubicBezTo>
                  <a:lnTo>
                    <a:pt x="95" y="2994"/>
                  </a:lnTo>
                  <a:cubicBezTo>
                    <a:pt x="35" y="3054"/>
                    <a:pt x="1" y="3136"/>
                    <a:pt x="1" y="3220"/>
                  </a:cubicBezTo>
                  <a:lnTo>
                    <a:pt x="1" y="8406"/>
                  </a:lnTo>
                  <a:cubicBezTo>
                    <a:pt x="1" y="8415"/>
                    <a:pt x="4" y="8423"/>
                    <a:pt x="10" y="8430"/>
                  </a:cubicBezTo>
                  <a:cubicBezTo>
                    <a:pt x="107" y="8535"/>
                    <a:pt x="212" y="8578"/>
                    <a:pt x="306" y="8578"/>
                  </a:cubicBezTo>
                  <a:cubicBezTo>
                    <a:pt x="475" y="8578"/>
                    <a:pt x="611" y="8442"/>
                    <a:pt x="611" y="8273"/>
                  </a:cubicBezTo>
                  <a:lnTo>
                    <a:pt x="611" y="3446"/>
                  </a:lnTo>
                  <a:cubicBezTo>
                    <a:pt x="611" y="3378"/>
                    <a:pt x="639" y="3313"/>
                    <a:pt x="687" y="3266"/>
                  </a:cubicBezTo>
                  <a:lnTo>
                    <a:pt x="3196" y="757"/>
                  </a:lnTo>
                  <a:cubicBezTo>
                    <a:pt x="3201" y="751"/>
                    <a:pt x="3209" y="746"/>
                    <a:pt x="3215" y="741"/>
                  </a:cubicBezTo>
                  <a:cubicBezTo>
                    <a:pt x="3368" y="653"/>
                    <a:pt x="3527" y="612"/>
                    <a:pt x="3679" y="612"/>
                  </a:cubicBezTo>
                  <a:cubicBezTo>
                    <a:pt x="3898" y="612"/>
                    <a:pt x="4103" y="697"/>
                    <a:pt x="4256" y="851"/>
                  </a:cubicBezTo>
                  <a:cubicBezTo>
                    <a:pt x="4269" y="863"/>
                    <a:pt x="4269" y="882"/>
                    <a:pt x="4260" y="894"/>
                  </a:cubicBezTo>
                  <a:lnTo>
                    <a:pt x="2770" y="2681"/>
                  </a:lnTo>
                  <a:cubicBezTo>
                    <a:pt x="2661" y="2811"/>
                    <a:pt x="2679" y="3004"/>
                    <a:pt x="2809" y="3112"/>
                  </a:cubicBezTo>
                  <a:cubicBezTo>
                    <a:pt x="2865" y="3159"/>
                    <a:pt x="2934" y="3182"/>
                    <a:pt x="3003" y="3182"/>
                  </a:cubicBezTo>
                  <a:cubicBezTo>
                    <a:pt x="3091" y="3182"/>
                    <a:pt x="3178" y="3144"/>
                    <a:pt x="3239" y="3072"/>
                  </a:cubicBezTo>
                  <a:lnTo>
                    <a:pt x="4728" y="1285"/>
                  </a:lnTo>
                  <a:cubicBezTo>
                    <a:pt x="4941" y="1031"/>
                    <a:pt x="4925" y="654"/>
                    <a:pt x="4689" y="419"/>
                  </a:cubicBezTo>
                  <a:cubicBezTo>
                    <a:pt x="4419" y="149"/>
                    <a:pt x="4060" y="1"/>
                    <a:pt x="3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9"/>
            <p:cNvSpPr/>
            <p:nvPr/>
          </p:nvSpPr>
          <p:spPr>
            <a:xfrm>
              <a:off x="7963363" y="2646725"/>
              <a:ext cx="141650" cy="330250"/>
            </a:xfrm>
            <a:custGeom>
              <a:avLst/>
              <a:gdLst/>
              <a:ahLst/>
              <a:cxnLst/>
              <a:rect l="l" t="t" r="r" b="b"/>
              <a:pathLst>
                <a:path w="5666" h="13210" extrusionOk="0">
                  <a:moveTo>
                    <a:pt x="4727" y="0"/>
                  </a:moveTo>
                  <a:cubicBezTo>
                    <a:pt x="4126" y="0"/>
                    <a:pt x="3563" y="349"/>
                    <a:pt x="3304" y="919"/>
                  </a:cubicBezTo>
                  <a:lnTo>
                    <a:pt x="2056" y="3663"/>
                  </a:lnTo>
                  <a:cubicBezTo>
                    <a:pt x="1991" y="3804"/>
                    <a:pt x="2035" y="3979"/>
                    <a:pt x="2169" y="4060"/>
                  </a:cubicBezTo>
                  <a:cubicBezTo>
                    <a:pt x="2219" y="4091"/>
                    <a:pt x="2274" y="4105"/>
                    <a:pt x="2328" y="4105"/>
                  </a:cubicBezTo>
                  <a:cubicBezTo>
                    <a:pt x="2443" y="4105"/>
                    <a:pt x="2555" y="4040"/>
                    <a:pt x="2606" y="3926"/>
                  </a:cubicBezTo>
                  <a:lnTo>
                    <a:pt x="3860" y="1170"/>
                  </a:lnTo>
                  <a:cubicBezTo>
                    <a:pt x="4016" y="824"/>
                    <a:pt x="4359" y="611"/>
                    <a:pt x="4726" y="611"/>
                  </a:cubicBezTo>
                  <a:cubicBezTo>
                    <a:pt x="4803" y="611"/>
                    <a:pt x="4880" y="621"/>
                    <a:pt x="4958" y="640"/>
                  </a:cubicBezTo>
                  <a:cubicBezTo>
                    <a:pt x="4966" y="642"/>
                    <a:pt x="4974" y="648"/>
                    <a:pt x="4977" y="655"/>
                  </a:cubicBezTo>
                  <a:cubicBezTo>
                    <a:pt x="4982" y="663"/>
                    <a:pt x="4984" y="671"/>
                    <a:pt x="4982" y="679"/>
                  </a:cubicBezTo>
                  <a:lnTo>
                    <a:pt x="3994" y="4384"/>
                  </a:lnTo>
                  <a:cubicBezTo>
                    <a:pt x="3824" y="5014"/>
                    <a:pt x="3518" y="5600"/>
                    <a:pt x="3097" y="6099"/>
                  </a:cubicBezTo>
                  <a:lnTo>
                    <a:pt x="712" y="8918"/>
                  </a:lnTo>
                  <a:cubicBezTo>
                    <a:pt x="252" y="9460"/>
                    <a:pt x="1" y="10149"/>
                    <a:pt x="1" y="10858"/>
                  </a:cubicBezTo>
                  <a:lnTo>
                    <a:pt x="1" y="12893"/>
                  </a:lnTo>
                  <a:cubicBezTo>
                    <a:pt x="1" y="13049"/>
                    <a:pt x="113" y="13188"/>
                    <a:pt x="268" y="13208"/>
                  </a:cubicBezTo>
                  <a:cubicBezTo>
                    <a:pt x="281" y="13209"/>
                    <a:pt x="294" y="13210"/>
                    <a:pt x="306" y="13210"/>
                  </a:cubicBezTo>
                  <a:cubicBezTo>
                    <a:pt x="473" y="13210"/>
                    <a:pt x="611" y="13075"/>
                    <a:pt x="611" y="12903"/>
                  </a:cubicBezTo>
                  <a:lnTo>
                    <a:pt x="611" y="10858"/>
                  </a:lnTo>
                  <a:cubicBezTo>
                    <a:pt x="611" y="10291"/>
                    <a:pt x="812" y="9744"/>
                    <a:pt x="1178" y="9312"/>
                  </a:cubicBezTo>
                  <a:lnTo>
                    <a:pt x="3565" y="6492"/>
                  </a:lnTo>
                  <a:cubicBezTo>
                    <a:pt x="4044" y="5924"/>
                    <a:pt x="4393" y="5257"/>
                    <a:pt x="4585" y="4539"/>
                  </a:cubicBezTo>
                  <a:lnTo>
                    <a:pt x="5573" y="836"/>
                  </a:lnTo>
                  <a:cubicBezTo>
                    <a:pt x="5665" y="489"/>
                    <a:pt x="5455" y="133"/>
                    <a:pt x="5107" y="46"/>
                  </a:cubicBezTo>
                  <a:lnTo>
                    <a:pt x="5107" y="47"/>
                  </a:lnTo>
                  <a:cubicBezTo>
                    <a:pt x="4980" y="16"/>
                    <a:pt x="4853" y="0"/>
                    <a:pt x="4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9"/>
            <p:cNvSpPr/>
            <p:nvPr/>
          </p:nvSpPr>
          <p:spPr>
            <a:xfrm>
              <a:off x="7693963" y="2472725"/>
              <a:ext cx="386225" cy="167025"/>
            </a:xfrm>
            <a:custGeom>
              <a:avLst/>
              <a:gdLst/>
              <a:ahLst/>
              <a:cxnLst/>
              <a:rect l="l" t="t" r="r" b="b"/>
              <a:pathLst>
                <a:path w="15449" h="6681" extrusionOk="0">
                  <a:moveTo>
                    <a:pt x="12110" y="611"/>
                  </a:moveTo>
                  <a:cubicBezTo>
                    <a:pt x="13614" y="611"/>
                    <a:pt x="14838" y="1835"/>
                    <a:pt x="14838" y="3341"/>
                  </a:cubicBezTo>
                  <a:cubicBezTo>
                    <a:pt x="14838" y="4846"/>
                    <a:pt x="13614" y="6071"/>
                    <a:pt x="12110" y="6071"/>
                  </a:cubicBezTo>
                  <a:cubicBezTo>
                    <a:pt x="10466" y="6071"/>
                    <a:pt x="8979" y="5037"/>
                    <a:pt x="8121" y="4292"/>
                  </a:cubicBezTo>
                  <a:lnTo>
                    <a:pt x="8837" y="3561"/>
                  </a:lnTo>
                  <a:cubicBezTo>
                    <a:pt x="9493" y="2961"/>
                    <a:pt x="10785" y="1960"/>
                    <a:pt x="12110" y="1960"/>
                  </a:cubicBezTo>
                  <a:cubicBezTo>
                    <a:pt x="12864" y="1970"/>
                    <a:pt x="13473" y="2585"/>
                    <a:pt x="13473" y="3341"/>
                  </a:cubicBezTo>
                  <a:cubicBezTo>
                    <a:pt x="13473" y="4097"/>
                    <a:pt x="12864" y="4713"/>
                    <a:pt x="12110" y="4722"/>
                  </a:cubicBezTo>
                  <a:cubicBezTo>
                    <a:pt x="11444" y="4722"/>
                    <a:pt x="10712" y="4468"/>
                    <a:pt x="9933" y="3969"/>
                  </a:cubicBezTo>
                  <a:cubicBezTo>
                    <a:pt x="9883" y="3939"/>
                    <a:pt x="9827" y="3924"/>
                    <a:pt x="9772" y="3924"/>
                  </a:cubicBezTo>
                  <a:cubicBezTo>
                    <a:pt x="9671" y="3924"/>
                    <a:pt x="9572" y="3974"/>
                    <a:pt x="9514" y="4065"/>
                  </a:cubicBezTo>
                  <a:cubicBezTo>
                    <a:pt x="9423" y="4204"/>
                    <a:pt x="9464" y="4392"/>
                    <a:pt x="9603" y="4484"/>
                  </a:cubicBezTo>
                  <a:cubicBezTo>
                    <a:pt x="10482" y="5046"/>
                    <a:pt x="11324" y="5333"/>
                    <a:pt x="12110" y="5333"/>
                  </a:cubicBezTo>
                  <a:cubicBezTo>
                    <a:pt x="13201" y="5322"/>
                    <a:pt x="14080" y="4433"/>
                    <a:pt x="14080" y="3341"/>
                  </a:cubicBezTo>
                  <a:cubicBezTo>
                    <a:pt x="14080" y="2250"/>
                    <a:pt x="13201" y="1361"/>
                    <a:pt x="12110" y="1349"/>
                  </a:cubicBezTo>
                  <a:cubicBezTo>
                    <a:pt x="10592" y="1349"/>
                    <a:pt x="9170" y="2431"/>
                    <a:pt x="8443" y="3093"/>
                  </a:cubicBezTo>
                  <a:cubicBezTo>
                    <a:pt x="8434" y="3100"/>
                    <a:pt x="8426" y="3108"/>
                    <a:pt x="8417" y="3116"/>
                  </a:cubicBezTo>
                  <a:lnTo>
                    <a:pt x="7465" y="4088"/>
                  </a:lnTo>
                  <a:cubicBezTo>
                    <a:pt x="6696" y="4829"/>
                    <a:pt x="5142" y="6070"/>
                    <a:pt x="3341" y="6070"/>
                  </a:cubicBezTo>
                  <a:cubicBezTo>
                    <a:pt x="1835" y="6070"/>
                    <a:pt x="611" y="4846"/>
                    <a:pt x="611" y="3340"/>
                  </a:cubicBezTo>
                  <a:cubicBezTo>
                    <a:pt x="611" y="1835"/>
                    <a:pt x="1835" y="611"/>
                    <a:pt x="3341" y="611"/>
                  </a:cubicBezTo>
                  <a:cubicBezTo>
                    <a:pt x="4981" y="611"/>
                    <a:pt x="6419" y="1641"/>
                    <a:pt x="7243" y="2386"/>
                  </a:cubicBezTo>
                  <a:lnTo>
                    <a:pt x="6521" y="3123"/>
                  </a:lnTo>
                  <a:cubicBezTo>
                    <a:pt x="5899" y="3720"/>
                    <a:pt x="4659" y="4721"/>
                    <a:pt x="3341" y="4721"/>
                  </a:cubicBezTo>
                  <a:cubicBezTo>
                    <a:pt x="3335" y="4721"/>
                    <a:pt x="3329" y="4721"/>
                    <a:pt x="3323" y="4721"/>
                  </a:cubicBezTo>
                  <a:cubicBezTo>
                    <a:pt x="2562" y="4721"/>
                    <a:pt x="1943" y="4103"/>
                    <a:pt x="1943" y="3340"/>
                  </a:cubicBezTo>
                  <a:cubicBezTo>
                    <a:pt x="1943" y="2576"/>
                    <a:pt x="2562" y="1960"/>
                    <a:pt x="3323" y="1960"/>
                  </a:cubicBezTo>
                  <a:cubicBezTo>
                    <a:pt x="3329" y="1960"/>
                    <a:pt x="3335" y="1960"/>
                    <a:pt x="3341" y="1960"/>
                  </a:cubicBezTo>
                  <a:cubicBezTo>
                    <a:pt x="3984" y="1960"/>
                    <a:pt x="4680" y="2198"/>
                    <a:pt x="5409" y="2669"/>
                  </a:cubicBezTo>
                  <a:cubicBezTo>
                    <a:pt x="5459" y="2700"/>
                    <a:pt x="5515" y="2715"/>
                    <a:pt x="5569" y="2715"/>
                  </a:cubicBezTo>
                  <a:cubicBezTo>
                    <a:pt x="5670" y="2715"/>
                    <a:pt x="5768" y="2665"/>
                    <a:pt x="5826" y="2575"/>
                  </a:cubicBezTo>
                  <a:cubicBezTo>
                    <a:pt x="5916" y="2436"/>
                    <a:pt x="5878" y="2250"/>
                    <a:pt x="5741" y="2156"/>
                  </a:cubicBezTo>
                  <a:cubicBezTo>
                    <a:pt x="4912" y="1620"/>
                    <a:pt x="4104" y="1348"/>
                    <a:pt x="3341" y="1348"/>
                  </a:cubicBezTo>
                  <a:cubicBezTo>
                    <a:pt x="2249" y="1359"/>
                    <a:pt x="1368" y="2248"/>
                    <a:pt x="1368" y="3340"/>
                  </a:cubicBezTo>
                  <a:cubicBezTo>
                    <a:pt x="1368" y="4433"/>
                    <a:pt x="2249" y="5320"/>
                    <a:pt x="3341" y="5331"/>
                  </a:cubicBezTo>
                  <a:cubicBezTo>
                    <a:pt x="4876" y="5331"/>
                    <a:pt x="6259" y="4222"/>
                    <a:pt x="6947" y="3560"/>
                  </a:cubicBezTo>
                  <a:lnTo>
                    <a:pt x="7893" y="2595"/>
                  </a:lnTo>
                  <a:cubicBezTo>
                    <a:pt x="8696" y="1851"/>
                    <a:pt x="10309" y="611"/>
                    <a:pt x="12110" y="611"/>
                  </a:cubicBezTo>
                  <a:close/>
                  <a:moveTo>
                    <a:pt x="3341" y="1"/>
                  </a:moveTo>
                  <a:cubicBezTo>
                    <a:pt x="1498" y="1"/>
                    <a:pt x="0" y="1498"/>
                    <a:pt x="0" y="3340"/>
                  </a:cubicBezTo>
                  <a:cubicBezTo>
                    <a:pt x="0" y="5182"/>
                    <a:pt x="1498" y="6680"/>
                    <a:pt x="3341" y="6680"/>
                  </a:cubicBezTo>
                  <a:cubicBezTo>
                    <a:pt x="5203" y="6680"/>
                    <a:pt x="6793" y="5529"/>
                    <a:pt x="7684" y="4719"/>
                  </a:cubicBezTo>
                  <a:cubicBezTo>
                    <a:pt x="8607" y="5529"/>
                    <a:pt x="10247" y="6680"/>
                    <a:pt x="12108" y="6680"/>
                  </a:cubicBezTo>
                  <a:cubicBezTo>
                    <a:pt x="13951" y="6680"/>
                    <a:pt x="15449" y="5182"/>
                    <a:pt x="15449" y="3340"/>
                  </a:cubicBezTo>
                  <a:cubicBezTo>
                    <a:pt x="15449" y="1498"/>
                    <a:pt x="13951" y="1"/>
                    <a:pt x="12108" y="1"/>
                  </a:cubicBezTo>
                  <a:cubicBezTo>
                    <a:pt x="10247" y="1"/>
                    <a:pt x="8607" y="1152"/>
                    <a:pt x="7684" y="1962"/>
                  </a:cubicBezTo>
                  <a:cubicBezTo>
                    <a:pt x="6793" y="1152"/>
                    <a:pt x="5201" y="1"/>
                    <a:pt x="3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9"/>
            <p:cNvSpPr/>
            <p:nvPr/>
          </p:nvSpPr>
          <p:spPr>
            <a:xfrm>
              <a:off x="7625938" y="2549025"/>
              <a:ext cx="41675" cy="15300"/>
            </a:xfrm>
            <a:custGeom>
              <a:avLst/>
              <a:gdLst/>
              <a:ahLst/>
              <a:cxnLst/>
              <a:rect l="l" t="t" r="r" b="b"/>
              <a:pathLst>
                <a:path w="1667" h="612" extrusionOk="0">
                  <a:moveTo>
                    <a:pt x="339" y="1"/>
                  </a:moveTo>
                  <a:cubicBezTo>
                    <a:pt x="184" y="1"/>
                    <a:pt x="43" y="113"/>
                    <a:pt x="25" y="268"/>
                  </a:cubicBezTo>
                  <a:cubicBezTo>
                    <a:pt x="1" y="451"/>
                    <a:pt x="143" y="611"/>
                    <a:pt x="328" y="611"/>
                  </a:cubicBezTo>
                  <a:lnTo>
                    <a:pt x="1340" y="611"/>
                  </a:lnTo>
                  <a:cubicBezTo>
                    <a:pt x="1524" y="611"/>
                    <a:pt x="1667" y="451"/>
                    <a:pt x="1644" y="268"/>
                  </a:cubicBezTo>
                  <a:cubicBezTo>
                    <a:pt x="1623" y="113"/>
                    <a:pt x="1484" y="1"/>
                    <a:pt x="1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9"/>
            <p:cNvSpPr/>
            <p:nvPr/>
          </p:nvSpPr>
          <p:spPr>
            <a:xfrm>
              <a:off x="7650663" y="2489550"/>
              <a:ext cx="34375" cy="23750"/>
            </a:xfrm>
            <a:custGeom>
              <a:avLst/>
              <a:gdLst/>
              <a:ahLst/>
              <a:cxnLst/>
              <a:rect l="l" t="t" r="r" b="b"/>
              <a:pathLst>
                <a:path w="1375" h="950" extrusionOk="0">
                  <a:moveTo>
                    <a:pt x="350" y="1"/>
                  </a:moveTo>
                  <a:cubicBezTo>
                    <a:pt x="239" y="1"/>
                    <a:pt x="131" y="63"/>
                    <a:pt x="77" y="170"/>
                  </a:cubicBezTo>
                  <a:cubicBezTo>
                    <a:pt x="1" y="320"/>
                    <a:pt x="63" y="505"/>
                    <a:pt x="213" y="579"/>
                  </a:cubicBezTo>
                  <a:lnTo>
                    <a:pt x="888" y="918"/>
                  </a:lnTo>
                  <a:cubicBezTo>
                    <a:pt x="932" y="939"/>
                    <a:pt x="978" y="949"/>
                    <a:pt x="1023" y="949"/>
                  </a:cubicBezTo>
                  <a:cubicBezTo>
                    <a:pt x="1136" y="949"/>
                    <a:pt x="1244" y="887"/>
                    <a:pt x="1298" y="780"/>
                  </a:cubicBezTo>
                  <a:cubicBezTo>
                    <a:pt x="1374" y="629"/>
                    <a:pt x="1313" y="446"/>
                    <a:pt x="1162" y="370"/>
                  </a:cubicBezTo>
                  <a:lnTo>
                    <a:pt x="487" y="34"/>
                  </a:lnTo>
                  <a:cubicBezTo>
                    <a:pt x="443" y="11"/>
                    <a:pt x="396" y="1"/>
                    <a:pt x="3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9"/>
            <p:cNvSpPr/>
            <p:nvPr/>
          </p:nvSpPr>
          <p:spPr>
            <a:xfrm>
              <a:off x="7650663" y="2599175"/>
              <a:ext cx="34375" cy="23725"/>
            </a:xfrm>
            <a:custGeom>
              <a:avLst/>
              <a:gdLst/>
              <a:ahLst/>
              <a:cxnLst/>
              <a:rect l="l" t="t" r="r" b="b"/>
              <a:pathLst>
                <a:path w="1375" h="949" extrusionOk="0">
                  <a:moveTo>
                    <a:pt x="1024" y="0"/>
                  </a:moveTo>
                  <a:cubicBezTo>
                    <a:pt x="979" y="0"/>
                    <a:pt x="932" y="10"/>
                    <a:pt x="888" y="32"/>
                  </a:cubicBezTo>
                  <a:lnTo>
                    <a:pt x="213" y="370"/>
                  </a:lnTo>
                  <a:cubicBezTo>
                    <a:pt x="63" y="445"/>
                    <a:pt x="1" y="628"/>
                    <a:pt x="77" y="780"/>
                  </a:cubicBezTo>
                  <a:cubicBezTo>
                    <a:pt x="131" y="887"/>
                    <a:pt x="239" y="949"/>
                    <a:pt x="350" y="949"/>
                  </a:cubicBezTo>
                  <a:cubicBezTo>
                    <a:pt x="396" y="949"/>
                    <a:pt x="443" y="938"/>
                    <a:pt x="487" y="916"/>
                  </a:cubicBezTo>
                  <a:lnTo>
                    <a:pt x="1162" y="579"/>
                  </a:lnTo>
                  <a:cubicBezTo>
                    <a:pt x="1313" y="503"/>
                    <a:pt x="1374" y="320"/>
                    <a:pt x="1298" y="170"/>
                  </a:cubicBezTo>
                  <a:cubicBezTo>
                    <a:pt x="1244" y="62"/>
                    <a:pt x="1136" y="0"/>
                    <a:pt x="1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9"/>
            <p:cNvSpPr/>
            <p:nvPr/>
          </p:nvSpPr>
          <p:spPr>
            <a:xfrm>
              <a:off x="8106513" y="2549025"/>
              <a:ext cx="41650" cy="15300"/>
            </a:xfrm>
            <a:custGeom>
              <a:avLst/>
              <a:gdLst/>
              <a:ahLst/>
              <a:cxnLst/>
              <a:rect l="l" t="t" r="r" b="b"/>
              <a:pathLst>
                <a:path w="1666" h="612" extrusionOk="0">
                  <a:moveTo>
                    <a:pt x="1341" y="1"/>
                  </a:moveTo>
                  <a:cubicBezTo>
                    <a:pt x="1340" y="1"/>
                    <a:pt x="1339" y="1"/>
                    <a:pt x="1338" y="1"/>
                  </a:cubicBezTo>
                  <a:lnTo>
                    <a:pt x="339" y="1"/>
                  </a:lnTo>
                  <a:cubicBezTo>
                    <a:pt x="182" y="1"/>
                    <a:pt x="43" y="113"/>
                    <a:pt x="24" y="268"/>
                  </a:cubicBezTo>
                  <a:cubicBezTo>
                    <a:pt x="1" y="451"/>
                    <a:pt x="143" y="611"/>
                    <a:pt x="328" y="611"/>
                  </a:cubicBezTo>
                  <a:lnTo>
                    <a:pt x="1327" y="611"/>
                  </a:lnTo>
                  <a:cubicBezTo>
                    <a:pt x="1484" y="611"/>
                    <a:pt x="1623" y="500"/>
                    <a:pt x="1643" y="344"/>
                  </a:cubicBezTo>
                  <a:cubicBezTo>
                    <a:pt x="1665" y="162"/>
                    <a:pt x="1524" y="1"/>
                    <a:pt x="1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9"/>
            <p:cNvSpPr/>
            <p:nvPr/>
          </p:nvSpPr>
          <p:spPr>
            <a:xfrm>
              <a:off x="8089113" y="2599175"/>
              <a:ext cx="34325" cy="23725"/>
            </a:xfrm>
            <a:custGeom>
              <a:avLst/>
              <a:gdLst/>
              <a:ahLst/>
              <a:cxnLst/>
              <a:rect l="l" t="t" r="r" b="b"/>
              <a:pathLst>
                <a:path w="1373" h="949" extrusionOk="0">
                  <a:moveTo>
                    <a:pt x="349" y="0"/>
                  </a:moveTo>
                  <a:cubicBezTo>
                    <a:pt x="237" y="0"/>
                    <a:pt x="129" y="62"/>
                    <a:pt x="75" y="170"/>
                  </a:cubicBezTo>
                  <a:cubicBezTo>
                    <a:pt x="1" y="320"/>
                    <a:pt x="60" y="503"/>
                    <a:pt x="213" y="579"/>
                  </a:cubicBezTo>
                  <a:lnTo>
                    <a:pt x="886" y="916"/>
                  </a:lnTo>
                  <a:cubicBezTo>
                    <a:pt x="930" y="938"/>
                    <a:pt x="977" y="949"/>
                    <a:pt x="1023" y="949"/>
                  </a:cubicBezTo>
                  <a:cubicBezTo>
                    <a:pt x="1135" y="949"/>
                    <a:pt x="1243" y="887"/>
                    <a:pt x="1296" y="780"/>
                  </a:cubicBezTo>
                  <a:cubicBezTo>
                    <a:pt x="1372" y="628"/>
                    <a:pt x="1311" y="445"/>
                    <a:pt x="1160" y="370"/>
                  </a:cubicBezTo>
                  <a:lnTo>
                    <a:pt x="485" y="32"/>
                  </a:lnTo>
                  <a:cubicBezTo>
                    <a:pt x="441" y="10"/>
                    <a:pt x="395" y="0"/>
                    <a:pt x="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9"/>
            <p:cNvSpPr/>
            <p:nvPr/>
          </p:nvSpPr>
          <p:spPr>
            <a:xfrm>
              <a:off x="8089563" y="2489550"/>
              <a:ext cx="33875" cy="23725"/>
            </a:xfrm>
            <a:custGeom>
              <a:avLst/>
              <a:gdLst/>
              <a:ahLst/>
              <a:cxnLst/>
              <a:rect l="l" t="t" r="r" b="b"/>
              <a:pathLst>
                <a:path w="1355" h="949" extrusionOk="0">
                  <a:moveTo>
                    <a:pt x="1005" y="1"/>
                  </a:moveTo>
                  <a:cubicBezTo>
                    <a:pt x="959" y="1"/>
                    <a:pt x="912" y="11"/>
                    <a:pt x="868" y="34"/>
                  </a:cubicBezTo>
                  <a:lnTo>
                    <a:pt x="193" y="370"/>
                  </a:lnTo>
                  <a:cubicBezTo>
                    <a:pt x="67" y="434"/>
                    <a:pt x="0" y="576"/>
                    <a:pt x="33" y="714"/>
                  </a:cubicBezTo>
                  <a:cubicBezTo>
                    <a:pt x="67" y="851"/>
                    <a:pt x="190" y="948"/>
                    <a:pt x="331" y="948"/>
                  </a:cubicBezTo>
                  <a:cubicBezTo>
                    <a:pt x="378" y="948"/>
                    <a:pt x="425" y="939"/>
                    <a:pt x="467" y="918"/>
                  </a:cubicBezTo>
                  <a:lnTo>
                    <a:pt x="1142" y="579"/>
                  </a:lnTo>
                  <a:cubicBezTo>
                    <a:pt x="1293" y="505"/>
                    <a:pt x="1354" y="320"/>
                    <a:pt x="1278" y="170"/>
                  </a:cubicBezTo>
                  <a:cubicBezTo>
                    <a:pt x="1224" y="63"/>
                    <a:pt x="1116" y="1"/>
                    <a:pt x="1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40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cxnSp>
        <p:nvCxnSpPr>
          <p:cNvPr id="1660" name="Google Shape;1660;p40"/>
          <p:cNvCxnSpPr>
            <a:stCxn id="1661" idx="0"/>
            <a:endCxn id="1662" idx="2"/>
          </p:cNvCxnSpPr>
          <p:nvPr/>
        </p:nvCxnSpPr>
        <p:spPr>
          <a:xfrm>
            <a:off x="2200728" y="2738440"/>
            <a:ext cx="2051100" cy="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63" name="Google Shape;1663;p40"/>
          <p:cNvCxnSpPr>
            <a:stCxn id="1662" idx="0"/>
            <a:endCxn id="1664" idx="2"/>
          </p:cNvCxnSpPr>
          <p:nvPr/>
        </p:nvCxnSpPr>
        <p:spPr>
          <a:xfrm>
            <a:off x="4844078" y="2738440"/>
            <a:ext cx="2051100" cy="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65" name="Google Shape;1665;p40"/>
          <p:cNvCxnSpPr>
            <a:stCxn id="1664" idx="1"/>
            <a:endCxn id="1666" idx="0"/>
          </p:cNvCxnSpPr>
          <p:nvPr/>
        </p:nvCxnSpPr>
        <p:spPr>
          <a:xfrm rot="5400000">
            <a:off x="6534519" y="2682471"/>
            <a:ext cx="288000" cy="10257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67" name="Google Shape;1667;p40"/>
          <p:cNvCxnSpPr>
            <a:stCxn id="1666" idx="2"/>
            <a:endCxn id="1668" idx="0"/>
          </p:cNvCxnSpPr>
          <p:nvPr/>
        </p:nvCxnSpPr>
        <p:spPr>
          <a:xfrm flipH="1">
            <a:off x="3522534" y="3339461"/>
            <a:ext cx="2051100" cy="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69" name="Google Shape;1669;p40"/>
          <p:cNvCxnSpPr>
            <a:stCxn id="1668" idx="2"/>
            <a:endCxn id="1661" idx="1"/>
          </p:cNvCxnSpPr>
          <p:nvPr/>
        </p:nvCxnSpPr>
        <p:spPr>
          <a:xfrm rot="10800000">
            <a:off x="1904584" y="3051461"/>
            <a:ext cx="1025700" cy="2880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670" name="Google Shape;1670;p40"/>
          <p:cNvGrpSpPr/>
          <p:nvPr/>
        </p:nvGrpSpPr>
        <p:grpSpPr>
          <a:xfrm>
            <a:off x="1081450" y="1454254"/>
            <a:ext cx="1694400" cy="1597067"/>
            <a:chOff x="1081450" y="1454254"/>
            <a:chExt cx="1694400" cy="1597067"/>
          </a:xfrm>
        </p:grpSpPr>
        <p:grpSp>
          <p:nvGrpSpPr>
            <p:cNvPr id="1671" name="Google Shape;1671;p40"/>
            <p:cNvGrpSpPr/>
            <p:nvPr/>
          </p:nvGrpSpPr>
          <p:grpSpPr>
            <a:xfrm>
              <a:off x="1608609" y="2393206"/>
              <a:ext cx="640081" cy="658115"/>
              <a:chOff x="1690218" y="1609641"/>
              <a:chExt cx="526339" cy="577699"/>
            </a:xfrm>
          </p:grpSpPr>
          <p:sp>
            <p:nvSpPr>
              <p:cNvPr id="1672" name="Google Shape;1672;p40"/>
              <p:cNvSpPr/>
              <p:nvPr/>
            </p:nvSpPr>
            <p:spPr>
              <a:xfrm rot="5400000" flipH="1">
                <a:off x="1698457" y="1640841"/>
                <a:ext cx="549300" cy="486900"/>
              </a:xfrm>
              <a:prstGeom prst="flowChartDelay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61" name="Google Shape;1661;p40"/>
              <p:cNvSpPr/>
              <p:nvPr/>
            </p:nvSpPr>
            <p:spPr>
              <a:xfrm rot="5400000" flipH="1">
                <a:off x="1659018" y="1669241"/>
                <a:ext cx="549300" cy="486900"/>
              </a:xfrm>
              <a:prstGeom prst="flowChartDelay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73" name="Google Shape;1673;p40"/>
            <p:cNvGrpSpPr/>
            <p:nvPr/>
          </p:nvGrpSpPr>
          <p:grpSpPr>
            <a:xfrm>
              <a:off x="1081450" y="1454254"/>
              <a:ext cx="1694400" cy="1532811"/>
              <a:chOff x="1081450" y="1454254"/>
              <a:chExt cx="1694400" cy="1532811"/>
            </a:xfrm>
          </p:grpSpPr>
          <p:grpSp>
            <p:nvGrpSpPr>
              <p:cNvPr id="1674" name="Google Shape;1674;p40"/>
              <p:cNvGrpSpPr/>
              <p:nvPr/>
            </p:nvGrpSpPr>
            <p:grpSpPr>
              <a:xfrm>
                <a:off x="1081450" y="1454254"/>
                <a:ext cx="1694400" cy="933400"/>
                <a:chOff x="1151900" y="1454254"/>
                <a:chExt cx="1694400" cy="933400"/>
              </a:xfrm>
            </p:grpSpPr>
            <p:sp>
              <p:nvSpPr>
                <p:cNvPr id="1675" name="Google Shape;1675;p40"/>
                <p:cNvSpPr txBox="1"/>
                <p:nvPr/>
              </p:nvSpPr>
              <p:spPr>
                <a:xfrm>
                  <a:off x="1151900" y="1965254"/>
                  <a:ext cx="1694400" cy="42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>
                      <a:solidFill>
                        <a:schemeClr val="dk1"/>
                      </a:solidFill>
                      <a:latin typeface="Merriweather"/>
                      <a:ea typeface="Merriweather"/>
                      <a:cs typeface="Merriweather"/>
                      <a:sym typeface="Merriweather"/>
                    </a:rPr>
                    <a:t>Mars</a:t>
                  </a:r>
                  <a:endParaRPr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endParaRPr>
                </a:p>
              </p:txBody>
            </p:sp>
            <p:sp>
              <p:nvSpPr>
                <p:cNvPr id="1676" name="Google Shape;1676;p40"/>
                <p:cNvSpPr txBox="1"/>
                <p:nvPr/>
              </p:nvSpPr>
              <p:spPr>
                <a:xfrm>
                  <a:off x="1151900" y="1454254"/>
                  <a:ext cx="1694400" cy="601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b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>
                      <a:solidFill>
                        <a:schemeClr val="dk1"/>
                      </a:solidFill>
                      <a:latin typeface="Spectral"/>
                      <a:ea typeface="Spectral"/>
                      <a:cs typeface="Spectral"/>
                      <a:sym typeface="Spectral"/>
                    </a:rPr>
                    <a:t>Mars is actually a cold place</a:t>
                  </a:r>
                  <a:endParaRPr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endParaRPr>
                </a:p>
              </p:txBody>
            </p:sp>
          </p:grpSp>
          <p:sp>
            <p:nvSpPr>
              <p:cNvPr id="1677" name="Google Shape;1677;p40"/>
              <p:cNvSpPr txBox="1"/>
              <p:nvPr/>
            </p:nvSpPr>
            <p:spPr>
              <a:xfrm>
                <a:off x="1519150" y="2506464"/>
                <a:ext cx="819000" cy="48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01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grpSp>
        <p:nvGrpSpPr>
          <p:cNvPr id="1678" name="Google Shape;1678;p40"/>
          <p:cNvGrpSpPr/>
          <p:nvPr/>
        </p:nvGrpSpPr>
        <p:grpSpPr>
          <a:xfrm>
            <a:off x="3724800" y="1454254"/>
            <a:ext cx="1694400" cy="1597067"/>
            <a:chOff x="3724800" y="1454254"/>
            <a:chExt cx="1694400" cy="1597067"/>
          </a:xfrm>
        </p:grpSpPr>
        <p:grpSp>
          <p:nvGrpSpPr>
            <p:cNvPr id="1679" name="Google Shape;1679;p40"/>
            <p:cNvGrpSpPr/>
            <p:nvPr/>
          </p:nvGrpSpPr>
          <p:grpSpPr>
            <a:xfrm>
              <a:off x="4162500" y="2393206"/>
              <a:ext cx="819000" cy="658115"/>
              <a:chOff x="4162500" y="2393206"/>
              <a:chExt cx="819000" cy="658115"/>
            </a:xfrm>
          </p:grpSpPr>
          <p:grpSp>
            <p:nvGrpSpPr>
              <p:cNvPr id="1680" name="Google Shape;1680;p40"/>
              <p:cNvGrpSpPr/>
              <p:nvPr/>
            </p:nvGrpSpPr>
            <p:grpSpPr>
              <a:xfrm>
                <a:off x="4251959" y="2393206"/>
                <a:ext cx="640081" cy="658115"/>
                <a:chOff x="1690218" y="1609641"/>
                <a:chExt cx="526339" cy="577699"/>
              </a:xfrm>
            </p:grpSpPr>
            <p:sp>
              <p:nvSpPr>
                <p:cNvPr id="1681" name="Google Shape;1681;p40"/>
                <p:cNvSpPr/>
                <p:nvPr/>
              </p:nvSpPr>
              <p:spPr>
                <a:xfrm rot="5400000" flipH="1">
                  <a:off x="1698457" y="1640841"/>
                  <a:ext cx="549300" cy="486900"/>
                </a:xfrm>
                <a:prstGeom prst="flowChartDelay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2" name="Google Shape;1662;p40"/>
                <p:cNvSpPr/>
                <p:nvPr/>
              </p:nvSpPr>
              <p:spPr>
                <a:xfrm rot="5400000" flipH="1">
                  <a:off x="1659018" y="1669241"/>
                  <a:ext cx="549300" cy="486900"/>
                </a:xfrm>
                <a:prstGeom prst="flowChartDelay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82" name="Google Shape;1682;p40"/>
              <p:cNvSpPr txBox="1"/>
              <p:nvPr/>
            </p:nvSpPr>
            <p:spPr>
              <a:xfrm>
                <a:off x="4162500" y="2506464"/>
                <a:ext cx="819000" cy="48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02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  <p:grpSp>
          <p:nvGrpSpPr>
            <p:cNvPr id="1683" name="Google Shape;1683;p40"/>
            <p:cNvGrpSpPr/>
            <p:nvPr/>
          </p:nvGrpSpPr>
          <p:grpSpPr>
            <a:xfrm>
              <a:off x="3724800" y="1454254"/>
              <a:ext cx="1694400" cy="933400"/>
              <a:chOff x="3723100" y="1454254"/>
              <a:chExt cx="1694400" cy="933400"/>
            </a:xfrm>
          </p:grpSpPr>
          <p:sp>
            <p:nvSpPr>
              <p:cNvPr id="1684" name="Google Shape;1684;p40"/>
              <p:cNvSpPr txBox="1"/>
              <p:nvPr/>
            </p:nvSpPr>
            <p:spPr>
              <a:xfrm>
                <a:off x="3723100" y="1965254"/>
                <a:ext cx="16944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Venus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685" name="Google Shape;1685;p40"/>
              <p:cNvSpPr txBox="1"/>
              <p:nvPr/>
            </p:nvSpPr>
            <p:spPr>
              <a:xfrm>
                <a:off x="3723100" y="1454254"/>
                <a:ext cx="1694400" cy="6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Venus has a beautiful name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686" name="Google Shape;1686;p40"/>
          <p:cNvGrpSpPr/>
          <p:nvPr/>
        </p:nvGrpSpPr>
        <p:grpSpPr>
          <a:xfrm>
            <a:off x="6368150" y="1454254"/>
            <a:ext cx="1694400" cy="1597067"/>
            <a:chOff x="6368150" y="1454254"/>
            <a:chExt cx="1694400" cy="1597067"/>
          </a:xfrm>
        </p:grpSpPr>
        <p:grpSp>
          <p:nvGrpSpPr>
            <p:cNvPr id="1687" name="Google Shape;1687;p40"/>
            <p:cNvGrpSpPr/>
            <p:nvPr/>
          </p:nvGrpSpPr>
          <p:grpSpPr>
            <a:xfrm>
              <a:off x="6805850" y="2393206"/>
              <a:ext cx="819000" cy="658115"/>
              <a:chOff x="6805850" y="2393206"/>
              <a:chExt cx="819000" cy="658115"/>
            </a:xfrm>
          </p:grpSpPr>
          <p:grpSp>
            <p:nvGrpSpPr>
              <p:cNvPr id="1688" name="Google Shape;1688;p40"/>
              <p:cNvGrpSpPr/>
              <p:nvPr/>
            </p:nvGrpSpPr>
            <p:grpSpPr>
              <a:xfrm>
                <a:off x="6895309" y="2393206"/>
                <a:ext cx="640081" cy="658115"/>
                <a:chOff x="1690218" y="1609641"/>
                <a:chExt cx="526339" cy="577699"/>
              </a:xfrm>
            </p:grpSpPr>
            <p:sp>
              <p:nvSpPr>
                <p:cNvPr id="1689" name="Google Shape;1689;p40"/>
                <p:cNvSpPr/>
                <p:nvPr/>
              </p:nvSpPr>
              <p:spPr>
                <a:xfrm rot="5400000" flipH="1">
                  <a:off x="1698457" y="1640841"/>
                  <a:ext cx="549300" cy="486900"/>
                </a:xfrm>
                <a:prstGeom prst="flowChartDelay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4" name="Google Shape;1664;p40"/>
                <p:cNvSpPr/>
                <p:nvPr/>
              </p:nvSpPr>
              <p:spPr>
                <a:xfrm rot="5400000" flipH="1">
                  <a:off x="1659018" y="1669241"/>
                  <a:ext cx="549300" cy="486900"/>
                </a:xfrm>
                <a:prstGeom prst="flowChartDelay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90" name="Google Shape;1690;p40"/>
              <p:cNvSpPr txBox="1"/>
              <p:nvPr/>
            </p:nvSpPr>
            <p:spPr>
              <a:xfrm>
                <a:off x="6805850" y="2506464"/>
                <a:ext cx="819000" cy="48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03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  <p:grpSp>
          <p:nvGrpSpPr>
            <p:cNvPr id="1691" name="Google Shape;1691;p40"/>
            <p:cNvGrpSpPr/>
            <p:nvPr/>
          </p:nvGrpSpPr>
          <p:grpSpPr>
            <a:xfrm>
              <a:off x="6368150" y="1454254"/>
              <a:ext cx="1694400" cy="933400"/>
              <a:chOff x="6438600" y="1454254"/>
              <a:chExt cx="1694400" cy="933400"/>
            </a:xfrm>
          </p:grpSpPr>
          <p:sp>
            <p:nvSpPr>
              <p:cNvPr id="1692" name="Google Shape;1692;p40"/>
              <p:cNvSpPr txBox="1"/>
              <p:nvPr/>
            </p:nvSpPr>
            <p:spPr>
              <a:xfrm>
                <a:off x="6438600" y="1965254"/>
                <a:ext cx="16944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Jupiter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693" name="Google Shape;1693;p40"/>
              <p:cNvSpPr txBox="1"/>
              <p:nvPr/>
            </p:nvSpPr>
            <p:spPr>
              <a:xfrm>
                <a:off x="6438600" y="1454254"/>
                <a:ext cx="1694400" cy="6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Jupiter is the biggest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694" name="Google Shape;1694;p40"/>
          <p:cNvGrpSpPr/>
          <p:nvPr/>
        </p:nvGrpSpPr>
        <p:grpSpPr>
          <a:xfrm>
            <a:off x="2403125" y="2994227"/>
            <a:ext cx="1694400" cy="1596510"/>
            <a:chOff x="2403125" y="2994227"/>
            <a:chExt cx="1694400" cy="1596510"/>
          </a:xfrm>
        </p:grpSpPr>
        <p:grpSp>
          <p:nvGrpSpPr>
            <p:cNvPr id="1695" name="Google Shape;1695;p40"/>
            <p:cNvGrpSpPr/>
            <p:nvPr/>
          </p:nvGrpSpPr>
          <p:grpSpPr>
            <a:xfrm>
              <a:off x="2840825" y="2994227"/>
              <a:ext cx="819000" cy="658115"/>
              <a:chOff x="2840825" y="2994227"/>
              <a:chExt cx="819000" cy="658115"/>
            </a:xfrm>
          </p:grpSpPr>
          <p:grpSp>
            <p:nvGrpSpPr>
              <p:cNvPr id="1696" name="Google Shape;1696;p40"/>
              <p:cNvGrpSpPr/>
              <p:nvPr/>
            </p:nvGrpSpPr>
            <p:grpSpPr>
              <a:xfrm>
                <a:off x="2930284" y="2994227"/>
                <a:ext cx="640081" cy="658115"/>
                <a:chOff x="1690218" y="1609641"/>
                <a:chExt cx="526339" cy="577699"/>
              </a:xfrm>
            </p:grpSpPr>
            <p:sp>
              <p:nvSpPr>
                <p:cNvPr id="1697" name="Google Shape;1697;p40"/>
                <p:cNvSpPr/>
                <p:nvPr/>
              </p:nvSpPr>
              <p:spPr>
                <a:xfrm rot="5400000" flipH="1">
                  <a:off x="1698457" y="1640841"/>
                  <a:ext cx="549300" cy="486900"/>
                </a:xfrm>
                <a:prstGeom prst="flowChartDelay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8" name="Google Shape;1668;p40"/>
                <p:cNvSpPr/>
                <p:nvPr/>
              </p:nvSpPr>
              <p:spPr>
                <a:xfrm rot="5400000" flipH="1">
                  <a:off x="1659018" y="1669241"/>
                  <a:ext cx="549300" cy="486900"/>
                </a:xfrm>
                <a:prstGeom prst="flowChartDelay">
                  <a:avLst/>
                </a:prstGeom>
                <a:solidFill>
                  <a:schemeClr val="accen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98" name="Google Shape;1698;p40"/>
              <p:cNvSpPr txBox="1"/>
              <p:nvPr/>
            </p:nvSpPr>
            <p:spPr>
              <a:xfrm>
                <a:off x="2840825" y="3117434"/>
                <a:ext cx="819000" cy="48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05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  <p:grpSp>
          <p:nvGrpSpPr>
            <p:cNvPr id="1699" name="Google Shape;1699;p40"/>
            <p:cNvGrpSpPr/>
            <p:nvPr/>
          </p:nvGrpSpPr>
          <p:grpSpPr>
            <a:xfrm>
              <a:off x="2403125" y="3657337"/>
              <a:ext cx="1694400" cy="933400"/>
              <a:chOff x="2339325" y="3691363"/>
              <a:chExt cx="1694400" cy="933400"/>
            </a:xfrm>
          </p:grpSpPr>
          <p:sp>
            <p:nvSpPr>
              <p:cNvPr id="1700" name="Google Shape;1700;p40"/>
              <p:cNvSpPr txBox="1"/>
              <p:nvPr/>
            </p:nvSpPr>
            <p:spPr>
              <a:xfrm>
                <a:off x="2339325" y="3691363"/>
                <a:ext cx="16944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Neptune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701" name="Google Shape;1701;p40"/>
              <p:cNvSpPr txBox="1"/>
              <p:nvPr/>
            </p:nvSpPr>
            <p:spPr>
              <a:xfrm>
                <a:off x="2339325" y="4022963"/>
                <a:ext cx="1694400" cy="6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Neptune is far away from us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702" name="Google Shape;1702;p40"/>
          <p:cNvGrpSpPr/>
          <p:nvPr/>
        </p:nvGrpSpPr>
        <p:grpSpPr>
          <a:xfrm>
            <a:off x="5046475" y="2994227"/>
            <a:ext cx="1694400" cy="1596510"/>
            <a:chOff x="5046475" y="2994227"/>
            <a:chExt cx="1694400" cy="1596510"/>
          </a:xfrm>
        </p:grpSpPr>
        <p:grpSp>
          <p:nvGrpSpPr>
            <p:cNvPr id="1703" name="Google Shape;1703;p40"/>
            <p:cNvGrpSpPr/>
            <p:nvPr/>
          </p:nvGrpSpPr>
          <p:grpSpPr>
            <a:xfrm>
              <a:off x="5484175" y="2994227"/>
              <a:ext cx="819000" cy="658115"/>
              <a:chOff x="5484175" y="2994227"/>
              <a:chExt cx="819000" cy="658115"/>
            </a:xfrm>
          </p:grpSpPr>
          <p:grpSp>
            <p:nvGrpSpPr>
              <p:cNvPr id="1704" name="Google Shape;1704;p40"/>
              <p:cNvGrpSpPr/>
              <p:nvPr/>
            </p:nvGrpSpPr>
            <p:grpSpPr>
              <a:xfrm>
                <a:off x="5573634" y="2994227"/>
                <a:ext cx="640081" cy="658115"/>
                <a:chOff x="1690218" y="1609641"/>
                <a:chExt cx="526339" cy="577699"/>
              </a:xfrm>
            </p:grpSpPr>
            <p:sp>
              <p:nvSpPr>
                <p:cNvPr id="1705" name="Google Shape;1705;p40"/>
                <p:cNvSpPr/>
                <p:nvPr/>
              </p:nvSpPr>
              <p:spPr>
                <a:xfrm rot="5400000" flipH="1">
                  <a:off x="1698457" y="1640841"/>
                  <a:ext cx="549300" cy="486900"/>
                </a:xfrm>
                <a:prstGeom prst="flowChartDelay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6" name="Google Shape;1666;p40"/>
                <p:cNvSpPr/>
                <p:nvPr/>
              </p:nvSpPr>
              <p:spPr>
                <a:xfrm rot="5400000" flipH="1">
                  <a:off x="1659018" y="1669241"/>
                  <a:ext cx="549300" cy="486900"/>
                </a:xfrm>
                <a:prstGeom prst="flowChartDelay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06" name="Google Shape;1706;p40"/>
              <p:cNvSpPr txBox="1"/>
              <p:nvPr/>
            </p:nvSpPr>
            <p:spPr>
              <a:xfrm>
                <a:off x="5484175" y="3117434"/>
                <a:ext cx="819000" cy="48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3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04</a:t>
                </a:r>
                <a:endParaRPr sz="33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  <p:grpSp>
          <p:nvGrpSpPr>
            <p:cNvPr id="1707" name="Google Shape;1707;p40"/>
            <p:cNvGrpSpPr/>
            <p:nvPr/>
          </p:nvGrpSpPr>
          <p:grpSpPr>
            <a:xfrm>
              <a:off x="5046475" y="3657337"/>
              <a:ext cx="1694400" cy="933400"/>
              <a:chOff x="5048225" y="3691363"/>
              <a:chExt cx="1694400" cy="933400"/>
            </a:xfrm>
          </p:grpSpPr>
          <p:sp>
            <p:nvSpPr>
              <p:cNvPr id="1708" name="Google Shape;1708;p40"/>
              <p:cNvSpPr txBox="1"/>
              <p:nvPr/>
            </p:nvSpPr>
            <p:spPr>
              <a:xfrm>
                <a:off x="5048225" y="3691363"/>
                <a:ext cx="16944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Saturn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709" name="Google Shape;1709;p40"/>
              <p:cNvSpPr txBox="1"/>
              <p:nvPr/>
            </p:nvSpPr>
            <p:spPr>
              <a:xfrm>
                <a:off x="5048225" y="4022963"/>
                <a:ext cx="1694400" cy="6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Saturn is the ringed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710" name="Google Shape;1710;p40"/>
          <p:cNvGrpSpPr/>
          <p:nvPr/>
        </p:nvGrpSpPr>
        <p:grpSpPr>
          <a:xfrm rot="-5400000" flipH="1">
            <a:off x="224045" y="4244342"/>
            <a:ext cx="881133" cy="379000"/>
            <a:chOff x="6659230" y="279450"/>
            <a:chExt cx="2217246" cy="953700"/>
          </a:xfrm>
        </p:grpSpPr>
        <p:sp>
          <p:nvSpPr>
            <p:cNvPr id="1711" name="Google Shape;1711;p40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0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0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0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0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6" name="Google Shape;1716;p40"/>
          <p:cNvGrpSpPr/>
          <p:nvPr/>
        </p:nvGrpSpPr>
        <p:grpSpPr>
          <a:xfrm rot="-5400000" flipH="1">
            <a:off x="8095245" y="4244342"/>
            <a:ext cx="881133" cy="379000"/>
            <a:chOff x="6659230" y="279450"/>
            <a:chExt cx="2217246" cy="953700"/>
          </a:xfrm>
        </p:grpSpPr>
        <p:sp>
          <p:nvSpPr>
            <p:cNvPr id="1717" name="Google Shape;1717;p40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0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0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0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0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41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727" name="Google Shape;1727;p41"/>
          <p:cNvGrpSpPr/>
          <p:nvPr/>
        </p:nvGrpSpPr>
        <p:grpSpPr>
          <a:xfrm>
            <a:off x="541900" y="1447350"/>
            <a:ext cx="4033800" cy="1124400"/>
            <a:chOff x="541900" y="1447350"/>
            <a:chExt cx="4033800" cy="1124400"/>
          </a:xfrm>
        </p:grpSpPr>
        <p:sp>
          <p:nvSpPr>
            <p:cNvPr id="1728" name="Google Shape;1728;p41"/>
            <p:cNvSpPr/>
            <p:nvPr/>
          </p:nvSpPr>
          <p:spPr>
            <a:xfrm>
              <a:off x="541900" y="1447350"/>
              <a:ext cx="4033800" cy="1124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729" name="Google Shape;1729;p41"/>
            <p:cNvGrpSpPr/>
            <p:nvPr/>
          </p:nvGrpSpPr>
          <p:grpSpPr>
            <a:xfrm>
              <a:off x="810500" y="1588725"/>
              <a:ext cx="3496500" cy="841654"/>
              <a:chOff x="810500" y="1588725"/>
              <a:chExt cx="3496500" cy="841654"/>
            </a:xfrm>
          </p:grpSpPr>
          <p:sp>
            <p:nvSpPr>
              <p:cNvPr id="1730" name="Google Shape;1730;p41"/>
              <p:cNvSpPr txBox="1"/>
              <p:nvPr/>
            </p:nvSpPr>
            <p:spPr>
              <a:xfrm>
                <a:off x="810500" y="1588725"/>
                <a:ext cx="34965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Theoretical framework 1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731" name="Google Shape;1731;p41"/>
              <p:cNvSpPr txBox="1"/>
              <p:nvPr/>
            </p:nvSpPr>
            <p:spPr>
              <a:xfrm>
                <a:off x="810500" y="1848979"/>
                <a:ext cx="34965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Mercury is the closest planet to the Sun and the smallest one in the Solar System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1732" name="Google Shape;1732;p41"/>
          <p:cNvGrpSpPr/>
          <p:nvPr/>
        </p:nvGrpSpPr>
        <p:grpSpPr>
          <a:xfrm>
            <a:off x="4569575" y="1447350"/>
            <a:ext cx="4033800" cy="1124400"/>
            <a:chOff x="4569575" y="1447350"/>
            <a:chExt cx="4033800" cy="1124400"/>
          </a:xfrm>
        </p:grpSpPr>
        <p:sp>
          <p:nvSpPr>
            <p:cNvPr id="1733" name="Google Shape;1733;p41"/>
            <p:cNvSpPr/>
            <p:nvPr/>
          </p:nvSpPr>
          <p:spPr>
            <a:xfrm>
              <a:off x="4569575" y="1447350"/>
              <a:ext cx="4033800" cy="1124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734" name="Google Shape;1734;p41"/>
            <p:cNvGrpSpPr/>
            <p:nvPr/>
          </p:nvGrpSpPr>
          <p:grpSpPr>
            <a:xfrm>
              <a:off x="4838225" y="1588723"/>
              <a:ext cx="3496500" cy="841654"/>
              <a:chOff x="4838175" y="1588725"/>
              <a:chExt cx="3496500" cy="841654"/>
            </a:xfrm>
          </p:grpSpPr>
          <p:sp>
            <p:nvSpPr>
              <p:cNvPr id="1735" name="Google Shape;1735;p41"/>
              <p:cNvSpPr txBox="1"/>
              <p:nvPr/>
            </p:nvSpPr>
            <p:spPr>
              <a:xfrm>
                <a:off x="4838175" y="1588725"/>
                <a:ext cx="34965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Theoretical framework 2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736" name="Google Shape;1736;p41"/>
              <p:cNvSpPr txBox="1"/>
              <p:nvPr/>
            </p:nvSpPr>
            <p:spPr>
              <a:xfrm>
                <a:off x="4838175" y="1848979"/>
                <a:ext cx="34965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Earth is the third planet from the Sun and where we all live on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737" name="Google Shape;1737;p41"/>
          <p:cNvGrpSpPr/>
          <p:nvPr/>
        </p:nvGrpSpPr>
        <p:grpSpPr>
          <a:xfrm>
            <a:off x="2000734" y="3783493"/>
            <a:ext cx="640081" cy="658115"/>
            <a:chOff x="1690218" y="1609641"/>
            <a:chExt cx="526339" cy="577699"/>
          </a:xfrm>
        </p:grpSpPr>
        <p:sp>
          <p:nvSpPr>
            <p:cNvPr id="1738" name="Google Shape;1738;p41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1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0" name="Google Shape;1740;p41"/>
          <p:cNvGrpSpPr/>
          <p:nvPr/>
        </p:nvGrpSpPr>
        <p:grpSpPr>
          <a:xfrm>
            <a:off x="4238334" y="3783493"/>
            <a:ext cx="640081" cy="658115"/>
            <a:chOff x="1690218" y="1609641"/>
            <a:chExt cx="526339" cy="577699"/>
          </a:xfrm>
        </p:grpSpPr>
        <p:sp>
          <p:nvSpPr>
            <p:cNvPr id="1741" name="Google Shape;1741;p41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1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3" name="Google Shape;1743;p41"/>
          <p:cNvGrpSpPr/>
          <p:nvPr/>
        </p:nvGrpSpPr>
        <p:grpSpPr>
          <a:xfrm>
            <a:off x="6648959" y="3783493"/>
            <a:ext cx="640081" cy="658115"/>
            <a:chOff x="1690218" y="1609641"/>
            <a:chExt cx="526339" cy="577699"/>
          </a:xfrm>
        </p:grpSpPr>
        <p:sp>
          <p:nvSpPr>
            <p:cNvPr id="1744" name="Google Shape;1744;p41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1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46" name="Google Shape;1746;p41"/>
          <p:cNvCxnSpPr>
            <a:endCxn id="1742" idx="2"/>
          </p:cNvCxnSpPr>
          <p:nvPr/>
        </p:nvCxnSpPr>
        <p:spPr>
          <a:xfrm>
            <a:off x="2592834" y="4128127"/>
            <a:ext cx="16455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747" name="Google Shape;1747;p41"/>
          <p:cNvCxnSpPr>
            <a:stCxn id="1742" idx="0"/>
            <a:endCxn id="1745" idx="2"/>
          </p:cNvCxnSpPr>
          <p:nvPr/>
        </p:nvCxnSpPr>
        <p:spPr>
          <a:xfrm>
            <a:off x="4830453" y="4128727"/>
            <a:ext cx="18186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748" name="Google Shape;1748;p41"/>
          <p:cNvSpPr txBox="1"/>
          <p:nvPr/>
        </p:nvSpPr>
        <p:spPr>
          <a:xfrm>
            <a:off x="1114725" y="2940325"/>
            <a:ext cx="2303100" cy="74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Venus is the second planet from the Sun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49" name="Google Shape;1749;p41"/>
          <p:cNvSpPr txBox="1"/>
          <p:nvPr/>
        </p:nvSpPr>
        <p:spPr>
          <a:xfrm>
            <a:off x="3414988" y="2940325"/>
            <a:ext cx="2303100" cy="74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Despite being red, Mars is actually a cold place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50" name="Google Shape;1750;p41"/>
          <p:cNvSpPr txBox="1"/>
          <p:nvPr/>
        </p:nvSpPr>
        <p:spPr>
          <a:xfrm>
            <a:off x="5715250" y="2940325"/>
            <a:ext cx="2303100" cy="74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Jupiter is the biggest planet of them all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1751" name="Google Shape;1751;p41"/>
          <p:cNvGrpSpPr/>
          <p:nvPr/>
        </p:nvGrpSpPr>
        <p:grpSpPr>
          <a:xfrm>
            <a:off x="4365287" y="3927634"/>
            <a:ext cx="386186" cy="457109"/>
            <a:chOff x="1781363" y="1755775"/>
            <a:chExt cx="440600" cy="521100"/>
          </a:xfrm>
        </p:grpSpPr>
        <p:sp>
          <p:nvSpPr>
            <p:cNvPr id="1752" name="Google Shape;1752;p41"/>
            <p:cNvSpPr/>
            <p:nvPr/>
          </p:nvSpPr>
          <p:spPr>
            <a:xfrm>
              <a:off x="1854838" y="1755775"/>
              <a:ext cx="292675" cy="521100"/>
            </a:xfrm>
            <a:custGeom>
              <a:avLst/>
              <a:gdLst/>
              <a:ahLst/>
              <a:cxnLst/>
              <a:rect l="l" t="t" r="r" b="b"/>
              <a:pathLst>
                <a:path w="11707" h="20844" extrusionOk="0">
                  <a:moveTo>
                    <a:pt x="5872" y="611"/>
                  </a:moveTo>
                  <a:cubicBezTo>
                    <a:pt x="8764" y="611"/>
                    <a:pt x="11115" y="2962"/>
                    <a:pt x="11115" y="5854"/>
                  </a:cubicBezTo>
                  <a:cubicBezTo>
                    <a:pt x="11115" y="8745"/>
                    <a:pt x="8764" y="11096"/>
                    <a:pt x="5872" y="11096"/>
                  </a:cubicBezTo>
                  <a:cubicBezTo>
                    <a:pt x="2981" y="11096"/>
                    <a:pt x="630" y="8745"/>
                    <a:pt x="630" y="5854"/>
                  </a:cubicBezTo>
                  <a:cubicBezTo>
                    <a:pt x="630" y="2962"/>
                    <a:pt x="2981" y="611"/>
                    <a:pt x="5872" y="611"/>
                  </a:cubicBezTo>
                  <a:close/>
                  <a:moveTo>
                    <a:pt x="5854" y="0"/>
                  </a:moveTo>
                  <a:cubicBezTo>
                    <a:pt x="2627" y="0"/>
                    <a:pt x="0" y="2625"/>
                    <a:pt x="0" y="5854"/>
                  </a:cubicBezTo>
                  <a:cubicBezTo>
                    <a:pt x="0" y="8978"/>
                    <a:pt x="2463" y="11540"/>
                    <a:pt x="5550" y="11698"/>
                  </a:cubicBezTo>
                  <a:lnTo>
                    <a:pt x="5550" y="13092"/>
                  </a:lnTo>
                  <a:cubicBezTo>
                    <a:pt x="4976" y="13233"/>
                    <a:pt x="4573" y="13747"/>
                    <a:pt x="4572" y="14338"/>
                  </a:cubicBezTo>
                  <a:lnTo>
                    <a:pt x="4572" y="19533"/>
                  </a:lnTo>
                  <a:cubicBezTo>
                    <a:pt x="4572" y="20230"/>
                    <a:pt x="5119" y="20823"/>
                    <a:pt x="5817" y="20843"/>
                  </a:cubicBezTo>
                  <a:cubicBezTo>
                    <a:pt x="5830" y="20843"/>
                    <a:pt x="5842" y="20843"/>
                    <a:pt x="5855" y="20843"/>
                  </a:cubicBezTo>
                  <a:cubicBezTo>
                    <a:pt x="6560" y="20843"/>
                    <a:pt x="7137" y="20271"/>
                    <a:pt x="7137" y="19562"/>
                  </a:cubicBezTo>
                  <a:lnTo>
                    <a:pt x="7137" y="15654"/>
                  </a:lnTo>
                  <a:cubicBezTo>
                    <a:pt x="7137" y="15499"/>
                    <a:pt x="7025" y="15358"/>
                    <a:pt x="6869" y="15340"/>
                  </a:cubicBezTo>
                  <a:cubicBezTo>
                    <a:pt x="6856" y="15338"/>
                    <a:pt x="6842" y="15337"/>
                    <a:pt x="6829" y="15337"/>
                  </a:cubicBezTo>
                  <a:cubicBezTo>
                    <a:pt x="6663" y="15337"/>
                    <a:pt x="6525" y="15474"/>
                    <a:pt x="6526" y="15643"/>
                  </a:cubicBezTo>
                  <a:lnTo>
                    <a:pt x="6526" y="19539"/>
                  </a:lnTo>
                  <a:cubicBezTo>
                    <a:pt x="6526" y="19920"/>
                    <a:pt x="6227" y="20233"/>
                    <a:pt x="5854" y="20233"/>
                  </a:cubicBezTo>
                  <a:cubicBezTo>
                    <a:pt x="5836" y="20233"/>
                    <a:pt x="5817" y="20232"/>
                    <a:pt x="5799" y="20230"/>
                  </a:cubicBezTo>
                  <a:cubicBezTo>
                    <a:pt x="5451" y="20201"/>
                    <a:pt x="5182" y="19910"/>
                    <a:pt x="5182" y="19560"/>
                  </a:cubicBezTo>
                  <a:lnTo>
                    <a:pt x="5182" y="14147"/>
                  </a:lnTo>
                  <a:cubicBezTo>
                    <a:pt x="5187" y="14061"/>
                    <a:pt x="5221" y="13978"/>
                    <a:pt x="5281" y="13917"/>
                  </a:cubicBezTo>
                  <a:cubicBezTo>
                    <a:pt x="5470" y="13740"/>
                    <a:pt x="5671" y="13665"/>
                    <a:pt x="5855" y="13665"/>
                  </a:cubicBezTo>
                  <a:cubicBezTo>
                    <a:pt x="6248" y="13665"/>
                    <a:pt x="6563" y="14004"/>
                    <a:pt x="6523" y="14406"/>
                  </a:cubicBezTo>
                  <a:cubicBezTo>
                    <a:pt x="6518" y="14449"/>
                    <a:pt x="6533" y="14493"/>
                    <a:pt x="6563" y="14524"/>
                  </a:cubicBezTo>
                  <a:cubicBezTo>
                    <a:pt x="6652" y="14607"/>
                    <a:pt x="6745" y="14642"/>
                    <a:pt x="6831" y="14642"/>
                  </a:cubicBezTo>
                  <a:cubicBezTo>
                    <a:pt x="6999" y="14642"/>
                    <a:pt x="7135" y="14506"/>
                    <a:pt x="7135" y="14338"/>
                  </a:cubicBezTo>
                  <a:cubicBezTo>
                    <a:pt x="7135" y="13747"/>
                    <a:pt x="6732" y="13233"/>
                    <a:pt x="6159" y="13092"/>
                  </a:cubicBezTo>
                  <a:lnTo>
                    <a:pt x="6159" y="11698"/>
                  </a:lnTo>
                  <a:cubicBezTo>
                    <a:pt x="9247" y="11540"/>
                    <a:pt x="11706" y="8979"/>
                    <a:pt x="11706" y="5854"/>
                  </a:cubicBezTo>
                  <a:cubicBezTo>
                    <a:pt x="11706" y="2625"/>
                    <a:pt x="9081" y="0"/>
                    <a:pt x="5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1"/>
            <p:cNvSpPr/>
            <p:nvPr/>
          </p:nvSpPr>
          <p:spPr>
            <a:xfrm>
              <a:off x="1930488" y="1831975"/>
              <a:ext cx="191650" cy="183750"/>
            </a:xfrm>
            <a:custGeom>
              <a:avLst/>
              <a:gdLst/>
              <a:ahLst/>
              <a:cxnLst/>
              <a:rect l="l" t="t" r="r" b="b"/>
              <a:pathLst>
                <a:path w="7666" h="7350" extrusionOk="0">
                  <a:moveTo>
                    <a:pt x="6267" y="1"/>
                  </a:moveTo>
                  <a:cubicBezTo>
                    <a:pt x="6205" y="1"/>
                    <a:pt x="6142" y="20"/>
                    <a:pt x="6088" y="60"/>
                  </a:cubicBezTo>
                  <a:cubicBezTo>
                    <a:pt x="5952" y="159"/>
                    <a:pt x="5923" y="350"/>
                    <a:pt x="6023" y="487"/>
                  </a:cubicBezTo>
                  <a:cubicBezTo>
                    <a:pt x="7168" y="2052"/>
                    <a:pt x="7001" y="4217"/>
                    <a:pt x="5630" y="5588"/>
                  </a:cubicBezTo>
                  <a:cubicBezTo>
                    <a:pt x="4868" y="6350"/>
                    <a:pt x="3861" y="6740"/>
                    <a:pt x="2848" y="6740"/>
                  </a:cubicBezTo>
                  <a:cubicBezTo>
                    <a:pt x="2037" y="6740"/>
                    <a:pt x="1223" y="6490"/>
                    <a:pt x="527" y="5982"/>
                  </a:cubicBezTo>
                  <a:cubicBezTo>
                    <a:pt x="473" y="5942"/>
                    <a:pt x="410" y="5922"/>
                    <a:pt x="348" y="5922"/>
                  </a:cubicBezTo>
                  <a:cubicBezTo>
                    <a:pt x="253" y="5922"/>
                    <a:pt x="161" y="5966"/>
                    <a:pt x="101" y="6048"/>
                  </a:cubicBezTo>
                  <a:cubicBezTo>
                    <a:pt x="1" y="6184"/>
                    <a:pt x="30" y="6375"/>
                    <a:pt x="166" y="6474"/>
                  </a:cubicBezTo>
                  <a:cubicBezTo>
                    <a:pt x="944" y="7042"/>
                    <a:pt x="1882" y="7350"/>
                    <a:pt x="2846" y="7350"/>
                  </a:cubicBezTo>
                  <a:cubicBezTo>
                    <a:pt x="2849" y="7350"/>
                    <a:pt x="2851" y="7350"/>
                    <a:pt x="2854" y="7350"/>
                  </a:cubicBezTo>
                  <a:cubicBezTo>
                    <a:pt x="2962" y="7350"/>
                    <a:pt x="3069" y="7347"/>
                    <a:pt x="3178" y="7339"/>
                  </a:cubicBezTo>
                  <a:cubicBezTo>
                    <a:pt x="4825" y="7219"/>
                    <a:pt x="6279" y="6215"/>
                    <a:pt x="6972" y="4715"/>
                  </a:cubicBezTo>
                  <a:cubicBezTo>
                    <a:pt x="7665" y="3216"/>
                    <a:pt x="7490" y="1459"/>
                    <a:pt x="6515" y="126"/>
                  </a:cubicBezTo>
                  <a:cubicBezTo>
                    <a:pt x="6455" y="44"/>
                    <a:pt x="6362" y="1"/>
                    <a:pt x="6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1"/>
            <p:cNvSpPr/>
            <p:nvPr/>
          </p:nvSpPr>
          <p:spPr>
            <a:xfrm>
              <a:off x="1876813" y="1788425"/>
              <a:ext cx="195850" cy="183825"/>
            </a:xfrm>
            <a:custGeom>
              <a:avLst/>
              <a:gdLst/>
              <a:ahLst/>
              <a:cxnLst/>
              <a:rect l="l" t="t" r="r" b="b"/>
              <a:pathLst>
                <a:path w="7834" h="7353" extrusionOk="0">
                  <a:moveTo>
                    <a:pt x="4991" y="1"/>
                  </a:moveTo>
                  <a:cubicBezTo>
                    <a:pt x="3821" y="1"/>
                    <a:pt x="2657" y="452"/>
                    <a:pt x="1777" y="1332"/>
                  </a:cubicBezTo>
                  <a:cubicBezTo>
                    <a:pt x="193" y="2916"/>
                    <a:pt x="0" y="5419"/>
                    <a:pt x="1325" y="7228"/>
                  </a:cubicBezTo>
                  <a:cubicBezTo>
                    <a:pt x="1384" y="7309"/>
                    <a:pt x="1476" y="7353"/>
                    <a:pt x="1570" y="7353"/>
                  </a:cubicBezTo>
                  <a:cubicBezTo>
                    <a:pt x="1633" y="7353"/>
                    <a:pt x="1696" y="7333"/>
                    <a:pt x="1751" y="7293"/>
                  </a:cubicBezTo>
                  <a:cubicBezTo>
                    <a:pt x="1887" y="7194"/>
                    <a:pt x="1916" y="7003"/>
                    <a:pt x="1817" y="6867"/>
                  </a:cubicBezTo>
                  <a:cubicBezTo>
                    <a:pt x="1267" y="6114"/>
                    <a:pt x="1001" y="5189"/>
                    <a:pt x="1069" y="4260"/>
                  </a:cubicBezTo>
                  <a:lnTo>
                    <a:pt x="1069" y="4258"/>
                  </a:lnTo>
                  <a:cubicBezTo>
                    <a:pt x="1173" y="2833"/>
                    <a:pt x="2042" y="1575"/>
                    <a:pt x="3340" y="976"/>
                  </a:cubicBezTo>
                  <a:cubicBezTo>
                    <a:pt x="3866" y="732"/>
                    <a:pt x="4430" y="612"/>
                    <a:pt x="4990" y="612"/>
                  </a:cubicBezTo>
                  <a:cubicBezTo>
                    <a:pt x="5811" y="612"/>
                    <a:pt x="6627" y="870"/>
                    <a:pt x="7312" y="1371"/>
                  </a:cubicBezTo>
                  <a:cubicBezTo>
                    <a:pt x="7365" y="1408"/>
                    <a:pt x="7426" y="1426"/>
                    <a:pt x="7487" y="1426"/>
                  </a:cubicBezTo>
                  <a:cubicBezTo>
                    <a:pt x="7581" y="1426"/>
                    <a:pt x="7674" y="1383"/>
                    <a:pt x="7734" y="1301"/>
                  </a:cubicBezTo>
                  <a:cubicBezTo>
                    <a:pt x="7833" y="1167"/>
                    <a:pt x="7806" y="979"/>
                    <a:pt x="7673" y="879"/>
                  </a:cubicBezTo>
                  <a:cubicBezTo>
                    <a:pt x="6869" y="290"/>
                    <a:pt x="5928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1"/>
            <p:cNvSpPr/>
            <p:nvPr/>
          </p:nvSpPr>
          <p:spPr>
            <a:xfrm>
              <a:off x="1946088" y="1848275"/>
              <a:ext cx="111125" cy="107650"/>
            </a:xfrm>
            <a:custGeom>
              <a:avLst/>
              <a:gdLst/>
              <a:ahLst/>
              <a:cxnLst/>
              <a:rect l="l" t="t" r="r" b="b"/>
              <a:pathLst>
                <a:path w="4445" h="4306" extrusionOk="0">
                  <a:moveTo>
                    <a:pt x="3454" y="922"/>
                  </a:moveTo>
                  <a:lnTo>
                    <a:pt x="2819" y="2318"/>
                  </a:lnTo>
                  <a:lnTo>
                    <a:pt x="2058" y="1557"/>
                  </a:lnTo>
                  <a:lnTo>
                    <a:pt x="3454" y="922"/>
                  </a:lnTo>
                  <a:close/>
                  <a:moveTo>
                    <a:pt x="1626" y="1989"/>
                  </a:moveTo>
                  <a:lnTo>
                    <a:pt x="2387" y="2750"/>
                  </a:lnTo>
                  <a:lnTo>
                    <a:pt x="991" y="3385"/>
                  </a:lnTo>
                  <a:lnTo>
                    <a:pt x="1626" y="1989"/>
                  </a:lnTo>
                  <a:close/>
                  <a:moveTo>
                    <a:pt x="4071" y="1"/>
                  </a:moveTo>
                  <a:cubicBezTo>
                    <a:pt x="4029" y="1"/>
                    <a:pt x="3985" y="10"/>
                    <a:pt x="3942" y="30"/>
                  </a:cubicBezTo>
                  <a:lnTo>
                    <a:pt x="1404" y="1183"/>
                  </a:lnTo>
                  <a:cubicBezTo>
                    <a:pt x="1336" y="1213"/>
                    <a:pt x="1283" y="1268"/>
                    <a:pt x="1252" y="1335"/>
                  </a:cubicBezTo>
                  <a:lnTo>
                    <a:pt x="99" y="3872"/>
                  </a:lnTo>
                  <a:cubicBezTo>
                    <a:pt x="1" y="4086"/>
                    <a:pt x="168" y="4306"/>
                    <a:pt x="375" y="4306"/>
                  </a:cubicBezTo>
                  <a:cubicBezTo>
                    <a:pt x="417" y="4306"/>
                    <a:pt x="460" y="4297"/>
                    <a:pt x="504" y="4277"/>
                  </a:cubicBezTo>
                  <a:lnTo>
                    <a:pt x="3041" y="3124"/>
                  </a:lnTo>
                  <a:cubicBezTo>
                    <a:pt x="3109" y="3093"/>
                    <a:pt x="3163" y="3040"/>
                    <a:pt x="3194" y="2972"/>
                  </a:cubicBezTo>
                  <a:lnTo>
                    <a:pt x="4346" y="434"/>
                  </a:lnTo>
                  <a:cubicBezTo>
                    <a:pt x="4445" y="220"/>
                    <a:pt x="4278" y="1"/>
                    <a:pt x="4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1"/>
            <p:cNvSpPr/>
            <p:nvPr/>
          </p:nvSpPr>
          <p:spPr>
            <a:xfrm>
              <a:off x="1781363" y="1894225"/>
              <a:ext cx="49000" cy="15275"/>
            </a:xfrm>
            <a:custGeom>
              <a:avLst/>
              <a:gdLst/>
              <a:ahLst/>
              <a:cxnLst/>
              <a:rect l="l" t="t" r="r" b="b"/>
              <a:pathLst>
                <a:path w="1960" h="611" extrusionOk="0">
                  <a:moveTo>
                    <a:pt x="338" y="0"/>
                  </a:moveTo>
                  <a:cubicBezTo>
                    <a:pt x="181" y="0"/>
                    <a:pt x="42" y="112"/>
                    <a:pt x="23" y="268"/>
                  </a:cubicBezTo>
                  <a:cubicBezTo>
                    <a:pt x="0" y="451"/>
                    <a:pt x="143" y="611"/>
                    <a:pt x="327" y="611"/>
                  </a:cubicBezTo>
                  <a:lnTo>
                    <a:pt x="1632" y="611"/>
                  </a:lnTo>
                  <a:cubicBezTo>
                    <a:pt x="1817" y="611"/>
                    <a:pt x="1959" y="451"/>
                    <a:pt x="1935" y="268"/>
                  </a:cubicBezTo>
                  <a:cubicBezTo>
                    <a:pt x="1916" y="110"/>
                    <a:pt x="1776" y="0"/>
                    <a:pt x="1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1"/>
            <p:cNvSpPr/>
            <p:nvPr/>
          </p:nvSpPr>
          <p:spPr>
            <a:xfrm>
              <a:off x="1813413" y="1821050"/>
              <a:ext cx="33800" cy="23450"/>
            </a:xfrm>
            <a:custGeom>
              <a:avLst/>
              <a:gdLst/>
              <a:ahLst/>
              <a:cxnLst/>
              <a:rect l="l" t="t" r="r" b="b"/>
              <a:pathLst>
                <a:path w="1352" h="938" extrusionOk="0">
                  <a:moveTo>
                    <a:pt x="350" y="0"/>
                  </a:moveTo>
                  <a:cubicBezTo>
                    <a:pt x="238" y="0"/>
                    <a:pt x="130" y="62"/>
                    <a:pt x="77" y="170"/>
                  </a:cubicBezTo>
                  <a:cubicBezTo>
                    <a:pt x="1" y="320"/>
                    <a:pt x="62" y="503"/>
                    <a:pt x="213" y="579"/>
                  </a:cubicBezTo>
                  <a:lnTo>
                    <a:pt x="865" y="905"/>
                  </a:lnTo>
                  <a:cubicBezTo>
                    <a:pt x="909" y="927"/>
                    <a:pt x="956" y="937"/>
                    <a:pt x="1002" y="937"/>
                  </a:cubicBezTo>
                  <a:cubicBezTo>
                    <a:pt x="1114" y="937"/>
                    <a:pt x="1222" y="875"/>
                    <a:pt x="1275" y="769"/>
                  </a:cubicBezTo>
                  <a:cubicBezTo>
                    <a:pt x="1351" y="617"/>
                    <a:pt x="1290" y="434"/>
                    <a:pt x="1139" y="359"/>
                  </a:cubicBezTo>
                  <a:lnTo>
                    <a:pt x="486" y="32"/>
                  </a:lnTo>
                  <a:cubicBezTo>
                    <a:pt x="443" y="10"/>
                    <a:pt x="396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1"/>
            <p:cNvSpPr/>
            <p:nvPr/>
          </p:nvSpPr>
          <p:spPr>
            <a:xfrm>
              <a:off x="1813413" y="1959725"/>
              <a:ext cx="33800" cy="23475"/>
            </a:xfrm>
            <a:custGeom>
              <a:avLst/>
              <a:gdLst/>
              <a:ahLst/>
              <a:cxnLst/>
              <a:rect l="l" t="t" r="r" b="b"/>
              <a:pathLst>
                <a:path w="1352" h="939" extrusionOk="0">
                  <a:moveTo>
                    <a:pt x="1002" y="1"/>
                  </a:moveTo>
                  <a:cubicBezTo>
                    <a:pt x="956" y="1"/>
                    <a:pt x="909" y="11"/>
                    <a:pt x="865" y="33"/>
                  </a:cubicBezTo>
                  <a:lnTo>
                    <a:pt x="213" y="360"/>
                  </a:lnTo>
                  <a:cubicBezTo>
                    <a:pt x="62" y="434"/>
                    <a:pt x="1" y="617"/>
                    <a:pt x="77" y="770"/>
                  </a:cubicBezTo>
                  <a:cubicBezTo>
                    <a:pt x="129" y="876"/>
                    <a:pt x="238" y="938"/>
                    <a:pt x="350" y="938"/>
                  </a:cubicBezTo>
                  <a:cubicBezTo>
                    <a:pt x="396" y="938"/>
                    <a:pt x="442" y="928"/>
                    <a:pt x="486" y="906"/>
                  </a:cubicBezTo>
                  <a:lnTo>
                    <a:pt x="1139" y="580"/>
                  </a:lnTo>
                  <a:cubicBezTo>
                    <a:pt x="1290" y="504"/>
                    <a:pt x="1351" y="321"/>
                    <a:pt x="1275" y="170"/>
                  </a:cubicBezTo>
                  <a:cubicBezTo>
                    <a:pt x="1222" y="62"/>
                    <a:pt x="1114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1"/>
            <p:cNvSpPr/>
            <p:nvPr/>
          </p:nvSpPr>
          <p:spPr>
            <a:xfrm>
              <a:off x="2172938" y="1894225"/>
              <a:ext cx="49025" cy="15275"/>
            </a:xfrm>
            <a:custGeom>
              <a:avLst/>
              <a:gdLst/>
              <a:ahLst/>
              <a:cxnLst/>
              <a:rect l="l" t="t" r="r" b="b"/>
              <a:pathLst>
                <a:path w="1961" h="611" extrusionOk="0">
                  <a:moveTo>
                    <a:pt x="339" y="0"/>
                  </a:moveTo>
                  <a:cubicBezTo>
                    <a:pt x="182" y="0"/>
                    <a:pt x="43" y="112"/>
                    <a:pt x="25" y="268"/>
                  </a:cubicBezTo>
                  <a:cubicBezTo>
                    <a:pt x="1" y="451"/>
                    <a:pt x="143" y="611"/>
                    <a:pt x="328" y="611"/>
                  </a:cubicBezTo>
                  <a:lnTo>
                    <a:pt x="1622" y="611"/>
                  </a:lnTo>
                  <a:cubicBezTo>
                    <a:pt x="1777" y="611"/>
                    <a:pt x="1918" y="499"/>
                    <a:pt x="1936" y="344"/>
                  </a:cubicBezTo>
                  <a:cubicBezTo>
                    <a:pt x="1960" y="162"/>
                    <a:pt x="1818" y="0"/>
                    <a:pt x="1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1"/>
            <p:cNvSpPr/>
            <p:nvPr/>
          </p:nvSpPr>
          <p:spPr>
            <a:xfrm>
              <a:off x="2156113" y="1959725"/>
              <a:ext cx="33775" cy="23475"/>
            </a:xfrm>
            <a:custGeom>
              <a:avLst/>
              <a:gdLst/>
              <a:ahLst/>
              <a:cxnLst/>
              <a:rect l="l" t="t" r="r" b="b"/>
              <a:pathLst>
                <a:path w="1351" h="939" extrusionOk="0">
                  <a:moveTo>
                    <a:pt x="350" y="1"/>
                  </a:moveTo>
                  <a:cubicBezTo>
                    <a:pt x="238" y="1"/>
                    <a:pt x="129" y="62"/>
                    <a:pt x="76" y="170"/>
                  </a:cubicBezTo>
                  <a:cubicBezTo>
                    <a:pt x="0" y="321"/>
                    <a:pt x="62" y="504"/>
                    <a:pt x="212" y="580"/>
                  </a:cubicBezTo>
                  <a:lnTo>
                    <a:pt x="865" y="906"/>
                  </a:lnTo>
                  <a:cubicBezTo>
                    <a:pt x="909" y="928"/>
                    <a:pt x="956" y="938"/>
                    <a:pt x="1002" y="938"/>
                  </a:cubicBezTo>
                  <a:cubicBezTo>
                    <a:pt x="1114" y="938"/>
                    <a:pt x="1222" y="876"/>
                    <a:pt x="1275" y="770"/>
                  </a:cubicBezTo>
                  <a:cubicBezTo>
                    <a:pt x="1351" y="619"/>
                    <a:pt x="1289" y="434"/>
                    <a:pt x="1139" y="360"/>
                  </a:cubicBezTo>
                  <a:lnTo>
                    <a:pt x="486" y="33"/>
                  </a:lnTo>
                  <a:cubicBezTo>
                    <a:pt x="442" y="11"/>
                    <a:pt x="396" y="1"/>
                    <a:pt x="3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1"/>
            <p:cNvSpPr/>
            <p:nvPr/>
          </p:nvSpPr>
          <p:spPr>
            <a:xfrm>
              <a:off x="2156588" y="1821025"/>
              <a:ext cx="33275" cy="23475"/>
            </a:xfrm>
            <a:custGeom>
              <a:avLst/>
              <a:gdLst/>
              <a:ahLst/>
              <a:cxnLst/>
              <a:rect l="l" t="t" r="r" b="b"/>
              <a:pathLst>
                <a:path w="1331" h="939" extrusionOk="0">
                  <a:moveTo>
                    <a:pt x="983" y="0"/>
                  </a:moveTo>
                  <a:cubicBezTo>
                    <a:pt x="937" y="0"/>
                    <a:pt x="890" y="11"/>
                    <a:pt x="846" y="33"/>
                  </a:cubicBezTo>
                  <a:lnTo>
                    <a:pt x="193" y="360"/>
                  </a:lnTo>
                  <a:cubicBezTo>
                    <a:pt x="67" y="423"/>
                    <a:pt x="1" y="564"/>
                    <a:pt x="33" y="703"/>
                  </a:cubicBezTo>
                  <a:cubicBezTo>
                    <a:pt x="66" y="841"/>
                    <a:pt x="189" y="938"/>
                    <a:pt x="329" y="938"/>
                  </a:cubicBezTo>
                  <a:cubicBezTo>
                    <a:pt x="376" y="938"/>
                    <a:pt x="423" y="927"/>
                    <a:pt x="466" y="906"/>
                  </a:cubicBezTo>
                  <a:lnTo>
                    <a:pt x="1120" y="579"/>
                  </a:lnTo>
                  <a:cubicBezTo>
                    <a:pt x="1270" y="504"/>
                    <a:pt x="1330" y="320"/>
                    <a:pt x="1256" y="169"/>
                  </a:cubicBezTo>
                  <a:cubicBezTo>
                    <a:pt x="1202" y="62"/>
                    <a:pt x="1094" y="0"/>
                    <a:pt x="9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2" name="Google Shape;1762;p41"/>
          <p:cNvGrpSpPr/>
          <p:nvPr/>
        </p:nvGrpSpPr>
        <p:grpSpPr>
          <a:xfrm>
            <a:off x="2065114" y="3899849"/>
            <a:ext cx="459023" cy="457153"/>
            <a:chOff x="1002838" y="1755750"/>
            <a:chExt cx="523700" cy="521150"/>
          </a:xfrm>
        </p:grpSpPr>
        <p:sp>
          <p:nvSpPr>
            <p:cNvPr id="1763" name="Google Shape;1763;p41"/>
            <p:cNvSpPr/>
            <p:nvPr/>
          </p:nvSpPr>
          <p:spPr>
            <a:xfrm>
              <a:off x="1233838" y="1755750"/>
              <a:ext cx="66800" cy="64250"/>
            </a:xfrm>
            <a:custGeom>
              <a:avLst/>
              <a:gdLst/>
              <a:ahLst/>
              <a:cxnLst/>
              <a:rect l="l" t="t" r="r" b="b"/>
              <a:pathLst>
                <a:path w="2672" h="2570" extrusionOk="0">
                  <a:moveTo>
                    <a:pt x="1285" y="612"/>
                  </a:moveTo>
                  <a:cubicBezTo>
                    <a:pt x="1559" y="612"/>
                    <a:pt x="1803" y="775"/>
                    <a:pt x="1909" y="1026"/>
                  </a:cubicBezTo>
                  <a:cubicBezTo>
                    <a:pt x="2012" y="1279"/>
                    <a:pt x="1956" y="1569"/>
                    <a:pt x="1763" y="1761"/>
                  </a:cubicBezTo>
                  <a:cubicBezTo>
                    <a:pt x="1634" y="1890"/>
                    <a:pt x="1462" y="1959"/>
                    <a:pt x="1286" y="1959"/>
                  </a:cubicBezTo>
                  <a:cubicBezTo>
                    <a:pt x="1199" y="1959"/>
                    <a:pt x="1111" y="1942"/>
                    <a:pt x="1028" y="1907"/>
                  </a:cubicBezTo>
                  <a:cubicBezTo>
                    <a:pt x="777" y="1804"/>
                    <a:pt x="611" y="1557"/>
                    <a:pt x="611" y="1285"/>
                  </a:cubicBezTo>
                  <a:cubicBezTo>
                    <a:pt x="611" y="913"/>
                    <a:pt x="914" y="612"/>
                    <a:pt x="1285" y="612"/>
                  </a:cubicBezTo>
                  <a:close/>
                  <a:moveTo>
                    <a:pt x="1285" y="0"/>
                  </a:moveTo>
                  <a:cubicBezTo>
                    <a:pt x="1120" y="0"/>
                    <a:pt x="953" y="32"/>
                    <a:pt x="794" y="98"/>
                  </a:cubicBezTo>
                  <a:cubicBezTo>
                    <a:pt x="314" y="298"/>
                    <a:pt x="1" y="766"/>
                    <a:pt x="1" y="1285"/>
                  </a:cubicBezTo>
                  <a:cubicBezTo>
                    <a:pt x="3" y="1993"/>
                    <a:pt x="576" y="2568"/>
                    <a:pt x="1285" y="2569"/>
                  </a:cubicBezTo>
                  <a:cubicBezTo>
                    <a:pt x="1805" y="2569"/>
                    <a:pt x="2273" y="2257"/>
                    <a:pt x="2472" y="1776"/>
                  </a:cubicBezTo>
                  <a:cubicBezTo>
                    <a:pt x="2671" y="1297"/>
                    <a:pt x="2561" y="745"/>
                    <a:pt x="2194" y="377"/>
                  </a:cubicBezTo>
                  <a:cubicBezTo>
                    <a:pt x="1948" y="131"/>
                    <a:pt x="1619" y="0"/>
                    <a:pt x="1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1"/>
            <p:cNvSpPr/>
            <p:nvPr/>
          </p:nvSpPr>
          <p:spPr>
            <a:xfrm>
              <a:off x="1151338" y="1828925"/>
              <a:ext cx="229125" cy="64225"/>
            </a:xfrm>
            <a:custGeom>
              <a:avLst/>
              <a:gdLst/>
              <a:ahLst/>
              <a:cxnLst/>
              <a:rect l="l" t="t" r="r" b="b"/>
              <a:pathLst>
                <a:path w="9165" h="2569" extrusionOk="0">
                  <a:moveTo>
                    <a:pt x="3231" y="0"/>
                  </a:moveTo>
                  <a:cubicBezTo>
                    <a:pt x="2768" y="0"/>
                    <a:pt x="2321" y="166"/>
                    <a:pt x="1970" y="467"/>
                  </a:cubicBezTo>
                  <a:lnTo>
                    <a:pt x="143" y="2031"/>
                  </a:lnTo>
                  <a:cubicBezTo>
                    <a:pt x="15" y="2141"/>
                    <a:pt x="1" y="2334"/>
                    <a:pt x="111" y="2462"/>
                  </a:cubicBezTo>
                  <a:cubicBezTo>
                    <a:pt x="172" y="2532"/>
                    <a:pt x="257" y="2568"/>
                    <a:pt x="344" y="2568"/>
                  </a:cubicBezTo>
                  <a:cubicBezTo>
                    <a:pt x="414" y="2568"/>
                    <a:pt x="484" y="2544"/>
                    <a:pt x="542" y="2496"/>
                  </a:cubicBezTo>
                  <a:lnTo>
                    <a:pt x="2368" y="930"/>
                  </a:lnTo>
                  <a:cubicBezTo>
                    <a:pt x="2608" y="724"/>
                    <a:pt x="2914" y="611"/>
                    <a:pt x="3231" y="611"/>
                  </a:cubicBezTo>
                  <a:lnTo>
                    <a:pt x="5941" y="611"/>
                  </a:lnTo>
                  <a:cubicBezTo>
                    <a:pt x="6256" y="611"/>
                    <a:pt x="6562" y="724"/>
                    <a:pt x="6804" y="930"/>
                  </a:cubicBezTo>
                  <a:lnTo>
                    <a:pt x="8629" y="2496"/>
                  </a:lnTo>
                  <a:cubicBezTo>
                    <a:pt x="8686" y="2542"/>
                    <a:pt x="8755" y="2565"/>
                    <a:pt x="8824" y="2565"/>
                  </a:cubicBezTo>
                  <a:cubicBezTo>
                    <a:pt x="8910" y="2565"/>
                    <a:pt x="8996" y="2529"/>
                    <a:pt x="9056" y="2459"/>
                  </a:cubicBezTo>
                  <a:cubicBezTo>
                    <a:pt x="9165" y="2332"/>
                    <a:pt x="9152" y="2143"/>
                    <a:pt x="9027" y="2031"/>
                  </a:cubicBezTo>
                  <a:lnTo>
                    <a:pt x="7200" y="467"/>
                  </a:lnTo>
                  <a:cubicBezTo>
                    <a:pt x="6849" y="166"/>
                    <a:pt x="6402" y="0"/>
                    <a:pt x="5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1"/>
            <p:cNvSpPr/>
            <p:nvPr/>
          </p:nvSpPr>
          <p:spPr>
            <a:xfrm>
              <a:off x="1175363" y="1871050"/>
              <a:ext cx="65200" cy="63175"/>
            </a:xfrm>
            <a:custGeom>
              <a:avLst/>
              <a:gdLst/>
              <a:ahLst/>
              <a:cxnLst/>
              <a:rect l="l" t="t" r="r" b="b"/>
              <a:pathLst>
                <a:path w="2608" h="2527" extrusionOk="0">
                  <a:moveTo>
                    <a:pt x="1974" y="0"/>
                  </a:moveTo>
                  <a:cubicBezTo>
                    <a:pt x="1829" y="0"/>
                    <a:pt x="1685" y="51"/>
                    <a:pt x="1569" y="148"/>
                  </a:cubicBezTo>
                  <a:lnTo>
                    <a:pt x="146" y="1334"/>
                  </a:lnTo>
                  <a:cubicBezTo>
                    <a:pt x="16" y="1442"/>
                    <a:pt x="0" y="1633"/>
                    <a:pt x="107" y="1763"/>
                  </a:cubicBezTo>
                  <a:cubicBezTo>
                    <a:pt x="168" y="1836"/>
                    <a:pt x="255" y="1873"/>
                    <a:pt x="343" y="1873"/>
                  </a:cubicBezTo>
                  <a:cubicBezTo>
                    <a:pt x="412" y="1873"/>
                    <a:pt x="481" y="1850"/>
                    <a:pt x="538" y="1803"/>
                  </a:cubicBezTo>
                  <a:lnTo>
                    <a:pt x="1961" y="616"/>
                  </a:lnTo>
                  <a:cubicBezTo>
                    <a:pt x="1964" y="614"/>
                    <a:pt x="1968" y="612"/>
                    <a:pt x="1973" y="612"/>
                  </a:cubicBezTo>
                  <a:cubicBezTo>
                    <a:pt x="1976" y="612"/>
                    <a:pt x="1979" y="613"/>
                    <a:pt x="1982" y="615"/>
                  </a:cubicBezTo>
                  <a:cubicBezTo>
                    <a:pt x="1990" y="616"/>
                    <a:pt x="1995" y="625"/>
                    <a:pt x="1995" y="633"/>
                  </a:cubicBezTo>
                  <a:lnTo>
                    <a:pt x="1995" y="2210"/>
                  </a:lnTo>
                  <a:cubicBezTo>
                    <a:pt x="1995" y="2365"/>
                    <a:pt x="2107" y="2505"/>
                    <a:pt x="2262" y="2524"/>
                  </a:cubicBezTo>
                  <a:cubicBezTo>
                    <a:pt x="2275" y="2526"/>
                    <a:pt x="2288" y="2526"/>
                    <a:pt x="2301" y="2526"/>
                  </a:cubicBezTo>
                  <a:cubicBezTo>
                    <a:pt x="2467" y="2526"/>
                    <a:pt x="2607" y="2391"/>
                    <a:pt x="2606" y="2220"/>
                  </a:cubicBezTo>
                  <a:lnTo>
                    <a:pt x="2606" y="650"/>
                  </a:lnTo>
                  <a:cubicBezTo>
                    <a:pt x="2606" y="416"/>
                    <a:pt x="2484" y="194"/>
                    <a:pt x="2280" y="80"/>
                  </a:cubicBezTo>
                  <a:cubicBezTo>
                    <a:pt x="2184" y="27"/>
                    <a:pt x="2079" y="0"/>
                    <a:pt x="1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1"/>
            <p:cNvSpPr/>
            <p:nvPr/>
          </p:nvSpPr>
          <p:spPr>
            <a:xfrm>
              <a:off x="1291338" y="1871125"/>
              <a:ext cx="65075" cy="63075"/>
            </a:xfrm>
            <a:custGeom>
              <a:avLst/>
              <a:gdLst/>
              <a:ahLst/>
              <a:cxnLst/>
              <a:rect l="l" t="t" r="r" b="b"/>
              <a:pathLst>
                <a:path w="2603" h="2523" extrusionOk="0">
                  <a:moveTo>
                    <a:pt x="627" y="1"/>
                  </a:moveTo>
                  <a:cubicBezTo>
                    <a:pt x="545" y="1"/>
                    <a:pt x="461" y="17"/>
                    <a:pt x="383" y="52"/>
                  </a:cubicBezTo>
                  <a:cubicBezTo>
                    <a:pt x="151" y="150"/>
                    <a:pt x="0" y="379"/>
                    <a:pt x="0" y="631"/>
                  </a:cubicBezTo>
                  <a:lnTo>
                    <a:pt x="0" y="2218"/>
                  </a:lnTo>
                  <a:cubicBezTo>
                    <a:pt x="2" y="2387"/>
                    <a:pt x="138" y="2523"/>
                    <a:pt x="307" y="2523"/>
                  </a:cubicBezTo>
                  <a:cubicBezTo>
                    <a:pt x="477" y="2523"/>
                    <a:pt x="613" y="2387"/>
                    <a:pt x="613" y="2217"/>
                  </a:cubicBezTo>
                  <a:lnTo>
                    <a:pt x="613" y="630"/>
                  </a:lnTo>
                  <a:cubicBezTo>
                    <a:pt x="611" y="617"/>
                    <a:pt x="622" y="608"/>
                    <a:pt x="633" y="608"/>
                  </a:cubicBezTo>
                  <a:cubicBezTo>
                    <a:pt x="638" y="608"/>
                    <a:pt x="643" y="610"/>
                    <a:pt x="647" y="613"/>
                  </a:cubicBezTo>
                  <a:lnTo>
                    <a:pt x="2070" y="1800"/>
                  </a:lnTo>
                  <a:cubicBezTo>
                    <a:pt x="2126" y="1845"/>
                    <a:pt x="2194" y="1867"/>
                    <a:pt x="2261" y="1867"/>
                  </a:cubicBezTo>
                  <a:cubicBezTo>
                    <a:pt x="2348" y="1867"/>
                    <a:pt x="2435" y="1830"/>
                    <a:pt x="2496" y="1757"/>
                  </a:cubicBezTo>
                  <a:cubicBezTo>
                    <a:pt x="2603" y="1629"/>
                    <a:pt x="2587" y="1439"/>
                    <a:pt x="2460" y="1331"/>
                  </a:cubicBezTo>
                  <a:lnTo>
                    <a:pt x="1051" y="157"/>
                  </a:lnTo>
                  <a:cubicBezTo>
                    <a:pt x="931" y="56"/>
                    <a:pt x="780" y="1"/>
                    <a:pt x="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1"/>
            <p:cNvSpPr/>
            <p:nvPr/>
          </p:nvSpPr>
          <p:spPr>
            <a:xfrm>
              <a:off x="1231338" y="2212650"/>
              <a:ext cx="66775" cy="64250"/>
            </a:xfrm>
            <a:custGeom>
              <a:avLst/>
              <a:gdLst/>
              <a:ahLst/>
              <a:cxnLst/>
              <a:rect l="l" t="t" r="r" b="b"/>
              <a:pathLst>
                <a:path w="2671" h="2570" extrusionOk="0">
                  <a:moveTo>
                    <a:pt x="1386" y="611"/>
                  </a:moveTo>
                  <a:cubicBezTo>
                    <a:pt x="1473" y="611"/>
                    <a:pt x="1560" y="627"/>
                    <a:pt x="1644" y="662"/>
                  </a:cubicBezTo>
                  <a:cubicBezTo>
                    <a:pt x="1895" y="767"/>
                    <a:pt x="2059" y="1011"/>
                    <a:pt x="2059" y="1285"/>
                  </a:cubicBezTo>
                  <a:cubicBezTo>
                    <a:pt x="2059" y="1656"/>
                    <a:pt x="1758" y="1957"/>
                    <a:pt x="1385" y="1959"/>
                  </a:cubicBezTo>
                  <a:cubicBezTo>
                    <a:pt x="1113" y="1959"/>
                    <a:pt x="867" y="1794"/>
                    <a:pt x="763" y="1543"/>
                  </a:cubicBezTo>
                  <a:cubicBezTo>
                    <a:pt x="658" y="1290"/>
                    <a:pt x="716" y="1000"/>
                    <a:pt x="909" y="807"/>
                  </a:cubicBezTo>
                  <a:cubicBezTo>
                    <a:pt x="1038" y="679"/>
                    <a:pt x="1210" y="611"/>
                    <a:pt x="1386" y="611"/>
                  </a:cubicBezTo>
                  <a:close/>
                  <a:moveTo>
                    <a:pt x="1385" y="1"/>
                  </a:moveTo>
                  <a:cubicBezTo>
                    <a:pt x="865" y="1"/>
                    <a:pt x="397" y="313"/>
                    <a:pt x="198" y="793"/>
                  </a:cubicBezTo>
                  <a:cubicBezTo>
                    <a:pt x="1" y="1274"/>
                    <a:pt x="109" y="1826"/>
                    <a:pt x="477" y="2194"/>
                  </a:cubicBezTo>
                  <a:cubicBezTo>
                    <a:pt x="723" y="2439"/>
                    <a:pt x="1051" y="2569"/>
                    <a:pt x="1385" y="2569"/>
                  </a:cubicBezTo>
                  <a:cubicBezTo>
                    <a:pt x="1551" y="2569"/>
                    <a:pt x="1718" y="2537"/>
                    <a:pt x="1877" y="2472"/>
                  </a:cubicBezTo>
                  <a:cubicBezTo>
                    <a:pt x="2357" y="2273"/>
                    <a:pt x="2671" y="1805"/>
                    <a:pt x="2671" y="1285"/>
                  </a:cubicBezTo>
                  <a:cubicBezTo>
                    <a:pt x="2669" y="576"/>
                    <a:pt x="2094" y="1"/>
                    <a:pt x="1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1"/>
            <p:cNvSpPr/>
            <p:nvPr/>
          </p:nvSpPr>
          <p:spPr>
            <a:xfrm>
              <a:off x="1151338" y="2139250"/>
              <a:ext cx="229250" cy="64200"/>
            </a:xfrm>
            <a:custGeom>
              <a:avLst/>
              <a:gdLst/>
              <a:ahLst/>
              <a:cxnLst/>
              <a:rect l="l" t="t" r="r" b="b"/>
              <a:pathLst>
                <a:path w="9170" h="2568" extrusionOk="0">
                  <a:moveTo>
                    <a:pt x="343" y="0"/>
                  </a:moveTo>
                  <a:cubicBezTo>
                    <a:pt x="257" y="0"/>
                    <a:pt x="171" y="36"/>
                    <a:pt x="111" y="106"/>
                  </a:cubicBezTo>
                  <a:cubicBezTo>
                    <a:pt x="1" y="234"/>
                    <a:pt x="15" y="427"/>
                    <a:pt x="143" y="537"/>
                  </a:cubicBezTo>
                  <a:lnTo>
                    <a:pt x="1970" y="2103"/>
                  </a:lnTo>
                  <a:cubicBezTo>
                    <a:pt x="2321" y="2403"/>
                    <a:pt x="2768" y="2568"/>
                    <a:pt x="3231" y="2568"/>
                  </a:cubicBezTo>
                  <a:lnTo>
                    <a:pt x="5941" y="2568"/>
                  </a:lnTo>
                  <a:cubicBezTo>
                    <a:pt x="6402" y="2568"/>
                    <a:pt x="6849" y="2403"/>
                    <a:pt x="7200" y="2103"/>
                  </a:cubicBezTo>
                  <a:lnTo>
                    <a:pt x="9027" y="537"/>
                  </a:lnTo>
                  <a:cubicBezTo>
                    <a:pt x="9155" y="427"/>
                    <a:pt x="9169" y="234"/>
                    <a:pt x="9059" y="106"/>
                  </a:cubicBezTo>
                  <a:cubicBezTo>
                    <a:pt x="9000" y="36"/>
                    <a:pt x="8915" y="0"/>
                    <a:pt x="8829" y="0"/>
                  </a:cubicBezTo>
                  <a:cubicBezTo>
                    <a:pt x="8759" y="0"/>
                    <a:pt x="8688" y="24"/>
                    <a:pt x="8630" y="74"/>
                  </a:cubicBezTo>
                  <a:lnTo>
                    <a:pt x="6804" y="1638"/>
                  </a:lnTo>
                  <a:cubicBezTo>
                    <a:pt x="6562" y="1846"/>
                    <a:pt x="6256" y="1959"/>
                    <a:pt x="5941" y="1959"/>
                  </a:cubicBezTo>
                  <a:lnTo>
                    <a:pt x="3231" y="1959"/>
                  </a:lnTo>
                  <a:cubicBezTo>
                    <a:pt x="2914" y="1959"/>
                    <a:pt x="2608" y="1846"/>
                    <a:pt x="2368" y="1638"/>
                  </a:cubicBezTo>
                  <a:lnTo>
                    <a:pt x="542" y="74"/>
                  </a:lnTo>
                  <a:cubicBezTo>
                    <a:pt x="484" y="24"/>
                    <a:pt x="413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1"/>
            <p:cNvSpPr/>
            <p:nvPr/>
          </p:nvSpPr>
          <p:spPr>
            <a:xfrm>
              <a:off x="1291338" y="2098425"/>
              <a:ext cx="65200" cy="63175"/>
            </a:xfrm>
            <a:custGeom>
              <a:avLst/>
              <a:gdLst/>
              <a:ahLst/>
              <a:cxnLst/>
              <a:rect l="l" t="t" r="r" b="b"/>
              <a:pathLst>
                <a:path w="2608" h="2527" extrusionOk="0">
                  <a:moveTo>
                    <a:pt x="305" y="1"/>
                  </a:moveTo>
                  <a:cubicBezTo>
                    <a:pt x="139" y="1"/>
                    <a:pt x="1" y="136"/>
                    <a:pt x="2" y="306"/>
                  </a:cubicBezTo>
                  <a:lnTo>
                    <a:pt x="2" y="1877"/>
                  </a:lnTo>
                  <a:cubicBezTo>
                    <a:pt x="2" y="2107"/>
                    <a:pt x="119" y="2327"/>
                    <a:pt x="318" y="2441"/>
                  </a:cubicBezTo>
                  <a:cubicBezTo>
                    <a:pt x="415" y="2496"/>
                    <a:pt x="523" y="2526"/>
                    <a:pt x="635" y="2526"/>
                  </a:cubicBezTo>
                  <a:cubicBezTo>
                    <a:pt x="783" y="2526"/>
                    <a:pt x="925" y="2473"/>
                    <a:pt x="1038" y="2379"/>
                  </a:cubicBezTo>
                  <a:lnTo>
                    <a:pt x="2462" y="1192"/>
                  </a:lnTo>
                  <a:cubicBezTo>
                    <a:pt x="2590" y="1085"/>
                    <a:pt x="2608" y="892"/>
                    <a:pt x="2501" y="763"/>
                  </a:cubicBezTo>
                  <a:cubicBezTo>
                    <a:pt x="2440" y="690"/>
                    <a:pt x="2353" y="653"/>
                    <a:pt x="2265" y="653"/>
                  </a:cubicBezTo>
                  <a:cubicBezTo>
                    <a:pt x="2196" y="653"/>
                    <a:pt x="2127" y="676"/>
                    <a:pt x="2070" y="724"/>
                  </a:cubicBezTo>
                  <a:lnTo>
                    <a:pt x="647" y="1909"/>
                  </a:lnTo>
                  <a:cubicBezTo>
                    <a:pt x="643" y="1913"/>
                    <a:pt x="637" y="1915"/>
                    <a:pt x="633" y="1915"/>
                  </a:cubicBezTo>
                  <a:cubicBezTo>
                    <a:pt x="622" y="1915"/>
                    <a:pt x="611" y="1907"/>
                    <a:pt x="613" y="1893"/>
                  </a:cubicBezTo>
                  <a:lnTo>
                    <a:pt x="613" y="318"/>
                  </a:lnTo>
                  <a:cubicBezTo>
                    <a:pt x="613" y="161"/>
                    <a:pt x="501" y="21"/>
                    <a:pt x="345" y="3"/>
                  </a:cubicBezTo>
                  <a:cubicBezTo>
                    <a:pt x="332" y="2"/>
                    <a:pt x="318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1"/>
            <p:cNvSpPr/>
            <p:nvPr/>
          </p:nvSpPr>
          <p:spPr>
            <a:xfrm>
              <a:off x="1175188" y="2098425"/>
              <a:ext cx="65325" cy="63175"/>
            </a:xfrm>
            <a:custGeom>
              <a:avLst/>
              <a:gdLst/>
              <a:ahLst/>
              <a:cxnLst/>
              <a:rect l="l" t="t" r="r" b="b"/>
              <a:pathLst>
                <a:path w="2613" h="2527" extrusionOk="0">
                  <a:moveTo>
                    <a:pt x="2307" y="0"/>
                  </a:moveTo>
                  <a:cubicBezTo>
                    <a:pt x="2139" y="0"/>
                    <a:pt x="2002" y="138"/>
                    <a:pt x="2002" y="306"/>
                  </a:cubicBezTo>
                  <a:lnTo>
                    <a:pt x="2002" y="1893"/>
                  </a:lnTo>
                  <a:cubicBezTo>
                    <a:pt x="2003" y="1907"/>
                    <a:pt x="1993" y="1915"/>
                    <a:pt x="1982" y="1915"/>
                  </a:cubicBezTo>
                  <a:cubicBezTo>
                    <a:pt x="1977" y="1915"/>
                    <a:pt x="1972" y="1913"/>
                    <a:pt x="1968" y="1909"/>
                  </a:cubicBezTo>
                  <a:lnTo>
                    <a:pt x="545" y="724"/>
                  </a:lnTo>
                  <a:cubicBezTo>
                    <a:pt x="487" y="674"/>
                    <a:pt x="416" y="650"/>
                    <a:pt x="345" y="650"/>
                  </a:cubicBezTo>
                  <a:cubicBezTo>
                    <a:pt x="257" y="650"/>
                    <a:pt x="171" y="687"/>
                    <a:pt x="111" y="760"/>
                  </a:cubicBezTo>
                  <a:cubicBezTo>
                    <a:pt x="1" y="891"/>
                    <a:pt x="20" y="1085"/>
                    <a:pt x="153" y="1192"/>
                  </a:cubicBezTo>
                  <a:lnTo>
                    <a:pt x="1576" y="2379"/>
                  </a:lnTo>
                  <a:cubicBezTo>
                    <a:pt x="1690" y="2473"/>
                    <a:pt x="1832" y="2526"/>
                    <a:pt x="1979" y="2526"/>
                  </a:cubicBezTo>
                  <a:cubicBezTo>
                    <a:pt x="2198" y="2526"/>
                    <a:pt x="2423" y="2410"/>
                    <a:pt x="2569" y="2167"/>
                  </a:cubicBezTo>
                  <a:cubicBezTo>
                    <a:pt x="2598" y="2118"/>
                    <a:pt x="2613" y="2063"/>
                    <a:pt x="2613" y="2007"/>
                  </a:cubicBezTo>
                  <a:lnTo>
                    <a:pt x="2613" y="222"/>
                  </a:lnTo>
                  <a:cubicBezTo>
                    <a:pt x="2613" y="180"/>
                    <a:pt x="2595" y="139"/>
                    <a:pt x="2564" y="110"/>
                  </a:cubicBezTo>
                  <a:cubicBezTo>
                    <a:pt x="2479" y="33"/>
                    <a:pt x="2389" y="0"/>
                    <a:pt x="2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1"/>
            <p:cNvSpPr/>
            <p:nvPr/>
          </p:nvSpPr>
          <p:spPr>
            <a:xfrm>
              <a:off x="1459738" y="1984175"/>
              <a:ext cx="66800" cy="64275"/>
            </a:xfrm>
            <a:custGeom>
              <a:avLst/>
              <a:gdLst/>
              <a:ahLst/>
              <a:cxnLst/>
              <a:rect l="l" t="t" r="r" b="b"/>
              <a:pathLst>
                <a:path w="2672" h="2571" extrusionOk="0">
                  <a:moveTo>
                    <a:pt x="1387" y="612"/>
                  </a:moveTo>
                  <a:cubicBezTo>
                    <a:pt x="1474" y="612"/>
                    <a:pt x="1561" y="628"/>
                    <a:pt x="1645" y="663"/>
                  </a:cubicBezTo>
                  <a:cubicBezTo>
                    <a:pt x="1897" y="768"/>
                    <a:pt x="2061" y="1013"/>
                    <a:pt x="2061" y="1286"/>
                  </a:cubicBezTo>
                  <a:cubicBezTo>
                    <a:pt x="2061" y="1657"/>
                    <a:pt x="1760" y="1958"/>
                    <a:pt x="1387" y="1960"/>
                  </a:cubicBezTo>
                  <a:cubicBezTo>
                    <a:pt x="1115" y="1960"/>
                    <a:pt x="869" y="1795"/>
                    <a:pt x="765" y="1544"/>
                  </a:cubicBezTo>
                  <a:cubicBezTo>
                    <a:pt x="660" y="1291"/>
                    <a:pt x="718" y="1001"/>
                    <a:pt x="911" y="809"/>
                  </a:cubicBezTo>
                  <a:cubicBezTo>
                    <a:pt x="1040" y="680"/>
                    <a:pt x="1212" y="612"/>
                    <a:pt x="1387" y="612"/>
                  </a:cubicBezTo>
                  <a:close/>
                  <a:moveTo>
                    <a:pt x="1387" y="0"/>
                  </a:moveTo>
                  <a:cubicBezTo>
                    <a:pt x="867" y="0"/>
                    <a:pt x="399" y="315"/>
                    <a:pt x="200" y="794"/>
                  </a:cubicBezTo>
                  <a:cubicBezTo>
                    <a:pt x="1" y="1275"/>
                    <a:pt x="111" y="1827"/>
                    <a:pt x="479" y="2195"/>
                  </a:cubicBezTo>
                  <a:cubicBezTo>
                    <a:pt x="725" y="2440"/>
                    <a:pt x="1054" y="2570"/>
                    <a:pt x="1389" y="2570"/>
                  </a:cubicBezTo>
                  <a:cubicBezTo>
                    <a:pt x="1554" y="2570"/>
                    <a:pt x="1721" y="2538"/>
                    <a:pt x="1879" y="2473"/>
                  </a:cubicBezTo>
                  <a:cubicBezTo>
                    <a:pt x="2359" y="2274"/>
                    <a:pt x="2671" y="1806"/>
                    <a:pt x="2671" y="1286"/>
                  </a:cubicBezTo>
                  <a:cubicBezTo>
                    <a:pt x="2671" y="577"/>
                    <a:pt x="2096" y="2"/>
                    <a:pt x="1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1"/>
            <p:cNvSpPr/>
            <p:nvPr/>
          </p:nvSpPr>
          <p:spPr>
            <a:xfrm>
              <a:off x="1388088" y="1902600"/>
              <a:ext cx="65125" cy="227450"/>
            </a:xfrm>
            <a:custGeom>
              <a:avLst/>
              <a:gdLst/>
              <a:ahLst/>
              <a:cxnLst/>
              <a:rect l="l" t="t" r="r" b="b"/>
              <a:pathLst>
                <a:path w="2605" h="9098" extrusionOk="0">
                  <a:moveTo>
                    <a:pt x="341" y="1"/>
                  </a:moveTo>
                  <a:cubicBezTo>
                    <a:pt x="271" y="1"/>
                    <a:pt x="201" y="25"/>
                    <a:pt x="143" y="73"/>
                  </a:cubicBezTo>
                  <a:cubicBezTo>
                    <a:pt x="15" y="184"/>
                    <a:pt x="1" y="376"/>
                    <a:pt x="109" y="504"/>
                  </a:cubicBezTo>
                  <a:lnTo>
                    <a:pt x="1675" y="2331"/>
                  </a:lnTo>
                  <a:cubicBezTo>
                    <a:pt x="1881" y="2572"/>
                    <a:pt x="1994" y="2878"/>
                    <a:pt x="1994" y="3194"/>
                  </a:cubicBezTo>
                  <a:lnTo>
                    <a:pt x="1994" y="5903"/>
                  </a:lnTo>
                  <a:cubicBezTo>
                    <a:pt x="1994" y="6220"/>
                    <a:pt x="1881" y="6526"/>
                    <a:pt x="1675" y="6766"/>
                  </a:cubicBezTo>
                  <a:lnTo>
                    <a:pt x="109" y="8593"/>
                  </a:lnTo>
                  <a:cubicBezTo>
                    <a:pt x="1" y="8721"/>
                    <a:pt x="15" y="8913"/>
                    <a:pt x="143" y="9023"/>
                  </a:cubicBezTo>
                  <a:cubicBezTo>
                    <a:pt x="201" y="9073"/>
                    <a:pt x="272" y="9097"/>
                    <a:pt x="342" y="9097"/>
                  </a:cubicBezTo>
                  <a:cubicBezTo>
                    <a:pt x="428" y="9097"/>
                    <a:pt x="513" y="9061"/>
                    <a:pt x="574" y="8991"/>
                  </a:cubicBezTo>
                  <a:lnTo>
                    <a:pt x="2140" y="7164"/>
                  </a:lnTo>
                  <a:cubicBezTo>
                    <a:pt x="2439" y="6813"/>
                    <a:pt x="2605" y="6366"/>
                    <a:pt x="2605" y="5903"/>
                  </a:cubicBezTo>
                  <a:lnTo>
                    <a:pt x="2605" y="3194"/>
                  </a:lnTo>
                  <a:cubicBezTo>
                    <a:pt x="2605" y="2732"/>
                    <a:pt x="2439" y="2285"/>
                    <a:pt x="2140" y="1934"/>
                  </a:cubicBezTo>
                  <a:lnTo>
                    <a:pt x="574" y="107"/>
                  </a:lnTo>
                  <a:cubicBezTo>
                    <a:pt x="513" y="37"/>
                    <a:pt x="427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1"/>
            <p:cNvSpPr/>
            <p:nvPr/>
          </p:nvSpPr>
          <p:spPr>
            <a:xfrm>
              <a:off x="1347563" y="1927625"/>
              <a:ext cx="64875" cy="64175"/>
            </a:xfrm>
            <a:custGeom>
              <a:avLst/>
              <a:gdLst/>
              <a:ahLst/>
              <a:cxnLst/>
              <a:rect l="l" t="t" r="r" b="b"/>
              <a:pathLst>
                <a:path w="2595" h="2567" extrusionOk="0">
                  <a:moveTo>
                    <a:pt x="981" y="1"/>
                  </a:moveTo>
                  <a:cubicBezTo>
                    <a:pt x="912" y="1"/>
                    <a:pt x="843" y="24"/>
                    <a:pt x="786" y="72"/>
                  </a:cubicBezTo>
                  <a:cubicBezTo>
                    <a:pt x="658" y="178"/>
                    <a:pt x="640" y="368"/>
                    <a:pt x="744" y="497"/>
                  </a:cubicBezTo>
                  <a:lnTo>
                    <a:pt x="1929" y="1921"/>
                  </a:lnTo>
                  <a:cubicBezTo>
                    <a:pt x="1943" y="1933"/>
                    <a:pt x="1933" y="1955"/>
                    <a:pt x="1917" y="1955"/>
                  </a:cubicBezTo>
                  <a:cubicBezTo>
                    <a:pt x="1916" y="1955"/>
                    <a:pt x="1915" y="1955"/>
                    <a:pt x="1915" y="1955"/>
                  </a:cubicBezTo>
                  <a:lnTo>
                    <a:pt x="338" y="1955"/>
                  </a:lnTo>
                  <a:cubicBezTo>
                    <a:pt x="182" y="1955"/>
                    <a:pt x="43" y="2067"/>
                    <a:pt x="23" y="2222"/>
                  </a:cubicBezTo>
                  <a:cubicBezTo>
                    <a:pt x="1" y="2405"/>
                    <a:pt x="143" y="2567"/>
                    <a:pt x="328" y="2567"/>
                  </a:cubicBezTo>
                  <a:lnTo>
                    <a:pt x="1897" y="2567"/>
                  </a:lnTo>
                  <a:cubicBezTo>
                    <a:pt x="2132" y="2567"/>
                    <a:pt x="2355" y="2445"/>
                    <a:pt x="2467" y="2240"/>
                  </a:cubicBezTo>
                  <a:cubicBezTo>
                    <a:pt x="2595" y="2013"/>
                    <a:pt x="2567" y="1730"/>
                    <a:pt x="2401" y="1531"/>
                  </a:cubicBezTo>
                  <a:lnTo>
                    <a:pt x="2399" y="1531"/>
                  </a:lnTo>
                  <a:lnTo>
                    <a:pt x="1214" y="107"/>
                  </a:lnTo>
                  <a:cubicBezTo>
                    <a:pt x="1153" y="37"/>
                    <a:pt x="1068" y="1"/>
                    <a:pt x="9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1"/>
            <p:cNvSpPr/>
            <p:nvPr/>
          </p:nvSpPr>
          <p:spPr>
            <a:xfrm>
              <a:off x="1347538" y="2041625"/>
              <a:ext cx="64800" cy="64350"/>
            </a:xfrm>
            <a:custGeom>
              <a:avLst/>
              <a:gdLst/>
              <a:ahLst/>
              <a:cxnLst/>
              <a:rect l="l" t="t" r="r" b="b"/>
              <a:pathLst>
                <a:path w="2592" h="2574" extrusionOk="0">
                  <a:moveTo>
                    <a:pt x="339" y="0"/>
                  </a:moveTo>
                  <a:cubicBezTo>
                    <a:pt x="181" y="0"/>
                    <a:pt x="42" y="112"/>
                    <a:pt x="23" y="267"/>
                  </a:cubicBezTo>
                  <a:cubicBezTo>
                    <a:pt x="0" y="450"/>
                    <a:pt x="143" y="612"/>
                    <a:pt x="327" y="612"/>
                  </a:cubicBezTo>
                  <a:lnTo>
                    <a:pt x="1914" y="612"/>
                  </a:lnTo>
                  <a:cubicBezTo>
                    <a:pt x="1915" y="612"/>
                    <a:pt x="1915" y="612"/>
                    <a:pt x="1916" y="612"/>
                  </a:cubicBezTo>
                  <a:cubicBezTo>
                    <a:pt x="1934" y="612"/>
                    <a:pt x="1943" y="634"/>
                    <a:pt x="1930" y="646"/>
                  </a:cubicBezTo>
                  <a:lnTo>
                    <a:pt x="745" y="2068"/>
                  </a:lnTo>
                  <a:cubicBezTo>
                    <a:pt x="633" y="2198"/>
                    <a:pt x="649" y="2394"/>
                    <a:pt x="781" y="2502"/>
                  </a:cubicBezTo>
                  <a:cubicBezTo>
                    <a:pt x="838" y="2550"/>
                    <a:pt x="908" y="2574"/>
                    <a:pt x="977" y="2574"/>
                  </a:cubicBezTo>
                  <a:cubicBezTo>
                    <a:pt x="1066" y="2574"/>
                    <a:pt x="1154" y="2535"/>
                    <a:pt x="1215" y="2460"/>
                  </a:cubicBezTo>
                  <a:lnTo>
                    <a:pt x="2389" y="1050"/>
                  </a:lnTo>
                  <a:cubicBezTo>
                    <a:pt x="2544" y="863"/>
                    <a:pt x="2591" y="604"/>
                    <a:pt x="2494" y="382"/>
                  </a:cubicBezTo>
                  <a:cubicBezTo>
                    <a:pt x="2395" y="151"/>
                    <a:pt x="2167" y="0"/>
                    <a:pt x="1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1"/>
            <p:cNvSpPr/>
            <p:nvPr/>
          </p:nvSpPr>
          <p:spPr>
            <a:xfrm>
              <a:off x="1002838" y="1984175"/>
              <a:ext cx="66800" cy="64275"/>
            </a:xfrm>
            <a:custGeom>
              <a:avLst/>
              <a:gdLst/>
              <a:ahLst/>
              <a:cxnLst/>
              <a:rect l="l" t="t" r="r" b="b"/>
              <a:pathLst>
                <a:path w="2672" h="2571" extrusionOk="0">
                  <a:moveTo>
                    <a:pt x="1387" y="612"/>
                  </a:moveTo>
                  <a:cubicBezTo>
                    <a:pt x="1474" y="612"/>
                    <a:pt x="1561" y="628"/>
                    <a:pt x="1645" y="663"/>
                  </a:cubicBezTo>
                  <a:cubicBezTo>
                    <a:pt x="1897" y="768"/>
                    <a:pt x="2061" y="1013"/>
                    <a:pt x="2061" y="1286"/>
                  </a:cubicBezTo>
                  <a:cubicBezTo>
                    <a:pt x="2061" y="1657"/>
                    <a:pt x="1760" y="1960"/>
                    <a:pt x="1387" y="1960"/>
                  </a:cubicBezTo>
                  <a:cubicBezTo>
                    <a:pt x="1115" y="1960"/>
                    <a:pt x="869" y="1795"/>
                    <a:pt x="765" y="1544"/>
                  </a:cubicBezTo>
                  <a:cubicBezTo>
                    <a:pt x="660" y="1291"/>
                    <a:pt x="718" y="1001"/>
                    <a:pt x="911" y="809"/>
                  </a:cubicBezTo>
                  <a:cubicBezTo>
                    <a:pt x="1040" y="680"/>
                    <a:pt x="1212" y="612"/>
                    <a:pt x="1387" y="612"/>
                  </a:cubicBezTo>
                  <a:close/>
                  <a:moveTo>
                    <a:pt x="1387" y="0"/>
                  </a:moveTo>
                  <a:cubicBezTo>
                    <a:pt x="867" y="0"/>
                    <a:pt x="399" y="315"/>
                    <a:pt x="200" y="794"/>
                  </a:cubicBezTo>
                  <a:cubicBezTo>
                    <a:pt x="1" y="1275"/>
                    <a:pt x="111" y="1827"/>
                    <a:pt x="479" y="2195"/>
                  </a:cubicBezTo>
                  <a:cubicBezTo>
                    <a:pt x="725" y="2440"/>
                    <a:pt x="1054" y="2570"/>
                    <a:pt x="1389" y="2570"/>
                  </a:cubicBezTo>
                  <a:cubicBezTo>
                    <a:pt x="1554" y="2570"/>
                    <a:pt x="1721" y="2538"/>
                    <a:pt x="1879" y="2473"/>
                  </a:cubicBezTo>
                  <a:cubicBezTo>
                    <a:pt x="2359" y="2274"/>
                    <a:pt x="2671" y="1806"/>
                    <a:pt x="2671" y="1286"/>
                  </a:cubicBezTo>
                  <a:cubicBezTo>
                    <a:pt x="2671" y="577"/>
                    <a:pt x="2096" y="2"/>
                    <a:pt x="1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1"/>
            <p:cNvSpPr/>
            <p:nvPr/>
          </p:nvSpPr>
          <p:spPr>
            <a:xfrm>
              <a:off x="1078638" y="1902625"/>
              <a:ext cx="65150" cy="227325"/>
            </a:xfrm>
            <a:custGeom>
              <a:avLst/>
              <a:gdLst/>
              <a:ahLst/>
              <a:cxnLst/>
              <a:rect l="l" t="t" r="r" b="b"/>
              <a:pathLst>
                <a:path w="2606" h="9093" extrusionOk="0">
                  <a:moveTo>
                    <a:pt x="2264" y="0"/>
                  </a:moveTo>
                  <a:cubicBezTo>
                    <a:pt x="2179" y="0"/>
                    <a:pt x="2093" y="36"/>
                    <a:pt x="2033" y="106"/>
                  </a:cubicBezTo>
                  <a:lnTo>
                    <a:pt x="467" y="1933"/>
                  </a:lnTo>
                  <a:cubicBezTo>
                    <a:pt x="166" y="2284"/>
                    <a:pt x="0" y="2731"/>
                    <a:pt x="2" y="3193"/>
                  </a:cubicBezTo>
                  <a:lnTo>
                    <a:pt x="2" y="5902"/>
                  </a:lnTo>
                  <a:cubicBezTo>
                    <a:pt x="2" y="6365"/>
                    <a:pt x="166" y="6812"/>
                    <a:pt x="467" y="7163"/>
                  </a:cubicBezTo>
                  <a:lnTo>
                    <a:pt x="2033" y="8988"/>
                  </a:lnTo>
                  <a:cubicBezTo>
                    <a:pt x="2093" y="9057"/>
                    <a:pt x="2178" y="9092"/>
                    <a:pt x="2263" y="9092"/>
                  </a:cubicBezTo>
                  <a:cubicBezTo>
                    <a:pt x="2333" y="9092"/>
                    <a:pt x="2403" y="9068"/>
                    <a:pt x="2460" y="9019"/>
                  </a:cubicBezTo>
                  <a:cubicBezTo>
                    <a:pt x="2586" y="8909"/>
                    <a:pt x="2603" y="8720"/>
                    <a:pt x="2496" y="8592"/>
                  </a:cubicBezTo>
                  <a:lnTo>
                    <a:pt x="930" y="6765"/>
                  </a:lnTo>
                  <a:cubicBezTo>
                    <a:pt x="724" y="6525"/>
                    <a:pt x="611" y="6219"/>
                    <a:pt x="611" y="5902"/>
                  </a:cubicBezTo>
                  <a:lnTo>
                    <a:pt x="611" y="3193"/>
                  </a:lnTo>
                  <a:cubicBezTo>
                    <a:pt x="611" y="2877"/>
                    <a:pt x="724" y="2571"/>
                    <a:pt x="930" y="2330"/>
                  </a:cubicBezTo>
                  <a:lnTo>
                    <a:pt x="2496" y="503"/>
                  </a:lnTo>
                  <a:cubicBezTo>
                    <a:pt x="2606" y="375"/>
                    <a:pt x="2591" y="183"/>
                    <a:pt x="2463" y="74"/>
                  </a:cubicBezTo>
                  <a:cubicBezTo>
                    <a:pt x="2406" y="24"/>
                    <a:pt x="2335" y="0"/>
                    <a:pt x="2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1"/>
            <p:cNvSpPr/>
            <p:nvPr/>
          </p:nvSpPr>
          <p:spPr>
            <a:xfrm>
              <a:off x="1119513" y="2041625"/>
              <a:ext cx="64900" cy="64225"/>
            </a:xfrm>
            <a:custGeom>
              <a:avLst/>
              <a:gdLst/>
              <a:ahLst/>
              <a:cxnLst/>
              <a:rect l="l" t="t" r="r" b="b"/>
              <a:pathLst>
                <a:path w="2596" h="2569" extrusionOk="0">
                  <a:moveTo>
                    <a:pt x="699" y="0"/>
                  </a:moveTo>
                  <a:cubicBezTo>
                    <a:pt x="464" y="0"/>
                    <a:pt x="241" y="122"/>
                    <a:pt x="127" y="326"/>
                  </a:cubicBezTo>
                  <a:cubicBezTo>
                    <a:pt x="1" y="554"/>
                    <a:pt x="27" y="836"/>
                    <a:pt x="195" y="1037"/>
                  </a:cubicBezTo>
                  <a:lnTo>
                    <a:pt x="1381" y="2458"/>
                  </a:lnTo>
                  <a:cubicBezTo>
                    <a:pt x="1441" y="2531"/>
                    <a:pt x="1528" y="2568"/>
                    <a:pt x="1616" y="2568"/>
                  </a:cubicBezTo>
                  <a:cubicBezTo>
                    <a:pt x="1685" y="2568"/>
                    <a:pt x="1754" y="2545"/>
                    <a:pt x="1811" y="2497"/>
                  </a:cubicBezTo>
                  <a:cubicBezTo>
                    <a:pt x="1941" y="2390"/>
                    <a:pt x="1959" y="2198"/>
                    <a:pt x="1850" y="2068"/>
                  </a:cubicBezTo>
                  <a:lnTo>
                    <a:pt x="665" y="645"/>
                  </a:lnTo>
                  <a:cubicBezTo>
                    <a:pt x="658" y="640"/>
                    <a:pt x="657" y="630"/>
                    <a:pt x="662" y="624"/>
                  </a:cubicBezTo>
                  <a:cubicBezTo>
                    <a:pt x="665" y="616"/>
                    <a:pt x="673" y="611"/>
                    <a:pt x="681" y="611"/>
                  </a:cubicBezTo>
                  <a:lnTo>
                    <a:pt x="2257" y="611"/>
                  </a:lnTo>
                  <a:cubicBezTo>
                    <a:pt x="2412" y="611"/>
                    <a:pt x="2553" y="499"/>
                    <a:pt x="2571" y="344"/>
                  </a:cubicBezTo>
                  <a:cubicBezTo>
                    <a:pt x="2595" y="161"/>
                    <a:pt x="2453" y="0"/>
                    <a:pt x="2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1"/>
            <p:cNvSpPr/>
            <p:nvPr/>
          </p:nvSpPr>
          <p:spPr>
            <a:xfrm>
              <a:off x="1119638" y="1927450"/>
              <a:ext cx="64800" cy="64325"/>
            </a:xfrm>
            <a:custGeom>
              <a:avLst/>
              <a:gdLst/>
              <a:ahLst/>
              <a:cxnLst/>
              <a:rect l="l" t="t" r="r" b="b"/>
              <a:pathLst>
                <a:path w="2592" h="2573" extrusionOk="0">
                  <a:moveTo>
                    <a:pt x="1615" y="0"/>
                  </a:moveTo>
                  <a:cubicBezTo>
                    <a:pt x="1526" y="0"/>
                    <a:pt x="1438" y="39"/>
                    <a:pt x="1377" y="114"/>
                  </a:cubicBezTo>
                  <a:lnTo>
                    <a:pt x="203" y="1525"/>
                  </a:lnTo>
                  <a:cubicBezTo>
                    <a:pt x="48" y="1709"/>
                    <a:pt x="1" y="1970"/>
                    <a:pt x="96" y="2190"/>
                  </a:cubicBezTo>
                  <a:cubicBezTo>
                    <a:pt x="195" y="2422"/>
                    <a:pt x="423" y="2572"/>
                    <a:pt x="674" y="2572"/>
                  </a:cubicBezTo>
                  <a:cubicBezTo>
                    <a:pt x="675" y="2572"/>
                    <a:pt x="676" y="2572"/>
                    <a:pt x="678" y="2572"/>
                  </a:cubicBezTo>
                  <a:lnTo>
                    <a:pt x="2253" y="2572"/>
                  </a:lnTo>
                  <a:cubicBezTo>
                    <a:pt x="2409" y="2572"/>
                    <a:pt x="2550" y="2461"/>
                    <a:pt x="2567" y="2305"/>
                  </a:cubicBezTo>
                  <a:cubicBezTo>
                    <a:pt x="2592" y="2124"/>
                    <a:pt x="2449" y="1962"/>
                    <a:pt x="2265" y="1962"/>
                  </a:cubicBezTo>
                  <a:lnTo>
                    <a:pt x="676" y="1962"/>
                  </a:lnTo>
                  <a:cubicBezTo>
                    <a:pt x="675" y="1962"/>
                    <a:pt x="675" y="1962"/>
                    <a:pt x="674" y="1962"/>
                  </a:cubicBezTo>
                  <a:cubicBezTo>
                    <a:pt x="656" y="1962"/>
                    <a:pt x="647" y="1940"/>
                    <a:pt x="660" y="1928"/>
                  </a:cubicBezTo>
                  <a:lnTo>
                    <a:pt x="1845" y="504"/>
                  </a:lnTo>
                  <a:cubicBezTo>
                    <a:pt x="1957" y="375"/>
                    <a:pt x="1941" y="181"/>
                    <a:pt x="1810" y="70"/>
                  </a:cubicBezTo>
                  <a:cubicBezTo>
                    <a:pt x="1753" y="23"/>
                    <a:pt x="1684" y="0"/>
                    <a:pt x="1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9" name="Google Shape;1779;p41"/>
          <p:cNvGrpSpPr/>
          <p:nvPr/>
        </p:nvGrpSpPr>
        <p:grpSpPr>
          <a:xfrm>
            <a:off x="6728033" y="3927590"/>
            <a:ext cx="456810" cy="457175"/>
            <a:chOff x="2476738" y="1755725"/>
            <a:chExt cx="521175" cy="521175"/>
          </a:xfrm>
        </p:grpSpPr>
        <p:sp>
          <p:nvSpPr>
            <p:cNvPr id="1780" name="Google Shape;1780;p41"/>
            <p:cNvSpPr/>
            <p:nvPr/>
          </p:nvSpPr>
          <p:spPr>
            <a:xfrm>
              <a:off x="2476738" y="1755725"/>
              <a:ext cx="211200" cy="211150"/>
            </a:xfrm>
            <a:custGeom>
              <a:avLst/>
              <a:gdLst/>
              <a:ahLst/>
              <a:cxnLst/>
              <a:rect l="l" t="t" r="r" b="b"/>
              <a:pathLst>
                <a:path w="8448" h="8446" extrusionOk="0">
                  <a:moveTo>
                    <a:pt x="4230" y="1"/>
                  </a:moveTo>
                  <a:cubicBezTo>
                    <a:pt x="4228" y="1"/>
                    <a:pt x="4225" y="1"/>
                    <a:pt x="4222" y="1"/>
                  </a:cubicBezTo>
                  <a:cubicBezTo>
                    <a:pt x="1895" y="1"/>
                    <a:pt x="1" y="1894"/>
                    <a:pt x="1" y="4222"/>
                  </a:cubicBezTo>
                  <a:cubicBezTo>
                    <a:pt x="1" y="6549"/>
                    <a:pt x="1895" y="8445"/>
                    <a:pt x="4222" y="8445"/>
                  </a:cubicBezTo>
                  <a:cubicBezTo>
                    <a:pt x="6551" y="8445"/>
                    <a:pt x="8444" y="6551"/>
                    <a:pt x="8444" y="4224"/>
                  </a:cubicBezTo>
                  <a:cubicBezTo>
                    <a:pt x="8447" y="3340"/>
                    <a:pt x="8169" y="2477"/>
                    <a:pt x="7652" y="1761"/>
                  </a:cubicBezTo>
                  <a:cubicBezTo>
                    <a:pt x="7592" y="1678"/>
                    <a:pt x="7499" y="1633"/>
                    <a:pt x="7404" y="1633"/>
                  </a:cubicBezTo>
                  <a:cubicBezTo>
                    <a:pt x="7342" y="1633"/>
                    <a:pt x="7280" y="1652"/>
                    <a:pt x="7226" y="1691"/>
                  </a:cubicBezTo>
                  <a:cubicBezTo>
                    <a:pt x="7088" y="1790"/>
                    <a:pt x="7058" y="1979"/>
                    <a:pt x="7156" y="2117"/>
                  </a:cubicBezTo>
                  <a:cubicBezTo>
                    <a:pt x="7599" y="2729"/>
                    <a:pt x="7835" y="3466"/>
                    <a:pt x="7833" y="4222"/>
                  </a:cubicBezTo>
                  <a:cubicBezTo>
                    <a:pt x="7833" y="6212"/>
                    <a:pt x="6214" y="7833"/>
                    <a:pt x="4222" y="7833"/>
                  </a:cubicBezTo>
                  <a:cubicBezTo>
                    <a:pt x="2232" y="7833"/>
                    <a:pt x="613" y="6214"/>
                    <a:pt x="613" y="4222"/>
                  </a:cubicBezTo>
                  <a:cubicBezTo>
                    <a:pt x="613" y="2230"/>
                    <a:pt x="2232" y="611"/>
                    <a:pt x="4222" y="611"/>
                  </a:cubicBezTo>
                  <a:cubicBezTo>
                    <a:pt x="4225" y="611"/>
                    <a:pt x="4228" y="611"/>
                    <a:pt x="4230" y="611"/>
                  </a:cubicBezTo>
                  <a:cubicBezTo>
                    <a:pt x="4938" y="611"/>
                    <a:pt x="5630" y="822"/>
                    <a:pt x="6219" y="1213"/>
                  </a:cubicBezTo>
                  <a:cubicBezTo>
                    <a:pt x="6272" y="1250"/>
                    <a:pt x="6334" y="1268"/>
                    <a:pt x="6394" y="1268"/>
                  </a:cubicBezTo>
                  <a:cubicBezTo>
                    <a:pt x="6493" y="1268"/>
                    <a:pt x="6590" y="1221"/>
                    <a:pt x="6650" y="1133"/>
                  </a:cubicBezTo>
                  <a:cubicBezTo>
                    <a:pt x="6744" y="988"/>
                    <a:pt x="6703" y="796"/>
                    <a:pt x="6557" y="705"/>
                  </a:cubicBezTo>
                  <a:cubicBezTo>
                    <a:pt x="5868" y="245"/>
                    <a:pt x="5058" y="1"/>
                    <a:pt x="4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1"/>
            <p:cNvSpPr/>
            <p:nvPr/>
          </p:nvSpPr>
          <p:spPr>
            <a:xfrm>
              <a:off x="2476738" y="2065800"/>
              <a:ext cx="211100" cy="211100"/>
            </a:xfrm>
            <a:custGeom>
              <a:avLst/>
              <a:gdLst/>
              <a:ahLst/>
              <a:cxnLst/>
              <a:rect l="l" t="t" r="r" b="b"/>
              <a:pathLst>
                <a:path w="8444" h="8444" extrusionOk="0">
                  <a:moveTo>
                    <a:pt x="4222" y="612"/>
                  </a:moveTo>
                  <a:cubicBezTo>
                    <a:pt x="6214" y="612"/>
                    <a:pt x="7833" y="2231"/>
                    <a:pt x="7833" y="4223"/>
                  </a:cubicBezTo>
                  <a:cubicBezTo>
                    <a:pt x="7833" y="6213"/>
                    <a:pt x="6214" y="7833"/>
                    <a:pt x="4222" y="7833"/>
                  </a:cubicBezTo>
                  <a:cubicBezTo>
                    <a:pt x="2232" y="7833"/>
                    <a:pt x="613" y="6213"/>
                    <a:pt x="613" y="4223"/>
                  </a:cubicBezTo>
                  <a:cubicBezTo>
                    <a:pt x="613" y="2231"/>
                    <a:pt x="2232" y="612"/>
                    <a:pt x="4222" y="612"/>
                  </a:cubicBezTo>
                  <a:close/>
                  <a:moveTo>
                    <a:pt x="4222" y="0"/>
                  </a:moveTo>
                  <a:cubicBezTo>
                    <a:pt x="1895" y="0"/>
                    <a:pt x="1" y="1893"/>
                    <a:pt x="1" y="4222"/>
                  </a:cubicBezTo>
                  <a:cubicBezTo>
                    <a:pt x="1" y="6549"/>
                    <a:pt x="1895" y="8443"/>
                    <a:pt x="4222" y="8443"/>
                  </a:cubicBezTo>
                  <a:cubicBezTo>
                    <a:pt x="6551" y="8443"/>
                    <a:pt x="8444" y="6549"/>
                    <a:pt x="8444" y="4222"/>
                  </a:cubicBezTo>
                  <a:cubicBezTo>
                    <a:pt x="8444" y="1893"/>
                    <a:pt x="6551" y="0"/>
                    <a:pt x="4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1"/>
            <p:cNvSpPr/>
            <p:nvPr/>
          </p:nvSpPr>
          <p:spPr>
            <a:xfrm>
              <a:off x="2786813" y="2065800"/>
              <a:ext cx="211100" cy="211100"/>
            </a:xfrm>
            <a:custGeom>
              <a:avLst/>
              <a:gdLst/>
              <a:ahLst/>
              <a:cxnLst/>
              <a:rect l="l" t="t" r="r" b="b"/>
              <a:pathLst>
                <a:path w="8444" h="8444" extrusionOk="0">
                  <a:moveTo>
                    <a:pt x="4222" y="612"/>
                  </a:moveTo>
                  <a:cubicBezTo>
                    <a:pt x="6214" y="612"/>
                    <a:pt x="7833" y="2231"/>
                    <a:pt x="7833" y="4223"/>
                  </a:cubicBezTo>
                  <a:cubicBezTo>
                    <a:pt x="7833" y="6213"/>
                    <a:pt x="6212" y="7833"/>
                    <a:pt x="4222" y="7833"/>
                  </a:cubicBezTo>
                  <a:cubicBezTo>
                    <a:pt x="2230" y="7833"/>
                    <a:pt x="611" y="6213"/>
                    <a:pt x="611" y="4223"/>
                  </a:cubicBezTo>
                  <a:cubicBezTo>
                    <a:pt x="611" y="2231"/>
                    <a:pt x="2230" y="612"/>
                    <a:pt x="4222" y="612"/>
                  </a:cubicBezTo>
                  <a:close/>
                  <a:moveTo>
                    <a:pt x="4222" y="0"/>
                  </a:moveTo>
                  <a:cubicBezTo>
                    <a:pt x="1893" y="0"/>
                    <a:pt x="0" y="1893"/>
                    <a:pt x="0" y="4222"/>
                  </a:cubicBezTo>
                  <a:cubicBezTo>
                    <a:pt x="0" y="6549"/>
                    <a:pt x="1893" y="8443"/>
                    <a:pt x="4222" y="8443"/>
                  </a:cubicBezTo>
                  <a:cubicBezTo>
                    <a:pt x="6549" y="8443"/>
                    <a:pt x="8443" y="6549"/>
                    <a:pt x="8443" y="4222"/>
                  </a:cubicBezTo>
                  <a:cubicBezTo>
                    <a:pt x="8443" y="1893"/>
                    <a:pt x="6549" y="0"/>
                    <a:pt x="4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1"/>
            <p:cNvSpPr/>
            <p:nvPr/>
          </p:nvSpPr>
          <p:spPr>
            <a:xfrm>
              <a:off x="2705188" y="1910750"/>
              <a:ext cx="66775" cy="64250"/>
            </a:xfrm>
            <a:custGeom>
              <a:avLst/>
              <a:gdLst/>
              <a:ahLst/>
              <a:cxnLst/>
              <a:rect l="l" t="t" r="r" b="b"/>
              <a:pathLst>
                <a:path w="2671" h="2570" extrusionOk="0">
                  <a:moveTo>
                    <a:pt x="1286" y="612"/>
                  </a:moveTo>
                  <a:cubicBezTo>
                    <a:pt x="1558" y="612"/>
                    <a:pt x="1803" y="776"/>
                    <a:pt x="1908" y="1028"/>
                  </a:cubicBezTo>
                  <a:cubicBezTo>
                    <a:pt x="2012" y="1279"/>
                    <a:pt x="1955" y="1569"/>
                    <a:pt x="1762" y="1762"/>
                  </a:cubicBezTo>
                  <a:cubicBezTo>
                    <a:pt x="1634" y="1891"/>
                    <a:pt x="1461" y="1959"/>
                    <a:pt x="1286" y="1959"/>
                  </a:cubicBezTo>
                  <a:cubicBezTo>
                    <a:pt x="1199" y="1959"/>
                    <a:pt x="1111" y="1942"/>
                    <a:pt x="1027" y="1908"/>
                  </a:cubicBezTo>
                  <a:cubicBezTo>
                    <a:pt x="776" y="1804"/>
                    <a:pt x="613" y="1558"/>
                    <a:pt x="613" y="1286"/>
                  </a:cubicBezTo>
                  <a:cubicBezTo>
                    <a:pt x="613" y="913"/>
                    <a:pt x="914" y="612"/>
                    <a:pt x="1286" y="612"/>
                  </a:cubicBezTo>
                  <a:close/>
                  <a:moveTo>
                    <a:pt x="1285" y="1"/>
                  </a:moveTo>
                  <a:cubicBezTo>
                    <a:pt x="1119" y="1"/>
                    <a:pt x="953" y="33"/>
                    <a:pt x="794" y="99"/>
                  </a:cubicBezTo>
                  <a:cubicBezTo>
                    <a:pt x="315" y="298"/>
                    <a:pt x="1" y="766"/>
                    <a:pt x="1" y="1286"/>
                  </a:cubicBezTo>
                  <a:cubicBezTo>
                    <a:pt x="2" y="1995"/>
                    <a:pt x="577" y="2570"/>
                    <a:pt x="1286" y="2570"/>
                  </a:cubicBezTo>
                  <a:cubicBezTo>
                    <a:pt x="1804" y="2570"/>
                    <a:pt x="2272" y="2257"/>
                    <a:pt x="2472" y="1776"/>
                  </a:cubicBezTo>
                  <a:cubicBezTo>
                    <a:pt x="2671" y="1297"/>
                    <a:pt x="2561" y="745"/>
                    <a:pt x="2193" y="377"/>
                  </a:cubicBezTo>
                  <a:cubicBezTo>
                    <a:pt x="1947" y="131"/>
                    <a:pt x="1619" y="1"/>
                    <a:pt x="12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1"/>
            <p:cNvSpPr/>
            <p:nvPr/>
          </p:nvSpPr>
          <p:spPr>
            <a:xfrm>
              <a:off x="2664013" y="1984625"/>
              <a:ext cx="146575" cy="88750"/>
            </a:xfrm>
            <a:custGeom>
              <a:avLst/>
              <a:gdLst/>
              <a:ahLst/>
              <a:cxnLst/>
              <a:rect l="l" t="t" r="r" b="b"/>
              <a:pathLst>
                <a:path w="5863" h="3550" extrusionOk="0">
                  <a:moveTo>
                    <a:pt x="320" y="0"/>
                  </a:moveTo>
                  <a:cubicBezTo>
                    <a:pt x="143" y="0"/>
                    <a:pt x="1" y="144"/>
                    <a:pt x="1" y="321"/>
                  </a:cubicBezTo>
                  <a:lnTo>
                    <a:pt x="1" y="3365"/>
                  </a:lnTo>
                  <a:cubicBezTo>
                    <a:pt x="1" y="3381"/>
                    <a:pt x="6" y="3396"/>
                    <a:pt x="17" y="3409"/>
                  </a:cubicBezTo>
                  <a:cubicBezTo>
                    <a:pt x="111" y="3508"/>
                    <a:pt x="213" y="3549"/>
                    <a:pt x="306" y="3549"/>
                  </a:cubicBezTo>
                  <a:cubicBezTo>
                    <a:pt x="475" y="3549"/>
                    <a:pt x="611" y="3412"/>
                    <a:pt x="611" y="3244"/>
                  </a:cubicBezTo>
                  <a:lnTo>
                    <a:pt x="611" y="810"/>
                  </a:lnTo>
                  <a:cubicBezTo>
                    <a:pt x="611" y="700"/>
                    <a:pt x="700" y="611"/>
                    <a:pt x="810" y="611"/>
                  </a:cubicBezTo>
                  <a:lnTo>
                    <a:pt x="5053" y="611"/>
                  </a:lnTo>
                  <a:cubicBezTo>
                    <a:pt x="5163" y="611"/>
                    <a:pt x="5252" y="700"/>
                    <a:pt x="5252" y="810"/>
                  </a:cubicBezTo>
                  <a:lnTo>
                    <a:pt x="5252" y="3365"/>
                  </a:lnTo>
                  <a:cubicBezTo>
                    <a:pt x="5252" y="3381"/>
                    <a:pt x="5257" y="3396"/>
                    <a:pt x="5268" y="3409"/>
                  </a:cubicBezTo>
                  <a:cubicBezTo>
                    <a:pt x="5363" y="3508"/>
                    <a:pt x="5465" y="3549"/>
                    <a:pt x="5557" y="3549"/>
                  </a:cubicBezTo>
                  <a:cubicBezTo>
                    <a:pt x="5726" y="3549"/>
                    <a:pt x="5863" y="3412"/>
                    <a:pt x="5863" y="3244"/>
                  </a:cubicBezTo>
                  <a:lnTo>
                    <a:pt x="5863" y="321"/>
                  </a:lnTo>
                  <a:cubicBezTo>
                    <a:pt x="5863" y="144"/>
                    <a:pt x="5719" y="0"/>
                    <a:pt x="5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1"/>
            <p:cNvSpPr/>
            <p:nvPr/>
          </p:nvSpPr>
          <p:spPr>
            <a:xfrm>
              <a:off x="2696563" y="2024975"/>
              <a:ext cx="15325" cy="64250"/>
            </a:xfrm>
            <a:custGeom>
              <a:avLst/>
              <a:gdLst/>
              <a:ahLst/>
              <a:cxnLst/>
              <a:rect l="l" t="t" r="r" b="b"/>
              <a:pathLst>
                <a:path w="613" h="2570" extrusionOk="0">
                  <a:moveTo>
                    <a:pt x="307" y="1"/>
                  </a:moveTo>
                  <a:cubicBezTo>
                    <a:pt x="138" y="1"/>
                    <a:pt x="1" y="138"/>
                    <a:pt x="1" y="307"/>
                  </a:cubicBezTo>
                  <a:lnTo>
                    <a:pt x="1" y="2253"/>
                  </a:lnTo>
                  <a:cubicBezTo>
                    <a:pt x="1" y="2409"/>
                    <a:pt x="112" y="2550"/>
                    <a:pt x="268" y="2567"/>
                  </a:cubicBezTo>
                  <a:cubicBezTo>
                    <a:pt x="281" y="2569"/>
                    <a:pt x="294" y="2570"/>
                    <a:pt x="306" y="2570"/>
                  </a:cubicBezTo>
                  <a:cubicBezTo>
                    <a:pt x="473" y="2570"/>
                    <a:pt x="613" y="2435"/>
                    <a:pt x="613" y="2265"/>
                  </a:cubicBezTo>
                  <a:lnTo>
                    <a:pt x="613" y="305"/>
                  </a:lnTo>
                  <a:cubicBezTo>
                    <a:pt x="611" y="137"/>
                    <a:pt x="475" y="1"/>
                    <a:pt x="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1"/>
            <p:cNvSpPr/>
            <p:nvPr/>
          </p:nvSpPr>
          <p:spPr>
            <a:xfrm>
              <a:off x="2762713" y="2024975"/>
              <a:ext cx="15325" cy="64275"/>
            </a:xfrm>
            <a:custGeom>
              <a:avLst/>
              <a:gdLst/>
              <a:ahLst/>
              <a:cxnLst/>
              <a:rect l="l" t="t" r="r" b="b"/>
              <a:pathLst>
                <a:path w="613" h="2571" extrusionOk="0">
                  <a:moveTo>
                    <a:pt x="307" y="1"/>
                  </a:moveTo>
                  <a:cubicBezTo>
                    <a:pt x="138" y="1"/>
                    <a:pt x="1" y="138"/>
                    <a:pt x="1" y="307"/>
                  </a:cubicBezTo>
                  <a:lnTo>
                    <a:pt x="1" y="2253"/>
                  </a:lnTo>
                  <a:cubicBezTo>
                    <a:pt x="1" y="2409"/>
                    <a:pt x="114" y="2550"/>
                    <a:pt x="268" y="2567"/>
                  </a:cubicBezTo>
                  <a:cubicBezTo>
                    <a:pt x="281" y="2569"/>
                    <a:pt x="295" y="2570"/>
                    <a:pt x="308" y="2570"/>
                  </a:cubicBezTo>
                  <a:cubicBezTo>
                    <a:pt x="474" y="2570"/>
                    <a:pt x="613" y="2434"/>
                    <a:pt x="613" y="2265"/>
                  </a:cubicBezTo>
                  <a:lnTo>
                    <a:pt x="613" y="305"/>
                  </a:lnTo>
                  <a:cubicBezTo>
                    <a:pt x="613" y="137"/>
                    <a:pt x="475" y="1"/>
                    <a:pt x="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1"/>
            <p:cNvSpPr/>
            <p:nvPr/>
          </p:nvSpPr>
          <p:spPr>
            <a:xfrm>
              <a:off x="2533688" y="1804300"/>
              <a:ext cx="96750" cy="105050"/>
            </a:xfrm>
            <a:custGeom>
              <a:avLst/>
              <a:gdLst/>
              <a:ahLst/>
              <a:cxnLst/>
              <a:rect l="l" t="t" r="r" b="b"/>
              <a:pathLst>
                <a:path w="3870" h="4202" extrusionOk="0">
                  <a:moveTo>
                    <a:pt x="1936" y="697"/>
                  </a:moveTo>
                  <a:lnTo>
                    <a:pt x="3259" y="1758"/>
                  </a:lnTo>
                  <a:lnTo>
                    <a:pt x="3259" y="3591"/>
                  </a:lnTo>
                  <a:lnTo>
                    <a:pt x="613" y="3591"/>
                  </a:lnTo>
                  <a:lnTo>
                    <a:pt x="613" y="1758"/>
                  </a:lnTo>
                  <a:lnTo>
                    <a:pt x="1936" y="697"/>
                  </a:lnTo>
                  <a:close/>
                  <a:moveTo>
                    <a:pt x="1936" y="0"/>
                  </a:moveTo>
                  <a:cubicBezTo>
                    <a:pt x="1868" y="0"/>
                    <a:pt x="1801" y="23"/>
                    <a:pt x="1745" y="67"/>
                  </a:cubicBezTo>
                  <a:lnTo>
                    <a:pt x="116" y="1372"/>
                  </a:lnTo>
                  <a:cubicBezTo>
                    <a:pt x="43" y="1431"/>
                    <a:pt x="3" y="1518"/>
                    <a:pt x="3" y="1610"/>
                  </a:cubicBezTo>
                  <a:lnTo>
                    <a:pt x="3" y="3895"/>
                  </a:lnTo>
                  <a:cubicBezTo>
                    <a:pt x="1" y="4064"/>
                    <a:pt x="139" y="4201"/>
                    <a:pt x="307" y="4201"/>
                  </a:cubicBezTo>
                  <a:lnTo>
                    <a:pt x="3564" y="4201"/>
                  </a:lnTo>
                  <a:cubicBezTo>
                    <a:pt x="3734" y="4201"/>
                    <a:pt x="3870" y="4064"/>
                    <a:pt x="3870" y="3895"/>
                  </a:cubicBezTo>
                  <a:lnTo>
                    <a:pt x="3870" y="1610"/>
                  </a:lnTo>
                  <a:cubicBezTo>
                    <a:pt x="3870" y="1518"/>
                    <a:pt x="3827" y="1431"/>
                    <a:pt x="3755" y="1372"/>
                  </a:cubicBezTo>
                  <a:lnTo>
                    <a:pt x="2126" y="67"/>
                  </a:lnTo>
                  <a:cubicBezTo>
                    <a:pt x="2071" y="23"/>
                    <a:pt x="2003" y="0"/>
                    <a:pt x="1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1"/>
            <p:cNvSpPr/>
            <p:nvPr/>
          </p:nvSpPr>
          <p:spPr>
            <a:xfrm>
              <a:off x="2574438" y="1853675"/>
              <a:ext cx="15325" cy="23475"/>
            </a:xfrm>
            <a:custGeom>
              <a:avLst/>
              <a:gdLst/>
              <a:ahLst/>
              <a:cxnLst/>
              <a:rect l="l" t="t" r="r" b="b"/>
              <a:pathLst>
                <a:path w="613" h="939" extrusionOk="0">
                  <a:moveTo>
                    <a:pt x="304" y="0"/>
                  </a:moveTo>
                  <a:cubicBezTo>
                    <a:pt x="139" y="0"/>
                    <a:pt x="0" y="135"/>
                    <a:pt x="0" y="306"/>
                  </a:cubicBezTo>
                  <a:lnTo>
                    <a:pt x="0" y="622"/>
                  </a:lnTo>
                  <a:cubicBezTo>
                    <a:pt x="0" y="777"/>
                    <a:pt x="112" y="916"/>
                    <a:pt x="267" y="936"/>
                  </a:cubicBezTo>
                  <a:cubicBezTo>
                    <a:pt x="280" y="937"/>
                    <a:pt x="293" y="938"/>
                    <a:pt x="306" y="938"/>
                  </a:cubicBezTo>
                  <a:cubicBezTo>
                    <a:pt x="472" y="938"/>
                    <a:pt x="612" y="803"/>
                    <a:pt x="612" y="631"/>
                  </a:cubicBezTo>
                  <a:lnTo>
                    <a:pt x="612" y="317"/>
                  </a:lnTo>
                  <a:cubicBezTo>
                    <a:pt x="612" y="160"/>
                    <a:pt x="499" y="21"/>
                    <a:pt x="345" y="3"/>
                  </a:cubicBezTo>
                  <a:cubicBezTo>
                    <a:pt x="331" y="1"/>
                    <a:pt x="318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1"/>
            <p:cNvSpPr/>
            <p:nvPr/>
          </p:nvSpPr>
          <p:spPr>
            <a:xfrm>
              <a:off x="2786813" y="1755775"/>
              <a:ext cx="211100" cy="211100"/>
            </a:xfrm>
            <a:custGeom>
              <a:avLst/>
              <a:gdLst/>
              <a:ahLst/>
              <a:cxnLst/>
              <a:rect l="l" t="t" r="r" b="b"/>
              <a:pathLst>
                <a:path w="8444" h="8444" extrusionOk="0">
                  <a:moveTo>
                    <a:pt x="4222" y="609"/>
                  </a:moveTo>
                  <a:cubicBezTo>
                    <a:pt x="6212" y="609"/>
                    <a:pt x="7833" y="2228"/>
                    <a:pt x="7833" y="4220"/>
                  </a:cubicBezTo>
                  <a:cubicBezTo>
                    <a:pt x="7833" y="6212"/>
                    <a:pt x="6214" y="7831"/>
                    <a:pt x="4222" y="7831"/>
                  </a:cubicBezTo>
                  <a:cubicBezTo>
                    <a:pt x="2230" y="7831"/>
                    <a:pt x="611" y="6212"/>
                    <a:pt x="611" y="4220"/>
                  </a:cubicBezTo>
                  <a:cubicBezTo>
                    <a:pt x="611" y="2228"/>
                    <a:pt x="2230" y="611"/>
                    <a:pt x="4222" y="611"/>
                  </a:cubicBezTo>
                  <a:lnTo>
                    <a:pt x="4222" y="609"/>
                  </a:lnTo>
                  <a:close/>
                  <a:moveTo>
                    <a:pt x="4222" y="0"/>
                  </a:moveTo>
                  <a:cubicBezTo>
                    <a:pt x="1893" y="0"/>
                    <a:pt x="0" y="1895"/>
                    <a:pt x="0" y="4222"/>
                  </a:cubicBezTo>
                  <a:cubicBezTo>
                    <a:pt x="0" y="6550"/>
                    <a:pt x="1893" y="8443"/>
                    <a:pt x="4222" y="8443"/>
                  </a:cubicBezTo>
                  <a:cubicBezTo>
                    <a:pt x="6549" y="8443"/>
                    <a:pt x="8443" y="6549"/>
                    <a:pt x="8443" y="4222"/>
                  </a:cubicBezTo>
                  <a:cubicBezTo>
                    <a:pt x="8443" y="1893"/>
                    <a:pt x="6549" y="0"/>
                    <a:pt x="4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1"/>
            <p:cNvSpPr/>
            <p:nvPr/>
          </p:nvSpPr>
          <p:spPr>
            <a:xfrm>
              <a:off x="2860438" y="1796500"/>
              <a:ext cx="66375" cy="129550"/>
            </a:xfrm>
            <a:custGeom>
              <a:avLst/>
              <a:gdLst/>
              <a:ahLst/>
              <a:cxnLst/>
              <a:rect l="l" t="t" r="r" b="b"/>
              <a:pathLst>
                <a:path w="2655" h="5182" extrusionOk="0">
                  <a:moveTo>
                    <a:pt x="977" y="1178"/>
                  </a:moveTo>
                  <a:lnTo>
                    <a:pt x="977" y="1939"/>
                  </a:lnTo>
                  <a:cubicBezTo>
                    <a:pt x="933" y="1913"/>
                    <a:pt x="893" y="1885"/>
                    <a:pt x="854" y="1854"/>
                  </a:cubicBezTo>
                  <a:cubicBezTo>
                    <a:pt x="770" y="1790"/>
                    <a:pt x="734" y="1652"/>
                    <a:pt x="762" y="1506"/>
                  </a:cubicBezTo>
                  <a:cubicBezTo>
                    <a:pt x="784" y="1391"/>
                    <a:pt x="851" y="1257"/>
                    <a:pt x="977" y="1178"/>
                  </a:cubicBezTo>
                  <a:close/>
                  <a:moveTo>
                    <a:pt x="1589" y="2866"/>
                  </a:moveTo>
                  <a:cubicBezTo>
                    <a:pt x="1996" y="3020"/>
                    <a:pt x="1971" y="3375"/>
                    <a:pt x="1954" y="3480"/>
                  </a:cubicBezTo>
                  <a:cubicBezTo>
                    <a:pt x="1916" y="3696"/>
                    <a:pt x="1782" y="3880"/>
                    <a:pt x="1589" y="3981"/>
                  </a:cubicBezTo>
                  <a:lnTo>
                    <a:pt x="1589" y="2866"/>
                  </a:lnTo>
                  <a:close/>
                  <a:moveTo>
                    <a:pt x="1281" y="1"/>
                  </a:moveTo>
                  <a:cubicBezTo>
                    <a:pt x="1116" y="1"/>
                    <a:pt x="977" y="136"/>
                    <a:pt x="977" y="306"/>
                  </a:cubicBezTo>
                  <a:lnTo>
                    <a:pt x="977" y="528"/>
                  </a:lnTo>
                  <a:cubicBezTo>
                    <a:pt x="953" y="535"/>
                    <a:pt x="927" y="541"/>
                    <a:pt x="903" y="549"/>
                  </a:cubicBezTo>
                  <a:cubicBezTo>
                    <a:pt x="524" y="664"/>
                    <a:pt x="239" y="986"/>
                    <a:pt x="163" y="1395"/>
                  </a:cubicBezTo>
                  <a:cubicBezTo>
                    <a:pt x="93" y="1767"/>
                    <a:pt x="213" y="2128"/>
                    <a:pt x="478" y="2335"/>
                  </a:cubicBezTo>
                  <a:cubicBezTo>
                    <a:pt x="606" y="2437"/>
                    <a:pt x="765" y="2530"/>
                    <a:pt x="977" y="2627"/>
                  </a:cubicBezTo>
                  <a:lnTo>
                    <a:pt x="977" y="4042"/>
                  </a:lnTo>
                  <a:cubicBezTo>
                    <a:pt x="815" y="4023"/>
                    <a:pt x="699" y="3972"/>
                    <a:pt x="511" y="3849"/>
                  </a:cubicBezTo>
                  <a:cubicBezTo>
                    <a:pt x="459" y="3816"/>
                    <a:pt x="401" y="3800"/>
                    <a:pt x="344" y="3800"/>
                  </a:cubicBezTo>
                  <a:cubicBezTo>
                    <a:pt x="232" y="3800"/>
                    <a:pt x="123" y="3861"/>
                    <a:pt x="70" y="3971"/>
                  </a:cubicBezTo>
                  <a:cubicBezTo>
                    <a:pt x="1" y="4112"/>
                    <a:pt x="54" y="4282"/>
                    <a:pt x="185" y="4368"/>
                  </a:cubicBezTo>
                  <a:lnTo>
                    <a:pt x="185" y="4366"/>
                  </a:lnTo>
                  <a:cubicBezTo>
                    <a:pt x="495" y="4567"/>
                    <a:pt x="712" y="4633"/>
                    <a:pt x="979" y="4654"/>
                  </a:cubicBezTo>
                  <a:lnTo>
                    <a:pt x="979" y="4865"/>
                  </a:lnTo>
                  <a:cubicBezTo>
                    <a:pt x="979" y="5022"/>
                    <a:pt x="1091" y="5161"/>
                    <a:pt x="1244" y="5179"/>
                  </a:cubicBezTo>
                  <a:cubicBezTo>
                    <a:pt x="1258" y="5181"/>
                    <a:pt x="1272" y="5182"/>
                    <a:pt x="1285" y="5182"/>
                  </a:cubicBezTo>
                  <a:cubicBezTo>
                    <a:pt x="1451" y="5182"/>
                    <a:pt x="1589" y="5047"/>
                    <a:pt x="1589" y="4876"/>
                  </a:cubicBezTo>
                  <a:lnTo>
                    <a:pt x="1589" y="4625"/>
                  </a:lnTo>
                  <a:cubicBezTo>
                    <a:pt x="2132" y="4496"/>
                    <a:pt x="2480" y="4036"/>
                    <a:pt x="2556" y="3581"/>
                  </a:cubicBezTo>
                  <a:cubicBezTo>
                    <a:pt x="2655" y="2994"/>
                    <a:pt x="2349" y="2486"/>
                    <a:pt x="1776" y="2284"/>
                  </a:cubicBezTo>
                  <a:cubicBezTo>
                    <a:pt x="1716" y="2261"/>
                    <a:pt x="1652" y="2238"/>
                    <a:pt x="1589" y="2216"/>
                  </a:cubicBezTo>
                  <a:lnTo>
                    <a:pt x="1589" y="1153"/>
                  </a:lnTo>
                  <a:cubicBezTo>
                    <a:pt x="1651" y="1173"/>
                    <a:pt x="1711" y="1199"/>
                    <a:pt x="1769" y="1226"/>
                  </a:cubicBezTo>
                  <a:cubicBezTo>
                    <a:pt x="1811" y="1247"/>
                    <a:pt x="1859" y="1257"/>
                    <a:pt x="1908" y="1257"/>
                  </a:cubicBezTo>
                  <a:cubicBezTo>
                    <a:pt x="2005" y="1257"/>
                    <a:pt x="2105" y="1218"/>
                    <a:pt x="2163" y="1145"/>
                  </a:cubicBezTo>
                  <a:cubicBezTo>
                    <a:pt x="2284" y="993"/>
                    <a:pt x="2240" y="768"/>
                    <a:pt x="2069" y="674"/>
                  </a:cubicBezTo>
                  <a:cubicBezTo>
                    <a:pt x="1920" y="591"/>
                    <a:pt x="1758" y="535"/>
                    <a:pt x="1589" y="504"/>
                  </a:cubicBezTo>
                  <a:lnTo>
                    <a:pt x="1589" y="318"/>
                  </a:lnTo>
                  <a:cubicBezTo>
                    <a:pt x="1589" y="162"/>
                    <a:pt x="1478" y="21"/>
                    <a:pt x="1322" y="4"/>
                  </a:cubicBezTo>
                  <a:cubicBezTo>
                    <a:pt x="1308" y="2"/>
                    <a:pt x="1295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1"/>
            <p:cNvSpPr/>
            <p:nvPr/>
          </p:nvSpPr>
          <p:spPr>
            <a:xfrm>
              <a:off x="2522238" y="2122900"/>
              <a:ext cx="120100" cy="105050"/>
            </a:xfrm>
            <a:custGeom>
              <a:avLst/>
              <a:gdLst/>
              <a:ahLst/>
              <a:cxnLst/>
              <a:rect l="l" t="t" r="r" b="b"/>
              <a:pathLst>
                <a:path w="4804" h="4202" extrusionOk="0">
                  <a:moveTo>
                    <a:pt x="3301" y="611"/>
                  </a:moveTo>
                  <a:cubicBezTo>
                    <a:pt x="3792" y="613"/>
                    <a:pt x="4190" y="1011"/>
                    <a:pt x="4192" y="1502"/>
                  </a:cubicBezTo>
                  <a:cubicBezTo>
                    <a:pt x="4192" y="2266"/>
                    <a:pt x="3016" y="3157"/>
                    <a:pt x="2404" y="3539"/>
                  </a:cubicBezTo>
                  <a:cubicBezTo>
                    <a:pt x="2104" y="3350"/>
                    <a:pt x="1818" y="3139"/>
                    <a:pt x="1547" y="2909"/>
                  </a:cubicBezTo>
                  <a:cubicBezTo>
                    <a:pt x="937" y="2385"/>
                    <a:pt x="614" y="1897"/>
                    <a:pt x="614" y="1502"/>
                  </a:cubicBezTo>
                  <a:cubicBezTo>
                    <a:pt x="614" y="1011"/>
                    <a:pt x="1013" y="613"/>
                    <a:pt x="1505" y="611"/>
                  </a:cubicBezTo>
                  <a:cubicBezTo>
                    <a:pt x="1761" y="611"/>
                    <a:pt x="2005" y="725"/>
                    <a:pt x="2172" y="921"/>
                  </a:cubicBezTo>
                  <a:cubicBezTo>
                    <a:pt x="2233" y="990"/>
                    <a:pt x="2318" y="1025"/>
                    <a:pt x="2402" y="1025"/>
                  </a:cubicBezTo>
                  <a:cubicBezTo>
                    <a:pt x="2487" y="1025"/>
                    <a:pt x="2571" y="990"/>
                    <a:pt x="2632" y="921"/>
                  </a:cubicBezTo>
                  <a:cubicBezTo>
                    <a:pt x="2799" y="725"/>
                    <a:pt x="3043" y="611"/>
                    <a:pt x="3301" y="611"/>
                  </a:cubicBezTo>
                  <a:close/>
                  <a:moveTo>
                    <a:pt x="1501" y="1"/>
                  </a:moveTo>
                  <a:cubicBezTo>
                    <a:pt x="1272" y="1"/>
                    <a:pt x="1043" y="53"/>
                    <a:pt x="831" y="160"/>
                  </a:cubicBezTo>
                  <a:cubicBezTo>
                    <a:pt x="321" y="414"/>
                    <a:pt x="1" y="934"/>
                    <a:pt x="4" y="1504"/>
                  </a:cubicBezTo>
                  <a:cubicBezTo>
                    <a:pt x="4" y="2093"/>
                    <a:pt x="391" y="2725"/>
                    <a:pt x="1157" y="3380"/>
                  </a:cubicBezTo>
                  <a:cubicBezTo>
                    <a:pt x="1499" y="3672"/>
                    <a:pt x="1865" y="3933"/>
                    <a:pt x="2252" y="4161"/>
                  </a:cubicBezTo>
                  <a:cubicBezTo>
                    <a:pt x="2299" y="4188"/>
                    <a:pt x="2351" y="4201"/>
                    <a:pt x="2403" y="4201"/>
                  </a:cubicBezTo>
                  <a:cubicBezTo>
                    <a:pt x="2455" y="4201"/>
                    <a:pt x="2507" y="4188"/>
                    <a:pt x="2554" y="4161"/>
                  </a:cubicBezTo>
                  <a:cubicBezTo>
                    <a:pt x="2941" y="3933"/>
                    <a:pt x="3307" y="3670"/>
                    <a:pt x="3649" y="3380"/>
                  </a:cubicBezTo>
                  <a:cubicBezTo>
                    <a:pt x="4415" y="2723"/>
                    <a:pt x="4804" y="2093"/>
                    <a:pt x="4804" y="1504"/>
                  </a:cubicBezTo>
                  <a:cubicBezTo>
                    <a:pt x="4802" y="673"/>
                    <a:pt x="4130" y="3"/>
                    <a:pt x="3301" y="1"/>
                  </a:cubicBezTo>
                  <a:cubicBezTo>
                    <a:pt x="2975" y="1"/>
                    <a:pt x="2661" y="108"/>
                    <a:pt x="2402" y="304"/>
                  </a:cubicBezTo>
                  <a:cubicBezTo>
                    <a:pt x="2138" y="103"/>
                    <a:pt x="1820" y="1"/>
                    <a:pt x="1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1"/>
            <p:cNvSpPr/>
            <p:nvPr/>
          </p:nvSpPr>
          <p:spPr>
            <a:xfrm>
              <a:off x="2836038" y="2122875"/>
              <a:ext cx="112975" cy="105000"/>
            </a:xfrm>
            <a:custGeom>
              <a:avLst/>
              <a:gdLst/>
              <a:ahLst/>
              <a:cxnLst/>
              <a:rect l="l" t="t" r="r" b="b"/>
              <a:pathLst>
                <a:path w="4519" h="4200" extrusionOk="0">
                  <a:moveTo>
                    <a:pt x="3561" y="0"/>
                  </a:moveTo>
                  <a:lnTo>
                    <a:pt x="3561" y="2"/>
                  </a:lnTo>
                  <a:cubicBezTo>
                    <a:pt x="3338" y="2"/>
                    <a:pt x="3171" y="238"/>
                    <a:pt x="3300" y="473"/>
                  </a:cubicBezTo>
                  <a:cubicBezTo>
                    <a:pt x="3351" y="565"/>
                    <a:pt x="3453" y="612"/>
                    <a:pt x="3558" y="612"/>
                  </a:cubicBezTo>
                  <a:cubicBezTo>
                    <a:pt x="3559" y="612"/>
                    <a:pt x="3560" y="612"/>
                    <a:pt x="3561" y="612"/>
                  </a:cubicBezTo>
                  <a:cubicBezTo>
                    <a:pt x="3752" y="612"/>
                    <a:pt x="3908" y="767"/>
                    <a:pt x="3908" y="959"/>
                  </a:cubicBezTo>
                  <a:lnTo>
                    <a:pt x="3908" y="1286"/>
                  </a:lnTo>
                  <a:cubicBezTo>
                    <a:pt x="3908" y="1297"/>
                    <a:pt x="3899" y="1306"/>
                    <a:pt x="3889" y="1306"/>
                  </a:cubicBezTo>
                  <a:cubicBezTo>
                    <a:pt x="3888" y="1306"/>
                    <a:pt x="3888" y="1306"/>
                    <a:pt x="3887" y="1305"/>
                  </a:cubicBezTo>
                  <a:cubicBezTo>
                    <a:pt x="3718" y="1307"/>
                    <a:pt x="3582" y="1443"/>
                    <a:pt x="3582" y="1612"/>
                  </a:cubicBezTo>
                  <a:lnTo>
                    <a:pt x="3582" y="3569"/>
                  </a:lnTo>
                  <a:cubicBezTo>
                    <a:pt x="3582" y="3579"/>
                    <a:pt x="3574" y="3589"/>
                    <a:pt x="3563" y="3589"/>
                  </a:cubicBezTo>
                  <a:lnTo>
                    <a:pt x="957" y="3589"/>
                  </a:lnTo>
                  <a:cubicBezTo>
                    <a:pt x="946" y="3589"/>
                    <a:pt x="936" y="3579"/>
                    <a:pt x="936" y="3569"/>
                  </a:cubicBezTo>
                  <a:lnTo>
                    <a:pt x="936" y="1618"/>
                  </a:lnTo>
                  <a:cubicBezTo>
                    <a:pt x="936" y="1448"/>
                    <a:pt x="800" y="1312"/>
                    <a:pt x="630" y="1312"/>
                  </a:cubicBezTo>
                  <a:cubicBezTo>
                    <a:pt x="620" y="1312"/>
                    <a:pt x="611" y="1304"/>
                    <a:pt x="611" y="1293"/>
                  </a:cubicBezTo>
                  <a:lnTo>
                    <a:pt x="611" y="938"/>
                  </a:lnTo>
                  <a:cubicBezTo>
                    <a:pt x="611" y="761"/>
                    <a:pt x="753" y="617"/>
                    <a:pt x="931" y="617"/>
                  </a:cubicBezTo>
                  <a:lnTo>
                    <a:pt x="2269" y="617"/>
                  </a:lnTo>
                  <a:cubicBezTo>
                    <a:pt x="2270" y="617"/>
                    <a:pt x="2272" y="617"/>
                    <a:pt x="2273" y="617"/>
                  </a:cubicBezTo>
                  <a:cubicBezTo>
                    <a:pt x="2388" y="617"/>
                    <a:pt x="2493" y="548"/>
                    <a:pt x="2538" y="441"/>
                  </a:cubicBezTo>
                  <a:cubicBezTo>
                    <a:pt x="2630" y="219"/>
                    <a:pt x="2470" y="7"/>
                    <a:pt x="2261" y="7"/>
                  </a:cubicBezTo>
                  <a:lnTo>
                    <a:pt x="957" y="7"/>
                  </a:lnTo>
                  <a:cubicBezTo>
                    <a:pt x="429" y="7"/>
                    <a:pt x="0" y="436"/>
                    <a:pt x="0" y="965"/>
                  </a:cubicBezTo>
                  <a:lnTo>
                    <a:pt x="0" y="1289"/>
                  </a:lnTo>
                  <a:cubicBezTo>
                    <a:pt x="0" y="1518"/>
                    <a:pt x="125" y="1730"/>
                    <a:pt x="326" y="1841"/>
                  </a:cubicBezTo>
                  <a:lnTo>
                    <a:pt x="326" y="3568"/>
                  </a:lnTo>
                  <a:cubicBezTo>
                    <a:pt x="326" y="3917"/>
                    <a:pt x="608" y="4199"/>
                    <a:pt x="957" y="4199"/>
                  </a:cubicBezTo>
                  <a:lnTo>
                    <a:pt x="3561" y="4199"/>
                  </a:lnTo>
                  <a:cubicBezTo>
                    <a:pt x="3911" y="4199"/>
                    <a:pt x="4193" y="3917"/>
                    <a:pt x="4193" y="3568"/>
                  </a:cubicBezTo>
                  <a:lnTo>
                    <a:pt x="4193" y="1837"/>
                  </a:lnTo>
                  <a:cubicBezTo>
                    <a:pt x="4394" y="1725"/>
                    <a:pt x="4518" y="1514"/>
                    <a:pt x="4518" y="1284"/>
                  </a:cubicBezTo>
                  <a:lnTo>
                    <a:pt x="4518" y="959"/>
                  </a:lnTo>
                  <a:cubicBezTo>
                    <a:pt x="4518" y="429"/>
                    <a:pt x="4089" y="0"/>
                    <a:pt x="3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3" name="Google Shape;1793;p41"/>
          <p:cNvSpPr/>
          <p:nvPr/>
        </p:nvSpPr>
        <p:spPr>
          <a:xfrm>
            <a:off x="948204" y="3902211"/>
            <a:ext cx="326700" cy="318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41"/>
          <p:cNvSpPr/>
          <p:nvPr/>
        </p:nvSpPr>
        <p:spPr>
          <a:xfrm>
            <a:off x="7866679" y="3902211"/>
            <a:ext cx="326700" cy="318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5" name="Google Shape;1795;p41"/>
          <p:cNvGrpSpPr/>
          <p:nvPr/>
        </p:nvGrpSpPr>
        <p:grpSpPr>
          <a:xfrm>
            <a:off x="4137024" y="2514868"/>
            <a:ext cx="877154" cy="459493"/>
            <a:chOff x="7055900" y="279450"/>
            <a:chExt cx="1820576" cy="953700"/>
          </a:xfrm>
        </p:grpSpPr>
        <p:sp>
          <p:nvSpPr>
            <p:cNvPr id="1796" name="Google Shape;1796;p41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1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1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1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42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sp>
        <p:nvSpPr>
          <p:cNvPr id="1806" name="Google Shape;1806;p42"/>
          <p:cNvSpPr txBox="1"/>
          <p:nvPr/>
        </p:nvSpPr>
        <p:spPr>
          <a:xfrm>
            <a:off x="720925" y="4399642"/>
            <a:ext cx="76986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Follow the link in the graph to modify its data and then paste the new one here.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0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1807" name="Google Shape;1807;p42"/>
          <p:cNvGrpSpPr/>
          <p:nvPr/>
        </p:nvGrpSpPr>
        <p:grpSpPr>
          <a:xfrm>
            <a:off x="886906" y="2818225"/>
            <a:ext cx="3496512" cy="1490668"/>
            <a:chOff x="886906" y="2818225"/>
            <a:chExt cx="3496512" cy="1490668"/>
          </a:xfrm>
        </p:grpSpPr>
        <p:grpSp>
          <p:nvGrpSpPr>
            <p:cNvPr id="1808" name="Google Shape;1808;p42"/>
            <p:cNvGrpSpPr/>
            <p:nvPr/>
          </p:nvGrpSpPr>
          <p:grpSpPr>
            <a:xfrm>
              <a:off x="886906" y="3444926"/>
              <a:ext cx="3496500" cy="863967"/>
              <a:chOff x="4761925" y="3330576"/>
              <a:chExt cx="3496500" cy="863967"/>
            </a:xfrm>
          </p:grpSpPr>
          <p:sp>
            <p:nvSpPr>
              <p:cNvPr id="1809" name="Google Shape;1809;p42"/>
              <p:cNvSpPr txBox="1"/>
              <p:nvPr/>
            </p:nvSpPr>
            <p:spPr>
              <a:xfrm>
                <a:off x="4761925" y="3330576"/>
                <a:ext cx="3496500" cy="40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Results analysis progress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810" name="Google Shape;1810;p42"/>
              <p:cNvSpPr txBox="1"/>
              <p:nvPr/>
            </p:nvSpPr>
            <p:spPr>
              <a:xfrm>
                <a:off x="4761925" y="3613143"/>
                <a:ext cx="34965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Mercury is the closest planet to the Sun and the smallest one in the Solar System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811" name="Google Shape;1811;p42"/>
            <p:cNvSpPr txBox="1"/>
            <p:nvPr/>
          </p:nvSpPr>
          <p:spPr>
            <a:xfrm>
              <a:off x="886919" y="2818225"/>
              <a:ext cx="3496500" cy="6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5% to 95%</a:t>
              </a:r>
              <a:endParaRPr sz="33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pic>
        <p:nvPicPr>
          <p:cNvPr id="1812" name="Google Shape;1812;p4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389" y="1458200"/>
            <a:ext cx="7779223" cy="126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3" name="Google Shape;1813;p42"/>
          <p:cNvGrpSpPr/>
          <p:nvPr/>
        </p:nvGrpSpPr>
        <p:grpSpPr>
          <a:xfrm>
            <a:off x="4760581" y="2818225"/>
            <a:ext cx="3496512" cy="1490668"/>
            <a:chOff x="4760581" y="2818225"/>
            <a:chExt cx="3496512" cy="1490668"/>
          </a:xfrm>
        </p:grpSpPr>
        <p:grpSp>
          <p:nvGrpSpPr>
            <p:cNvPr id="1814" name="Google Shape;1814;p42"/>
            <p:cNvGrpSpPr/>
            <p:nvPr/>
          </p:nvGrpSpPr>
          <p:grpSpPr>
            <a:xfrm>
              <a:off x="4760581" y="3444926"/>
              <a:ext cx="3496500" cy="863967"/>
              <a:chOff x="4761925" y="3330576"/>
              <a:chExt cx="3496500" cy="863967"/>
            </a:xfrm>
          </p:grpSpPr>
          <p:sp>
            <p:nvSpPr>
              <p:cNvPr id="1815" name="Google Shape;1815;p42"/>
              <p:cNvSpPr txBox="1"/>
              <p:nvPr/>
            </p:nvSpPr>
            <p:spPr>
              <a:xfrm>
                <a:off x="4761925" y="3330576"/>
                <a:ext cx="3496500" cy="40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Data collect progress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816" name="Google Shape;1816;p42"/>
              <p:cNvSpPr txBox="1"/>
              <p:nvPr/>
            </p:nvSpPr>
            <p:spPr>
              <a:xfrm>
                <a:off x="4761925" y="3613143"/>
                <a:ext cx="34965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Venus has a beautiful name and is the second planet from the Sun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sp>
          <p:nvSpPr>
            <p:cNvPr id="1817" name="Google Shape;1817;p42"/>
            <p:cNvSpPr txBox="1"/>
            <p:nvPr/>
          </p:nvSpPr>
          <p:spPr>
            <a:xfrm>
              <a:off x="4760594" y="2818225"/>
              <a:ext cx="3496500" cy="6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lt2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15% to 80%</a:t>
              </a:r>
              <a:endParaRPr sz="3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43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pic>
        <p:nvPicPr>
          <p:cNvPr id="1823" name="Google Shape;1823;p4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0374" y="1560270"/>
            <a:ext cx="2920975" cy="2716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4" name="Google Shape;1824;p43"/>
          <p:cNvGrpSpPr/>
          <p:nvPr/>
        </p:nvGrpSpPr>
        <p:grpSpPr>
          <a:xfrm>
            <a:off x="6065419" y="2667918"/>
            <a:ext cx="500541" cy="500641"/>
            <a:chOff x="3948113" y="1755725"/>
            <a:chExt cx="521125" cy="521175"/>
          </a:xfrm>
        </p:grpSpPr>
        <p:sp>
          <p:nvSpPr>
            <p:cNvPr id="1825" name="Google Shape;1825;p43"/>
            <p:cNvSpPr/>
            <p:nvPr/>
          </p:nvSpPr>
          <p:spPr>
            <a:xfrm>
              <a:off x="4034713" y="1828825"/>
              <a:ext cx="71600" cy="98375"/>
            </a:xfrm>
            <a:custGeom>
              <a:avLst/>
              <a:gdLst/>
              <a:ahLst/>
              <a:cxnLst/>
              <a:rect l="l" t="t" r="r" b="b"/>
              <a:pathLst>
                <a:path w="2864" h="3935" extrusionOk="0">
                  <a:moveTo>
                    <a:pt x="1444" y="1"/>
                  </a:moveTo>
                  <a:cubicBezTo>
                    <a:pt x="1303" y="1"/>
                    <a:pt x="1155" y="20"/>
                    <a:pt x="1001" y="66"/>
                  </a:cubicBezTo>
                  <a:cubicBezTo>
                    <a:pt x="583" y="192"/>
                    <a:pt x="289" y="519"/>
                    <a:pt x="232" y="921"/>
                  </a:cubicBezTo>
                  <a:cubicBezTo>
                    <a:pt x="175" y="1288"/>
                    <a:pt x="341" y="1656"/>
                    <a:pt x="653" y="1858"/>
                  </a:cubicBezTo>
                  <a:cubicBezTo>
                    <a:pt x="668" y="1867"/>
                    <a:pt x="682" y="1875"/>
                    <a:pt x="697" y="1881"/>
                  </a:cubicBezTo>
                  <a:cubicBezTo>
                    <a:pt x="715" y="1889"/>
                    <a:pt x="1170" y="2092"/>
                    <a:pt x="1681" y="2281"/>
                  </a:cubicBezTo>
                  <a:cubicBezTo>
                    <a:pt x="2046" y="2416"/>
                    <a:pt x="2230" y="2626"/>
                    <a:pt x="2188" y="2856"/>
                  </a:cubicBezTo>
                  <a:cubicBezTo>
                    <a:pt x="2146" y="3088"/>
                    <a:pt x="1879" y="3324"/>
                    <a:pt x="1498" y="3324"/>
                  </a:cubicBezTo>
                  <a:cubicBezTo>
                    <a:pt x="1139" y="3324"/>
                    <a:pt x="789" y="3178"/>
                    <a:pt x="567" y="2932"/>
                  </a:cubicBezTo>
                  <a:cubicBezTo>
                    <a:pt x="507" y="2866"/>
                    <a:pt x="424" y="2832"/>
                    <a:pt x="341" y="2832"/>
                  </a:cubicBezTo>
                  <a:cubicBezTo>
                    <a:pt x="268" y="2832"/>
                    <a:pt x="194" y="2858"/>
                    <a:pt x="135" y="2911"/>
                  </a:cubicBezTo>
                  <a:cubicBezTo>
                    <a:pt x="10" y="3024"/>
                    <a:pt x="1" y="3217"/>
                    <a:pt x="114" y="3342"/>
                  </a:cubicBezTo>
                  <a:cubicBezTo>
                    <a:pt x="451" y="3713"/>
                    <a:pt x="969" y="3934"/>
                    <a:pt x="1498" y="3934"/>
                  </a:cubicBezTo>
                  <a:cubicBezTo>
                    <a:pt x="2136" y="3934"/>
                    <a:pt x="2690" y="3517"/>
                    <a:pt x="2789" y="2963"/>
                  </a:cubicBezTo>
                  <a:cubicBezTo>
                    <a:pt x="2864" y="2543"/>
                    <a:pt x="2668" y="1993"/>
                    <a:pt x="1894" y="1708"/>
                  </a:cubicBezTo>
                  <a:cubicBezTo>
                    <a:pt x="1468" y="1551"/>
                    <a:pt x="1071" y="1379"/>
                    <a:pt x="971" y="1335"/>
                  </a:cubicBezTo>
                  <a:cubicBezTo>
                    <a:pt x="867" y="1259"/>
                    <a:pt x="815" y="1133"/>
                    <a:pt x="836" y="1007"/>
                  </a:cubicBezTo>
                  <a:cubicBezTo>
                    <a:pt x="860" y="842"/>
                    <a:pt x="987" y="709"/>
                    <a:pt x="1178" y="650"/>
                  </a:cubicBezTo>
                  <a:cubicBezTo>
                    <a:pt x="1268" y="623"/>
                    <a:pt x="1357" y="612"/>
                    <a:pt x="1443" y="612"/>
                  </a:cubicBezTo>
                  <a:cubicBezTo>
                    <a:pt x="1856" y="612"/>
                    <a:pt x="2185" y="876"/>
                    <a:pt x="2195" y="884"/>
                  </a:cubicBezTo>
                  <a:cubicBezTo>
                    <a:pt x="2251" y="928"/>
                    <a:pt x="2317" y="949"/>
                    <a:pt x="2384" y="949"/>
                  </a:cubicBezTo>
                  <a:cubicBezTo>
                    <a:pt x="2471" y="949"/>
                    <a:pt x="2558" y="912"/>
                    <a:pt x="2619" y="840"/>
                  </a:cubicBezTo>
                  <a:cubicBezTo>
                    <a:pt x="2724" y="712"/>
                    <a:pt x="2710" y="524"/>
                    <a:pt x="2587" y="414"/>
                  </a:cubicBezTo>
                  <a:cubicBezTo>
                    <a:pt x="2561" y="394"/>
                    <a:pt x="2084" y="1"/>
                    <a:pt x="1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3"/>
            <p:cNvSpPr/>
            <p:nvPr/>
          </p:nvSpPr>
          <p:spPr>
            <a:xfrm>
              <a:off x="4316563" y="1827875"/>
              <a:ext cx="62200" cy="98425"/>
            </a:xfrm>
            <a:custGeom>
              <a:avLst/>
              <a:gdLst/>
              <a:ahLst/>
              <a:cxnLst/>
              <a:rect l="l" t="t" r="r" b="b"/>
              <a:pathLst>
                <a:path w="2488" h="3937" extrusionOk="0">
                  <a:moveTo>
                    <a:pt x="339" y="0"/>
                  </a:moveTo>
                  <a:cubicBezTo>
                    <a:pt x="182" y="0"/>
                    <a:pt x="43" y="112"/>
                    <a:pt x="23" y="267"/>
                  </a:cubicBezTo>
                  <a:cubicBezTo>
                    <a:pt x="0" y="450"/>
                    <a:pt x="143" y="612"/>
                    <a:pt x="328" y="612"/>
                  </a:cubicBezTo>
                  <a:lnTo>
                    <a:pt x="936" y="612"/>
                  </a:lnTo>
                  <a:lnTo>
                    <a:pt x="936" y="3631"/>
                  </a:lnTo>
                  <a:cubicBezTo>
                    <a:pt x="936" y="3799"/>
                    <a:pt x="1072" y="3937"/>
                    <a:pt x="1242" y="3937"/>
                  </a:cubicBezTo>
                  <a:cubicBezTo>
                    <a:pt x="1409" y="3935"/>
                    <a:pt x="1547" y="3799"/>
                    <a:pt x="1545" y="3631"/>
                  </a:cubicBezTo>
                  <a:lnTo>
                    <a:pt x="1545" y="612"/>
                  </a:lnTo>
                  <a:lnTo>
                    <a:pt x="2151" y="612"/>
                  </a:lnTo>
                  <a:cubicBezTo>
                    <a:pt x="2306" y="612"/>
                    <a:pt x="2446" y="499"/>
                    <a:pt x="2465" y="345"/>
                  </a:cubicBezTo>
                  <a:cubicBezTo>
                    <a:pt x="2488" y="162"/>
                    <a:pt x="2345" y="0"/>
                    <a:pt x="2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3"/>
            <p:cNvSpPr/>
            <p:nvPr/>
          </p:nvSpPr>
          <p:spPr>
            <a:xfrm>
              <a:off x="4298263" y="2110675"/>
              <a:ext cx="102650" cy="96875"/>
            </a:xfrm>
            <a:custGeom>
              <a:avLst/>
              <a:gdLst/>
              <a:ahLst/>
              <a:cxnLst/>
              <a:rect l="l" t="t" r="r" b="b"/>
              <a:pathLst>
                <a:path w="4106" h="3875" extrusionOk="0">
                  <a:moveTo>
                    <a:pt x="976" y="0"/>
                  </a:moveTo>
                  <a:cubicBezTo>
                    <a:pt x="968" y="0"/>
                    <a:pt x="960" y="0"/>
                    <a:pt x="951" y="1"/>
                  </a:cubicBezTo>
                  <a:cubicBezTo>
                    <a:pt x="779" y="14"/>
                    <a:pt x="637" y="142"/>
                    <a:pt x="606" y="312"/>
                  </a:cubicBezTo>
                  <a:lnTo>
                    <a:pt x="33" y="3489"/>
                  </a:lnTo>
                  <a:cubicBezTo>
                    <a:pt x="0" y="3670"/>
                    <a:pt x="133" y="3839"/>
                    <a:pt x="316" y="3848"/>
                  </a:cubicBezTo>
                  <a:cubicBezTo>
                    <a:pt x="322" y="3849"/>
                    <a:pt x="328" y="3849"/>
                    <a:pt x="334" y="3849"/>
                  </a:cubicBezTo>
                  <a:cubicBezTo>
                    <a:pt x="482" y="3849"/>
                    <a:pt x="607" y="3734"/>
                    <a:pt x="635" y="3586"/>
                  </a:cubicBezTo>
                  <a:lnTo>
                    <a:pt x="1032" y="1382"/>
                  </a:lnTo>
                  <a:lnTo>
                    <a:pt x="1688" y="3605"/>
                  </a:lnTo>
                  <a:cubicBezTo>
                    <a:pt x="1689" y="3609"/>
                    <a:pt x="1691" y="3612"/>
                    <a:pt x="1691" y="3617"/>
                  </a:cubicBezTo>
                  <a:cubicBezTo>
                    <a:pt x="1743" y="3771"/>
                    <a:pt x="1889" y="3874"/>
                    <a:pt x="2051" y="3874"/>
                  </a:cubicBezTo>
                  <a:lnTo>
                    <a:pt x="2052" y="3874"/>
                  </a:lnTo>
                  <a:cubicBezTo>
                    <a:pt x="2217" y="3874"/>
                    <a:pt x="2361" y="3767"/>
                    <a:pt x="2412" y="3612"/>
                  </a:cubicBezTo>
                  <a:lnTo>
                    <a:pt x="2415" y="3601"/>
                  </a:lnTo>
                  <a:lnTo>
                    <a:pt x="3048" y="1382"/>
                  </a:lnTo>
                  <a:lnTo>
                    <a:pt x="3474" y="3602"/>
                  </a:lnTo>
                  <a:cubicBezTo>
                    <a:pt x="3501" y="3749"/>
                    <a:pt x="3630" y="3850"/>
                    <a:pt x="3774" y="3850"/>
                  </a:cubicBezTo>
                  <a:cubicBezTo>
                    <a:pt x="3793" y="3850"/>
                    <a:pt x="3811" y="3849"/>
                    <a:pt x="3830" y="3845"/>
                  </a:cubicBezTo>
                  <a:cubicBezTo>
                    <a:pt x="3997" y="3813"/>
                    <a:pt x="4106" y="3652"/>
                    <a:pt x="4073" y="3487"/>
                  </a:cubicBezTo>
                  <a:lnTo>
                    <a:pt x="3466" y="305"/>
                  </a:lnTo>
                  <a:cubicBezTo>
                    <a:pt x="3430" y="135"/>
                    <a:pt x="3286" y="12"/>
                    <a:pt x="3114" y="2"/>
                  </a:cubicBezTo>
                  <a:cubicBezTo>
                    <a:pt x="3107" y="2"/>
                    <a:pt x="3100" y="2"/>
                    <a:pt x="3093" y="2"/>
                  </a:cubicBezTo>
                  <a:cubicBezTo>
                    <a:pt x="2930" y="2"/>
                    <a:pt x="2784" y="107"/>
                    <a:pt x="2734" y="265"/>
                  </a:cubicBezTo>
                  <a:cubicBezTo>
                    <a:pt x="2732" y="268"/>
                    <a:pt x="2731" y="271"/>
                    <a:pt x="2731" y="275"/>
                  </a:cubicBezTo>
                  <a:lnTo>
                    <a:pt x="2049" y="2666"/>
                  </a:lnTo>
                  <a:lnTo>
                    <a:pt x="1343" y="271"/>
                  </a:lnTo>
                  <a:cubicBezTo>
                    <a:pt x="1341" y="268"/>
                    <a:pt x="1340" y="265"/>
                    <a:pt x="1338" y="260"/>
                  </a:cubicBezTo>
                  <a:lnTo>
                    <a:pt x="1338" y="258"/>
                  </a:lnTo>
                  <a:cubicBezTo>
                    <a:pt x="1286" y="103"/>
                    <a:pt x="1140" y="0"/>
                    <a:pt x="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3"/>
            <p:cNvSpPr/>
            <p:nvPr/>
          </p:nvSpPr>
          <p:spPr>
            <a:xfrm>
              <a:off x="4043713" y="2111850"/>
              <a:ext cx="49900" cy="95700"/>
            </a:xfrm>
            <a:custGeom>
              <a:avLst/>
              <a:gdLst/>
              <a:ahLst/>
              <a:cxnLst/>
              <a:rect l="l" t="t" r="r" b="b"/>
              <a:pathLst>
                <a:path w="1996" h="3828" extrusionOk="0">
                  <a:moveTo>
                    <a:pt x="1672" y="1"/>
                  </a:moveTo>
                  <a:cubicBezTo>
                    <a:pt x="1671" y="1"/>
                    <a:pt x="1670" y="1"/>
                    <a:pt x="1670" y="1"/>
                  </a:cubicBezTo>
                  <a:lnTo>
                    <a:pt x="306" y="1"/>
                  </a:lnTo>
                  <a:cubicBezTo>
                    <a:pt x="138" y="1"/>
                    <a:pt x="2" y="137"/>
                    <a:pt x="0" y="305"/>
                  </a:cubicBezTo>
                  <a:lnTo>
                    <a:pt x="0" y="3521"/>
                  </a:lnTo>
                  <a:cubicBezTo>
                    <a:pt x="2" y="3690"/>
                    <a:pt x="138" y="3827"/>
                    <a:pt x="306" y="3827"/>
                  </a:cubicBezTo>
                  <a:lnTo>
                    <a:pt x="1658" y="3827"/>
                  </a:lnTo>
                  <a:cubicBezTo>
                    <a:pt x="1814" y="3827"/>
                    <a:pt x="1953" y="3716"/>
                    <a:pt x="1972" y="3560"/>
                  </a:cubicBezTo>
                  <a:cubicBezTo>
                    <a:pt x="1995" y="3377"/>
                    <a:pt x="1853" y="3215"/>
                    <a:pt x="1670" y="3215"/>
                  </a:cubicBezTo>
                  <a:lnTo>
                    <a:pt x="612" y="3215"/>
                  </a:lnTo>
                  <a:lnTo>
                    <a:pt x="612" y="2198"/>
                  </a:lnTo>
                  <a:lnTo>
                    <a:pt x="1556" y="2198"/>
                  </a:lnTo>
                  <a:cubicBezTo>
                    <a:pt x="1713" y="2198"/>
                    <a:pt x="1853" y="2087"/>
                    <a:pt x="1872" y="1931"/>
                  </a:cubicBezTo>
                  <a:cubicBezTo>
                    <a:pt x="1895" y="1748"/>
                    <a:pt x="1752" y="1586"/>
                    <a:pt x="1568" y="1586"/>
                  </a:cubicBezTo>
                  <a:lnTo>
                    <a:pt x="611" y="1586"/>
                  </a:lnTo>
                  <a:lnTo>
                    <a:pt x="611" y="610"/>
                  </a:lnTo>
                  <a:lnTo>
                    <a:pt x="1658" y="611"/>
                  </a:lnTo>
                  <a:cubicBezTo>
                    <a:pt x="1814" y="611"/>
                    <a:pt x="1953" y="500"/>
                    <a:pt x="1972" y="344"/>
                  </a:cubicBezTo>
                  <a:cubicBezTo>
                    <a:pt x="1995" y="162"/>
                    <a:pt x="1854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3"/>
            <p:cNvSpPr/>
            <p:nvPr/>
          </p:nvSpPr>
          <p:spPr>
            <a:xfrm>
              <a:off x="3948113" y="2033150"/>
              <a:ext cx="243100" cy="243750"/>
            </a:xfrm>
            <a:custGeom>
              <a:avLst/>
              <a:gdLst/>
              <a:ahLst/>
              <a:cxnLst/>
              <a:rect l="l" t="t" r="r" b="b"/>
              <a:pathLst>
                <a:path w="9724" h="9750" extrusionOk="0">
                  <a:moveTo>
                    <a:pt x="4884" y="1"/>
                  </a:moveTo>
                  <a:cubicBezTo>
                    <a:pt x="4881" y="1"/>
                    <a:pt x="4878" y="1"/>
                    <a:pt x="4875" y="1"/>
                  </a:cubicBezTo>
                  <a:cubicBezTo>
                    <a:pt x="2187" y="1"/>
                    <a:pt x="1" y="2187"/>
                    <a:pt x="1" y="4875"/>
                  </a:cubicBezTo>
                  <a:cubicBezTo>
                    <a:pt x="1" y="7563"/>
                    <a:pt x="2187" y="9749"/>
                    <a:pt x="4875" y="9749"/>
                  </a:cubicBezTo>
                  <a:cubicBezTo>
                    <a:pt x="7298" y="9749"/>
                    <a:pt x="9352" y="7970"/>
                    <a:pt x="9699" y="5571"/>
                  </a:cubicBezTo>
                  <a:cubicBezTo>
                    <a:pt x="9723" y="5403"/>
                    <a:pt x="9608" y="5249"/>
                    <a:pt x="9440" y="5225"/>
                  </a:cubicBezTo>
                  <a:cubicBezTo>
                    <a:pt x="9425" y="5223"/>
                    <a:pt x="9410" y="5222"/>
                    <a:pt x="9396" y="5222"/>
                  </a:cubicBezTo>
                  <a:cubicBezTo>
                    <a:pt x="9247" y="5222"/>
                    <a:pt x="9117" y="5332"/>
                    <a:pt x="9095" y="5484"/>
                  </a:cubicBezTo>
                  <a:cubicBezTo>
                    <a:pt x="8792" y="7581"/>
                    <a:pt x="6993" y="9139"/>
                    <a:pt x="4875" y="9139"/>
                  </a:cubicBezTo>
                  <a:cubicBezTo>
                    <a:pt x="2524" y="9139"/>
                    <a:pt x="611" y="7226"/>
                    <a:pt x="611" y="4875"/>
                  </a:cubicBezTo>
                  <a:cubicBezTo>
                    <a:pt x="611" y="2524"/>
                    <a:pt x="2524" y="611"/>
                    <a:pt x="4875" y="611"/>
                  </a:cubicBezTo>
                  <a:cubicBezTo>
                    <a:pt x="4877" y="611"/>
                    <a:pt x="4879" y="611"/>
                    <a:pt x="4881" y="611"/>
                  </a:cubicBezTo>
                  <a:cubicBezTo>
                    <a:pt x="5050" y="611"/>
                    <a:pt x="5188" y="475"/>
                    <a:pt x="5188" y="305"/>
                  </a:cubicBezTo>
                  <a:cubicBezTo>
                    <a:pt x="5188" y="137"/>
                    <a:pt x="5051" y="1"/>
                    <a:pt x="4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3"/>
            <p:cNvSpPr/>
            <p:nvPr/>
          </p:nvSpPr>
          <p:spPr>
            <a:xfrm>
              <a:off x="4199163" y="2009075"/>
              <a:ext cx="18725" cy="15300"/>
            </a:xfrm>
            <a:custGeom>
              <a:avLst/>
              <a:gdLst/>
              <a:ahLst/>
              <a:cxnLst/>
              <a:rect l="l" t="t" r="r" b="b"/>
              <a:pathLst>
                <a:path w="749" h="612" extrusionOk="0">
                  <a:moveTo>
                    <a:pt x="369" y="0"/>
                  </a:moveTo>
                  <a:cubicBezTo>
                    <a:pt x="260" y="0"/>
                    <a:pt x="162" y="62"/>
                    <a:pt x="112" y="157"/>
                  </a:cubicBezTo>
                  <a:cubicBezTo>
                    <a:pt x="1" y="387"/>
                    <a:pt x="168" y="611"/>
                    <a:pt x="384" y="611"/>
                  </a:cubicBezTo>
                  <a:cubicBezTo>
                    <a:pt x="423" y="611"/>
                    <a:pt x="463" y="604"/>
                    <a:pt x="504" y="588"/>
                  </a:cubicBezTo>
                  <a:cubicBezTo>
                    <a:pt x="580" y="559"/>
                    <a:pt x="640" y="498"/>
                    <a:pt x="667" y="421"/>
                  </a:cubicBezTo>
                  <a:cubicBezTo>
                    <a:pt x="748" y="219"/>
                    <a:pt x="601" y="0"/>
                    <a:pt x="384" y="0"/>
                  </a:cubicBezTo>
                  <a:lnTo>
                    <a:pt x="373" y="0"/>
                  </a:lnTo>
                  <a:cubicBezTo>
                    <a:pt x="371" y="0"/>
                    <a:pt x="370" y="0"/>
                    <a:pt x="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3"/>
            <p:cNvSpPr/>
            <p:nvPr/>
          </p:nvSpPr>
          <p:spPr>
            <a:xfrm>
              <a:off x="4226163" y="2033150"/>
              <a:ext cx="243075" cy="243750"/>
            </a:xfrm>
            <a:custGeom>
              <a:avLst/>
              <a:gdLst/>
              <a:ahLst/>
              <a:cxnLst/>
              <a:rect l="l" t="t" r="r" b="b"/>
              <a:pathLst>
                <a:path w="9723" h="9750" extrusionOk="0">
                  <a:moveTo>
                    <a:pt x="4849" y="1"/>
                  </a:moveTo>
                  <a:cubicBezTo>
                    <a:pt x="4684" y="4"/>
                    <a:pt x="4551" y="140"/>
                    <a:pt x="4551" y="305"/>
                  </a:cubicBezTo>
                  <a:cubicBezTo>
                    <a:pt x="4551" y="472"/>
                    <a:pt x="4684" y="606"/>
                    <a:pt x="4849" y="611"/>
                  </a:cubicBezTo>
                  <a:cubicBezTo>
                    <a:pt x="7200" y="611"/>
                    <a:pt x="9112" y="2524"/>
                    <a:pt x="9112" y="4875"/>
                  </a:cubicBezTo>
                  <a:cubicBezTo>
                    <a:pt x="9112" y="7226"/>
                    <a:pt x="7200" y="9139"/>
                    <a:pt x="4849" y="9139"/>
                  </a:cubicBezTo>
                  <a:cubicBezTo>
                    <a:pt x="2729" y="9137"/>
                    <a:pt x="932" y="7581"/>
                    <a:pt x="629" y="5484"/>
                  </a:cubicBezTo>
                  <a:cubicBezTo>
                    <a:pt x="607" y="5332"/>
                    <a:pt x="476" y="5222"/>
                    <a:pt x="326" y="5222"/>
                  </a:cubicBezTo>
                  <a:cubicBezTo>
                    <a:pt x="312" y="5222"/>
                    <a:pt x="297" y="5223"/>
                    <a:pt x="282" y="5225"/>
                  </a:cubicBezTo>
                  <a:cubicBezTo>
                    <a:pt x="115" y="5249"/>
                    <a:pt x="0" y="5403"/>
                    <a:pt x="23" y="5570"/>
                  </a:cubicBezTo>
                  <a:cubicBezTo>
                    <a:pt x="370" y="7968"/>
                    <a:pt x="2425" y="9749"/>
                    <a:pt x="4849" y="9749"/>
                  </a:cubicBezTo>
                  <a:cubicBezTo>
                    <a:pt x="7537" y="9749"/>
                    <a:pt x="9723" y="7563"/>
                    <a:pt x="9723" y="4875"/>
                  </a:cubicBezTo>
                  <a:cubicBezTo>
                    <a:pt x="9723" y="2185"/>
                    <a:pt x="7537" y="1"/>
                    <a:pt x="4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3"/>
            <p:cNvSpPr/>
            <p:nvPr/>
          </p:nvSpPr>
          <p:spPr>
            <a:xfrm>
              <a:off x="4226163" y="1755725"/>
              <a:ext cx="243075" cy="243775"/>
            </a:xfrm>
            <a:custGeom>
              <a:avLst/>
              <a:gdLst/>
              <a:ahLst/>
              <a:cxnLst/>
              <a:rect l="l" t="t" r="r" b="b"/>
              <a:pathLst>
                <a:path w="9723" h="9751" extrusionOk="0">
                  <a:moveTo>
                    <a:pt x="4849" y="1"/>
                  </a:moveTo>
                  <a:cubicBezTo>
                    <a:pt x="2426" y="2"/>
                    <a:pt x="371" y="1782"/>
                    <a:pt x="23" y="4180"/>
                  </a:cubicBezTo>
                  <a:cubicBezTo>
                    <a:pt x="0" y="4347"/>
                    <a:pt x="115" y="4501"/>
                    <a:pt x="282" y="4525"/>
                  </a:cubicBezTo>
                  <a:cubicBezTo>
                    <a:pt x="297" y="4527"/>
                    <a:pt x="312" y="4528"/>
                    <a:pt x="326" y="4528"/>
                  </a:cubicBezTo>
                  <a:cubicBezTo>
                    <a:pt x="476" y="4528"/>
                    <a:pt x="607" y="4418"/>
                    <a:pt x="629" y="4266"/>
                  </a:cubicBezTo>
                  <a:cubicBezTo>
                    <a:pt x="932" y="2169"/>
                    <a:pt x="2729" y="613"/>
                    <a:pt x="4849" y="613"/>
                  </a:cubicBezTo>
                  <a:cubicBezTo>
                    <a:pt x="7200" y="613"/>
                    <a:pt x="9112" y="2525"/>
                    <a:pt x="9112" y="4876"/>
                  </a:cubicBezTo>
                  <a:cubicBezTo>
                    <a:pt x="9112" y="7226"/>
                    <a:pt x="7200" y="9138"/>
                    <a:pt x="4849" y="9138"/>
                  </a:cubicBezTo>
                  <a:cubicBezTo>
                    <a:pt x="4684" y="9143"/>
                    <a:pt x="4551" y="9279"/>
                    <a:pt x="4551" y="9445"/>
                  </a:cubicBezTo>
                  <a:cubicBezTo>
                    <a:pt x="4551" y="9610"/>
                    <a:pt x="4684" y="9746"/>
                    <a:pt x="4849" y="9751"/>
                  </a:cubicBezTo>
                  <a:cubicBezTo>
                    <a:pt x="7537" y="9751"/>
                    <a:pt x="9723" y="7564"/>
                    <a:pt x="9723" y="4876"/>
                  </a:cubicBezTo>
                  <a:cubicBezTo>
                    <a:pt x="9723" y="2188"/>
                    <a:pt x="7537" y="1"/>
                    <a:pt x="4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3"/>
            <p:cNvSpPr/>
            <p:nvPr/>
          </p:nvSpPr>
          <p:spPr>
            <a:xfrm>
              <a:off x="3948113" y="1755725"/>
              <a:ext cx="243100" cy="243775"/>
            </a:xfrm>
            <a:custGeom>
              <a:avLst/>
              <a:gdLst/>
              <a:ahLst/>
              <a:cxnLst/>
              <a:rect l="l" t="t" r="r" b="b"/>
              <a:pathLst>
                <a:path w="9724" h="9751" extrusionOk="0">
                  <a:moveTo>
                    <a:pt x="4875" y="1"/>
                  </a:moveTo>
                  <a:cubicBezTo>
                    <a:pt x="2187" y="1"/>
                    <a:pt x="1" y="2187"/>
                    <a:pt x="1" y="4876"/>
                  </a:cubicBezTo>
                  <a:cubicBezTo>
                    <a:pt x="1" y="7564"/>
                    <a:pt x="2187" y="9751"/>
                    <a:pt x="4875" y="9751"/>
                  </a:cubicBezTo>
                  <a:cubicBezTo>
                    <a:pt x="4877" y="9751"/>
                    <a:pt x="4879" y="9751"/>
                    <a:pt x="4881" y="9751"/>
                  </a:cubicBezTo>
                  <a:cubicBezTo>
                    <a:pt x="5050" y="9751"/>
                    <a:pt x="5188" y="9614"/>
                    <a:pt x="5188" y="9445"/>
                  </a:cubicBezTo>
                  <a:cubicBezTo>
                    <a:pt x="5188" y="9275"/>
                    <a:pt x="5050" y="9138"/>
                    <a:pt x="4881" y="9138"/>
                  </a:cubicBezTo>
                  <a:cubicBezTo>
                    <a:pt x="4879" y="9138"/>
                    <a:pt x="4877" y="9138"/>
                    <a:pt x="4875" y="9138"/>
                  </a:cubicBezTo>
                  <a:cubicBezTo>
                    <a:pt x="2524" y="9138"/>
                    <a:pt x="611" y="7226"/>
                    <a:pt x="611" y="4876"/>
                  </a:cubicBezTo>
                  <a:cubicBezTo>
                    <a:pt x="611" y="2525"/>
                    <a:pt x="2524" y="613"/>
                    <a:pt x="4875" y="613"/>
                  </a:cubicBezTo>
                  <a:cubicBezTo>
                    <a:pt x="6995" y="613"/>
                    <a:pt x="8792" y="2169"/>
                    <a:pt x="9095" y="4266"/>
                  </a:cubicBezTo>
                  <a:cubicBezTo>
                    <a:pt x="9117" y="4418"/>
                    <a:pt x="9247" y="4528"/>
                    <a:pt x="9396" y="4528"/>
                  </a:cubicBezTo>
                  <a:cubicBezTo>
                    <a:pt x="9410" y="4528"/>
                    <a:pt x="9425" y="4527"/>
                    <a:pt x="9440" y="4525"/>
                  </a:cubicBezTo>
                  <a:cubicBezTo>
                    <a:pt x="9608" y="4501"/>
                    <a:pt x="9723" y="4347"/>
                    <a:pt x="9699" y="4180"/>
                  </a:cubicBezTo>
                  <a:cubicBezTo>
                    <a:pt x="9352" y="1782"/>
                    <a:pt x="7298" y="2"/>
                    <a:pt x="48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3"/>
            <p:cNvSpPr/>
            <p:nvPr/>
          </p:nvSpPr>
          <p:spPr>
            <a:xfrm>
              <a:off x="4081238" y="1878100"/>
              <a:ext cx="255675" cy="278350"/>
            </a:xfrm>
            <a:custGeom>
              <a:avLst/>
              <a:gdLst/>
              <a:ahLst/>
              <a:cxnLst/>
              <a:rect l="l" t="t" r="r" b="b"/>
              <a:pathLst>
                <a:path w="10227" h="11134" extrusionOk="0">
                  <a:moveTo>
                    <a:pt x="5112" y="613"/>
                  </a:moveTo>
                  <a:cubicBezTo>
                    <a:pt x="5316" y="613"/>
                    <a:pt x="5663" y="959"/>
                    <a:pt x="5963" y="1938"/>
                  </a:cubicBezTo>
                  <a:cubicBezTo>
                    <a:pt x="6058" y="2255"/>
                    <a:pt x="6136" y="2577"/>
                    <a:pt x="6194" y="2903"/>
                  </a:cubicBezTo>
                  <a:cubicBezTo>
                    <a:pt x="5841" y="3044"/>
                    <a:pt x="5478" y="3205"/>
                    <a:pt x="5111" y="3388"/>
                  </a:cubicBezTo>
                  <a:cubicBezTo>
                    <a:pt x="4745" y="3205"/>
                    <a:pt x="4380" y="3044"/>
                    <a:pt x="4027" y="2903"/>
                  </a:cubicBezTo>
                  <a:cubicBezTo>
                    <a:pt x="4087" y="2577"/>
                    <a:pt x="4165" y="2255"/>
                    <a:pt x="4261" y="1938"/>
                  </a:cubicBezTo>
                  <a:lnTo>
                    <a:pt x="4262" y="1938"/>
                  </a:lnTo>
                  <a:cubicBezTo>
                    <a:pt x="4562" y="959"/>
                    <a:pt x="4908" y="613"/>
                    <a:pt x="5112" y="613"/>
                  </a:cubicBezTo>
                  <a:close/>
                  <a:moveTo>
                    <a:pt x="3932" y="3521"/>
                  </a:moveTo>
                  <a:cubicBezTo>
                    <a:pt x="4099" y="3591"/>
                    <a:pt x="4267" y="3664"/>
                    <a:pt x="4439" y="3743"/>
                  </a:cubicBezTo>
                  <a:cubicBezTo>
                    <a:pt x="4343" y="3795"/>
                    <a:pt x="4248" y="3848"/>
                    <a:pt x="4152" y="3905"/>
                  </a:cubicBezTo>
                  <a:cubicBezTo>
                    <a:pt x="4057" y="3960"/>
                    <a:pt x="3963" y="4015"/>
                    <a:pt x="3869" y="4072"/>
                  </a:cubicBezTo>
                  <a:cubicBezTo>
                    <a:pt x="3887" y="3884"/>
                    <a:pt x="3908" y="3701"/>
                    <a:pt x="3932" y="3521"/>
                  </a:cubicBezTo>
                  <a:close/>
                  <a:moveTo>
                    <a:pt x="6293" y="3521"/>
                  </a:moveTo>
                  <a:cubicBezTo>
                    <a:pt x="6317" y="3701"/>
                    <a:pt x="6338" y="3884"/>
                    <a:pt x="6354" y="4072"/>
                  </a:cubicBezTo>
                  <a:cubicBezTo>
                    <a:pt x="6262" y="4015"/>
                    <a:pt x="6167" y="3958"/>
                    <a:pt x="6071" y="3903"/>
                  </a:cubicBezTo>
                  <a:cubicBezTo>
                    <a:pt x="5976" y="3849"/>
                    <a:pt x="5882" y="3796"/>
                    <a:pt x="5788" y="3743"/>
                  </a:cubicBezTo>
                  <a:lnTo>
                    <a:pt x="5788" y="3743"/>
                  </a:lnTo>
                  <a:cubicBezTo>
                    <a:pt x="5958" y="3664"/>
                    <a:pt x="6126" y="3589"/>
                    <a:pt x="6293" y="3521"/>
                  </a:cubicBezTo>
                  <a:close/>
                  <a:moveTo>
                    <a:pt x="8762" y="2891"/>
                  </a:moveTo>
                  <a:cubicBezTo>
                    <a:pt x="9140" y="2891"/>
                    <a:pt x="9342" y="2982"/>
                    <a:pt x="9405" y="3091"/>
                  </a:cubicBezTo>
                  <a:cubicBezTo>
                    <a:pt x="9507" y="3267"/>
                    <a:pt x="9379" y="3740"/>
                    <a:pt x="8683" y="4490"/>
                  </a:cubicBezTo>
                  <a:cubicBezTo>
                    <a:pt x="8456" y="4731"/>
                    <a:pt x="8217" y="4959"/>
                    <a:pt x="7964" y="5173"/>
                  </a:cubicBezTo>
                  <a:cubicBezTo>
                    <a:pt x="7665" y="4938"/>
                    <a:pt x="7342" y="4705"/>
                    <a:pt x="7001" y="4478"/>
                  </a:cubicBezTo>
                  <a:cubicBezTo>
                    <a:pt x="6975" y="4069"/>
                    <a:pt x="6934" y="3673"/>
                    <a:pt x="6881" y="3296"/>
                  </a:cubicBezTo>
                  <a:cubicBezTo>
                    <a:pt x="7192" y="3184"/>
                    <a:pt x="7509" y="3092"/>
                    <a:pt x="7831" y="3016"/>
                  </a:cubicBezTo>
                  <a:cubicBezTo>
                    <a:pt x="8215" y="2927"/>
                    <a:pt x="8524" y="2891"/>
                    <a:pt x="8762" y="2891"/>
                  </a:cubicBezTo>
                  <a:close/>
                  <a:moveTo>
                    <a:pt x="1464" y="2893"/>
                  </a:moveTo>
                  <a:cubicBezTo>
                    <a:pt x="1702" y="2893"/>
                    <a:pt x="2010" y="2929"/>
                    <a:pt x="2395" y="3018"/>
                  </a:cubicBezTo>
                  <a:cubicBezTo>
                    <a:pt x="2717" y="3092"/>
                    <a:pt x="3035" y="3186"/>
                    <a:pt x="3347" y="3298"/>
                  </a:cubicBezTo>
                  <a:cubicBezTo>
                    <a:pt x="3292" y="3675"/>
                    <a:pt x="3252" y="4070"/>
                    <a:pt x="3228" y="4478"/>
                  </a:cubicBezTo>
                  <a:cubicBezTo>
                    <a:pt x="2886" y="4707"/>
                    <a:pt x="2562" y="4938"/>
                    <a:pt x="2264" y="5175"/>
                  </a:cubicBezTo>
                  <a:cubicBezTo>
                    <a:pt x="2011" y="4961"/>
                    <a:pt x="1772" y="4733"/>
                    <a:pt x="1545" y="4491"/>
                  </a:cubicBezTo>
                  <a:lnTo>
                    <a:pt x="1543" y="4491"/>
                  </a:lnTo>
                  <a:cubicBezTo>
                    <a:pt x="847" y="3741"/>
                    <a:pt x="719" y="3269"/>
                    <a:pt x="821" y="3091"/>
                  </a:cubicBezTo>
                  <a:cubicBezTo>
                    <a:pt x="884" y="2982"/>
                    <a:pt x="1087" y="2893"/>
                    <a:pt x="1464" y="2893"/>
                  </a:cubicBezTo>
                  <a:close/>
                  <a:moveTo>
                    <a:pt x="3195" y="5239"/>
                  </a:moveTo>
                  <a:lnTo>
                    <a:pt x="3195" y="5239"/>
                  </a:lnTo>
                  <a:cubicBezTo>
                    <a:pt x="3192" y="5348"/>
                    <a:pt x="3192" y="5458"/>
                    <a:pt x="3192" y="5568"/>
                  </a:cubicBezTo>
                  <a:cubicBezTo>
                    <a:pt x="3192" y="5678"/>
                    <a:pt x="3193" y="5787"/>
                    <a:pt x="3195" y="5897"/>
                  </a:cubicBezTo>
                  <a:cubicBezTo>
                    <a:pt x="3041" y="5788"/>
                    <a:pt x="2892" y="5678"/>
                    <a:pt x="2750" y="5568"/>
                  </a:cubicBezTo>
                  <a:cubicBezTo>
                    <a:pt x="2892" y="5458"/>
                    <a:pt x="3041" y="5348"/>
                    <a:pt x="3195" y="5239"/>
                  </a:cubicBezTo>
                  <a:close/>
                  <a:moveTo>
                    <a:pt x="7031" y="5239"/>
                  </a:moveTo>
                  <a:cubicBezTo>
                    <a:pt x="7184" y="5348"/>
                    <a:pt x="7333" y="5458"/>
                    <a:pt x="7477" y="5568"/>
                  </a:cubicBezTo>
                  <a:cubicBezTo>
                    <a:pt x="7333" y="5678"/>
                    <a:pt x="7184" y="5788"/>
                    <a:pt x="7031" y="5897"/>
                  </a:cubicBezTo>
                  <a:cubicBezTo>
                    <a:pt x="7033" y="5787"/>
                    <a:pt x="7035" y="5678"/>
                    <a:pt x="7035" y="5568"/>
                  </a:cubicBezTo>
                  <a:cubicBezTo>
                    <a:pt x="7035" y="5458"/>
                    <a:pt x="7033" y="5348"/>
                    <a:pt x="7031" y="5239"/>
                  </a:cubicBezTo>
                  <a:close/>
                  <a:moveTo>
                    <a:pt x="5112" y="4073"/>
                  </a:moveTo>
                  <a:cubicBezTo>
                    <a:pt x="5331" y="4187"/>
                    <a:pt x="5550" y="4307"/>
                    <a:pt x="5768" y="4433"/>
                  </a:cubicBezTo>
                  <a:cubicBezTo>
                    <a:pt x="5987" y="4559"/>
                    <a:pt x="6201" y="4689"/>
                    <a:pt x="6406" y="4820"/>
                  </a:cubicBezTo>
                  <a:cubicBezTo>
                    <a:pt x="6418" y="5066"/>
                    <a:pt x="6424" y="5315"/>
                    <a:pt x="6424" y="5568"/>
                  </a:cubicBezTo>
                  <a:cubicBezTo>
                    <a:pt x="6424" y="5821"/>
                    <a:pt x="6418" y="6070"/>
                    <a:pt x="6406" y="6315"/>
                  </a:cubicBezTo>
                  <a:cubicBezTo>
                    <a:pt x="6201" y="6447"/>
                    <a:pt x="5987" y="6577"/>
                    <a:pt x="5768" y="6703"/>
                  </a:cubicBezTo>
                  <a:cubicBezTo>
                    <a:pt x="5550" y="6830"/>
                    <a:pt x="5331" y="6949"/>
                    <a:pt x="5112" y="7063"/>
                  </a:cubicBezTo>
                  <a:cubicBezTo>
                    <a:pt x="4895" y="6949"/>
                    <a:pt x="4677" y="6830"/>
                    <a:pt x="4457" y="6703"/>
                  </a:cubicBezTo>
                  <a:cubicBezTo>
                    <a:pt x="4238" y="6577"/>
                    <a:pt x="4026" y="6447"/>
                    <a:pt x="3819" y="6315"/>
                  </a:cubicBezTo>
                  <a:cubicBezTo>
                    <a:pt x="3807" y="6070"/>
                    <a:pt x="3802" y="5821"/>
                    <a:pt x="3802" y="5568"/>
                  </a:cubicBezTo>
                  <a:cubicBezTo>
                    <a:pt x="3802" y="5315"/>
                    <a:pt x="3807" y="5066"/>
                    <a:pt x="3819" y="4820"/>
                  </a:cubicBezTo>
                  <a:cubicBezTo>
                    <a:pt x="4026" y="4689"/>
                    <a:pt x="4238" y="4559"/>
                    <a:pt x="4457" y="4433"/>
                  </a:cubicBezTo>
                  <a:cubicBezTo>
                    <a:pt x="4677" y="4307"/>
                    <a:pt x="4895" y="4187"/>
                    <a:pt x="5112" y="4073"/>
                  </a:cubicBezTo>
                  <a:close/>
                  <a:moveTo>
                    <a:pt x="3869" y="7064"/>
                  </a:moveTo>
                  <a:lnTo>
                    <a:pt x="3869" y="7064"/>
                  </a:lnTo>
                  <a:cubicBezTo>
                    <a:pt x="3963" y="7121"/>
                    <a:pt x="4057" y="7176"/>
                    <a:pt x="4152" y="7231"/>
                  </a:cubicBezTo>
                  <a:cubicBezTo>
                    <a:pt x="4248" y="7286"/>
                    <a:pt x="4343" y="7340"/>
                    <a:pt x="4439" y="7393"/>
                  </a:cubicBezTo>
                  <a:cubicBezTo>
                    <a:pt x="4267" y="7472"/>
                    <a:pt x="4099" y="7545"/>
                    <a:pt x="3932" y="7615"/>
                  </a:cubicBezTo>
                  <a:cubicBezTo>
                    <a:pt x="3908" y="7435"/>
                    <a:pt x="3887" y="7252"/>
                    <a:pt x="3869" y="7064"/>
                  </a:cubicBezTo>
                  <a:close/>
                  <a:moveTo>
                    <a:pt x="6356" y="7064"/>
                  </a:moveTo>
                  <a:lnTo>
                    <a:pt x="6356" y="7064"/>
                  </a:lnTo>
                  <a:cubicBezTo>
                    <a:pt x="6340" y="7252"/>
                    <a:pt x="6319" y="7435"/>
                    <a:pt x="6295" y="7615"/>
                  </a:cubicBezTo>
                  <a:cubicBezTo>
                    <a:pt x="6128" y="7545"/>
                    <a:pt x="5959" y="7472"/>
                    <a:pt x="5789" y="7393"/>
                  </a:cubicBezTo>
                  <a:cubicBezTo>
                    <a:pt x="5883" y="7340"/>
                    <a:pt x="5979" y="7286"/>
                    <a:pt x="6074" y="7231"/>
                  </a:cubicBezTo>
                  <a:lnTo>
                    <a:pt x="6073" y="7231"/>
                  </a:lnTo>
                  <a:cubicBezTo>
                    <a:pt x="6168" y="7176"/>
                    <a:pt x="6264" y="7121"/>
                    <a:pt x="6356" y="7064"/>
                  </a:cubicBezTo>
                  <a:close/>
                  <a:moveTo>
                    <a:pt x="7964" y="5962"/>
                  </a:moveTo>
                  <a:cubicBezTo>
                    <a:pt x="8215" y="6177"/>
                    <a:pt x="8456" y="6405"/>
                    <a:pt x="8683" y="6647"/>
                  </a:cubicBezTo>
                  <a:lnTo>
                    <a:pt x="8681" y="6647"/>
                  </a:lnTo>
                  <a:cubicBezTo>
                    <a:pt x="9379" y="7395"/>
                    <a:pt x="9506" y="7868"/>
                    <a:pt x="9404" y="8046"/>
                  </a:cubicBezTo>
                  <a:cubicBezTo>
                    <a:pt x="9341" y="8154"/>
                    <a:pt x="9138" y="8244"/>
                    <a:pt x="8760" y="8244"/>
                  </a:cubicBezTo>
                  <a:cubicBezTo>
                    <a:pt x="8523" y="8244"/>
                    <a:pt x="8216" y="8208"/>
                    <a:pt x="7831" y="8120"/>
                  </a:cubicBezTo>
                  <a:cubicBezTo>
                    <a:pt x="7509" y="8044"/>
                    <a:pt x="7192" y="7950"/>
                    <a:pt x="6879" y="7838"/>
                  </a:cubicBezTo>
                  <a:cubicBezTo>
                    <a:pt x="6934" y="7463"/>
                    <a:pt x="6975" y="7066"/>
                    <a:pt x="7001" y="6658"/>
                  </a:cubicBezTo>
                  <a:cubicBezTo>
                    <a:pt x="7341" y="6430"/>
                    <a:pt x="7665" y="6198"/>
                    <a:pt x="7964" y="5962"/>
                  </a:cubicBezTo>
                  <a:close/>
                  <a:moveTo>
                    <a:pt x="2262" y="5963"/>
                  </a:moveTo>
                  <a:cubicBezTo>
                    <a:pt x="2562" y="6198"/>
                    <a:pt x="2884" y="6431"/>
                    <a:pt x="3226" y="6658"/>
                  </a:cubicBezTo>
                  <a:cubicBezTo>
                    <a:pt x="3252" y="7068"/>
                    <a:pt x="3292" y="7463"/>
                    <a:pt x="3346" y="7840"/>
                  </a:cubicBezTo>
                  <a:cubicBezTo>
                    <a:pt x="3035" y="7952"/>
                    <a:pt x="2716" y="8046"/>
                    <a:pt x="2395" y="8120"/>
                  </a:cubicBezTo>
                  <a:lnTo>
                    <a:pt x="2394" y="8120"/>
                  </a:lnTo>
                  <a:cubicBezTo>
                    <a:pt x="2007" y="8209"/>
                    <a:pt x="1700" y="8245"/>
                    <a:pt x="1462" y="8245"/>
                  </a:cubicBezTo>
                  <a:cubicBezTo>
                    <a:pt x="1086" y="8245"/>
                    <a:pt x="884" y="8155"/>
                    <a:pt x="821" y="8047"/>
                  </a:cubicBezTo>
                  <a:cubicBezTo>
                    <a:pt x="719" y="7869"/>
                    <a:pt x="847" y="7396"/>
                    <a:pt x="1543" y="6647"/>
                  </a:cubicBezTo>
                  <a:cubicBezTo>
                    <a:pt x="1770" y="6405"/>
                    <a:pt x="2010" y="6177"/>
                    <a:pt x="2262" y="5963"/>
                  </a:cubicBezTo>
                  <a:close/>
                  <a:moveTo>
                    <a:pt x="5114" y="7748"/>
                  </a:moveTo>
                  <a:cubicBezTo>
                    <a:pt x="5482" y="7929"/>
                    <a:pt x="5844" y="8093"/>
                    <a:pt x="6197" y="8234"/>
                  </a:cubicBezTo>
                  <a:cubicBezTo>
                    <a:pt x="6137" y="8559"/>
                    <a:pt x="6060" y="8881"/>
                    <a:pt x="5964" y="9197"/>
                  </a:cubicBezTo>
                  <a:cubicBezTo>
                    <a:pt x="5665" y="10175"/>
                    <a:pt x="5318" y="10523"/>
                    <a:pt x="5114" y="10523"/>
                  </a:cubicBezTo>
                  <a:lnTo>
                    <a:pt x="5112" y="10523"/>
                  </a:lnTo>
                  <a:cubicBezTo>
                    <a:pt x="4908" y="10523"/>
                    <a:pt x="4563" y="10175"/>
                    <a:pt x="4262" y="9197"/>
                  </a:cubicBezTo>
                  <a:cubicBezTo>
                    <a:pt x="4168" y="8881"/>
                    <a:pt x="4091" y="8559"/>
                    <a:pt x="4031" y="8234"/>
                  </a:cubicBezTo>
                  <a:cubicBezTo>
                    <a:pt x="4384" y="8091"/>
                    <a:pt x="4746" y="7929"/>
                    <a:pt x="5114" y="7748"/>
                  </a:cubicBezTo>
                  <a:close/>
                  <a:moveTo>
                    <a:pt x="5112" y="1"/>
                  </a:moveTo>
                  <a:cubicBezTo>
                    <a:pt x="4526" y="1"/>
                    <a:pt x="4031" y="608"/>
                    <a:pt x="3678" y="1758"/>
                  </a:cubicBezTo>
                  <a:cubicBezTo>
                    <a:pt x="3585" y="2064"/>
                    <a:pt x="3509" y="2373"/>
                    <a:pt x="3449" y="2686"/>
                  </a:cubicBezTo>
                  <a:cubicBezTo>
                    <a:pt x="3148" y="2582"/>
                    <a:pt x="2842" y="2493"/>
                    <a:pt x="2531" y="2420"/>
                  </a:cubicBezTo>
                  <a:cubicBezTo>
                    <a:pt x="2130" y="2328"/>
                    <a:pt x="1775" y="2282"/>
                    <a:pt x="1471" y="2282"/>
                  </a:cubicBezTo>
                  <a:cubicBezTo>
                    <a:pt x="885" y="2282"/>
                    <a:pt x="484" y="2451"/>
                    <a:pt x="292" y="2784"/>
                  </a:cubicBezTo>
                  <a:cubicBezTo>
                    <a:pt x="0" y="3291"/>
                    <a:pt x="277" y="4025"/>
                    <a:pt x="1096" y="4906"/>
                  </a:cubicBezTo>
                  <a:cubicBezTo>
                    <a:pt x="1315" y="5137"/>
                    <a:pt x="1545" y="5359"/>
                    <a:pt x="1786" y="5568"/>
                  </a:cubicBezTo>
                  <a:cubicBezTo>
                    <a:pt x="1545" y="5777"/>
                    <a:pt x="1315" y="5997"/>
                    <a:pt x="1096" y="6230"/>
                  </a:cubicBezTo>
                  <a:cubicBezTo>
                    <a:pt x="277" y="7110"/>
                    <a:pt x="0" y="7843"/>
                    <a:pt x="292" y="8350"/>
                  </a:cubicBezTo>
                  <a:cubicBezTo>
                    <a:pt x="484" y="8684"/>
                    <a:pt x="886" y="8852"/>
                    <a:pt x="1471" y="8852"/>
                  </a:cubicBezTo>
                  <a:cubicBezTo>
                    <a:pt x="1775" y="8852"/>
                    <a:pt x="2130" y="8807"/>
                    <a:pt x="2531" y="8714"/>
                  </a:cubicBezTo>
                  <a:cubicBezTo>
                    <a:pt x="2842" y="8642"/>
                    <a:pt x="3148" y="8554"/>
                    <a:pt x="3449" y="8449"/>
                  </a:cubicBezTo>
                  <a:cubicBezTo>
                    <a:pt x="3509" y="8761"/>
                    <a:pt x="3585" y="9072"/>
                    <a:pt x="3678" y="9377"/>
                  </a:cubicBezTo>
                  <a:cubicBezTo>
                    <a:pt x="4031" y="10526"/>
                    <a:pt x="4526" y="11134"/>
                    <a:pt x="5112" y="11134"/>
                  </a:cubicBezTo>
                  <a:cubicBezTo>
                    <a:pt x="5699" y="11134"/>
                    <a:pt x="6194" y="10526"/>
                    <a:pt x="6547" y="9377"/>
                  </a:cubicBezTo>
                  <a:cubicBezTo>
                    <a:pt x="6639" y="9072"/>
                    <a:pt x="6716" y="8761"/>
                    <a:pt x="6775" y="8449"/>
                  </a:cubicBezTo>
                  <a:cubicBezTo>
                    <a:pt x="7077" y="8554"/>
                    <a:pt x="7384" y="8642"/>
                    <a:pt x="7695" y="8714"/>
                  </a:cubicBezTo>
                  <a:cubicBezTo>
                    <a:pt x="8095" y="8807"/>
                    <a:pt x="8450" y="8852"/>
                    <a:pt x="8754" y="8852"/>
                  </a:cubicBezTo>
                  <a:cubicBezTo>
                    <a:pt x="9341" y="8852"/>
                    <a:pt x="9741" y="8684"/>
                    <a:pt x="9933" y="8350"/>
                  </a:cubicBezTo>
                  <a:cubicBezTo>
                    <a:pt x="10226" y="7845"/>
                    <a:pt x="9948" y="7110"/>
                    <a:pt x="9128" y="6230"/>
                  </a:cubicBezTo>
                  <a:cubicBezTo>
                    <a:pt x="8911" y="5997"/>
                    <a:pt x="8680" y="5777"/>
                    <a:pt x="8439" y="5568"/>
                  </a:cubicBezTo>
                  <a:cubicBezTo>
                    <a:pt x="8681" y="5359"/>
                    <a:pt x="8911" y="5137"/>
                    <a:pt x="9128" y="4906"/>
                  </a:cubicBezTo>
                  <a:cubicBezTo>
                    <a:pt x="9948" y="4025"/>
                    <a:pt x="10226" y="3291"/>
                    <a:pt x="9933" y="2784"/>
                  </a:cubicBezTo>
                  <a:cubicBezTo>
                    <a:pt x="9740" y="2451"/>
                    <a:pt x="9340" y="2282"/>
                    <a:pt x="8754" y="2282"/>
                  </a:cubicBezTo>
                  <a:cubicBezTo>
                    <a:pt x="8450" y="2282"/>
                    <a:pt x="8095" y="2328"/>
                    <a:pt x="7694" y="2420"/>
                  </a:cubicBezTo>
                  <a:cubicBezTo>
                    <a:pt x="7384" y="2493"/>
                    <a:pt x="7077" y="2582"/>
                    <a:pt x="6775" y="2686"/>
                  </a:cubicBezTo>
                  <a:cubicBezTo>
                    <a:pt x="6716" y="2373"/>
                    <a:pt x="6639" y="2064"/>
                    <a:pt x="6547" y="1758"/>
                  </a:cubicBezTo>
                  <a:cubicBezTo>
                    <a:pt x="6194" y="610"/>
                    <a:pt x="5699" y="1"/>
                    <a:pt x="5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43"/>
          <p:cNvGrpSpPr/>
          <p:nvPr/>
        </p:nvGrpSpPr>
        <p:grpSpPr>
          <a:xfrm>
            <a:off x="713225" y="1562024"/>
            <a:ext cx="3223525" cy="929237"/>
            <a:chOff x="713225" y="1562024"/>
            <a:chExt cx="3223525" cy="929237"/>
          </a:xfrm>
        </p:grpSpPr>
        <p:grpSp>
          <p:nvGrpSpPr>
            <p:cNvPr id="1836" name="Google Shape;1836;p43"/>
            <p:cNvGrpSpPr/>
            <p:nvPr/>
          </p:nvGrpSpPr>
          <p:grpSpPr>
            <a:xfrm flipH="1">
              <a:off x="2190150" y="1562024"/>
              <a:ext cx="1746600" cy="929237"/>
              <a:chOff x="713225" y="1638224"/>
              <a:chExt cx="1746600" cy="929237"/>
            </a:xfrm>
          </p:grpSpPr>
          <p:sp>
            <p:nvSpPr>
              <p:cNvPr id="1837" name="Google Shape;1837;p43"/>
              <p:cNvSpPr txBox="1"/>
              <p:nvPr/>
            </p:nvSpPr>
            <p:spPr>
              <a:xfrm>
                <a:off x="713225" y="1638224"/>
                <a:ext cx="17466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Mars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838" name="Google Shape;1838;p43"/>
              <p:cNvSpPr txBox="1"/>
              <p:nvPr/>
            </p:nvSpPr>
            <p:spPr>
              <a:xfrm>
                <a:off x="713225" y="1973161"/>
                <a:ext cx="17466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Despite being red, Mars is a cold place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sp>
          <p:nvSpPr>
            <p:cNvPr id="1839" name="Google Shape;1839;p43"/>
            <p:cNvSpPr txBox="1"/>
            <p:nvPr/>
          </p:nvSpPr>
          <p:spPr>
            <a:xfrm flipH="1">
              <a:off x="713225" y="1562024"/>
              <a:ext cx="1280100" cy="50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accen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15%</a:t>
              </a:r>
              <a:endParaRPr sz="33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1840" name="Google Shape;1840;p43"/>
          <p:cNvGrpSpPr/>
          <p:nvPr/>
        </p:nvGrpSpPr>
        <p:grpSpPr>
          <a:xfrm>
            <a:off x="713225" y="2613811"/>
            <a:ext cx="3223525" cy="929237"/>
            <a:chOff x="713225" y="2613811"/>
            <a:chExt cx="3223525" cy="929237"/>
          </a:xfrm>
        </p:grpSpPr>
        <p:grpSp>
          <p:nvGrpSpPr>
            <p:cNvPr id="1841" name="Google Shape;1841;p43"/>
            <p:cNvGrpSpPr/>
            <p:nvPr/>
          </p:nvGrpSpPr>
          <p:grpSpPr>
            <a:xfrm flipH="1">
              <a:off x="2190150" y="2613811"/>
              <a:ext cx="1746600" cy="929237"/>
              <a:chOff x="713225" y="2690011"/>
              <a:chExt cx="1746600" cy="929237"/>
            </a:xfrm>
          </p:grpSpPr>
          <p:sp>
            <p:nvSpPr>
              <p:cNvPr id="1842" name="Google Shape;1842;p43"/>
              <p:cNvSpPr txBox="1"/>
              <p:nvPr/>
            </p:nvSpPr>
            <p:spPr>
              <a:xfrm>
                <a:off x="713225" y="2690011"/>
                <a:ext cx="17466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Jupiter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843" name="Google Shape;1843;p43"/>
              <p:cNvSpPr txBox="1"/>
              <p:nvPr/>
            </p:nvSpPr>
            <p:spPr>
              <a:xfrm>
                <a:off x="713225" y="3024948"/>
                <a:ext cx="17466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Jupiter is the biggest planet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sp>
          <p:nvSpPr>
            <p:cNvPr id="1844" name="Google Shape;1844;p43"/>
            <p:cNvSpPr txBox="1"/>
            <p:nvPr/>
          </p:nvSpPr>
          <p:spPr>
            <a:xfrm flipH="1">
              <a:off x="713225" y="2613811"/>
              <a:ext cx="1280100" cy="50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dk2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30%</a:t>
              </a:r>
              <a:endParaRPr sz="3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1845" name="Google Shape;1845;p43"/>
          <p:cNvGrpSpPr/>
          <p:nvPr/>
        </p:nvGrpSpPr>
        <p:grpSpPr>
          <a:xfrm>
            <a:off x="713225" y="3665599"/>
            <a:ext cx="3223525" cy="929237"/>
            <a:chOff x="713225" y="3665599"/>
            <a:chExt cx="3223525" cy="929237"/>
          </a:xfrm>
        </p:grpSpPr>
        <p:grpSp>
          <p:nvGrpSpPr>
            <p:cNvPr id="1846" name="Google Shape;1846;p43"/>
            <p:cNvGrpSpPr/>
            <p:nvPr/>
          </p:nvGrpSpPr>
          <p:grpSpPr>
            <a:xfrm flipH="1">
              <a:off x="2190150" y="3665599"/>
              <a:ext cx="1746600" cy="929237"/>
              <a:chOff x="713225" y="3665599"/>
              <a:chExt cx="1746600" cy="929237"/>
            </a:xfrm>
          </p:grpSpPr>
          <p:sp>
            <p:nvSpPr>
              <p:cNvPr id="1847" name="Google Shape;1847;p43"/>
              <p:cNvSpPr txBox="1"/>
              <p:nvPr/>
            </p:nvSpPr>
            <p:spPr>
              <a:xfrm>
                <a:off x="713225" y="3665599"/>
                <a:ext cx="1746600" cy="4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Saturn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848" name="Google Shape;1848;p43"/>
              <p:cNvSpPr txBox="1"/>
              <p:nvPr/>
            </p:nvSpPr>
            <p:spPr>
              <a:xfrm>
                <a:off x="713225" y="4000536"/>
                <a:ext cx="17466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Saturn was named after a Roman god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  <p:sp>
          <p:nvSpPr>
            <p:cNvPr id="1849" name="Google Shape;1849;p43"/>
            <p:cNvSpPr txBox="1"/>
            <p:nvPr/>
          </p:nvSpPr>
          <p:spPr>
            <a:xfrm flipH="1">
              <a:off x="713225" y="3665599"/>
              <a:ext cx="1280100" cy="50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lt2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55%</a:t>
              </a:r>
              <a:endParaRPr sz="3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850" name="Google Shape;1850;p43"/>
          <p:cNvSpPr txBox="1"/>
          <p:nvPr/>
        </p:nvSpPr>
        <p:spPr>
          <a:xfrm>
            <a:off x="4575600" y="4278450"/>
            <a:ext cx="34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Follow the link in the graph to modify its data and then paste the new one here.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0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51" name="Google Shape;1851;p43"/>
          <p:cNvSpPr/>
          <p:nvPr/>
        </p:nvSpPr>
        <p:spPr>
          <a:xfrm flipH="1">
            <a:off x="5124492" y="3371115"/>
            <a:ext cx="337500" cy="3291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2" name="Google Shape;1852;p43"/>
          <p:cNvGrpSpPr/>
          <p:nvPr/>
        </p:nvGrpSpPr>
        <p:grpSpPr>
          <a:xfrm>
            <a:off x="6497844" y="1278651"/>
            <a:ext cx="549093" cy="578639"/>
            <a:chOff x="1943863" y="3508565"/>
            <a:chExt cx="503570" cy="530666"/>
          </a:xfrm>
        </p:grpSpPr>
        <p:sp>
          <p:nvSpPr>
            <p:cNvPr id="1853" name="Google Shape;1853;p43"/>
            <p:cNvSpPr/>
            <p:nvPr/>
          </p:nvSpPr>
          <p:spPr>
            <a:xfrm flipH="1">
              <a:off x="2109933" y="3508565"/>
              <a:ext cx="337500" cy="3291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3"/>
            <p:cNvSpPr/>
            <p:nvPr/>
          </p:nvSpPr>
          <p:spPr>
            <a:xfrm flipH="1">
              <a:off x="1943863" y="3798932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44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860" name="Google Shape;1860;p44"/>
          <p:cNvGrpSpPr/>
          <p:nvPr/>
        </p:nvGrpSpPr>
        <p:grpSpPr>
          <a:xfrm>
            <a:off x="4251959" y="2129318"/>
            <a:ext cx="640081" cy="658115"/>
            <a:chOff x="1690218" y="1609641"/>
            <a:chExt cx="526339" cy="577699"/>
          </a:xfrm>
        </p:grpSpPr>
        <p:sp>
          <p:nvSpPr>
            <p:cNvPr id="1861" name="Google Shape;1861;p44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4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3" name="Google Shape;1863;p44"/>
          <p:cNvGrpSpPr/>
          <p:nvPr/>
        </p:nvGrpSpPr>
        <p:grpSpPr>
          <a:xfrm>
            <a:off x="713111" y="1635600"/>
            <a:ext cx="2360700" cy="841670"/>
            <a:chOff x="713126" y="1559400"/>
            <a:chExt cx="2360700" cy="841670"/>
          </a:xfrm>
        </p:grpSpPr>
        <p:sp>
          <p:nvSpPr>
            <p:cNvPr id="1864" name="Google Shape;1864;p44"/>
            <p:cNvSpPr txBox="1"/>
            <p:nvPr/>
          </p:nvSpPr>
          <p:spPr>
            <a:xfrm>
              <a:off x="713126" y="1559400"/>
              <a:ext cx="2360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Positive results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865" name="Google Shape;1865;p44"/>
            <p:cNvSpPr txBox="1"/>
            <p:nvPr/>
          </p:nvSpPr>
          <p:spPr>
            <a:xfrm>
              <a:off x="713126" y="1819670"/>
              <a:ext cx="23607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Mercury is the closest planet to the Sun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866" name="Google Shape;1866;p44"/>
          <p:cNvGrpSpPr/>
          <p:nvPr/>
        </p:nvGrpSpPr>
        <p:grpSpPr>
          <a:xfrm>
            <a:off x="713111" y="2652701"/>
            <a:ext cx="2360700" cy="841670"/>
            <a:chOff x="713126" y="2614601"/>
            <a:chExt cx="2360700" cy="841670"/>
          </a:xfrm>
        </p:grpSpPr>
        <p:sp>
          <p:nvSpPr>
            <p:cNvPr id="1867" name="Google Shape;1867;p44"/>
            <p:cNvSpPr txBox="1"/>
            <p:nvPr/>
          </p:nvSpPr>
          <p:spPr>
            <a:xfrm>
              <a:off x="713126" y="2614601"/>
              <a:ext cx="2360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Positive results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868" name="Google Shape;1868;p44"/>
            <p:cNvSpPr txBox="1"/>
            <p:nvPr/>
          </p:nvSpPr>
          <p:spPr>
            <a:xfrm>
              <a:off x="713126" y="2874870"/>
              <a:ext cx="23607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Saturn was named after a Roman god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869" name="Google Shape;1869;p44"/>
          <p:cNvGrpSpPr/>
          <p:nvPr/>
        </p:nvGrpSpPr>
        <p:grpSpPr>
          <a:xfrm>
            <a:off x="713111" y="3669801"/>
            <a:ext cx="2360700" cy="841670"/>
            <a:chOff x="713126" y="3746001"/>
            <a:chExt cx="2360700" cy="841670"/>
          </a:xfrm>
        </p:grpSpPr>
        <p:sp>
          <p:nvSpPr>
            <p:cNvPr id="1870" name="Google Shape;1870;p44"/>
            <p:cNvSpPr txBox="1"/>
            <p:nvPr/>
          </p:nvSpPr>
          <p:spPr>
            <a:xfrm>
              <a:off x="713126" y="3746001"/>
              <a:ext cx="2360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Positive results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871" name="Google Shape;1871;p44"/>
            <p:cNvSpPr txBox="1"/>
            <p:nvPr/>
          </p:nvSpPr>
          <p:spPr>
            <a:xfrm>
              <a:off x="713126" y="4006271"/>
              <a:ext cx="23607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Neptune is the farthest planet from the Sun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872" name="Google Shape;1872;p44"/>
          <p:cNvGrpSpPr/>
          <p:nvPr/>
        </p:nvGrpSpPr>
        <p:grpSpPr>
          <a:xfrm>
            <a:off x="6070189" y="1635600"/>
            <a:ext cx="2360700" cy="841670"/>
            <a:chOff x="6070205" y="1559400"/>
            <a:chExt cx="2360700" cy="841670"/>
          </a:xfrm>
        </p:grpSpPr>
        <p:sp>
          <p:nvSpPr>
            <p:cNvPr id="1873" name="Google Shape;1873;p44"/>
            <p:cNvSpPr txBox="1"/>
            <p:nvPr/>
          </p:nvSpPr>
          <p:spPr>
            <a:xfrm>
              <a:off x="6070205" y="1559400"/>
              <a:ext cx="2360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Negative results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874" name="Google Shape;1874;p44"/>
            <p:cNvSpPr txBox="1"/>
            <p:nvPr/>
          </p:nvSpPr>
          <p:spPr>
            <a:xfrm>
              <a:off x="6070205" y="1819670"/>
              <a:ext cx="23607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Despite being red, Mars is actually a cold place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875" name="Google Shape;1875;p44"/>
          <p:cNvGrpSpPr/>
          <p:nvPr/>
        </p:nvGrpSpPr>
        <p:grpSpPr>
          <a:xfrm>
            <a:off x="6070161" y="2652701"/>
            <a:ext cx="2360728" cy="841670"/>
            <a:chOff x="6070177" y="2614601"/>
            <a:chExt cx="2360728" cy="841670"/>
          </a:xfrm>
        </p:grpSpPr>
        <p:sp>
          <p:nvSpPr>
            <p:cNvPr id="1876" name="Google Shape;1876;p44"/>
            <p:cNvSpPr txBox="1"/>
            <p:nvPr/>
          </p:nvSpPr>
          <p:spPr>
            <a:xfrm>
              <a:off x="6070177" y="2614601"/>
              <a:ext cx="2360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Negative results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877" name="Google Shape;1877;p44"/>
            <p:cNvSpPr txBox="1"/>
            <p:nvPr/>
          </p:nvSpPr>
          <p:spPr>
            <a:xfrm>
              <a:off x="6070205" y="2874870"/>
              <a:ext cx="23607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Earth is the only planet known to harbor life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878" name="Google Shape;1878;p44"/>
          <p:cNvGrpSpPr/>
          <p:nvPr/>
        </p:nvGrpSpPr>
        <p:grpSpPr>
          <a:xfrm>
            <a:off x="6070189" y="3669801"/>
            <a:ext cx="2360700" cy="841670"/>
            <a:chOff x="6070205" y="3746001"/>
            <a:chExt cx="2360700" cy="841670"/>
          </a:xfrm>
        </p:grpSpPr>
        <p:sp>
          <p:nvSpPr>
            <p:cNvPr id="1879" name="Google Shape;1879;p44"/>
            <p:cNvSpPr txBox="1"/>
            <p:nvPr/>
          </p:nvSpPr>
          <p:spPr>
            <a:xfrm>
              <a:off x="6070205" y="3746001"/>
              <a:ext cx="2360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Negative results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880" name="Google Shape;1880;p44"/>
            <p:cNvSpPr txBox="1"/>
            <p:nvPr/>
          </p:nvSpPr>
          <p:spPr>
            <a:xfrm>
              <a:off x="6070205" y="4006271"/>
              <a:ext cx="23607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Venus has a beautiful name and high temperatures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881" name="Google Shape;1881;p44"/>
          <p:cNvGrpSpPr/>
          <p:nvPr/>
        </p:nvGrpSpPr>
        <p:grpSpPr>
          <a:xfrm>
            <a:off x="4393902" y="2388909"/>
            <a:ext cx="356196" cy="265631"/>
            <a:chOff x="5216456" y="3725484"/>
            <a:chExt cx="356196" cy="265631"/>
          </a:xfrm>
        </p:grpSpPr>
        <p:sp>
          <p:nvSpPr>
            <p:cNvPr id="1882" name="Google Shape;1882;p44"/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4"/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84" name="Google Shape;1884;p44"/>
          <p:cNvCxnSpPr>
            <a:stCxn id="1862" idx="2"/>
            <a:endCxn id="1871" idx="3"/>
          </p:cNvCxnSpPr>
          <p:nvPr/>
        </p:nvCxnSpPr>
        <p:spPr>
          <a:xfrm flipH="1">
            <a:off x="3073859" y="2474552"/>
            <a:ext cx="1178100" cy="17463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85" name="Google Shape;1885;p44"/>
          <p:cNvCxnSpPr>
            <a:stCxn id="1886" idx="0"/>
            <a:endCxn id="1873" idx="1"/>
          </p:cNvCxnSpPr>
          <p:nvPr/>
        </p:nvCxnSpPr>
        <p:spPr>
          <a:xfrm rot="10800000" flipH="1">
            <a:off x="4844078" y="1818327"/>
            <a:ext cx="1226100" cy="1760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87" name="Google Shape;1887;p44"/>
          <p:cNvSpPr/>
          <p:nvPr/>
        </p:nvSpPr>
        <p:spPr>
          <a:xfrm flipH="1">
            <a:off x="4403255" y="1289115"/>
            <a:ext cx="337500" cy="3291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8" name="Google Shape;1888;p44"/>
          <p:cNvSpPr/>
          <p:nvPr/>
        </p:nvSpPr>
        <p:spPr>
          <a:xfrm flipH="1">
            <a:off x="4403255" y="4640615"/>
            <a:ext cx="337500" cy="3291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89" name="Google Shape;1889;p44"/>
          <p:cNvCxnSpPr>
            <a:stCxn id="1886" idx="0"/>
            <a:endCxn id="1876" idx="1"/>
          </p:cNvCxnSpPr>
          <p:nvPr/>
        </p:nvCxnSpPr>
        <p:spPr>
          <a:xfrm rot="10800000" flipH="1">
            <a:off x="4844078" y="2835627"/>
            <a:ext cx="1226100" cy="7428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90" name="Google Shape;1890;p44"/>
          <p:cNvCxnSpPr>
            <a:stCxn id="1886" idx="0"/>
            <a:endCxn id="1879" idx="1"/>
          </p:cNvCxnSpPr>
          <p:nvPr/>
        </p:nvCxnSpPr>
        <p:spPr>
          <a:xfrm>
            <a:off x="4844078" y="3578427"/>
            <a:ext cx="1226100" cy="274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91" name="Google Shape;1891;p44"/>
          <p:cNvCxnSpPr>
            <a:stCxn id="1862" idx="2"/>
            <a:endCxn id="1867" idx="3"/>
          </p:cNvCxnSpPr>
          <p:nvPr/>
        </p:nvCxnSpPr>
        <p:spPr>
          <a:xfrm flipH="1">
            <a:off x="3073859" y="2474552"/>
            <a:ext cx="1178100" cy="3609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92" name="Google Shape;1892;p44"/>
          <p:cNvCxnSpPr>
            <a:stCxn id="1862" idx="2"/>
            <a:endCxn id="1864" idx="3"/>
          </p:cNvCxnSpPr>
          <p:nvPr/>
        </p:nvCxnSpPr>
        <p:spPr>
          <a:xfrm rot="10800000">
            <a:off x="3073859" y="1818452"/>
            <a:ext cx="1178100" cy="6561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893" name="Google Shape;1893;p44"/>
          <p:cNvGrpSpPr/>
          <p:nvPr/>
        </p:nvGrpSpPr>
        <p:grpSpPr>
          <a:xfrm>
            <a:off x="4251959" y="3233193"/>
            <a:ext cx="640081" cy="658115"/>
            <a:chOff x="1690218" y="1609641"/>
            <a:chExt cx="526339" cy="577699"/>
          </a:xfrm>
        </p:grpSpPr>
        <p:sp>
          <p:nvSpPr>
            <p:cNvPr id="1894" name="Google Shape;1894;p44"/>
            <p:cNvSpPr/>
            <p:nvPr/>
          </p:nvSpPr>
          <p:spPr>
            <a:xfrm rot="5400000" flipH="1">
              <a:off x="1698457" y="1640841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4"/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5" name="Google Shape;1895;p44"/>
          <p:cNvGrpSpPr/>
          <p:nvPr/>
        </p:nvGrpSpPr>
        <p:grpSpPr>
          <a:xfrm>
            <a:off x="4413177" y="3472441"/>
            <a:ext cx="317645" cy="318757"/>
            <a:chOff x="5779408" y="3699191"/>
            <a:chExt cx="317645" cy="318757"/>
          </a:xfrm>
        </p:grpSpPr>
        <p:sp>
          <p:nvSpPr>
            <p:cNvPr id="1896" name="Google Shape;1896;p44"/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4"/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45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aphicFrame>
        <p:nvGraphicFramePr>
          <p:cNvPr id="1903" name="Google Shape;1903;p45"/>
          <p:cNvGraphicFramePr/>
          <p:nvPr/>
        </p:nvGraphicFramePr>
        <p:xfrm>
          <a:off x="776450" y="1298223"/>
          <a:ext cx="3623100" cy="3291100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133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77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Hypothesis 01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Results 1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Results 2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Mercury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Mars is very cold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Mercury is a small place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Mars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Neptune is far from us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The Moon is a satellite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Conclusions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4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Venus has a beautiful name and is the second planet from the Sun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04" name="Google Shape;1904;p45"/>
          <p:cNvGraphicFramePr/>
          <p:nvPr/>
        </p:nvGraphicFramePr>
        <p:xfrm>
          <a:off x="4744450" y="1298223"/>
          <a:ext cx="3623100" cy="3291100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133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77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Hypothesis 02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Results 1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Results 2</a:t>
                      </a:r>
                      <a:endParaRPr b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Venus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Venus is very hot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Jupiter is very big 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Earth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Pluto is very small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Saturn is a gas giant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Conclusions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4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Saturn is a gas giant and has rings. It's composed mostly of hydrogen and helium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05" name="Google Shape;1905;p45"/>
          <p:cNvGrpSpPr/>
          <p:nvPr/>
        </p:nvGrpSpPr>
        <p:grpSpPr>
          <a:xfrm>
            <a:off x="4336143" y="1341214"/>
            <a:ext cx="707067" cy="917053"/>
            <a:chOff x="7465916" y="720492"/>
            <a:chExt cx="1139144" cy="1477450"/>
          </a:xfrm>
        </p:grpSpPr>
        <p:sp>
          <p:nvSpPr>
            <p:cNvPr id="1906" name="Google Shape;1906;p45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5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5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5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5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5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aphicFrame>
        <p:nvGraphicFramePr>
          <p:cNvPr id="1917" name="Google Shape;1917;p46"/>
          <p:cNvGraphicFramePr/>
          <p:nvPr/>
        </p:nvGraphicFramePr>
        <p:xfrm>
          <a:off x="713200" y="1201260"/>
          <a:ext cx="7717600" cy="3352560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136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25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Estimated project budget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Amount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Resources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Price (unit)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Total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Product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$15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$45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Product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$30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$30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Product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$3.50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$14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Product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$20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$40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Product name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$8.50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$51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2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$180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918" name="Google Shape;1918;p46"/>
          <p:cNvGrpSpPr/>
          <p:nvPr/>
        </p:nvGrpSpPr>
        <p:grpSpPr>
          <a:xfrm>
            <a:off x="3870300" y="4000553"/>
            <a:ext cx="401699" cy="652702"/>
            <a:chOff x="3184129" y="3886889"/>
            <a:chExt cx="401699" cy="652702"/>
          </a:xfrm>
        </p:grpSpPr>
        <p:sp>
          <p:nvSpPr>
            <p:cNvPr id="1919" name="Google Shape;1919;p46"/>
            <p:cNvSpPr/>
            <p:nvPr/>
          </p:nvSpPr>
          <p:spPr>
            <a:xfrm>
              <a:off x="3184129" y="4322391"/>
              <a:ext cx="228600" cy="2172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6"/>
            <p:cNvSpPr/>
            <p:nvPr/>
          </p:nvSpPr>
          <p:spPr>
            <a:xfrm>
              <a:off x="3247429" y="3886889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1" name="Google Shape;1921;p46"/>
          <p:cNvGrpSpPr/>
          <p:nvPr/>
        </p:nvGrpSpPr>
        <p:grpSpPr>
          <a:xfrm rot="-5400000" flipH="1">
            <a:off x="341674" y="3919179"/>
            <a:ext cx="743104" cy="277639"/>
            <a:chOff x="7740700" y="4100311"/>
            <a:chExt cx="786936" cy="604089"/>
          </a:xfrm>
        </p:grpSpPr>
        <p:grpSp>
          <p:nvGrpSpPr>
            <p:cNvPr id="1922" name="Google Shape;1922;p46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923" name="Google Shape;1923;p46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46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25" name="Google Shape;1925;p46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47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931" name="Google Shape;1931;p47"/>
          <p:cNvGrpSpPr/>
          <p:nvPr/>
        </p:nvGrpSpPr>
        <p:grpSpPr>
          <a:xfrm>
            <a:off x="3415782" y="1227964"/>
            <a:ext cx="2312435" cy="971100"/>
            <a:chOff x="3316525" y="1121926"/>
            <a:chExt cx="2500200" cy="971100"/>
          </a:xfrm>
        </p:grpSpPr>
        <p:sp>
          <p:nvSpPr>
            <p:cNvPr id="1932" name="Google Shape;1932;p47"/>
            <p:cNvSpPr/>
            <p:nvPr/>
          </p:nvSpPr>
          <p:spPr>
            <a:xfrm>
              <a:off x="3316525" y="1121926"/>
              <a:ext cx="2500200" cy="971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3" name="Google Shape;1933;p47"/>
            <p:cNvGrpSpPr/>
            <p:nvPr/>
          </p:nvGrpSpPr>
          <p:grpSpPr>
            <a:xfrm>
              <a:off x="3395261" y="1186641"/>
              <a:ext cx="2360700" cy="841670"/>
              <a:chOff x="713126" y="1559400"/>
              <a:chExt cx="2360700" cy="841670"/>
            </a:xfrm>
          </p:grpSpPr>
          <p:sp>
            <p:nvSpPr>
              <p:cNvPr id="1934" name="Google Shape;1934;p47"/>
              <p:cNvSpPr txBox="1"/>
              <p:nvPr/>
            </p:nvSpPr>
            <p:spPr>
              <a:xfrm>
                <a:off x="713126" y="1559400"/>
                <a:ext cx="23607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Problem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935" name="Google Shape;1935;p47"/>
              <p:cNvSpPr txBox="1"/>
              <p:nvPr/>
            </p:nvSpPr>
            <p:spPr>
              <a:xfrm>
                <a:off x="713126" y="1819670"/>
                <a:ext cx="23607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Mercury is the closest planet to the Sun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936" name="Google Shape;1936;p47"/>
          <p:cNvGrpSpPr/>
          <p:nvPr/>
        </p:nvGrpSpPr>
        <p:grpSpPr>
          <a:xfrm>
            <a:off x="3415782" y="2416316"/>
            <a:ext cx="2312435" cy="971100"/>
            <a:chOff x="3255825" y="2350251"/>
            <a:chExt cx="2500200" cy="971100"/>
          </a:xfrm>
        </p:grpSpPr>
        <p:sp>
          <p:nvSpPr>
            <p:cNvPr id="1937" name="Google Shape;1937;p47"/>
            <p:cNvSpPr/>
            <p:nvPr/>
          </p:nvSpPr>
          <p:spPr>
            <a:xfrm>
              <a:off x="3255825" y="2350251"/>
              <a:ext cx="2500200" cy="971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8" name="Google Shape;1938;p47"/>
            <p:cNvGrpSpPr/>
            <p:nvPr/>
          </p:nvGrpSpPr>
          <p:grpSpPr>
            <a:xfrm>
              <a:off x="3325575" y="2414966"/>
              <a:ext cx="2360700" cy="841670"/>
              <a:chOff x="713126" y="1559400"/>
              <a:chExt cx="2360700" cy="841670"/>
            </a:xfrm>
          </p:grpSpPr>
          <p:sp>
            <p:nvSpPr>
              <p:cNvPr id="1939" name="Google Shape;1939;p47"/>
              <p:cNvSpPr txBox="1"/>
              <p:nvPr/>
            </p:nvSpPr>
            <p:spPr>
              <a:xfrm>
                <a:off x="713126" y="1559400"/>
                <a:ext cx="23607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Hypothesis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940" name="Google Shape;1940;p47"/>
              <p:cNvSpPr txBox="1"/>
              <p:nvPr/>
            </p:nvSpPr>
            <p:spPr>
              <a:xfrm>
                <a:off x="713126" y="1819670"/>
                <a:ext cx="23607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Venus is the second planet from the Sun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941" name="Google Shape;1941;p47"/>
          <p:cNvGrpSpPr/>
          <p:nvPr/>
        </p:nvGrpSpPr>
        <p:grpSpPr>
          <a:xfrm>
            <a:off x="3415783" y="3604668"/>
            <a:ext cx="2312435" cy="971100"/>
            <a:chOff x="3453830" y="3692801"/>
            <a:chExt cx="2500200" cy="971100"/>
          </a:xfrm>
        </p:grpSpPr>
        <p:sp>
          <p:nvSpPr>
            <p:cNvPr id="1942" name="Google Shape;1942;p47"/>
            <p:cNvSpPr/>
            <p:nvPr/>
          </p:nvSpPr>
          <p:spPr>
            <a:xfrm>
              <a:off x="3453830" y="3692801"/>
              <a:ext cx="2500200" cy="971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3" name="Google Shape;1943;p47"/>
            <p:cNvGrpSpPr/>
            <p:nvPr/>
          </p:nvGrpSpPr>
          <p:grpSpPr>
            <a:xfrm>
              <a:off x="3523580" y="3757516"/>
              <a:ext cx="2360700" cy="841670"/>
              <a:chOff x="713126" y="1559400"/>
              <a:chExt cx="2360700" cy="841670"/>
            </a:xfrm>
          </p:grpSpPr>
          <p:sp>
            <p:nvSpPr>
              <p:cNvPr id="1944" name="Google Shape;1944;p47"/>
              <p:cNvSpPr txBox="1"/>
              <p:nvPr/>
            </p:nvSpPr>
            <p:spPr>
              <a:xfrm>
                <a:off x="713126" y="1559400"/>
                <a:ext cx="23607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Contrast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945" name="Google Shape;1945;p47"/>
              <p:cNvSpPr txBox="1"/>
              <p:nvPr/>
            </p:nvSpPr>
            <p:spPr>
              <a:xfrm>
                <a:off x="713126" y="1819670"/>
                <a:ext cx="23607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Earth is the only planet known to harbor life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946" name="Google Shape;1946;p47"/>
          <p:cNvGrpSpPr/>
          <p:nvPr/>
        </p:nvGrpSpPr>
        <p:grpSpPr>
          <a:xfrm>
            <a:off x="713207" y="3089176"/>
            <a:ext cx="2312435" cy="971100"/>
            <a:chOff x="530487" y="3136253"/>
            <a:chExt cx="2500200" cy="971100"/>
          </a:xfrm>
        </p:grpSpPr>
        <p:sp>
          <p:nvSpPr>
            <p:cNvPr id="1947" name="Google Shape;1947;p47"/>
            <p:cNvSpPr/>
            <p:nvPr/>
          </p:nvSpPr>
          <p:spPr>
            <a:xfrm>
              <a:off x="530487" y="3136253"/>
              <a:ext cx="2500200" cy="971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8" name="Google Shape;1948;p47"/>
            <p:cNvGrpSpPr/>
            <p:nvPr/>
          </p:nvGrpSpPr>
          <p:grpSpPr>
            <a:xfrm>
              <a:off x="600237" y="3200968"/>
              <a:ext cx="2360700" cy="841670"/>
              <a:chOff x="713126" y="1559400"/>
              <a:chExt cx="2360700" cy="841670"/>
            </a:xfrm>
          </p:grpSpPr>
          <p:sp>
            <p:nvSpPr>
              <p:cNvPr id="1949" name="Google Shape;1949;p47"/>
              <p:cNvSpPr txBox="1"/>
              <p:nvPr/>
            </p:nvSpPr>
            <p:spPr>
              <a:xfrm>
                <a:off x="713126" y="1559400"/>
                <a:ext cx="23607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Confirmation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950" name="Google Shape;1950;p47"/>
              <p:cNvSpPr txBox="1"/>
              <p:nvPr/>
            </p:nvSpPr>
            <p:spPr>
              <a:xfrm>
                <a:off x="713126" y="1819670"/>
                <a:ext cx="23607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Jupiter is the biggest planet of them all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grpSp>
        <p:nvGrpSpPr>
          <p:cNvPr id="1951" name="Google Shape;1951;p47"/>
          <p:cNvGrpSpPr/>
          <p:nvPr/>
        </p:nvGrpSpPr>
        <p:grpSpPr>
          <a:xfrm>
            <a:off x="6118358" y="3089176"/>
            <a:ext cx="2312435" cy="971100"/>
            <a:chOff x="5838549" y="3160115"/>
            <a:chExt cx="2500200" cy="971100"/>
          </a:xfrm>
        </p:grpSpPr>
        <p:sp>
          <p:nvSpPr>
            <p:cNvPr id="1952" name="Google Shape;1952;p47"/>
            <p:cNvSpPr/>
            <p:nvPr/>
          </p:nvSpPr>
          <p:spPr>
            <a:xfrm>
              <a:off x="5838549" y="3160115"/>
              <a:ext cx="2500200" cy="971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3" name="Google Shape;1953;p47"/>
            <p:cNvGrpSpPr/>
            <p:nvPr/>
          </p:nvGrpSpPr>
          <p:grpSpPr>
            <a:xfrm>
              <a:off x="5908299" y="3224830"/>
              <a:ext cx="2360700" cy="841670"/>
              <a:chOff x="713126" y="1559400"/>
              <a:chExt cx="2360700" cy="841670"/>
            </a:xfrm>
          </p:grpSpPr>
          <p:sp>
            <p:nvSpPr>
              <p:cNvPr id="1954" name="Google Shape;1954;p47"/>
              <p:cNvSpPr txBox="1"/>
              <p:nvPr/>
            </p:nvSpPr>
            <p:spPr>
              <a:xfrm>
                <a:off x="713126" y="1559400"/>
                <a:ext cx="23607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Refutation</a:t>
                </a:r>
                <a:endParaRPr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1955" name="Google Shape;1955;p47"/>
              <p:cNvSpPr txBox="1"/>
              <p:nvPr/>
            </p:nvSpPr>
            <p:spPr>
              <a:xfrm>
                <a:off x="713126" y="1819670"/>
                <a:ext cx="23607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Despite being red, Mars is actually a cold place</a:t>
                </a:r>
                <a:endParaRPr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p:grpSp>
      </p:grpSp>
      <p:cxnSp>
        <p:nvCxnSpPr>
          <p:cNvPr id="1956" name="Google Shape;1956;p47"/>
          <p:cNvCxnSpPr>
            <a:stCxn id="1942" idx="1"/>
            <a:endCxn id="1947" idx="3"/>
          </p:cNvCxnSpPr>
          <p:nvPr/>
        </p:nvCxnSpPr>
        <p:spPr>
          <a:xfrm rot="10800000">
            <a:off x="3025783" y="3574818"/>
            <a:ext cx="390000" cy="515400"/>
          </a:xfrm>
          <a:prstGeom prst="bentConnector3">
            <a:avLst>
              <a:gd name="adj1" fmla="val 5001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57" name="Google Shape;1957;p47"/>
          <p:cNvCxnSpPr>
            <a:stCxn id="1942" idx="3"/>
            <a:endCxn id="1952" idx="1"/>
          </p:cNvCxnSpPr>
          <p:nvPr/>
        </p:nvCxnSpPr>
        <p:spPr>
          <a:xfrm rot="10800000" flipH="1">
            <a:off x="5728218" y="3574818"/>
            <a:ext cx="390000" cy="515400"/>
          </a:xfrm>
          <a:prstGeom prst="bentConnector3">
            <a:avLst>
              <a:gd name="adj1" fmla="val 5001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58" name="Google Shape;1958;p47"/>
          <p:cNvCxnSpPr>
            <a:stCxn id="1932" idx="2"/>
            <a:endCxn id="1937" idx="0"/>
          </p:cNvCxnSpPr>
          <p:nvPr/>
        </p:nvCxnSpPr>
        <p:spPr>
          <a:xfrm rot="-5400000" flipH="1">
            <a:off x="4463700" y="2307364"/>
            <a:ext cx="217200" cy="6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59" name="Google Shape;1959;p47"/>
          <p:cNvCxnSpPr>
            <a:stCxn id="1937" idx="2"/>
            <a:endCxn id="1942" idx="0"/>
          </p:cNvCxnSpPr>
          <p:nvPr/>
        </p:nvCxnSpPr>
        <p:spPr>
          <a:xfrm rot="-5400000" flipH="1">
            <a:off x="4463700" y="3495716"/>
            <a:ext cx="217200" cy="6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960" name="Google Shape;1960;p47"/>
          <p:cNvGrpSpPr/>
          <p:nvPr/>
        </p:nvGrpSpPr>
        <p:grpSpPr>
          <a:xfrm>
            <a:off x="1382518" y="1627264"/>
            <a:ext cx="707067" cy="917053"/>
            <a:chOff x="7465916" y="720492"/>
            <a:chExt cx="1139144" cy="1477450"/>
          </a:xfrm>
        </p:grpSpPr>
        <p:sp>
          <p:nvSpPr>
            <p:cNvPr id="1961" name="Google Shape;1961;p4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7" name="Google Shape;1967;p47"/>
          <p:cNvGrpSpPr/>
          <p:nvPr/>
        </p:nvGrpSpPr>
        <p:grpSpPr>
          <a:xfrm flipH="1">
            <a:off x="6842268" y="1627264"/>
            <a:ext cx="707067" cy="917053"/>
            <a:chOff x="7465916" y="720492"/>
            <a:chExt cx="1139144" cy="1477450"/>
          </a:xfrm>
        </p:grpSpPr>
        <p:sp>
          <p:nvSpPr>
            <p:cNvPr id="1968" name="Google Shape;1968;p4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48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pSp>
        <p:nvGrpSpPr>
          <p:cNvPr id="1979" name="Google Shape;1979;p48"/>
          <p:cNvGrpSpPr/>
          <p:nvPr/>
        </p:nvGrpSpPr>
        <p:grpSpPr>
          <a:xfrm>
            <a:off x="6278025" y="2973148"/>
            <a:ext cx="2151084" cy="1285930"/>
            <a:chOff x="6278025" y="3143536"/>
            <a:chExt cx="2151084" cy="1285930"/>
          </a:xfrm>
        </p:grpSpPr>
        <p:sp>
          <p:nvSpPr>
            <p:cNvPr id="1980" name="Google Shape;1980;p48"/>
            <p:cNvSpPr txBox="1"/>
            <p:nvPr/>
          </p:nvSpPr>
          <p:spPr>
            <a:xfrm>
              <a:off x="6499809" y="3143536"/>
              <a:ext cx="19293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Venus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981" name="Google Shape;1981;p48"/>
            <p:cNvSpPr txBox="1"/>
            <p:nvPr/>
          </p:nvSpPr>
          <p:spPr>
            <a:xfrm>
              <a:off x="6499809" y="3478466"/>
              <a:ext cx="1929300" cy="95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Venus has a beautiful name and is the second planet from the Sun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982" name="Google Shape;1982;p48"/>
            <p:cNvSpPr/>
            <p:nvPr/>
          </p:nvSpPr>
          <p:spPr>
            <a:xfrm flipH="1">
              <a:off x="6278025" y="3207661"/>
              <a:ext cx="222300" cy="2223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983" name="Google Shape;1983;p48"/>
          <p:cNvGrpSpPr/>
          <p:nvPr/>
        </p:nvGrpSpPr>
        <p:grpSpPr>
          <a:xfrm>
            <a:off x="6278025" y="1611712"/>
            <a:ext cx="2152752" cy="1288623"/>
            <a:chOff x="6278025" y="1553500"/>
            <a:chExt cx="2152752" cy="1288623"/>
          </a:xfrm>
        </p:grpSpPr>
        <p:sp>
          <p:nvSpPr>
            <p:cNvPr id="1984" name="Google Shape;1984;p48"/>
            <p:cNvSpPr txBox="1"/>
            <p:nvPr/>
          </p:nvSpPr>
          <p:spPr>
            <a:xfrm>
              <a:off x="6498777" y="1553500"/>
              <a:ext cx="19320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Earth</a:t>
              </a:r>
              <a:endPara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985" name="Google Shape;1985;p48"/>
            <p:cNvSpPr txBox="1"/>
            <p:nvPr/>
          </p:nvSpPr>
          <p:spPr>
            <a:xfrm>
              <a:off x="6498775" y="1888423"/>
              <a:ext cx="1932000" cy="95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Earth is the third planet from the Sun and the only one that harbors life</a:t>
              </a:r>
              <a:endPara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986" name="Google Shape;1986;p48"/>
            <p:cNvSpPr/>
            <p:nvPr/>
          </p:nvSpPr>
          <p:spPr>
            <a:xfrm flipH="1">
              <a:off x="6278025" y="1617624"/>
              <a:ext cx="222300" cy="2223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987" name="Google Shape;1987;p4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700" y="1484417"/>
            <a:ext cx="4695024" cy="290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8" name="Google Shape;1988;p48"/>
          <p:cNvSpPr txBox="1"/>
          <p:nvPr/>
        </p:nvSpPr>
        <p:spPr>
          <a:xfrm>
            <a:off x="713225" y="4426525"/>
            <a:ext cx="73530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Follow the link in the graph to modify its data and then paste the new one here.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0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49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paper style thesis infographics</a:t>
            </a:r>
            <a:endParaRPr/>
          </a:p>
        </p:txBody>
      </p:sp>
      <p:graphicFrame>
        <p:nvGraphicFramePr>
          <p:cNvPr id="1994" name="Google Shape;1994;p49"/>
          <p:cNvGraphicFramePr/>
          <p:nvPr/>
        </p:nvGraphicFramePr>
        <p:xfrm>
          <a:off x="713250" y="1460359"/>
          <a:ext cx="7717525" cy="3065650"/>
        </p:xfrm>
        <a:graphic>
          <a:graphicData uri="http://schemas.openxmlformats.org/drawingml/2006/table">
            <a:tbl>
              <a:tblPr>
                <a:noFill/>
                <a:tableStyleId>{D95563FB-FC35-48E1-AE28-C915B93A76FC}</a:tableStyleId>
              </a:tblPr>
              <a:tblGrid>
                <a:gridCol w="12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Author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Title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Important quotes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Pages</a:t>
                      </a:r>
                      <a:endParaRPr sz="2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67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John Doe</a:t>
                      </a:r>
                      <a:endParaRPr i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Mars is cold</a:t>
                      </a:r>
                      <a:endParaRPr i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“Despite being red, Mars is actually a cold place. It's full of iron oxide dust”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125-126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6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“Earth is the third planet from the Sun and the only one that harbors life”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241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67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Jenna Harris</a:t>
                      </a:r>
                      <a:endParaRPr i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Mercury is small</a:t>
                      </a:r>
                      <a:endParaRPr i="1"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“Jupiter is a gas giant and the biggest planet in the Solar System”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15-16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6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“Saturn is a gas giant and has several rings. It's composed mostly of hydrogen and helium”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36-37</a:t>
                      </a:r>
                      <a:endParaRPr>
                        <a:solidFill>
                          <a:schemeClr val="dk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95" name="Google Shape;1995;p49"/>
          <p:cNvSpPr/>
          <p:nvPr/>
        </p:nvSpPr>
        <p:spPr>
          <a:xfrm>
            <a:off x="544021" y="308575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6" name="Google Shape;1996;p49"/>
          <p:cNvSpPr/>
          <p:nvPr/>
        </p:nvSpPr>
        <p:spPr>
          <a:xfrm>
            <a:off x="8261571" y="3085751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aper Style Thesis Infographic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1814</Words>
  <Application>Microsoft Office PowerPoint</Application>
  <PresentationFormat>全屏显示(16:9)</PresentationFormat>
  <Paragraphs>477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Spectral</vt:lpstr>
      <vt:lpstr>Spectral Light</vt:lpstr>
      <vt:lpstr>Arial</vt:lpstr>
      <vt:lpstr>Merriweather</vt:lpstr>
      <vt:lpstr>Graph Paper Style Thesis Infographics by Slidesgo</vt:lpstr>
      <vt:lpstr>Graph Paper Style Thesis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  <vt:lpstr>Graph paper style thesis 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Paper Style Thesis</dc:title>
  <dc:creator>濑世</dc:creator>
  <cp:lastModifiedBy>沈 艺劼</cp:lastModifiedBy>
  <cp:revision>4</cp:revision>
  <dcterms:modified xsi:type="dcterms:W3CDTF">2023-04-04T03:20:57Z</dcterms:modified>
</cp:coreProperties>
</file>