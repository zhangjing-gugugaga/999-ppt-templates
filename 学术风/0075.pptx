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8" r:id="rId12"/>
    <p:sldId id="266" r:id="rId13"/>
    <p:sldId id="267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D32"/>
    <a:srgbClr val="FB811D"/>
    <a:srgbClr val="FFCE33"/>
    <a:srgbClr val="FB7405"/>
    <a:srgbClr val="FFC5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5238" autoAdjust="0"/>
  </p:normalViewPr>
  <p:slideViewPr>
    <p:cSldViewPr snapToGrid="0">
      <p:cViewPr varScale="1">
        <p:scale>
          <a:sx n="84" d="100"/>
          <a:sy n="84" d="100"/>
        </p:scale>
        <p:origin x="110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FB811D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F0-48B7-8671-A8440F6BBE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FFCE3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F0-48B7-8671-A8440F6BBE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F0-48B7-8671-A8440F6BBE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9292080"/>
        <c:axId val="1719292624"/>
      </c:barChart>
      <c:catAx>
        <c:axId val="17192920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19292624"/>
        <c:crosses val="autoZero"/>
        <c:auto val="1"/>
        <c:lblAlgn val="ctr"/>
        <c:lblOffset val="100"/>
        <c:noMultiLvlLbl val="0"/>
      </c:catAx>
      <c:valAx>
        <c:axId val="1719292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9292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FB740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9E-48F9-9BFE-1B4860058D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FFCE3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9E-48F9-9BFE-1B4860058D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9E-48F9-9BFE-1B4860058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1252848"/>
        <c:axId val="1621244688"/>
      </c:barChart>
      <c:catAx>
        <c:axId val="16212528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21244688"/>
        <c:crosses val="autoZero"/>
        <c:auto val="1"/>
        <c:lblAlgn val="ctr"/>
        <c:lblOffset val="100"/>
        <c:noMultiLvlLbl val="0"/>
      </c:catAx>
      <c:valAx>
        <c:axId val="16212446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21252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rgbClr val="FB7405"/>
            </a:solidFill>
            <a:ln>
              <a:noFill/>
            </a:ln>
            <a:effectLst/>
          </c:spPr>
          <c:invertIfNegative val="0"/>
          <c:dPt>
            <c:idx val="2"/>
            <c:invertIfNegative val="1"/>
            <c:bubble3D val="1"/>
            <c:spPr>
              <a:solidFill>
                <a:srgbClr val="FB7405"/>
              </a:solidFill>
              <a:ln>
                <a:solidFill>
                  <a:srgbClr val="FC4A8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EAE-415F-8BA3-C73004D8498D}"/>
              </c:ext>
            </c:extLst>
          </c:dPt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2">
                  <c:v>8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2-7EAE-415F-8BA3-C73004D849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621255024"/>
        <c:axId val="1621245232"/>
      </c:bubbleChart>
      <c:valAx>
        <c:axId val="16212550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21245232"/>
        <c:crosses val="autoZero"/>
        <c:crossBetween val="midCat"/>
      </c:valAx>
      <c:valAx>
        <c:axId val="16212452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21255024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621256656"/>
        <c:axId val="1621242512"/>
      </c:bubbleChart>
      <c:valAx>
        <c:axId val="16212566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21242512"/>
        <c:crosses val="autoZero"/>
        <c:crossBetween val="midCat"/>
      </c:valAx>
      <c:valAx>
        <c:axId val="16212425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212566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939603036289301E-2"/>
          <c:y val="8.2863300133409895E-2"/>
          <c:w val="0.86419788997624902"/>
          <c:h val="0.77647627101040095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>
              <a:gsLst>
                <a:gs pos="0">
                  <a:srgbClr val="FFCE33"/>
                </a:gs>
                <a:gs pos="92000">
                  <a:srgbClr val="FB811D"/>
                </a:gs>
                <a:gs pos="100000">
                  <a:srgbClr val="FB7405"/>
                </a:gs>
              </a:gsLst>
              <a:lin ang="0" scaled="1"/>
            </a:gradFill>
            <a:ln>
              <a:noFill/>
            </a:ln>
            <a:effectLst/>
          </c:spPr>
          <c:cat>
            <c:numRef>
              <c:f>Sheet1!$A$2:$A$6</c:f>
              <c:numCache>
                <c:formatCode>yyyy/m/d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DF-438F-AFD9-E3FF3E7CE0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gradFill flip="none" rotWithShape="1">
              <a:gsLst>
                <a:gs pos="0">
                  <a:srgbClr val="FFCE33">
                    <a:alpha val="52000"/>
                  </a:srgbClr>
                </a:gs>
                <a:gs pos="92000">
                  <a:srgbClr val="FB811D">
                    <a:alpha val="74000"/>
                  </a:srgbClr>
                </a:gs>
                <a:gs pos="100000">
                  <a:srgbClr val="FB7405">
                    <a:alpha val="6600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cat>
            <c:numRef>
              <c:f>Sheet1!$A$2:$A$6</c:f>
              <c:numCache>
                <c:formatCode>yyyy/m/d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DF-438F-AFD9-E3FF3E7CE0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6815792"/>
        <c:axId val="1716822320"/>
      </c:areaChart>
      <c:dateAx>
        <c:axId val="1716815792"/>
        <c:scaling>
          <c:orientation val="minMax"/>
        </c:scaling>
        <c:delete val="0"/>
        <c:axPos val="b"/>
        <c:numFmt formatCode="yyyy/m/d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6822320"/>
        <c:crosses val="autoZero"/>
        <c:auto val="1"/>
        <c:lblOffset val="100"/>
        <c:baseTimeUnit val="days"/>
      </c:dateAx>
      <c:valAx>
        <c:axId val="17168223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68157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FFCE3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851-4A46-BAB6-5021812606D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851-4A46-BAB6-5021812606D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851-4A46-BAB6-5021812606DC}"/>
              </c:ext>
            </c:extLst>
          </c:dPt>
          <c:dPt>
            <c:idx val="3"/>
            <c:bubble3D val="0"/>
            <c:spPr>
              <a:solidFill>
                <a:srgbClr val="FB811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851-4A46-BAB6-5021812606DC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3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51-4A46-BAB6-5021812606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41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9BA01-B6E8-4CD6-A952-C8543BCE38AA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01836-B410-4113-8938-3A18DD8EF7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326971" y="1328062"/>
            <a:ext cx="3969004" cy="4180596"/>
            <a:chOff x="7102381" y="1231809"/>
            <a:chExt cx="3969004" cy="4180596"/>
          </a:xfrm>
        </p:grpSpPr>
        <p:sp>
          <p:nvSpPr>
            <p:cNvPr id="13" name="椭圆 12"/>
            <p:cNvSpPr/>
            <p:nvPr/>
          </p:nvSpPr>
          <p:spPr>
            <a:xfrm rot="19296391">
              <a:off x="7102381" y="1231809"/>
              <a:ext cx="3969004" cy="4180596"/>
            </a:xfrm>
            <a:prstGeom prst="ellipse">
              <a:avLst/>
            </a:prstGeom>
            <a:gradFill flip="none" rotWithShape="1">
              <a:gsLst>
                <a:gs pos="54000">
                  <a:srgbClr val="FB7405">
                    <a:alpha val="72000"/>
                  </a:srgbClr>
                </a:gs>
                <a:gs pos="0">
                  <a:srgbClr val="FB7405"/>
                </a:gs>
                <a:gs pos="100000">
                  <a:srgbClr val="FFC000">
                    <a:alpha val="2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softEdge rad="304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7114286" y="1267143"/>
              <a:ext cx="3899460" cy="3899460"/>
              <a:chOff x="7503245" y="1778515"/>
              <a:chExt cx="3899460" cy="3899460"/>
            </a:xfrm>
          </p:grpSpPr>
          <p:sp>
            <p:nvSpPr>
              <p:cNvPr id="4" name="椭圆 3"/>
              <p:cNvSpPr/>
              <p:nvPr/>
            </p:nvSpPr>
            <p:spPr>
              <a:xfrm rot="7417385">
                <a:off x="8018584" y="2307102"/>
                <a:ext cx="3348110" cy="3348110"/>
              </a:xfrm>
              <a:prstGeom prst="ellipse">
                <a:avLst/>
              </a:prstGeom>
              <a:gradFill>
                <a:gsLst>
                  <a:gs pos="0">
                    <a:srgbClr val="FFCE33">
                      <a:alpha val="56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 rot="19296391">
                <a:off x="7503245" y="1778515"/>
                <a:ext cx="3899460" cy="3899460"/>
              </a:xfrm>
              <a:prstGeom prst="ellipse">
                <a:avLst/>
              </a:prstGeom>
              <a:gradFill flip="none" rotWithShape="1">
                <a:gsLst>
                  <a:gs pos="54000">
                    <a:srgbClr val="FFC000"/>
                  </a:gs>
                  <a:gs pos="0">
                    <a:srgbClr val="FB7405"/>
                  </a:gs>
                  <a:gs pos="100000">
                    <a:srgbClr val="FFC000">
                      <a:alpha val="2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softEdge rad="304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" name="文本框 15"/>
          <p:cNvSpPr txBox="1"/>
          <p:nvPr/>
        </p:nvSpPr>
        <p:spPr>
          <a:xfrm>
            <a:off x="535334" y="1876619"/>
            <a:ext cx="3262432" cy="1323439"/>
          </a:xfrm>
          <a:prstGeom prst="rect">
            <a:avLst/>
          </a:prstGeom>
          <a:noFill/>
          <a:effectLst>
            <a:softEdge rad="0"/>
          </a:effectLst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n cap="rnd" cmpd="dbl">
                  <a:noFill/>
                  <a:bevel/>
                </a:ln>
                <a:latin typeface="等线" panose="02010600030101010101" pitchFamily="2" charset="-122"/>
                <a:ea typeface="等线" panose="02010600030101010101" pitchFamily="2" charset="-122"/>
              </a:rPr>
              <a:t>日出曙光</a:t>
            </a:r>
            <a:endParaRPr lang="en-US" altLang="zh-CN" sz="4000" b="1" dirty="0">
              <a:ln cap="rnd" cmpd="dbl">
                <a:noFill/>
                <a:bevel/>
              </a:ln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4000" b="1" dirty="0">
                <a:ln cap="rnd" cmpd="dbl">
                  <a:noFill/>
                  <a:bevel/>
                </a:ln>
                <a:latin typeface="等线" panose="02010600030101010101" pitchFamily="2" charset="-122"/>
                <a:ea typeface="等线" panose="02010600030101010101" pitchFamily="2" charset="-122"/>
              </a:rPr>
              <a:t>毕业答辩模板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63779" y="3425688"/>
            <a:ext cx="59202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sense graduation defense template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7230" y="5565980"/>
            <a:ext cx="1332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n cap="rnd" cmpd="dbl">
                  <a:noFill/>
                  <a:bevel/>
                </a:ln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XX</a:t>
            </a:r>
            <a:r>
              <a:rPr lang="zh-CN" altLang="en-US" sz="2000" b="1" dirty="0">
                <a:ln cap="rnd" cmpd="dbl">
                  <a:noFill/>
                  <a:bevel/>
                </a:ln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月</a:t>
            </a:r>
            <a:r>
              <a:rPr lang="en-US" altLang="zh-CN" sz="2000" b="1" dirty="0">
                <a:ln cap="rnd" cmpd="dbl">
                  <a:noFill/>
                  <a:bevel/>
                </a:ln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XX</a:t>
            </a:r>
            <a:r>
              <a:rPr lang="zh-CN" altLang="en-US" sz="2000" b="1" dirty="0">
                <a:ln cap="rnd" cmpd="dbl">
                  <a:noFill/>
                  <a:bevel/>
                </a:ln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日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F79158A-AC34-4BBF-A724-33A2DC2A2C66}"/>
              </a:ext>
            </a:extLst>
          </p:cNvPr>
          <p:cNvGrpSpPr/>
          <p:nvPr/>
        </p:nvGrpSpPr>
        <p:grpSpPr>
          <a:xfrm>
            <a:off x="870790" y="242402"/>
            <a:ext cx="1455417" cy="1444054"/>
            <a:chOff x="5367501" y="642438"/>
            <a:chExt cx="1455417" cy="1444054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34BE4F08-B152-46B2-8BC1-18D83CBD2A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67501" y="642438"/>
              <a:ext cx="1455417" cy="1444054"/>
            </a:xfrm>
            <a:custGeom>
              <a:avLst/>
              <a:gdLst>
                <a:gd name="T0" fmla="*/ 26 w 2150"/>
                <a:gd name="T1" fmla="*/ 1247 h 2134"/>
                <a:gd name="T2" fmla="*/ 43 w 2150"/>
                <a:gd name="T3" fmla="*/ 927 h 2134"/>
                <a:gd name="T4" fmla="*/ 62 w 2150"/>
                <a:gd name="T5" fmla="*/ 713 h 2134"/>
                <a:gd name="T6" fmla="*/ 247 w 2150"/>
                <a:gd name="T7" fmla="*/ 485 h 2134"/>
                <a:gd name="T8" fmla="*/ 269 w 2150"/>
                <a:gd name="T9" fmla="*/ 340 h 2134"/>
                <a:gd name="T10" fmla="*/ 431 w 2150"/>
                <a:gd name="T11" fmla="*/ 252 h 2134"/>
                <a:gd name="T12" fmla="*/ 684 w 2150"/>
                <a:gd name="T13" fmla="*/ 107 h 2134"/>
                <a:gd name="T14" fmla="*/ 878 w 2150"/>
                <a:gd name="T15" fmla="*/ 18 h 2134"/>
                <a:gd name="T16" fmla="*/ 1043 w 2150"/>
                <a:gd name="T17" fmla="*/ 79 h 2134"/>
                <a:gd name="T18" fmla="*/ 1242 w 2150"/>
                <a:gd name="T19" fmla="*/ 30 h 2134"/>
                <a:gd name="T20" fmla="*/ 1417 w 2150"/>
                <a:gd name="T21" fmla="*/ 44 h 2134"/>
                <a:gd name="T22" fmla="*/ 1572 w 2150"/>
                <a:gd name="T23" fmla="*/ 213 h 2134"/>
                <a:gd name="T24" fmla="*/ 1752 w 2150"/>
                <a:gd name="T25" fmla="*/ 253 h 2134"/>
                <a:gd name="T26" fmla="*/ 1896 w 2150"/>
                <a:gd name="T27" fmla="*/ 394 h 2134"/>
                <a:gd name="T28" fmla="*/ 1985 w 2150"/>
                <a:gd name="T29" fmla="*/ 636 h 2134"/>
                <a:gd name="T30" fmla="*/ 2115 w 2150"/>
                <a:gd name="T31" fmla="*/ 739 h 2134"/>
                <a:gd name="T32" fmla="*/ 2113 w 2150"/>
                <a:gd name="T33" fmla="*/ 919 h 2134"/>
                <a:gd name="T34" fmla="*/ 2092 w 2150"/>
                <a:gd name="T35" fmla="*/ 1175 h 2134"/>
                <a:gd name="T36" fmla="*/ 2141 w 2150"/>
                <a:gd name="T37" fmla="*/ 1301 h 2134"/>
                <a:gd name="T38" fmla="*/ 2057 w 2150"/>
                <a:gd name="T39" fmla="*/ 1448 h 2134"/>
                <a:gd name="T40" fmla="*/ 1905 w 2150"/>
                <a:gd name="T41" fmla="*/ 1645 h 2134"/>
                <a:gd name="T42" fmla="*/ 1870 w 2150"/>
                <a:gd name="T43" fmla="*/ 1820 h 2134"/>
                <a:gd name="T44" fmla="*/ 1722 w 2150"/>
                <a:gd name="T45" fmla="*/ 1886 h 2134"/>
                <a:gd name="T46" fmla="*/ 1498 w 2150"/>
                <a:gd name="T47" fmla="*/ 1987 h 2134"/>
                <a:gd name="T48" fmla="*/ 1367 w 2150"/>
                <a:gd name="T49" fmla="*/ 2123 h 2134"/>
                <a:gd name="T50" fmla="*/ 1220 w 2150"/>
                <a:gd name="T51" fmla="*/ 2095 h 2134"/>
                <a:gd name="T52" fmla="*/ 1071 w 2150"/>
                <a:gd name="T53" fmla="*/ 2057 h 2134"/>
                <a:gd name="T54" fmla="*/ 903 w 2150"/>
                <a:gd name="T55" fmla="*/ 2110 h 2134"/>
                <a:gd name="T56" fmla="*/ 743 w 2150"/>
                <a:gd name="T57" fmla="*/ 2100 h 2134"/>
                <a:gd name="T58" fmla="*/ 612 w 2150"/>
                <a:gd name="T59" fmla="*/ 1947 h 2134"/>
                <a:gd name="T60" fmla="*/ 447 w 2150"/>
                <a:gd name="T61" fmla="*/ 1887 h 2134"/>
                <a:gd name="T62" fmla="*/ 279 w 2150"/>
                <a:gd name="T63" fmla="*/ 1816 h 2134"/>
                <a:gd name="T64" fmla="*/ 253 w 2150"/>
                <a:gd name="T65" fmla="*/ 1696 h 2134"/>
                <a:gd name="T66" fmla="*/ 102 w 2150"/>
                <a:gd name="T67" fmla="*/ 1453 h 2134"/>
                <a:gd name="T68" fmla="*/ 10 w 2150"/>
                <a:gd name="T69" fmla="*/ 1319 h 2134"/>
                <a:gd name="T70" fmla="*/ 1235 w 2150"/>
                <a:gd name="T71" fmla="*/ 1906 h 2134"/>
                <a:gd name="T72" fmla="*/ 1932 w 2150"/>
                <a:gd name="T73" fmla="*/ 1080 h 2134"/>
                <a:gd name="T74" fmla="*/ 982 w 2150"/>
                <a:gd name="T75" fmla="*/ 223 h 2134"/>
                <a:gd name="T76" fmla="*/ 223 w 2150"/>
                <a:gd name="T77" fmla="*/ 1140 h 2134"/>
                <a:gd name="T78" fmla="*/ 1076 w 2150"/>
                <a:gd name="T79" fmla="*/ 1920 h 2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50" h="2134">
                  <a:moveTo>
                    <a:pt x="10" y="1319"/>
                  </a:moveTo>
                  <a:cubicBezTo>
                    <a:pt x="9" y="1293"/>
                    <a:pt x="17" y="1269"/>
                    <a:pt x="26" y="1247"/>
                  </a:cubicBezTo>
                  <a:cubicBezTo>
                    <a:pt x="40" y="1216"/>
                    <a:pt x="57" y="1185"/>
                    <a:pt x="67" y="1153"/>
                  </a:cubicBezTo>
                  <a:cubicBezTo>
                    <a:pt x="94" y="1074"/>
                    <a:pt x="82" y="999"/>
                    <a:pt x="43" y="927"/>
                  </a:cubicBezTo>
                  <a:cubicBezTo>
                    <a:pt x="30" y="904"/>
                    <a:pt x="19" y="880"/>
                    <a:pt x="13" y="855"/>
                  </a:cubicBezTo>
                  <a:cubicBezTo>
                    <a:pt x="0" y="797"/>
                    <a:pt x="18" y="750"/>
                    <a:pt x="62" y="713"/>
                  </a:cubicBezTo>
                  <a:cubicBezTo>
                    <a:pt x="82" y="696"/>
                    <a:pt x="105" y="683"/>
                    <a:pt x="126" y="668"/>
                  </a:cubicBezTo>
                  <a:cubicBezTo>
                    <a:pt x="191" y="623"/>
                    <a:pt x="233" y="563"/>
                    <a:pt x="247" y="485"/>
                  </a:cubicBezTo>
                  <a:cubicBezTo>
                    <a:pt x="251" y="462"/>
                    <a:pt x="252" y="438"/>
                    <a:pt x="253" y="414"/>
                  </a:cubicBezTo>
                  <a:cubicBezTo>
                    <a:pt x="255" y="388"/>
                    <a:pt x="259" y="364"/>
                    <a:pt x="269" y="340"/>
                  </a:cubicBezTo>
                  <a:cubicBezTo>
                    <a:pt x="288" y="294"/>
                    <a:pt x="324" y="268"/>
                    <a:pt x="372" y="258"/>
                  </a:cubicBezTo>
                  <a:cubicBezTo>
                    <a:pt x="392" y="254"/>
                    <a:pt x="411" y="253"/>
                    <a:pt x="431" y="252"/>
                  </a:cubicBezTo>
                  <a:cubicBezTo>
                    <a:pt x="492" y="249"/>
                    <a:pt x="549" y="235"/>
                    <a:pt x="599" y="200"/>
                  </a:cubicBezTo>
                  <a:cubicBezTo>
                    <a:pt x="634" y="175"/>
                    <a:pt x="662" y="144"/>
                    <a:pt x="684" y="107"/>
                  </a:cubicBezTo>
                  <a:cubicBezTo>
                    <a:pt x="699" y="83"/>
                    <a:pt x="715" y="60"/>
                    <a:pt x="737" y="42"/>
                  </a:cubicBezTo>
                  <a:cubicBezTo>
                    <a:pt x="779" y="6"/>
                    <a:pt x="827" y="0"/>
                    <a:pt x="878" y="18"/>
                  </a:cubicBezTo>
                  <a:cubicBezTo>
                    <a:pt x="896" y="24"/>
                    <a:pt x="913" y="33"/>
                    <a:pt x="930" y="41"/>
                  </a:cubicBezTo>
                  <a:cubicBezTo>
                    <a:pt x="966" y="60"/>
                    <a:pt x="1003" y="74"/>
                    <a:pt x="1043" y="79"/>
                  </a:cubicBezTo>
                  <a:cubicBezTo>
                    <a:pt x="1091" y="84"/>
                    <a:pt x="1138" y="78"/>
                    <a:pt x="1182" y="59"/>
                  </a:cubicBezTo>
                  <a:cubicBezTo>
                    <a:pt x="1203" y="51"/>
                    <a:pt x="1222" y="40"/>
                    <a:pt x="1242" y="30"/>
                  </a:cubicBezTo>
                  <a:cubicBezTo>
                    <a:pt x="1266" y="19"/>
                    <a:pt x="1292" y="10"/>
                    <a:pt x="1319" y="9"/>
                  </a:cubicBezTo>
                  <a:cubicBezTo>
                    <a:pt x="1357" y="7"/>
                    <a:pt x="1389" y="19"/>
                    <a:pt x="1417" y="44"/>
                  </a:cubicBezTo>
                  <a:cubicBezTo>
                    <a:pt x="1436" y="61"/>
                    <a:pt x="1450" y="80"/>
                    <a:pt x="1463" y="101"/>
                  </a:cubicBezTo>
                  <a:cubicBezTo>
                    <a:pt x="1491" y="147"/>
                    <a:pt x="1525" y="185"/>
                    <a:pt x="1572" y="213"/>
                  </a:cubicBezTo>
                  <a:cubicBezTo>
                    <a:pt x="1608" y="233"/>
                    <a:pt x="1646" y="245"/>
                    <a:pt x="1686" y="249"/>
                  </a:cubicBezTo>
                  <a:cubicBezTo>
                    <a:pt x="1708" y="251"/>
                    <a:pt x="1730" y="251"/>
                    <a:pt x="1752" y="253"/>
                  </a:cubicBezTo>
                  <a:cubicBezTo>
                    <a:pt x="1799" y="258"/>
                    <a:pt x="1841" y="274"/>
                    <a:pt x="1869" y="315"/>
                  </a:cubicBezTo>
                  <a:cubicBezTo>
                    <a:pt x="1886" y="339"/>
                    <a:pt x="1893" y="366"/>
                    <a:pt x="1896" y="394"/>
                  </a:cubicBezTo>
                  <a:cubicBezTo>
                    <a:pt x="1899" y="419"/>
                    <a:pt x="1899" y="445"/>
                    <a:pt x="1902" y="470"/>
                  </a:cubicBezTo>
                  <a:cubicBezTo>
                    <a:pt x="1910" y="535"/>
                    <a:pt x="1938" y="590"/>
                    <a:pt x="1985" y="636"/>
                  </a:cubicBezTo>
                  <a:cubicBezTo>
                    <a:pt x="2005" y="655"/>
                    <a:pt x="2028" y="671"/>
                    <a:pt x="2051" y="685"/>
                  </a:cubicBezTo>
                  <a:cubicBezTo>
                    <a:pt x="2076" y="700"/>
                    <a:pt x="2098" y="717"/>
                    <a:pt x="2115" y="739"/>
                  </a:cubicBezTo>
                  <a:cubicBezTo>
                    <a:pt x="2145" y="779"/>
                    <a:pt x="2150" y="823"/>
                    <a:pt x="2135" y="869"/>
                  </a:cubicBezTo>
                  <a:cubicBezTo>
                    <a:pt x="2129" y="886"/>
                    <a:pt x="2121" y="903"/>
                    <a:pt x="2113" y="919"/>
                  </a:cubicBezTo>
                  <a:cubicBezTo>
                    <a:pt x="2095" y="951"/>
                    <a:pt x="2081" y="985"/>
                    <a:pt x="2075" y="1022"/>
                  </a:cubicBezTo>
                  <a:cubicBezTo>
                    <a:pt x="2065" y="1074"/>
                    <a:pt x="2071" y="1126"/>
                    <a:pt x="2092" y="1175"/>
                  </a:cubicBezTo>
                  <a:cubicBezTo>
                    <a:pt x="2098" y="1190"/>
                    <a:pt x="2105" y="1204"/>
                    <a:pt x="2112" y="1218"/>
                  </a:cubicBezTo>
                  <a:cubicBezTo>
                    <a:pt x="2125" y="1245"/>
                    <a:pt x="2138" y="1272"/>
                    <a:pt x="2141" y="1301"/>
                  </a:cubicBezTo>
                  <a:cubicBezTo>
                    <a:pt x="2145" y="1335"/>
                    <a:pt x="2137" y="1366"/>
                    <a:pt x="2117" y="1394"/>
                  </a:cubicBezTo>
                  <a:cubicBezTo>
                    <a:pt x="2101" y="1416"/>
                    <a:pt x="2081" y="1434"/>
                    <a:pt x="2057" y="1448"/>
                  </a:cubicBezTo>
                  <a:cubicBezTo>
                    <a:pt x="2024" y="1468"/>
                    <a:pt x="1994" y="1490"/>
                    <a:pt x="1968" y="1518"/>
                  </a:cubicBezTo>
                  <a:cubicBezTo>
                    <a:pt x="1936" y="1555"/>
                    <a:pt x="1915" y="1597"/>
                    <a:pt x="1905" y="1645"/>
                  </a:cubicBezTo>
                  <a:cubicBezTo>
                    <a:pt x="1900" y="1671"/>
                    <a:pt x="1898" y="1696"/>
                    <a:pt x="1897" y="1722"/>
                  </a:cubicBezTo>
                  <a:cubicBezTo>
                    <a:pt x="1896" y="1756"/>
                    <a:pt x="1890" y="1790"/>
                    <a:pt x="1870" y="1820"/>
                  </a:cubicBezTo>
                  <a:cubicBezTo>
                    <a:pt x="1850" y="1851"/>
                    <a:pt x="1820" y="1870"/>
                    <a:pt x="1784" y="1879"/>
                  </a:cubicBezTo>
                  <a:cubicBezTo>
                    <a:pt x="1764" y="1884"/>
                    <a:pt x="1743" y="1886"/>
                    <a:pt x="1722" y="1886"/>
                  </a:cubicBezTo>
                  <a:cubicBezTo>
                    <a:pt x="1671" y="1887"/>
                    <a:pt x="1621" y="1897"/>
                    <a:pt x="1576" y="1923"/>
                  </a:cubicBezTo>
                  <a:cubicBezTo>
                    <a:pt x="1546" y="1939"/>
                    <a:pt x="1519" y="1960"/>
                    <a:pt x="1498" y="1987"/>
                  </a:cubicBezTo>
                  <a:cubicBezTo>
                    <a:pt x="1481" y="2010"/>
                    <a:pt x="1465" y="2034"/>
                    <a:pt x="1449" y="2057"/>
                  </a:cubicBezTo>
                  <a:cubicBezTo>
                    <a:pt x="1428" y="2087"/>
                    <a:pt x="1402" y="2111"/>
                    <a:pt x="1367" y="2123"/>
                  </a:cubicBezTo>
                  <a:cubicBezTo>
                    <a:pt x="1334" y="2134"/>
                    <a:pt x="1302" y="2130"/>
                    <a:pt x="1271" y="2118"/>
                  </a:cubicBezTo>
                  <a:cubicBezTo>
                    <a:pt x="1253" y="2112"/>
                    <a:pt x="1237" y="2103"/>
                    <a:pt x="1220" y="2095"/>
                  </a:cubicBezTo>
                  <a:cubicBezTo>
                    <a:pt x="1189" y="2080"/>
                    <a:pt x="1158" y="2066"/>
                    <a:pt x="1123" y="2062"/>
                  </a:cubicBezTo>
                  <a:cubicBezTo>
                    <a:pt x="1106" y="2059"/>
                    <a:pt x="1088" y="2058"/>
                    <a:pt x="1071" y="2057"/>
                  </a:cubicBezTo>
                  <a:cubicBezTo>
                    <a:pt x="1035" y="2057"/>
                    <a:pt x="1000" y="2065"/>
                    <a:pt x="967" y="2079"/>
                  </a:cubicBezTo>
                  <a:cubicBezTo>
                    <a:pt x="945" y="2088"/>
                    <a:pt x="924" y="2100"/>
                    <a:pt x="903" y="2110"/>
                  </a:cubicBezTo>
                  <a:cubicBezTo>
                    <a:pt x="879" y="2121"/>
                    <a:pt x="853" y="2129"/>
                    <a:pt x="827" y="2129"/>
                  </a:cubicBezTo>
                  <a:cubicBezTo>
                    <a:pt x="795" y="2129"/>
                    <a:pt x="767" y="2119"/>
                    <a:pt x="743" y="2100"/>
                  </a:cubicBezTo>
                  <a:cubicBezTo>
                    <a:pt x="718" y="2080"/>
                    <a:pt x="700" y="2054"/>
                    <a:pt x="683" y="2028"/>
                  </a:cubicBezTo>
                  <a:cubicBezTo>
                    <a:pt x="665" y="1997"/>
                    <a:pt x="641" y="1970"/>
                    <a:pt x="612" y="1947"/>
                  </a:cubicBezTo>
                  <a:cubicBezTo>
                    <a:pt x="576" y="1918"/>
                    <a:pt x="535" y="1901"/>
                    <a:pt x="490" y="1892"/>
                  </a:cubicBezTo>
                  <a:cubicBezTo>
                    <a:pt x="476" y="1889"/>
                    <a:pt x="461" y="1888"/>
                    <a:pt x="447" y="1887"/>
                  </a:cubicBezTo>
                  <a:cubicBezTo>
                    <a:pt x="417" y="1885"/>
                    <a:pt x="387" y="1885"/>
                    <a:pt x="358" y="1876"/>
                  </a:cubicBezTo>
                  <a:cubicBezTo>
                    <a:pt x="324" y="1865"/>
                    <a:pt x="297" y="1846"/>
                    <a:pt x="279" y="1816"/>
                  </a:cubicBezTo>
                  <a:cubicBezTo>
                    <a:pt x="266" y="1793"/>
                    <a:pt x="258" y="1769"/>
                    <a:pt x="256" y="1744"/>
                  </a:cubicBezTo>
                  <a:cubicBezTo>
                    <a:pt x="255" y="1728"/>
                    <a:pt x="254" y="1712"/>
                    <a:pt x="253" y="1696"/>
                  </a:cubicBezTo>
                  <a:cubicBezTo>
                    <a:pt x="250" y="1637"/>
                    <a:pt x="233" y="1582"/>
                    <a:pt x="196" y="1534"/>
                  </a:cubicBezTo>
                  <a:cubicBezTo>
                    <a:pt x="170" y="1501"/>
                    <a:pt x="138" y="1474"/>
                    <a:pt x="102" y="1453"/>
                  </a:cubicBezTo>
                  <a:cubicBezTo>
                    <a:pt x="73" y="1436"/>
                    <a:pt x="47" y="1415"/>
                    <a:pt x="29" y="1386"/>
                  </a:cubicBezTo>
                  <a:cubicBezTo>
                    <a:pt x="16" y="1365"/>
                    <a:pt x="9" y="1343"/>
                    <a:pt x="10" y="1319"/>
                  </a:cubicBezTo>
                  <a:close/>
                  <a:moveTo>
                    <a:pt x="1076" y="1920"/>
                  </a:moveTo>
                  <a:cubicBezTo>
                    <a:pt x="1129" y="1920"/>
                    <a:pt x="1182" y="1916"/>
                    <a:pt x="1235" y="1906"/>
                  </a:cubicBezTo>
                  <a:cubicBezTo>
                    <a:pt x="1393" y="1875"/>
                    <a:pt x="1534" y="1807"/>
                    <a:pt x="1652" y="1698"/>
                  </a:cubicBezTo>
                  <a:cubicBezTo>
                    <a:pt x="1832" y="1532"/>
                    <a:pt x="1927" y="1326"/>
                    <a:pt x="1932" y="1080"/>
                  </a:cubicBezTo>
                  <a:cubicBezTo>
                    <a:pt x="1933" y="1005"/>
                    <a:pt x="1925" y="932"/>
                    <a:pt x="1906" y="860"/>
                  </a:cubicBezTo>
                  <a:cubicBezTo>
                    <a:pt x="1804" y="460"/>
                    <a:pt x="1419" y="176"/>
                    <a:pt x="982" y="223"/>
                  </a:cubicBezTo>
                  <a:cubicBezTo>
                    <a:pt x="879" y="234"/>
                    <a:pt x="781" y="264"/>
                    <a:pt x="688" y="311"/>
                  </a:cubicBezTo>
                  <a:cubicBezTo>
                    <a:pt x="378" y="467"/>
                    <a:pt x="194" y="796"/>
                    <a:pt x="223" y="1140"/>
                  </a:cubicBezTo>
                  <a:cubicBezTo>
                    <a:pt x="229" y="1209"/>
                    <a:pt x="242" y="1275"/>
                    <a:pt x="265" y="1340"/>
                  </a:cubicBezTo>
                  <a:cubicBezTo>
                    <a:pt x="382" y="1687"/>
                    <a:pt x="708" y="1919"/>
                    <a:pt x="1076" y="1920"/>
                  </a:cubicBezTo>
                  <a:close/>
                </a:path>
              </a:pathLst>
            </a:custGeom>
            <a:solidFill>
              <a:srgbClr val="A5AFB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352DFCF-6046-45B8-AD67-7DC24E0188EF}"/>
                </a:ext>
              </a:extLst>
            </p:cNvPr>
            <p:cNvSpPr/>
            <p:nvPr/>
          </p:nvSpPr>
          <p:spPr>
            <a:xfrm>
              <a:off x="5528583" y="800477"/>
              <a:ext cx="1129117" cy="1129119"/>
            </a:xfrm>
            <a:prstGeom prst="ellipse">
              <a:avLst/>
            </a:prstGeom>
            <a:solidFill>
              <a:srgbClr val="4F66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FBB8C936-F663-4CCB-8569-75A096945D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8684" y="761229"/>
              <a:ext cx="1177553" cy="1185817"/>
            </a:xfrm>
            <a:custGeom>
              <a:avLst/>
              <a:gdLst>
                <a:gd name="T0" fmla="*/ 882 w 1739"/>
                <a:gd name="T1" fmla="*/ 1744 h 1752"/>
                <a:gd name="T2" fmla="*/ 71 w 1739"/>
                <a:gd name="T3" fmla="*/ 1164 h 1752"/>
                <a:gd name="T4" fmla="*/ 29 w 1739"/>
                <a:gd name="T5" fmla="*/ 964 h 1752"/>
                <a:gd name="T6" fmla="*/ 494 w 1739"/>
                <a:gd name="T7" fmla="*/ 135 h 1752"/>
                <a:gd name="T8" fmla="*/ 788 w 1739"/>
                <a:gd name="T9" fmla="*/ 47 h 1752"/>
                <a:gd name="T10" fmla="*/ 1712 w 1739"/>
                <a:gd name="T11" fmla="*/ 684 h 1752"/>
                <a:gd name="T12" fmla="*/ 1738 w 1739"/>
                <a:gd name="T13" fmla="*/ 904 h 1752"/>
                <a:gd name="T14" fmla="*/ 1458 w 1739"/>
                <a:gd name="T15" fmla="*/ 1522 h 1752"/>
                <a:gd name="T16" fmla="*/ 1041 w 1739"/>
                <a:gd name="T17" fmla="*/ 1730 h 1752"/>
                <a:gd name="T18" fmla="*/ 882 w 1739"/>
                <a:gd name="T19" fmla="*/ 1744 h 1752"/>
                <a:gd name="T20" fmla="*/ 1718 w 1739"/>
                <a:gd name="T21" fmla="*/ 893 h 1752"/>
                <a:gd name="T22" fmla="*/ 1712 w 1739"/>
                <a:gd name="T23" fmla="*/ 806 h 1752"/>
                <a:gd name="T24" fmla="*/ 1660 w 1739"/>
                <a:gd name="T25" fmla="*/ 592 h 1752"/>
                <a:gd name="T26" fmla="*/ 929 w 1739"/>
                <a:gd name="T27" fmla="*/ 64 h 1752"/>
                <a:gd name="T28" fmla="*/ 566 w 1739"/>
                <a:gd name="T29" fmla="*/ 125 h 1752"/>
                <a:gd name="T30" fmla="*/ 52 w 1739"/>
                <a:gd name="T31" fmla="*/ 988 h 1752"/>
                <a:gd name="T32" fmla="*/ 105 w 1739"/>
                <a:gd name="T33" fmla="*/ 1198 h 1752"/>
                <a:gd name="T34" fmla="*/ 954 w 1739"/>
                <a:gd name="T35" fmla="*/ 1720 h 1752"/>
                <a:gd name="T36" fmla="*/ 1196 w 1739"/>
                <a:gd name="T37" fmla="*/ 1662 h 1752"/>
                <a:gd name="T38" fmla="*/ 1718 w 1739"/>
                <a:gd name="T39" fmla="*/ 893 h 1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39" h="1752">
                  <a:moveTo>
                    <a:pt x="882" y="1744"/>
                  </a:moveTo>
                  <a:cubicBezTo>
                    <a:pt x="514" y="1743"/>
                    <a:pt x="188" y="1511"/>
                    <a:pt x="71" y="1164"/>
                  </a:cubicBezTo>
                  <a:cubicBezTo>
                    <a:pt x="48" y="1099"/>
                    <a:pt x="35" y="1033"/>
                    <a:pt x="29" y="964"/>
                  </a:cubicBezTo>
                  <a:cubicBezTo>
                    <a:pt x="0" y="620"/>
                    <a:pt x="184" y="291"/>
                    <a:pt x="494" y="135"/>
                  </a:cubicBezTo>
                  <a:cubicBezTo>
                    <a:pt x="587" y="88"/>
                    <a:pt x="685" y="58"/>
                    <a:pt x="788" y="47"/>
                  </a:cubicBezTo>
                  <a:cubicBezTo>
                    <a:pt x="1225" y="0"/>
                    <a:pt x="1610" y="284"/>
                    <a:pt x="1712" y="684"/>
                  </a:cubicBezTo>
                  <a:cubicBezTo>
                    <a:pt x="1731" y="756"/>
                    <a:pt x="1739" y="829"/>
                    <a:pt x="1738" y="904"/>
                  </a:cubicBezTo>
                  <a:cubicBezTo>
                    <a:pt x="1733" y="1150"/>
                    <a:pt x="1638" y="1356"/>
                    <a:pt x="1458" y="1522"/>
                  </a:cubicBezTo>
                  <a:cubicBezTo>
                    <a:pt x="1340" y="1631"/>
                    <a:pt x="1199" y="1699"/>
                    <a:pt x="1041" y="1730"/>
                  </a:cubicBezTo>
                  <a:cubicBezTo>
                    <a:pt x="988" y="1740"/>
                    <a:pt x="935" y="1744"/>
                    <a:pt x="882" y="1744"/>
                  </a:cubicBezTo>
                  <a:close/>
                  <a:moveTo>
                    <a:pt x="1718" y="893"/>
                  </a:moveTo>
                  <a:cubicBezTo>
                    <a:pt x="1716" y="864"/>
                    <a:pt x="1715" y="835"/>
                    <a:pt x="1712" y="806"/>
                  </a:cubicBezTo>
                  <a:cubicBezTo>
                    <a:pt x="1704" y="732"/>
                    <a:pt x="1687" y="661"/>
                    <a:pt x="1660" y="592"/>
                  </a:cubicBezTo>
                  <a:cubicBezTo>
                    <a:pt x="1543" y="291"/>
                    <a:pt x="1251" y="80"/>
                    <a:pt x="929" y="64"/>
                  </a:cubicBezTo>
                  <a:cubicBezTo>
                    <a:pt x="803" y="58"/>
                    <a:pt x="682" y="77"/>
                    <a:pt x="566" y="125"/>
                  </a:cubicBezTo>
                  <a:cubicBezTo>
                    <a:pt x="225" y="263"/>
                    <a:pt x="8" y="613"/>
                    <a:pt x="52" y="988"/>
                  </a:cubicBezTo>
                  <a:cubicBezTo>
                    <a:pt x="60" y="1061"/>
                    <a:pt x="78" y="1131"/>
                    <a:pt x="105" y="1198"/>
                  </a:cubicBezTo>
                  <a:cubicBezTo>
                    <a:pt x="241" y="1540"/>
                    <a:pt x="586" y="1752"/>
                    <a:pt x="954" y="1720"/>
                  </a:cubicBezTo>
                  <a:cubicBezTo>
                    <a:pt x="1038" y="1713"/>
                    <a:pt x="1119" y="1694"/>
                    <a:pt x="1196" y="1662"/>
                  </a:cubicBezTo>
                  <a:cubicBezTo>
                    <a:pt x="1511" y="1534"/>
                    <a:pt x="1717" y="1230"/>
                    <a:pt x="1718" y="893"/>
                  </a:cubicBezTo>
                  <a:close/>
                </a:path>
              </a:pathLst>
            </a:custGeom>
            <a:solidFill>
              <a:srgbClr val="F4F1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8CD42975-AE95-40E7-8C07-7963FF89E02B}"/>
                </a:ext>
              </a:extLst>
            </p:cNvPr>
            <p:cNvGrpSpPr/>
            <p:nvPr/>
          </p:nvGrpSpPr>
          <p:grpSpPr>
            <a:xfrm>
              <a:off x="5606110" y="1033924"/>
              <a:ext cx="980262" cy="813958"/>
              <a:chOff x="1668463" y="4525963"/>
              <a:chExt cx="1506538" cy="1250950"/>
            </a:xfrm>
            <a:solidFill>
              <a:srgbClr val="F4F1EC"/>
            </a:solidFill>
          </p:grpSpPr>
          <p:sp>
            <p:nvSpPr>
              <p:cNvPr id="31" name="Freeform 9">
                <a:extLst>
                  <a:ext uri="{FF2B5EF4-FFF2-40B4-BE49-F238E27FC236}">
                    <a16:creationId xmlns:a16="http://schemas.microsoft.com/office/drawing/2014/main" id="{F446F3FB-98CD-4928-8AA1-0730FCF82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963" y="4525963"/>
                <a:ext cx="1401763" cy="1195388"/>
              </a:xfrm>
              <a:custGeom>
                <a:avLst/>
                <a:gdLst>
                  <a:gd name="T0" fmla="*/ 977 w 1347"/>
                  <a:gd name="T1" fmla="*/ 1059 h 1149"/>
                  <a:gd name="T2" fmla="*/ 1027 w 1347"/>
                  <a:gd name="T3" fmla="*/ 1029 h 1149"/>
                  <a:gd name="T4" fmla="*/ 1069 w 1347"/>
                  <a:gd name="T5" fmla="*/ 997 h 1149"/>
                  <a:gd name="T6" fmla="*/ 1071 w 1347"/>
                  <a:gd name="T7" fmla="*/ 996 h 1149"/>
                  <a:gd name="T8" fmla="*/ 1147 w 1347"/>
                  <a:gd name="T9" fmla="*/ 923 h 1149"/>
                  <a:gd name="T10" fmla="*/ 1150 w 1347"/>
                  <a:gd name="T11" fmla="*/ 919 h 1149"/>
                  <a:gd name="T12" fmla="*/ 1151 w 1347"/>
                  <a:gd name="T13" fmla="*/ 918 h 1149"/>
                  <a:gd name="T14" fmla="*/ 1159 w 1347"/>
                  <a:gd name="T15" fmla="*/ 909 h 1149"/>
                  <a:gd name="T16" fmla="*/ 1214 w 1347"/>
                  <a:gd name="T17" fmla="*/ 834 h 1149"/>
                  <a:gd name="T18" fmla="*/ 1216 w 1347"/>
                  <a:gd name="T19" fmla="*/ 829 h 1149"/>
                  <a:gd name="T20" fmla="*/ 1216 w 1347"/>
                  <a:gd name="T21" fmla="*/ 829 h 1149"/>
                  <a:gd name="T22" fmla="*/ 1220 w 1347"/>
                  <a:gd name="T23" fmla="*/ 823 h 1149"/>
                  <a:gd name="T24" fmla="*/ 1305 w 1347"/>
                  <a:gd name="T25" fmla="*/ 570 h 1149"/>
                  <a:gd name="T26" fmla="*/ 1190 w 1347"/>
                  <a:gd name="T27" fmla="*/ 124 h 1149"/>
                  <a:gd name="T28" fmla="*/ 1178 w 1347"/>
                  <a:gd name="T29" fmla="*/ 117 h 1149"/>
                  <a:gd name="T30" fmla="*/ 1131 w 1347"/>
                  <a:gd name="T31" fmla="*/ 103 h 1149"/>
                  <a:gd name="T32" fmla="*/ 1082 w 1347"/>
                  <a:gd name="T33" fmla="*/ 31 h 1149"/>
                  <a:gd name="T34" fmla="*/ 1079 w 1347"/>
                  <a:gd name="T35" fmla="*/ 1 h 1149"/>
                  <a:gd name="T36" fmla="*/ 1132 w 1347"/>
                  <a:gd name="T37" fmla="*/ 13 h 1149"/>
                  <a:gd name="T38" fmla="*/ 1187 w 1347"/>
                  <a:gd name="T39" fmla="*/ 89 h 1149"/>
                  <a:gd name="T40" fmla="*/ 1189 w 1347"/>
                  <a:gd name="T41" fmla="*/ 97 h 1149"/>
                  <a:gd name="T42" fmla="*/ 1203 w 1347"/>
                  <a:gd name="T43" fmla="*/ 137 h 1149"/>
                  <a:gd name="T44" fmla="*/ 1309 w 1347"/>
                  <a:gd name="T45" fmla="*/ 417 h 1149"/>
                  <a:gd name="T46" fmla="*/ 863 w 1347"/>
                  <a:gd name="T47" fmla="*/ 1114 h 1149"/>
                  <a:gd name="T48" fmla="*/ 617 w 1347"/>
                  <a:gd name="T49" fmla="*/ 1144 h 1149"/>
                  <a:gd name="T50" fmla="*/ 39 w 1347"/>
                  <a:gd name="T51" fmla="*/ 688 h 1149"/>
                  <a:gd name="T52" fmla="*/ 11 w 1347"/>
                  <a:gd name="T53" fmla="*/ 459 h 1149"/>
                  <a:gd name="T54" fmla="*/ 129 w 1347"/>
                  <a:gd name="T55" fmla="*/ 124 h 1149"/>
                  <a:gd name="T56" fmla="*/ 134 w 1347"/>
                  <a:gd name="T57" fmla="*/ 108 h 1149"/>
                  <a:gd name="T58" fmla="*/ 140 w 1347"/>
                  <a:gd name="T59" fmla="*/ 74 h 1149"/>
                  <a:gd name="T60" fmla="*/ 221 w 1347"/>
                  <a:gd name="T61" fmla="*/ 4 h 1149"/>
                  <a:gd name="T62" fmla="*/ 244 w 1347"/>
                  <a:gd name="T63" fmla="*/ 0 h 1149"/>
                  <a:gd name="T64" fmla="*/ 239 w 1347"/>
                  <a:gd name="T65" fmla="*/ 42 h 1149"/>
                  <a:gd name="T66" fmla="*/ 154 w 1347"/>
                  <a:gd name="T67" fmla="*/ 116 h 1149"/>
                  <a:gd name="T68" fmla="*/ 127 w 1347"/>
                  <a:gd name="T69" fmla="*/ 134 h 1149"/>
                  <a:gd name="T70" fmla="*/ 20 w 1347"/>
                  <a:gd name="T71" fmla="*/ 409 h 1149"/>
                  <a:gd name="T72" fmla="*/ 103 w 1347"/>
                  <a:gd name="T73" fmla="*/ 823 h 1149"/>
                  <a:gd name="T74" fmla="*/ 108 w 1347"/>
                  <a:gd name="T75" fmla="*/ 829 h 1149"/>
                  <a:gd name="T76" fmla="*/ 107 w 1347"/>
                  <a:gd name="T77" fmla="*/ 829 h 1149"/>
                  <a:gd name="T78" fmla="*/ 129 w 1347"/>
                  <a:gd name="T79" fmla="*/ 863 h 1149"/>
                  <a:gd name="T80" fmla="*/ 174 w 1347"/>
                  <a:gd name="T81" fmla="*/ 921 h 1149"/>
                  <a:gd name="T82" fmla="*/ 174 w 1347"/>
                  <a:gd name="T83" fmla="*/ 920 h 1149"/>
                  <a:gd name="T84" fmla="*/ 251 w 1347"/>
                  <a:gd name="T85" fmla="*/ 995 h 1149"/>
                  <a:gd name="T86" fmla="*/ 253 w 1347"/>
                  <a:gd name="T87" fmla="*/ 997 h 1149"/>
                  <a:gd name="T88" fmla="*/ 253 w 1347"/>
                  <a:gd name="T89" fmla="*/ 997 h 1149"/>
                  <a:gd name="T90" fmla="*/ 338 w 1347"/>
                  <a:gd name="T91" fmla="*/ 1055 h 1149"/>
                  <a:gd name="T92" fmla="*/ 346 w 1347"/>
                  <a:gd name="T93" fmla="*/ 1059 h 1149"/>
                  <a:gd name="T94" fmla="*/ 346 w 1347"/>
                  <a:gd name="T95" fmla="*/ 1059 h 1149"/>
                  <a:gd name="T96" fmla="*/ 428 w 1347"/>
                  <a:gd name="T97" fmla="*/ 1098 h 1149"/>
                  <a:gd name="T98" fmla="*/ 451 w 1347"/>
                  <a:gd name="T99" fmla="*/ 1106 h 1149"/>
                  <a:gd name="T100" fmla="*/ 451 w 1347"/>
                  <a:gd name="T101" fmla="*/ 1106 h 1149"/>
                  <a:gd name="T102" fmla="*/ 523 w 1347"/>
                  <a:gd name="T103" fmla="*/ 1127 h 1149"/>
                  <a:gd name="T104" fmla="*/ 561 w 1347"/>
                  <a:gd name="T105" fmla="*/ 1133 h 1149"/>
                  <a:gd name="T106" fmla="*/ 560 w 1347"/>
                  <a:gd name="T107" fmla="*/ 1133 h 1149"/>
                  <a:gd name="T108" fmla="*/ 694 w 1347"/>
                  <a:gd name="T109" fmla="*/ 1141 h 1149"/>
                  <a:gd name="T110" fmla="*/ 864 w 1347"/>
                  <a:gd name="T111" fmla="*/ 1109 h 1149"/>
                  <a:gd name="T112" fmla="*/ 872 w 1347"/>
                  <a:gd name="T113" fmla="*/ 1106 h 1149"/>
                  <a:gd name="T114" fmla="*/ 872 w 1347"/>
                  <a:gd name="T115" fmla="*/ 1106 h 1149"/>
                  <a:gd name="T116" fmla="*/ 947 w 1347"/>
                  <a:gd name="T117" fmla="*/ 1075 h 1149"/>
                  <a:gd name="T118" fmla="*/ 977 w 1347"/>
                  <a:gd name="T119" fmla="*/ 1059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47" h="1149">
                    <a:moveTo>
                      <a:pt x="977" y="1059"/>
                    </a:moveTo>
                    <a:cubicBezTo>
                      <a:pt x="994" y="1049"/>
                      <a:pt x="1011" y="1040"/>
                      <a:pt x="1027" y="1029"/>
                    </a:cubicBezTo>
                    <a:cubicBezTo>
                      <a:pt x="1042" y="1019"/>
                      <a:pt x="1055" y="1008"/>
                      <a:pt x="1069" y="997"/>
                    </a:cubicBezTo>
                    <a:cubicBezTo>
                      <a:pt x="1070" y="997"/>
                      <a:pt x="1071" y="996"/>
                      <a:pt x="1071" y="996"/>
                    </a:cubicBezTo>
                    <a:cubicBezTo>
                      <a:pt x="1099" y="974"/>
                      <a:pt x="1124" y="950"/>
                      <a:pt x="1147" y="923"/>
                    </a:cubicBezTo>
                    <a:cubicBezTo>
                      <a:pt x="1148" y="922"/>
                      <a:pt x="1149" y="921"/>
                      <a:pt x="1150" y="919"/>
                    </a:cubicBezTo>
                    <a:cubicBezTo>
                      <a:pt x="1150" y="919"/>
                      <a:pt x="1150" y="919"/>
                      <a:pt x="1151" y="918"/>
                    </a:cubicBezTo>
                    <a:cubicBezTo>
                      <a:pt x="1154" y="915"/>
                      <a:pt x="1157" y="913"/>
                      <a:pt x="1159" y="909"/>
                    </a:cubicBezTo>
                    <a:cubicBezTo>
                      <a:pt x="1178" y="884"/>
                      <a:pt x="1196" y="859"/>
                      <a:pt x="1214" y="834"/>
                    </a:cubicBezTo>
                    <a:cubicBezTo>
                      <a:pt x="1215" y="833"/>
                      <a:pt x="1215" y="831"/>
                      <a:pt x="1216" y="829"/>
                    </a:cubicBezTo>
                    <a:cubicBezTo>
                      <a:pt x="1216" y="829"/>
                      <a:pt x="1216" y="829"/>
                      <a:pt x="1216" y="829"/>
                    </a:cubicBezTo>
                    <a:cubicBezTo>
                      <a:pt x="1217" y="827"/>
                      <a:pt x="1219" y="825"/>
                      <a:pt x="1220" y="823"/>
                    </a:cubicBezTo>
                    <a:cubicBezTo>
                      <a:pt x="1267" y="745"/>
                      <a:pt x="1296" y="660"/>
                      <a:pt x="1305" y="570"/>
                    </a:cubicBezTo>
                    <a:cubicBezTo>
                      <a:pt x="1323" y="407"/>
                      <a:pt x="1284" y="258"/>
                      <a:pt x="1190" y="124"/>
                    </a:cubicBezTo>
                    <a:cubicBezTo>
                      <a:pt x="1187" y="120"/>
                      <a:pt x="1183" y="118"/>
                      <a:pt x="1178" y="117"/>
                    </a:cubicBezTo>
                    <a:cubicBezTo>
                      <a:pt x="1161" y="116"/>
                      <a:pt x="1145" y="111"/>
                      <a:pt x="1131" y="103"/>
                    </a:cubicBezTo>
                    <a:cubicBezTo>
                      <a:pt x="1101" y="88"/>
                      <a:pt x="1087" y="62"/>
                      <a:pt x="1082" y="31"/>
                    </a:cubicBezTo>
                    <a:cubicBezTo>
                      <a:pt x="1080" y="21"/>
                      <a:pt x="1080" y="11"/>
                      <a:pt x="1079" y="1"/>
                    </a:cubicBezTo>
                    <a:cubicBezTo>
                      <a:pt x="1098" y="2"/>
                      <a:pt x="1116" y="6"/>
                      <a:pt x="1132" y="13"/>
                    </a:cubicBezTo>
                    <a:cubicBezTo>
                      <a:pt x="1165" y="27"/>
                      <a:pt x="1181" y="54"/>
                      <a:pt x="1187" y="89"/>
                    </a:cubicBezTo>
                    <a:cubicBezTo>
                      <a:pt x="1188" y="92"/>
                      <a:pt x="1189" y="94"/>
                      <a:pt x="1189" y="97"/>
                    </a:cubicBezTo>
                    <a:cubicBezTo>
                      <a:pt x="1187" y="112"/>
                      <a:pt x="1195" y="124"/>
                      <a:pt x="1203" y="137"/>
                    </a:cubicBezTo>
                    <a:cubicBezTo>
                      <a:pt x="1261" y="222"/>
                      <a:pt x="1296" y="315"/>
                      <a:pt x="1309" y="417"/>
                    </a:cubicBezTo>
                    <a:cubicBezTo>
                      <a:pt x="1347" y="726"/>
                      <a:pt x="1160" y="1019"/>
                      <a:pt x="863" y="1114"/>
                    </a:cubicBezTo>
                    <a:cubicBezTo>
                      <a:pt x="783" y="1140"/>
                      <a:pt x="701" y="1149"/>
                      <a:pt x="617" y="1144"/>
                    </a:cubicBezTo>
                    <a:cubicBezTo>
                      <a:pt x="351" y="1127"/>
                      <a:pt x="118" y="943"/>
                      <a:pt x="39" y="688"/>
                    </a:cubicBezTo>
                    <a:cubicBezTo>
                      <a:pt x="16" y="613"/>
                      <a:pt x="6" y="537"/>
                      <a:pt x="11" y="459"/>
                    </a:cubicBezTo>
                    <a:cubicBezTo>
                      <a:pt x="18" y="336"/>
                      <a:pt x="58" y="224"/>
                      <a:pt x="129" y="124"/>
                    </a:cubicBezTo>
                    <a:cubicBezTo>
                      <a:pt x="132" y="119"/>
                      <a:pt x="134" y="114"/>
                      <a:pt x="134" y="108"/>
                    </a:cubicBezTo>
                    <a:cubicBezTo>
                      <a:pt x="135" y="97"/>
                      <a:pt x="137" y="85"/>
                      <a:pt x="140" y="74"/>
                    </a:cubicBezTo>
                    <a:cubicBezTo>
                      <a:pt x="151" y="33"/>
                      <a:pt x="181" y="12"/>
                      <a:pt x="221" y="4"/>
                    </a:cubicBezTo>
                    <a:cubicBezTo>
                      <a:pt x="228" y="2"/>
                      <a:pt x="235" y="1"/>
                      <a:pt x="244" y="0"/>
                    </a:cubicBezTo>
                    <a:cubicBezTo>
                      <a:pt x="244" y="15"/>
                      <a:pt x="242" y="29"/>
                      <a:pt x="239" y="42"/>
                    </a:cubicBezTo>
                    <a:cubicBezTo>
                      <a:pt x="228" y="86"/>
                      <a:pt x="197" y="109"/>
                      <a:pt x="154" y="116"/>
                    </a:cubicBezTo>
                    <a:cubicBezTo>
                      <a:pt x="141" y="118"/>
                      <a:pt x="134" y="123"/>
                      <a:pt x="127" y="134"/>
                    </a:cubicBezTo>
                    <a:cubicBezTo>
                      <a:pt x="70" y="217"/>
                      <a:pt x="33" y="309"/>
                      <a:pt x="20" y="409"/>
                    </a:cubicBezTo>
                    <a:cubicBezTo>
                      <a:pt x="0" y="556"/>
                      <a:pt x="28" y="694"/>
                      <a:pt x="103" y="823"/>
                    </a:cubicBezTo>
                    <a:cubicBezTo>
                      <a:pt x="104" y="825"/>
                      <a:pt x="106" y="827"/>
                      <a:pt x="108" y="829"/>
                    </a:cubicBezTo>
                    <a:cubicBezTo>
                      <a:pt x="107" y="829"/>
                      <a:pt x="107" y="829"/>
                      <a:pt x="107" y="829"/>
                    </a:cubicBezTo>
                    <a:cubicBezTo>
                      <a:pt x="115" y="841"/>
                      <a:pt x="121" y="853"/>
                      <a:pt x="129" y="863"/>
                    </a:cubicBezTo>
                    <a:cubicBezTo>
                      <a:pt x="144" y="883"/>
                      <a:pt x="159" y="902"/>
                      <a:pt x="174" y="921"/>
                    </a:cubicBezTo>
                    <a:cubicBezTo>
                      <a:pt x="174" y="920"/>
                      <a:pt x="174" y="920"/>
                      <a:pt x="174" y="920"/>
                    </a:cubicBezTo>
                    <a:cubicBezTo>
                      <a:pt x="197" y="948"/>
                      <a:pt x="223" y="972"/>
                      <a:pt x="251" y="995"/>
                    </a:cubicBezTo>
                    <a:cubicBezTo>
                      <a:pt x="251" y="995"/>
                      <a:pt x="252" y="996"/>
                      <a:pt x="253" y="997"/>
                    </a:cubicBezTo>
                    <a:cubicBezTo>
                      <a:pt x="253" y="997"/>
                      <a:pt x="253" y="997"/>
                      <a:pt x="253" y="997"/>
                    </a:cubicBezTo>
                    <a:cubicBezTo>
                      <a:pt x="282" y="1016"/>
                      <a:pt x="310" y="1036"/>
                      <a:pt x="338" y="1055"/>
                    </a:cubicBezTo>
                    <a:cubicBezTo>
                      <a:pt x="341" y="1057"/>
                      <a:pt x="344" y="1058"/>
                      <a:pt x="346" y="1059"/>
                    </a:cubicBezTo>
                    <a:cubicBezTo>
                      <a:pt x="346" y="1059"/>
                      <a:pt x="346" y="1059"/>
                      <a:pt x="346" y="1059"/>
                    </a:cubicBezTo>
                    <a:cubicBezTo>
                      <a:pt x="373" y="1072"/>
                      <a:pt x="400" y="1085"/>
                      <a:pt x="428" y="1098"/>
                    </a:cubicBezTo>
                    <a:cubicBezTo>
                      <a:pt x="435" y="1101"/>
                      <a:pt x="443" y="1103"/>
                      <a:pt x="451" y="1106"/>
                    </a:cubicBezTo>
                    <a:cubicBezTo>
                      <a:pt x="451" y="1106"/>
                      <a:pt x="451" y="1106"/>
                      <a:pt x="451" y="1106"/>
                    </a:cubicBezTo>
                    <a:cubicBezTo>
                      <a:pt x="475" y="1113"/>
                      <a:pt x="499" y="1120"/>
                      <a:pt x="523" y="1127"/>
                    </a:cubicBezTo>
                    <a:cubicBezTo>
                      <a:pt x="536" y="1130"/>
                      <a:pt x="548" y="1131"/>
                      <a:pt x="561" y="1133"/>
                    </a:cubicBezTo>
                    <a:cubicBezTo>
                      <a:pt x="560" y="1133"/>
                      <a:pt x="560" y="1133"/>
                      <a:pt x="560" y="1133"/>
                    </a:cubicBezTo>
                    <a:cubicBezTo>
                      <a:pt x="605" y="1141"/>
                      <a:pt x="649" y="1143"/>
                      <a:pt x="694" y="1141"/>
                    </a:cubicBezTo>
                    <a:cubicBezTo>
                      <a:pt x="752" y="1138"/>
                      <a:pt x="808" y="1128"/>
                      <a:pt x="864" y="1109"/>
                    </a:cubicBezTo>
                    <a:cubicBezTo>
                      <a:pt x="867" y="1108"/>
                      <a:pt x="869" y="1107"/>
                      <a:pt x="872" y="1106"/>
                    </a:cubicBezTo>
                    <a:cubicBezTo>
                      <a:pt x="872" y="1106"/>
                      <a:pt x="872" y="1106"/>
                      <a:pt x="872" y="1106"/>
                    </a:cubicBezTo>
                    <a:cubicBezTo>
                      <a:pt x="897" y="1096"/>
                      <a:pt x="922" y="1086"/>
                      <a:pt x="947" y="1075"/>
                    </a:cubicBezTo>
                    <a:cubicBezTo>
                      <a:pt x="957" y="1071"/>
                      <a:pt x="967" y="1065"/>
                      <a:pt x="977" y="10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17">
                <a:extLst>
                  <a:ext uri="{FF2B5EF4-FFF2-40B4-BE49-F238E27FC236}">
                    <a16:creationId xmlns:a16="http://schemas.microsoft.com/office/drawing/2014/main" id="{E3C69DD1-0886-4A0D-A05B-559D4302A6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113" y="5224463"/>
                <a:ext cx="85725" cy="73025"/>
              </a:xfrm>
              <a:custGeom>
                <a:avLst/>
                <a:gdLst>
                  <a:gd name="T0" fmla="*/ 83 w 83"/>
                  <a:gd name="T1" fmla="*/ 11 h 70"/>
                  <a:gd name="T2" fmla="*/ 0 w 83"/>
                  <a:gd name="T3" fmla="*/ 58 h 70"/>
                  <a:gd name="T4" fmla="*/ 83 w 83"/>
                  <a:gd name="T5" fmla="*/ 1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0">
                    <a:moveTo>
                      <a:pt x="83" y="11"/>
                    </a:moveTo>
                    <a:cubicBezTo>
                      <a:pt x="72" y="54"/>
                      <a:pt x="37" y="70"/>
                      <a:pt x="0" y="58"/>
                    </a:cubicBezTo>
                    <a:cubicBezTo>
                      <a:pt x="10" y="16"/>
                      <a:pt x="45" y="0"/>
                      <a:pt x="8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18">
                <a:extLst>
                  <a:ext uri="{FF2B5EF4-FFF2-40B4-BE49-F238E27FC236}">
                    <a16:creationId xmlns:a16="http://schemas.microsoft.com/office/drawing/2014/main" id="{87E19EC0-62C7-448B-9591-22D6F7E31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676" y="5197475"/>
                <a:ext cx="74613" cy="85725"/>
              </a:xfrm>
              <a:custGeom>
                <a:avLst/>
                <a:gdLst>
                  <a:gd name="T0" fmla="*/ 58 w 72"/>
                  <a:gd name="T1" fmla="*/ 83 h 83"/>
                  <a:gd name="T2" fmla="*/ 10 w 72"/>
                  <a:gd name="T3" fmla="*/ 0 h 83"/>
                  <a:gd name="T4" fmla="*/ 58 w 72"/>
                  <a:gd name="T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83">
                    <a:moveTo>
                      <a:pt x="58" y="83"/>
                    </a:moveTo>
                    <a:cubicBezTo>
                      <a:pt x="15" y="71"/>
                      <a:pt x="0" y="38"/>
                      <a:pt x="10" y="0"/>
                    </a:cubicBezTo>
                    <a:cubicBezTo>
                      <a:pt x="48" y="5"/>
                      <a:pt x="72" y="46"/>
                      <a:pt x="58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19">
                <a:extLst>
                  <a:ext uri="{FF2B5EF4-FFF2-40B4-BE49-F238E27FC236}">
                    <a16:creationId xmlns:a16="http://schemas.microsoft.com/office/drawing/2014/main" id="{1FF071B5-A240-4E37-AB49-39D3F813B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451" y="5224463"/>
                <a:ext cx="87313" cy="73025"/>
              </a:xfrm>
              <a:custGeom>
                <a:avLst/>
                <a:gdLst>
                  <a:gd name="T0" fmla="*/ 84 w 84"/>
                  <a:gd name="T1" fmla="*/ 59 h 71"/>
                  <a:gd name="T2" fmla="*/ 0 w 84"/>
                  <a:gd name="T3" fmla="*/ 12 h 71"/>
                  <a:gd name="T4" fmla="*/ 84 w 84"/>
                  <a:gd name="T5" fmla="*/ 5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84" y="59"/>
                    </a:moveTo>
                    <a:cubicBezTo>
                      <a:pt x="46" y="71"/>
                      <a:pt x="11" y="55"/>
                      <a:pt x="0" y="12"/>
                    </a:cubicBezTo>
                    <a:cubicBezTo>
                      <a:pt x="38" y="0"/>
                      <a:pt x="73" y="17"/>
                      <a:pt x="84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20">
                <a:extLst>
                  <a:ext uri="{FF2B5EF4-FFF2-40B4-BE49-F238E27FC236}">
                    <a16:creationId xmlns:a16="http://schemas.microsoft.com/office/drawing/2014/main" id="{399C0561-8CE5-4CD4-9BCE-BF2643BE3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6913" y="5462588"/>
                <a:ext cx="60325" cy="100013"/>
              </a:xfrm>
              <a:custGeom>
                <a:avLst/>
                <a:gdLst>
                  <a:gd name="T0" fmla="*/ 27 w 58"/>
                  <a:gd name="T1" fmla="*/ 96 h 96"/>
                  <a:gd name="T2" fmla="*/ 27 w 58"/>
                  <a:gd name="T3" fmla="*/ 96 h 96"/>
                  <a:gd name="T4" fmla="*/ 22 w 58"/>
                  <a:gd name="T5" fmla="*/ 88 h 96"/>
                  <a:gd name="T6" fmla="*/ 29 w 58"/>
                  <a:gd name="T7" fmla="*/ 0 h 96"/>
                  <a:gd name="T8" fmla="*/ 49 w 58"/>
                  <a:gd name="T9" fmla="*/ 66 h 96"/>
                  <a:gd name="T10" fmla="*/ 33 w 58"/>
                  <a:gd name="T11" fmla="*/ 92 h 96"/>
                  <a:gd name="T12" fmla="*/ 27 w 58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96">
                    <a:moveTo>
                      <a:pt x="27" y="96"/>
                    </a:moveTo>
                    <a:cubicBezTo>
                      <a:pt x="27" y="96"/>
                      <a:pt x="27" y="96"/>
                      <a:pt x="27" y="96"/>
                    </a:cubicBezTo>
                    <a:cubicBezTo>
                      <a:pt x="26" y="93"/>
                      <a:pt x="24" y="91"/>
                      <a:pt x="22" y="88"/>
                    </a:cubicBezTo>
                    <a:cubicBezTo>
                      <a:pt x="0" y="59"/>
                      <a:pt x="2" y="25"/>
                      <a:pt x="29" y="0"/>
                    </a:cubicBezTo>
                    <a:cubicBezTo>
                      <a:pt x="47" y="13"/>
                      <a:pt x="58" y="44"/>
                      <a:pt x="49" y="66"/>
                    </a:cubicBezTo>
                    <a:cubicBezTo>
                      <a:pt x="45" y="75"/>
                      <a:pt x="39" y="84"/>
                      <a:pt x="33" y="92"/>
                    </a:cubicBezTo>
                    <a:cubicBezTo>
                      <a:pt x="32" y="94"/>
                      <a:pt x="29" y="95"/>
                      <a:pt x="2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21">
                <a:extLst>
                  <a:ext uri="{FF2B5EF4-FFF2-40B4-BE49-F238E27FC236}">
                    <a16:creationId xmlns:a16="http://schemas.microsoft.com/office/drawing/2014/main" id="{09E5BAB5-EF93-4B30-9772-7F234B12F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226" y="5462588"/>
                <a:ext cx="57150" cy="100013"/>
              </a:xfrm>
              <a:custGeom>
                <a:avLst/>
                <a:gdLst>
                  <a:gd name="T0" fmla="*/ 29 w 55"/>
                  <a:gd name="T1" fmla="*/ 95 h 96"/>
                  <a:gd name="T2" fmla="*/ 27 w 55"/>
                  <a:gd name="T3" fmla="*/ 96 h 96"/>
                  <a:gd name="T4" fmla="*/ 4 w 55"/>
                  <a:gd name="T5" fmla="*/ 57 h 96"/>
                  <a:gd name="T6" fmla="*/ 25 w 55"/>
                  <a:gd name="T7" fmla="*/ 0 h 96"/>
                  <a:gd name="T8" fmla="*/ 40 w 55"/>
                  <a:gd name="T9" fmla="*/ 79 h 96"/>
                  <a:gd name="T10" fmla="*/ 29 w 55"/>
                  <a:gd name="T11" fmla="*/ 9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" h="96">
                    <a:moveTo>
                      <a:pt x="29" y="95"/>
                    </a:moveTo>
                    <a:cubicBezTo>
                      <a:pt x="29" y="95"/>
                      <a:pt x="28" y="96"/>
                      <a:pt x="27" y="96"/>
                    </a:cubicBezTo>
                    <a:cubicBezTo>
                      <a:pt x="14" y="86"/>
                      <a:pt x="7" y="72"/>
                      <a:pt x="4" y="57"/>
                    </a:cubicBezTo>
                    <a:cubicBezTo>
                      <a:pt x="0" y="34"/>
                      <a:pt x="11" y="16"/>
                      <a:pt x="25" y="0"/>
                    </a:cubicBezTo>
                    <a:cubicBezTo>
                      <a:pt x="49" y="18"/>
                      <a:pt x="55" y="52"/>
                      <a:pt x="40" y="79"/>
                    </a:cubicBezTo>
                    <a:cubicBezTo>
                      <a:pt x="36" y="84"/>
                      <a:pt x="33" y="90"/>
                      <a:pt x="29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22">
                <a:extLst>
                  <a:ext uri="{FF2B5EF4-FFF2-40B4-BE49-F238E27FC236}">
                    <a16:creationId xmlns:a16="http://schemas.microsoft.com/office/drawing/2014/main" id="{273E021A-4618-4E39-A02B-A03F97BD3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176" y="5197475"/>
                <a:ext cx="73025" cy="85725"/>
              </a:xfrm>
              <a:custGeom>
                <a:avLst/>
                <a:gdLst>
                  <a:gd name="T0" fmla="*/ 60 w 71"/>
                  <a:gd name="T1" fmla="*/ 0 h 83"/>
                  <a:gd name="T2" fmla="*/ 13 w 71"/>
                  <a:gd name="T3" fmla="*/ 83 h 83"/>
                  <a:gd name="T4" fmla="*/ 60 w 71"/>
                  <a:gd name="T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3">
                    <a:moveTo>
                      <a:pt x="60" y="0"/>
                    </a:moveTo>
                    <a:cubicBezTo>
                      <a:pt x="71" y="39"/>
                      <a:pt x="55" y="71"/>
                      <a:pt x="13" y="83"/>
                    </a:cubicBezTo>
                    <a:cubicBezTo>
                      <a:pt x="0" y="45"/>
                      <a:pt x="17" y="12"/>
                      <a:pt x="6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23">
                <a:extLst>
                  <a:ext uri="{FF2B5EF4-FFF2-40B4-BE49-F238E27FC236}">
                    <a16:creationId xmlns:a16="http://schemas.microsoft.com/office/drawing/2014/main" id="{61C4B4BA-D453-4B78-8D3D-49104E0F4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8888" y="5700713"/>
                <a:ext cx="87313" cy="74613"/>
              </a:xfrm>
              <a:custGeom>
                <a:avLst/>
                <a:gdLst>
                  <a:gd name="T0" fmla="*/ 0 w 84"/>
                  <a:gd name="T1" fmla="*/ 12 h 71"/>
                  <a:gd name="T2" fmla="*/ 84 w 84"/>
                  <a:gd name="T3" fmla="*/ 60 h 71"/>
                  <a:gd name="T4" fmla="*/ 0 w 84"/>
                  <a:gd name="T5" fmla="*/ 1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0" y="12"/>
                    </a:moveTo>
                    <a:cubicBezTo>
                      <a:pt x="39" y="0"/>
                      <a:pt x="75" y="21"/>
                      <a:pt x="84" y="60"/>
                    </a:cubicBezTo>
                    <a:cubicBezTo>
                      <a:pt x="47" y="71"/>
                      <a:pt x="11" y="55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24">
                <a:extLst>
                  <a:ext uri="{FF2B5EF4-FFF2-40B4-BE49-F238E27FC236}">
                    <a16:creationId xmlns:a16="http://schemas.microsoft.com/office/drawing/2014/main" id="{F8972030-D3B4-4A5B-B2D5-6D9B60AED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226" y="5294313"/>
                <a:ext cx="68263" cy="93663"/>
              </a:xfrm>
              <a:custGeom>
                <a:avLst/>
                <a:gdLst>
                  <a:gd name="T0" fmla="*/ 52 w 66"/>
                  <a:gd name="T1" fmla="*/ 90 h 90"/>
                  <a:gd name="T2" fmla="*/ 18 w 66"/>
                  <a:gd name="T3" fmla="*/ 0 h 90"/>
                  <a:gd name="T4" fmla="*/ 56 w 66"/>
                  <a:gd name="T5" fmla="*/ 78 h 90"/>
                  <a:gd name="T6" fmla="*/ 52 w 66"/>
                  <a:gd name="T7" fmla="*/ 90 h 90"/>
                  <a:gd name="T8" fmla="*/ 52 w 66"/>
                  <a:gd name="T9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90">
                    <a:moveTo>
                      <a:pt x="52" y="90"/>
                    </a:moveTo>
                    <a:cubicBezTo>
                      <a:pt x="13" y="72"/>
                      <a:pt x="0" y="38"/>
                      <a:pt x="18" y="0"/>
                    </a:cubicBezTo>
                    <a:cubicBezTo>
                      <a:pt x="50" y="10"/>
                      <a:pt x="66" y="43"/>
                      <a:pt x="56" y="78"/>
                    </a:cubicBezTo>
                    <a:cubicBezTo>
                      <a:pt x="55" y="82"/>
                      <a:pt x="53" y="86"/>
                      <a:pt x="52" y="90"/>
                    </a:cubicBezTo>
                    <a:cubicBezTo>
                      <a:pt x="52" y="90"/>
                      <a:pt x="52" y="90"/>
                      <a:pt x="52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25">
                <a:extLst>
                  <a:ext uri="{FF2B5EF4-FFF2-40B4-BE49-F238E27FC236}">
                    <a16:creationId xmlns:a16="http://schemas.microsoft.com/office/drawing/2014/main" id="{0D4B853C-51F7-4677-8E57-AB1963707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01" y="5529263"/>
                <a:ext cx="60325" cy="98425"/>
              </a:xfrm>
              <a:custGeom>
                <a:avLst/>
                <a:gdLst>
                  <a:gd name="T0" fmla="*/ 34 w 58"/>
                  <a:gd name="T1" fmla="*/ 94 h 94"/>
                  <a:gd name="T2" fmla="*/ 21 w 58"/>
                  <a:gd name="T3" fmla="*/ 81 h 94"/>
                  <a:gd name="T4" fmla="*/ 20 w 58"/>
                  <a:gd name="T5" fmla="*/ 0 h 94"/>
                  <a:gd name="T6" fmla="*/ 50 w 58"/>
                  <a:gd name="T7" fmla="*/ 68 h 94"/>
                  <a:gd name="T8" fmla="*/ 40 w 58"/>
                  <a:gd name="T9" fmla="*/ 90 h 94"/>
                  <a:gd name="T10" fmla="*/ 34 w 58"/>
                  <a:gd name="T11" fmla="*/ 94 h 94"/>
                  <a:gd name="T12" fmla="*/ 34 w 58"/>
                  <a:gd name="T13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94">
                    <a:moveTo>
                      <a:pt x="34" y="94"/>
                    </a:moveTo>
                    <a:cubicBezTo>
                      <a:pt x="30" y="90"/>
                      <a:pt x="26" y="86"/>
                      <a:pt x="21" y="81"/>
                    </a:cubicBezTo>
                    <a:cubicBezTo>
                      <a:pt x="0" y="58"/>
                      <a:pt x="0" y="29"/>
                      <a:pt x="20" y="0"/>
                    </a:cubicBezTo>
                    <a:cubicBezTo>
                      <a:pt x="42" y="14"/>
                      <a:pt x="58" y="41"/>
                      <a:pt x="50" y="68"/>
                    </a:cubicBezTo>
                    <a:cubicBezTo>
                      <a:pt x="47" y="76"/>
                      <a:pt x="44" y="83"/>
                      <a:pt x="40" y="90"/>
                    </a:cubicBezTo>
                    <a:cubicBezTo>
                      <a:pt x="39" y="92"/>
                      <a:pt x="36" y="93"/>
                      <a:pt x="34" y="94"/>
                    </a:cubicBezTo>
                    <a:cubicBezTo>
                      <a:pt x="34" y="94"/>
                      <a:pt x="34" y="94"/>
                      <a:pt x="34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26">
                <a:extLst>
                  <a:ext uri="{FF2B5EF4-FFF2-40B4-BE49-F238E27FC236}">
                    <a16:creationId xmlns:a16="http://schemas.microsoft.com/office/drawing/2014/main" id="{C68BF8D7-DB12-4C95-8E30-4F3B439F5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6576" y="5445125"/>
                <a:ext cx="98425" cy="68263"/>
              </a:xfrm>
              <a:custGeom>
                <a:avLst/>
                <a:gdLst>
                  <a:gd name="T0" fmla="*/ 0 w 95"/>
                  <a:gd name="T1" fmla="*/ 24 h 66"/>
                  <a:gd name="T2" fmla="*/ 95 w 95"/>
                  <a:gd name="T3" fmla="*/ 41 h 66"/>
                  <a:gd name="T4" fmla="*/ 0 w 95"/>
                  <a:gd name="T5" fmla="*/ 2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6">
                    <a:moveTo>
                      <a:pt x="0" y="24"/>
                    </a:moveTo>
                    <a:cubicBezTo>
                      <a:pt x="34" y="0"/>
                      <a:pt x="71" y="6"/>
                      <a:pt x="95" y="41"/>
                    </a:cubicBezTo>
                    <a:cubicBezTo>
                      <a:pt x="60" y="66"/>
                      <a:pt x="24" y="58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27">
                <a:extLst>
                  <a:ext uri="{FF2B5EF4-FFF2-40B4-BE49-F238E27FC236}">
                    <a16:creationId xmlns:a16="http://schemas.microsoft.com/office/drawing/2014/main" id="{C473B8C7-3D1C-49BE-8DB6-8E597C685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8463" y="4978400"/>
                <a:ext cx="74613" cy="76200"/>
              </a:xfrm>
              <a:custGeom>
                <a:avLst/>
                <a:gdLst>
                  <a:gd name="T0" fmla="*/ 5 w 71"/>
                  <a:gd name="T1" fmla="*/ 0 h 73"/>
                  <a:gd name="T2" fmla="*/ 66 w 71"/>
                  <a:gd name="T3" fmla="*/ 73 h 73"/>
                  <a:gd name="T4" fmla="*/ 5 w 71"/>
                  <a:gd name="T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73">
                    <a:moveTo>
                      <a:pt x="5" y="0"/>
                    </a:moveTo>
                    <a:cubicBezTo>
                      <a:pt x="47" y="2"/>
                      <a:pt x="71" y="32"/>
                      <a:pt x="66" y="73"/>
                    </a:cubicBezTo>
                    <a:cubicBezTo>
                      <a:pt x="23" y="71"/>
                      <a:pt x="0" y="39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28">
                <a:extLst>
                  <a:ext uri="{FF2B5EF4-FFF2-40B4-BE49-F238E27FC236}">
                    <a16:creationId xmlns:a16="http://schemas.microsoft.com/office/drawing/2014/main" id="{6522DBF0-EE1D-4957-9961-B77A619FA2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451" y="4978400"/>
                <a:ext cx="82550" cy="77788"/>
              </a:xfrm>
              <a:custGeom>
                <a:avLst/>
                <a:gdLst>
                  <a:gd name="T0" fmla="*/ 72 w 79"/>
                  <a:gd name="T1" fmla="*/ 1 h 76"/>
                  <a:gd name="T2" fmla="*/ 10 w 79"/>
                  <a:gd name="T3" fmla="*/ 74 h 76"/>
                  <a:gd name="T4" fmla="*/ 72 w 79"/>
                  <a:gd name="T5" fmla="*/ 1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" h="76">
                    <a:moveTo>
                      <a:pt x="72" y="1"/>
                    </a:moveTo>
                    <a:cubicBezTo>
                      <a:pt x="79" y="38"/>
                      <a:pt x="47" y="76"/>
                      <a:pt x="10" y="74"/>
                    </a:cubicBezTo>
                    <a:cubicBezTo>
                      <a:pt x="0" y="40"/>
                      <a:pt x="34" y="0"/>
                      <a:pt x="7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29">
                <a:extLst>
                  <a:ext uri="{FF2B5EF4-FFF2-40B4-BE49-F238E27FC236}">
                    <a16:creationId xmlns:a16="http://schemas.microsoft.com/office/drawing/2014/main" id="{D3656F07-4F76-4174-8C09-56F6A064E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901" y="5095875"/>
                <a:ext cx="79375" cy="79375"/>
              </a:xfrm>
              <a:custGeom>
                <a:avLst/>
                <a:gdLst>
                  <a:gd name="T0" fmla="*/ 6 w 76"/>
                  <a:gd name="T1" fmla="*/ 0 h 77"/>
                  <a:gd name="T2" fmla="*/ 67 w 76"/>
                  <a:gd name="T3" fmla="*/ 73 h 77"/>
                  <a:gd name="T4" fmla="*/ 6 w 76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77">
                    <a:moveTo>
                      <a:pt x="6" y="0"/>
                    </a:moveTo>
                    <a:cubicBezTo>
                      <a:pt x="46" y="1"/>
                      <a:pt x="76" y="37"/>
                      <a:pt x="67" y="73"/>
                    </a:cubicBezTo>
                    <a:cubicBezTo>
                      <a:pt x="31" y="77"/>
                      <a:pt x="0" y="39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30">
                <a:extLst>
                  <a:ext uri="{FF2B5EF4-FFF2-40B4-BE49-F238E27FC236}">
                    <a16:creationId xmlns:a16="http://schemas.microsoft.com/office/drawing/2014/main" id="{D9E20EE9-1A87-4041-9327-DFA5FCE12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0726" y="5611813"/>
                <a:ext cx="98425" cy="68263"/>
              </a:xfrm>
              <a:custGeom>
                <a:avLst/>
                <a:gdLst>
                  <a:gd name="T0" fmla="*/ 95 w 95"/>
                  <a:gd name="T1" fmla="*/ 24 h 65"/>
                  <a:gd name="T2" fmla="*/ 0 w 95"/>
                  <a:gd name="T3" fmla="*/ 41 h 65"/>
                  <a:gd name="T4" fmla="*/ 95 w 95"/>
                  <a:gd name="T5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5">
                    <a:moveTo>
                      <a:pt x="95" y="24"/>
                    </a:moveTo>
                    <a:cubicBezTo>
                      <a:pt x="71" y="59"/>
                      <a:pt x="34" y="65"/>
                      <a:pt x="0" y="41"/>
                    </a:cubicBezTo>
                    <a:cubicBezTo>
                      <a:pt x="23" y="5"/>
                      <a:pt x="63" y="0"/>
                      <a:pt x="9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31">
                <a:extLst>
                  <a:ext uri="{FF2B5EF4-FFF2-40B4-BE49-F238E27FC236}">
                    <a16:creationId xmlns:a16="http://schemas.microsoft.com/office/drawing/2014/main" id="{D612BCBC-B8C1-4372-AAAF-849DA368D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1151" y="5538788"/>
                <a:ext cx="100013" cy="63500"/>
              </a:xfrm>
              <a:custGeom>
                <a:avLst/>
                <a:gdLst>
                  <a:gd name="T0" fmla="*/ 0 w 96"/>
                  <a:gd name="T1" fmla="*/ 30 h 61"/>
                  <a:gd name="T2" fmla="*/ 96 w 96"/>
                  <a:gd name="T3" fmla="*/ 30 h 61"/>
                  <a:gd name="T4" fmla="*/ 0 w 96"/>
                  <a:gd name="T5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61">
                    <a:moveTo>
                      <a:pt x="0" y="30"/>
                    </a:moveTo>
                    <a:cubicBezTo>
                      <a:pt x="26" y="0"/>
                      <a:pt x="70" y="1"/>
                      <a:pt x="96" y="30"/>
                    </a:cubicBezTo>
                    <a:cubicBezTo>
                      <a:pt x="67" y="61"/>
                      <a:pt x="28" y="60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32">
                <a:extLst>
                  <a:ext uri="{FF2B5EF4-FFF2-40B4-BE49-F238E27FC236}">
                    <a16:creationId xmlns:a16="http://schemas.microsoft.com/office/drawing/2014/main" id="{2DE15AC9-129C-4B69-9416-C1AC4C5E1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888" y="5384800"/>
                <a:ext cx="60325" cy="100013"/>
              </a:xfrm>
              <a:custGeom>
                <a:avLst/>
                <a:gdLst>
                  <a:gd name="T0" fmla="*/ 18 w 57"/>
                  <a:gd name="T1" fmla="*/ 96 h 96"/>
                  <a:gd name="T2" fmla="*/ 5 w 57"/>
                  <a:gd name="T3" fmla="*/ 62 h 96"/>
                  <a:gd name="T4" fmla="*/ 35 w 57"/>
                  <a:gd name="T5" fmla="*/ 0 h 96"/>
                  <a:gd name="T6" fmla="*/ 41 w 57"/>
                  <a:gd name="T7" fmla="*/ 70 h 96"/>
                  <a:gd name="T8" fmla="*/ 18 w 57"/>
                  <a:gd name="T9" fmla="*/ 95 h 96"/>
                  <a:gd name="T10" fmla="*/ 18 w 57"/>
                  <a:gd name="T11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96">
                    <a:moveTo>
                      <a:pt x="18" y="96"/>
                    </a:moveTo>
                    <a:cubicBezTo>
                      <a:pt x="14" y="84"/>
                      <a:pt x="7" y="73"/>
                      <a:pt x="5" y="62"/>
                    </a:cubicBezTo>
                    <a:cubicBezTo>
                      <a:pt x="0" y="38"/>
                      <a:pt x="13" y="14"/>
                      <a:pt x="35" y="0"/>
                    </a:cubicBezTo>
                    <a:cubicBezTo>
                      <a:pt x="51" y="19"/>
                      <a:pt x="57" y="49"/>
                      <a:pt x="41" y="70"/>
                    </a:cubicBezTo>
                    <a:cubicBezTo>
                      <a:pt x="35" y="80"/>
                      <a:pt x="26" y="87"/>
                      <a:pt x="18" y="95"/>
                    </a:cubicBezTo>
                    <a:cubicBezTo>
                      <a:pt x="18" y="95"/>
                      <a:pt x="18" y="96"/>
                      <a:pt x="18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33">
                <a:extLst>
                  <a:ext uri="{FF2B5EF4-FFF2-40B4-BE49-F238E27FC236}">
                    <a16:creationId xmlns:a16="http://schemas.microsoft.com/office/drawing/2014/main" id="{FD9EDF8E-61C6-41E5-BE62-59E00EF321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563" y="4676775"/>
                <a:ext cx="98425" cy="68263"/>
              </a:xfrm>
              <a:custGeom>
                <a:avLst/>
                <a:gdLst>
                  <a:gd name="T0" fmla="*/ 0 w 95"/>
                  <a:gd name="T1" fmla="*/ 41 h 65"/>
                  <a:gd name="T2" fmla="*/ 95 w 95"/>
                  <a:gd name="T3" fmla="*/ 24 h 65"/>
                  <a:gd name="T4" fmla="*/ 0 w 95"/>
                  <a:gd name="T5" fmla="*/ 4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5">
                    <a:moveTo>
                      <a:pt x="0" y="41"/>
                    </a:moveTo>
                    <a:cubicBezTo>
                      <a:pt x="24" y="6"/>
                      <a:pt x="61" y="0"/>
                      <a:pt x="95" y="24"/>
                    </a:cubicBezTo>
                    <a:cubicBezTo>
                      <a:pt x="71" y="61"/>
                      <a:pt x="33" y="65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34">
                <a:extLst>
                  <a:ext uri="{FF2B5EF4-FFF2-40B4-BE49-F238E27FC236}">
                    <a16:creationId xmlns:a16="http://schemas.microsoft.com/office/drawing/2014/main" id="{3F0DD0DA-9305-440C-AE3B-0D6217DC9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413" y="4727575"/>
                <a:ext cx="73025" cy="93663"/>
              </a:xfrm>
              <a:custGeom>
                <a:avLst/>
                <a:gdLst>
                  <a:gd name="T0" fmla="*/ 19 w 70"/>
                  <a:gd name="T1" fmla="*/ 90 h 90"/>
                  <a:gd name="T2" fmla="*/ 51 w 70"/>
                  <a:gd name="T3" fmla="*/ 0 h 90"/>
                  <a:gd name="T4" fmla="*/ 19 w 70"/>
                  <a:gd name="T5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" h="90">
                    <a:moveTo>
                      <a:pt x="19" y="90"/>
                    </a:moveTo>
                    <a:cubicBezTo>
                      <a:pt x="0" y="54"/>
                      <a:pt x="14" y="16"/>
                      <a:pt x="51" y="0"/>
                    </a:cubicBezTo>
                    <a:cubicBezTo>
                      <a:pt x="70" y="36"/>
                      <a:pt x="59" y="72"/>
                      <a:pt x="19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35">
                <a:extLst>
                  <a:ext uri="{FF2B5EF4-FFF2-40B4-BE49-F238E27FC236}">
                    <a16:creationId xmlns:a16="http://schemas.microsoft.com/office/drawing/2014/main" id="{87BBC646-72ED-4C22-8A4E-C6AEAB871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976" y="5294313"/>
                <a:ext cx="66675" cy="93663"/>
              </a:xfrm>
              <a:custGeom>
                <a:avLst/>
                <a:gdLst>
                  <a:gd name="T0" fmla="*/ 12 w 64"/>
                  <a:gd name="T1" fmla="*/ 91 h 91"/>
                  <a:gd name="T2" fmla="*/ 5 w 64"/>
                  <a:gd name="T3" fmla="*/ 70 h 91"/>
                  <a:gd name="T4" fmla="*/ 30 w 64"/>
                  <a:gd name="T5" fmla="*/ 9 h 91"/>
                  <a:gd name="T6" fmla="*/ 45 w 64"/>
                  <a:gd name="T7" fmla="*/ 0 h 91"/>
                  <a:gd name="T8" fmla="*/ 11 w 64"/>
                  <a:gd name="T9" fmla="*/ 91 h 91"/>
                  <a:gd name="T10" fmla="*/ 12 w 64"/>
                  <a:gd name="T11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91">
                    <a:moveTo>
                      <a:pt x="12" y="91"/>
                    </a:moveTo>
                    <a:cubicBezTo>
                      <a:pt x="10" y="84"/>
                      <a:pt x="7" y="77"/>
                      <a:pt x="5" y="70"/>
                    </a:cubicBezTo>
                    <a:cubicBezTo>
                      <a:pt x="0" y="44"/>
                      <a:pt x="9" y="24"/>
                      <a:pt x="30" y="9"/>
                    </a:cubicBezTo>
                    <a:cubicBezTo>
                      <a:pt x="35" y="6"/>
                      <a:pt x="40" y="3"/>
                      <a:pt x="45" y="0"/>
                    </a:cubicBezTo>
                    <a:cubicBezTo>
                      <a:pt x="64" y="38"/>
                      <a:pt x="51" y="73"/>
                      <a:pt x="11" y="91"/>
                    </a:cubicBezTo>
                    <a:cubicBezTo>
                      <a:pt x="11" y="91"/>
                      <a:pt x="12" y="91"/>
                      <a:pt x="12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36">
                <a:extLst>
                  <a:ext uri="{FF2B5EF4-FFF2-40B4-BE49-F238E27FC236}">
                    <a16:creationId xmlns:a16="http://schemas.microsoft.com/office/drawing/2014/main" id="{C4012A00-9DA5-4749-8E44-1AF51DF5D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726" y="5340350"/>
                <a:ext cx="93663" cy="69850"/>
              </a:xfrm>
              <a:custGeom>
                <a:avLst/>
                <a:gdLst>
                  <a:gd name="T0" fmla="*/ 90 w 90"/>
                  <a:gd name="T1" fmla="*/ 17 h 67"/>
                  <a:gd name="T2" fmla="*/ 0 w 90"/>
                  <a:gd name="T3" fmla="*/ 50 h 67"/>
                  <a:gd name="T4" fmla="*/ 90 w 90"/>
                  <a:gd name="T5" fmla="*/ 1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7">
                    <a:moveTo>
                      <a:pt x="90" y="17"/>
                    </a:moveTo>
                    <a:cubicBezTo>
                      <a:pt x="73" y="57"/>
                      <a:pt x="37" y="67"/>
                      <a:pt x="0" y="50"/>
                    </a:cubicBezTo>
                    <a:cubicBezTo>
                      <a:pt x="17" y="9"/>
                      <a:pt x="55" y="0"/>
                      <a:pt x="9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37">
                <a:extLst>
                  <a:ext uri="{FF2B5EF4-FFF2-40B4-BE49-F238E27FC236}">
                    <a16:creationId xmlns:a16="http://schemas.microsoft.com/office/drawing/2014/main" id="{C8D16AFA-0DB9-472D-977F-B340932CB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876" y="5445125"/>
                <a:ext cx="98425" cy="68263"/>
              </a:xfrm>
              <a:custGeom>
                <a:avLst/>
                <a:gdLst>
                  <a:gd name="T0" fmla="*/ 0 w 94"/>
                  <a:gd name="T1" fmla="*/ 42 h 66"/>
                  <a:gd name="T2" fmla="*/ 94 w 94"/>
                  <a:gd name="T3" fmla="*/ 25 h 66"/>
                  <a:gd name="T4" fmla="*/ 0 w 94"/>
                  <a:gd name="T5" fmla="*/ 4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" h="66">
                    <a:moveTo>
                      <a:pt x="0" y="42"/>
                    </a:moveTo>
                    <a:cubicBezTo>
                      <a:pt x="23" y="9"/>
                      <a:pt x="59" y="0"/>
                      <a:pt x="94" y="25"/>
                    </a:cubicBezTo>
                    <a:cubicBezTo>
                      <a:pt x="71" y="61"/>
                      <a:pt x="32" y="66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38">
                <a:extLst>
                  <a:ext uri="{FF2B5EF4-FFF2-40B4-BE49-F238E27FC236}">
                    <a16:creationId xmlns:a16="http://schemas.microsoft.com/office/drawing/2014/main" id="{0205AF9F-E9A1-477D-96CD-D89766AE0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4238" y="5581650"/>
                <a:ext cx="66675" cy="95250"/>
              </a:xfrm>
              <a:custGeom>
                <a:avLst/>
                <a:gdLst>
                  <a:gd name="T0" fmla="*/ 46 w 65"/>
                  <a:gd name="T1" fmla="*/ 91 h 91"/>
                  <a:gd name="T2" fmla="*/ 23 w 65"/>
                  <a:gd name="T3" fmla="*/ 74 h 91"/>
                  <a:gd name="T4" fmla="*/ 14 w 65"/>
                  <a:gd name="T5" fmla="*/ 0 h 91"/>
                  <a:gd name="T6" fmla="*/ 48 w 65"/>
                  <a:gd name="T7" fmla="*/ 87 h 91"/>
                  <a:gd name="T8" fmla="*/ 46 w 65"/>
                  <a:gd name="T9" fmla="*/ 91 h 91"/>
                  <a:gd name="T10" fmla="*/ 46 w 65"/>
                  <a:gd name="T11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91">
                    <a:moveTo>
                      <a:pt x="46" y="91"/>
                    </a:moveTo>
                    <a:cubicBezTo>
                      <a:pt x="38" y="85"/>
                      <a:pt x="30" y="80"/>
                      <a:pt x="23" y="74"/>
                    </a:cubicBezTo>
                    <a:cubicBezTo>
                      <a:pt x="0" y="53"/>
                      <a:pt x="3" y="20"/>
                      <a:pt x="14" y="0"/>
                    </a:cubicBezTo>
                    <a:cubicBezTo>
                      <a:pt x="50" y="15"/>
                      <a:pt x="65" y="51"/>
                      <a:pt x="48" y="87"/>
                    </a:cubicBezTo>
                    <a:cubicBezTo>
                      <a:pt x="48" y="88"/>
                      <a:pt x="47" y="89"/>
                      <a:pt x="46" y="91"/>
                    </a:cubicBezTo>
                    <a:cubicBezTo>
                      <a:pt x="46" y="91"/>
                      <a:pt x="46" y="91"/>
                      <a:pt x="46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39">
                <a:extLst>
                  <a:ext uri="{FF2B5EF4-FFF2-40B4-BE49-F238E27FC236}">
                    <a16:creationId xmlns:a16="http://schemas.microsoft.com/office/drawing/2014/main" id="{9460974A-9510-4B5D-AFEB-CDA73B328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726" y="5611813"/>
                <a:ext cx="98425" cy="68263"/>
              </a:xfrm>
              <a:custGeom>
                <a:avLst/>
                <a:gdLst>
                  <a:gd name="T0" fmla="*/ 0 w 94"/>
                  <a:gd name="T1" fmla="*/ 24 h 65"/>
                  <a:gd name="T2" fmla="*/ 94 w 94"/>
                  <a:gd name="T3" fmla="*/ 41 h 65"/>
                  <a:gd name="T4" fmla="*/ 0 w 94"/>
                  <a:gd name="T5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" h="65">
                    <a:moveTo>
                      <a:pt x="0" y="24"/>
                    </a:moveTo>
                    <a:cubicBezTo>
                      <a:pt x="34" y="0"/>
                      <a:pt x="71" y="5"/>
                      <a:pt x="94" y="41"/>
                    </a:cubicBezTo>
                    <a:cubicBezTo>
                      <a:pt x="60" y="65"/>
                      <a:pt x="24" y="59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40">
                <a:extLst>
                  <a:ext uri="{FF2B5EF4-FFF2-40B4-BE49-F238E27FC236}">
                    <a16:creationId xmlns:a16="http://schemas.microsoft.com/office/drawing/2014/main" id="{C2D625BE-43D5-404D-A48F-B53C743C9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676" y="5702300"/>
                <a:ext cx="87313" cy="74613"/>
              </a:xfrm>
              <a:custGeom>
                <a:avLst/>
                <a:gdLst>
                  <a:gd name="T0" fmla="*/ 83 w 83"/>
                  <a:gd name="T1" fmla="*/ 11 h 71"/>
                  <a:gd name="T2" fmla="*/ 0 w 83"/>
                  <a:gd name="T3" fmla="*/ 59 h 71"/>
                  <a:gd name="T4" fmla="*/ 83 w 83"/>
                  <a:gd name="T5" fmla="*/ 1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1">
                    <a:moveTo>
                      <a:pt x="83" y="11"/>
                    </a:moveTo>
                    <a:cubicBezTo>
                      <a:pt x="72" y="54"/>
                      <a:pt x="36" y="71"/>
                      <a:pt x="0" y="59"/>
                    </a:cubicBezTo>
                    <a:cubicBezTo>
                      <a:pt x="11" y="18"/>
                      <a:pt x="42" y="0"/>
                      <a:pt x="8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41">
                <a:extLst>
                  <a:ext uri="{FF2B5EF4-FFF2-40B4-BE49-F238E27FC236}">
                    <a16:creationId xmlns:a16="http://schemas.microsoft.com/office/drawing/2014/main" id="{3A3377DF-230D-43CD-A9E2-5A52DCA7C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176" y="4616450"/>
                <a:ext cx="68263" cy="96838"/>
              </a:xfrm>
              <a:custGeom>
                <a:avLst/>
                <a:gdLst>
                  <a:gd name="T0" fmla="*/ 25 w 66"/>
                  <a:gd name="T1" fmla="*/ 0 h 94"/>
                  <a:gd name="T2" fmla="*/ 42 w 66"/>
                  <a:gd name="T3" fmla="*/ 94 h 94"/>
                  <a:gd name="T4" fmla="*/ 25 w 66"/>
                  <a:gd name="T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" h="94">
                    <a:moveTo>
                      <a:pt x="25" y="0"/>
                    </a:moveTo>
                    <a:cubicBezTo>
                      <a:pt x="59" y="22"/>
                      <a:pt x="66" y="63"/>
                      <a:pt x="42" y="94"/>
                    </a:cubicBezTo>
                    <a:cubicBezTo>
                      <a:pt x="9" y="79"/>
                      <a:pt x="0" y="32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42">
                <a:extLst>
                  <a:ext uri="{FF2B5EF4-FFF2-40B4-BE49-F238E27FC236}">
                    <a16:creationId xmlns:a16="http://schemas.microsoft.com/office/drawing/2014/main" id="{1FE0D9EA-78A7-4A52-893F-A8A0E89A4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1338" y="4851400"/>
                <a:ext cx="74613" cy="84138"/>
              </a:xfrm>
              <a:custGeom>
                <a:avLst/>
                <a:gdLst>
                  <a:gd name="T0" fmla="*/ 13 w 72"/>
                  <a:gd name="T1" fmla="*/ 82 h 82"/>
                  <a:gd name="T2" fmla="*/ 61 w 72"/>
                  <a:gd name="T3" fmla="*/ 0 h 82"/>
                  <a:gd name="T4" fmla="*/ 13 w 72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82">
                    <a:moveTo>
                      <a:pt x="13" y="82"/>
                    </a:moveTo>
                    <a:cubicBezTo>
                      <a:pt x="0" y="45"/>
                      <a:pt x="24" y="3"/>
                      <a:pt x="61" y="0"/>
                    </a:cubicBezTo>
                    <a:cubicBezTo>
                      <a:pt x="72" y="38"/>
                      <a:pt x="55" y="72"/>
                      <a:pt x="13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43">
                <a:extLst>
                  <a:ext uri="{FF2B5EF4-FFF2-40B4-BE49-F238E27FC236}">
                    <a16:creationId xmlns:a16="http://schemas.microsoft.com/office/drawing/2014/main" id="{9202DFF2-2E48-4CC9-B943-2FF3E2AEA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713" y="5538788"/>
                <a:ext cx="100013" cy="63500"/>
              </a:xfrm>
              <a:custGeom>
                <a:avLst/>
                <a:gdLst>
                  <a:gd name="T0" fmla="*/ 0 w 96"/>
                  <a:gd name="T1" fmla="*/ 30 h 61"/>
                  <a:gd name="T2" fmla="*/ 96 w 96"/>
                  <a:gd name="T3" fmla="*/ 30 h 61"/>
                  <a:gd name="T4" fmla="*/ 0 w 96"/>
                  <a:gd name="T5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61">
                    <a:moveTo>
                      <a:pt x="0" y="30"/>
                    </a:moveTo>
                    <a:cubicBezTo>
                      <a:pt x="27" y="0"/>
                      <a:pt x="70" y="1"/>
                      <a:pt x="96" y="30"/>
                    </a:cubicBezTo>
                    <a:cubicBezTo>
                      <a:pt x="66" y="61"/>
                      <a:pt x="29" y="5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44">
                <a:extLst>
                  <a:ext uri="{FF2B5EF4-FFF2-40B4-BE49-F238E27FC236}">
                    <a16:creationId xmlns:a16="http://schemas.microsoft.com/office/drawing/2014/main" id="{4B685D11-1528-4728-BFE8-EA12C6848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8301" y="4676775"/>
                <a:ext cx="100013" cy="69850"/>
              </a:xfrm>
              <a:custGeom>
                <a:avLst/>
                <a:gdLst>
                  <a:gd name="T0" fmla="*/ 0 w 95"/>
                  <a:gd name="T1" fmla="*/ 25 h 67"/>
                  <a:gd name="T2" fmla="*/ 95 w 95"/>
                  <a:gd name="T3" fmla="*/ 41 h 67"/>
                  <a:gd name="T4" fmla="*/ 0 w 95"/>
                  <a:gd name="T5" fmla="*/ 25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7">
                    <a:moveTo>
                      <a:pt x="0" y="25"/>
                    </a:moveTo>
                    <a:cubicBezTo>
                      <a:pt x="35" y="0"/>
                      <a:pt x="71" y="6"/>
                      <a:pt x="95" y="41"/>
                    </a:cubicBezTo>
                    <a:cubicBezTo>
                      <a:pt x="60" y="67"/>
                      <a:pt x="24" y="58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45">
                <a:extLst>
                  <a:ext uri="{FF2B5EF4-FFF2-40B4-BE49-F238E27FC236}">
                    <a16:creationId xmlns:a16="http://schemas.microsoft.com/office/drawing/2014/main" id="{17A70C05-F4B0-4314-A516-00EFFDB3A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3013" y="5616575"/>
                <a:ext cx="74613" cy="87313"/>
              </a:xfrm>
              <a:custGeom>
                <a:avLst/>
                <a:gdLst>
                  <a:gd name="T0" fmla="*/ 12 w 71"/>
                  <a:gd name="T1" fmla="*/ 83 h 83"/>
                  <a:gd name="T2" fmla="*/ 60 w 71"/>
                  <a:gd name="T3" fmla="*/ 0 h 83"/>
                  <a:gd name="T4" fmla="*/ 12 w 71"/>
                  <a:gd name="T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3">
                    <a:moveTo>
                      <a:pt x="12" y="83"/>
                    </a:moveTo>
                    <a:cubicBezTo>
                      <a:pt x="0" y="45"/>
                      <a:pt x="17" y="11"/>
                      <a:pt x="60" y="0"/>
                    </a:cubicBezTo>
                    <a:cubicBezTo>
                      <a:pt x="71" y="38"/>
                      <a:pt x="54" y="72"/>
                      <a:pt x="12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46">
                <a:extLst>
                  <a:ext uri="{FF2B5EF4-FFF2-40B4-BE49-F238E27FC236}">
                    <a16:creationId xmlns:a16="http://schemas.microsoft.com/office/drawing/2014/main" id="{82730ADB-66BE-4A28-8586-11D355FAE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3188" y="5665788"/>
                <a:ext cx="95250" cy="73025"/>
              </a:xfrm>
              <a:custGeom>
                <a:avLst/>
                <a:gdLst>
                  <a:gd name="T0" fmla="*/ 91 w 91"/>
                  <a:gd name="T1" fmla="*/ 51 h 70"/>
                  <a:gd name="T2" fmla="*/ 0 w 91"/>
                  <a:gd name="T3" fmla="*/ 19 h 70"/>
                  <a:gd name="T4" fmla="*/ 91 w 91"/>
                  <a:gd name="T5" fmla="*/ 5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70">
                    <a:moveTo>
                      <a:pt x="91" y="51"/>
                    </a:moveTo>
                    <a:cubicBezTo>
                      <a:pt x="54" y="70"/>
                      <a:pt x="17" y="56"/>
                      <a:pt x="0" y="19"/>
                    </a:cubicBezTo>
                    <a:cubicBezTo>
                      <a:pt x="35" y="0"/>
                      <a:pt x="73" y="11"/>
                      <a:pt x="91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47">
                <a:extLst>
                  <a:ext uri="{FF2B5EF4-FFF2-40B4-BE49-F238E27FC236}">
                    <a16:creationId xmlns:a16="http://schemas.microsoft.com/office/drawing/2014/main" id="{40455B2D-5C23-48F6-A716-0D4C79BC3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3226" y="5103813"/>
                <a:ext cx="77788" cy="74613"/>
              </a:xfrm>
              <a:custGeom>
                <a:avLst/>
                <a:gdLst>
                  <a:gd name="T0" fmla="*/ 0 w 75"/>
                  <a:gd name="T1" fmla="*/ 5 h 72"/>
                  <a:gd name="T2" fmla="*/ 75 w 75"/>
                  <a:gd name="T3" fmla="*/ 65 h 72"/>
                  <a:gd name="T4" fmla="*/ 0 w 75"/>
                  <a:gd name="T5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" h="72">
                    <a:moveTo>
                      <a:pt x="0" y="5"/>
                    </a:moveTo>
                    <a:cubicBezTo>
                      <a:pt x="43" y="0"/>
                      <a:pt x="70" y="24"/>
                      <a:pt x="75" y="65"/>
                    </a:cubicBezTo>
                    <a:cubicBezTo>
                      <a:pt x="33" y="72"/>
                      <a:pt x="4" y="47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48">
                <a:extLst>
                  <a:ext uri="{FF2B5EF4-FFF2-40B4-BE49-F238E27FC236}">
                    <a16:creationId xmlns:a16="http://schemas.microsoft.com/office/drawing/2014/main" id="{3DB182AF-29D9-4279-AAD7-3EFCDB9CE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251" y="5383213"/>
                <a:ext cx="58738" cy="98425"/>
              </a:xfrm>
              <a:custGeom>
                <a:avLst/>
                <a:gdLst>
                  <a:gd name="T0" fmla="*/ 39 w 57"/>
                  <a:gd name="T1" fmla="*/ 94 h 95"/>
                  <a:gd name="T2" fmla="*/ 38 w 57"/>
                  <a:gd name="T3" fmla="*/ 95 h 95"/>
                  <a:gd name="T4" fmla="*/ 7 w 57"/>
                  <a:gd name="T5" fmla="*/ 31 h 95"/>
                  <a:gd name="T6" fmla="*/ 18 w 57"/>
                  <a:gd name="T7" fmla="*/ 0 h 95"/>
                  <a:gd name="T8" fmla="*/ 50 w 57"/>
                  <a:gd name="T9" fmla="*/ 67 h 95"/>
                  <a:gd name="T10" fmla="*/ 39 w 57"/>
                  <a:gd name="T11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95">
                    <a:moveTo>
                      <a:pt x="39" y="94"/>
                    </a:moveTo>
                    <a:cubicBezTo>
                      <a:pt x="38" y="95"/>
                      <a:pt x="38" y="95"/>
                      <a:pt x="38" y="95"/>
                    </a:cubicBezTo>
                    <a:cubicBezTo>
                      <a:pt x="17" y="83"/>
                      <a:pt x="0" y="57"/>
                      <a:pt x="7" y="31"/>
                    </a:cubicBezTo>
                    <a:cubicBezTo>
                      <a:pt x="9" y="20"/>
                      <a:pt x="14" y="10"/>
                      <a:pt x="18" y="0"/>
                    </a:cubicBezTo>
                    <a:cubicBezTo>
                      <a:pt x="42" y="11"/>
                      <a:pt x="57" y="42"/>
                      <a:pt x="50" y="67"/>
                    </a:cubicBezTo>
                    <a:cubicBezTo>
                      <a:pt x="47" y="77"/>
                      <a:pt x="42" y="85"/>
                      <a:pt x="39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49">
                <a:extLst>
                  <a:ext uri="{FF2B5EF4-FFF2-40B4-BE49-F238E27FC236}">
                    <a16:creationId xmlns:a16="http://schemas.microsoft.com/office/drawing/2014/main" id="{1876EC2C-9307-4123-9657-92895503C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2438" y="4727575"/>
                <a:ext cx="73025" cy="93663"/>
              </a:xfrm>
              <a:custGeom>
                <a:avLst/>
                <a:gdLst>
                  <a:gd name="T0" fmla="*/ 19 w 71"/>
                  <a:gd name="T1" fmla="*/ 0 h 90"/>
                  <a:gd name="T2" fmla="*/ 52 w 71"/>
                  <a:gd name="T3" fmla="*/ 90 h 90"/>
                  <a:gd name="T4" fmla="*/ 19 w 71"/>
                  <a:gd name="T5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90">
                    <a:moveTo>
                      <a:pt x="19" y="0"/>
                    </a:moveTo>
                    <a:cubicBezTo>
                      <a:pt x="56" y="15"/>
                      <a:pt x="71" y="55"/>
                      <a:pt x="52" y="90"/>
                    </a:cubicBezTo>
                    <a:cubicBezTo>
                      <a:pt x="16" y="80"/>
                      <a:pt x="0" y="37"/>
                      <a:pt x="1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50">
                <a:extLst>
                  <a:ext uri="{FF2B5EF4-FFF2-40B4-BE49-F238E27FC236}">
                    <a16:creationId xmlns:a16="http://schemas.microsoft.com/office/drawing/2014/main" id="{B7F3A6D7-21DA-4531-AF95-B3E5546AB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9426" y="4986338"/>
                <a:ext cx="76200" cy="73025"/>
              </a:xfrm>
              <a:custGeom>
                <a:avLst/>
                <a:gdLst>
                  <a:gd name="T0" fmla="*/ 74 w 74"/>
                  <a:gd name="T1" fmla="*/ 5 h 70"/>
                  <a:gd name="T2" fmla="*/ 0 w 74"/>
                  <a:gd name="T3" fmla="*/ 66 h 70"/>
                  <a:gd name="T4" fmla="*/ 74 w 74"/>
                  <a:gd name="T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4" h="70">
                    <a:moveTo>
                      <a:pt x="74" y="5"/>
                    </a:moveTo>
                    <a:cubicBezTo>
                      <a:pt x="70" y="48"/>
                      <a:pt x="40" y="70"/>
                      <a:pt x="0" y="66"/>
                    </a:cubicBezTo>
                    <a:cubicBezTo>
                      <a:pt x="3" y="20"/>
                      <a:pt x="36" y="0"/>
                      <a:pt x="7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51">
                <a:extLst>
                  <a:ext uri="{FF2B5EF4-FFF2-40B4-BE49-F238E27FC236}">
                    <a16:creationId xmlns:a16="http://schemas.microsoft.com/office/drawing/2014/main" id="{930B64F1-4620-4737-8224-9CD70518EC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363" y="4878388"/>
                <a:ext cx="87313" cy="73025"/>
              </a:xfrm>
              <a:custGeom>
                <a:avLst/>
                <a:gdLst>
                  <a:gd name="T0" fmla="*/ 84 w 84"/>
                  <a:gd name="T1" fmla="*/ 12 h 71"/>
                  <a:gd name="T2" fmla="*/ 0 w 84"/>
                  <a:gd name="T3" fmla="*/ 59 h 71"/>
                  <a:gd name="T4" fmla="*/ 84 w 84"/>
                  <a:gd name="T5" fmla="*/ 1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84" y="12"/>
                    </a:moveTo>
                    <a:cubicBezTo>
                      <a:pt x="73" y="51"/>
                      <a:pt x="43" y="71"/>
                      <a:pt x="0" y="59"/>
                    </a:cubicBezTo>
                    <a:cubicBezTo>
                      <a:pt x="11" y="16"/>
                      <a:pt x="46" y="0"/>
                      <a:pt x="8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52">
                <a:extLst>
                  <a:ext uri="{FF2B5EF4-FFF2-40B4-BE49-F238E27FC236}">
                    <a16:creationId xmlns:a16="http://schemas.microsoft.com/office/drawing/2014/main" id="{49544839-029E-49EB-BD85-7742FFF7D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0863" y="5103813"/>
                <a:ext cx="79375" cy="74613"/>
              </a:xfrm>
              <a:custGeom>
                <a:avLst/>
                <a:gdLst>
                  <a:gd name="T0" fmla="*/ 0 w 76"/>
                  <a:gd name="T1" fmla="*/ 66 h 72"/>
                  <a:gd name="T2" fmla="*/ 73 w 76"/>
                  <a:gd name="T3" fmla="*/ 5 h 72"/>
                  <a:gd name="T4" fmla="*/ 0 w 76"/>
                  <a:gd name="T5" fmla="*/ 6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72">
                    <a:moveTo>
                      <a:pt x="0" y="66"/>
                    </a:moveTo>
                    <a:cubicBezTo>
                      <a:pt x="4" y="23"/>
                      <a:pt x="32" y="0"/>
                      <a:pt x="73" y="5"/>
                    </a:cubicBezTo>
                    <a:cubicBezTo>
                      <a:pt x="76" y="41"/>
                      <a:pt x="39" y="72"/>
                      <a:pt x="0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53">
                <a:extLst>
                  <a:ext uri="{FF2B5EF4-FFF2-40B4-BE49-F238E27FC236}">
                    <a16:creationId xmlns:a16="http://schemas.microsoft.com/office/drawing/2014/main" id="{88EA7B7B-EFFB-4A35-B17B-144DE2863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938" y="4773613"/>
                <a:ext cx="93663" cy="71438"/>
              </a:xfrm>
              <a:custGeom>
                <a:avLst/>
                <a:gdLst>
                  <a:gd name="T0" fmla="*/ 91 w 91"/>
                  <a:gd name="T1" fmla="*/ 18 h 69"/>
                  <a:gd name="T2" fmla="*/ 0 w 91"/>
                  <a:gd name="T3" fmla="*/ 50 h 69"/>
                  <a:gd name="T4" fmla="*/ 91 w 91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69">
                    <a:moveTo>
                      <a:pt x="91" y="18"/>
                    </a:moveTo>
                    <a:cubicBezTo>
                      <a:pt x="72" y="57"/>
                      <a:pt x="37" y="69"/>
                      <a:pt x="0" y="50"/>
                    </a:cubicBezTo>
                    <a:cubicBezTo>
                      <a:pt x="18" y="11"/>
                      <a:pt x="54" y="0"/>
                      <a:pt x="91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Freeform 54">
                <a:extLst>
                  <a:ext uri="{FF2B5EF4-FFF2-40B4-BE49-F238E27FC236}">
                    <a16:creationId xmlns:a16="http://schemas.microsoft.com/office/drawing/2014/main" id="{AF4F549F-1FF8-4AAA-80F8-C13691D07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0851" y="4616449"/>
                <a:ext cx="69849" cy="96838"/>
              </a:xfrm>
              <a:custGeom>
                <a:avLst/>
                <a:gdLst>
                  <a:gd name="T0" fmla="*/ 42 w 67"/>
                  <a:gd name="T1" fmla="*/ 0 h 94"/>
                  <a:gd name="T2" fmla="*/ 25 w 67"/>
                  <a:gd name="T3" fmla="*/ 94 h 94"/>
                  <a:gd name="T4" fmla="*/ 42 w 67"/>
                  <a:gd name="T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94">
                    <a:moveTo>
                      <a:pt x="42" y="0"/>
                    </a:moveTo>
                    <a:cubicBezTo>
                      <a:pt x="67" y="34"/>
                      <a:pt x="60" y="70"/>
                      <a:pt x="25" y="94"/>
                    </a:cubicBezTo>
                    <a:cubicBezTo>
                      <a:pt x="0" y="61"/>
                      <a:pt x="7" y="24"/>
                      <a:pt x="4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55">
                <a:extLst>
                  <a:ext uri="{FF2B5EF4-FFF2-40B4-BE49-F238E27FC236}">
                    <a16:creationId xmlns:a16="http://schemas.microsoft.com/office/drawing/2014/main" id="{E7722AE7-66CD-425F-B5B2-CF49FA167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2276" y="4773613"/>
                <a:ext cx="93663" cy="71438"/>
              </a:xfrm>
              <a:custGeom>
                <a:avLst/>
                <a:gdLst>
                  <a:gd name="T0" fmla="*/ 0 w 90"/>
                  <a:gd name="T1" fmla="*/ 18 h 69"/>
                  <a:gd name="T2" fmla="*/ 90 w 90"/>
                  <a:gd name="T3" fmla="*/ 50 h 69"/>
                  <a:gd name="T4" fmla="*/ 0 w 90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9">
                    <a:moveTo>
                      <a:pt x="0" y="18"/>
                    </a:moveTo>
                    <a:cubicBezTo>
                      <a:pt x="37" y="0"/>
                      <a:pt x="72" y="11"/>
                      <a:pt x="90" y="50"/>
                    </a:cubicBezTo>
                    <a:cubicBezTo>
                      <a:pt x="53" y="69"/>
                      <a:pt x="18" y="57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56">
                <a:extLst>
                  <a:ext uri="{FF2B5EF4-FFF2-40B4-BE49-F238E27FC236}">
                    <a16:creationId xmlns:a16="http://schemas.microsoft.com/office/drawing/2014/main" id="{D704C5BE-0B40-4C2B-863E-8D8206A9C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551" y="5581650"/>
                <a:ext cx="65088" cy="95250"/>
              </a:xfrm>
              <a:custGeom>
                <a:avLst/>
                <a:gdLst>
                  <a:gd name="T0" fmla="*/ 17 w 63"/>
                  <a:gd name="T1" fmla="*/ 91 h 91"/>
                  <a:gd name="T2" fmla="*/ 49 w 63"/>
                  <a:gd name="T3" fmla="*/ 0 h 91"/>
                  <a:gd name="T4" fmla="*/ 45 w 63"/>
                  <a:gd name="T5" fmla="*/ 69 h 91"/>
                  <a:gd name="T6" fmla="*/ 17 w 63"/>
                  <a:gd name="T7" fmla="*/ 91 h 91"/>
                  <a:gd name="T8" fmla="*/ 17 w 63"/>
                  <a:gd name="T9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91">
                    <a:moveTo>
                      <a:pt x="17" y="91"/>
                    </a:moveTo>
                    <a:cubicBezTo>
                      <a:pt x="0" y="54"/>
                      <a:pt x="8" y="20"/>
                      <a:pt x="49" y="0"/>
                    </a:cubicBezTo>
                    <a:cubicBezTo>
                      <a:pt x="63" y="18"/>
                      <a:pt x="61" y="52"/>
                      <a:pt x="45" y="69"/>
                    </a:cubicBezTo>
                    <a:cubicBezTo>
                      <a:pt x="37" y="78"/>
                      <a:pt x="26" y="84"/>
                      <a:pt x="17" y="91"/>
                    </a:cubicBezTo>
                    <a:cubicBezTo>
                      <a:pt x="17" y="91"/>
                      <a:pt x="17" y="91"/>
                      <a:pt x="17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57">
                <a:extLst>
                  <a:ext uri="{FF2B5EF4-FFF2-40B4-BE49-F238E27FC236}">
                    <a16:creationId xmlns:a16="http://schemas.microsoft.com/office/drawing/2014/main" id="{7FBC8C3D-8C09-4D34-8192-37A81A38D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3438" y="5667375"/>
                <a:ext cx="93663" cy="69850"/>
              </a:xfrm>
              <a:custGeom>
                <a:avLst/>
                <a:gdLst>
                  <a:gd name="T0" fmla="*/ 90 w 90"/>
                  <a:gd name="T1" fmla="*/ 17 h 68"/>
                  <a:gd name="T2" fmla="*/ 0 w 90"/>
                  <a:gd name="T3" fmla="*/ 50 h 68"/>
                  <a:gd name="T4" fmla="*/ 90 w 90"/>
                  <a:gd name="T5" fmla="*/ 1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8">
                    <a:moveTo>
                      <a:pt x="90" y="17"/>
                    </a:moveTo>
                    <a:cubicBezTo>
                      <a:pt x="72" y="57"/>
                      <a:pt x="37" y="68"/>
                      <a:pt x="0" y="50"/>
                    </a:cubicBezTo>
                    <a:cubicBezTo>
                      <a:pt x="17" y="10"/>
                      <a:pt x="54" y="0"/>
                      <a:pt x="9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58">
                <a:extLst>
                  <a:ext uri="{FF2B5EF4-FFF2-40B4-BE49-F238E27FC236}">
                    <a16:creationId xmlns:a16="http://schemas.microsoft.com/office/drawing/2014/main" id="{80A7AF84-1835-46D9-B659-1D4F3AC274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363" y="5095875"/>
                <a:ext cx="76200" cy="77788"/>
              </a:xfrm>
              <a:custGeom>
                <a:avLst/>
                <a:gdLst>
                  <a:gd name="T0" fmla="*/ 65 w 74"/>
                  <a:gd name="T1" fmla="*/ 0 h 76"/>
                  <a:gd name="T2" fmla="*/ 4 w 74"/>
                  <a:gd name="T3" fmla="*/ 73 h 76"/>
                  <a:gd name="T4" fmla="*/ 65 w 74"/>
                  <a:gd name="T5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4" h="76">
                    <a:moveTo>
                      <a:pt x="65" y="0"/>
                    </a:moveTo>
                    <a:cubicBezTo>
                      <a:pt x="74" y="36"/>
                      <a:pt x="40" y="76"/>
                      <a:pt x="4" y="73"/>
                    </a:cubicBezTo>
                    <a:cubicBezTo>
                      <a:pt x="0" y="32"/>
                      <a:pt x="24" y="3"/>
                      <a:pt x="6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59">
                <a:extLst>
                  <a:ext uri="{FF2B5EF4-FFF2-40B4-BE49-F238E27FC236}">
                    <a16:creationId xmlns:a16="http://schemas.microsoft.com/office/drawing/2014/main" id="{5CB3468F-EC8E-4125-A0A0-856122330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7201" y="4872038"/>
                <a:ext cx="87313" cy="79375"/>
              </a:xfrm>
              <a:custGeom>
                <a:avLst/>
                <a:gdLst>
                  <a:gd name="T0" fmla="*/ 83 w 83"/>
                  <a:gd name="T1" fmla="*/ 65 h 77"/>
                  <a:gd name="T2" fmla="*/ 0 w 83"/>
                  <a:gd name="T3" fmla="*/ 18 h 77"/>
                  <a:gd name="T4" fmla="*/ 83 w 83"/>
                  <a:gd name="T5" fmla="*/ 6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7">
                    <a:moveTo>
                      <a:pt x="83" y="65"/>
                    </a:moveTo>
                    <a:cubicBezTo>
                      <a:pt x="40" y="77"/>
                      <a:pt x="11" y="56"/>
                      <a:pt x="0" y="18"/>
                    </a:cubicBezTo>
                    <a:cubicBezTo>
                      <a:pt x="29" y="0"/>
                      <a:pt x="78" y="28"/>
                      <a:pt x="83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60">
                <a:extLst>
                  <a:ext uri="{FF2B5EF4-FFF2-40B4-BE49-F238E27FC236}">
                    <a16:creationId xmlns:a16="http://schemas.microsoft.com/office/drawing/2014/main" id="{28510D4A-E2F4-4679-8B36-89FC59E9C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6251" y="4986338"/>
                <a:ext cx="76200" cy="73025"/>
              </a:xfrm>
              <a:custGeom>
                <a:avLst/>
                <a:gdLst>
                  <a:gd name="T0" fmla="*/ 0 w 73"/>
                  <a:gd name="T1" fmla="*/ 5 h 70"/>
                  <a:gd name="T2" fmla="*/ 73 w 73"/>
                  <a:gd name="T3" fmla="*/ 66 h 70"/>
                  <a:gd name="T4" fmla="*/ 0 w 73"/>
                  <a:gd name="T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" h="70">
                    <a:moveTo>
                      <a:pt x="0" y="5"/>
                    </a:moveTo>
                    <a:cubicBezTo>
                      <a:pt x="38" y="0"/>
                      <a:pt x="70" y="21"/>
                      <a:pt x="73" y="66"/>
                    </a:cubicBezTo>
                    <a:cubicBezTo>
                      <a:pt x="34" y="70"/>
                      <a:pt x="3" y="48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61">
                <a:extLst>
                  <a:ext uri="{FF2B5EF4-FFF2-40B4-BE49-F238E27FC236}">
                    <a16:creationId xmlns:a16="http://schemas.microsoft.com/office/drawing/2014/main" id="{E147D321-7A9F-41AF-9875-024AF605C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901" y="5338763"/>
                <a:ext cx="95250" cy="73025"/>
              </a:xfrm>
              <a:custGeom>
                <a:avLst/>
                <a:gdLst>
                  <a:gd name="T0" fmla="*/ 0 w 91"/>
                  <a:gd name="T1" fmla="*/ 18 h 69"/>
                  <a:gd name="T2" fmla="*/ 91 w 91"/>
                  <a:gd name="T3" fmla="*/ 50 h 69"/>
                  <a:gd name="T4" fmla="*/ 0 w 91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69">
                    <a:moveTo>
                      <a:pt x="0" y="18"/>
                    </a:moveTo>
                    <a:cubicBezTo>
                      <a:pt x="36" y="0"/>
                      <a:pt x="74" y="13"/>
                      <a:pt x="91" y="50"/>
                    </a:cubicBezTo>
                    <a:cubicBezTo>
                      <a:pt x="56" y="69"/>
                      <a:pt x="18" y="5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62">
                <a:extLst>
                  <a:ext uri="{FF2B5EF4-FFF2-40B4-BE49-F238E27FC236}">
                    <a16:creationId xmlns:a16="http://schemas.microsoft.com/office/drawing/2014/main" id="{0CF518DC-92F2-4048-9178-78F536996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838" y="5616575"/>
                <a:ext cx="76200" cy="87313"/>
              </a:xfrm>
              <a:custGeom>
                <a:avLst/>
                <a:gdLst>
                  <a:gd name="T0" fmla="*/ 57 w 72"/>
                  <a:gd name="T1" fmla="*/ 84 h 84"/>
                  <a:gd name="T2" fmla="*/ 33 w 72"/>
                  <a:gd name="T3" fmla="*/ 73 h 84"/>
                  <a:gd name="T4" fmla="*/ 9 w 72"/>
                  <a:gd name="T5" fmla="*/ 0 h 84"/>
                  <a:gd name="T6" fmla="*/ 56 w 72"/>
                  <a:gd name="T7" fmla="*/ 84 h 84"/>
                  <a:gd name="T8" fmla="*/ 57 w 72"/>
                  <a:gd name="T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84">
                    <a:moveTo>
                      <a:pt x="57" y="84"/>
                    </a:moveTo>
                    <a:cubicBezTo>
                      <a:pt x="49" y="81"/>
                      <a:pt x="41" y="77"/>
                      <a:pt x="33" y="73"/>
                    </a:cubicBezTo>
                    <a:cubicBezTo>
                      <a:pt x="8" y="58"/>
                      <a:pt x="0" y="30"/>
                      <a:pt x="9" y="0"/>
                    </a:cubicBezTo>
                    <a:cubicBezTo>
                      <a:pt x="46" y="5"/>
                      <a:pt x="72" y="51"/>
                      <a:pt x="56" y="84"/>
                    </a:cubicBezTo>
                    <a:cubicBezTo>
                      <a:pt x="56" y="84"/>
                      <a:pt x="57" y="84"/>
                      <a:pt x="57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3">
                <a:extLst>
                  <a:ext uri="{FF2B5EF4-FFF2-40B4-BE49-F238E27FC236}">
                    <a16:creationId xmlns:a16="http://schemas.microsoft.com/office/drawing/2014/main" id="{BA574001-3FB6-4E1B-8947-04EE49ECE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976" y="5529263"/>
                <a:ext cx="65088" cy="98425"/>
              </a:xfrm>
              <a:custGeom>
                <a:avLst/>
                <a:gdLst>
                  <a:gd name="T0" fmla="*/ 26 w 62"/>
                  <a:gd name="T1" fmla="*/ 94 h 94"/>
                  <a:gd name="T2" fmla="*/ 21 w 62"/>
                  <a:gd name="T3" fmla="*/ 91 h 94"/>
                  <a:gd name="T4" fmla="*/ 39 w 62"/>
                  <a:gd name="T5" fmla="*/ 1 h 94"/>
                  <a:gd name="T6" fmla="*/ 40 w 62"/>
                  <a:gd name="T7" fmla="*/ 0 h 94"/>
                  <a:gd name="T8" fmla="*/ 45 w 62"/>
                  <a:gd name="T9" fmla="*/ 73 h 94"/>
                  <a:gd name="T10" fmla="*/ 26 w 62"/>
                  <a:gd name="T11" fmla="*/ 94 h 94"/>
                  <a:gd name="T12" fmla="*/ 26 w 62"/>
                  <a:gd name="T13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94">
                    <a:moveTo>
                      <a:pt x="26" y="94"/>
                    </a:moveTo>
                    <a:cubicBezTo>
                      <a:pt x="24" y="93"/>
                      <a:pt x="22" y="93"/>
                      <a:pt x="21" y="91"/>
                    </a:cubicBezTo>
                    <a:cubicBezTo>
                      <a:pt x="0" y="60"/>
                      <a:pt x="7" y="21"/>
                      <a:pt x="39" y="1"/>
                    </a:cubicBezTo>
                    <a:cubicBezTo>
                      <a:pt x="39" y="0"/>
                      <a:pt x="40" y="1"/>
                      <a:pt x="40" y="0"/>
                    </a:cubicBezTo>
                    <a:cubicBezTo>
                      <a:pt x="56" y="19"/>
                      <a:pt x="62" y="50"/>
                      <a:pt x="45" y="73"/>
                    </a:cubicBezTo>
                    <a:cubicBezTo>
                      <a:pt x="40" y="81"/>
                      <a:pt x="32" y="87"/>
                      <a:pt x="26" y="94"/>
                    </a:cubicBezTo>
                    <a:cubicBezTo>
                      <a:pt x="26" y="94"/>
                      <a:pt x="26" y="94"/>
                      <a:pt x="26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64">
                <a:extLst>
                  <a:ext uri="{FF2B5EF4-FFF2-40B4-BE49-F238E27FC236}">
                    <a16:creationId xmlns:a16="http://schemas.microsoft.com/office/drawing/2014/main" id="{877D7FAB-F8F5-488D-A408-7BBCA11F3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4338" y="4851400"/>
                <a:ext cx="74613" cy="84138"/>
              </a:xfrm>
              <a:custGeom>
                <a:avLst/>
                <a:gdLst>
                  <a:gd name="T0" fmla="*/ 12 w 71"/>
                  <a:gd name="T1" fmla="*/ 0 h 82"/>
                  <a:gd name="T2" fmla="*/ 60 w 71"/>
                  <a:gd name="T3" fmla="*/ 82 h 82"/>
                  <a:gd name="T4" fmla="*/ 12 w 71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2">
                    <a:moveTo>
                      <a:pt x="12" y="0"/>
                    </a:moveTo>
                    <a:cubicBezTo>
                      <a:pt x="53" y="10"/>
                      <a:pt x="71" y="43"/>
                      <a:pt x="60" y="82"/>
                    </a:cubicBezTo>
                    <a:cubicBezTo>
                      <a:pt x="24" y="79"/>
                      <a:pt x="0" y="39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CB6746BF-81BF-4657-A3A1-49EC4AE1C5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14594" y="1119214"/>
              <a:ext cx="586882" cy="322230"/>
            </a:xfrm>
            <a:custGeom>
              <a:avLst/>
              <a:gdLst>
                <a:gd name="T0" fmla="*/ 72 w 316"/>
                <a:gd name="T1" fmla="*/ 96 h 179"/>
                <a:gd name="T2" fmla="*/ 72 w 316"/>
                <a:gd name="T3" fmla="*/ 133 h 179"/>
                <a:gd name="T4" fmla="*/ 244 w 316"/>
                <a:gd name="T5" fmla="*/ 133 h 179"/>
                <a:gd name="T6" fmla="*/ 244 w 316"/>
                <a:gd name="T7" fmla="*/ 96 h 179"/>
                <a:gd name="T8" fmla="*/ 237 w 316"/>
                <a:gd name="T9" fmla="*/ 91 h 179"/>
                <a:gd name="T10" fmla="*/ 163 w 316"/>
                <a:gd name="T11" fmla="*/ 122 h 179"/>
                <a:gd name="T12" fmla="*/ 153 w 316"/>
                <a:gd name="T13" fmla="*/ 122 h 179"/>
                <a:gd name="T14" fmla="*/ 80 w 316"/>
                <a:gd name="T15" fmla="*/ 91 h 179"/>
                <a:gd name="T16" fmla="*/ 72 w 316"/>
                <a:gd name="T17" fmla="*/ 96 h 179"/>
                <a:gd name="T18" fmla="*/ 39 w 316"/>
                <a:gd name="T19" fmla="*/ 73 h 179"/>
                <a:gd name="T20" fmla="*/ 39 w 316"/>
                <a:gd name="T21" fmla="*/ 106 h 179"/>
                <a:gd name="T22" fmla="*/ 39 w 316"/>
                <a:gd name="T23" fmla="*/ 107 h 179"/>
                <a:gd name="T24" fmla="*/ 41 w 316"/>
                <a:gd name="T25" fmla="*/ 107 h 179"/>
                <a:gd name="T26" fmla="*/ 45 w 316"/>
                <a:gd name="T27" fmla="*/ 112 h 179"/>
                <a:gd name="T28" fmla="*/ 44 w 316"/>
                <a:gd name="T29" fmla="*/ 119 h 179"/>
                <a:gd name="T30" fmla="*/ 44 w 316"/>
                <a:gd name="T31" fmla="*/ 119 h 179"/>
                <a:gd name="T32" fmla="*/ 44 w 316"/>
                <a:gd name="T33" fmla="*/ 123 h 179"/>
                <a:gd name="T34" fmla="*/ 44 w 316"/>
                <a:gd name="T35" fmla="*/ 124 h 179"/>
                <a:gd name="T36" fmla="*/ 42 w 316"/>
                <a:gd name="T37" fmla="*/ 174 h 179"/>
                <a:gd name="T38" fmla="*/ 41 w 316"/>
                <a:gd name="T39" fmla="*/ 174 h 179"/>
                <a:gd name="T40" fmla="*/ 42 w 316"/>
                <a:gd name="T41" fmla="*/ 169 h 179"/>
                <a:gd name="T42" fmla="*/ 40 w 316"/>
                <a:gd name="T43" fmla="*/ 169 h 179"/>
                <a:gd name="T44" fmla="*/ 35 w 316"/>
                <a:gd name="T45" fmla="*/ 179 h 179"/>
                <a:gd name="T46" fmla="*/ 34 w 316"/>
                <a:gd name="T47" fmla="*/ 178 h 179"/>
                <a:gd name="T48" fmla="*/ 33 w 316"/>
                <a:gd name="T49" fmla="*/ 168 h 179"/>
                <a:gd name="T50" fmla="*/ 31 w 316"/>
                <a:gd name="T51" fmla="*/ 166 h 179"/>
                <a:gd name="T52" fmla="*/ 31 w 316"/>
                <a:gd name="T53" fmla="*/ 172 h 179"/>
                <a:gd name="T54" fmla="*/ 30 w 316"/>
                <a:gd name="T55" fmla="*/ 172 h 179"/>
                <a:gd name="T56" fmla="*/ 29 w 316"/>
                <a:gd name="T57" fmla="*/ 168 h 179"/>
                <a:gd name="T58" fmla="*/ 28 w 316"/>
                <a:gd name="T59" fmla="*/ 169 h 179"/>
                <a:gd name="T60" fmla="*/ 28 w 316"/>
                <a:gd name="T61" fmla="*/ 174 h 179"/>
                <a:gd name="T62" fmla="*/ 27 w 316"/>
                <a:gd name="T63" fmla="*/ 175 h 179"/>
                <a:gd name="T64" fmla="*/ 26 w 316"/>
                <a:gd name="T65" fmla="*/ 123 h 179"/>
                <a:gd name="T66" fmla="*/ 26 w 316"/>
                <a:gd name="T67" fmla="*/ 122 h 179"/>
                <a:gd name="T68" fmla="*/ 26 w 316"/>
                <a:gd name="T69" fmla="*/ 118 h 179"/>
                <a:gd name="T70" fmla="*/ 26 w 316"/>
                <a:gd name="T71" fmla="*/ 118 h 179"/>
                <a:gd name="T72" fmla="*/ 25 w 316"/>
                <a:gd name="T73" fmla="*/ 112 h 179"/>
                <a:gd name="T74" fmla="*/ 30 w 316"/>
                <a:gd name="T75" fmla="*/ 105 h 179"/>
                <a:gd name="T76" fmla="*/ 32 w 316"/>
                <a:gd name="T77" fmla="*/ 105 h 179"/>
                <a:gd name="T78" fmla="*/ 32 w 316"/>
                <a:gd name="T79" fmla="*/ 104 h 179"/>
                <a:gd name="T80" fmla="*/ 32 w 316"/>
                <a:gd name="T81" fmla="*/ 68 h 179"/>
                <a:gd name="T82" fmla="*/ 30 w 316"/>
                <a:gd name="T83" fmla="*/ 65 h 179"/>
                <a:gd name="T84" fmla="*/ 4 w 316"/>
                <a:gd name="T85" fmla="*/ 54 h 179"/>
                <a:gd name="T86" fmla="*/ 4 w 316"/>
                <a:gd name="T87" fmla="*/ 45 h 179"/>
                <a:gd name="T88" fmla="*/ 154 w 316"/>
                <a:gd name="T89" fmla="*/ 0 h 179"/>
                <a:gd name="T90" fmla="*/ 162 w 316"/>
                <a:gd name="T91" fmla="*/ 0 h 179"/>
                <a:gd name="T92" fmla="*/ 311 w 316"/>
                <a:gd name="T93" fmla="*/ 45 h 179"/>
                <a:gd name="T94" fmla="*/ 312 w 316"/>
                <a:gd name="T95" fmla="*/ 54 h 179"/>
                <a:gd name="T96" fmla="*/ 163 w 316"/>
                <a:gd name="T97" fmla="*/ 116 h 179"/>
                <a:gd name="T98" fmla="*/ 153 w 316"/>
                <a:gd name="T99" fmla="*/ 116 h 179"/>
                <a:gd name="T100" fmla="*/ 43 w 316"/>
                <a:gd name="T101" fmla="*/ 70 h 179"/>
                <a:gd name="T102" fmla="*/ 39 w 316"/>
                <a:gd name="T103" fmla="*/ 7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6" h="179">
                  <a:moveTo>
                    <a:pt x="72" y="96"/>
                  </a:moveTo>
                  <a:cubicBezTo>
                    <a:pt x="72" y="133"/>
                    <a:pt x="72" y="133"/>
                    <a:pt x="72" y="133"/>
                  </a:cubicBezTo>
                  <a:cubicBezTo>
                    <a:pt x="72" y="177"/>
                    <a:pt x="244" y="177"/>
                    <a:pt x="244" y="133"/>
                  </a:cubicBezTo>
                  <a:cubicBezTo>
                    <a:pt x="244" y="96"/>
                    <a:pt x="244" y="96"/>
                    <a:pt x="244" y="96"/>
                  </a:cubicBezTo>
                  <a:cubicBezTo>
                    <a:pt x="244" y="92"/>
                    <a:pt x="240" y="89"/>
                    <a:pt x="237" y="91"/>
                  </a:cubicBezTo>
                  <a:cubicBezTo>
                    <a:pt x="163" y="122"/>
                    <a:pt x="163" y="122"/>
                    <a:pt x="163" y="122"/>
                  </a:cubicBezTo>
                  <a:cubicBezTo>
                    <a:pt x="160" y="123"/>
                    <a:pt x="156" y="123"/>
                    <a:pt x="153" y="122"/>
                  </a:cubicBezTo>
                  <a:cubicBezTo>
                    <a:pt x="80" y="91"/>
                    <a:pt x="80" y="91"/>
                    <a:pt x="80" y="91"/>
                  </a:cubicBezTo>
                  <a:cubicBezTo>
                    <a:pt x="76" y="89"/>
                    <a:pt x="72" y="92"/>
                    <a:pt x="72" y="96"/>
                  </a:cubicBezTo>
                  <a:close/>
                  <a:moveTo>
                    <a:pt x="39" y="73"/>
                  </a:moveTo>
                  <a:cubicBezTo>
                    <a:pt x="39" y="106"/>
                    <a:pt x="39" y="106"/>
                    <a:pt x="39" y="106"/>
                  </a:cubicBezTo>
                  <a:cubicBezTo>
                    <a:pt x="39" y="106"/>
                    <a:pt x="39" y="106"/>
                    <a:pt x="39" y="107"/>
                  </a:cubicBezTo>
                  <a:cubicBezTo>
                    <a:pt x="40" y="107"/>
                    <a:pt x="40" y="107"/>
                    <a:pt x="41" y="107"/>
                  </a:cubicBezTo>
                  <a:cubicBezTo>
                    <a:pt x="45" y="105"/>
                    <a:pt x="45" y="109"/>
                    <a:pt x="45" y="112"/>
                  </a:cubicBezTo>
                  <a:cubicBezTo>
                    <a:pt x="45" y="114"/>
                    <a:pt x="45" y="117"/>
                    <a:pt x="44" y="119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20"/>
                    <a:pt x="46" y="123"/>
                    <a:pt x="44" y="123"/>
                  </a:cubicBezTo>
                  <a:cubicBezTo>
                    <a:pt x="44" y="123"/>
                    <a:pt x="44" y="124"/>
                    <a:pt x="44" y="124"/>
                  </a:cubicBezTo>
                  <a:cubicBezTo>
                    <a:pt x="53" y="139"/>
                    <a:pt x="57" y="161"/>
                    <a:pt x="42" y="174"/>
                  </a:cubicBezTo>
                  <a:cubicBezTo>
                    <a:pt x="41" y="175"/>
                    <a:pt x="41" y="175"/>
                    <a:pt x="41" y="174"/>
                  </a:cubicBezTo>
                  <a:cubicBezTo>
                    <a:pt x="41" y="172"/>
                    <a:pt x="42" y="171"/>
                    <a:pt x="42" y="169"/>
                  </a:cubicBezTo>
                  <a:cubicBezTo>
                    <a:pt x="43" y="163"/>
                    <a:pt x="42" y="163"/>
                    <a:pt x="40" y="169"/>
                  </a:cubicBezTo>
                  <a:cubicBezTo>
                    <a:pt x="39" y="173"/>
                    <a:pt x="37" y="176"/>
                    <a:pt x="35" y="179"/>
                  </a:cubicBezTo>
                  <a:cubicBezTo>
                    <a:pt x="35" y="179"/>
                    <a:pt x="34" y="179"/>
                    <a:pt x="34" y="178"/>
                  </a:cubicBezTo>
                  <a:cubicBezTo>
                    <a:pt x="34" y="175"/>
                    <a:pt x="34" y="172"/>
                    <a:pt x="33" y="168"/>
                  </a:cubicBezTo>
                  <a:cubicBezTo>
                    <a:pt x="33" y="161"/>
                    <a:pt x="32" y="160"/>
                    <a:pt x="31" y="166"/>
                  </a:cubicBezTo>
                  <a:cubicBezTo>
                    <a:pt x="31" y="168"/>
                    <a:pt x="31" y="170"/>
                    <a:pt x="31" y="172"/>
                  </a:cubicBezTo>
                  <a:cubicBezTo>
                    <a:pt x="31" y="173"/>
                    <a:pt x="31" y="174"/>
                    <a:pt x="30" y="172"/>
                  </a:cubicBezTo>
                  <a:cubicBezTo>
                    <a:pt x="30" y="171"/>
                    <a:pt x="30" y="170"/>
                    <a:pt x="29" y="168"/>
                  </a:cubicBezTo>
                  <a:cubicBezTo>
                    <a:pt x="28" y="165"/>
                    <a:pt x="28" y="165"/>
                    <a:pt x="28" y="169"/>
                  </a:cubicBezTo>
                  <a:cubicBezTo>
                    <a:pt x="28" y="171"/>
                    <a:pt x="28" y="172"/>
                    <a:pt x="28" y="174"/>
                  </a:cubicBezTo>
                  <a:cubicBezTo>
                    <a:pt x="28" y="175"/>
                    <a:pt x="28" y="175"/>
                    <a:pt x="27" y="175"/>
                  </a:cubicBezTo>
                  <a:cubicBezTo>
                    <a:pt x="13" y="162"/>
                    <a:pt x="13" y="142"/>
                    <a:pt x="26" y="123"/>
                  </a:cubicBezTo>
                  <a:cubicBezTo>
                    <a:pt x="26" y="123"/>
                    <a:pt x="26" y="123"/>
                    <a:pt x="26" y="122"/>
                  </a:cubicBezTo>
                  <a:cubicBezTo>
                    <a:pt x="23" y="122"/>
                    <a:pt x="23" y="119"/>
                    <a:pt x="26" y="118"/>
                  </a:cubicBezTo>
                  <a:cubicBezTo>
                    <a:pt x="26" y="118"/>
                    <a:pt x="26" y="118"/>
                    <a:pt x="26" y="118"/>
                  </a:cubicBezTo>
                  <a:cubicBezTo>
                    <a:pt x="26" y="116"/>
                    <a:pt x="25" y="114"/>
                    <a:pt x="25" y="112"/>
                  </a:cubicBezTo>
                  <a:cubicBezTo>
                    <a:pt x="25" y="110"/>
                    <a:pt x="27" y="104"/>
                    <a:pt x="30" y="105"/>
                  </a:cubicBezTo>
                  <a:cubicBezTo>
                    <a:pt x="31" y="106"/>
                    <a:pt x="31" y="106"/>
                    <a:pt x="32" y="105"/>
                  </a:cubicBezTo>
                  <a:cubicBezTo>
                    <a:pt x="32" y="105"/>
                    <a:pt x="32" y="105"/>
                    <a:pt x="32" y="104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2" y="67"/>
                    <a:pt x="32" y="65"/>
                    <a:pt x="30" y="65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0" y="52"/>
                    <a:pt x="0" y="46"/>
                    <a:pt x="4" y="45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7" y="0"/>
                    <a:pt x="159" y="0"/>
                    <a:pt x="162" y="0"/>
                  </a:cubicBezTo>
                  <a:cubicBezTo>
                    <a:pt x="311" y="45"/>
                    <a:pt x="311" y="45"/>
                    <a:pt x="311" y="45"/>
                  </a:cubicBezTo>
                  <a:cubicBezTo>
                    <a:pt x="316" y="46"/>
                    <a:pt x="316" y="52"/>
                    <a:pt x="312" y="54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0" y="118"/>
                    <a:pt x="156" y="118"/>
                    <a:pt x="153" y="116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1" y="69"/>
                    <a:pt x="39" y="71"/>
                    <a:pt x="39" y="73"/>
                  </a:cubicBezTo>
                  <a:close/>
                </a:path>
              </a:pathLst>
            </a:custGeom>
            <a:solidFill>
              <a:srgbClr val="F4F1EC"/>
            </a:solidFill>
            <a:ln w="9525">
              <a:noFill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128580" tIns="64290" rIns="128580" bIns="6429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1388261-AA87-4DC1-997B-87F58A28B5A5}"/>
                </a:ext>
              </a:extLst>
            </p:cNvPr>
            <p:cNvGrpSpPr/>
            <p:nvPr/>
          </p:nvGrpSpPr>
          <p:grpSpPr>
            <a:xfrm>
              <a:off x="5889952" y="1512180"/>
              <a:ext cx="412304" cy="101123"/>
              <a:chOff x="2668588" y="4440238"/>
              <a:chExt cx="1423987" cy="349250"/>
            </a:xfrm>
            <a:solidFill>
              <a:srgbClr val="FFFFFF"/>
            </a:solidFill>
          </p:grpSpPr>
          <p:sp>
            <p:nvSpPr>
              <p:cNvPr id="27" name="Freeform 72">
                <a:extLst>
                  <a:ext uri="{FF2B5EF4-FFF2-40B4-BE49-F238E27FC236}">
                    <a16:creationId xmlns:a16="http://schemas.microsoft.com/office/drawing/2014/main" id="{2629250B-54A9-4DF2-AACD-A3BA55DAFB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68588" y="4440238"/>
                <a:ext cx="320675" cy="349250"/>
              </a:xfrm>
              <a:custGeom>
                <a:avLst/>
                <a:gdLst>
                  <a:gd name="T0" fmla="*/ 85 w 85"/>
                  <a:gd name="T1" fmla="*/ 64 h 90"/>
                  <a:gd name="T2" fmla="*/ 47 w 85"/>
                  <a:gd name="T3" fmla="*/ 64 h 90"/>
                  <a:gd name="T4" fmla="*/ 47 w 85"/>
                  <a:gd name="T5" fmla="*/ 80 h 90"/>
                  <a:gd name="T6" fmla="*/ 42 w 85"/>
                  <a:gd name="T7" fmla="*/ 89 h 90"/>
                  <a:gd name="T8" fmla="*/ 23 w 85"/>
                  <a:gd name="T9" fmla="*/ 90 h 90"/>
                  <a:gd name="T10" fmla="*/ 20 w 85"/>
                  <a:gd name="T11" fmla="*/ 81 h 90"/>
                  <a:gd name="T12" fmla="*/ 35 w 85"/>
                  <a:gd name="T13" fmla="*/ 82 h 90"/>
                  <a:gd name="T14" fmla="*/ 38 w 85"/>
                  <a:gd name="T15" fmla="*/ 80 h 90"/>
                  <a:gd name="T16" fmla="*/ 38 w 85"/>
                  <a:gd name="T17" fmla="*/ 64 h 90"/>
                  <a:gd name="T18" fmla="*/ 0 w 85"/>
                  <a:gd name="T19" fmla="*/ 64 h 90"/>
                  <a:gd name="T20" fmla="*/ 0 w 85"/>
                  <a:gd name="T21" fmla="*/ 56 h 90"/>
                  <a:gd name="T22" fmla="*/ 38 w 85"/>
                  <a:gd name="T23" fmla="*/ 56 h 90"/>
                  <a:gd name="T24" fmla="*/ 38 w 85"/>
                  <a:gd name="T25" fmla="*/ 49 h 90"/>
                  <a:gd name="T26" fmla="*/ 52 w 85"/>
                  <a:gd name="T27" fmla="*/ 42 h 90"/>
                  <a:gd name="T28" fmla="*/ 17 w 85"/>
                  <a:gd name="T29" fmla="*/ 42 h 90"/>
                  <a:gd name="T30" fmla="*/ 17 w 85"/>
                  <a:gd name="T31" fmla="*/ 34 h 90"/>
                  <a:gd name="T32" fmla="*/ 62 w 85"/>
                  <a:gd name="T33" fmla="*/ 34 h 90"/>
                  <a:gd name="T34" fmla="*/ 64 w 85"/>
                  <a:gd name="T35" fmla="*/ 33 h 90"/>
                  <a:gd name="T36" fmla="*/ 70 w 85"/>
                  <a:gd name="T37" fmla="*/ 38 h 90"/>
                  <a:gd name="T38" fmla="*/ 47 w 85"/>
                  <a:gd name="T39" fmla="*/ 53 h 90"/>
                  <a:gd name="T40" fmla="*/ 47 w 85"/>
                  <a:gd name="T41" fmla="*/ 56 h 90"/>
                  <a:gd name="T42" fmla="*/ 85 w 85"/>
                  <a:gd name="T43" fmla="*/ 56 h 90"/>
                  <a:gd name="T44" fmla="*/ 85 w 85"/>
                  <a:gd name="T45" fmla="*/ 64 h 90"/>
                  <a:gd name="T46" fmla="*/ 10 w 85"/>
                  <a:gd name="T47" fmla="*/ 37 h 90"/>
                  <a:gd name="T48" fmla="*/ 2 w 85"/>
                  <a:gd name="T49" fmla="*/ 37 h 90"/>
                  <a:gd name="T50" fmla="*/ 2 w 85"/>
                  <a:gd name="T51" fmla="*/ 17 h 90"/>
                  <a:gd name="T52" fmla="*/ 17 w 85"/>
                  <a:gd name="T53" fmla="*/ 17 h 90"/>
                  <a:gd name="T54" fmla="*/ 9 w 85"/>
                  <a:gd name="T55" fmla="*/ 6 h 90"/>
                  <a:gd name="T56" fmla="*/ 17 w 85"/>
                  <a:gd name="T57" fmla="*/ 2 h 90"/>
                  <a:gd name="T58" fmla="*/ 26 w 85"/>
                  <a:gd name="T59" fmla="*/ 15 h 90"/>
                  <a:gd name="T60" fmla="*/ 22 w 85"/>
                  <a:gd name="T61" fmla="*/ 17 h 90"/>
                  <a:gd name="T62" fmla="*/ 41 w 85"/>
                  <a:gd name="T63" fmla="*/ 17 h 90"/>
                  <a:gd name="T64" fmla="*/ 35 w 85"/>
                  <a:gd name="T65" fmla="*/ 3 h 90"/>
                  <a:gd name="T66" fmla="*/ 43 w 85"/>
                  <a:gd name="T67" fmla="*/ 0 h 90"/>
                  <a:gd name="T68" fmla="*/ 50 w 85"/>
                  <a:gd name="T69" fmla="*/ 15 h 90"/>
                  <a:gd name="T70" fmla="*/ 45 w 85"/>
                  <a:gd name="T71" fmla="*/ 17 h 90"/>
                  <a:gd name="T72" fmla="*/ 59 w 85"/>
                  <a:gd name="T73" fmla="*/ 17 h 90"/>
                  <a:gd name="T74" fmla="*/ 68 w 85"/>
                  <a:gd name="T75" fmla="*/ 2 h 90"/>
                  <a:gd name="T76" fmla="*/ 78 w 85"/>
                  <a:gd name="T77" fmla="*/ 5 h 90"/>
                  <a:gd name="T78" fmla="*/ 69 w 85"/>
                  <a:gd name="T79" fmla="*/ 17 h 90"/>
                  <a:gd name="T80" fmla="*/ 84 w 85"/>
                  <a:gd name="T81" fmla="*/ 17 h 90"/>
                  <a:gd name="T82" fmla="*/ 84 w 85"/>
                  <a:gd name="T83" fmla="*/ 37 h 90"/>
                  <a:gd name="T84" fmla="*/ 75 w 85"/>
                  <a:gd name="T85" fmla="*/ 37 h 90"/>
                  <a:gd name="T86" fmla="*/ 75 w 85"/>
                  <a:gd name="T87" fmla="*/ 25 h 90"/>
                  <a:gd name="T88" fmla="*/ 10 w 85"/>
                  <a:gd name="T89" fmla="*/ 25 h 90"/>
                  <a:gd name="T90" fmla="*/ 10 w 85"/>
                  <a:gd name="T91" fmla="*/ 3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5" h="90">
                    <a:moveTo>
                      <a:pt x="85" y="64"/>
                    </a:moveTo>
                    <a:cubicBezTo>
                      <a:pt x="47" y="64"/>
                      <a:pt x="47" y="64"/>
                      <a:pt x="47" y="64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5"/>
                      <a:pt x="46" y="87"/>
                      <a:pt x="42" y="89"/>
                    </a:cubicBezTo>
                    <a:cubicBezTo>
                      <a:pt x="38" y="90"/>
                      <a:pt x="32" y="90"/>
                      <a:pt x="23" y="90"/>
                    </a:cubicBezTo>
                    <a:cubicBezTo>
                      <a:pt x="23" y="88"/>
                      <a:pt x="21" y="84"/>
                      <a:pt x="20" y="81"/>
                    </a:cubicBezTo>
                    <a:cubicBezTo>
                      <a:pt x="26" y="82"/>
                      <a:pt x="33" y="82"/>
                      <a:pt x="35" y="82"/>
                    </a:cubicBezTo>
                    <a:cubicBezTo>
                      <a:pt x="37" y="81"/>
                      <a:pt x="38" y="81"/>
                      <a:pt x="38" y="80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38" y="56"/>
                      <a:pt x="38" y="56"/>
                      <a:pt x="38" y="56"/>
                    </a:cubicBezTo>
                    <a:cubicBezTo>
                      <a:pt x="38" y="49"/>
                      <a:pt x="38" y="49"/>
                      <a:pt x="38" y="49"/>
                    </a:cubicBezTo>
                    <a:cubicBezTo>
                      <a:pt x="42" y="47"/>
                      <a:pt x="48" y="44"/>
                      <a:pt x="52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64" y="33"/>
                      <a:pt x="64" y="33"/>
                      <a:pt x="64" y="33"/>
                    </a:cubicBezTo>
                    <a:cubicBezTo>
                      <a:pt x="70" y="38"/>
                      <a:pt x="70" y="38"/>
                      <a:pt x="70" y="38"/>
                    </a:cubicBezTo>
                    <a:cubicBezTo>
                      <a:pt x="64" y="43"/>
                      <a:pt x="55" y="49"/>
                      <a:pt x="47" y="53"/>
                    </a:cubicBezTo>
                    <a:cubicBezTo>
                      <a:pt x="47" y="56"/>
                      <a:pt x="47" y="56"/>
                      <a:pt x="47" y="56"/>
                    </a:cubicBezTo>
                    <a:cubicBezTo>
                      <a:pt x="85" y="56"/>
                      <a:pt x="85" y="56"/>
                      <a:pt x="85" y="56"/>
                    </a:cubicBezTo>
                    <a:lnTo>
                      <a:pt x="85" y="64"/>
                    </a:lnTo>
                    <a:close/>
                    <a:moveTo>
                      <a:pt x="10" y="37"/>
                    </a:moveTo>
                    <a:cubicBezTo>
                      <a:pt x="2" y="37"/>
                      <a:pt x="2" y="37"/>
                      <a:pt x="2" y="37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5" y="14"/>
                      <a:pt x="12" y="9"/>
                      <a:pt x="9" y="6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1" y="6"/>
                      <a:pt x="24" y="11"/>
                      <a:pt x="26" y="15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41" y="17"/>
                      <a:pt x="41" y="17"/>
                      <a:pt x="41" y="17"/>
                    </a:cubicBezTo>
                    <a:cubicBezTo>
                      <a:pt x="40" y="13"/>
                      <a:pt x="37" y="8"/>
                      <a:pt x="35" y="3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6" y="5"/>
                      <a:pt x="49" y="11"/>
                      <a:pt x="50" y="15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59" y="17"/>
                      <a:pt x="59" y="17"/>
                      <a:pt x="59" y="17"/>
                    </a:cubicBezTo>
                    <a:cubicBezTo>
                      <a:pt x="63" y="13"/>
                      <a:pt x="66" y="6"/>
                      <a:pt x="68" y="2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5" y="9"/>
                      <a:pt x="72" y="13"/>
                      <a:pt x="69" y="17"/>
                    </a:cubicBezTo>
                    <a:cubicBezTo>
                      <a:pt x="84" y="17"/>
                      <a:pt x="84" y="17"/>
                      <a:pt x="84" y="17"/>
                    </a:cubicBezTo>
                    <a:cubicBezTo>
                      <a:pt x="84" y="37"/>
                      <a:pt x="84" y="37"/>
                      <a:pt x="84" y="37"/>
                    </a:cubicBezTo>
                    <a:cubicBezTo>
                      <a:pt x="75" y="37"/>
                      <a:pt x="75" y="37"/>
                      <a:pt x="75" y="37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10" y="25"/>
                      <a:pt x="10" y="25"/>
                      <a:pt x="10" y="25"/>
                    </a:cubicBezTo>
                    <a:lnTo>
                      <a:pt x="10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73">
                <a:extLst>
                  <a:ext uri="{FF2B5EF4-FFF2-40B4-BE49-F238E27FC236}">
                    <a16:creationId xmlns:a16="http://schemas.microsoft.com/office/drawing/2014/main" id="{FB98FA3D-A644-4D42-A68A-0A379296BD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22600" y="4443413"/>
                <a:ext cx="344487" cy="346075"/>
              </a:xfrm>
              <a:custGeom>
                <a:avLst/>
                <a:gdLst>
                  <a:gd name="T0" fmla="*/ 30 w 91"/>
                  <a:gd name="T1" fmla="*/ 58 h 89"/>
                  <a:gd name="T2" fmla="*/ 23 w 91"/>
                  <a:gd name="T3" fmla="*/ 44 h 89"/>
                  <a:gd name="T4" fmla="*/ 23 w 91"/>
                  <a:gd name="T5" fmla="*/ 89 h 89"/>
                  <a:gd name="T6" fmla="*/ 15 w 91"/>
                  <a:gd name="T7" fmla="*/ 89 h 89"/>
                  <a:gd name="T8" fmla="*/ 15 w 91"/>
                  <a:gd name="T9" fmla="*/ 46 h 89"/>
                  <a:gd name="T10" fmla="*/ 4 w 91"/>
                  <a:gd name="T11" fmla="*/ 72 h 89"/>
                  <a:gd name="T12" fmla="*/ 0 w 91"/>
                  <a:gd name="T13" fmla="*/ 63 h 89"/>
                  <a:gd name="T14" fmla="*/ 14 w 91"/>
                  <a:gd name="T15" fmla="*/ 28 h 89"/>
                  <a:gd name="T16" fmla="*/ 3 w 91"/>
                  <a:gd name="T17" fmla="*/ 28 h 89"/>
                  <a:gd name="T18" fmla="*/ 3 w 91"/>
                  <a:gd name="T19" fmla="*/ 20 h 89"/>
                  <a:gd name="T20" fmla="*/ 15 w 91"/>
                  <a:gd name="T21" fmla="*/ 20 h 89"/>
                  <a:gd name="T22" fmla="*/ 15 w 91"/>
                  <a:gd name="T23" fmla="*/ 0 h 89"/>
                  <a:gd name="T24" fmla="*/ 23 w 91"/>
                  <a:gd name="T25" fmla="*/ 0 h 89"/>
                  <a:gd name="T26" fmla="*/ 23 w 91"/>
                  <a:gd name="T27" fmla="*/ 20 h 89"/>
                  <a:gd name="T28" fmla="*/ 34 w 91"/>
                  <a:gd name="T29" fmla="*/ 20 h 89"/>
                  <a:gd name="T30" fmla="*/ 34 w 91"/>
                  <a:gd name="T31" fmla="*/ 28 h 89"/>
                  <a:gd name="T32" fmla="*/ 23 w 91"/>
                  <a:gd name="T33" fmla="*/ 28 h 89"/>
                  <a:gd name="T34" fmla="*/ 23 w 91"/>
                  <a:gd name="T35" fmla="*/ 32 h 89"/>
                  <a:gd name="T36" fmla="*/ 35 w 91"/>
                  <a:gd name="T37" fmla="*/ 51 h 89"/>
                  <a:gd name="T38" fmla="*/ 30 w 91"/>
                  <a:gd name="T39" fmla="*/ 58 h 89"/>
                  <a:gd name="T40" fmla="*/ 78 w 91"/>
                  <a:gd name="T41" fmla="*/ 43 h 89"/>
                  <a:gd name="T42" fmla="*/ 67 w 91"/>
                  <a:gd name="T43" fmla="*/ 67 h 89"/>
                  <a:gd name="T44" fmla="*/ 91 w 91"/>
                  <a:gd name="T45" fmla="*/ 81 h 89"/>
                  <a:gd name="T46" fmla="*/ 85 w 91"/>
                  <a:gd name="T47" fmla="*/ 89 h 89"/>
                  <a:gd name="T48" fmla="*/ 61 w 91"/>
                  <a:gd name="T49" fmla="*/ 74 h 89"/>
                  <a:gd name="T50" fmla="*/ 37 w 91"/>
                  <a:gd name="T51" fmla="*/ 89 h 89"/>
                  <a:gd name="T52" fmla="*/ 32 w 91"/>
                  <a:gd name="T53" fmla="*/ 82 h 89"/>
                  <a:gd name="T54" fmla="*/ 55 w 91"/>
                  <a:gd name="T55" fmla="*/ 67 h 89"/>
                  <a:gd name="T56" fmla="*/ 43 w 91"/>
                  <a:gd name="T57" fmla="*/ 44 h 89"/>
                  <a:gd name="T58" fmla="*/ 39 w 91"/>
                  <a:gd name="T59" fmla="*/ 49 h 89"/>
                  <a:gd name="T60" fmla="*/ 32 w 91"/>
                  <a:gd name="T61" fmla="*/ 43 h 89"/>
                  <a:gd name="T62" fmla="*/ 48 w 91"/>
                  <a:gd name="T63" fmla="*/ 24 h 89"/>
                  <a:gd name="T64" fmla="*/ 56 w 91"/>
                  <a:gd name="T65" fmla="*/ 28 h 89"/>
                  <a:gd name="T66" fmla="*/ 45 w 91"/>
                  <a:gd name="T67" fmla="*/ 43 h 89"/>
                  <a:gd name="T68" fmla="*/ 51 w 91"/>
                  <a:gd name="T69" fmla="*/ 41 h 89"/>
                  <a:gd name="T70" fmla="*/ 61 w 91"/>
                  <a:gd name="T71" fmla="*/ 60 h 89"/>
                  <a:gd name="T72" fmla="*/ 70 w 91"/>
                  <a:gd name="T73" fmla="*/ 41 h 89"/>
                  <a:gd name="T74" fmla="*/ 78 w 91"/>
                  <a:gd name="T75" fmla="*/ 43 h 89"/>
                  <a:gd name="T76" fmla="*/ 89 w 91"/>
                  <a:gd name="T77" fmla="*/ 23 h 89"/>
                  <a:gd name="T78" fmla="*/ 36 w 91"/>
                  <a:gd name="T79" fmla="*/ 23 h 89"/>
                  <a:gd name="T80" fmla="*/ 36 w 91"/>
                  <a:gd name="T81" fmla="*/ 14 h 89"/>
                  <a:gd name="T82" fmla="*/ 59 w 91"/>
                  <a:gd name="T83" fmla="*/ 14 h 89"/>
                  <a:gd name="T84" fmla="*/ 52 w 91"/>
                  <a:gd name="T85" fmla="*/ 3 h 89"/>
                  <a:gd name="T86" fmla="*/ 60 w 91"/>
                  <a:gd name="T87" fmla="*/ 0 h 89"/>
                  <a:gd name="T88" fmla="*/ 68 w 91"/>
                  <a:gd name="T89" fmla="*/ 11 h 89"/>
                  <a:gd name="T90" fmla="*/ 62 w 91"/>
                  <a:gd name="T91" fmla="*/ 14 h 89"/>
                  <a:gd name="T92" fmla="*/ 89 w 91"/>
                  <a:gd name="T93" fmla="*/ 14 h 89"/>
                  <a:gd name="T94" fmla="*/ 89 w 91"/>
                  <a:gd name="T95" fmla="*/ 23 h 89"/>
                  <a:gd name="T96" fmla="*/ 72 w 91"/>
                  <a:gd name="T97" fmla="*/ 23 h 89"/>
                  <a:gd name="T98" fmla="*/ 89 w 91"/>
                  <a:gd name="T99" fmla="*/ 43 h 89"/>
                  <a:gd name="T100" fmla="*/ 83 w 91"/>
                  <a:gd name="T101" fmla="*/ 48 h 89"/>
                  <a:gd name="T102" fmla="*/ 66 w 91"/>
                  <a:gd name="T103" fmla="*/ 28 h 89"/>
                  <a:gd name="T104" fmla="*/ 72 w 91"/>
                  <a:gd name="T105" fmla="*/ 23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91" h="89">
                    <a:moveTo>
                      <a:pt x="30" y="58"/>
                    </a:moveTo>
                    <a:cubicBezTo>
                      <a:pt x="29" y="54"/>
                      <a:pt x="26" y="49"/>
                      <a:pt x="23" y="44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15" y="89"/>
                      <a:pt x="15" y="89"/>
                      <a:pt x="15" y="89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2" y="56"/>
                      <a:pt x="8" y="66"/>
                      <a:pt x="4" y="72"/>
                    </a:cubicBezTo>
                    <a:cubicBezTo>
                      <a:pt x="3" y="70"/>
                      <a:pt x="2" y="66"/>
                      <a:pt x="0" y="63"/>
                    </a:cubicBezTo>
                    <a:cubicBezTo>
                      <a:pt x="6" y="56"/>
                      <a:pt x="11" y="41"/>
                      <a:pt x="14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6" y="35"/>
                      <a:pt x="33" y="48"/>
                      <a:pt x="35" y="51"/>
                    </a:cubicBezTo>
                    <a:lnTo>
                      <a:pt x="30" y="58"/>
                    </a:lnTo>
                    <a:close/>
                    <a:moveTo>
                      <a:pt x="78" y="43"/>
                    </a:moveTo>
                    <a:cubicBezTo>
                      <a:pt x="76" y="52"/>
                      <a:pt x="72" y="60"/>
                      <a:pt x="67" y="67"/>
                    </a:cubicBezTo>
                    <a:cubicBezTo>
                      <a:pt x="73" y="73"/>
                      <a:pt x="81" y="78"/>
                      <a:pt x="91" y="81"/>
                    </a:cubicBezTo>
                    <a:cubicBezTo>
                      <a:pt x="89" y="82"/>
                      <a:pt x="86" y="86"/>
                      <a:pt x="85" y="89"/>
                    </a:cubicBezTo>
                    <a:cubicBezTo>
                      <a:pt x="75" y="85"/>
                      <a:pt x="68" y="80"/>
                      <a:pt x="61" y="74"/>
                    </a:cubicBezTo>
                    <a:cubicBezTo>
                      <a:pt x="55" y="80"/>
                      <a:pt x="47" y="85"/>
                      <a:pt x="37" y="89"/>
                    </a:cubicBezTo>
                    <a:cubicBezTo>
                      <a:pt x="36" y="87"/>
                      <a:pt x="34" y="84"/>
                      <a:pt x="32" y="82"/>
                    </a:cubicBezTo>
                    <a:cubicBezTo>
                      <a:pt x="41" y="78"/>
                      <a:pt x="49" y="73"/>
                      <a:pt x="55" y="67"/>
                    </a:cubicBezTo>
                    <a:cubicBezTo>
                      <a:pt x="50" y="60"/>
                      <a:pt x="46" y="53"/>
                      <a:pt x="43" y="44"/>
                    </a:cubicBezTo>
                    <a:cubicBezTo>
                      <a:pt x="42" y="46"/>
                      <a:pt x="40" y="48"/>
                      <a:pt x="39" y="49"/>
                    </a:cubicBezTo>
                    <a:cubicBezTo>
                      <a:pt x="37" y="47"/>
                      <a:pt x="34" y="45"/>
                      <a:pt x="32" y="43"/>
                    </a:cubicBezTo>
                    <a:cubicBezTo>
                      <a:pt x="39" y="39"/>
                      <a:pt x="45" y="31"/>
                      <a:pt x="48" y="24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3" y="33"/>
                      <a:pt x="49" y="38"/>
                      <a:pt x="45" y="4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3" y="48"/>
                      <a:pt x="57" y="55"/>
                      <a:pt x="61" y="60"/>
                    </a:cubicBezTo>
                    <a:cubicBezTo>
                      <a:pt x="65" y="54"/>
                      <a:pt x="68" y="48"/>
                      <a:pt x="70" y="41"/>
                    </a:cubicBezTo>
                    <a:lnTo>
                      <a:pt x="78" y="43"/>
                    </a:lnTo>
                    <a:close/>
                    <a:moveTo>
                      <a:pt x="89" y="23"/>
                    </a:moveTo>
                    <a:cubicBezTo>
                      <a:pt x="36" y="23"/>
                      <a:pt x="36" y="23"/>
                      <a:pt x="36" y="23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59" y="14"/>
                      <a:pt x="59" y="14"/>
                      <a:pt x="59" y="14"/>
                    </a:cubicBezTo>
                    <a:cubicBezTo>
                      <a:pt x="58" y="11"/>
                      <a:pt x="55" y="6"/>
                      <a:pt x="52" y="3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3" y="3"/>
                      <a:pt x="66" y="8"/>
                      <a:pt x="68" y="11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89" y="14"/>
                      <a:pt x="89" y="14"/>
                      <a:pt x="89" y="14"/>
                    </a:cubicBezTo>
                    <a:lnTo>
                      <a:pt x="89" y="23"/>
                    </a:lnTo>
                    <a:close/>
                    <a:moveTo>
                      <a:pt x="72" y="23"/>
                    </a:moveTo>
                    <a:cubicBezTo>
                      <a:pt x="79" y="29"/>
                      <a:pt x="86" y="37"/>
                      <a:pt x="89" y="43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0" y="43"/>
                      <a:pt x="72" y="34"/>
                      <a:pt x="66" y="28"/>
                    </a:cubicBezTo>
                    <a:lnTo>
                      <a:pt x="72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74">
                <a:extLst>
                  <a:ext uri="{FF2B5EF4-FFF2-40B4-BE49-F238E27FC236}">
                    <a16:creationId xmlns:a16="http://schemas.microsoft.com/office/drawing/2014/main" id="{DD374955-8CBF-4CD1-9FC1-0D712091E60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89313" y="4443413"/>
                <a:ext cx="341312" cy="346075"/>
              </a:xfrm>
              <a:custGeom>
                <a:avLst/>
                <a:gdLst>
                  <a:gd name="T0" fmla="*/ 32 w 90"/>
                  <a:gd name="T1" fmla="*/ 54 h 89"/>
                  <a:gd name="T2" fmla="*/ 25 w 90"/>
                  <a:gd name="T3" fmla="*/ 41 h 89"/>
                  <a:gd name="T4" fmla="*/ 25 w 90"/>
                  <a:gd name="T5" fmla="*/ 89 h 89"/>
                  <a:gd name="T6" fmla="*/ 16 w 90"/>
                  <a:gd name="T7" fmla="*/ 89 h 89"/>
                  <a:gd name="T8" fmla="*/ 16 w 90"/>
                  <a:gd name="T9" fmla="*/ 45 h 89"/>
                  <a:gd name="T10" fmla="*/ 4 w 90"/>
                  <a:gd name="T11" fmla="*/ 69 h 89"/>
                  <a:gd name="T12" fmla="*/ 0 w 90"/>
                  <a:gd name="T13" fmla="*/ 60 h 89"/>
                  <a:gd name="T14" fmla="*/ 14 w 90"/>
                  <a:gd name="T15" fmla="*/ 28 h 89"/>
                  <a:gd name="T16" fmla="*/ 2 w 90"/>
                  <a:gd name="T17" fmla="*/ 28 h 89"/>
                  <a:gd name="T18" fmla="*/ 2 w 90"/>
                  <a:gd name="T19" fmla="*/ 20 h 89"/>
                  <a:gd name="T20" fmla="*/ 16 w 90"/>
                  <a:gd name="T21" fmla="*/ 20 h 89"/>
                  <a:gd name="T22" fmla="*/ 16 w 90"/>
                  <a:gd name="T23" fmla="*/ 0 h 89"/>
                  <a:gd name="T24" fmla="*/ 25 w 90"/>
                  <a:gd name="T25" fmla="*/ 0 h 89"/>
                  <a:gd name="T26" fmla="*/ 25 w 90"/>
                  <a:gd name="T27" fmla="*/ 20 h 89"/>
                  <a:gd name="T28" fmla="*/ 37 w 90"/>
                  <a:gd name="T29" fmla="*/ 20 h 89"/>
                  <a:gd name="T30" fmla="*/ 37 w 90"/>
                  <a:gd name="T31" fmla="*/ 28 h 89"/>
                  <a:gd name="T32" fmla="*/ 25 w 90"/>
                  <a:gd name="T33" fmla="*/ 28 h 89"/>
                  <a:gd name="T34" fmla="*/ 25 w 90"/>
                  <a:gd name="T35" fmla="*/ 31 h 89"/>
                  <a:gd name="T36" fmla="*/ 37 w 90"/>
                  <a:gd name="T37" fmla="*/ 47 h 89"/>
                  <a:gd name="T38" fmla="*/ 32 w 90"/>
                  <a:gd name="T39" fmla="*/ 54 h 89"/>
                  <a:gd name="T40" fmla="*/ 52 w 90"/>
                  <a:gd name="T41" fmla="*/ 50 h 89"/>
                  <a:gd name="T42" fmla="*/ 39 w 90"/>
                  <a:gd name="T43" fmla="*/ 80 h 89"/>
                  <a:gd name="T44" fmla="*/ 32 w 90"/>
                  <a:gd name="T45" fmla="*/ 76 h 89"/>
                  <a:gd name="T46" fmla="*/ 44 w 90"/>
                  <a:gd name="T47" fmla="*/ 48 h 89"/>
                  <a:gd name="T48" fmla="*/ 52 w 90"/>
                  <a:gd name="T49" fmla="*/ 50 h 89"/>
                  <a:gd name="T50" fmla="*/ 67 w 90"/>
                  <a:gd name="T51" fmla="*/ 38 h 89"/>
                  <a:gd name="T52" fmla="*/ 67 w 90"/>
                  <a:gd name="T53" fmla="*/ 78 h 89"/>
                  <a:gd name="T54" fmla="*/ 63 w 90"/>
                  <a:gd name="T55" fmla="*/ 87 h 89"/>
                  <a:gd name="T56" fmla="*/ 49 w 90"/>
                  <a:gd name="T57" fmla="*/ 89 h 89"/>
                  <a:gd name="T58" fmla="*/ 46 w 90"/>
                  <a:gd name="T59" fmla="*/ 80 h 89"/>
                  <a:gd name="T60" fmla="*/ 56 w 90"/>
                  <a:gd name="T61" fmla="*/ 80 h 89"/>
                  <a:gd name="T62" fmla="*/ 58 w 90"/>
                  <a:gd name="T63" fmla="*/ 78 h 89"/>
                  <a:gd name="T64" fmla="*/ 58 w 90"/>
                  <a:gd name="T65" fmla="*/ 38 h 89"/>
                  <a:gd name="T66" fmla="*/ 38 w 90"/>
                  <a:gd name="T67" fmla="*/ 38 h 89"/>
                  <a:gd name="T68" fmla="*/ 38 w 90"/>
                  <a:gd name="T69" fmla="*/ 30 h 89"/>
                  <a:gd name="T70" fmla="*/ 89 w 90"/>
                  <a:gd name="T71" fmla="*/ 30 h 89"/>
                  <a:gd name="T72" fmla="*/ 89 w 90"/>
                  <a:gd name="T73" fmla="*/ 38 h 89"/>
                  <a:gd name="T74" fmla="*/ 67 w 90"/>
                  <a:gd name="T75" fmla="*/ 38 h 89"/>
                  <a:gd name="T76" fmla="*/ 84 w 90"/>
                  <a:gd name="T77" fmla="*/ 16 h 89"/>
                  <a:gd name="T78" fmla="*/ 42 w 90"/>
                  <a:gd name="T79" fmla="*/ 16 h 89"/>
                  <a:gd name="T80" fmla="*/ 42 w 90"/>
                  <a:gd name="T81" fmla="*/ 7 h 89"/>
                  <a:gd name="T82" fmla="*/ 84 w 90"/>
                  <a:gd name="T83" fmla="*/ 7 h 89"/>
                  <a:gd name="T84" fmla="*/ 84 w 90"/>
                  <a:gd name="T85" fmla="*/ 16 h 89"/>
                  <a:gd name="T86" fmla="*/ 80 w 90"/>
                  <a:gd name="T87" fmla="*/ 48 h 89"/>
                  <a:gd name="T88" fmla="*/ 90 w 90"/>
                  <a:gd name="T89" fmla="*/ 77 h 89"/>
                  <a:gd name="T90" fmla="*/ 82 w 90"/>
                  <a:gd name="T91" fmla="*/ 81 h 89"/>
                  <a:gd name="T92" fmla="*/ 72 w 90"/>
                  <a:gd name="T93" fmla="*/ 51 h 89"/>
                  <a:gd name="T94" fmla="*/ 80 w 90"/>
                  <a:gd name="T95" fmla="*/ 48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0" h="89">
                    <a:moveTo>
                      <a:pt x="32" y="54"/>
                    </a:moveTo>
                    <a:cubicBezTo>
                      <a:pt x="31" y="51"/>
                      <a:pt x="28" y="45"/>
                      <a:pt x="25" y="41"/>
                    </a:cubicBezTo>
                    <a:cubicBezTo>
                      <a:pt x="25" y="89"/>
                      <a:pt x="25" y="89"/>
                      <a:pt x="25" y="89"/>
                    </a:cubicBezTo>
                    <a:cubicBezTo>
                      <a:pt x="16" y="89"/>
                      <a:pt x="16" y="89"/>
                      <a:pt x="16" y="89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3" y="54"/>
                      <a:pt x="9" y="63"/>
                      <a:pt x="4" y="69"/>
                    </a:cubicBezTo>
                    <a:cubicBezTo>
                      <a:pt x="3" y="66"/>
                      <a:pt x="1" y="62"/>
                      <a:pt x="0" y="60"/>
                    </a:cubicBezTo>
                    <a:cubicBezTo>
                      <a:pt x="5" y="53"/>
                      <a:pt x="11" y="40"/>
                      <a:pt x="14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8" y="34"/>
                      <a:pt x="36" y="44"/>
                      <a:pt x="37" y="47"/>
                    </a:cubicBezTo>
                    <a:lnTo>
                      <a:pt x="32" y="54"/>
                    </a:lnTo>
                    <a:close/>
                    <a:moveTo>
                      <a:pt x="52" y="50"/>
                    </a:moveTo>
                    <a:cubicBezTo>
                      <a:pt x="49" y="61"/>
                      <a:pt x="44" y="73"/>
                      <a:pt x="39" y="80"/>
                    </a:cubicBezTo>
                    <a:cubicBezTo>
                      <a:pt x="37" y="79"/>
                      <a:pt x="34" y="77"/>
                      <a:pt x="32" y="76"/>
                    </a:cubicBezTo>
                    <a:cubicBezTo>
                      <a:pt x="37" y="69"/>
                      <a:pt x="41" y="58"/>
                      <a:pt x="44" y="48"/>
                    </a:cubicBezTo>
                    <a:lnTo>
                      <a:pt x="52" y="50"/>
                    </a:lnTo>
                    <a:close/>
                    <a:moveTo>
                      <a:pt x="67" y="38"/>
                    </a:move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83"/>
                      <a:pt x="66" y="86"/>
                      <a:pt x="63" y="87"/>
                    </a:cubicBezTo>
                    <a:cubicBezTo>
                      <a:pt x="60" y="89"/>
                      <a:pt x="55" y="89"/>
                      <a:pt x="49" y="89"/>
                    </a:cubicBezTo>
                    <a:cubicBezTo>
                      <a:pt x="48" y="86"/>
                      <a:pt x="47" y="82"/>
                      <a:pt x="46" y="80"/>
                    </a:cubicBezTo>
                    <a:cubicBezTo>
                      <a:pt x="50" y="80"/>
                      <a:pt x="55" y="80"/>
                      <a:pt x="56" y="80"/>
                    </a:cubicBezTo>
                    <a:cubicBezTo>
                      <a:pt x="57" y="80"/>
                      <a:pt x="58" y="79"/>
                      <a:pt x="58" y="7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89" y="38"/>
                      <a:pt x="89" y="38"/>
                      <a:pt x="89" y="38"/>
                    </a:cubicBezTo>
                    <a:lnTo>
                      <a:pt x="67" y="38"/>
                    </a:lnTo>
                    <a:close/>
                    <a:moveTo>
                      <a:pt x="84" y="16"/>
                    </a:move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84" y="7"/>
                      <a:pt x="84" y="7"/>
                      <a:pt x="84" y="7"/>
                    </a:cubicBezTo>
                    <a:lnTo>
                      <a:pt x="84" y="16"/>
                    </a:lnTo>
                    <a:close/>
                    <a:moveTo>
                      <a:pt x="80" y="48"/>
                    </a:moveTo>
                    <a:cubicBezTo>
                      <a:pt x="84" y="58"/>
                      <a:pt x="88" y="70"/>
                      <a:pt x="90" y="77"/>
                    </a:cubicBezTo>
                    <a:cubicBezTo>
                      <a:pt x="82" y="81"/>
                      <a:pt x="82" y="81"/>
                      <a:pt x="82" y="81"/>
                    </a:cubicBezTo>
                    <a:cubicBezTo>
                      <a:pt x="81" y="73"/>
                      <a:pt x="76" y="60"/>
                      <a:pt x="72" y="51"/>
                    </a:cubicBezTo>
                    <a:lnTo>
                      <a:pt x="80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75">
                <a:extLst>
                  <a:ext uri="{FF2B5EF4-FFF2-40B4-BE49-F238E27FC236}">
                    <a16:creationId xmlns:a16="http://schemas.microsoft.com/office/drawing/2014/main" id="{8B3568A2-8DB9-402F-87A3-A75360A5BB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963" y="4443413"/>
                <a:ext cx="328612" cy="341313"/>
              </a:xfrm>
              <a:custGeom>
                <a:avLst/>
                <a:gdLst>
                  <a:gd name="T0" fmla="*/ 0 w 87"/>
                  <a:gd name="T1" fmla="*/ 80 h 88"/>
                  <a:gd name="T2" fmla="*/ 9 w 87"/>
                  <a:gd name="T3" fmla="*/ 57 h 88"/>
                  <a:gd name="T4" fmla="*/ 17 w 87"/>
                  <a:gd name="T5" fmla="*/ 60 h 88"/>
                  <a:gd name="T6" fmla="*/ 8 w 87"/>
                  <a:gd name="T7" fmla="*/ 84 h 88"/>
                  <a:gd name="T8" fmla="*/ 0 w 87"/>
                  <a:gd name="T9" fmla="*/ 80 h 88"/>
                  <a:gd name="T10" fmla="*/ 39 w 87"/>
                  <a:gd name="T11" fmla="*/ 22 h 88"/>
                  <a:gd name="T12" fmla="*/ 1 w 87"/>
                  <a:gd name="T13" fmla="*/ 22 h 88"/>
                  <a:gd name="T14" fmla="*/ 1 w 87"/>
                  <a:gd name="T15" fmla="*/ 13 h 88"/>
                  <a:gd name="T16" fmla="*/ 39 w 87"/>
                  <a:gd name="T17" fmla="*/ 13 h 88"/>
                  <a:gd name="T18" fmla="*/ 39 w 87"/>
                  <a:gd name="T19" fmla="*/ 0 h 88"/>
                  <a:gd name="T20" fmla="*/ 48 w 87"/>
                  <a:gd name="T21" fmla="*/ 0 h 88"/>
                  <a:gd name="T22" fmla="*/ 48 w 87"/>
                  <a:gd name="T23" fmla="*/ 13 h 88"/>
                  <a:gd name="T24" fmla="*/ 86 w 87"/>
                  <a:gd name="T25" fmla="*/ 13 h 88"/>
                  <a:gd name="T26" fmla="*/ 86 w 87"/>
                  <a:gd name="T27" fmla="*/ 22 h 88"/>
                  <a:gd name="T28" fmla="*/ 48 w 87"/>
                  <a:gd name="T29" fmla="*/ 22 h 88"/>
                  <a:gd name="T30" fmla="*/ 48 w 87"/>
                  <a:gd name="T31" fmla="*/ 36 h 88"/>
                  <a:gd name="T32" fmla="*/ 81 w 87"/>
                  <a:gd name="T33" fmla="*/ 36 h 88"/>
                  <a:gd name="T34" fmla="*/ 81 w 87"/>
                  <a:gd name="T35" fmla="*/ 45 h 88"/>
                  <a:gd name="T36" fmla="*/ 7 w 87"/>
                  <a:gd name="T37" fmla="*/ 45 h 88"/>
                  <a:gd name="T38" fmla="*/ 7 w 87"/>
                  <a:gd name="T39" fmla="*/ 36 h 88"/>
                  <a:gd name="T40" fmla="*/ 39 w 87"/>
                  <a:gd name="T41" fmla="*/ 36 h 88"/>
                  <a:gd name="T42" fmla="*/ 39 w 87"/>
                  <a:gd name="T43" fmla="*/ 22 h 88"/>
                  <a:gd name="T44" fmla="*/ 56 w 87"/>
                  <a:gd name="T45" fmla="*/ 80 h 88"/>
                  <a:gd name="T46" fmla="*/ 62 w 87"/>
                  <a:gd name="T47" fmla="*/ 69 h 88"/>
                  <a:gd name="T48" fmla="*/ 70 w 87"/>
                  <a:gd name="T49" fmla="*/ 72 h 88"/>
                  <a:gd name="T50" fmla="*/ 56 w 87"/>
                  <a:gd name="T51" fmla="*/ 88 h 88"/>
                  <a:gd name="T52" fmla="*/ 36 w 87"/>
                  <a:gd name="T53" fmla="*/ 88 h 88"/>
                  <a:gd name="T54" fmla="*/ 21 w 87"/>
                  <a:gd name="T55" fmla="*/ 77 h 88"/>
                  <a:gd name="T56" fmla="*/ 21 w 87"/>
                  <a:gd name="T57" fmla="*/ 56 h 88"/>
                  <a:gd name="T58" fmla="*/ 30 w 87"/>
                  <a:gd name="T59" fmla="*/ 56 h 88"/>
                  <a:gd name="T60" fmla="*/ 30 w 87"/>
                  <a:gd name="T61" fmla="*/ 76 h 88"/>
                  <a:gd name="T62" fmla="*/ 37 w 87"/>
                  <a:gd name="T63" fmla="*/ 80 h 88"/>
                  <a:gd name="T64" fmla="*/ 56 w 87"/>
                  <a:gd name="T65" fmla="*/ 80 h 88"/>
                  <a:gd name="T66" fmla="*/ 38 w 87"/>
                  <a:gd name="T67" fmla="*/ 46 h 88"/>
                  <a:gd name="T68" fmla="*/ 59 w 87"/>
                  <a:gd name="T69" fmla="*/ 62 h 88"/>
                  <a:gd name="T70" fmla="*/ 53 w 87"/>
                  <a:gd name="T71" fmla="*/ 68 h 88"/>
                  <a:gd name="T72" fmla="*/ 32 w 87"/>
                  <a:gd name="T73" fmla="*/ 51 h 88"/>
                  <a:gd name="T74" fmla="*/ 38 w 87"/>
                  <a:gd name="T75" fmla="*/ 46 h 88"/>
                  <a:gd name="T76" fmla="*/ 74 w 87"/>
                  <a:gd name="T77" fmla="*/ 56 h 88"/>
                  <a:gd name="T78" fmla="*/ 87 w 87"/>
                  <a:gd name="T79" fmla="*/ 81 h 88"/>
                  <a:gd name="T80" fmla="*/ 78 w 87"/>
                  <a:gd name="T81" fmla="*/ 85 h 88"/>
                  <a:gd name="T82" fmla="*/ 66 w 87"/>
                  <a:gd name="T83" fmla="*/ 59 h 88"/>
                  <a:gd name="T84" fmla="*/ 74 w 87"/>
                  <a:gd name="T85" fmla="*/ 56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7" h="88">
                    <a:moveTo>
                      <a:pt x="0" y="80"/>
                    </a:moveTo>
                    <a:cubicBezTo>
                      <a:pt x="4" y="74"/>
                      <a:pt x="7" y="65"/>
                      <a:pt x="9" y="57"/>
                    </a:cubicBezTo>
                    <a:cubicBezTo>
                      <a:pt x="17" y="60"/>
                      <a:pt x="17" y="60"/>
                      <a:pt x="17" y="60"/>
                    </a:cubicBezTo>
                    <a:cubicBezTo>
                      <a:pt x="15" y="68"/>
                      <a:pt x="12" y="78"/>
                      <a:pt x="8" y="84"/>
                    </a:cubicBezTo>
                    <a:lnTo>
                      <a:pt x="0" y="80"/>
                    </a:lnTo>
                    <a:close/>
                    <a:moveTo>
                      <a:pt x="39" y="22"/>
                    </a:moveTo>
                    <a:cubicBezTo>
                      <a:pt x="1" y="22"/>
                      <a:pt x="1" y="22"/>
                      <a:pt x="1" y="2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48" y="22"/>
                      <a:pt x="48" y="22"/>
                      <a:pt x="48" y="22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81" y="45"/>
                      <a:pt x="81" y="45"/>
                      <a:pt x="81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39" y="36"/>
                      <a:pt x="39" y="36"/>
                      <a:pt x="39" y="36"/>
                    </a:cubicBezTo>
                    <a:lnTo>
                      <a:pt x="39" y="22"/>
                    </a:lnTo>
                    <a:close/>
                    <a:moveTo>
                      <a:pt x="56" y="80"/>
                    </a:moveTo>
                    <a:cubicBezTo>
                      <a:pt x="61" y="80"/>
                      <a:pt x="62" y="78"/>
                      <a:pt x="62" y="69"/>
                    </a:cubicBezTo>
                    <a:cubicBezTo>
                      <a:pt x="64" y="70"/>
                      <a:pt x="68" y="71"/>
                      <a:pt x="70" y="72"/>
                    </a:cubicBezTo>
                    <a:cubicBezTo>
                      <a:pt x="69" y="85"/>
                      <a:pt x="66" y="88"/>
                      <a:pt x="56" y="88"/>
                    </a:cubicBezTo>
                    <a:cubicBezTo>
                      <a:pt x="36" y="88"/>
                      <a:pt x="36" y="88"/>
                      <a:pt x="36" y="88"/>
                    </a:cubicBezTo>
                    <a:cubicBezTo>
                      <a:pt x="24" y="88"/>
                      <a:pt x="21" y="85"/>
                      <a:pt x="21" y="7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30" y="56"/>
                      <a:pt x="30" y="56"/>
                      <a:pt x="30" y="56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9"/>
                      <a:pt x="31" y="80"/>
                      <a:pt x="37" y="80"/>
                    </a:cubicBezTo>
                    <a:lnTo>
                      <a:pt x="56" y="80"/>
                    </a:lnTo>
                    <a:close/>
                    <a:moveTo>
                      <a:pt x="38" y="46"/>
                    </a:moveTo>
                    <a:cubicBezTo>
                      <a:pt x="45" y="50"/>
                      <a:pt x="55" y="57"/>
                      <a:pt x="59" y="62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48" y="63"/>
                      <a:pt x="39" y="56"/>
                      <a:pt x="32" y="51"/>
                    </a:cubicBezTo>
                    <a:lnTo>
                      <a:pt x="38" y="46"/>
                    </a:lnTo>
                    <a:close/>
                    <a:moveTo>
                      <a:pt x="74" y="56"/>
                    </a:moveTo>
                    <a:cubicBezTo>
                      <a:pt x="79" y="64"/>
                      <a:pt x="84" y="75"/>
                      <a:pt x="87" y="81"/>
                    </a:cubicBezTo>
                    <a:cubicBezTo>
                      <a:pt x="78" y="85"/>
                      <a:pt x="78" y="85"/>
                      <a:pt x="78" y="85"/>
                    </a:cubicBezTo>
                    <a:cubicBezTo>
                      <a:pt x="76" y="78"/>
                      <a:pt x="71" y="67"/>
                      <a:pt x="66" y="59"/>
                    </a:cubicBezTo>
                    <a:lnTo>
                      <a:pt x="74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80" name="Rectangle 6">
            <a:extLst>
              <a:ext uri="{FF2B5EF4-FFF2-40B4-BE49-F238E27FC236}">
                <a16:creationId xmlns:a16="http://schemas.microsoft.com/office/drawing/2014/main" id="{FF8013C1-60D8-4B83-9EBB-E8DADF20D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79" y="4239793"/>
            <a:ext cx="4542760" cy="396068"/>
          </a:xfrm>
          <a:prstGeom prst="roundRect">
            <a:avLst>
              <a:gd name="adj" fmla="val 50000"/>
            </a:avLst>
          </a:prstGeom>
          <a:solidFill>
            <a:srgbClr val="FC8D3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XXXX</a:t>
            </a:r>
            <a:r>
              <a:rPr lang="zh-CN" altLang="en-US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大学   </a:t>
            </a:r>
            <a:r>
              <a:rPr lang="en-US" altLang="zh-CN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</a:t>
            </a:r>
            <a:r>
              <a:rPr lang="zh-CN" altLang="en-US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学院  </a:t>
            </a:r>
            <a:r>
              <a:rPr lang="en-US" altLang="zh-CN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</a:t>
            </a:r>
            <a:r>
              <a:rPr lang="zh-CN" altLang="en-US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班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0435A6B-D37F-43E8-9E97-74AA740ABDA0}"/>
              </a:ext>
            </a:extLst>
          </p:cNvPr>
          <p:cNvSpPr txBox="1"/>
          <p:nvPr/>
        </p:nvSpPr>
        <p:spPr>
          <a:xfrm>
            <a:off x="660759" y="4926746"/>
            <a:ext cx="39388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l"/>
            <a:r>
              <a:rPr lang="zh-CN" altLang="en-US" sz="2000" b="1" dirty="0">
                <a:ln cap="rnd" cmpd="dbl">
                  <a:noFill/>
                  <a:bevel/>
                </a:ln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指导老师：</a:t>
            </a:r>
            <a:r>
              <a:rPr lang="en-US" altLang="zh-CN" sz="2000" b="1" dirty="0">
                <a:ln cap="rnd" cmpd="dbl">
                  <a:noFill/>
                  <a:bevel/>
                </a:ln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XXX</a:t>
            </a:r>
            <a:r>
              <a:rPr lang="zh-CN" altLang="en-US" sz="2000" b="1" dirty="0">
                <a:ln cap="rnd" cmpd="dbl">
                  <a:noFill/>
                  <a:bevel/>
                </a:ln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答辩人：</a:t>
            </a:r>
            <a:r>
              <a:rPr lang="en-US" altLang="zh-CN" sz="2000" b="1" dirty="0">
                <a:ln cap="rnd" cmpd="dbl">
                  <a:noFill/>
                  <a:bevel/>
                </a:ln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XXX</a:t>
            </a:r>
            <a:endParaRPr lang="zh-CN" altLang="en-US" sz="2000" b="1" dirty="0">
              <a:ln cap="rnd" cmpd="dbl">
                <a:noFill/>
                <a:bevel/>
              </a:ln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69150" y="2177413"/>
            <a:ext cx="32864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绪论开端 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introduction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528381" y="2148385"/>
            <a:ext cx="3717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市场现状 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market situation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69150" y="4076090"/>
            <a:ext cx="4054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实证研究 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Empirical Research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528381" y="4076090"/>
            <a:ext cx="4104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实验证明 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Experimental proof</a:t>
            </a:r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5" name="任意多边形 44"/>
          <p:cNvSpPr/>
          <p:nvPr/>
        </p:nvSpPr>
        <p:spPr>
          <a:xfrm rot="11061527">
            <a:off x="-87834" y="4921643"/>
            <a:ext cx="2123033" cy="1919225"/>
          </a:xfrm>
          <a:custGeom>
            <a:avLst/>
            <a:gdLst>
              <a:gd name="connsiteX0" fmla="*/ 2069448 w 2123033"/>
              <a:gd name="connsiteY0" fmla="*/ 1251102 h 1919225"/>
              <a:gd name="connsiteX1" fmla="*/ 2123033 w 2123033"/>
              <a:gd name="connsiteY1" fmla="*/ 1882883 h 1919225"/>
              <a:gd name="connsiteX2" fmla="*/ 2039767 w 2123033"/>
              <a:gd name="connsiteY2" fmla="*/ 1898828 h 1919225"/>
              <a:gd name="connsiteX3" fmla="*/ 1770185 w 2123033"/>
              <a:gd name="connsiteY3" fmla="*/ 1919225 h 1919225"/>
              <a:gd name="connsiteX4" fmla="*/ 0 w 2123033"/>
              <a:gd name="connsiteY4" fmla="*/ 149040 h 1919225"/>
              <a:gd name="connsiteX5" fmla="*/ 4812 w 2123033"/>
              <a:gd name="connsiteY5" fmla="*/ 53743 h 1919225"/>
              <a:gd name="connsiteX6" fmla="*/ 638461 w 2123033"/>
              <a:gd name="connsiteY6" fmla="*/ 0 h 1919225"/>
              <a:gd name="connsiteX7" fmla="*/ 627185 w 2123033"/>
              <a:gd name="connsiteY7" fmla="*/ 149041 h 1919225"/>
              <a:gd name="connsiteX8" fmla="*/ 1770188 w 2123033"/>
              <a:gd name="connsiteY8" fmla="*/ 1292042 h 1919225"/>
              <a:gd name="connsiteX9" fmla="*/ 2000541 w 2123033"/>
              <a:gd name="connsiteY9" fmla="*/ 1268821 h 1919225"/>
              <a:gd name="connsiteX10" fmla="*/ 2069448 w 2123033"/>
              <a:gd name="connsiteY10" fmla="*/ 1251102 h 19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23033" h="1919225">
                <a:moveTo>
                  <a:pt x="2069448" y="1251102"/>
                </a:moveTo>
                <a:lnTo>
                  <a:pt x="2123033" y="1882883"/>
                </a:lnTo>
                <a:lnTo>
                  <a:pt x="2039767" y="1898828"/>
                </a:lnTo>
                <a:cubicBezTo>
                  <a:pt x="1951867" y="1912260"/>
                  <a:pt x="1861839" y="1919225"/>
                  <a:pt x="1770185" y="1919225"/>
                </a:cubicBezTo>
                <a:cubicBezTo>
                  <a:pt x="792539" y="1919225"/>
                  <a:pt x="0" y="1126687"/>
                  <a:pt x="0" y="149040"/>
                </a:cubicBezTo>
                <a:lnTo>
                  <a:pt x="4812" y="53743"/>
                </a:lnTo>
                <a:lnTo>
                  <a:pt x="638461" y="0"/>
                </a:lnTo>
                <a:lnTo>
                  <a:pt x="627185" y="149041"/>
                </a:lnTo>
                <a:cubicBezTo>
                  <a:pt x="627185" y="780303"/>
                  <a:pt x="1138924" y="1292042"/>
                  <a:pt x="1770188" y="1292042"/>
                </a:cubicBezTo>
                <a:cubicBezTo>
                  <a:pt x="1849094" y="1292042"/>
                  <a:pt x="1926134" y="1284046"/>
                  <a:pt x="2000541" y="1268821"/>
                </a:cubicBezTo>
                <a:lnTo>
                  <a:pt x="2069448" y="1251102"/>
                </a:lnTo>
                <a:close/>
              </a:path>
            </a:pathLst>
          </a:custGeom>
          <a:gradFill>
            <a:gsLst>
              <a:gs pos="0">
                <a:srgbClr val="FFCE33">
                  <a:alpha val="52000"/>
                </a:srgbClr>
              </a:gs>
              <a:gs pos="92000">
                <a:srgbClr val="FB811D">
                  <a:alpha val="74000"/>
                </a:srgbClr>
              </a:gs>
              <a:gs pos="100000">
                <a:srgbClr val="FB7405">
                  <a:alpha val="66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173463" y="976745"/>
            <a:ext cx="800219" cy="507927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4000" b="1" dirty="0">
                <a:solidFill>
                  <a:srgbClr val="FB7405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TABLE OF CONTENTS</a:t>
            </a:r>
            <a:endParaRPr lang="zh-CN" altLang="en-US" sz="4000" b="1" dirty="0">
              <a:solidFill>
                <a:srgbClr val="FB7405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873029" y="2307203"/>
            <a:ext cx="27318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绪论开端  </a:t>
            </a:r>
            <a:endParaRPr lang="en-US" altLang="zh-CN" sz="3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introduction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398439" y="4628199"/>
            <a:ext cx="4200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analysis, </a:t>
            </a:r>
          </a:p>
          <a:p>
            <a:pPr algn="r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competition structure 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41161" y="1151599"/>
            <a:ext cx="3969004" cy="4180596"/>
            <a:chOff x="7102381" y="1231809"/>
            <a:chExt cx="3969004" cy="4180596"/>
          </a:xfrm>
        </p:grpSpPr>
        <p:sp>
          <p:nvSpPr>
            <p:cNvPr id="20" name="椭圆 19"/>
            <p:cNvSpPr/>
            <p:nvPr/>
          </p:nvSpPr>
          <p:spPr>
            <a:xfrm rot="19296391">
              <a:off x="7102381" y="1231809"/>
              <a:ext cx="3969004" cy="4180596"/>
            </a:xfrm>
            <a:prstGeom prst="ellipse">
              <a:avLst/>
            </a:prstGeom>
            <a:gradFill flip="none" rotWithShape="1">
              <a:gsLst>
                <a:gs pos="54000">
                  <a:srgbClr val="FB7405">
                    <a:alpha val="72000"/>
                  </a:srgbClr>
                </a:gs>
                <a:gs pos="0">
                  <a:srgbClr val="FB7405"/>
                </a:gs>
                <a:gs pos="100000">
                  <a:srgbClr val="FFC000">
                    <a:alpha val="2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softEdge rad="304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7114286" y="1267143"/>
              <a:ext cx="3899460" cy="3899460"/>
              <a:chOff x="7503245" y="1778515"/>
              <a:chExt cx="3899460" cy="3899460"/>
            </a:xfrm>
          </p:grpSpPr>
          <p:sp>
            <p:nvSpPr>
              <p:cNvPr id="22" name="椭圆 21"/>
              <p:cNvSpPr/>
              <p:nvPr/>
            </p:nvSpPr>
            <p:spPr>
              <a:xfrm rot="7417385">
                <a:off x="8018584" y="2307102"/>
                <a:ext cx="3348110" cy="3348110"/>
              </a:xfrm>
              <a:prstGeom prst="ellipse">
                <a:avLst/>
              </a:prstGeom>
              <a:gradFill>
                <a:gsLst>
                  <a:gs pos="0">
                    <a:srgbClr val="FFCE33">
                      <a:alpha val="56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 rot="19296391">
                <a:off x="7503245" y="1778515"/>
                <a:ext cx="3899460" cy="3899460"/>
              </a:xfrm>
              <a:prstGeom prst="ellipse">
                <a:avLst/>
              </a:prstGeom>
              <a:gradFill flip="none" rotWithShape="1">
                <a:gsLst>
                  <a:gs pos="54000">
                    <a:srgbClr val="FFC000"/>
                  </a:gs>
                  <a:gs pos="0">
                    <a:srgbClr val="FB7405"/>
                  </a:gs>
                  <a:gs pos="100000">
                    <a:srgbClr val="FFC000">
                      <a:alpha val="2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softEdge rad="304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" name="文本框 5"/>
          <p:cNvSpPr txBox="1"/>
          <p:nvPr/>
        </p:nvSpPr>
        <p:spPr>
          <a:xfrm>
            <a:off x="2598822" y="2168050"/>
            <a:ext cx="140615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01</a:t>
            </a:r>
            <a:endParaRPr lang="zh-CN" altLang="en-US" sz="8800" b="1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CE33"/>
              </a:gs>
              <a:gs pos="92000">
                <a:srgbClr val="FB811D"/>
              </a:gs>
              <a:gs pos="100000">
                <a:srgbClr val="FB7405"/>
              </a:gs>
            </a:gsLst>
            <a:lin ang="0" scaled="1"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878306"/>
            <a:ext cx="10234863" cy="59796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575155" y="1530297"/>
            <a:ext cx="28151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INTRODUCTION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13155" y="1379619"/>
            <a:ext cx="7409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01</a:t>
            </a:r>
            <a:endParaRPr lang="zh-CN" altLang="en-US" sz="4000" dirty="0">
              <a:latin typeface="Segoe UI Black" panose="020B0A02040204020203" pitchFamily="34" charset="0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75155" y="2777696"/>
            <a:ext cx="36952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analysis, competition structure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in manufacturer analysis.</a:t>
            </a:r>
          </a:p>
          <a:p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It makes it possible to  do business 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946628" y="4634842"/>
            <a:ext cx="36952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analysis, competition structure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in manufacturer analysis.</a:t>
            </a:r>
          </a:p>
          <a:p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It makes it possible to  do business 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866274" y="2021306"/>
            <a:ext cx="3449053" cy="96253"/>
          </a:xfrm>
          <a:prstGeom prst="line">
            <a:avLst/>
          </a:prstGeom>
          <a:ln>
            <a:solidFill>
              <a:srgbClr val="FFC5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07239" y="5460612"/>
            <a:ext cx="28151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INTRODUCTION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88223" y="5293892"/>
            <a:ext cx="7409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01</a:t>
            </a:r>
            <a:endParaRPr lang="zh-CN" altLang="en-US" sz="4000" dirty="0">
              <a:latin typeface="Segoe UI Black" panose="020B0A02040204020203" pitchFamily="34" charset="0"/>
              <a:ea typeface="等线" panose="02010600030101010101" pitchFamily="2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6993965" y="670859"/>
          <a:ext cx="3895164" cy="2596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6993965" y="3337860"/>
          <a:ext cx="3951941" cy="2634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88223" y="1007167"/>
            <a:ext cx="36952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analysis, competition structure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in manufacturer analysis.</a:t>
            </a:r>
          </a:p>
          <a:p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It makes it possible to  do business 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030501" y="3391071"/>
            <a:ext cx="36952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</a:t>
            </a:r>
          </a:p>
          <a:p>
            <a:pPr algn="r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analysis, competition structure </a:t>
            </a:r>
          </a:p>
          <a:p>
            <a:pPr algn="r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in manufacturer analysis.</a:t>
            </a:r>
          </a:p>
          <a:p>
            <a:pPr algn="r"/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r"/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It makes it possible to  do business 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r"/>
            <a:endParaRPr lang="zh-CN" altLang="en-US" dirty="0"/>
          </a:p>
        </p:txBody>
      </p:sp>
      <p:cxnSp>
        <p:nvCxnSpPr>
          <p:cNvPr id="10" name="直接连接符 9"/>
          <p:cNvCxnSpPr/>
          <p:nvPr/>
        </p:nvCxnSpPr>
        <p:spPr>
          <a:xfrm>
            <a:off x="705854" y="5903495"/>
            <a:ext cx="3577389" cy="208547"/>
          </a:xfrm>
          <a:prstGeom prst="line">
            <a:avLst/>
          </a:prstGeom>
          <a:ln>
            <a:solidFill>
              <a:srgbClr val="FFC5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700336" y="655717"/>
            <a:ext cx="7748337" cy="5550569"/>
          </a:xfrm>
          <a:prstGeom prst="rect">
            <a:avLst/>
          </a:prstGeom>
          <a:gradFill>
            <a:gsLst>
              <a:gs pos="0">
                <a:srgbClr val="FFCE33"/>
              </a:gs>
              <a:gs pos="92000">
                <a:srgbClr val="FB811D"/>
              </a:gs>
              <a:gs pos="100000">
                <a:srgbClr val="FB740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47467" y="655709"/>
            <a:ext cx="3813517" cy="5550584"/>
          </a:xfrm>
          <a:prstGeom prst="rect">
            <a:avLst/>
          </a:prstGeom>
          <a:noFill/>
          <a:ln>
            <a:solidFill>
              <a:srgbClr val="FB81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24674" y="1501798"/>
            <a:ext cx="1577676" cy="338554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algn="r"/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very important.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4674" y="4258507"/>
            <a:ext cx="36952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analysis, competition structure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in manufacturer analysis.</a:t>
            </a:r>
          </a:p>
          <a:p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It makes it possible to  do business 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633663" y="952782"/>
            <a:ext cx="28151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INTRODUCTION</a:t>
            </a:r>
          </a:p>
        </p:txBody>
      </p:sp>
      <p:sp>
        <p:nvSpPr>
          <p:cNvPr id="35" name="任意多边形 34"/>
          <p:cNvSpPr/>
          <p:nvPr/>
        </p:nvSpPr>
        <p:spPr>
          <a:xfrm rot="19296391">
            <a:off x="9613594" y="4601384"/>
            <a:ext cx="3535029" cy="3234122"/>
          </a:xfrm>
          <a:custGeom>
            <a:avLst/>
            <a:gdLst>
              <a:gd name="connsiteX0" fmla="*/ 2825509 w 3535029"/>
              <a:gd name="connsiteY0" fmla="*/ 445224 h 3234122"/>
              <a:gd name="connsiteX1" fmla="*/ 3535029 w 3535029"/>
              <a:gd name="connsiteY1" fmla="*/ 1949730 h 3234122"/>
              <a:gd name="connsiteX2" fmla="*/ 3089807 w 3535029"/>
              <a:gd name="connsiteY2" fmla="*/ 3189940 h 3234122"/>
              <a:gd name="connsiteX3" fmla="*/ 3049650 w 3535029"/>
              <a:gd name="connsiteY3" fmla="*/ 3234122 h 3234122"/>
              <a:gd name="connsiteX4" fmla="*/ 0 w 3535029"/>
              <a:gd name="connsiteY4" fmla="*/ 817564 h 3234122"/>
              <a:gd name="connsiteX5" fmla="*/ 80793 w 3535029"/>
              <a:gd name="connsiteY5" fmla="*/ 709521 h 3234122"/>
              <a:gd name="connsiteX6" fmla="*/ 1585300 w 3535029"/>
              <a:gd name="connsiteY6" fmla="*/ 0 h 3234122"/>
              <a:gd name="connsiteX7" fmla="*/ 2825509 w 3535029"/>
              <a:gd name="connsiteY7" fmla="*/ 445224 h 3234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5029" h="3234122">
                <a:moveTo>
                  <a:pt x="2825509" y="445224"/>
                </a:moveTo>
                <a:cubicBezTo>
                  <a:pt x="3258831" y="802833"/>
                  <a:pt x="3535030" y="1344027"/>
                  <a:pt x="3535029" y="1949730"/>
                </a:cubicBezTo>
                <a:cubicBezTo>
                  <a:pt x="3535029" y="2420833"/>
                  <a:pt x="3367947" y="2852911"/>
                  <a:pt x="3089807" y="3189940"/>
                </a:cubicBezTo>
                <a:lnTo>
                  <a:pt x="3049650" y="3234122"/>
                </a:lnTo>
                <a:lnTo>
                  <a:pt x="0" y="817564"/>
                </a:lnTo>
                <a:lnTo>
                  <a:pt x="80793" y="709521"/>
                </a:lnTo>
                <a:cubicBezTo>
                  <a:pt x="438403" y="276199"/>
                  <a:pt x="979596" y="0"/>
                  <a:pt x="1585300" y="0"/>
                </a:cubicBezTo>
                <a:cubicBezTo>
                  <a:pt x="2056402" y="0"/>
                  <a:pt x="2488481" y="167083"/>
                  <a:pt x="2825509" y="445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 rot="19296391">
            <a:off x="10028853" y="-961859"/>
            <a:ext cx="3647855" cy="3383551"/>
          </a:xfrm>
          <a:custGeom>
            <a:avLst/>
            <a:gdLst>
              <a:gd name="connsiteX0" fmla="*/ 631746 w 3647855"/>
              <a:gd name="connsiteY0" fmla="*/ 0 h 3383551"/>
              <a:gd name="connsiteX1" fmla="*/ 3647855 w 3647855"/>
              <a:gd name="connsiteY1" fmla="*/ 2389980 h 3383551"/>
              <a:gd name="connsiteX2" fmla="*/ 3566477 w 3647855"/>
              <a:gd name="connsiteY2" fmla="*/ 2523932 h 3383551"/>
              <a:gd name="connsiteX3" fmla="*/ 1949730 w 3647855"/>
              <a:gd name="connsiteY3" fmla="*/ 3383551 h 3383551"/>
              <a:gd name="connsiteX4" fmla="*/ 0 w 3647855"/>
              <a:gd name="connsiteY4" fmla="*/ 1433821 h 3383551"/>
              <a:gd name="connsiteX5" fmla="*/ 571063 w 3647855"/>
              <a:gd name="connsiteY5" fmla="*/ 55153 h 3383551"/>
              <a:gd name="connsiteX6" fmla="*/ 631746 w 3647855"/>
              <a:gd name="connsiteY6" fmla="*/ 0 h 3383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7855" h="3383551">
                <a:moveTo>
                  <a:pt x="631746" y="0"/>
                </a:moveTo>
                <a:lnTo>
                  <a:pt x="3647855" y="2389980"/>
                </a:lnTo>
                <a:lnTo>
                  <a:pt x="3566477" y="2523932"/>
                </a:lnTo>
                <a:cubicBezTo>
                  <a:pt x="3216096" y="3042564"/>
                  <a:pt x="2622734" y="3383551"/>
                  <a:pt x="1949730" y="3383551"/>
                </a:cubicBezTo>
                <a:cubicBezTo>
                  <a:pt x="872924" y="3383550"/>
                  <a:pt x="-1" y="2510626"/>
                  <a:pt x="0" y="1433821"/>
                </a:cubicBezTo>
                <a:cubicBezTo>
                  <a:pt x="0" y="895417"/>
                  <a:pt x="218231" y="407984"/>
                  <a:pt x="571063" y="55153"/>
                </a:cubicBezTo>
                <a:lnTo>
                  <a:pt x="63174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9836192" y="1420416"/>
            <a:ext cx="4184607" cy="4407693"/>
            <a:chOff x="7102381" y="1231809"/>
            <a:chExt cx="3969004" cy="4180596"/>
          </a:xfrm>
          <a:solidFill>
            <a:schemeClr val="bg1"/>
          </a:solidFill>
        </p:grpSpPr>
        <p:sp>
          <p:nvSpPr>
            <p:cNvPr id="23" name="椭圆 22"/>
            <p:cNvSpPr/>
            <p:nvPr/>
          </p:nvSpPr>
          <p:spPr>
            <a:xfrm rot="19296391">
              <a:off x="7102381" y="1231809"/>
              <a:ext cx="3969004" cy="4180596"/>
            </a:xfrm>
            <a:prstGeom prst="ellipse">
              <a:avLst/>
            </a:prstGeom>
            <a:grpFill/>
            <a:ln>
              <a:noFill/>
            </a:ln>
            <a:effectLst>
              <a:softEdge rad="304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114286" y="1267143"/>
              <a:ext cx="3899460" cy="3899460"/>
              <a:chOff x="7503245" y="1778515"/>
              <a:chExt cx="3899460" cy="3899460"/>
            </a:xfrm>
            <a:grpFill/>
          </p:grpSpPr>
          <p:sp>
            <p:nvSpPr>
              <p:cNvPr id="25" name="椭圆 24"/>
              <p:cNvSpPr/>
              <p:nvPr/>
            </p:nvSpPr>
            <p:spPr>
              <a:xfrm rot="7417385">
                <a:off x="8018584" y="2307102"/>
                <a:ext cx="3348110" cy="3348110"/>
              </a:xfrm>
              <a:prstGeom prst="ellipse">
                <a:avLst/>
              </a:prstGeom>
              <a:grpFill/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 rot="19296391">
                <a:off x="7503245" y="1778515"/>
                <a:ext cx="3899460" cy="3899460"/>
              </a:xfrm>
              <a:prstGeom prst="ellipse">
                <a:avLst/>
              </a:prstGeom>
              <a:grpFill/>
              <a:ln>
                <a:noFill/>
              </a:ln>
              <a:effectLst>
                <a:softEdge rad="304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8" name="文本框 37"/>
          <p:cNvSpPr txBox="1"/>
          <p:nvPr/>
        </p:nvSpPr>
        <p:spPr>
          <a:xfrm>
            <a:off x="4818539" y="5438271"/>
            <a:ext cx="7409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01</a:t>
            </a:r>
            <a:endParaRPr lang="zh-CN" altLang="en-US" sz="4000" dirty="0">
              <a:solidFill>
                <a:schemeClr val="bg1"/>
              </a:solidFill>
              <a:latin typeface="Segoe UI Black" panose="020B0A02040204020203" pitchFamily="34" charset="0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73029" y="2307203"/>
            <a:ext cx="33794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市场现状</a:t>
            </a:r>
            <a:endParaRPr lang="en-US" altLang="zh-CN" sz="3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market situation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398439" y="4628199"/>
            <a:ext cx="4200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analysis,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competition structure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41161" y="1151599"/>
            <a:ext cx="3969004" cy="4180596"/>
            <a:chOff x="7102381" y="1231809"/>
            <a:chExt cx="3969004" cy="4180596"/>
          </a:xfrm>
        </p:grpSpPr>
        <p:sp>
          <p:nvSpPr>
            <p:cNvPr id="5" name="椭圆 4"/>
            <p:cNvSpPr/>
            <p:nvPr/>
          </p:nvSpPr>
          <p:spPr>
            <a:xfrm rot="19296391">
              <a:off x="7102381" y="1231809"/>
              <a:ext cx="3969004" cy="4180596"/>
            </a:xfrm>
            <a:prstGeom prst="ellipse">
              <a:avLst/>
            </a:prstGeom>
            <a:gradFill flip="none" rotWithShape="1">
              <a:gsLst>
                <a:gs pos="54000">
                  <a:srgbClr val="FB7405">
                    <a:alpha val="72000"/>
                  </a:srgbClr>
                </a:gs>
                <a:gs pos="0">
                  <a:srgbClr val="FB7405"/>
                </a:gs>
                <a:gs pos="100000">
                  <a:srgbClr val="FFC000">
                    <a:alpha val="2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softEdge rad="304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7114286" y="1267143"/>
              <a:ext cx="3899460" cy="3899460"/>
              <a:chOff x="7503245" y="1778515"/>
              <a:chExt cx="3899460" cy="3899460"/>
            </a:xfrm>
          </p:grpSpPr>
          <p:sp>
            <p:nvSpPr>
              <p:cNvPr id="7" name="椭圆 6"/>
              <p:cNvSpPr/>
              <p:nvPr/>
            </p:nvSpPr>
            <p:spPr>
              <a:xfrm rot="7417385">
                <a:off x="8018584" y="2307102"/>
                <a:ext cx="3348110" cy="3348110"/>
              </a:xfrm>
              <a:prstGeom prst="ellipse">
                <a:avLst/>
              </a:prstGeom>
              <a:gradFill>
                <a:gsLst>
                  <a:gs pos="0">
                    <a:srgbClr val="FFCE33">
                      <a:alpha val="56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 rot="19296391">
                <a:off x="7503245" y="1778515"/>
                <a:ext cx="3899460" cy="3899460"/>
              </a:xfrm>
              <a:prstGeom prst="ellipse">
                <a:avLst/>
              </a:prstGeom>
              <a:gradFill flip="none" rotWithShape="1">
                <a:gsLst>
                  <a:gs pos="54000">
                    <a:srgbClr val="FFC000"/>
                  </a:gs>
                  <a:gs pos="0">
                    <a:srgbClr val="FB7405"/>
                  </a:gs>
                  <a:gs pos="100000">
                    <a:srgbClr val="FFC000">
                      <a:alpha val="2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softEdge rad="304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2598822" y="2168050"/>
            <a:ext cx="153760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02</a:t>
            </a:r>
            <a:endParaRPr lang="zh-CN" altLang="en-US" sz="8800" b="1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0" y="2404298"/>
            <a:ext cx="1184648" cy="4453702"/>
          </a:xfrm>
          <a:custGeom>
            <a:avLst/>
            <a:gdLst>
              <a:gd name="connsiteX0" fmla="*/ 0 w 1184648"/>
              <a:gd name="connsiteY0" fmla="*/ 0 h 4453702"/>
              <a:gd name="connsiteX1" fmla="*/ 1184648 w 1184648"/>
              <a:gd name="connsiteY1" fmla="*/ 0 h 4453702"/>
              <a:gd name="connsiteX2" fmla="*/ 1184648 w 1184648"/>
              <a:gd name="connsiteY2" fmla="*/ 4453702 h 4453702"/>
              <a:gd name="connsiteX3" fmla="*/ 0 w 1184648"/>
              <a:gd name="connsiteY3" fmla="*/ 4453702 h 4453702"/>
              <a:gd name="connsiteX4" fmla="*/ 0 w 1184648"/>
              <a:gd name="connsiteY4" fmla="*/ 0 h 4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48" h="4453702">
                <a:moveTo>
                  <a:pt x="0" y="0"/>
                </a:moveTo>
                <a:lnTo>
                  <a:pt x="1184648" y="0"/>
                </a:lnTo>
                <a:lnTo>
                  <a:pt x="1184648" y="4453702"/>
                </a:lnTo>
                <a:lnTo>
                  <a:pt x="0" y="4453702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FB81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06067" y="1158143"/>
            <a:ext cx="45704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structure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analysis, competition structure analysis,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main manufacturer analysis.</a:t>
            </a:r>
          </a:p>
          <a:p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It makes it possible to  do business at home.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306067" y="3403112"/>
            <a:ext cx="45704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structure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analysis, competition structure analysis,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main manufacturer analysis.</a:t>
            </a:r>
          </a:p>
          <a:p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It makes it possible to  do business at home.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06067" y="5464523"/>
            <a:ext cx="46682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structure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analysis, competition structure analysis, main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manufacturer analysis.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4607" y="529387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02</a:t>
            </a:r>
            <a:endParaRPr lang="zh-CN" altLang="en-US" sz="4000" dirty="0">
              <a:latin typeface="Segoe UI Black" panose="020B0A02040204020203" pitchFamily="34" charset="0"/>
              <a:ea typeface="等线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4607" y="1344676"/>
            <a:ext cx="352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MARKET SITUATION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588566" y="3392904"/>
            <a:ext cx="3591664" cy="2698760"/>
            <a:chOff x="521370" y="585535"/>
            <a:chExt cx="3591664" cy="2698760"/>
          </a:xfrm>
        </p:grpSpPr>
        <p:sp>
          <p:nvSpPr>
            <p:cNvPr id="20" name="矩形 19"/>
            <p:cNvSpPr/>
            <p:nvPr/>
          </p:nvSpPr>
          <p:spPr>
            <a:xfrm>
              <a:off x="598572" y="585535"/>
              <a:ext cx="3371850" cy="2518611"/>
            </a:xfrm>
            <a:prstGeom prst="rect">
              <a:avLst/>
            </a:prstGeom>
            <a:gradFill>
              <a:gsLst>
                <a:gs pos="0">
                  <a:srgbClr val="FFCE33"/>
                </a:gs>
                <a:gs pos="92000">
                  <a:srgbClr val="FB811D"/>
                </a:gs>
                <a:gs pos="100000">
                  <a:srgbClr val="FB7405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565810" y="1708482"/>
              <a:ext cx="3547224" cy="1339517"/>
            </a:xfrm>
            <a:custGeom>
              <a:avLst/>
              <a:gdLst>
                <a:gd name="connsiteX0" fmla="*/ 0 w 3384884"/>
                <a:gd name="connsiteY0" fmla="*/ 208547 h 1267326"/>
                <a:gd name="connsiteX1" fmla="*/ 32084 w 3384884"/>
                <a:gd name="connsiteY1" fmla="*/ 593558 h 1267326"/>
                <a:gd name="connsiteX2" fmla="*/ 609600 w 3384884"/>
                <a:gd name="connsiteY2" fmla="*/ 641684 h 1267326"/>
                <a:gd name="connsiteX3" fmla="*/ 1010653 w 3384884"/>
                <a:gd name="connsiteY3" fmla="*/ 786063 h 1267326"/>
                <a:gd name="connsiteX4" fmla="*/ 1844842 w 3384884"/>
                <a:gd name="connsiteY4" fmla="*/ 1010652 h 1267326"/>
                <a:gd name="connsiteX5" fmla="*/ 2566737 w 3384884"/>
                <a:gd name="connsiteY5" fmla="*/ 1171073 h 1267326"/>
                <a:gd name="connsiteX6" fmla="*/ 3384884 w 3384884"/>
                <a:gd name="connsiteY6" fmla="*/ 1267326 h 1267326"/>
                <a:gd name="connsiteX7" fmla="*/ 3384884 w 3384884"/>
                <a:gd name="connsiteY7" fmla="*/ 401052 h 1267326"/>
                <a:gd name="connsiteX8" fmla="*/ 3224463 w 3384884"/>
                <a:gd name="connsiteY8" fmla="*/ 385010 h 1267326"/>
                <a:gd name="connsiteX9" fmla="*/ 3048000 w 3384884"/>
                <a:gd name="connsiteY9" fmla="*/ 336884 h 1267326"/>
                <a:gd name="connsiteX10" fmla="*/ 2165684 w 3384884"/>
                <a:gd name="connsiteY10" fmla="*/ 481263 h 1267326"/>
                <a:gd name="connsiteX11" fmla="*/ 1540042 w 3384884"/>
                <a:gd name="connsiteY11" fmla="*/ 288758 h 1267326"/>
                <a:gd name="connsiteX12" fmla="*/ 1411705 w 3384884"/>
                <a:gd name="connsiteY12" fmla="*/ 224589 h 1267326"/>
                <a:gd name="connsiteX13" fmla="*/ 1427747 w 3384884"/>
                <a:gd name="connsiteY13" fmla="*/ 144379 h 1267326"/>
                <a:gd name="connsiteX14" fmla="*/ 994610 w 3384884"/>
                <a:gd name="connsiteY14" fmla="*/ 176463 h 1267326"/>
                <a:gd name="connsiteX15" fmla="*/ 657726 w 3384884"/>
                <a:gd name="connsiteY15" fmla="*/ 16042 h 1267326"/>
                <a:gd name="connsiteX16" fmla="*/ 401053 w 3384884"/>
                <a:gd name="connsiteY16" fmla="*/ 0 h 1267326"/>
                <a:gd name="connsiteX17" fmla="*/ 0 w 3384884"/>
                <a:gd name="connsiteY17" fmla="*/ 208547 h 1267326"/>
                <a:gd name="connsiteX0-1" fmla="*/ 0 w 3356052"/>
                <a:gd name="connsiteY0-2" fmla="*/ 200309 h 1267326"/>
                <a:gd name="connsiteX1-3" fmla="*/ 3252 w 3356052"/>
                <a:gd name="connsiteY1-4" fmla="*/ 593558 h 1267326"/>
                <a:gd name="connsiteX2-5" fmla="*/ 580768 w 3356052"/>
                <a:gd name="connsiteY2-6" fmla="*/ 641684 h 1267326"/>
                <a:gd name="connsiteX3-7" fmla="*/ 981821 w 3356052"/>
                <a:gd name="connsiteY3-8" fmla="*/ 786063 h 1267326"/>
                <a:gd name="connsiteX4-9" fmla="*/ 1816010 w 3356052"/>
                <a:gd name="connsiteY4-10" fmla="*/ 1010652 h 1267326"/>
                <a:gd name="connsiteX5-11" fmla="*/ 2537905 w 3356052"/>
                <a:gd name="connsiteY5-12" fmla="*/ 1171073 h 1267326"/>
                <a:gd name="connsiteX6-13" fmla="*/ 3356052 w 3356052"/>
                <a:gd name="connsiteY6-14" fmla="*/ 1267326 h 1267326"/>
                <a:gd name="connsiteX7-15" fmla="*/ 3356052 w 3356052"/>
                <a:gd name="connsiteY7-16" fmla="*/ 401052 h 1267326"/>
                <a:gd name="connsiteX8-17" fmla="*/ 3195631 w 3356052"/>
                <a:gd name="connsiteY8-18" fmla="*/ 385010 h 1267326"/>
                <a:gd name="connsiteX9-19" fmla="*/ 3019168 w 3356052"/>
                <a:gd name="connsiteY9-20" fmla="*/ 336884 h 1267326"/>
                <a:gd name="connsiteX10-21" fmla="*/ 2136852 w 3356052"/>
                <a:gd name="connsiteY10-22" fmla="*/ 481263 h 1267326"/>
                <a:gd name="connsiteX11-23" fmla="*/ 1511210 w 3356052"/>
                <a:gd name="connsiteY11-24" fmla="*/ 288758 h 1267326"/>
                <a:gd name="connsiteX12-25" fmla="*/ 1382873 w 3356052"/>
                <a:gd name="connsiteY12-26" fmla="*/ 224589 h 1267326"/>
                <a:gd name="connsiteX13-27" fmla="*/ 1398915 w 3356052"/>
                <a:gd name="connsiteY13-28" fmla="*/ 144379 h 1267326"/>
                <a:gd name="connsiteX14-29" fmla="*/ 965778 w 3356052"/>
                <a:gd name="connsiteY14-30" fmla="*/ 176463 h 1267326"/>
                <a:gd name="connsiteX15-31" fmla="*/ 628894 w 3356052"/>
                <a:gd name="connsiteY15-32" fmla="*/ 16042 h 1267326"/>
                <a:gd name="connsiteX16-33" fmla="*/ 372221 w 3356052"/>
                <a:gd name="connsiteY16-34" fmla="*/ 0 h 1267326"/>
                <a:gd name="connsiteX17-35" fmla="*/ 0 w 3356052"/>
                <a:gd name="connsiteY17-36" fmla="*/ 200309 h 126732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</a:cxnLst>
              <a:rect l="l" t="t" r="r" b="b"/>
              <a:pathLst>
                <a:path w="3356052" h="1267326">
                  <a:moveTo>
                    <a:pt x="0" y="200309"/>
                  </a:moveTo>
                  <a:lnTo>
                    <a:pt x="3252" y="593558"/>
                  </a:lnTo>
                  <a:lnTo>
                    <a:pt x="580768" y="641684"/>
                  </a:lnTo>
                  <a:lnTo>
                    <a:pt x="981821" y="786063"/>
                  </a:lnTo>
                  <a:lnTo>
                    <a:pt x="1816010" y="1010652"/>
                  </a:lnTo>
                  <a:lnTo>
                    <a:pt x="2537905" y="1171073"/>
                  </a:lnTo>
                  <a:lnTo>
                    <a:pt x="3356052" y="1267326"/>
                  </a:lnTo>
                  <a:lnTo>
                    <a:pt x="3356052" y="401052"/>
                  </a:lnTo>
                  <a:lnTo>
                    <a:pt x="3195631" y="385010"/>
                  </a:lnTo>
                  <a:lnTo>
                    <a:pt x="3019168" y="336884"/>
                  </a:lnTo>
                  <a:lnTo>
                    <a:pt x="2136852" y="481263"/>
                  </a:lnTo>
                  <a:lnTo>
                    <a:pt x="1511210" y="288758"/>
                  </a:lnTo>
                  <a:lnTo>
                    <a:pt x="1382873" y="224589"/>
                  </a:lnTo>
                  <a:lnTo>
                    <a:pt x="1398915" y="144379"/>
                  </a:lnTo>
                  <a:lnTo>
                    <a:pt x="965778" y="176463"/>
                  </a:lnTo>
                  <a:lnTo>
                    <a:pt x="628894" y="16042"/>
                  </a:lnTo>
                  <a:lnTo>
                    <a:pt x="372221" y="0"/>
                  </a:lnTo>
                  <a:lnTo>
                    <a:pt x="0" y="2003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938465" y="2366210"/>
              <a:ext cx="1540042" cy="625642"/>
            </a:xfrm>
            <a:custGeom>
              <a:avLst/>
              <a:gdLst>
                <a:gd name="connsiteX0" fmla="*/ 0 w 1540042"/>
                <a:gd name="connsiteY0" fmla="*/ 0 h 625642"/>
                <a:gd name="connsiteX1" fmla="*/ 593558 w 1540042"/>
                <a:gd name="connsiteY1" fmla="*/ 481263 h 625642"/>
                <a:gd name="connsiteX2" fmla="*/ 753979 w 1540042"/>
                <a:gd name="connsiteY2" fmla="*/ 481263 h 625642"/>
                <a:gd name="connsiteX3" fmla="*/ 994610 w 1540042"/>
                <a:gd name="connsiteY3" fmla="*/ 625642 h 625642"/>
                <a:gd name="connsiteX4" fmla="*/ 1540042 w 1540042"/>
                <a:gd name="connsiteY4" fmla="*/ 449179 h 625642"/>
                <a:gd name="connsiteX5" fmla="*/ 1026694 w 1540042"/>
                <a:gd name="connsiteY5" fmla="*/ 368968 h 625642"/>
                <a:gd name="connsiteX6" fmla="*/ 609600 w 1540042"/>
                <a:gd name="connsiteY6" fmla="*/ 128337 h 625642"/>
                <a:gd name="connsiteX7" fmla="*/ 0 w 1540042"/>
                <a:gd name="connsiteY7" fmla="*/ 0 h 62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0042" h="625642">
                  <a:moveTo>
                    <a:pt x="0" y="0"/>
                  </a:moveTo>
                  <a:lnTo>
                    <a:pt x="593558" y="481263"/>
                  </a:lnTo>
                  <a:lnTo>
                    <a:pt x="753979" y="481263"/>
                  </a:lnTo>
                  <a:lnTo>
                    <a:pt x="994610" y="625642"/>
                  </a:lnTo>
                  <a:lnTo>
                    <a:pt x="1540042" y="449179"/>
                  </a:lnTo>
                  <a:lnTo>
                    <a:pt x="1026694" y="368968"/>
                  </a:lnTo>
                  <a:lnTo>
                    <a:pt x="609600" y="128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521370" y="2526629"/>
              <a:ext cx="1540042" cy="673769"/>
            </a:xfrm>
            <a:custGeom>
              <a:avLst/>
              <a:gdLst>
                <a:gd name="connsiteX0" fmla="*/ 0 w 1540042"/>
                <a:gd name="connsiteY0" fmla="*/ 0 h 673769"/>
                <a:gd name="connsiteX1" fmla="*/ 32084 w 1540042"/>
                <a:gd name="connsiteY1" fmla="*/ 625643 h 673769"/>
                <a:gd name="connsiteX2" fmla="*/ 1540042 w 1540042"/>
                <a:gd name="connsiteY2" fmla="*/ 673769 h 673769"/>
                <a:gd name="connsiteX3" fmla="*/ 994610 w 1540042"/>
                <a:gd name="connsiteY3" fmla="*/ 593558 h 673769"/>
                <a:gd name="connsiteX4" fmla="*/ 930442 w 1540042"/>
                <a:gd name="connsiteY4" fmla="*/ 481264 h 673769"/>
                <a:gd name="connsiteX5" fmla="*/ 721894 w 1540042"/>
                <a:gd name="connsiteY5" fmla="*/ 417095 h 673769"/>
                <a:gd name="connsiteX6" fmla="*/ 689810 w 1540042"/>
                <a:gd name="connsiteY6" fmla="*/ 320843 h 673769"/>
                <a:gd name="connsiteX7" fmla="*/ 352926 w 1540042"/>
                <a:gd name="connsiteY7" fmla="*/ 272716 h 673769"/>
                <a:gd name="connsiteX8" fmla="*/ 336884 w 1540042"/>
                <a:gd name="connsiteY8" fmla="*/ 80211 h 673769"/>
                <a:gd name="connsiteX9" fmla="*/ 0 w 1540042"/>
                <a:gd name="connsiteY9" fmla="*/ 0 h 67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0042" h="673769">
                  <a:moveTo>
                    <a:pt x="0" y="0"/>
                  </a:moveTo>
                  <a:lnTo>
                    <a:pt x="32084" y="625643"/>
                  </a:lnTo>
                  <a:lnTo>
                    <a:pt x="1540042" y="673769"/>
                  </a:lnTo>
                  <a:lnTo>
                    <a:pt x="994610" y="593558"/>
                  </a:lnTo>
                  <a:lnTo>
                    <a:pt x="930442" y="481264"/>
                  </a:lnTo>
                  <a:lnTo>
                    <a:pt x="721894" y="417095"/>
                  </a:lnTo>
                  <a:lnTo>
                    <a:pt x="689810" y="320843"/>
                  </a:lnTo>
                  <a:lnTo>
                    <a:pt x="352926" y="272716"/>
                  </a:lnTo>
                  <a:lnTo>
                    <a:pt x="336884" y="80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2077454" y="2927683"/>
              <a:ext cx="994611" cy="272716"/>
            </a:xfrm>
            <a:custGeom>
              <a:avLst/>
              <a:gdLst>
                <a:gd name="connsiteX0" fmla="*/ 417095 w 994611"/>
                <a:gd name="connsiteY0" fmla="*/ 32084 h 272716"/>
                <a:gd name="connsiteX1" fmla="*/ 0 w 994611"/>
                <a:gd name="connsiteY1" fmla="*/ 176463 h 272716"/>
                <a:gd name="connsiteX2" fmla="*/ 994611 w 994611"/>
                <a:gd name="connsiteY2" fmla="*/ 272716 h 272716"/>
                <a:gd name="connsiteX3" fmla="*/ 497306 w 994611"/>
                <a:gd name="connsiteY3" fmla="*/ 0 h 272716"/>
                <a:gd name="connsiteX4" fmla="*/ 417095 w 994611"/>
                <a:gd name="connsiteY4" fmla="*/ 32084 h 272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611" h="272716">
                  <a:moveTo>
                    <a:pt x="417095" y="32084"/>
                  </a:moveTo>
                  <a:lnTo>
                    <a:pt x="0" y="176463"/>
                  </a:lnTo>
                  <a:lnTo>
                    <a:pt x="994611" y="272716"/>
                  </a:lnTo>
                  <a:lnTo>
                    <a:pt x="497306" y="0"/>
                  </a:lnTo>
                  <a:lnTo>
                    <a:pt x="417095" y="320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2863082" y="2819074"/>
              <a:ext cx="1138989" cy="465221"/>
            </a:xfrm>
            <a:custGeom>
              <a:avLst/>
              <a:gdLst>
                <a:gd name="connsiteX0" fmla="*/ 160421 w 1138989"/>
                <a:gd name="connsiteY0" fmla="*/ 368968 h 465221"/>
                <a:gd name="connsiteX1" fmla="*/ 705852 w 1138989"/>
                <a:gd name="connsiteY1" fmla="*/ 417095 h 465221"/>
                <a:gd name="connsiteX2" fmla="*/ 1122947 w 1138989"/>
                <a:gd name="connsiteY2" fmla="*/ 465221 h 465221"/>
                <a:gd name="connsiteX3" fmla="*/ 1138989 w 1138989"/>
                <a:gd name="connsiteY3" fmla="*/ 48126 h 465221"/>
                <a:gd name="connsiteX4" fmla="*/ 737936 w 1138989"/>
                <a:gd name="connsiteY4" fmla="*/ 0 h 465221"/>
                <a:gd name="connsiteX5" fmla="*/ 0 w 1138989"/>
                <a:gd name="connsiteY5" fmla="*/ 288758 h 465221"/>
                <a:gd name="connsiteX6" fmla="*/ 160421 w 1138989"/>
                <a:gd name="connsiteY6" fmla="*/ 368968 h 465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8989" h="465221">
                  <a:moveTo>
                    <a:pt x="160421" y="368968"/>
                  </a:moveTo>
                  <a:lnTo>
                    <a:pt x="705852" y="417095"/>
                  </a:lnTo>
                  <a:lnTo>
                    <a:pt x="1122947" y="465221"/>
                  </a:lnTo>
                  <a:lnTo>
                    <a:pt x="1138989" y="48126"/>
                  </a:lnTo>
                  <a:lnTo>
                    <a:pt x="737936" y="0"/>
                  </a:lnTo>
                  <a:lnTo>
                    <a:pt x="0" y="288758"/>
                  </a:lnTo>
                  <a:lnTo>
                    <a:pt x="160421" y="3689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538165" y="1679916"/>
              <a:ext cx="667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30%</a:t>
              </a:r>
              <a:endParaRPr lang="zh-CN" altLang="en-US" dirty="0">
                <a:solidFill>
                  <a:schemeClr val="bg1"/>
                </a:solidFill>
                <a:latin typeface="Segoe UI Black" panose="020B0A02040204020203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22919" y="1291474"/>
              <a:ext cx="667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70%</a:t>
              </a:r>
              <a:endParaRPr lang="zh-CN" altLang="en-US" dirty="0">
                <a:solidFill>
                  <a:schemeClr val="bg1"/>
                </a:solidFill>
                <a:latin typeface="Segoe UI Black" panose="020B0A02040204020203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527148" y="2562634"/>
            <a:ext cx="1810058" cy="1801091"/>
            <a:chOff x="2572870" y="2549236"/>
            <a:chExt cx="1810058" cy="1801091"/>
          </a:xfrm>
        </p:grpSpPr>
        <p:sp>
          <p:nvSpPr>
            <p:cNvPr id="29" name="矩形 28"/>
            <p:cNvSpPr/>
            <p:nvPr/>
          </p:nvSpPr>
          <p:spPr>
            <a:xfrm>
              <a:off x="2576946" y="2549236"/>
              <a:ext cx="1801091" cy="1801091"/>
            </a:xfrm>
            <a:prstGeom prst="rect">
              <a:avLst/>
            </a:prstGeom>
            <a:noFill/>
            <a:ln>
              <a:solidFill>
                <a:srgbClr val="FB74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3052482" y="2568388"/>
              <a:ext cx="1317812" cy="1250577"/>
            </a:xfrm>
            <a:prstGeom prst="line">
              <a:avLst/>
            </a:prstGeom>
            <a:ln>
              <a:solidFill>
                <a:srgbClr val="FB74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>
              <a:endCxn id="29" idx="3"/>
            </p:cNvCxnSpPr>
            <p:nvPr/>
          </p:nvCxnSpPr>
          <p:spPr>
            <a:xfrm>
              <a:off x="2572870" y="2828365"/>
              <a:ext cx="1805167" cy="621417"/>
            </a:xfrm>
            <a:prstGeom prst="line">
              <a:avLst/>
            </a:prstGeom>
            <a:ln>
              <a:solidFill>
                <a:srgbClr val="FB74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29" idx="1"/>
              <a:endCxn id="29" idx="0"/>
            </p:cNvCxnSpPr>
            <p:nvPr/>
          </p:nvCxnSpPr>
          <p:spPr>
            <a:xfrm flipV="1">
              <a:off x="2576946" y="2549236"/>
              <a:ext cx="900546" cy="900546"/>
            </a:xfrm>
            <a:prstGeom prst="line">
              <a:avLst/>
            </a:prstGeom>
            <a:ln>
              <a:solidFill>
                <a:srgbClr val="FB74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stCxn id="29" idx="1"/>
            </p:cNvCxnSpPr>
            <p:nvPr/>
          </p:nvCxnSpPr>
          <p:spPr>
            <a:xfrm flipV="1">
              <a:off x="2576946" y="3172283"/>
              <a:ext cx="1805982" cy="277499"/>
            </a:xfrm>
            <a:prstGeom prst="line">
              <a:avLst/>
            </a:prstGeom>
            <a:ln>
              <a:solidFill>
                <a:srgbClr val="FB74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29" idx="2"/>
            </p:cNvCxnSpPr>
            <p:nvPr/>
          </p:nvCxnSpPr>
          <p:spPr>
            <a:xfrm flipV="1">
              <a:off x="3477492" y="3808325"/>
              <a:ext cx="898565" cy="542002"/>
            </a:xfrm>
            <a:prstGeom prst="line">
              <a:avLst/>
            </a:prstGeom>
            <a:ln>
              <a:solidFill>
                <a:srgbClr val="FB74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3960304" y="2557017"/>
            <a:ext cx="1805167" cy="1812324"/>
            <a:chOff x="2572870" y="2549236"/>
            <a:chExt cx="1805167" cy="1812324"/>
          </a:xfrm>
        </p:grpSpPr>
        <p:sp>
          <p:nvSpPr>
            <p:cNvPr id="23" name="矩形 22"/>
            <p:cNvSpPr/>
            <p:nvPr/>
          </p:nvSpPr>
          <p:spPr>
            <a:xfrm>
              <a:off x="2576946" y="2549236"/>
              <a:ext cx="1801091" cy="1801091"/>
            </a:xfrm>
            <a:prstGeom prst="rect">
              <a:avLst/>
            </a:prstGeom>
            <a:noFill/>
            <a:ln>
              <a:solidFill>
                <a:srgbClr val="FB81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3052482" y="2568388"/>
              <a:ext cx="114152" cy="1767170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572870" y="2828365"/>
              <a:ext cx="1317483" cy="1528861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stCxn id="23" idx="3"/>
              <a:endCxn id="23" idx="0"/>
            </p:cNvCxnSpPr>
            <p:nvPr/>
          </p:nvCxnSpPr>
          <p:spPr>
            <a:xfrm flipH="1" flipV="1">
              <a:off x="3477492" y="2549236"/>
              <a:ext cx="900545" cy="900546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3599999" y="2558762"/>
              <a:ext cx="416030" cy="1802798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>
              <a:stCxn id="23" idx="2"/>
            </p:cNvCxnSpPr>
            <p:nvPr/>
          </p:nvCxnSpPr>
          <p:spPr>
            <a:xfrm flipV="1">
              <a:off x="3477492" y="3808325"/>
              <a:ext cx="898565" cy="542002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8827859" y="2557447"/>
            <a:ext cx="1811301" cy="1811465"/>
            <a:chOff x="2566736" y="2547464"/>
            <a:chExt cx="1811301" cy="1811465"/>
          </a:xfrm>
        </p:grpSpPr>
        <p:sp>
          <p:nvSpPr>
            <p:cNvPr id="17" name="矩形 16"/>
            <p:cNvSpPr/>
            <p:nvPr/>
          </p:nvSpPr>
          <p:spPr>
            <a:xfrm>
              <a:off x="2576946" y="2549236"/>
              <a:ext cx="1801091" cy="1801091"/>
            </a:xfrm>
            <a:prstGeom prst="rect">
              <a:avLst/>
            </a:prstGeom>
            <a:noFill/>
            <a:ln>
              <a:solidFill>
                <a:srgbClr val="FB81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2579737" y="2547464"/>
              <a:ext cx="1787076" cy="403469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2580468" y="3786956"/>
              <a:ext cx="1156353" cy="571973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endCxn id="17" idx="0"/>
            </p:cNvCxnSpPr>
            <p:nvPr/>
          </p:nvCxnSpPr>
          <p:spPr>
            <a:xfrm flipH="1" flipV="1">
              <a:off x="3477492" y="2549236"/>
              <a:ext cx="889321" cy="1574089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17" idx="0"/>
              <a:endCxn id="17" idx="1"/>
            </p:cNvCxnSpPr>
            <p:nvPr/>
          </p:nvCxnSpPr>
          <p:spPr>
            <a:xfrm flipH="1">
              <a:off x="2576946" y="2549236"/>
              <a:ext cx="900546" cy="900546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566736" y="3730551"/>
              <a:ext cx="1800077" cy="464619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6388569" y="2557447"/>
            <a:ext cx="1816192" cy="1811465"/>
            <a:chOff x="2566736" y="2547464"/>
            <a:chExt cx="1816192" cy="1811465"/>
          </a:xfrm>
        </p:grpSpPr>
        <p:sp>
          <p:nvSpPr>
            <p:cNvPr id="11" name="矩形 10"/>
            <p:cNvSpPr/>
            <p:nvPr/>
          </p:nvSpPr>
          <p:spPr>
            <a:xfrm>
              <a:off x="2576946" y="2549236"/>
              <a:ext cx="1801091" cy="1801091"/>
            </a:xfrm>
            <a:prstGeom prst="rect">
              <a:avLst/>
            </a:prstGeom>
            <a:noFill/>
            <a:ln>
              <a:solidFill>
                <a:srgbClr val="FB81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2579737" y="2547464"/>
              <a:ext cx="559041" cy="1798464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572870" y="2828365"/>
              <a:ext cx="1163951" cy="1530564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1" idx="2"/>
              <a:endCxn id="11" idx="0"/>
            </p:cNvCxnSpPr>
            <p:nvPr/>
          </p:nvCxnSpPr>
          <p:spPr>
            <a:xfrm flipV="1">
              <a:off x="3477492" y="2549236"/>
              <a:ext cx="0" cy="1801091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11" idx="0"/>
            </p:cNvCxnSpPr>
            <p:nvPr/>
          </p:nvCxnSpPr>
          <p:spPr>
            <a:xfrm>
              <a:off x="3477492" y="2549236"/>
              <a:ext cx="905436" cy="623048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2566736" y="2564799"/>
              <a:ext cx="1794131" cy="1165751"/>
            </a:xfrm>
            <a:prstGeom prst="line">
              <a:avLst/>
            </a:prstGeom>
            <a:ln>
              <a:solidFill>
                <a:srgbClr val="FB81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/>
          <p:cNvGrpSpPr/>
          <p:nvPr/>
        </p:nvGrpSpPr>
        <p:grpSpPr>
          <a:xfrm>
            <a:off x="1456759" y="5016513"/>
            <a:ext cx="9252791" cy="830997"/>
            <a:chOff x="1456759" y="5016513"/>
            <a:chExt cx="9252791" cy="830997"/>
          </a:xfrm>
        </p:grpSpPr>
        <p:sp>
          <p:nvSpPr>
            <p:cNvPr id="36" name="文本框 35"/>
            <p:cNvSpPr txBox="1"/>
            <p:nvPr/>
          </p:nvSpPr>
          <p:spPr>
            <a:xfrm>
              <a:off x="1456759" y="5016513"/>
              <a:ext cx="19514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To many people, </a:t>
              </a:r>
            </a:p>
            <a:p>
              <a:pPr algn="ctr"/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education is a very I  important problem.</a:t>
              </a:r>
              <a:endPara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812032" y="5016513"/>
              <a:ext cx="19514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To many people, </a:t>
              </a:r>
            </a:p>
            <a:p>
              <a:pPr algn="ctr"/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education is a very I  important problem.</a:t>
              </a:r>
              <a:endPara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236578" y="5016513"/>
              <a:ext cx="19514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To many people, </a:t>
              </a:r>
            </a:p>
            <a:p>
              <a:pPr algn="ctr"/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education is a very I  important problem.</a:t>
              </a:r>
              <a:endPara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8758091" y="5016513"/>
              <a:ext cx="19514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To many people, </a:t>
              </a:r>
            </a:p>
            <a:p>
              <a:pPr algn="ctr"/>
              <a:r>
                <a:rPr lang="en-US" altLang="zh-CN" sz="1600" dirty="0">
                  <a:latin typeface="等线" panose="02010600030101010101" pitchFamily="2" charset="-122"/>
                  <a:ea typeface="等线" panose="02010600030101010101" pitchFamily="2" charset="-122"/>
                </a:rPr>
                <a:t>education is a very I  important problem.</a:t>
              </a:r>
              <a:endPara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graphicFrame>
        <p:nvGraphicFramePr>
          <p:cNvPr id="45" name="图表 44"/>
          <p:cNvGraphicFramePr/>
          <p:nvPr/>
        </p:nvGraphicFramePr>
        <p:xfrm>
          <a:off x="7801782" y="2407889"/>
          <a:ext cx="2419025" cy="2235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333338" y="815287"/>
            <a:ext cx="352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MARKET SITUATION</a:t>
            </a:r>
          </a:p>
        </p:txBody>
      </p:sp>
      <p:sp>
        <p:nvSpPr>
          <p:cNvPr id="46" name="任意多边形 45"/>
          <p:cNvSpPr/>
          <p:nvPr/>
        </p:nvSpPr>
        <p:spPr>
          <a:xfrm>
            <a:off x="1522207" y="2549562"/>
            <a:ext cx="1807285" cy="1812664"/>
          </a:xfrm>
          <a:custGeom>
            <a:avLst/>
            <a:gdLst>
              <a:gd name="connsiteX0" fmla="*/ 0 w 1807285"/>
              <a:gd name="connsiteY0" fmla="*/ 0 h 1812664"/>
              <a:gd name="connsiteX1" fmla="*/ 898264 w 1807285"/>
              <a:gd name="connsiteY1" fmla="*/ 16137 h 1812664"/>
              <a:gd name="connsiteX2" fmla="*/ 677732 w 1807285"/>
              <a:gd name="connsiteY2" fmla="*/ 236669 h 1812664"/>
              <a:gd name="connsiteX3" fmla="*/ 1801906 w 1807285"/>
              <a:gd name="connsiteY3" fmla="*/ 1296297 h 1812664"/>
              <a:gd name="connsiteX4" fmla="*/ 1807285 w 1807285"/>
              <a:gd name="connsiteY4" fmla="*/ 1812664 h 1812664"/>
              <a:gd name="connsiteX5" fmla="*/ 16137 w 1807285"/>
              <a:gd name="connsiteY5" fmla="*/ 1812664 h 1812664"/>
              <a:gd name="connsiteX6" fmla="*/ 0 w 1807285"/>
              <a:gd name="connsiteY6" fmla="*/ 0 h 1812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07285" h="1812664">
                <a:moveTo>
                  <a:pt x="0" y="0"/>
                </a:moveTo>
                <a:lnTo>
                  <a:pt x="898264" y="16137"/>
                </a:lnTo>
                <a:lnTo>
                  <a:pt x="677732" y="236669"/>
                </a:lnTo>
                <a:lnTo>
                  <a:pt x="1801906" y="1296297"/>
                </a:lnTo>
                <a:lnTo>
                  <a:pt x="1807285" y="1812664"/>
                </a:lnTo>
                <a:lnTo>
                  <a:pt x="16137" y="181266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CE33"/>
              </a:gs>
              <a:gs pos="92000">
                <a:srgbClr val="FB811D"/>
              </a:gs>
              <a:gs pos="100000">
                <a:srgbClr val="FB740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>
            <a:off x="3978876" y="2545492"/>
            <a:ext cx="1791729" cy="1841157"/>
          </a:xfrm>
          <a:custGeom>
            <a:avLst/>
            <a:gdLst>
              <a:gd name="connsiteX0" fmla="*/ 1791729 w 1791729"/>
              <a:gd name="connsiteY0" fmla="*/ 1248032 h 1841157"/>
              <a:gd name="connsiteX1" fmla="*/ 864973 w 1791729"/>
              <a:gd name="connsiteY1" fmla="*/ 1841157 h 1841157"/>
              <a:gd name="connsiteX2" fmla="*/ 12356 w 1791729"/>
              <a:gd name="connsiteY2" fmla="*/ 1828800 h 1841157"/>
              <a:gd name="connsiteX3" fmla="*/ 0 w 1791729"/>
              <a:gd name="connsiteY3" fmla="*/ 0 h 1841157"/>
              <a:gd name="connsiteX4" fmla="*/ 889686 w 1791729"/>
              <a:gd name="connsiteY4" fmla="*/ 24713 h 1841157"/>
              <a:gd name="connsiteX5" fmla="*/ 1779373 w 1791729"/>
              <a:gd name="connsiteY5" fmla="*/ 902043 h 1841157"/>
              <a:gd name="connsiteX6" fmla="*/ 1791729 w 1791729"/>
              <a:gd name="connsiteY6" fmla="*/ 1248032 h 184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1729" h="1841157">
                <a:moveTo>
                  <a:pt x="1791729" y="1248032"/>
                </a:moveTo>
                <a:lnTo>
                  <a:pt x="864973" y="1841157"/>
                </a:lnTo>
                <a:lnTo>
                  <a:pt x="12356" y="1828800"/>
                </a:lnTo>
                <a:cubicBezTo>
                  <a:pt x="8237" y="1219200"/>
                  <a:pt x="4119" y="609600"/>
                  <a:pt x="0" y="0"/>
                </a:cubicBezTo>
                <a:lnTo>
                  <a:pt x="889686" y="24713"/>
                </a:lnTo>
                <a:lnTo>
                  <a:pt x="1779373" y="902043"/>
                </a:lnTo>
                <a:lnTo>
                  <a:pt x="1791729" y="1248032"/>
                </a:lnTo>
                <a:close/>
              </a:path>
            </a:pathLst>
          </a:custGeom>
          <a:gradFill flip="none" rotWithShape="1">
            <a:gsLst>
              <a:gs pos="0">
                <a:srgbClr val="FFCE33"/>
              </a:gs>
              <a:gs pos="92000">
                <a:srgbClr val="FB811D"/>
              </a:gs>
              <a:gs pos="100000">
                <a:srgbClr val="FB740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>
            <a:off x="6400800" y="2570205"/>
            <a:ext cx="902043" cy="1804087"/>
          </a:xfrm>
          <a:custGeom>
            <a:avLst/>
            <a:gdLst>
              <a:gd name="connsiteX0" fmla="*/ 24714 w 902043"/>
              <a:gd name="connsiteY0" fmla="*/ 0 h 1804087"/>
              <a:gd name="connsiteX1" fmla="*/ 889686 w 902043"/>
              <a:gd name="connsiteY1" fmla="*/ 12357 h 1804087"/>
              <a:gd name="connsiteX2" fmla="*/ 902043 w 902043"/>
              <a:gd name="connsiteY2" fmla="*/ 1767017 h 1804087"/>
              <a:gd name="connsiteX3" fmla="*/ 0 w 902043"/>
              <a:gd name="connsiteY3" fmla="*/ 1804087 h 1804087"/>
              <a:gd name="connsiteX4" fmla="*/ 24714 w 902043"/>
              <a:gd name="connsiteY4" fmla="*/ 0 h 180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2043" h="1804087">
                <a:moveTo>
                  <a:pt x="24714" y="0"/>
                </a:moveTo>
                <a:lnTo>
                  <a:pt x="889686" y="12357"/>
                </a:lnTo>
                <a:lnTo>
                  <a:pt x="902043" y="1767017"/>
                </a:lnTo>
                <a:lnTo>
                  <a:pt x="0" y="1804087"/>
                </a:lnTo>
                <a:lnTo>
                  <a:pt x="24714" y="0"/>
                </a:lnTo>
                <a:close/>
              </a:path>
            </a:pathLst>
          </a:custGeom>
          <a:gradFill flip="none" rotWithShape="1">
            <a:gsLst>
              <a:gs pos="0">
                <a:srgbClr val="FFCE33"/>
              </a:gs>
              <a:gs pos="92000">
                <a:srgbClr val="FB811D"/>
              </a:gs>
              <a:gs pos="100000">
                <a:srgbClr val="FB7405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8822724" y="2557849"/>
            <a:ext cx="1816444" cy="1828800"/>
          </a:xfrm>
          <a:custGeom>
            <a:avLst/>
            <a:gdLst>
              <a:gd name="connsiteX0" fmla="*/ 926757 w 1816444"/>
              <a:gd name="connsiteY0" fmla="*/ 0 h 1828800"/>
              <a:gd name="connsiteX1" fmla="*/ 1816444 w 1816444"/>
              <a:gd name="connsiteY1" fmla="*/ 1618735 h 1828800"/>
              <a:gd name="connsiteX2" fmla="*/ 1804087 w 1816444"/>
              <a:gd name="connsiteY2" fmla="*/ 1828800 h 1828800"/>
              <a:gd name="connsiteX3" fmla="*/ 12357 w 1816444"/>
              <a:gd name="connsiteY3" fmla="*/ 1804086 h 1828800"/>
              <a:gd name="connsiteX4" fmla="*/ 0 w 1816444"/>
              <a:gd name="connsiteY4" fmla="*/ 889686 h 1828800"/>
              <a:gd name="connsiteX5" fmla="*/ 926757 w 1816444"/>
              <a:gd name="connsiteY5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16444" h="1828800">
                <a:moveTo>
                  <a:pt x="926757" y="0"/>
                </a:moveTo>
                <a:lnTo>
                  <a:pt x="1816444" y="1618735"/>
                </a:lnTo>
                <a:lnTo>
                  <a:pt x="1804087" y="1828800"/>
                </a:lnTo>
                <a:lnTo>
                  <a:pt x="12357" y="1804086"/>
                </a:lnTo>
                <a:lnTo>
                  <a:pt x="0" y="889686"/>
                </a:lnTo>
                <a:lnTo>
                  <a:pt x="926757" y="0"/>
                </a:lnTo>
                <a:close/>
              </a:path>
            </a:pathLst>
          </a:custGeom>
          <a:gradFill flip="none" rotWithShape="1">
            <a:gsLst>
              <a:gs pos="0">
                <a:srgbClr val="FFCE33"/>
              </a:gs>
              <a:gs pos="92000">
                <a:srgbClr val="FB811D"/>
              </a:gs>
              <a:gs pos="100000">
                <a:srgbClr val="FB740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642955" y="2206719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02</a:t>
            </a:r>
            <a:endParaRPr lang="zh-CN" altLang="en-US" sz="4000" dirty="0">
              <a:latin typeface="Segoe UI Black" panose="020B0A02040204020203" pitchFamily="34" charset="0"/>
              <a:ea typeface="等线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67313" y="2329190"/>
            <a:ext cx="352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MARKET SITUATION</a:t>
            </a:r>
          </a:p>
        </p:txBody>
      </p:sp>
      <p:sp>
        <p:nvSpPr>
          <p:cNvPr id="5" name="矩形 4"/>
          <p:cNvSpPr/>
          <p:nvPr/>
        </p:nvSpPr>
        <p:spPr>
          <a:xfrm>
            <a:off x="1882486" y="2147455"/>
            <a:ext cx="2826327" cy="4710545"/>
          </a:xfrm>
          <a:prstGeom prst="rect">
            <a:avLst/>
          </a:prstGeom>
          <a:noFill/>
          <a:ln>
            <a:solidFill>
              <a:srgbClr val="FB81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1641897" y="4141755"/>
          <a:ext cx="2098830" cy="1939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矩形 6"/>
          <p:cNvSpPr/>
          <p:nvPr/>
        </p:nvSpPr>
        <p:spPr>
          <a:xfrm>
            <a:off x="3815862" y="2145323"/>
            <a:ext cx="316523" cy="3253154"/>
          </a:xfrm>
          <a:prstGeom prst="rect">
            <a:avLst/>
          </a:prstGeom>
          <a:gradFill>
            <a:gsLst>
              <a:gs pos="0">
                <a:srgbClr val="FFCE33"/>
              </a:gs>
              <a:gs pos="92000">
                <a:srgbClr val="FB811D"/>
              </a:gs>
              <a:gs pos="100000">
                <a:srgbClr val="FB7405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24491" y="3623064"/>
            <a:ext cx="70828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To many people, education is a very importa</a:t>
            </a:r>
          </a:p>
          <a:p>
            <a:pPr algn="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problem. It  is known that people who </a:t>
            </a:r>
          </a:p>
          <a:p>
            <a:pPr algn="r"/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r"/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want to make difference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almost have educati</a:t>
            </a:r>
          </a:p>
          <a:p>
            <a:pPr algn="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which can help one improve oneself.                          </a:t>
            </a:r>
            <a:endParaRPr lang="zh-CN" alt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4736" y="5614839"/>
            <a:ext cx="1689652" cy="45719"/>
          </a:xfrm>
          <a:prstGeom prst="rect">
            <a:avLst/>
          </a:prstGeom>
          <a:solidFill>
            <a:srgbClr val="FC5E8F"/>
          </a:solidFill>
          <a:ln>
            <a:solidFill>
              <a:srgbClr val="FB81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9894276" y="0"/>
            <a:ext cx="2297724" cy="2157046"/>
          </a:xfrm>
          <a:custGeom>
            <a:avLst/>
            <a:gdLst>
              <a:gd name="connsiteX0" fmla="*/ 43705 w 2297724"/>
              <a:gd name="connsiteY0" fmla="*/ 0 h 2157046"/>
              <a:gd name="connsiteX1" fmla="*/ 695763 w 2297724"/>
              <a:gd name="connsiteY1" fmla="*/ 0 h 2157046"/>
              <a:gd name="connsiteX2" fmla="*/ 678572 w 2297724"/>
              <a:gd name="connsiteY2" fmla="*/ 46968 h 2157046"/>
              <a:gd name="connsiteX3" fmla="*/ 627185 w 2297724"/>
              <a:gd name="connsiteY3" fmla="*/ 386862 h 2157046"/>
              <a:gd name="connsiteX4" fmla="*/ 1770186 w 2297724"/>
              <a:gd name="connsiteY4" fmla="*/ 1529863 h 2157046"/>
              <a:gd name="connsiteX5" fmla="*/ 2215094 w 2297724"/>
              <a:gd name="connsiteY5" fmla="*/ 1440040 h 2157046"/>
              <a:gd name="connsiteX6" fmla="*/ 2297724 w 2297724"/>
              <a:gd name="connsiteY6" fmla="*/ 1400235 h 2157046"/>
              <a:gd name="connsiteX7" fmla="*/ 2297724 w 2297724"/>
              <a:gd name="connsiteY7" fmla="*/ 2077045 h 2157046"/>
              <a:gd name="connsiteX8" fmla="*/ 2296584 w 2297724"/>
              <a:gd name="connsiteY8" fmla="*/ 2077462 h 2157046"/>
              <a:gd name="connsiteX9" fmla="*/ 1770185 w 2297724"/>
              <a:gd name="connsiteY9" fmla="*/ 2157046 h 2157046"/>
              <a:gd name="connsiteX10" fmla="*/ 0 w 2297724"/>
              <a:gd name="connsiteY10" fmla="*/ 386861 h 2157046"/>
              <a:gd name="connsiteX11" fmla="*/ 35964 w 2297724"/>
              <a:gd name="connsiteY11" fmla="*/ 30107 h 2157046"/>
              <a:gd name="connsiteX12" fmla="*/ 43705 w 2297724"/>
              <a:gd name="connsiteY12" fmla="*/ 0 h 2157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97724" h="2157046">
                <a:moveTo>
                  <a:pt x="43705" y="0"/>
                </a:moveTo>
                <a:lnTo>
                  <a:pt x="695763" y="0"/>
                </a:lnTo>
                <a:lnTo>
                  <a:pt x="678572" y="46968"/>
                </a:lnTo>
                <a:cubicBezTo>
                  <a:pt x="645176" y="154341"/>
                  <a:pt x="627185" y="268500"/>
                  <a:pt x="627185" y="386862"/>
                </a:cubicBezTo>
                <a:cubicBezTo>
                  <a:pt x="627185" y="1018124"/>
                  <a:pt x="1138924" y="1529863"/>
                  <a:pt x="1770186" y="1529863"/>
                </a:cubicBezTo>
                <a:cubicBezTo>
                  <a:pt x="1928002" y="1529863"/>
                  <a:pt x="2078347" y="1497879"/>
                  <a:pt x="2215094" y="1440040"/>
                </a:cubicBezTo>
                <a:lnTo>
                  <a:pt x="2297724" y="1400235"/>
                </a:lnTo>
                <a:lnTo>
                  <a:pt x="2297724" y="2077045"/>
                </a:lnTo>
                <a:lnTo>
                  <a:pt x="2296584" y="2077462"/>
                </a:lnTo>
                <a:cubicBezTo>
                  <a:pt x="2130295" y="2129183"/>
                  <a:pt x="1953494" y="2157046"/>
                  <a:pt x="1770185" y="2157046"/>
                </a:cubicBezTo>
                <a:cubicBezTo>
                  <a:pt x="792539" y="2157046"/>
                  <a:pt x="0" y="1364507"/>
                  <a:pt x="0" y="386861"/>
                </a:cubicBezTo>
                <a:cubicBezTo>
                  <a:pt x="0" y="264655"/>
                  <a:pt x="12383" y="145342"/>
                  <a:pt x="35964" y="30107"/>
                </a:cubicBezTo>
                <a:lnTo>
                  <a:pt x="43705" y="0"/>
                </a:lnTo>
                <a:close/>
              </a:path>
            </a:pathLst>
          </a:custGeom>
          <a:gradFill>
            <a:gsLst>
              <a:gs pos="0">
                <a:srgbClr val="FFCE33"/>
              </a:gs>
              <a:gs pos="92000">
                <a:srgbClr val="FB811D"/>
              </a:gs>
              <a:gs pos="100000">
                <a:srgbClr val="FB7405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任意多边形 17"/>
          <p:cNvSpPr/>
          <p:nvPr/>
        </p:nvSpPr>
        <p:spPr>
          <a:xfrm rot="15332566">
            <a:off x="9937204" y="-751223"/>
            <a:ext cx="3201891" cy="2846357"/>
          </a:xfrm>
          <a:custGeom>
            <a:avLst/>
            <a:gdLst>
              <a:gd name="connsiteX0" fmla="*/ 2863477 w 2863477"/>
              <a:gd name="connsiteY0" fmla="*/ 320917 h 2411549"/>
              <a:gd name="connsiteX1" fmla="*/ 2324468 w 2863477"/>
              <a:gd name="connsiteY1" fmla="*/ 2411549 h 2411549"/>
              <a:gd name="connsiteX2" fmla="*/ 0 w 2863477"/>
              <a:gd name="connsiteY2" fmla="*/ 1812252 h 2411549"/>
              <a:gd name="connsiteX3" fmla="*/ 8552 w 2863477"/>
              <a:gd name="connsiteY3" fmla="*/ 1642890 h 2411549"/>
              <a:gd name="connsiteX4" fmla="*/ 1829099 w 2863477"/>
              <a:gd name="connsiteY4" fmla="*/ 0 h 2411549"/>
              <a:gd name="connsiteX5" fmla="*/ 2852268 w 2863477"/>
              <a:gd name="connsiteY5" fmla="*/ 312535 h 2411549"/>
              <a:gd name="connsiteX6" fmla="*/ 2863477 w 2863477"/>
              <a:gd name="connsiteY6" fmla="*/ 320917 h 2411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3477" h="2411549">
                <a:moveTo>
                  <a:pt x="2863477" y="320917"/>
                </a:moveTo>
                <a:lnTo>
                  <a:pt x="2324468" y="2411549"/>
                </a:lnTo>
                <a:lnTo>
                  <a:pt x="0" y="1812252"/>
                </a:lnTo>
                <a:lnTo>
                  <a:pt x="8552" y="1642890"/>
                </a:lnTo>
                <a:cubicBezTo>
                  <a:pt x="102266" y="720102"/>
                  <a:pt x="881588" y="0"/>
                  <a:pt x="1829099" y="0"/>
                </a:cubicBezTo>
                <a:cubicBezTo>
                  <a:pt x="2208105" y="0"/>
                  <a:pt x="2560198" y="115217"/>
                  <a:pt x="2852268" y="312535"/>
                </a:cubicBezTo>
                <a:lnTo>
                  <a:pt x="2863477" y="320917"/>
                </a:lnTo>
                <a:close/>
              </a:path>
            </a:pathLst>
          </a:custGeom>
          <a:gradFill flip="none" rotWithShape="1">
            <a:gsLst>
              <a:gs pos="54000">
                <a:srgbClr val="FFC000"/>
              </a:gs>
              <a:gs pos="0">
                <a:srgbClr val="FB7405"/>
              </a:gs>
              <a:gs pos="100000">
                <a:srgbClr val="FFC000">
                  <a:alpha val="2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73029" y="2307203"/>
            <a:ext cx="400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实证研究</a:t>
            </a:r>
            <a:endParaRPr lang="en-US" altLang="zh-CN" sz="3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Empirical Research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398439" y="4628199"/>
            <a:ext cx="4200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analysis,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competition structure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41161" y="1151599"/>
            <a:ext cx="3969004" cy="4180596"/>
            <a:chOff x="7102381" y="1231809"/>
            <a:chExt cx="3969004" cy="4180596"/>
          </a:xfrm>
        </p:grpSpPr>
        <p:sp>
          <p:nvSpPr>
            <p:cNvPr id="5" name="椭圆 4"/>
            <p:cNvSpPr/>
            <p:nvPr/>
          </p:nvSpPr>
          <p:spPr>
            <a:xfrm rot="19296391">
              <a:off x="7102381" y="1231809"/>
              <a:ext cx="3969004" cy="4180596"/>
            </a:xfrm>
            <a:prstGeom prst="ellipse">
              <a:avLst/>
            </a:prstGeom>
            <a:gradFill flip="none" rotWithShape="1">
              <a:gsLst>
                <a:gs pos="54000">
                  <a:srgbClr val="FB7405">
                    <a:alpha val="72000"/>
                  </a:srgbClr>
                </a:gs>
                <a:gs pos="0">
                  <a:srgbClr val="FB7405"/>
                </a:gs>
                <a:gs pos="100000">
                  <a:srgbClr val="FFC000">
                    <a:alpha val="2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softEdge rad="304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7114286" y="1267143"/>
              <a:ext cx="3899460" cy="3899460"/>
              <a:chOff x="7503245" y="1778515"/>
              <a:chExt cx="3899460" cy="3899460"/>
            </a:xfrm>
          </p:grpSpPr>
          <p:sp>
            <p:nvSpPr>
              <p:cNvPr id="7" name="椭圆 6"/>
              <p:cNvSpPr/>
              <p:nvPr/>
            </p:nvSpPr>
            <p:spPr>
              <a:xfrm rot="7417385">
                <a:off x="8018584" y="2307102"/>
                <a:ext cx="3348110" cy="3348110"/>
              </a:xfrm>
              <a:prstGeom prst="ellipse">
                <a:avLst/>
              </a:prstGeom>
              <a:gradFill>
                <a:gsLst>
                  <a:gs pos="0">
                    <a:srgbClr val="FFCE33">
                      <a:alpha val="56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 rot="19296391">
                <a:off x="7503245" y="1778515"/>
                <a:ext cx="3899460" cy="3899460"/>
              </a:xfrm>
              <a:prstGeom prst="ellipse">
                <a:avLst/>
              </a:prstGeom>
              <a:gradFill flip="none" rotWithShape="1">
                <a:gsLst>
                  <a:gs pos="54000">
                    <a:srgbClr val="FFC000"/>
                  </a:gs>
                  <a:gs pos="0">
                    <a:srgbClr val="FB7405"/>
                  </a:gs>
                  <a:gs pos="100000">
                    <a:srgbClr val="FFC000">
                      <a:alpha val="2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softEdge rad="304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2598822" y="2168050"/>
            <a:ext cx="153760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03</a:t>
            </a:r>
            <a:endParaRPr lang="zh-CN" altLang="en-US" sz="8800" b="1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13155" y="427119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03</a:t>
            </a:r>
            <a:endParaRPr lang="zh-CN" altLang="en-US" sz="4000" dirty="0">
              <a:latin typeface="Segoe UI Black" panose="020B0A02040204020203" pitchFamily="34" charset="0"/>
              <a:ea typeface="等线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12734" y="552597"/>
            <a:ext cx="3921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EMPIRICAL RESEARCH 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52813" y="1932632"/>
            <a:ext cx="10607126" cy="1463846"/>
            <a:chOff x="590107" y="1820618"/>
            <a:chExt cx="10607126" cy="1463846"/>
          </a:xfrm>
        </p:grpSpPr>
        <p:grpSp>
          <p:nvGrpSpPr>
            <p:cNvPr id="7" name="组合 6"/>
            <p:cNvGrpSpPr/>
            <p:nvPr/>
          </p:nvGrpSpPr>
          <p:grpSpPr>
            <a:xfrm>
              <a:off x="590107" y="1833110"/>
              <a:ext cx="3310765" cy="1451354"/>
              <a:chOff x="590107" y="1833110"/>
              <a:chExt cx="3310765" cy="1451354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679316" y="1833110"/>
                <a:ext cx="2082885" cy="400110"/>
                <a:chOff x="679316" y="1833110"/>
                <a:chExt cx="2082885" cy="400110"/>
              </a:xfrm>
            </p:grpSpPr>
            <p:grpSp>
              <p:nvGrpSpPr>
                <p:cNvPr id="28" name="组合 27"/>
                <p:cNvGrpSpPr/>
                <p:nvPr/>
              </p:nvGrpSpPr>
              <p:grpSpPr>
                <a:xfrm>
                  <a:off x="679316" y="1852783"/>
                  <a:ext cx="2082885" cy="360764"/>
                  <a:chOff x="626851" y="3990380"/>
                  <a:chExt cx="5283792" cy="915174"/>
                </a:xfrm>
                <a:solidFill>
                  <a:srgbClr val="FC5E8F"/>
                </a:solidFill>
              </p:grpSpPr>
              <p:grpSp>
                <p:nvGrpSpPr>
                  <p:cNvPr id="30" name="组合 29"/>
                  <p:cNvGrpSpPr/>
                  <p:nvPr/>
                </p:nvGrpSpPr>
                <p:grpSpPr>
                  <a:xfrm>
                    <a:off x="1408981" y="3990380"/>
                    <a:ext cx="4501662" cy="915174"/>
                    <a:chOff x="1408981" y="3990380"/>
                    <a:chExt cx="4501662" cy="915174"/>
                  </a:xfrm>
                  <a:grpFill/>
                </p:grpSpPr>
                <p:sp>
                  <p:nvSpPr>
                    <p:cNvPr id="32" name="流程图: 延期 31"/>
                    <p:cNvSpPr/>
                    <p:nvPr/>
                  </p:nvSpPr>
                  <p:spPr>
                    <a:xfrm>
                      <a:off x="4925905" y="3990380"/>
                      <a:ext cx="984738" cy="914400"/>
                    </a:xfrm>
                    <a:prstGeom prst="flowChartDelay">
                      <a:avLst/>
                    </a:prstGeom>
                    <a:solidFill>
                      <a:srgbClr val="FB740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3" name="矩形 32"/>
                    <p:cNvSpPr/>
                    <p:nvPr/>
                  </p:nvSpPr>
                  <p:spPr>
                    <a:xfrm>
                      <a:off x="1408981" y="3991044"/>
                      <a:ext cx="3534507" cy="914510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FFCE33"/>
                        </a:gs>
                        <a:gs pos="92000">
                          <a:srgbClr val="FB811D"/>
                        </a:gs>
                        <a:gs pos="100000">
                          <a:srgbClr val="FB7405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31" name="流程图: 延期 30"/>
                  <p:cNvSpPr/>
                  <p:nvPr/>
                </p:nvSpPr>
                <p:spPr>
                  <a:xfrm rot="10800000">
                    <a:off x="626851" y="3991153"/>
                    <a:ext cx="1053885" cy="914401"/>
                  </a:xfrm>
                  <a:prstGeom prst="flowChartDelay">
                    <a:avLst/>
                  </a:prstGeom>
                  <a:solidFill>
                    <a:srgbClr val="FFCE3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9" name="文本框 28"/>
                <p:cNvSpPr txBox="1"/>
                <p:nvPr/>
              </p:nvSpPr>
              <p:spPr>
                <a:xfrm>
                  <a:off x="1897380" y="1833110"/>
                  <a:ext cx="72327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</a:rPr>
                    <a:t>30%</a:t>
                  </a:r>
                  <a:endParaRPr lang="zh-CN" altLang="en-US" sz="20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等线" panose="02010600030101010101" pitchFamily="2" charset="-122"/>
                  </a:endParaRPr>
                </a:p>
              </p:txBody>
            </p:sp>
          </p:grpSp>
          <p:sp>
            <p:nvSpPr>
              <p:cNvPr id="27" name="文本框 26"/>
              <p:cNvSpPr txBox="1"/>
              <p:nvPr/>
            </p:nvSpPr>
            <p:spPr>
              <a:xfrm>
                <a:off x="590107" y="2638133"/>
                <a:ext cx="33107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To many people, education </a:t>
                </a:r>
              </a:p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is a very I  important problem.</a:t>
                </a:r>
                <a:endParaRPr lang="zh-CN" altLang="en-US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4271959" y="1820618"/>
              <a:ext cx="3310765" cy="1463846"/>
              <a:chOff x="4271959" y="1820618"/>
              <a:chExt cx="3310765" cy="1463846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4271959" y="1820618"/>
                <a:ext cx="2504894" cy="400110"/>
                <a:chOff x="4271959" y="1820618"/>
                <a:chExt cx="2504894" cy="400110"/>
              </a:xfrm>
            </p:grpSpPr>
            <p:grpSp>
              <p:nvGrpSpPr>
                <p:cNvPr id="20" name="组合 19"/>
                <p:cNvGrpSpPr/>
                <p:nvPr/>
              </p:nvGrpSpPr>
              <p:grpSpPr>
                <a:xfrm>
                  <a:off x="4271959" y="1840291"/>
                  <a:ext cx="2504894" cy="360764"/>
                  <a:chOff x="626851" y="3990380"/>
                  <a:chExt cx="5283792" cy="915174"/>
                </a:xfrm>
                <a:solidFill>
                  <a:srgbClr val="FC5E8F"/>
                </a:solidFill>
              </p:grpSpPr>
              <p:grpSp>
                <p:nvGrpSpPr>
                  <p:cNvPr id="22" name="组合 21"/>
                  <p:cNvGrpSpPr/>
                  <p:nvPr/>
                </p:nvGrpSpPr>
                <p:grpSpPr>
                  <a:xfrm>
                    <a:off x="1408981" y="3990380"/>
                    <a:ext cx="4501662" cy="915174"/>
                    <a:chOff x="1408981" y="3990380"/>
                    <a:chExt cx="4501662" cy="915174"/>
                  </a:xfrm>
                  <a:grpFill/>
                </p:grpSpPr>
                <p:sp>
                  <p:nvSpPr>
                    <p:cNvPr id="24" name="流程图: 延期 23"/>
                    <p:cNvSpPr/>
                    <p:nvPr/>
                  </p:nvSpPr>
                  <p:spPr>
                    <a:xfrm>
                      <a:off x="4925905" y="3990380"/>
                      <a:ext cx="984738" cy="914400"/>
                    </a:xfrm>
                    <a:prstGeom prst="flowChartDelay">
                      <a:avLst/>
                    </a:prstGeom>
                    <a:solidFill>
                      <a:srgbClr val="FB740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5" name="矩形 24"/>
                    <p:cNvSpPr/>
                    <p:nvPr/>
                  </p:nvSpPr>
                  <p:spPr>
                    <a:xfrm>
                      <a:off x="1408981" y="3991044"/>
                      <a:ext cx="3534507" cy="91451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FFCE33"/>
                        </a:gs>
                        <a:gs pos="92000">
                          <a:srgbClr val="FB811D"/>
                        </a:gs>
                        <a:gs pos="100000">
                          <a:srgbClr val="FB7405"/>
                        </a:gs>
                      </a:gsLst>
                      <a:lin ang="0" scaled="1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23" name="流程图: 延期 22"/>
                  <p:cNvSpPr/>
                  <p:nvPr/>
                </p:nvSpPr>
                <p:spPr>
                  <a:xfrm rot="10800000">
                    <a:off x="626851" y="3991153"/>
                    <a:ext cx="1053885" cy="914401"/>
                  </a:xfrm>
                  <a:prstGeom prst="flowChartDelay">
                    <a:avLst/>
                  </a:prstGeom>
                  <a:solidFill>
                    <a:srgbClr val="FFCE3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" name="文本框 20"/>
                <p:cNvSpPr txBox="1"/>
                <p:nvPr/>
              </p:nvSpPr>
              <p:spPr>
                <a:xfrm>
                  <a:off x="5962212" y="1820618"/>
                  <a:ext cx="72808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</a:rPr>
                    <a:t>40%</a:t>
                  </a:r>
                  <a:endParaRPr lang="zh-CN" altLang="en-US" sz="20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等线" panose="02010600030101010101" pitchFamily="2" charset="-122"/>
                  </a:endParaRPr>
                </a:p>
              </p:txBody>
            </p:sp>
          </p:grpSp>
          <p:sp>
            <p:nvSpPr>
              <p:cNvPr id="19" name="文本框 18"/>
              <p:cNvSpPr txBox="1"/>
              <p:nvPr/>
            </p:nvSpPr>
            <p:spPr>
              <a:xfrm>
                <a:off x="4271959" y="2638133"/>
                <a:ext cx="33107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To many people, education </a:t>
                </a:r>
              </a:p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is a very I  important problem.</a:t>
                </a:r>
                <a:endParaRPr lang="zh-CN" altLang="en-US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7886468" y="1823116"/>
              <a:ext cx="3310765" cy="1461348"/>
              <a:chOff x="7886468" y="1823116"/>
              <a:chExt cx="3310765" cy="1461348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7886468" y="1823116"/>
                <a:ext cx="1927771" cy="400110"/>
                <a:chOff x="7917067" y="1823116"/>
                <a:chExt cx="1927771" cy="400110"/>
              </a:xfrm>
            </p:grpSpPr>
            <p:grpSp>
              <p:nvGrpSpPr>
                <p:cNvPr id="12" name="组合 11"/>
                <p:cNvGrpSpPr/>
                <p:nvPr/>
              </p:nvGrpSpPr>
              <p:grpSpPr>
                <a:xfrm>
                  <a:off x="7917067" y="1835205"/>
                  <a:ext cx="1927771" cy="375932"/>
                  <a:chOff x="626851" y="3990380"/>
                  <a:chExt cx="5283792" cy="915174"/>
                </a:xfrm>
                <a:solidFill>
                  <a:srgbClr val="FC5E8F"/>
                </a:solidFill>
              </p:grpSpPr>
              <p:grpSp>
                <p:nvGrpSpPr>
                  <p:cNvPr id="14" name="组合 13"/>
                  <p:cNvGrpSpPr/>
                  <p:nvPr/>
                </p:nvGrpSpPr>
                <p:grpSpPr>
                  <a:xfrm>
                    <a:off x="1408981" y="3990380"/>
                    <a:ext cx="4501662" cy="915174"/>
                    <a:chOff x="1408981" y="3990380"/>
                    <a:chExt cx="4501662" cy="915174"/>
                  </a:xfrm>
                  <a:grpFill/>
                </p:grpSpPr>
                <p:sp>
                  <p:nvSpPr>
                    <p:cNvPr id="16" name="流程图: 延期 15"/>
                    <p:cNvSpPr/>
                    <p:nvPr/>
                  </p:nvSpPr>
                  <p:spPr>
                    <a:xfrm>
                      <a:off x="4925905" y="3990380"/>
                      <a:ext cx="984738" cy="914400"/>
                    </a:xfrm>
                    <a:prstGeom prst="flowChartDelay">
                      <a:avLst/>
                    </a:prstGeom>
                    <a:solidFill>
                      <a:srgbClr val="FB740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7" name="矩形 16"/>
                    <p:cNvSpPr/>
                    <p:nvPr/>
                  </p:nvSpPr>
                  <p:spPr>
                    <a:xfrm>
                      <a:off x="1408981" y="3991044"/>
                      <a:ext cx="3534507" cy="91451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FFCE33"/>
                        </a:gs>
                        <a:gs pos="92000">
                          <a:srgbClr val="FB811D"/>
                        </a:gs>
                        <a:gs pos="100000">
                          <a:srgbClr val="FB7405"/>
                        </a:gs>
                      </a:gsLst>
                      <a:lin ang="0" scaled="1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5" name="流程图: 延期 14"/>
                  <p:cNvSpPr/>
                  <p:nvPr/>
                </p:nvSpPr>
                <p:spPr>
                  <a:xfrm rot="10800000">
                    <a:off x="626851" y="3991153"/>
                    <a:ext cx="1053885" cy="914401"/>
                  </a:xfrm>
                  <a:prstGeom prst="flowChartDelay">
                    <a:avLst/>
                  </a:prstGeom>
                  <a:solidFill>
                    <a:srgbClr val="FFCE3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3" name="文本框 12"/>
                <p:cNvSpPr txBox="1"/>
                <p:nvPr/>
              </p:nvSpPr>
              <p:spPr>
                <a:xfrm>
                  <a:off x="9067674" y="1823116"/>
                  <a:ext cx="72327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</a:rPr>
                    <a:t>20%</a:t>
                  </a:r>
                  <a:endParaRPr lang="zh-CN" altLang="en-US" sz="20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等线" panose="02010600030101010101" pitchFamily="2" charset="-122"/>
                  </a:endParaRPr>
                </a:p>
              </p:txBody>
            </p:sp>
          </p:grpSp>
          <p:sp>
            <p:nvSpPr>
              <p:cNvPr id="11" name="文本框 10"/>
              <p:cNvSpPr txBox="1"/>
              <p:nvPr/>
            </p:nvSpPr>
            <p:spPr>
              <a:xfrm>
                <a:off x="7886468" y="2638133"/>
                <a:ext cx="33107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To many people, education </a:t>
                </a:r>
              </a:p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is a very I  important problem.</a:t>
                </a:r>
                <a:endParaRPr lang="zh-CN" altLang="en-US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725167" y="4802994"/>
            <a:ext cx="10662418" cy="1361310"/>
            <a:chOff x="634711" y="4690980"/>
            <a:chExt cx="10662418" cy="1361310"/>
          </a:xfrm>
        </p:grpSpPr>
        <p:grpSp>
          <p:nvGrpSpPr>
            <p:cNvPr id="35" name="组合 34"/>
            <p:cNvGrpSpPr/>
            <p:nvPr/>
          </p:nvGrpSpPr>
          <p:grpSpPr>
            <a:xfrm>
              <a:off x="634711" y="4690980"/>
              <a:ext cx="3310765" cy="1361310"/>
              <a:chOff x="634711" y="4690980"/>
              <a:chExt cx="3310765" cy="1361310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679316" y="4690980"/>
                <a:ext cx="1927771" cy="400110"/>
                <a:chOff x="679316" y="4690980"/>
                <a:chExt cx="1927771" cy="400110"/>
              </a:xfrm>
            </p:grpSpPr>
            <p:grpSp>
              <p:nvGrpSpPr>
                <p:cNvPr id="56" name="组合 55"/>
                <p:cNvGrpSpPr/>
                <p:nvPr/>
              </p:nvGrpSpPr>
              <p:grpSpPr>
                <a:xfrm>
                  <a:off x="679316" y="4703069"/>
                  <a:ext cx="1927771" cy="375932"/>
                  <a:chOff x="626851" y="3990380"/>
                  <a:chExt cx="5283792" cy="915174"/>
                </a:xfrm>
                <a:solidFill>
                  <a:srgbClr val="FC5E8F"/>
                </a:solidFill>
              </p:grpSpPr>
              <p:grpSp>
                <p:nvGrpSpPr>
                  <p:cNvPr id="58" name="组合 57"/>
                  <p:cNvGrpSpPr/>
                  <p:nvPr/>
                </p:nvGrpSpPr>
                <p:grpSpPr>
                  <a:xfrm>
                    <a:off x="1408981" y="3990380"/>
                    <a:ext cx="4501662" cy="915174"/>
                    <a:chOff x="1408981" y="3990380"/>
                    <a:chExt cx="4501662" cy="915174"/>
                  </a:xfrm>
                  <a:grpFill/>
                </p:grpSpPr>
                <p:sp>
                  <p:nvSpPr>
                    <p:cNvPr id="60" name="流程图: 延期 59"/>
                    <p:cNvSpPr/>
                    <p:nvPr/>
                  </p:nvSpPr>
                  <p:spPr>
                    <a:xfrm>
                      <a:off x="4925905" y="3990380"/>
                      <a:ext cx="984738" cy="914400"/>
                    </a:xfrm>
                    <a:prstGeom prst="flowChartDelay">
                      <a:avLst/>
                    </a:prstGeom>
                    <a:solidFill>
                      <a:srgbClr val="FB740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1" name="矩形 60"/>
                    <p:cNvSpPr/>
                    <p:nvPr/>
                  </p:nvSpPr>
                  <p:spPr>
                    <a:xfrm>
                      <a:off x="1408981" y="3991044"/>
                      <a:ext cx="3534507" cy="91451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FFCE33"/>
                        </a:gs>
                        <a:gs pos="92000">
                          <a:srgbClr val="FB811D"/>
                        </a:gs>
                        <a:gs pos="100000">
                          <a:srgbClr val="FB7405"/>
                        </a:gs>
                      </a:gsLst>
                      <a:lin ang="0" scaled="1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59" name="流程图: 延期 58"/>
                  <p:cNvSpPr/>
                  <p:nvPr/>
                </p:nvSpPr>
                <p:spPr>
                  <a:xfrm rot="10800000">
                    <a:off x="626851" y="3991153"/>
                    <a:ext cx="1053885" cy="914401"/>
                  </a:xfrm>
                  <a:prstGeom prst="flowChartDelay">
                    <a:avLst/>
                  </a:prstGeom>
                  <a:solidFill>
                    <a:srgbClr val="FFCE3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" name="文本框 56"/>
                <p:cNvSpPr txBox="1"/>
                <p:nvPr/>
              </p:nvSpPr>
              <p:spPr>
                <a:xfrm>
                  <a:off x="1829923" y="4690980"/>
                  <a:ext cx="69281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</a:rPr>
                    <a:t>10%</a:t>
                  </a:r>
                  <a:endParaRPr lang="zh-CN" altLang="en-US" sz="20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等线" panose="02010600030101010101" pitchFamily="2" charset="-122"/>
                  </a:endParaRPr>
                </a:p>
              </p:txBody>
            </p:sp>
          </p:grpSp>
          <p:sp>
            <p:nvSpPr>
              <p:cNvPr id="55" name="文本框 54"/>
              <p:cNvSpPr txBox="1"/>
              <p:nvPr/>
            </p:nvSpPr>
            <p:spPr>
              <a:xfrm>
                <a:off x="634711" y="5405959"/>
                <a:ext cx="33107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To many people, education </a:t>
                </a:r>
              </a:p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is a very I  important problem.</a:t>
                </a:r>
                <a:endParaRPr lang="zh-CN" altLang="en-US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4246059" y="4703726"/>
              <a:ext cx="3310765" cy="1348564"/>
              <a:chOff x="4246059" y="4703726"/>
              <a:chExt cx="3310765" cy="1348564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4271959" y="4703726"/>
                <a:ext cx="2082885" cy="400110"/>
                <a:chOff x="4271959" y="4703726"/>
                <a:chExt cx="2082885" cy="400110"/>
              </a:xfrm>
            </p:grpSpPr>
            <p:grpSp>
              <p:nvGrpSpPr>
                <p:cNvPr id="48" name="组合 47"/>
                <p:cNvGrpSpPr/>
                <p:nvPr/>
              </p:nvGrpSpPr>
              <p:grpSpPr>
                <a:xfrm>
                  <a:off x="4271959" y="4723399"/>
                  <a:ext cx="2082885" cy="360764"/>
                  <a:chOff x="626851" y="3990380"/>
                  <a:chExt cx="5283792" cy="915174"/>
                </a:xfrm>
                <a:solidFill>
                  <a:srgbClr val="FC5E8F"/>
                </a:solidFill>
              </p:grpSpPr>
              <p:grpSp>
                <p:nvGrpSpPr>
                  <p:cNvPr id="50" name="组合 49"/>
                  <p:cNvGrpSpPr/>
                  <p:nvPr/>
                </p:nvGrpSpPr>
                <p:grpSpPr>
                  <a:xfrm>
                    <a:off x="1408981" y="3990380"/>
                    <a:ext cx="4501662" cy="915174"/>
                    <a:chOff x="1408981" y="3990380"/>
                    <a:chExt cx="4501662" cy="915174"/>
                  </a:xfrm>
                  <a:grpFill/>
                </p:grpSpPr>
                <p:sp>
                  <p:nvSpPr>
                    <p:cNvPr id="52" name="流程图: 延期 51"/>
                    <p:cNvSpPr/>
                    <p:nvPr/>
                  </p:nvSpPr>
                  <p:spPr>
                    <a:xfrm>
                      <a:off x="4925905" y="3990380"/>
                      <a:ext cx="984738" cy="914400"/>
                    </a:xfrm>
                    <a:prstGeom prst="flowChartDelay">
                      <a:avLst/>
                    </a:prstGeom>
                    <a:solidFill>
                      <a:srgbClr val="FB740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3" name="矩形 52"/>
                    <p:cNvSpPr/>
                    <p:nvPr/>
                  </p:nvSpPr>
                  <p:spPr>
                    <a:xfrm>
                      <a:off x="1408981" y="3991044"/>
                      <a:ext cx="3534507" cy="91451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FFCE33"/>
                        </a:gs>
                        <a:gs pos="92000">
                          <a:srgbClr val="FB811D"/>
                        </a:gs>
                        <a:gs pos="100000">
                          <a:srgbClr val="FB7405"/>
                        </a:gs>
                      </a:gsLst>
                      <a:lin ang="0" scaled="1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51" name="流程图: 延期 50"/>
                  <p:cNvSpPr/>
                  <p:nvPr/>
                </p:nvSpPr>
                <p:spPr>
                  <a:xfrm rot="10800000">
                    <a:off x="626851" y="3991153"/>
                    <a:ext cx="1053885" cy="914401"/>
                  </a:xfrm>
                  <a:prstGeom prst="flowChartDelay">
                    <a:avLst/>
                  </a:prstGeom>
                  <a:solidFill>
                    <a:srgbClr val="FFCE3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9" name="文本框 48"/>
                <p:cNvSpPr txBox="1"/>
                <p:nvPr/>
              </p:nvSpPr>
              <p:spPr>
                <a:xfrm>
                  <a:off x="5517504" y="4703726"/>
                  <a:ext cx="72327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</a:rPr>
                    <a:t>20%</a:t>
                  </a:r>
                  <a:endParaRPr lang="zh-CN" altLang="en-US" sz="20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等线" panose="02010600030101010101" pitchFamily="2" charset="-122"/>
                  </a:endParaRPr>
                </a:p>
              </p:txBody>
            </p:sp>
          </p:grpSp>
          <p:sp>
            <p:nvSpPr>
              <p:cNvPr id="47" name="文本框 46"/>
              <p:cNvSpPr txBox="1"/>
              <p:nvPr/>
            </p:nvSpPr>
            <p:spPr>
              <a:xfrm>
                <a:off x="4246059" y="5405959"/>
                <a:ext cx="33107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To many people, education </a:t>
                </a:r>
              </a:p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is a very I  important problem.</a:t>
                </a:r>
                <a:endParaRPr lang="zh-CN" altLang="en-US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7986364" y="4736205"/>
              <a:ext cx="3310765" cy="1316085"/>
              <a:chOff x="7986364" y="4736205"/>
              <a:chExt cx="3310765" cy="1316085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8051979" y="4736205"/>
                <a:ext cx="2571046" cy="400110"/>
                <a:chOff x="8051979" y="4736205"/>
                <a:chExt cx="2571046" cy="400110"/>
              </a:xfrm>
            </p:grpSpPr>
            <p:grpSp>
              <p:nvGrpSpPr>
                <p:cNvPr id="40" name="组合 39"/>
                <p:cNvGrpSpPr/>
                <p:nvPr/>
              </p:nvGrpSpPr>
              <p:grpSpPr>
                <a:xfrm>
                  <a:off x="8051979" y="4755878"/>
                  <a:ext cx="2571046" cy="360764"/>
                  <a:chOff x="626851" y="3990380"/>
                  <a:chExt cx="5283792" cy="915174"/>
                </a:xfrm>
                <a:solidFill>
                  <a:srgbClr val="FC5E8F"/>
                </a:solidFill>
              </p:grpSpPr>
              <p:grpSp>
                <p:nvGrpSpPr>
                  <p:cNvPr id="42" name="组合 41"/>
                  <p:cNvGrpSpPr/>
                  <p:nvPr/>
                </p:nvGrpSpPr>
                <p:grpSpPr>
                  <a:xfrm>
                    <a:off x="1408981" y="3990380"/>
                    <a:ext cx="4501662" cy="915174"/>
                    <a:chOff x="1408981" y="3990380"/>
                    <a:chExt cx="4501662" cy="915174"/>
                  </a:xfrm>
                  <a:grpFill/>
                </p:grpSpPr>
                <p:sp>
                  <p:nvSpPr>
                    <p:cNvPr id="44" name="流程图: 延期 43"/>
                    <p:cNvSpPr/>
                    <p:nvPr/>
                  </p:nvSpPr>
                  <p:spPr>
                    <a:xfrm>
                      <a:off x="4925905" y="3990380"/>
                      <a:ext cx="984738" cy="914400"/>
                    </a:xfrm>
                    <a:prstGeom prst="flowChartDelay">
                      <a:avLst/>
                    </a:prstGeom>
                    <a:solidFill>
                      <a:srgbClr val="FB740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5" name="矩形 44"/>
                    <p:cNvSpPr/>
                    <p:nvPr/>
                  </p:nvSpPr>
                  <p:spPr>
                    <a:xfrm>
                      <a:off x="1408981" y="3991044"/>
                      <a:ext cx="3534507" cy="914510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FFCE33"/>
                        </a:gs>
                        <a:gs pos="92000">
                          <a:srgbClr val="FB811D"/>
                        </a:gs>
                        <a:gs pos="100000">
                          <a:srgbClr val="FB7405"/>
                        </a:gs>
                      </a:gsLst>
                      <a:lin ang="0" scaled="1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43" name="流程图: 延期 42"/>
                  <p:cNvSpPr/>
                  <p:nvPr/>
                </p:nvSpPr>
                <p:spPr>
                  <a:xfrm rot="10800000">
                    <a:off x="626851" y="3991153"/>
                    <a:ext cx="1053885" cy="914401"/>
                  </a:xfrm>
                  <a:prstGeom prst="flowChartDelay">
                    <a:avLst/>
                  </a:prstGeom>
                  <a:solidFill>
                    <a:srgbClr val="FFCE3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1" name="文本框 40"/>
                <p:cNvSpPr txBox="1"/>
                <p:nvPr/>
              </p:nvSpPr>
              <p:spPr>
                <a:xfrm>
                  <a:off x="9822180" y="4736205"/>
                  <a:ext cx="72808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chemeClr val="bg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</a:rPr>
                    <a:t>40%</a:t>
                  </a:r>
                  <a:endParaRPr lang="zh-CN" altLang="en-US" sz="2000" dirty="0">
                    <a:solidFill>
                      <a:schemeClr val="bg1"/>
                    </a:solidFill>
                    <a:latin typeface="Segoe UI Black" panose="020B0A02040204020203" pitchFamily="34" charset="0"/>
                    <a:ea typeface="等线" panose="02010600030101010101" pitchFamily="2" charset="-122"/>
                  </a:endParaRPr>
                </a:p>
              </p:txBody>
            </p:sp>
          </p:grpSp>
          <p:sp>
            <p:nvSpPr>
              <p:cNvPr id="39" name="文本框 38"/>
              <p:cNvSpPr txBox="1"/>
              <p:nvPr/>
            </p:nvSpPr>
            <p:spPr>
              <a:xfrm>
                <a:off x="7986364" y="5405959"/>
                <a:ext cx="33107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To many people, education </a:t>
                </a:r>
              </a:p>
              <a:p>
                <a:r>
                  <a:rPr lang="en-US" altLang="zh-CN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is a very I  important problem.</a:t>
                </a:r>
                <a:endParaRPr lang="zh-CN" altLang="en-US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47435" y="3106577"/>
            <a:ext cx="70828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To many people, education is a very importa</a:t>
            </a:r>
          </a:p>
          <a:p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problem. It  is known that people who </a:t>
            </a:r>
          </a:p>
          <a:p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want to make difference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almost have educati</a:t>
            </a:r>
          </a:p>
          <a:p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which can help one improve oneself.                          </a:t>
            </a:r>
            <a:endParaRPr lang="zh-CN" alt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6195569" y="1665224"/>
          <a:ext cx="5375147" cy="3583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47435" y="1379619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03</a:t>
            </a:r>
            <a:endParaRPr lang="zh-CN" altLang="en-US" sz="4000" dirty="0">
              <a:latin typeface="Segoe UI Black" panose="020B0A02040204020203" pitchFamily="34" charset="0"/>
              <a:ea typeface="等线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9877" y="1505097"/>
            <a:ext cx="3921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EMPIRICAL RESEARCH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CE33"/>
              </a:gs>
              <a:gs pos="92000">
                <a:srgbClr val="FB811D"/>
              </a:gs>
              <a:gs pos="100000">
                <a:srgbClr val="FB7405"/>
              </a:gs>
            </a:gsLst>
            <a:lin ang="0" scaled="1"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31495" y="0"/>
            <a:ext cx="10860505" cy="57065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42318" y="518155"/>
            <a:ext cx="3921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EMPIRICAL RESEARCH 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351668" y="1582417"/>
            <a:ext cx="5449455" cy="3632970"/>
            <a:chOff x="244763" y="1951181"/>
            <a:chExt cx="5449455" cy="3632970"/>
          </a:xfrm>
        </p:grpSpPr>
        <p:graphicFrame>
          <p:nvGraphicFramePr>
            <p:cNvPr id="6" name="图表 5"/>
            <p:cNvGraphicFramePr/>
            <p:nvPr/>
          </p:nvGraphicFramePr>
          <p:xfrm>
            <a:off x="244763" y="1951181"/>
            <a:ext cx="5449455" cy="363297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" name="文本框 6"/>
            <p:cNvSpPr txBox="1"/>
            <p:nvPr/>
          </p:nvSpPr>
          <p:spPr>
            <a:xfrm>
              <a:off x="2241303" y="3422074"/>
              <a:ext cx="142699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>
                  <a:latin typeface="等线" panose="02010600030101010101" pitchFamily="2" charset="-122"/>
                  <a:ea typeface="等线" panose="02010600030101010101" pitchFamily="2" charset="-122"/>
                </a:rPr>
                <a:t>MARKET </a:t>
              </a:r>
            </a:p>
            <a:p>
              <a:pPr algn="ctr"/>
              <a:r>
                <a:rPr lang="en-US" altLang="zh-CN" sz="2000" dirty="0">
                  <a:latin typeface="等线" panose="02010600030101010101" pitchFamily="2" charset="-122"/>
                  <a:ea typeface="等线" panose="02010600030101010101" pitchFamily="2" charset="-122"/>
                </a:rPr>
                <a:t>SITUATION</a:t>
              </a: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6882063" y="1405142"/>
            <a:ext cx="0" cy="390698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7695218" y="1710277"/>
            <a:ext cx="3695242" cy="3633926"/>
            <a:chOff x="6925197" y="2143141"/>
            <a:chExt cx="3695242" cy="3633926"/>
          </a:xfrm>
        </p:grpSpPr>
        <p:sp>
          <p:nvSpPr>
            <p:cNvPr id="10" name="文本框 9"/>
            <p:cNvSpPr txBox="1"/>
            <p:nvPr/>
          </p:nvSpPr>
          <p:spPr>
            <a:xfrm>
              <a:off x="6925197" y="2143141"/>
              <a:ext cx="3695242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等线" panose="02010600030101010101" pitchFamily="2" charset="-122"/>
                  <a:ea typeface="等线" panose="02010600030101010101" pitchFamily="2" charset="-122"/>
                </a:rPr>
                <a:t>Brief Enterprise Survey, market </a:t>
              </a:r>
            </a:p>
            <a:p>
              <a:r>
                <a:rPr lang="en-US" altLang="zh-CN" dirty="0">
                  <a:latin typeface="等线" panose="02010600030101010101" pitchFamily="2" charset="-122"/>
                  <a:ea typeface="等线" panose="02010600030101010101" pitchFamily="2" charset="-122"/>
                </a:rPr>
                <a:t>analysis, competition structure </a:t>
              </a:r>
            </a:p>
            <a:p>
              <a:r>
                <a:rPr lang="en-US" altLang="zh-CN" dirty="0">
                  <a:latin typeface="等线" panose="02010600030101010101" pitchFamily="2" charset="-122"/>
                  <a:ea typeface="等线" panose="02010600030101010101" pitchFamily="2" charset="-122"/>
                </a:rPr>
                <a:t>in manufacturer analysis.</a:t>
              </a:r>
            </a:p>
            <a:p>
              <a:endParaRPr lang="en-US" altLang="zh-CN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r>
                <a:rPr lang="en-US" altLang="zh-CN" dirty="0">
                  <a:latin typeface="等线" panose="02010600030101010101" pitchFamily="2" charset="-122"/>
                  <a:ea typeface="等线" panose="02010600030101010101" pitchFamily="2" charset="-122"/>
                </a:rPr>
                <a:t>It makes it possible to  do business </a:t>
              </a:r>
              <a:endParaRPr lang="zh-CN" altLang="en-US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925197" y="4022741"/>
              <a:ext cx="3695242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等线" panose="02010600030101010101" pitchFamily="2" charset="-122"/>
                  <a:ea typeface="等线" panose="02010600030101010101" pitchFamily="2" charset="-122"/>
                </a:rPr>
                <a:t>Brief Enterprise Survey, market </a:t>
              </a:r>
            </a:p>
            <a:p>
              <a:r>
                <a:rPr lang="en-US" altLang="zh-CN" dirty="0">
                  <a:latin typeface="等线" panose="02010600030101010101" pitchFamily="2" charset="-122"/>
                  <a:ea typeface="等线" panose="02010600030101010101" pitchFamily="2" charset="-122"/>
                </a:rPr>
                <a:t>analysis, competition structure </a:t>
              </a:r>
            </a:p>
            <a:p>
              <a:r>
                <a:rPr lang="en-US" altLang="zh-CN" dirty="0">
                  <a:latin typeface="等线" panose="02010600030101010101" pitchFamily="2" charset="-122"/>
                  <a:ea typeface="等线" panose="02010600030101010101" pitchFamily="2" charset="-122"/>
                </a:rPr>
                <a:t>in manufacturer analysis.</a:t>
              </a:r>
            </a:p>
            <a:p>
              <a:endParaRPr lang="en-US" altLang="zh-CN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r>
                <a:rPr lang="en-US" altLang="zh-CN" dirty="0">
                  <a:latin typeface="等线" panose="02010600030101010101" pitchFamily="2" charset="-122"/>
                  <a:ea typeface="等线" panose="02010600030101010101" pitchFamily="2" charset="-122"/>
                </a:rPr>
                <a:t>It makes it possible to  do business </a:t>
              </a:r>
              <a:endParaRPr lang="zh-CN" altLang="en-US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endParaRPr lang="zh-CN" altLang="en-US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73029" y="2307203"/>
            <a:ext cx="39549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等线" panose="02010600030101010101" pitchFamily="2" charset="-122"/>
                <a:ea typeface="等线" panose="02010600030101010101" pitchFamily="2" charset="-122"/>
              </a:rPr>
              <a:t>实验证明</a:t>
            </a:r>
            <a:endParaRPr lang="en-US" altLang="zh-CN" sz="3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3600" dirty="0">
                <a:latin typeface="等线" panose="02010600030101010101" pitchFamily="2" charset="-122"/>
                <a:ea typeface="等线" panose="02010600030101010101" pitchFamily="2" charset="-122"/>
              </a:rPr>
              <a:t>Experimental proof</a:t>
            </a:r>
            <a:endParaRPr lang="zh-CN" altLang="en-US" sz="3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98439" y="4628199"/>
            <a:ext cx="4200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Brief Enterprise Survey, market analysis, </a:t>
            </a:r>
          </a:p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competition structure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41161" y="1151599"/>
            <a:ext cx="3969004" cy="4180596"/>
            <a:chOff x="7102381" y="1231809"/>
            <a:chExt cx="3969004" cy="4180596"/>
          </a:xfrm>
        </p:grpSpPr>
        <p:sp>
          <p:nvSpPr>
            <p:cNvPr id="5" name="椭圆 4"/>
            <p:cNvSpPr/>
            <p:nvPr/>
          </p:nvSpPr>
          <p:spPr>
            <a:xfrm rot="19296391">
              <a:off x="7102381" y="1231809"/>
              <a:ext cx="3969004" cy="4180596"/>
            </a:xfrm>
            <a:prstGeom prst="ellipse">
              <a:avLst/>
            </a:prstGeom>
            <a:gradFill flip="none" rotWithShape="1">
              <a:gsLst>
                <a:gs pos="54000">
                  <a:srgbClr val="FB7405">
                    <a:alpha val="72000"/>
                  </a:srgbClr>
                </a:gs>
                <a:gs pos="0">
                  <a:srgbClr val="FB7405"/>
                </a:gs>
                <a:gs pos="100000">
                  <a:srgbClr val="FFC000">
                    <a:alpha val="2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softEdge rad="304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7114286" y="1267143"/>
              <a:ext cx="3899460" cy="3899460"/>
              <a:chOff x="7503245" y="1778515"/>
              <a:chExt cx="3899460" cy="3899460"/>
            </a:xfrm>
          </p:grpSpPr>
          <p:sp>
            <p:nvSpPr>
              <p:cNvPr id="7" name="椭圆 6"/>
              <p:cNvSpPr/>
              <p:nvPr/>
            </p:nvSpPr>
            <p:spPr>
              <a:xfrm rot="7417385">
                <a:off x="8018584" y="2307102"/>
                <a:ext cx="3348110" cy="3348110"/>
              </a:xfrm>
              <a:prstGeom prst="ellipse">
                <a:avLst/>
              </a:prstGeom>
              <a:gradFill>
                <a:gsLst>
                  <a:gs pos="0">
                    <a:srgbClr val="FFCE33">
                      <a:alpha val="56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 rot="19296391">
                <a:off x="7503245" y="1778515"/>
                <a:ext cx="3899460" cy="3899460"/>
              </a:xfrm>
              <a:prstGeom prst="ellipse">
                <a:avLst/>
              </a:prstGeom>
              <a:gradFill flip="none" rotWithShape="1">
                <a:gsLst>
                  <a:gs pos="54000">
                    <a:srgbClr val="FFC000"/>
                  </a:gs>
                  <a:gs pos="0">
                    <a:srgbClr val="FB7405"/>
                  </a:gs>
                  <a:gs pos="100000">
                    <a:srgbClr val="FFC000">
                      <a:alpha val="2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softEdge rad="304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2598822" y="2168050"/>
            <a:ext cx="15616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04</a:t>
            </a:r>
            <a:endParaRPr lang="zh-CN" altLang="en-US" sz="8800" b="1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326971" y="1328062"/>
            <a:ext cx="3969004" cy="4180596"/>
            <a:chOff x="7102381" y="1231809"/>
            <a:chExt cx="3969004" cy="4180596"/>
          </a:xfrm>
        </p:grpSpPr>
        <p:sp>
          <p:nvSpPr>
            <p:cNvPr id="13" name="椭圆 12"/>
            <p:cNvSpPr/>
            <p:nvPr/>
          </p:nvSpPr>
          <p:spPr>
            <a:xfrm rot="19296391">
              <a:off x="7102381" y="1231809"/>
              <a:ext cx="3969004" cy="4180596"/>
            </a:xfrm>
            <a:prstGeom prst="ellipse">
              <a:avLst/>
            </a:prstGeom>
            <a:gradFill flip="none" rotWithShape="1">
              <a:gsLst>
                <a:gs pos="54000">
                  <a:srgbClr val="FB7405">
                    <a:alpha val="72000"/>
                  </a:srgbClr>
                </a:gs>
                <a:gs pos="0">
                  <a:srgbClr val="FB7405"/>
                </a:gs>
                <a:gs pos="100000">
                  <a:srgbClr val="FFC000">
                    <a:alpha val="2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softEdge rad="304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7114286" y="1267143"/>
              <a:ext cx="3899460" cy="3899460"/>
              <a:chOff x="7503245" y="1778515"/>
              <a:chExt cx="3899460" cy="3899460"/>
            </a:xfrm>
          </p:grpSpPr>
          <p:sp>
            <p:nvSpPr>
              <p:cNvPr id="4" name="椭圆 3"/>
              <p:cNvSpPr/>
              <p:nvPr/>
            </p:nvSpPr>
            <p:spPr>
              <a:xfrm rot="7417385">
                <a:off x="8018584" y="2307102"/>
                <a:ext cx="3348110" cy="3348110"/>
              </a:xfrm>
              <a:prstGeom prst="ellipse">
                <a:avLst/>
              </a:prstGeom>
              <a:gradFill>
                <a:gsLst>
                  <a:gs pos="0">
                    <a:srgbClr val="FFCE33">
                      <a:alpha val="56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 rot="19296391">
                <a:off x="7503245" y="1778515"/>
                <a:ext cx="3899460" cy="3899460"/>
              </a:xfrm>
              <a:prstGeom prst="ellipse">
                <a:avLst/>
              </a:prstGeom>
              <a:gradFill flip="none" rotWithShape="1">
                <a:gsLst>
                  <a:gs pos="54000">
                    <a:srgbClr val="FFC000"/>
                  </a:gs>
                  <a:gs pos="0">
                    <a:srgbClr val="FB7405"/>
                  </a:gs>
                  <a:gs pos="100000">
                    <a:srgbClr val="FFC000">
                      <a:alpha val="2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softEdge rad="304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" name="文本框 15"/>
          <p:cNvSpPr txBox="1"/>
          <p:nvPr/>
        </p:nvSpPr>
        <p:spPr>
          <a:xfrm>
            <a:off x="563779" y="2414116"/>
            <a:ext cx="5314275" cy="707886"/>
          </a:xfrm>
          <a:prstGeom prst="rect">
            <a:avLst/>
          </a:prstGeom>
          <a:noFill/>
          <a:effectLst>
            <a:softEdge rad="0"/>
          </a:effectLst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n cap="rnd" cmpd="dbl">
                  <a:noFill/>
                  <a:bevel/>
                </a:ln>
                <a:latin typeface="等线" panose="02010600030101010101" pitchFamily="2" charset="-122"/>
                <a:ea typeface="等线" panose="02010600030101010101" pitchFamily="2" charset="-122"/>
              </a:rPr>
              <a:t>感谢各位老师批评指导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63779" y="3425688"/>
            <a:ext cx="59202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sense graduation defense template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7230" y="5565980"/>
            <a:ext cx="1332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n cap="rnd" cmpd="dbl">
                  <a:noFill/>
                  <a:bevel/>
                </a:ln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XX</a:t>
            </a:r>
            <a:r>
              <a:rPr lang="zh-CN" altLang="en-US" sz="2000" b="1" dirty="0">
                <a:ln cap="rnd" cmpd="dbl">
                  <a:noFill/>
                  <a:bevel/>
                </a:ln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月</a:t>
            </a:r>
            <a:r>
              <a:rPr lang="en-US" altLang="zh-CN" sz="2000" b="1" dirty="0">
                <a:ln cap="rnd" cmpd="dbl">
                  <a:noFill/>
                  <a:bevel/>
                </a:ln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XX</a:t>
            </a:r>
            <a:r>
              <a:rPr lang="zh-CN" altLang="en-US" sz="2000" b="1" dirty="0">
                <a:ln cap="rnd" cmpd="dbl">
                  <a:noFill/>
                  <a:bevel/>
                </a:ln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日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F79158A-AC34-4BBF-A724-33A2DC2A2C66}"/>
              </a:ext>
            </a:extLst>
          </p:cNvPr>
          <p:cNvGrpSpPr/>
          <p:nvPr/>
        </p:nvGrpSpPr>
        <p:grpSpPr>
          <a:xfrm>
            <a:off x="870790" y="242402"/>
            <a:ext cx="1455417" cy="1444054"/>
            <a:chOff x="5367501" y="642438"/>
            <a:chExt cx="1455417" cy="1444054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34BE4F08-B152-46B2-8BC1-18D83CBD2A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67501" y="642438"/>
              <a:ext cx="1455417" cy="1444054"/>
            </a:xfrm>
            <a:custGeom>
              <a:avLst/>
              <a:gdLst>
                <a:gd name="T0" fmla="*/ 26 w 2150"/>
                <a:gd name="T1" fmla="*/ 1247 h 2134"/>
                <a:gd name="T2" fmla="*/ 43 w 2150"/>
                <a:gd name="T3" fmla="*/ 927 h 2134"/>
                <a:gd name="T4" fmla="*/ 62 w 2150"/>
                <a:gd name="T5" fmla="*/ 713 h 2134"/>
                <a:gd name="T6" fmla="*/ 247 w 2150"/>
                <a:gd name="T7" fmla="*/ 485 h 2134"/>
                <a:gd name="T8" fmla="*/ 269 w 2150"/>
                <a:gd name="T9" fmla="*/ 340 h 2134"/>
                <a:gd name="T10" fmla="*/ 431 w 2150"/>
                <a:gd name="T11" fmla="*/ 252 h 2134"/>
                <a:gd name="T12" fmla="*/ 684 w 2150"/>
                <a:gd name="T13" fmla="*/ 107 h 2134"/>
                <a:gd name="T14" fmla="*/ 878 w 2150"/>
                <a:gd name="T15" fmla="*/ 18 h 2134"/>
                <a:gd name="T16" fmla="*/ 1043 w 2150"/>
                <a:gd name="T17" fmla="*/ 79 h 2134"/>
                <a:gd name="T18" fmla="*/ 1242 w 2150"/>
                <a:gd name="T19" fmla="*/ 30 h 2134"/>
                <a:gd name="T20" fmla="*/ 1417 w 2150"/>
                <a:gd name="T21" fmla="*/ 44 h 2134"/>
                <a:gd name="T22" fmla="*/ 1572 w 2150"/>
                <a:gd name="T23" fmla="*/ 213 h 2134"/>
                <a:gd name="T24" fmla="*/ 1752 w 2150"/>
                <a:gd name="T25" fmla="*/ 253 h 2134"/>
                <a:gd name="T26" fmla="*/ 1896 w 2150"/>
                <a:gd name="T27" fmla="*/ 394 h 2134"/>
                <a:gd name="T28" fmla="*/ 1985 w 2150"/>
                <a:gd name="T29" fmla="*/ 636 h 2134"/>
                <a:gd name="T30" fmla="*/ 2115 w 2150"/>
                <a:gd name="T31" fmla="*/ 739 h 2134"/>
                <a:gd name="T32" fmla="*/ 2113 w 2150"/>
                <a:gd name="T33" fmla="*/ 919 h 2134"/>
                <a:gd name="T34" fmla="*/ 2092 w 2150"/>
                <a:gd name="T35" fmla="*/ 1175 h 2134"/>
                <a:gd name="T36" fmla="*/ 2141 w 2150"/>
                <a:gd name="T37" fmla="*/ 1301 h 2134"/>
                <a:gd name="T38" fmla="*/ 2057 w 2150"/>
                <a:gd name="T39" fmla="*/ 1448 h 2134"/>
                <a:gd name="T40" fmla="*/ 1905 w 2150"/>
                <a:gd name="T41" fmla="*/ 1645 h 2134"/>
                <a:gd name="T42" fmla="*/ 1870 w 2150"/>
                <a:gd name="T43" fmla="*/ 1820 h 2134"/>
                <a:gd name="T44" fmla="*/ 1722 w 2150"/>
                <a:gd name="T45" fmla="*/ 1886 h 2134"/>
                <a:gd name="T46" fmla="*/ 1498 w 2150"/>
                <a:gd name="T47" fmla="*/ 1987 h 2134"/>
                <a:gd name="T48" fmla="*/ 1367 w 2150"/>
                <a:gd name="T49" fmla="*/ 2123 h 2134"/>
                <a:gd name="T50" fmla="*/ 1220 w 2150"/>
                <a:gd name="T51" fmla="*/ 2095 h 2134"/>
                <a:gd name="T52" fmla="*/ 1071 w 2150"/>
                <a:gd name="T53" fmla="*/ 2057 h 2134"/>
                <a:gd name="T54" fmla="*/ 903 w 2150"/>
                <a:gd name="T55" fmla="*/ 2110 h 2134"/>
                <a:gd name="T56" fmla="*/ 743 w 2150"/>
                <a:gd name="T57" fmla="*/ 2100 h 2134"/>
                <a:gd name="T58" fmla="*/ 612 w 2150"/>
                <a:gd name="T59" fmla="*/ 1947 h 2134"/>
                <a:gd name="T60" fmla="*/ 447 w 2150"/>
                <a:gd name="T61" fmla="*/ 1887 h 2134"/>
                <a:gd name="T62" fmla="*/ 279 w 2150"/>
                <a:gd name="T63" fmla="*/ 1816 h 2134"/>
                <a:gd name="T64" fmla="*/ 253 w 2150"/>
                <a:gd name="T65" fmla="*/ 1696 h 2134"/>
                <a:gd name="T66" fmla="*/ 102 w 2150"/>
                <a:gd name="T67" fmla="*/ 1453 h 2134"/>
                <a:gd name="T68" fmla="*/ 10 w 2150"/>
                <a:gd name="T69" fmla="*/ 1319 h 2134"/>
                <a:gd name="T70" fmla="*/ 1235 w 2150"/>
                <a:gd name="T71" fmla="*/ 1906 h 2134"/>
                <a:gd name="T72" fmla="*/ 1932 w 2150"/>
                <a:gd name="T73" fmla="*/ 1080 h 2134"/>
                <a:gd name="T74" fmla="*/ 982 w 2150"/>
                <a:gd name="T75" fmla="*/ 223 h 2134"/>
                <a:gd name="T76" fmla="*/ 223 w 2150"/>
                <a:gd name="T77" fmla="*/ 1140 h 2134"/>
                <a:gd name="T78" fmla="*/ 1076 w 2150"/>
                <a:gd name="T79" fmla="*/ 1920 h 2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50" h="2134">
                  <a:moveTo>
                    <a:pt x="10" y="1319"/>
                  </a:moveTo>
                  <a:cubicBezTo>
                    <a:pt x="9" y="1293"/>
                    <a:pt x="17" y="1269"/>
                    <a:pt x="26" y="1247"/>
                  </a:cubicBezTo>
                  <a:cubicBezTo>
                    <a:pt x="40" y="1216"/>
                    <a:pt x="57" y="1185"/>
                    <a:pt x="67" y="1153"/>
                  </a:cubicBezTo>
                  <a:cubicBezTo>
                    <a:pt x="94" y="1074"/>
                    <a:pt x="82" y="999"/>
                    <a:pt x="43" y="927"/>
                  </a:cubicBezTo>
                  <a:cubicBezTo>
                    <a:pt x="30" y="904"/>
                    <a:pt x="19" y="880"/>
                    <a:pt x="13" y="855"/>
                  </a:cubicBezTo>
                  <a:cubicBezTo>
                    <a:pt x="0" y="797"/>
                    <a:pt x="18" y="750"/>
                    <a:pt x="62" y="713"/>
                  </a:cubicBezTo>
                  <a:cubicBezTo>
                    <a:pt x="82" y="696"/>
                    <a:pt x="105" y="683"/>
                    <a:pt x="126" y="668"/>
                  </a:cubicBezTo>
                  <a:cubicBezTo>
                    <a:pt x="191" y="623"/>
                    <a:pt x="233" y="563"/>
                    <a:pt x="247" y="485"/>
                  </a:cubicBezTo>
                  <a:cubicBezTo>
                    <a:pt x="251" y="462"/>
                    <a:pt x="252" y="438"/>
                    <a:pt x="253" y="414"/>
                  </a:cubicBezTo>
                  <a:cubicBezTo>
                    <a:pt x="255" y="388"/>
                    <a:pt x="259" y="364"/>
                    <a:pt x="269" y="340"/>
                  </a:cubicBezTo>
                  <a:cubicBezTo>
                    <a:pt x="288" y="294"/>
                    <a:pt x="324" y="268"/>
                    <a:pt x="372" y="258"/>
                  </a:cubicBezTo>
                  <a:cubicBezTo>
                    <a:pt x="392" y="254"/>
                    <a:pt x="411" y="253"/>
                    <a:pt x="431" y="252"/>
                  </a:cubicBezTo>
                  <a:cubicBezTo>
                    <a:pt x="492" y="249"/>
                    <a:pt x="549" y="235"/>
                    <a:pt x="599" y="200"/>
                  </a:cubicBezTo>
                  <a:cubicBezTo>
                    <a:pt x="634" y="175"/>
                    <a:pt x="662" y="144"/>
                    <a:pt x="684" y="107"/>
                  </a:cubicBezTo>
                  <a:cubicBezTo>
                    <a:pt x="699" y="83"/>
                    <a:pt x="715" y="60"/>
                    <a:pt x="737" y="42"/>
                  </a:cubicBezTo>
                  <a:cubicBezTo>
                    <a:pt x="779" y="6"/>
                    <a:pt x="827" y="0"/>
                    <a:pt x="878" y="18"/>
                  </a:cubicBezTo>
                  <a:cubicBezTo>
                    <a:pt x="896" y="24"/>
                    <a:pt x="913" y="33"/>
                    <a:pt x="930" y="41"/>
                  </a:cubicBezTo>
                  <a:cubicBezTo>
                    <a:pt x="966" y="60"/>
                    <a:pt x="1003" y="74"/>
                    <a:pt x="1043" y="79"/>
                  </a:cubicBezTo>
                  <a:cubicBezTo>
                    <a:pt x="1091" y="84"/>
                    <a:pt x="1138" y="78"/>
                    <a:pt x="1182" y="59"/>
                  </a:cubicBezTo>
                  <a:cubicBezTo>
                    <a:pt x="1203" y="51"/>
                    <a:pt x="1222" y="40"/>
                    <a:pt x="1242" y="30"/>
                  </a:cubicBezTo>
                  <a:cubicBezTo>
                    <a:pt x="1266" y="19"/>
                    <a:pt x="1292" y="10"/>
                    <a:pt x="1319" y="9"/>
                  </a:cubicBezTo>
                  <a:cubicBezTo>
                    <a:pt x="1357" y="7"/>
                    <a:pt x="1389" y="19"/>
                    <a:pt x="1417" y="44"/>
                  </a:cubicBezTo>
                  <a:cubicBezTo>
                    <a:pt x="1436" y="61"/>
                    <a:pt x="1450" y="80"/>
                    <a:pt x="1463" y="101"/>
                  </a:cubicBezTo>
                  <a:cubicBezTo>
                    <a:pt x="1491" y="147"/>
                    <a:pt x="1525" y="185"/>
                    <a:pt x="1572" y="213"/>
                  </a:cubicBezTo>
                  <a:cubicBezTo>
                    <a:pt x="1608" y="233"/>
                    <a:pt x="1646" y="245"/>
                    <a:pt x="1686" y="249"/>
                  </a:cubicBezTo>
                  <a:cubicBezTo>
                    <a:pt x="1708" y="251"/>
                    <a:pt x="1730" y="251"/>
                    <a:pt x="1752" y="253"/>
                  </a:cubicBezTo>
                  <a:cubicBezTo>
                    <a:pt x="1799" y="258"/>
                    <a:pt x="1841" y="274"/>
                    <a:pt x="1869" y="315"/>
                  </a:cubicBezTo>
                  <a:cubicBezTo>
                    <a:pt x="1886" y="339"/>
                    <a:pt x="1893" y="366"/>
                    <a:pt x="1896" y="394"/>
                  </a:cubicBezTo>
                  <a:cubicBezTo>
                    <a:pt x="1899" y="419"/>
                    <a:pt x="1899" y="445"/>
                    <a:pt x="1902" y="470"/>
                  </a:cubicBezTo>
                  <a:cubicBezTo>
                    <a:pt x="1910" y="535"/>
                    <a:pt x="1938" y="590"/>
                    <a:pt x="1985" y="636"/>
                  </a:cubicBezTo>
                  <a:cubicBezTo>
                    <a:pt x="2005" y="655"/>
                    <a:pt x="2028" y="671"/>
                    <a:pt x="2051" y="685"/>
                  </a:cubicBezTo>
                  <a:cubicBezTo>
                    <a:pt x="2076" y="700"/>
                    <a:pt x="2098" y="717"/>
                    <a:pt x="2115" y="739"/>
                  </a:cubicBezTo>
                  <a:cubicBezTo>
                    <a:pt x="2145" y="779"/>
                    <a:pt x="2150" y="823"/>
                    <a:pt x="2135" y="869"/>
                  </a:cubicBezTo>
                  <a:cubicBezTo>
                    <a:pt x="2129" y="886"/>
                    <a:pt x="2121" y="903"/>
                    <a:pt x="2113" y="919"/>
                  </a:cubicBezTo>
                  <a:cubicBezTo>
                    <a:pt x="2095" y="951"/>
                    <a:pt x="2081" y="985"/>
                    <a:pt x="2075" y="1022"/>
                  </a:cubicBezTo>
                  <a:cubicBezTo>
                    <a:pt x="2065" y="1074"/>
                    <a:pt x="2071" y="1126"/>
                    <a:pt x="2092" y="1175"/>
                  </a:cubicBezTo>
                  <a:cubicBezTo>
                    <a:pt x="2098" y="1190"/>
                    <a:pt x="2105" y="1204"/>
                    <a:pt x="2112" y="1218"/>
                  </a:cubicBezTo>
                  <a:cubicBezTo>
                    <a:pt x="2125" y="1245"/>
                    <a:pt x="2138" y="1272"/>
                    <a:pt x="2141" y="1301"/>
                  </a:cubicBezTo>
                  <a:cubicBezTo>
                    <a:pt x="2145" y="1335"/>
                    <a:pt x="2137" y="1366"/>
                    <a:pt x="2117" y="1394"/>
                  </a:cubicBezTo>
                  <a:cubicBezTo>
                    <a:pt x="2101" y="1416"/>
                    <a:pt x="2081" y="1434"/>
                    <a:pt x="2057" y="1448"/>
                  </a:cubicBezTo>
                  <a:cubicBezTo>
                    <a:pt x="2024" y="1468"/>
                    <a:pt x="1994" y="1490"/>
                    <a:pt x="1968" y="1518"/>
                  </a:cubicBezTo>
                  <a:cubicBezTo>
                    <a:pt x="1936" y="1555"/>
                    <a:pt x="1915" y="1597"/>
                    <a:pt x="1905" y="1645"/>
                  </a:cubicBezTo>
                  <a:cubicBezTo>
                    <a:pt x="1900" y="1671"/>
                    <a:pt x="1898" y="1696"/>
                    <a:pt x="1897" y="1722"/>
                  </a:cubicBezTo>
                  <a:cubicBezTo>
                    <a:pt x="1896" y="1756"/>
                    <a:pt x="1890" y="1790"/>
                    <a:pt x="1870" y="1820"/>
                  </a:cubicBezTo>
                  <a:cubicBezTo>
                    <a:pt x="1850" y="1851"/>
                    <a:pt x="1820" y="1870"/>
                    <a:pt x="1784" y="1879"/>
                  </a:cubicBezTo>
                  <a:cubicBezTo>
                    <a:pt x="1764" y="1884"/>
                    <a:pt x="1743" y="1886"/>
                    <a:pt x="1722" y="1886"/>
                  </a:cubicBezTo>
                  <a:cubicBezTo>
                    <a:pt x="1671" y="1887"/>
                    <a:pt x="1621" y="1897"/>
                    <a:pt x="1576" y="1923"/>
                  </a:cubicBezTo>
                  <a:cubicBezTo>
                    <a:pt x="1546" y="1939"/>
                    <a:pt x="1519" y="1960"/>
                    <a:pt x="1498" y="1987"/>
                  </a:cubicBezTo>
                  <a:cubicBezTo>
                    <a:pt x="1481" y="2010"/>
                    <a:pt x="1465" y="2034"/>
                    <a:pt x="1449" y="2057"/>
                  </a:cubicBezTo>
                  <a:cubicBezTo>
                    <a:pt x="1428" y="2087"/>
                    <a:pt x="1402" y="2111"/>
                    <a:pt x="1367" y="2123"/>
                  </a:cubicBezTo>
                  <a:cubicBezTo>
                    <a:pt x="1334" y="2134"/>
                    <a:pt x="1302" y="2130"/>
                    <a:pt x="1271" y="2118"/>
                  </a:cubicBezTo>
                  <a:cubicBezTo>
                    <a:pt x="1253" y="2112"/>
                    <a:pt x="1237" y="2103"/>
                    <a:pt x="1220" y="2095"/>
                  </a:cubicBezTo>
                  <a:cubicBezTo>
                    <a:pt x="1189" y="2080"/>
                    <a:pt x="1158" y="2066"/>
                    <a:pt x="1123" y="2062"/>
                  </a:cubicBezTo>
                  <a:cubicBezTo>
                    <a:pt x="1106" y="2059"/>
                    <a:pt x="1088" y="2058"/>
                    <a:pt x="1071" y="2057"/>
                  </a:cubicBezTo>
                  <a:cubicBezTo>
                    <a:pt x="1035" y="2057"/>
                    <a:pt x="1000" y="2065"/>
                    <a:pt x="967" y="2079"/>
                  </a:cubicBezTo>
                  <a:cubicBezTo>
                    <a:pt x="945" y="2088"/>
                    <a:pt x="924" y="2100"/>
                    <a:pt x="903" y="2110"/>
                  </a:cubicBezTo>
                  <a:cubicBezTo>
                    <a:pt x="879" y="2121"/>
                    <a:pt x="853" y="2129"/>
                    <a:pt x="827" y="2129"/>
                  </a:cubicBezTo>
                  <a:cubicBezTo>
                    <a:pt x="795" y="2129"/>
                    <a:pt x="767" y="2119"/>
                    <a:pt x="743" y="2100"/>
                  </a:cubicBezTo>
                  <a:cubicBezTo>
                    <a:pt x="718" y="2080"/>
                    <a:pt x="700" y="2054"/>
                    <a:pt x="683" y="2028"/>
                  </a:cubicBezTo>
                  <a:cubicBezTo>
                    <a:pt x="665" y="1997"/>
                    <a:pt x="641" y="1970"/>
                    <a:pt x="612" y="1947"/>
                  </a:cubicBezTo>
                  <a:cubicBezTo>
                    <a:pt x="576" y="1918"/>
                    <a:pt x="535" y="1901"/>
                    <a:pt x="490" y="1892"/>
                  </a:cubicBezTo>
                  <a:cubicBezTo>
                    <a:pt x="476" y="1889"/>
                    <a:pt x="461" y="1888"/>
                    <a:pt x="447" y="1887"/>
                  </a:cubicBezTo>
                  <a:cubicBezTo>
                    <a:pt x="417" y="1885"/>
                    <a:pt x="387" y="1885"/>
                    <a:pt x="358" y="1876"/>
                  </a:cubicBezTo>
                  <a:cubicBezTo>
                    <a:pt x="324" y="1865"/>
                    <a:pt x="297" y="1846"/>
                    <a:pt x="279" y="1816"/>
                  </a:cubicBezTo>
                  <a:cubicBezTo>
                    <a:pt x="266" y="1793"/>
                    <a:pt x="258" y="1769"/>
                    <a:pt x="256" y="1744"/>
                  </a:cubicBezTo>
                  <a:cubicBezTo>
                    <a:pt x="255" y="1728"/>
                    <a:pt x="254" y="1712"/>
                    <a:pt x="253" y="1696"/>
                  </a:cubicBezTo>
                  <a:cubicBezTo>
                    <a:pt x="250" y="1637"/>
                    <a:pt x="233" y="1582"/>
                    <a:pt x="196" y="1534"/>
                  </a:cubicBezTo>
                  <a:cubicBezTo>
                    <a:pt x="170" y="1501"/>
                    <a:pt x="138" y="1474"/>
                    <a:pt x="102" y="1453"/>
                  </a:cubicBezTo>
                  <a:cubicBezTo>
                    <a:pt x="73" y="1436"/>
                    <a:pt x="47" y="1415"/>
                    <a:pt x="29" y="1386"/>
                  </a:cubicBezTo>
                  <a:cubicBezTo>
                    <a:pt x="16" y="1365"/>
                    <a:pt x="9" y="1343"/>
                    <a:pt x="10" y="1319"/>
                  </a:cubicBezTo>
                  <a:close/>
                  <a:moveTo>
                    <a:pt x="1076" y="1920"/>
                  </a:moveTo>
                  <a:cubicBezTo>
                    <a:pt x="1129" y="1920"/>
                    <a:pt x="1182" y="1916"/>
                    <a:pt x="1235" y="1906"/>
                  </a:cubicBezTo>
                  <a:cubicBezTo>
                    <a:pt x="1393" y="1875"/>
                    <a:pt x="1534" y="1807"/>
                    <a:pt x="1652" y="1698"/>
                  </a:cubicBezTo>
                  <a:cubicBezTo>
                    <a:pt x="1832" y="1532"/>
                    <a:pt x="1927" y="1326"/>
                    <a:pt x="1932" y="1080"/>
                  </a:cubicBezTo>
                  <a:cubicBezTo>
                    <a:pt x="1933" y="1005"/>
                    <a:pt x="1925" y="932"/>
                    <a:pt x="1906" y="860"/>
                  </a:cubicBezTo>
                  <a:cubicBezTo>
                    <a:pt x="1804" y="460"/>
                    <a:pt x="1419" y="176"/>
                    <a:pt x="982" y="223"/>
                  </a:cubicBezTo>
                  <a:cubicBezTo>
                    <a:pt x="879" y="234"/>
                    <a:pt x="781" y="264"/>
                    <a:pt x="688" y="311"/>
                  </a:cubicBezTo>
                  <a:cubicBezTo>
                    <a:pt x="378" y="467"/>
                    <a:pt x="194" y="796"/>
                    <a:pt x="223" y="1140"/>
                  </a:cubicBezTo>
                  <a:cubicBezTo>
                    <a:pt x="229" y="1209"/>
                    <a:pt x="242" y="1275"/>
                    <a:pt x="265" y="1340"/>
                  </a:cubicBezTo>
                  <a:cubicBezTo>
                    <a:pt x="382" y="1687"/>
                    <a:pt x="708" y="1919"/>
                    <a:pt x="1076" y="1920"/>
                  </a:cubicBezTo>
                  <a:close/>
                </a:path>
              </a:pathLst>
            </a:custGeom>
            <a:solidFill>
              <a:srgbClr val="A5AFB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352DFCF-6046-45B8-AD67-7DC24E0188EF}"/>
                </a:ext>
              </a:extLst>
            </p:cNvPr>
            <p:cNvSpPr/>
            <p:nvPr/>
          </p:nvSpPr>
          <p:spPr>
            <a:xfrm>
              <a:off x="5528583" y="800477"/>
              <a:ext cx="1129117" cy="1129119"/>
            </a:xfrm>
            <a:prstGeom prst="ellipse">
              <a:avLst/>
            </a:prstGeom>
            <a:solidFill>
              <a:srgbClr val="4F66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FBB8C936-F663-4CCB-8569-75A096945D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8684" y="761229"/>
              <a:ext cx="1177553" cy="1185817"/>
            </a:xfrm>
            <a:custGeom>
              <a:avLst/>
              <a:gdLst>
                <a:gd name="T0" fmla="*/ 882 w 1739"/>
                <a:gd name="T1" fmla="*/ 1744 h 1752"/>
                <a:gd name="T2" fmla="*/ 71 w 1739"/>
                <a:gd name="T3" fmla="*/ 1164 h 1752"/>
                <a:gd name="T4" fmla="*/ 29 w 1739"/>
                <a:gd name="T5" fmla="*/ 964 h 1752"/>
                <a:gd name="T6" fmla="*/ 494 w 1739"/>
                <a:gd name="T7" fmla="*/ 135 h 1752"/>
                <a:gd name="T8" fmla="*/ 788 w 1739"/>
                <a:gd name="T9" fmla="*/ 47 h 1752"/>
                <a:gd name="T10" fmla="*/ 1712 w 1739"/>
                <a:gd name="T11" fmla="*/ 684 h 1752"/>
                <a:gd name="T12" fmla="*/ 1738 w 1739"/>
                <a:gd name="T13" fmla="*/ 904 h 1752"/>
                <a:gd name="T14" fmla="*/ 1458 w 1739"/>
                <a:gd name="T15" fmla="*/ 1522 h 1752"/>
                <a:gd name="T16" fmla="*/ 1041 w 1739"/>
                <a:gd name="T17" fmla="*/ 1730 h 1752"/>
                <a:gd name="T18" fmla="*/ 882 w 1739"/>
                <a:gd name="T19" fmla="*/ 1744 h 1752"/>
                <a:gd name="T20" fmla="*/ 1718 w 1739"/>
                <a:gd name="T21" fmla="*/ 893 h 1752"/>
                <a:gd name="T22" fmla="*/ 1712 w 1739"/>
                <a:gd name="T23" fmla="*/ 806 h 1752"/>
                <a:gd name="T24" fmla="*/ 1660 w 1739"/>
                <a:gd name="T25" fmla="*/ 592 h 1752"/>
                <a:gd name="T26" fmla="*/ 929 w 1739"/>
                <a:gd name="T27" fmla="*/ 64 h 1752"/>
                <a:gd name="T28" fmla="*/ 566 w 1739"/>
                <a:gd name="T29" fmla="*/ 125 h 1752"/>
                <a:gd name="T30" fmla="*/ 52 w 1739"/>
                <a:gd name="T31" fmla="*/ 988 h 1752"/>
                <a:gd name="T32" fmla="*/ 105 w 1739"/>
                <a:gd name="T33" fmla="*/ 1198 h 1752"/>
                <a:gd name="T34" fmla="*/ 954 w 1739"/>
                <a:gd name="T35" fmla="*/ 1720 h 1752"/>
                <a:gd name="T36" fmla="*/ 1196 w 1739"/>
                <a:gd name="T37" fmla="*/ 1662 h 1752"/>
                <a:gd name="T38" fmla="*/ 1718 w 1739"/>
                <a:gd name="T39" fmla="*/ 893 h 1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39" h="1752">
                  <a:moveTo>
                    <a:pt x="882" y="1744"/>
                  </a:moveTo>
                  <a:cubicBezTo>
                    <a:pt x="514" y="1743"/>
                    <a:pt x="188" y="1511"/>
                    <a:pt x="71" y="1164"/>
                  </a:cubicBezTo>
                  <a:cubicBezTo>
                    <a:pt x="48" y="1099"/>
                    <a:pt x="35" y="1033"/>
                    <a:pt x="29" y="964"/>
                  </a:cubicBezTo>
                  <a:cubicBezTo>
                    <a:pt x="0" y="620"/>
                    <a:pt x="184" y="291"/>
                    <a:pt x="494" y="135"/>
                  </a:cubicBezTo>
                  <a:cubicBezTo>
                    <a:pt x="587" y="88"/>
                    <a:pt x="685" y="58"/>
                    <a:pt x="788" y="47"/>
                  </a:cubicBezTo>
                  <a:cubicBezTo>
                    <a:pt x="1225" y="0"/>
                    <a:pt x="1610" y="284"/>
                    <a:pt x="1712" y="684"/>
                  </a:cubicBezTo>
                  <a:cubicBezTo>
                    <a:pt x="1731" y="756"/>
                    <a:pt x="1739" y="829"/>
                    <a:pt x="1738" y="904"/>
                  </a:cubicBezTo>
                  <a:cubicBezTo>
                    <a:pt x="1733" y="1150"/>
                    <a:pt x="1638" y="1356"/>
                    <a:pt x="1458" y="1522"/>
                  </a:cubicBezTo>
                  <a:cubicBezTo>
                    <a:pt x="1340" y="1631"/>
                    <a:pt x="1199" y="1699"/>
                    <a:pt x="1041" y="1730"/>
                  </a:cubicBezTo>
                  <a:cubicBezTo>
                    <a:pt x="988" y="1740"/>
                    <a:pt x="935" y="1744"/>
                    <a:pt x="882" y="1744"/>
                  </a:cubicBezTo>
                  <a:close/>
                  <a:moveTo>
                    <a:pt x="1718" y="893"/>
                  </a:moveTo>
                  <a:cubicBezTo>
                    <a:pt x="1716" y="864"/>
                    <a:pt x="1715" y="835"/>
                    <a:pt x="1712" y="806"/>
                  </a:cubicBezTo>
                  <a:cubicBezTo>
                    <a:pt x="1704" y="732"/>
                    <a:pt x="1687" y="661"/>
                    <a:pt x="1660" y="592"/>
                  </a:cubicBezTo>
                  <a:cubicBezTo>
                    <a:pt x="1543" y="291"/>
                    <a:pt x="1251" y="80"/>
                    <a:pt x="929" y="64"/>
                  </a:cubicBezTo>
                  <a:cubicBezTo>
                    <a:pt x="803" y="58"/>
                    <a:pt x="682" y="77"/>
                    <a:pt x="566" y="125"/>
                  </a:cubicBezTo>
                  <a:cubicBezTo>
                    <a:pt x="225" y="263"/>
                    <a:pt x="8" y="613"/>
                    <a:pt x="52" y="988"/>
                  </a:cubicBezTo>
                  <a:cubicBezTo>
                    <a:pt x="60" y="1061"/>
                    <a:pt x="78" y="1131"/>
                    <a:pt x="105" y="1198"/>
                  </a:cubicBezTo>
                  <a:cubicBezTo>
                    <a:pt x="241" y="1540"/>
                    <a:pt x="586" y="1752"/>
                    <a:pt x="954" y="1720"/>
                  </a:cubicBezTo>
                  <a:cubicBezTo>
                    <a:pt x="1038" y="1713"/>
                    <a:pt x="1119" y="1694"/>
                    <a:pt x="1196" y="1662"/>
                  </a:cubicBezTo>
                  <a:cubicBezTo>
                    <a:pt x="1511" y="1534"/>
                    <a:pt x="1717" y="1230"/>
                    <a:pt x="1718" y="893"/>
                  </a:cubicBezTo>
                  <a:close/>
                </a:path>
              </a:pathLst>
            </a:custGeom>
            <a:solidFill>
              <a:srgbClr val="F4F1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8CD42975-AE95-40E7-8C07-7963FF89E02B}"/>
                </a:ext>
              </a:extLst>
            </p:cNvPr>
            <p:cNvGrpSpPr/>
            <p:nvPr/>
          </p:nvGrpSpPr>
          <p:grpSpPr>
            <a:xfrm>
              <a:off x="5606110" y="1033924"/>
              <a:ext cx="980262" cy="813958"/>
              <a:chOff x="1668463" y="4525963"/>
              <a:chExt cx="1506538" cy="1250950"/>
            </a:xfrm>
            <a:solidFill>
              <a:srgbClr val="F4F1EC"/>
            </a:solidFill>
          </p:grpSpPr>
          <p:sp>
            <p:nvSpPr>
              <p:cNvPr id="31" name="Freeform 9">
                <a:extLst>
                  <a:ext uri="{FF2B5EF4-FFF2-40B4-BE49-F238E27FC236}">
                    <a16:creationId xmlns:a16="http://schemas.microsoft.com/office/drawing/2014/main" id="{F446F3FB-98CD-4928-8AA1-0730FCF82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963" y="4525963"/>
                <a:ext cx="1401763" cy="1195388"/>
              </a:xfrm>
              <a:custGeom>
                <a:avLst/>
                <a:gdLst>
                  <a:gd name="T0" fmla="*/ 977 w 1347"/>
                  <a:gd name="T1" fmla="*/ 1059 h 1149"/>
                  <a:gd name="T2" fmla="*/ 1027 w 1347"/>
                  <a:gd name="T3" fmla="*/ 1029 h 1149"/>
                  <a:gd name="T4" fmla="*/ 1069 w 1347"/>
                  <a:gd name="T5" fmla="*/ 997 h 1149"/>
                  <a:gd name="T6" fmla="*/ 1071 w 1347"/>
                  <a:gd name="T7" fmla="*/ 996 h 1149"/>
                  <a:gd name="T8" fmla="*/ 1147 w 1347"/>
                  <a:gd name="T9" fmla="*/ 923 h 1149"/>
                  <a:gd name="T10" fmla="*/ 1150 w 1347"/>
                  <a:gd name="T11" fmla="*/ 919 h 1149"/>
                  <a:gd name="T12" fmla="*/ 1151 w 1347"/>
                  <a:gd name="T13" fmla="*/ 918 h 1149"/>
                  <a:gd name="T14" fmla="*/ 1159 w 1347"/>
                  <a:gd name="T15" fmla="*/ 909 h 1149"/>
                  <a:gd name="T16" fmla="*/ 1214 w 1347"/>
                  <a:gd name="T17" fmla="*/ 834 h 1149"/>
                  <a:gd name="T18" fmla="*/ 1216 w 1347"/>
                  <a:gd name="T19" fmla="*/ 829 h 1149"/>
                  <a:gd name="T20" fmla="*/ 1216 w 1347"/>
                  <a:gd name="T21" fmla="*/ 829 h 1149"/>
                  <a:gd name="T22" fmla="*/ 1220 w 1347"/>
                  <a:gd name="T23" fmla="*/ 823 h 1149"/>
                  <a:gd name="T24" fmla="*/ 1305 w 1347"/>
                  <a:gd name="T25" fmla="*/ 570 h 1149"/>
                  <a:gd name="T26" fmla="*/ 1190 w 1347"/>
                  <a:gd name="T27" fmla="*/ 124 h 1149"/>
                  <a:gd name="T28" fmla="*/ 1178 w 1347"/>
                  <a:gd name="T29" fmla="*/ 117 h 1149"/>
                  <a:gd name="T30" fmla="*/ 1131 w 1347"/>
                  <a:gd name="T31" fmla="*/ 103 h 1149"/>
                  <a:gd name="T32" fmla="*/ 1082 w 1347"/>
                  <a:gd name="T33" fmla="*/ 31 h 1149"/>
                  <a:gd name="T34" fmla="*/ 1079 w 1347"/>
                  <a:gd name="T35" fmla="*/ 1 h 1149"/>
                  <a:gd name="T36" fmla="*/ 1132 w 1347"/>
                  <a:gd name="T37" fmla="*/ 13 h 1149"/>
                  <a:gd name="T38" fmla="*/ 1187 w 1347"/>
                  <a:gd name="T39" fmla="*/ 89 h 1149"/>
                  <a:gd name="T40" fmla="*/ 1189 w 1347"/>
                  <a:gd name="T41" fmla="*/ 97 h 1149"/>
                  <a:gd name="T42" fmla="*/ 1203 w 1347"/>
                  <a:gd name="T43" fmla="*/ 137 h 1149"/>
                  <a:gd name="T44" fmla="*/ 1309 w 1347"/>
                  <a:gd name="T45" fmla="*/ 417 h 1149"/>
                  <a:gd name="T46" fmla="*/ 863 w 1347"/>
                  <a:gd name="T47" fmla="*/ 1114 h 1149"/>
                  <a:gd name="T48" fmla="*/ 617 w 1347"/>
                  <a:gd name="T49" fmla="*/ 1144 h 1149"/>
                  <a:gd name="T50" fmla="*/ 39 w 1347"/>
                  <a:gd name="T51" fmla="*/ 688 h 1149"/>
                  <a:gd name="T52" fmla="*/ 11 w 1347"/>
                  <a:gd name="T53" fmla="*/ 459 h 1149"/>
                  <a:gd name="T54" fmla="*/ 129 w 1347"/>
                  <a:gd name="T55" fmla="*/ 124 h 1149"/>
                  <a:gd name="T56" fmla="*/ 134 w 1347"/>
                  <a:gd name="T57" fmla="*/ 108 h 1149"/>
                  <a:gd name="T58" fmla="*/ 140 w 1347"/>
                  <a:gd name="T59" fmla="*/ 74 h 1149"/>
                  <a:gd name="T60" fmla="*/ 221 w 1347"/>
                  <a:gd name="T61" fmla="*/ 4 h 1149"/>
                  <a:gd name="T62" fmla="*/ 244 w 1347"/>
                  <a:gd name="T63" fmla="*/ 0 h 1149"/>
                  <a:gd name="T64" fmla="*/ 239 w 1347"/>
                  <a:gd name="T65" fmla="*/ 42 h 1149"/>
                  <a:gd name="T66" fmla="*/ 154 w 1347"/>
                  <a:gd name="T67" fmla="*/ 116 h 1149"/>
                  <a:gd name="T68" fmla="*/ 127 w 1347"/>
                  <a:gd name="T69" fmla="*/ 134 h 1149"/>
                  <a:gd name="T70" fmla="*/ 20 w 1347"/>
                  <a:gd name="T71" fmla="*/ 409 h 1149"/>
                  <a:gd name="T72" fmla="*/ 103 w 1347"/>
                  <a:gd name="T73" fmla="*/ 823 h 1149"/>
                  <a:gd name="T74" fmla="*/ 108 w 1347"/>
                  <a:gd name="T75" fmla="*/ 829 h 1149"/>
                  <a:gd name="T76" fmla="*/ 107 w 1347"/>
                  <a:gd name="T77" fmla="*/ 829 h 1149"/>
                  <a:gd name="T78" fmla="*/ 129 w 1347"/>
                  <a:gd name="T79" fmla="*/ 863 h 1149"/>
                  <a:gd name="T80" fmla="*/ 174 w 1347"/>
                  <a:gd name="T81" fmla="*/ 921 h 1149"/>
                  <a:gd name="T82" fmla="*/ 174 w 1347"/>
                  <a:gd name="T83" fmla="*/ 920 h 1149"/>
                  <a:gd name="T84" fmla="*/ 251 w 1347"/>
                  <a:gd name="T85" fmla="*/ 995 h 1149"/>
                  <a:gd name="T86" fmla="*/ 253 w 1347"/>
                  <a:gd name="T87" fmla="*/ 997 h 1149"/>
                  <a:gd name="T88" fmla="*/ 253 w 1347"/>
                  <a:gd name="T89" fmla="*/ 997 h 1149"/>
                  <a:gd name="T90" fmla="*/ 338 w 1347"/>
                  <a:gd name="T91" fmla="*/ 1055 h 1149"/>
                  <a:gd name="T92" fmla="*/ 346 w 1347"/>
                  <a:gd name="T93" fmla="*/ 1059 h 1149"/>
                  <a:gd name="T94" fmla="*/ 346 w 1347"/>
                  <a:gd name="T95" fmla="*/ 1059 h 1149"/>
                  <a:gd name="T96" fmla="*/ 428 w 1347"/>
                  <a:gd name="T97" fmla="*/ 1098 h 1149"/>
                  <a:gd name="T98" fmla="*/ 451 w 1347"/>
                  <a:gd name="T99" fmla="*/ 1106 h 1149"/>
                  <a:gd name="T100" fmla="*/ 451 w 1347"/>
                  <a:gd name="T101" fmla="*/ 1106 h 1149"/>
                  <a:gd name="T102" fmla="*/ 523 w 1347"/>
                  <a:gd name="T103" fmla="*/ 1127 h 1149"/>
                  <a:gd name="T104" fmla="*/ 561 w 1347"/>
                  <a:gd name="T105" fmla="*/ 1133 h 1149"/>
                  <a:gd name="T106" fmla="*/ 560 w 1347"/>
                  <a:gd name="T107" fmla="*/ 1133 h 1149"/>
                  <a:gd name="T108" fmla="*/ 694 w 1347"/>
                  <a:gd name="T109" fmla="*/ 1141 h 1149"/>
                  <a:gd name="T110" fmla="*/ 864 w 1347"/>
                  <a:gd name="T111" fmla="*/ 1109 h 1149"/>
                  <a:gd name="T112" fmla="*/ 872 w 1347"/>
                  <a:gd name="T113" fmla="*/ 1106 h 1149"/>
                  <a:gd name="T114" fmla="*/ 872 w 1347"/>
                  <a:gd name="T115" fmla="*/ 1106 h 1149"/>
                  <a:gd name="T116" fmla="*/ 947 w 1347"/>
                  <a:gd name="T117" fmla="*/ 1075 h 1149"/>
                  <a:gd name="T118" fmla="*/ 977 w 1347"/>
                  <a:gd name="T119" fmla="*/ 1059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47" h="1149">
                    <a:moveTo>
                      <a:pt x="977" y="1059"/>
                    </a:moveTo>
                    <a:cubicBezTo>
                      <a:pt x="994" y="1049"/>
                      <a:pt x="1011" y="1040"/>
                      <a:pt x="1027" y="1029"/>
                    </a:cubicBezTo>
                    <a:cubicBezTo>
                      <a:pt x="1042" y="1019"/>
                      <a:pt x="1055" y="1008"/>
                      <a:pt x="1069" y="997"/>
                    </a:cubicBezTo>
                    <a:cubicBezTo>
                      <a:pt x="1070" y="997"/>
                      <a:pt x="1071" y="996"/>
                      <a:pt x="1071" y="996"/>
                    </a:cubicBezTo>
                    <a:cubicBezTo>
                      <a:pt x="1099" y="974"/>
                      <a:pt x="1124" y="950"/>
                      <a:pt x="1147" y="923"/>
                    </a:cubicBezTo>
                    <a:cubicBezTo>
                      <a:pt x="1148" y="922"/>
                      <a:pt x="1149" y="921"/>
                      <a:pt x="1150" y="919"/>
                    </a:cubicBezTo>
                    <a:cubicBezTo>
                      <a:pt x="1150" y="919"/>
                      <a:pt x="1150" y="919"/>
                      <a:pt x="1151" y="918"/>
                    </a:cubicBezTo>
                    <a:cubicBezTo>
                      <a:pt x="1154" y="915"/>
                      <a:pt x="1157" y="913"/>
                      <a:pt x="1159" y="909"/>
                    </a:cubicBezTo>
                    <a:cubicBezTo>
                      <a:pt x="1178" y="884"/>
                      <a:pt x="1196" y="859"/>
                      <a:pt x="1214" y="834"/>
                    </a:cubicBezTo>
                    <a:cubicBezTo>
                      <a:pt x="1215" y="833"/>
                      <a:pt x="1215" y="831"/>
                      <a:pt x="1216" y="829"/>
                    </a:cubicBezTo>
                    <a:cubicBezTo>
                      <a:pt x="1216" y="829"/>
                      <a:pt x="1216" y="829"/>
                      <a:pt x="1216" y="829"/>
                    </a:cubicBezTo>
                    <a:cubicBezTo>
                      <a:pt x="1217" y="827"/>
                      <a:pt x="1219" y="825"/>
                      <a:pt x="1220" y="823"/>
                    </a:cubicBezTo>
                    <a:cubicBezTo>
                      <a:pt x="1267" y="745"/>
                      <a:pt x="1296" y="660"/>
                      <a:pt x="1305" y="570"/>
                    </a:cubicBezTo>
                    <a:cubicBezTo>
                      <a:pt x="1323" y="407"/>
                      <a:pt x="1284" y="258"/>
                      <a:pt x="1190" y="124"/>
                    </a:cubicBezTo>
                    <a:cubicBezTo>
                      <a:pt x="1187" y="120"/>
                      <a:pt x="1183" y="118"/>
                      <a:pt x="1178" y="117"/>
                    </a:cubicBezTo>
                    <a:cubicBezTo>
                      <a:pt x="1161" y="116"/>
                      <a:pt x="1145" y="111"/>
                      <a:pt x="1131" y="103"/>
                    </a:cubicBezTo>
                    <a:cubicBezTo>
                      <a:pt x="1101" y="88"/>
                      <a:pt x="1087" y="62"/>
                      <a:pt x="1082" y="31"/>
                    </a:cubicBezTo>
                    <a:cubicBezTo>
                      <a:pt x="1080" y="21"/>
                      <a:pt x="1080" y="11"/>
                      <a:pt x="1079" y="1"/>
                    </a:cubicBezTo>
                    <a:cubicBezTo>
                      <a:pt x="1098" y="2"/>
                      <a:pt x="1116" y="6"/>
                      <a:pt x="1132" y="13"/>
                    </a:cubicBezTo>
                    <a:cubicBezTo>
                      <a:pt x="1165" y="27"/>
                      <a:pt x="1181" y="54"/>
                      <a:pt x="1187" y="89"/>
                    </a:cubicBezTo>
                    <a:cubicBezTo>
                      <a:pt x="1188" y="92"/>
                      <a:pt x="1189" y="94"/>
                      <a:pt x="1189" y="97"/>
                    </a:cubicBezTo>
                    <a:cubicBezTo>
                      <a:pt x="1187" y="112"/>
                      <a:pt x="1195" y="124"/>
                      <a:pt x="1203" y="137"/>
                    </a:cubicBezTo>
                    <a:cubicBezTo>
                      <a:pt x="1261" y="222"/>
                      <a:pt x="1296" y="315"/>
                      <a:pt x="1309" y="417"/>
                    </a:cubicBezTo>
                    <a:cubicBezTo>
                      <a:pt x="1347" y="726"/>
                      <a:pt x="1160" y="1019"/>
                      <a:pt x="863" y="1114"/>
                    </a:cubicBezTo>
                    <a:cubicBezTo>
                      <a:pt x="783" y="1140"/>
                      <a:pt x="701" y="1149"/>
                      <a:pt x="617" y="1144"/>
                    </a:cubicBezTo>
                    <a:cubicBezTo>
                      <a:pt x="351" y="1127"/>
                      <a:pt x="118" y="943"/>
                      <a:pt x="39" y="688"/>
                    </a:cubicBezTo>
                    <a:cubicBezTo>
                      <a:pt x="16" y="613"/>
                      <a:pt x="6" y="537"/>
                      <a:pt x="11" y="459"/>
                    </a:cubicBezTo>
                    <a:cubicBezTo>
                      <a:pt x="18" y="336"/>
                      <a:pt x="58" y="224"/>
                      <a:pt x="129" y="124"/>
                    </a:cubicBezTo>
                    <a:cubicBezTo>
                      <a:pt x="132" y="119"/>
                      <a:pt x="134" y="114"/>
                      <a:pt x="134" y="108"/>
                    </a:cubicBezTo>
                    <a:cubicBezTo>
                      <a:pt x="135" y="97"/>
                      <a:pt x="137" y="85"/>
                      <a:pt x="140" y="74"/>
                    </a:cubicBezTo>
                    <a:cubicBezTo>
                      <a:pt x="151" y="33"/>
                      <a:pt x="181" y="12"/>
                      <a:pt x="221" y="4"/>
                    </a:cubicBezTo>
                    <a:cubicBezTo>
                      <a:pt x="228" y="2"/>
                      <a:pt x="235" y="1"/>
                      <a:pt x="244" y="0"/>
                    </a:cubicBezTo>
                    <a:cubicBezTo>
                      <a:pt x="244" y="15"/>
                      <a:pt x="242" y="29"/>
                      <a:pt x="239" y="42"/>
                    </a:cubicBezTo>
                    <a:cubicBezTo>
                      <a:pt x="228" y="86"/>
                      <a:pt x="197" y="109"/>
                      <a:pt x="154" y="116"/>
                    </a:cubicBezTo>
                    <a:cubicBezTo>
                      <a:pt x="141" y="118"/>
                      <a:pt x="134" y="123"/>
                      <a:pt x="127" y="134"/>
                    </a:cubicBezTo>
                    <a:cubicBezTo>
                      <a:pt x="70" y="217"/>
                      <a:pt x="33" y="309"/>
                      <a:pt x="20" y="409"/>
                    </a:cubicBezTo>
                    <a:cubicBezTo>
                      <a:pt x="0" y="556"/>
                      <a:pt x="28" y="694"/>
                      <a:pt x="103" y="823"/>
                    </a:cubicBezTo>
                    <a:cubicBezTo>
                      <a:pt x="104" y="825"/>
                      <a:pt x="106" y="827"/>
                      <a:pt x="108" y="829"/>
                    </a:cubicBezTo>
                    <a:cubicBezTo>
                      <a:pt x="107" y="829"/>
                      <a:pt x="107" y="829"/>
                      <a:pt x="107" y="829"/>
                    </a:cubicBezTo>
                    <a:cubicBezTo>
                      <a:pt x="115" y="841"/>
                      <a:pt x="121" y="853"/>
                      <a:pt x="129" y="863"/>
                    </a:cubicBezTo>
                    <a:cubicBezTo>
                      <a:pt x="144" y="883"/>
                      <a:pt x="159" y="902"/>
                      <a:pt x="174" y="921"/>
                    </a:cubicBezTo>
                    <a:cubicBezTo>
                      <a:pt x="174" y="920"/>
                      <a:pt x="174" y="920"/>
                      <a:pt x="174" y="920"/>
                    </a:cubicBezTo>
                    <a:cubicBezTo>
                      <a:pt x="197" y="948"/>
                      <a:pt x="223" y="972"/>
                      <a:pt x="251" y="995"/>
                    </a:cubicBezTo>
                    <a:cubicBezTo>
                      <a:pt x="251" y="995"/>
                      <a:pt x="252" y="996"/>
                      <a:pt x="253" y="997"/>
                    </a:cubicBezTo>
                    <a:cubicBezTo>
                      <a:pt x="253" y="997"/>
                      <a:pt x="253" y="997"/>
                      <a:pt x="253" y="997"/>
                    </a:cubicBezTo>
                    <a:cubicBezTo>
                      <a:pt x="282" y="1016"/>
                      <a:pt x="310" y="1036"/>
                      <a:pt x="338" y="1055"/>
                    </a:cubicBezTo>
                    <a:cubicBezTo>
                      <a:pt x="341" y="1057"/>
                      <a:pt x="344" y="1058"/>
                      <a:pt x="346" y="1059"/>
                    </a:cubicBezTo>
                    <a:cubicBezTo>
                      <a:pt x="346" y="1059"/>
                      <a:pt x="346" y="1059"/>
                      <a:pt x="346" y="1059"/>
                    </a:cubicBezTo>
                    <a:cubicBezTo>
                      <a:pt x="373" y="1072"/>
                      <a:pt x="400" y="1085"/>
                      <a:pt x="428" y="1098"/>
                    </a:cubicBezTo>
                    <a:cubicBezTo>
                      <a:pt x="435" y="1101"/>
                      <a:pt x="443" y="1103"/>
                      <a:pt x="451" y="1106"/>
                    </a:cubicBezTo>
                    <a:cubicBezTo>
                      <a:pt x="451" y="1106"/>
                      <a:pt x="451" y="1106"/>
                      <a:pt x="451" y="1106"/>
                    </a:cubicBezTo>
                    <a:cubicBezTo>
                      <a:pt x="475" y="1113"/>
                      <a:pt x="499" y="1120"/>
                      <a:pt x="523" y="1127"/>
                    </a:cubicBezTo>
                    <a:cubicBezTo>
                      <a:pt x="536" y="1130"/>
                      <a:pt x="548" y="1131"/>
                      <a:pt x="561" y="1133"/>
                    </a:cubicBezTo>
                    <a:cubicBezTo>
                      <a:pt x="560" y="1133"/>
                      <a:pt x="560" y="1133"/>
                      <a:pt x="560" y="1133"/>
                    </a:cubicBezTo>
                    <a:cubicBezTo>
                      <a:pt x="605" y="1141"/>
                      <a:pt x="649" y="1143"/>
                      <a:pt x="694" y="1141"/>
                    </a:cubicBezTo>
                    <a:cubicBezTo>
                      <a:pt x="752" y="1138"/>
                      <a:pt x="808" y="1128"/>
                      <a:pt x="864" y="1109"/>
                    </a:cubicBezTo>
                    <a:cubicBezTo>
                      <a:pt x="867" y="1108"/>
                      <a:pt x="869" y="1107"/>
                      <a:pt x="872" y="1106"/>
                    </a:cubicBezTo>
                    <a:cubicBezTo>
                      <a:pt x="872" y="1106"/>
                      <a:pt x="872" y="1106"/>
                      <a:pt x="872" y="1106"/>
                    </a:cubicBezTo>
                    <a:cubicBezTo>
                      <a:pt x="897" y="1096"/>
                      <a:pt x="922" y="1086"/>
                      <a:pt x="947" y="1075"/>
                    </a:cubicBezTo>
                    <a:cubicBezTo>
                      <a:pt x="957" y="1071"/>
                      <a:pt x="967" y="1065"/>
                      <a:pt x="977" y="10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17">
                <a:extLst>
                  <a:ext uri="{FF2B5EF4-FFF2-40B4-BE49-F238E27FC236}">
                    <a16:creationId xmlns:a16="http://schemas.microsoft.com/office/drawing/2014/main" id="{E3C69DD1-0886-4A0D-A05B-559D4302A6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113" y="5224463"/>
                <a:ext cx="85725" cy="73025"/>
              </a:xfrm>
              <a:custGeom>
                <a:avLst/>
                <a:gdLst>
                  <a:gd name="T0" fmla="*/ 83 w 83"/>
                  <a:gd name="T1" fmla="*/ 11 h 70"/>
                  <a:gd name="T2" fmla="*/ 0 w 83"/>
                  <a:gd name="T3" fmla="*/ 58 h 70"/>
                  <a:gd name="T4" fmla="*/ 83 w 83"/>
                  <a:gd name="T5" fmla="*/ 1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0">
                    <a:moveTo>
                      <a:pt x="83" y="11"/>
                    </a:moveTo>
                    <a:cubicBezTo>
                      <a:pt x="72" y="54"/>
                      <a:pt x="37" y="70"/>
                      <a:pt x="0" y="58"/>
                    </a:cubicBezTo>
                    <a:cubicBezTo>
                      <a:pt x="10" y="16"/>
                      <a:pt x="45" y="0"/>
                      <a:pt x="8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18">
                <a:extLst>
                  <a:ext uri="{FF2B5EF4-FFF2-40B4-BE49-F238E27FC236}">
                    <a16:creationId xmlns:a16="http://schemas.microsoft.com/office/drawing/2014/main" id="{87E19EC0-62C7-448B-9591-22D6F7E31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676" y="5197475"/>
                <a:ext cx="74613" cy="85725"/>
              </a:xfrm>
              <a:custGeom>
                <a:avLst/>
                <a:gdLst>
                  <a:gd name="T0" fmla="*/ 58 w 72"/>
                  <a:gd name="T1" fmla="*/ 83 h 83"/>
                  <a:gd name="T2" fmla="*/ 10 w 72"/>
                  <a:gd name="T3" fmla="*/ 0 h 83"/>
                  <a:gd name="T4" fmla="*/ 58 w 72"/>
                  <a:gd name="T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83">
                    <a:moveTo>
                      <a:pt x="58" y="83"/>
                    </a:moveTo>
                    <a:cubicBezTo>
                      <a:pt x="15" y="71"/>
                      <a:pt x="0" y="38"/>
                      <a:pt x="10" y="0"/>
                    </a:cubicBezTo>
                    <a:cubicBezTo>
                      <a:pt x="48" y="5"/>
                      <a:pt x="72" y="46"/>
                      <a:pt x="58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19">
                <a:extLst>
                  <a:ext uri="{FF2B5EF4-FFF2-40B4-BE49-F238E27FC236}">
                    <a16:creationId xmlns:a16="http://schemas.microsoft.com/office/drawing/2014/main" id="{1FF071B5-A240-4E37-AB49-39D3F813B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451" y="5224463"/>
                <a:ext cx="87313" cy="73025"/>
              </a:xfrm>
              <a:custGeom>
                <a:avLst/>
                <a:gdLst>
                  <a:gd name="T0" fmla="*/ 84 w 84"/>
                  <a:gd name="T1" fmla="*/ 59 h 71"/>
                  <a:gd name="T2" fmla="*/ 0 w 84"/>
                  <a:gd name="T3" fmla="*/ 12 h 71"/>
                  <a:gd name="T4" fmla="*/ 84 w 84"/>
                  <a:gd name="T5" fmla="*/ 59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84" y="59"/>
                    </a:moveTo>
                    <a:cubicBezTo>
                      <a:pt x="46" y="71"/>
                      <a:pt x="11" y="55"/>
                      <a:pt x="0" y="12"/>
                    </a:cubicBezTo>
                    <a:cubicBezTo>
                      <a:pt x="38" y="0"/>
                      <a:pt x="73" y="17"/>
                      <a:pt x="84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20">
                <a:extLst>
                  <a:ext uri="{FF2B5EF4-FFF2-40B4-BE49-F238E27FC236}">
                    <a16:creationId xmlns:a16="http://schemas.microsoft.com/office/drawing/2014/main" id="{399C0561-8CE5-4CD4-9BCE-BF2643BE3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6913" y="5462588"/>
                <a:ext cx="60325" cy="100013"/>
              </a:xfrm>
              <a:custGeom>
                <a:avLst/>
                <a:gdLst>
                  <a:gd name="T0" fmla="*/ 27 w 58"/>
                  <a:gd name="T1" fmla="*/ 96 h 96"/>
                  <a:gd name="T2" fmla="*/ 27 w 58"/>
                  <a:gd name="T3" fmla="*/ 96 h 96"/>
                  <a:gd name="T4" fmla="*/ 22 w 58"/>
                  <a:gd name="T5" fmla="*/ 88 h 96"/>
                  <a:gd name="T6" fmla="*/ 29 w 58"/>
                  <a:gd name="T7" fmla="*/ 0 h 96"/>
                  <a:gd name="T8" fmla="*/ 49 w 58"/>
                  <a:gd name="T9" fmla="*/ 66 h 96"/>
                  <a:gd name="T10" fmla="*/ 33 w 58"/>
                  <a:gd name="T11" fmla="*/ 92 h 96"/>
                  <a:gd name="T12" fmla="*/ 27 w 58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96">
                    <a:moveTo>
                      <a:pt x="27" y="96"/>
                    </a:moveTo>
                    <a:cubicBezTo>
                      <a:pt x="27" y="96"/>
                      <a:pt x="27" y="96"/>
                      <a:pt x="27" y="96"/>
                    </a:cubicBezTo>
                    <a:cubicBezTo>
                      <a:pt x="26" y="93"/>
                      <a:pt x="24" y="91"/>
                      <a:pt x="22" y="88"/>
                    </a:cubicBezTo>
                    <a:cubicBezTo>
                      <a:pt x="0" y="59"/>
                      <a:pt x="2" y="25"/>
                      <a:pt x="29" y="0"/>
                    </a:cubicBezTo>
                    <a:cubicBezTo>
                      <a:pt x="47" y="13"/>
                      <a:pt x="58" y="44"/>
                      <a:pt x="49" y="66"/>
                    </a:cubicBezTo>
                    <a:cubicBezTo>
                      <a:pt x="45" y="75"/>
                      <a:pt x="39" y="84"/>
                      <a:pt x="33" y="92"/>
                    </a:cubicBezTo>
                    <a:cubicBezTo>
                      <a:pt x="32" y="94"/>
                      <a:pt x="29" y="95"/>
                      <a:pt x="27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21">
                <a:extLst>
                  <a:ext uri="{FF2B5EF4-FFF2-40B4-BE49-F238E27FC236}">
                    <a16:creationId xmlns:a16="http://schemas.microsoft.com/office/drawing/2014/main" id="{09E5BAB5-EF93-4B30-9772-7F234B12F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226" y="5462588"/>
                <a:ext cx="57150" cy="100013"/>
              </a:xfrm>
              <a:custGeom>
                <a:avLst/>
                <a:gdLst>
                  <a:gd name="T0" fmla="*/ 29 w 55"/>
                  <a:gd name="T1" fmla="*/ 95 h 96"/>
                  <a:gd name="T2" fmla="*/ 27 w 55"/>
                  <a:gd name="T3" fmla="*/ 96 h 96"/>
                  <a:gd name="T4" fmla="*/ 4 w 55"/>
                  <a:gd name="T5" fmla="*/ 57 h 96"/>
                  <a:gd name="T6" fmla="*/ 25 w 55"/>
                  <a:gd name="T7" fmla="*/ 0 h 96"/>
                  <a:gd name="T8" fmla="*/ 40 w 55"/>
                  <a:gd name="T9" fmla="*/ 79 h 96"/>
                  <a:gd name="T10" fmla="*/ 29 w 55"/>
                  <a:gd name="T11" fmla="*/ 9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" h="96">
                    <a:moveTo>
                      <a:pt x="29" y="95"/>
                    </a:moveTo>
                    <a:cubicBezTo>
                      <a:pt x="29" y="95"/>
                      <a:pt x="28" y="96"/>
                      <a:pt x="27" y="96"/>
                    </a:cubicBezTo>
                    <a:cubicBezTo>
                      <a:pt x="14" y="86"/>
                      <a:pt x="7" y="72"/>
                      <a:pt x="4" y="57"/>
                    </a:cubicBezTo>
                    <a:cubicBezTo>
                      <a:pt x="0" y="34"/>
                      <a:pt x="11" y="16"/>
                      <a:pt x="25" y="0"/>
                    </a:cubicBezTo>
                    <a:cubicBezTo>
                      <a:pt x="49" y="18"/>
                      <a:pt x="55" y="52"/>
                      <a:pt x="40" y="79"/>
                    </a:cubicBezTo>
                    <a:cubicBezTo>
                      <a:pt x="36" y="84"/>
                      <a:pt x="33" y="90"/>
                      <a:pt x="29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22">
                <a:extLst>
                  <a:ext uri="{FF2B5EF4-FFF2-40B4-BE49-F238E27FC236}">
                    <a16:creationId xmlns:a16="http://schemas.microsoft.com/office/drawing/2014/main" id="{273E021A-4618-4E39-A02B-A03F97BD3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176" y="5197475"/>
                <a:ext cx="73025" cy="85725"/>
              </a:xfrm>
              <a:custGeom>
                <a:avLst/>
                <a:gdLst>
                  <a:gd name="T0" fmla="*/ 60 w 71"/>
                  <a:gd name="T1" fmla="*/ 0 h 83"/>
                  <a:gd name="T2" fmla="*/ 13 w 71"/>
                  <a:gd name="T3" fmla="*/ 83 h 83"/>
                  <a:gd name="T4" fmla="*/ 60 w 71"/>
                  <a:gd name="T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3">
                    <a:moveTo>
                      <a:pt x="60" y="0"/>
                    </a:moveTo>
                    <a:cubicBezTo>
                      <a:pt x="71" y="39"/>
                      <a:pt x="55" y="71"/>
                      <a:pt x="13" y="83"/>
                    </a:cubicBezTo>
                    <a:cubicBezTo>
                      <a:pt x="0" y="45"/>
                      <a:pt x="17" y="12"/>
                      <a:pt x="6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23">
                <a:extLst>
                  <a:ext uri="{FF2B5EF4-FFF2-40B4-BE49-F238E27FC236}">
                    <a16:creationId xmlns:a16="http://schemas.microsoft.com/office/drawing/2014/main" id="{61C4B4BA-D453-4B78-8D3D-49104E0F4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8888" y="5700713"/>
                <a:ext cx="87313" cy="74613"/>
              </a:xfrm>
              <a:custGeom>
                <a:avLst/>
                <a:gdLst>
                  <a:gd name="T0" fmla="*/ 0 w 84"/>
                  <a:gd name="T1" fmla="*/ 12 h 71"/>
                  <a:gd name="T2" fmla="*/ 84 w 84"/>
                  <a:gd name="T3" fmla="*/ 60 h 71"/>
                  <a:gd name="T4" fmla="*/ 0 w 84"/>
                  <a:gd name="T5" fmla="*/ 1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0" y="12"/>
                    </a:moveTo>
                    <a:cubicBezTo>
                      <a:pt x="39" y="0"/>
                      <a:pt x="75" y="21"/>
                      <a:pt x="84" y="60"/>
                    </a:cubicBezTo>
                    <a:cubicBezTo>
                      <a:pt x="47" y="71"/>
                      <a:pt x="11" y="55"/>
                      <a:pt x="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24">
                <a:extLst>
                  <a:ext uri="{FF2B5EF4-FFF2-40B4-BE49-F238E27FC236}">
                    <a16:creationId xmlns:a16="http://schemas.microsoft.com/office/drawing/2014/main" id="{F8972030-D3B4-4A5B-B2D5-6D9B60AED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226" y="5294313"/>
                <a:ext cx="68263" cy="93663"/>
              </a:xfrm>
              <a:custGeom>
                <a:avLst/>
                <a:gdLst>
                  <a:gd name="T0" fmla="*/ 52 w 66"/>
                  <a:gd name="T1" fmla="*/ 90 h 90"/>
                  <a:gd name="T2" fmla="*/ 18 w 66"/>
                  <a:gd name="T3" fmla="*/ 0 h 90"/>
                  <a:gd name="T4" fmla="*/ 56 w 66"/>
                  <a:gd name="T5" fmla="*/ 78 h 90"/>
                  <a:gd name="T6" fmla="*/ 52 w 66"/>
                  <a:gd name="T7" fmla="*/ 90 h 90"/>
                  <a:gd name="T8" fmla="*/ 52 w 66"/>
                  <a:gd name="T9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90">
                    <a:moveTo>
                      <a:pt x="52" y="90"/>
                    </a:moveTo>
                    <a:cubicBezTo>
                      <a:pt x="13" y="72"/>
                      <a:pt x="0" y="38"/>
                      <a:pt x="18" y="0"/>
                    </a:cubicBezTo>
                    <a:cubicBezTo>
                      <a:pt x="50" y="10"/>
                      <a:pt x="66" y="43"/>
                      <a:pt x="56" y="78"/>
                    </a:cubicBezTo>
                    <a:cubicBezTo>
                      <a:pt x="55" y="82"/>
                      <a:pt x="53" y="86"/>
                      <a:pt x="52" y="90"/>
                    </a:cubicBezTo>
                    <a:cubicBezTo>
                      <a:pt x="52" y="90"/>
                      <a:pt x="52" y="90"/>
                      <a:pt x="52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25">
                <a:extLst>
                  <a:ext uri="{FF2B5EF4-FFF2-40B4-BE49-F238E27FC236}">
                    <a16:creationId xmlns:a16="http://schemas.microsoft.com/office/drawing/2014/main" id="{0D4B853C-51F7-4677-8E57-AB1963707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01" y="5529263"/>
                <a:ext cx="60325" cy="98425"/>
              </a:xfrm>
              <a:custGeom>
                <a:avLst/>
                <a:gdLst>
                  <a:gd name="T0" fmla="*/ 34 w 58"/>
                  <a:gd name="T1" fmla="*/ 94 h 94"/>
                  <a:gd name="T2" fmla="*/ 21 w 58"/>
                  <a:gd name="T3" fmla="*/ 81 h 94"/>
                  <a:gd name="T4" fmla="*/ 20 w 58"/>
                  <a:gd name="T5" fmla="*/ 0 h 94"/>
                  <a:gd name="T6" fmla="*/ 50 w 58"/>
                  <a:gd name="T7" fmla="*/ 68 h 94"/>
                  <a:gd name="T8" fmla="*/ 40 w 58"/>
                  <a:gd name="T9" fmla="*/ 90 h 94"/>
                  <a:gd name="T10" fmla="*/ 34 w 58"/>
                  <a:gd name="T11" fmla="*/ 94 h 94"/>
                  <a:gd name="T12" fmla="*/ 34 w 58"/>
                  <a:gd name="T13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94">
                    <a:moveTo>
                      <a:pt x="34" y="94"/>
                    </a:moveTo>
                    <a:cubicBezTo>
                      <a:pt x="30" y="90"/>
                      <a:pt x="26" y="86"/>
                      <a:pt x="21" y="81"/>
                    </a:cubicBezTo>
                    <a:cubicBezTo>
                      <a:pt x="0" y="58"/>
                      <a:pt x="0" y="29"/>
                      <a:pt x="20" y="0"/>
                    </a:cubicBezTo>
                    <a:cubicBezTo>
                      <a:pt x="42" y="14"/>
                      <a:pt x="58" y="41"/>
                      <a:pt x="50" y="68"/>
                    </a:cubicBezTo>
                    <a:cubicBezTo>
                      <a:pt x="47" y="76"/>
                      <a:pt x="44" y="83"/>
                      <a:pt x="40" y="90"/>
                    </a:cubicBezTo>
                    <a:cubicBezTo>
                      <a:pt x="39" y="92"/>
                      <a:pt x="36" y="93"/>
                      <a:pt x="34" y="94"/>
                    </a:cubicBezTo>
                    <a:cubicBezTo>
                      <a:pt x="34" y="94"/>
                      <a:pt x="34" y="94"/>
                      <a:pt x="34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26">
                <a:extLst>
                  <a:ext uri="{FF2B5EF4-FFF2-40B4-BE49-F238E27FC236}">
                    <a16:creationId xmlns:a16="http://schemas.microsoft.com/office/drawing/2014/main" id="{C68BF8D7-DB12-4C95-8E30-4F3B439F5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6576" y="5445125"/>
                <a:ext cx="98425" cy="68263"/>
              </a:xfrm>
              <a:custGeom>
                <a:avLst/>
                <a:gdLst>
                  <a:gd name="T0" fmla="*/ 0 w 95"/>
                  <a:gd name="T1" fmla="*/ 24 h 66"/>
                  <a:gd name="T2" fmla="*/ 95 w 95"/>
                  <a:gd name="T3" fmla="*/ 41 h 66"/>
                  <a:gd name="T4" fmla="*/ 0 w 95"/>
                  <a:gd name="T5" fmla="*/ 2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6">
                    <a:moveTo>
                      <a:pt x="0" y="24"/>
                    </a:moveTo>
                    <a:cubicBezTo>
                      <a:pt x="34" y="0"/>
                      <a:pt x="71" y="6"/>
                      <a:pt x="95" y="41"/>
                    </a:cubicBezTo>
                    <a:cubicBezTo>
                      <a:pt x="60" y="66"/>
                      <a:pt x="24" y="58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27">
                <a:extLst>
                  <a:ext uri="{FF2B5EF4-FFF2-40B4-BE49-F238E27FC236}">
                    <a16:creationId xmlns:a16="http://schemas.microsoft.com/office/drawing/2014/main" id="{C473B8C7-3D1C-49BE-8DB6-8E597C685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8463" y="4978400"/>
                <a:ext cx="74613" cy="76200"/>
              </a:xfrm>
              <a:custGeom>
                <a:avLst/>
                <a:gdLst>
                  <a:gd name="T0" fmla="*/ 5 w 71"/>
                  <a:gd name="T1" fmla="*/ 0 h 73"/>
                  <a:gd name="T2" fmla="*/ 66 w 71"/>
                  <a:gd name="T3" fmla="*/ 73 h 73"/>
                  <a:gd name="T4" fmla="*/ 5 w 71"/>
                  <a:gd name="T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73">
                    <a:moveTo>
                      <a:pt x="5" y="0"/>
                    </a:moveTo>
                    <a:cubicBezTo>
                      <a:pt x="47" y="2"/>
                      <a:pt x="71" y="32"/>
                      <a:pt x="66" y="73"/>
                    </a:cubicBezTo>
                    <a:cubicBezTo>
                      <a:pt x="23" y="71"/>
                      <a:pt x="0" y="39"/>
                      <a:pt x="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28">
                <a:extLst>
                  <a:ext uri="{FF2B5EF4-FFF2-40B4-BE49-F238E27FC236}">
                    <a16:creationId xmlns:a16="http://schemas.microsoft.com/office/drawing/2014/main" id="{6522DBF0-EE1D-4957-9961-B77A619FA2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451" y="4978400"/>
                <a:ext cx="82550" cy="77788"/>
              </a:xfrm>
              <a:custGeom>
                <a:avLst/>
                <a:gdLst>
                  <a:gd name="T0" fmla="*/ 72 w 79"/>
                  <a:gd name="T1" fmla="*/ 1 h 76"/>
                  <a:gd name="T2" fmla="*/ 10 w 79"/>
                  <a:gd name="T3" fmla="*/ 74 h 76"/>
                  <a:gd name="T4" fmla="*/ 72 w 79"/>
                  <a:gd name="T5" fmla="*/ 1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9" h="76">
                    <a:moveTo>
                      <a:pt x="72" y="1"/>
                    </a:moveTo>
                    <a:cubicBezTo>
                      <a:pt x="79" y="38"/>
                      <a:pt x="47" y="76"/>
                      <a:pt x="10" y="74"/>
                    </a:cubicBezTo>
                    <a:cubicBezTo>
                      <a:pt x="0" y="40"/>
                      <a:pt x="34" y="0"/>
                      <a:pt x="7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29">
                <a:extLst>
                  <a:ext uri="{FF2B5EF4-FFF2-40B4-BE49-F238E27FC236}">
                    <a16:creationId xmlns:a16="http://schemas.microsoft.com/office/drawing/2014/main" id="{D3656F07-4F76-4174-8C09-56F6A064E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901" y="5095875"/>
                <a:ext cx="79375" cy="79375"/>
              </a:xfrm>
              <a:custGeom>
                <a:avLst/>
                <a:gdLst>
                  <a:gd name="T0" fmla="*/ 6 w 76"/>
                  <a:gd name="T1" fmla="*/ 0 h 77"/>
                  <a:gd name="T2" fmla="*/ 67 w 76"/>
                  <a:gd name="T3" fmla="*/ 73 h 77"/>
                  <a:gd name="T4" fmla="*/ 6 w 76"/>
                  <a:gd name="T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77">
                    <a:moveTo>
                      <a:pt x="6" y="0"/>
                    </a:moveTo>
                    <a:cubicBezTo>
                      <a:pt x="46" y="1"/>
                      <a:pt x="76" y="37"/>
                      <a:pt x="67" y="73"/>
                    </a:cubicBezTo>
                    <a:cubicBezTo>
                      <a:pt x="31" y="77"/>
                      <a:pt x="0" y="39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30">
                <a:extLst>
                  <a:ext uri="{FF2B5EF4-FFF2-40B4-BE49-F238E27FC236}">
                    <a16:creationId xmlns:a16="http://schemas.microsoft.com/office/drawing/2014/main" id="{D9E20EE9-1A87-4041-9327-DFA5FCE12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0726" y="5611813"/>
                <a:ext cx="98425" cy="68263"/>
              </a:xfrm>
              <a:custGeom>
                <a:avLst/>
                <a:gdLst>
                  <a:gd name="T0" fmla="*/ 95 w 95"/>
                  <a:gd name="T1" fmla="*/ 24 h 65"/>
                  <a:gd name="T2" fmla="*/ 0 w 95"/>
                  <a:gd name="T3" fmla="*/ 41 h 65"/>
                  <a:gd name="T4" fmla="*/ 95 w 95"/>
                  <a:gd name="T5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5">
                    <a:moveTo>
                      <a:pt x="95" y="24"/>
                    </a:moveTo>
                    <a:cubicBezTo>
                      <a:pt x="71" y="59"/>
                      <a:pt x="34" y="65"/>
                      <a:pt x="0" y="41"/>
                    </a:cubicBezTo>
                    <a:cubicBezTo>
                      <a:pt x="23" y="5"/>
                      <a:pt x="63" y="0"/>
                      <a:pt x="95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31">
                <a:extLst>
                  <a:ext uri="{FF2B5EF4-FFF2-40B4-BE49-F238E27FC236}">
                    <a16:creationId xmlns:a16="http://schemas.microsoft.com/office/drawing/2014/main" id="{D612BCBC-B8C1-4372-AAAF-849DA368D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1151" y="5538788"/>
                <a:ext cx="100013" cy="63500"/>
              </a:xfrm>
              <a:custGeom>
                <a:avLst/>
                <a:gdLst>
                  <a:gd name="T0" fmla="*/ 0 w 96"/>
                  <a:gd name="T1" fmla="*/ 30 h 61"/>
                  <a:gd name="T2" fmla="*/ 96 w 96"/>
                  <a:gd name="T3" fmla="*/ 30 h 61"/>
                  <a:gd name="T4" fmla="*/ 0 w 96"/>
                  <a:gd name="T5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61">
                    <a:moveTo>
                      <a:pt x="0" y="30"/>
                    </a:moveTo>
                    <a:cubicBezTo>
                      <a:pt x="26" y="0"/>
                      <a:pt x="70" y="1"/>
                      <a:pt x="96" y="30"/>
                    </a:cubicBezTo>
                    <a:cubicBezTo>
                      <a:pt x="67" y="61"/>
                      <a:pt x="28" y="60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32">
                <a:extLst>
                  <a:ext uri="{FF2B5EF4-FFF2-40B4-BE49-F238E27FC236}">
                    <a16:creationId xmlns:a16="http://schemas.microsoft.com/office/drawing/2014/main" id="{2DE15AC9-129C-4B69-9416-C1AC4C5E1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888" y="5384800"/>
                <a:ext cx="60325" cy="100013"/>
              </a:xfrm>
              <a:custGeom>
                <a:avLst/>
                <a:gdLst>
                  <a:gd name="T0" fmla="*/ 18 w 57"/>
                  <a:gd name="T1" fmla="*/ 96 h 96"/>
                  <a:gd name="T2" fmla="*/ 5 w 57"/>
                  <a:gd name="T3" fmla="*/ 62 h 96"/>
                  <a:gd name="T4" fmla="*/ 35 w 57"/>
                  <a:gd name="T5" fmla="*/ 0 h 96"/>
                  <a:gd name="T6" fmla="*/ 41 w 57"/>
                  <a:gd name="T7" fmla="*/ 70 h 96"/>
                  <a:gd name="T8" fmla="*/ 18 w 57"/>
                  <a:gd name="T9" fmla="*/ 95 h 96"/>
                  <a:gd name="T10" fmla="*/ 18 w 57"/>
                  <a:gd name="T11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96">
                    <a:moveTo>
                      <a:pt x="18" y="96"/>
                    </a:moveTo>
                    <a:cubicBezTo>
                      <a:pt x="14" y="84"/>
                      <a:pt x="7" y="73"/>
                      <a:pt x="5" y="62"/>
                    </a:cubicBezTo>
                    <a:cubicBezTo>
                      <a:pt x="0" y="38"/>
                      <a:pt x="13" y="14"/>
                      <a:pt x="35" y="0"/>
                    </a:cubicBezTo>
                    <a:cubicBezTo>
                      <a:pt x="51" y="19"/>
                      <a:pt x="57" y="49"/>
                      <a:pt x="41" y="70"/>
                    </a:cubicBezTo>
                    <a:cubicBezTo>
                      <a:pt x="35" y="80"/>
                      <a:pt x="26" y="87"/>
                      <a:pt x="18" y="95"/>
                    </a:cubicBezTo>
                    <a:cubicBezTo>
                      <a:pt x="18" y="95"/>
                      <a:pt x="18" y="96"/>
                      <a:pt x="18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33">
                <a:extLst>
                  <a:ext uri="{FF2B5EF4-FFF2-40B4-BE49-F238E27FC236}">
                    <a16:creationId xmlns:a16="http://schemas.microsoft.com/office/drawing/2014/main" id="{FD9EDF8E-61C6-41E5-BE62-59E00EF321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563" y="4676775"/>
                <a:ext cx="98425" cy="68263"/>
              </a:xfrm>
              <a:custGeom>
                <a:avLst/>
                <a:gdLst>
                  <a:gd name="T0" fmla="*/ 0 w 95"/>
                  <a:gd name="T1" fmla="*/ 41 h 65"/>
                  <a:gd name="T2" fmla="*/ 95 w 95"/>
                  <a:gd name="T3" fmla="*/ 24 h 65"/>
                  <a:gd name="T4" fmla="*/ 0 w 95"/>
                  <a:gd name="T5" fmla="*/ 4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5">
                    <a:moveTo>
                      <a:pt x="0" y="41"/>
                    </a:moveTo>
                    <a:cubicBezTo>
                      <a:pt x="24" y="6"/>
                      <a:pt x="61" y="0"/>
                      <a:pt x="95" y="24"/>
                    </a:cubicBezTo>
                    <a:cubicBezTo>
                      <a:pt x="71" y="61"/>
                      <a:pt x="33" y="65"/>
                      <a:pt x="0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34">
                <a:extLst>
                  <a:ext uri="{FF2B5EF4-FFF2-40B4-BE49-F238E27FC236}">
                    <a16:creationId xmlns:a16="http://schemas.microsoft.com/office/drawing/2014/main" id="{3F0DD0DA-9305-440C-AE3B-0D6217DC9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413" y="4727575"/>
                <a:ext cx="73025" cy="93663"/>
              </a:xfrm>
              <a:custGeom>
                <a:avLst/>
                <a:gdLst>
                  <a:gd name="T0" fmla="*/ 19 w 70"/>
                  <a:gd name="T1" fmla="*/ 90 h 90"/>
                  <a:gd name="T2" fmla="*/ 51 w 70"/>
                  <a:gd name="T3" fmla="*/ 0 h 90"/>
                  <a:gd name="T4" fmla="*/ 19 w 70"/>
                  <a:gd name="T5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" h="90">
                    <a:moveTo>
                      <a:pt x="19" y="90"/>
                    </a:moveTo>
                    <a:cubicBezTo>
                      <a:pt x="0" y="54"/>
                      <a:pt x="14" y="16"/>
                      <a:pt x="51" y="0"/>
                    </a:cubicBezTo>
                    <a:cubicBezTo>
                      <a:pt x="70" y="36"/>
                      <a:pt x="59" y="72"/>
                      <a:pt x="19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35">
                <a:extLst>
                  <a:ext uri="{FF2B5EF4-FFF2-40B4-BE49-F238E27FC236}">
                    <a16:creationId xmlns:a16="http://schemas.microsoft.com/office/drawing/2014/main" id="{87BBC646-72ED-4C22-8A4E-C6AEAB871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976" y="5294313"/>
                <a:ext cx="66675" cy="93663"/>
              </a:xfrm>
              <a:custGeom>
                <a:avLst/>
                <a:gdLst>
                  <a:gd name="T0" fmla="*/ 12 w 64"/>
                  <a:gd name="T1" fmla="*/ 91 h 91"/>
                  <a:gd name="T2" fmla="*/ 5 w 64"/>
                  <a:gd name="T3" fmla="*/ 70 h 91"/>
                  <a:gd name="T4" fmla="*/ 30 w 64"/>
                  <a:gd name="T5" fmla="*/ 9 h 91"/>
                  <a:gd name="T6" fmla="*/ 45 w 64"/>
                  <a:gd name="T7" fmla="*/ 0 h 91"/>
                  <a:gd name="T8" fmla="*/ 11 w 64"/>
                  <a:gd name="T9" fmla="*/ 91 h 91"/>
                  <a:gd name="T10" fmla="*/ 12 w 64"/>
                  <a:gd name="T11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91">
                    <a:moveTo>
                      <a:pt x="12" y="91"/>
                    </a:moveTo>
                    <a:cubicBezTo>
                      <a:pt x="10" y="84"/>
                      <a:pt x="7" y="77"/>
                      <a:pt x="5" y="70"/>
                    </a:cubicBezTo>
                    <a:cubicBezTo>
                      <a:pt x="0" y="44"/>
                      <a:pt x="9" y="24"/>
                      <a:pt x="30" y="9"/>
                    </a:cubicBezTo>
                    <a:cubicBezTo>
                      <a:pt x="35" y="6"/>
                      <a:pt x="40" y="3"/>
                      <a:pt x="45" y="0"/>
                    </a:cubicBezTo>
                    <a:cubicBezTo>
                      <a:pt x="64" y="38"/>
                      <a:pt x="51" y="73"/>
                      <a:pt x="11" y="91"/>
                    </a:cubicBezTo>
                    <a:cubicBezTo>
                      <a:pt x="11" y="91"/>
                      <a:pt x="12" y="91"/>
                      <a:pt x="12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36">
                <a:extLst>
                  <a:ext uri="{FF2B5EF4-FFF2-40B4-BE49-F238E27FC236}">
                    <a16:creationId xmlns:a16="http://schemas.microsoft.com/office/drawing/2014/main" id="{C4012A00-9DA5-4749-8E44-1AF51DF5D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726" y="5340350"/>
                <a:ext cx="93663" cy="69850"/>
              </a:xfrm>
              <a:custGeom>
                <a:avLst/>
                <a:gdLst>
                  <a:gd name="T0" fmla="*/ 90 w 90"/>
                  <a:gd name="T1" fmla="*/ 17 h 67"/>
                  <a:gd name="T2" fmla="*/ 0 w 90"/>
                  <a:gd name="T3" fmla="*/ 50 h 67"/>
                  <a:gd name="T4" fmla="*/ 90 w 90"/>
                  <a:gd name="T5" fmla="*/ 1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7">
                    <a:moveTo>
                      <a:pt x="90" y="17"/>
                    </a:moveTo>
                    <a:cubicBezTo>
                      <a:pt x="73" y="57"/>
                      <a:pt x="37" y="67"/>
                      <a:pt x="0" y="50"/>
                    </a:cubicBezTo>
                    <a:cubicBezTo>
                      <a:pt x="17" y="9"/>
                      <a:pt x="55" y="0"/>
                      <a:pt x="9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37">
                <a:extLst>
                  <a:ext uri="{FF2B5EF4-FFF2-40B4-BE49-F238E27FC236}">
                    <a16:creationId xmlns:a16="http://schemas.microsoft.com/office/drawing/2014/main" id="{C8D16AFA-0DB9-472D-977F-B340932CB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876" y="5445125"/>
                <a:ext cx="98425" cy="68263"/>
              </a:xfrm>
              <a:custGeom>
                <a:avLst/>
                <a:gdLst>
                  <a:gd name="T0" fmla="*/ 0 w 94"/>
                  <a:gd name="T1" fmla="*/ 42 h 66"/>
                  <a:gd name="T2" fmla="*/ 94 w 94"/>
                  <a:gd name="T3" fmla="*/ 25 h 66"/>
                  <a:gd name="T4" fmla="*/ 0 w 94"/>
                  <a:gd name="T5" fmla="*/ 4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" h="66">
                    <a:moveTo>
                      <a:pt x="0" y="42"/>
                    </a:moveTo>
                    <a:cubicBezTo>
                      <a:pt x="23" y="9"/>
                      <a:pt x="59" y="0"/>
                      <a:pt x="94" y="25"/>
                    </a:cubicBezTo>
                    <a:cubicBezTo>
                      <a:pt x="71" y="61"/>
                      <a:pt x="32" y="66"/>
                      <a:pt x="0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38">
                <a:extLst>
                  <a:ext uri="{FF2B5EF4-FFF2-40B4-BE49-F238E27FC236}">
                    <a16:creationId xmlns:a16="http://schemas.microsoft.com/office/drawing/2014/main" id="{0205AF9F-E9A1-477D-96CD-D89766AE0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4238" y="5581650"/>
                <a:ext cx="66675" cy="95250"/>
              </a:xfrm>
              <a:custGeom>
                <a:avLst/>
                <a:gdLst>
                  <a:gd name="T0" fmla="*/ 46 w 65"/>
                  <a:gd name="T1" fmla="*/ 91 h 91"/>
                  <a:gd name="T2" fmla="*/ 23 w 65"/>
                  <a:gd name="T3" fmla="*/ 74 h 91"/>
                  <a:gd name="T4" fmla="*/ 14 w 65"/>
                  <a:gd name="T5" fmla="*/ 0 h 91"/>
                  <a:gd name="T6" fmla="*/ 48 w 65"/>
                  <a:gd name="T7" fmla="*/ 87 h 91"/>
                  <a:gd name="T8" fmla="*/ 46 w 65"/>
                  <a:gd name="T9" fmla="*/ 91 h 91"/>
                  <a:gd name="T10" fmla="*/ 46 w 65"/>
                  <a:gd name="T11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91">
                    <a:moveTo>
                      <a:pt x="46" y="91"/>
                    </a:moveTo>
                    <a:cubicBezTo>
                      <a:pt x="38" y="85"/>
                      <a:pt x="30" y="80"/>
                      <a:pt x="23" y="74"/>
                    </a:cubicBezTo>
                    <a:cubicBezTo>
                      <a:pt x="0" y="53"/>
                      <a:pt x="3" y="20"/>
                      <a:pt x="14" y="0"/>
                    </a:cubicBezTo>
                    <a:cubicBezTo>
                      <a:pt x="50" y="15"/>
                      <a:pt x="65" y="51"/>
                      <a:pt x="48" y="87"/>
                    </a:cubicBezTo>
                    <a:cubicBezTo>
                      <a:pt x="48" y="88"/>
                      <a:pt x="47" y="89"/>
                      <a:pt x="46" y="91"/>
                    </a:cubicBezTo>
                    <a:cubicBezTo>
                      <a:pt x="46" y="91"/>
                      <a:pt x="46" y="91"/>
                      <a:pt x="46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39">
                <a:extLst>
                  <a:ext uri="{FF2B5EF4-FFF2-40B4-BE49-F238E27FC236}">
                    <a16:creationId xmlns:a16="http://schemas.microsoft.com/office/drawing/2014/main" id="{9460974A-9510-4B5D-AFEB-CDA73B328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726" y="5611813"/>
                <a:ext cx="98425" cy="68263"/>
              </a:xfrm>
              <a:custGeom>
                <a:avLst/>
                <a:gdLst>
                  <a:gd name="T0" fmla="*/ 0 w 94"/>
                  <a:gd name="T1" fmla="*/ 24 h 65"/>
                  <a:gd name="T2" fmla="*/ 94 w 94"/>
                  <a:gd name="T3" fmla="*/ 41 h 65"/>
                  <a:gd name="T4" fmla="*/ 0 w 94"/>
                  <a:gd name="T5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" h="65">
                    <a:moveTo>
                      <a:pt x="0" y="24"/>
                    </a:moveTo>
                    <a:cubicBezTo>
                      <a:pt x="34" y="0"/>
                      <a:pt x="71" y="5"/>
                      <a:pt x="94" y="41"/>
                    </a:cubicBezTo>
                    <a:cubicBezTo>
                      <a:pt x="60" y="65"/>
                      <a:pt x="24" y="59"/>
                      <a:pt x="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40">
                <a:extLst>
                  <a:ext uri="{FF2B5EF4-FFF2-40B4-BE49-F238E27FC236}">
                    <a16:creationId xmlns:a16="http://schemas.microsoft.com/office/drawing/2014/main" id="{C2D625BE-43D5-404D-A48F-B53C743C9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676" y="5702300"/>
                <a:ext cx="87313" cy="74613"/>
              </a:xfrm>
              <a:custGeom>
                <a:avLst/>
                <a:gdLst>
                  <a:gd name="T0" fmla="*/ 83 w 83"/>
                  <a:gd name="T1" fmla="*/ 11 h 71"/>
                  <a:gd name="T2" fmla="*/ 0 w 83"/>
                  <a:gd name="T3" fmla="*/ 59 h 71"/>
                  <a:gd name="T4" fmla="*/ 83 w 83"/>
                  <a:gd name="T5" fmla="*/ 1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1">
                    <a:moveTo>
                      <a:pt x="83" y="11"/>
                    </a:moveTo>
                    <a:cubicBezTo>
                      <a:pt x="72" y="54"/>
                      <a:pt x="36" y="71"/>
                      <a:pt x="0" y="59"/>
                    </a:cubicBezTo>
                    <a:cubicBezTo>
                      <a:pt x="11" y="18"/>
                      <a:pt x="42" y="0"/>
                      <a:pt x="8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41">
                <a:extLst>
                  <a:ext uri="{FF2B5EF4-FFF2-40B4-BE49-F238E27FC236}">
                    <a16:creationId xmlns:a16="http://schemas.microsoft.com/office/drawing/2014/main" id="{3A3377DF-230D-43CD-A9E2-5A52DCA7C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176" y="4616450"/>
                <a:ext cx="68263" cy="96838"/>
              </a:xfrm>
              <a:custGeom>
                <a:avLst/>
                <a:gdLst>
                  <a:gd name="T0" fmla="*/ 25 w 66"/>
                  <a:gd name="T1" fmla="*/ 0 h 94"/>
                  <a:gd name="T2" fmla="*/ 42 w 66"/>
                  <a:gd name="T3" fmla="*/ 94 h 94"/>
                  <a:gd name="T4" fmla="*/ 25 w 66"/>
                  <a:gd name="T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" h="94">
                    <a:moveTo>
                      <a:pt x="25" y="0"/>
                    </a:moveTo>
                    <a:cubicBezTo>
                      <a:pt x="59" y="22"/>
                      <a:pt x="66" y="63"/>
                      <a:pt x="42" y="94"/>
                    </a:cubicBezTo>
                    <a:cubicBezTo>
                      <a:pt x="9" y="79"/>
                      <a:pt x="0" y="32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42">
                <a:extLst>
                  <a:ext uri="{FF2B5EF4-FFF2-40B4-BE49-F238E27FC236}">
                    <a16:creationId xmlns:a16="http://schemas.microsoft.com/office/drawing/2014/main" id="{1FE0D9EA-78A7-4A52-893F-A8A0E89A4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1338" y="4851400"/>
                <a:ext cx="74613" cy="84138"/>
              </a:xfrm>
              <a:custGeom>
                <a:avLst/>
                <a:gdLst>
                  <a:gd name="T0" fmla="*/ 13 w 72"/>
                  <a:gd name="T1" fmla="*/ 82 h 82"/>
                  <a:gd name="T2" fmla="*/ 61 w 72"/>
                  <a:gd name="T3" fmla="*/ 0 h 82"/>
                  <a:gd name="T4" fmla="*/ 13 w 72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82">
                    <a:moveTo>
                      <a:pt x="13" y="82"/>
                    </a:moveTo>
                    <a:cubicBezTo>
                      <a:pt x="0" y="45"/>
                      <a:pt x="24" y="3"/>
                      <a:pt x="61" y="0"/>
                    </a:cubicBezTo>
                    <a:cubicBezTo>
                      <a:pt x="72" y="38"/>
                      <a:pt x="55" y="72"/>
                      <a:pt x="13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43">
                <a:extLst>
                  <a:ext uri="{FF2B5EF4-FFF2-40B4-BE49-F238E27FC236}">
                    <a16:creationId xmlns:a16="http://schemas.microsoft.com/office/drawing/2014/main" id="{9202DFF2-2E48-4CC9-B943-2FF3E2AEA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713" y="5538788"/>
                <a:ext cx="100013" cy="63500"/>
              </a:xfrm>
              <a:custGeom>
                <a:avLst/>
                <a:gdLst>
                  <a:gd name="T0" fmla="*/ 0 w 96"/>
                  <a:gd name="T1" fmla="*/ 30 h 61"/>
                  <a:gd name="T2" fmla="*/ 96 w 96"/>
                  <a:gd name="T3" fmla="*/ 30 h 61"/>
                  <a:gd name="T4" fmla="*/ 0 w 96"/>
                  <a:gd name="T5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61">
                    <a:moveTo>
                      <a:pt x="0" y="30"/>
                    </a:moveTo>
                    <a:cubicBezTo>
                      <a:pt x="27" y="0"/>
                      <a:pt x="70" y="1"/>
                      <a:pt x="96" y="30"/>
                    </a:cubicBezTo>
                    <a:cubicBezTo>
                      <a:pt x="66" y="61"/>
                      <a:pt x="29" y="5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44">
                <a:extLst>
                  <a:ext uri="{FF2B5EF4-FFF2-40B4-BE49-F238E27FC236}">
                    <a16:creationId xmlns:a16="http://schemas.microsoft.com/office/drawing/2014/main" id="{4B685D11-1528-4728-BFE8-EA12C6848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8301" y="4676775"/>
                <a:ext cx="100013" cy="69850"/>
              </a:xfrm>
              <a:custGeom>
                <a:avLst/>
                <a:gdLst>
                  <a:gd name="T0" fmla="*/ 0 w 95"/>
                  <a:gd name="T1" fmla="*/ 25 h 67"/>
                  <a:gd name="T2" fmla="*/ 95 w 95"/>
                  <a:gd name="T3" fmla="*/ 41 h 67"/>
                  <a:gd name="T4" fmla="*/ 0 w 95"/>
                  <a:gd name="T5" fmla="*/ 25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5" h="67">
                    <a:moveTo>
                      <a:pt x="0" y="25"/>
                    </a:moveTo>
                    <a:cubicBezTo>
                      <a:pt x="35" y="0"/>
                      <a:pt x="71" y="6"/>
                      <a:pt x="95" y="41"/>
                    </a:cubicBezTo>
                    <a:cubicBezTo>
                      <a:pt x="60" y="67"/>
                      <a:pt x="24" y="58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45">
                <a:extLst>
                  <a:ext uri="{FF2B5EF4-FFF2-40B4-BE49-F238E27FC236}">
                    <a16:creationId xmlns:a16="http://schemas.microsoft.com/office/drawing/2014/main" id="{17A70C05-F4B0-4314-A516-00EFFDB3A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3013" y="5616575"/>
                <a:ext cx="74613" cy="87313"/>
              </a:xfrm>
              <a:custGeom>
                <a:avLst/>
                <a:gdLst>
                  <a:gd name="T0" fmla="*/ 12 w 71"/>
                  <a:gd name="T1" fmla="*/ 83 h 83"/>
                  <a:gd name="T2" fmla="*/ 60 w 71"/>
                  <a:gd name="T3" fmla="*/ 0 h 83"/>
                  <a:gd name="T4" fmla="*/ 12 w 71"/>
                  <a:gd name="T5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3">
                    <a:moveTo>
                      <a:pt x="12" y="83"/>
                    </a:moveTo>
                    <a:cubicBezTo>
                      <a:pt x="0" y="45"/>
                      <a:pt x="17" y="11"/>
                      <a:pt x="60" y="0"/>
                    </a:cubicBezTo>
                    <a:cubicBezTo>
                      <a:pt x="71" y="38"/>
                      <a:pt x="54" y="72"/>
                      <a:pt x="12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46">
                <a:extLst>
                  <a:ext uri="{FF2B5EF4-FFF2-40B4-BE49-F238E27FC236}">
                    <a16:creationId xmlns:a16="http://schemas.microsoft.com/office/drawing/2014/main" id="{82730ADB-66BE-4A28-8586-11D355FAE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3188" y="5665788"/>
                <a:ext cx="95250" cy="73025"/>
              </a:xfrm>
              <a:custGeom>
                <a:avLst/>
                <a:gdLst>
                  <a:gd name="T0" fmla="*/ 91 w 91"/>
                  <a:gd name="T1" fmla="*/ 51 h 70"/>
                  <a:gd name="T2" fmla="*/ 0 w 91"/>
                  <a:gd name="T3" fmla="*/ 19 h 70"/>
                  <a:gd name="T4" fmla="*/ 91 w 91"/>
                  <a:gd name="T5" fmla="*/ 5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70">
                    <a:moveTo>
                      <a:pt x="91" y="51"/>
                    </a:moveTo>
                    <a:cubicBezTo>
                      <a:pt x="54" y="70"/>
                      <a:pt x="17" y="56"/>
                      <a:pt x="0" y="19"/>
                    </a:cubicBezTo>
                    <a:cubicBezTo>
                      <a:pt x="35" y="0"/>
                      <a:pt x="73" y="11"/>
                      <a:pt x="91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47">
                <a:extLst>
                  <a:ext uri="{FF2B5EF4-FFF2-40B4-BE49-F238E27FC236}">
                    <a16:creationId xmlns:a16="http://schemas.microsoft.com/office/drawing/2014/main" id="{40455B2D-5C23-48F6-A716-0D4C79BC3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3226" y="5103813"/>
                <a:ext cx="77788" cy="74613"/>
              </a:xfrm>
              <a:custGeom>
                <a:avLst/>
                <a:gdLst>
                  <a:gd name="T0" fmla="*/ 0 w 75"/>
                  <a:gd name="T1" fmla="*/ 5 h 72"/>
                  <a:gd name="T2" fmla="*/ 75 w 75"/>
                  <a:gd name="T3" fmla="*/ 65 h 72"/>
                  <a:gd name="T4" fmla="*/ 0 w 75"/>
                  <a:gd name="T5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" h="72">
                    <a:moveTo>
                      <a:pt x="0" y="5"/>
                    </a:moveTo>
                    <a:cubicBezTo>
                      <a:pt x="43" y="0"/>
                      <a:pt x="70" y="24"/>
                      <a:pt x="75" y="65"/>
                    </a:cubicBezTo>
                    <a:cubicBezTo>
                      <a:pt x="33" y="72"/>
                      <a:pt x="4" y="47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48">
                <a:extLst>
                  <a:ext uri="{FF2B5EF4-FFF2-40B4-BE49-F238E27FC236}">
                    <a16:creationId xmlns:a16="http://schemas.microsoft.com/office/drawing/2014/main" id="{3DB182AF-29D9-4279-AAD7-3EFCDB9CE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251" y="5383213"/>
                <a:ext cx="58738" cy="98425"/>
              </a:xfrm>
              <a:custGeom>
                <a:avLst/>
                <a:gdLst>
                  <a:gd name="T0" fmla="*/ 39 w 57"/>
                  <a:gd name="T1" fmla="*/ 94 h 95"/>
                  <a:gd name="T2" fmla="*/ 38 w 57"/>
                  <a:gd name="T3" fmla="*/ 95 h 95"/>
                  <a:gd name="T4" fmla="*/ 7 w 57"/>
                  <a:gd name="T5" fmla="*/ 31 h 95"/>
                  <a:gd name="T6" fmla="*/ 18 w 57"/>
                  <a:gd name="T7" fmla="*/ 0 h 95"/>
                  <a:gd name="T8" fmla="*/ 50 w 57"/>
                  <a:gd name="T9" fmla="*/ 67 h 95"/>
                  <a:gd name="T10" fmla="*/ 39 w 57"/>
                  <a:gd name="T11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95">
                    <a:moveTo>
                      <a:pt x="39" y="94"/>
                    </a:moveTo>
                    <a:cubicBezTo>
                      <a:pt x="38" y="95"/>
                      <a:pt x="38" y="95"/>
                      <a:pt x="38" y="95"/>
                    </a:cubicBezTo>
                    <a:cubicBezTo>
                      <a:pt x="17" y="83"/>
                      <a:pt x="0" y="57"/>
                      <a:pt x="7" y="31"/>
                    </a:cubicBezTo>
                    <a:cubicBezTo>
                      <a:pt x="9" y="20"/>
                      <a:pt x="14" y="10"/>
                      <a:pt x="18" y="0"/>
                    </a:cubicBezTo>
                    <a:cubicBezTo>
                      <a:pt x="42" y="11"/>
                      <a:pt x="57" y="42"/>
                      <a:pt x="50" y="67"/>
                    </a:cubicBezTo>
                    <a:cubicBezTo>
                      <a:pt x="47" y="77"/>
                      <a:pt x="42" y="85"/>
                      <a:pt x="39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49">
                <a:extLst>
                  <a:ext uri="{FF2B5EF4-FFF2-40B4-BE49-F238E27FC236}">
                    <a16:creationId xmlns:a16="http://schemas.microsoft.com/office/drawing/2014/main" id="{1876EC2C-9307-4123-9657-92895503C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2438" y="4727575"/>
                <a:ext cx="73025" cy="93663"/>
              </a:xfrm>
              <a:custGeom>
                <a:avLst/>
                <a:gdLst>
                  <a:gd name="T0" fmla="*/ 19 w 71"/>
                  <a:gd name="T1" fmla="*/ 0 h 90"/>
                  <a:gd name="T2" fmla="*/ 52 w 71"/>
                  <a:gd name="T3" fmla="*/ 90 h 90"/>
                  <a:gd name="T4" fmla="*/ 19 w 71"/>
                  <a:gd name="T5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90">
                    <a:moveTo>
                      <a:pt x="19" y="0"/>
                    </a:moveTo>
                    <a:cubicBezTo>
                      <a:pt x="56" y="15"/>
                      <a:pt x="71" y="55"/>
                      <a:pt x="52" y="90"/>
                    </a:cubicBezTo>
                    <a:cubicBezTo>
                      <a:pt x="16" y="80"/>
                      <a:pt x="0" y="37"/>
                      <a:pt x="1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50">
                <a:extLst>
                  <a:ext uri="{FF2B5EF4-FFF2-40B4-BE49-F238E27FC236}">
                    <a16:creationId xmlns:a16="http://schemas.microsoft.com/office/drawing/2014/main" id="{B7F3A6D7-21DA-4531-AF95-B3E5546AB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9426" y="4986338"/>
                <a:ext cx="76200" cy="73025"/>
              </a:xfrm>
              <a:custGeom>
                <a:avLst/>
                <a:gdLst>
                  <a:gd name="T0" fmla="*/ 74 w 74"/>
                  <a:gd name="T1" fmla="*/ 5 h 70"/>
                  <a:gd name="T2" fmla="*/ 0 w 74"/>
                  <a:gd name="T3" fmla="*/ 66 h 70"/>
                  <a:gd name="T4" fmla="*/ 74 w 74"/>
                  <a:gd name="T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4" h="70">
                    <a:moveTo>
                      <a:pt x="74" y="5"/>
                    </a:moveTo>
                    <a:cubicBezTo>
                      <a:pt x="70" y="48"/>
                      <a:pt x="40" y="70"/>
                      <a:pt x="0" y="66"/>
                    </a:cubicBezTo>
                    <a:cubicBezTo>
                      <a:pt x="3" y="20"/>
                      <a:pt x="36" y="0"/>
                      <a:pt x="74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51">
                <a:extLst>
                  <a:ext uri="{FF2B5EF4-FFF2-40B4-BE49-F238E27FC236}">
                    <a16:creationId xmlns:a16="http://schemas.microsoft.com/office/drawing/2014/main" id="{930B64F1-4620-4737-8224-9CD70518EC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363" y="4878388"/>
                <a:ext cx="87313" cy="73025"/>
              </a:xfrm>
              <a:custGeom>
                <a:avLst/>
                <a:gdLst>
                  <a:gd name="T0" fmla="*/ 84 w 84"/>
                  <a:gd name="T1" fmla="*/ 12 h 71"/>
                  <a:gd name="T2" fmla="*/ 0 w 84"/>
                  <a:gd name="T3" fmla="*/ 59 h 71"/>
                  <a:gd name="T4" fmla="*/ 84 w 84"/>
                  <a:gd name="T5" fmla="*/ 1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71">
                    <a:moveTo>
                      <a:pt x="84" y="12"/>
                    </a:moveTo>
                    <a:cubicBezTo>
                      <a:pt x="73" y="51"/>
                      <a:pt x="43" y="71"/>
                      <a:pt x="0" y="59"/>
                    </a:cubicBezTo>
                    <a:cubicBezTo>
                      <a:pt x="11" y="16"/>
                      <a:pt x="46" y="0"/>
                      <a:pt x="8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52">
                <a:extLst>
                  <a:ext uri="{FF2B5EF4-FFF2-40B4-BE49-F238E27FC236}">
                    <a16:creationId xmlns:a16="http://schemas.microsoft.com/office/drawing/2014/main" id="{49544839-029E-49EB-BD85-7742FFF7D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0863" y="5103813"/>
                <a:ext cx="79375" cy="74613"/>
              </a:xfrm>
              <a:custGeom>
                <a:avLst/>
                <a:gdLst>
                  <a:gd name="T0" fmla="*/ 0 w 76"/>
                  <a:gd name="T1" fmla="*/ 66 h 72"/>
                  <a:gd name="T2" fmla="*/ 73 w 76"/>
                  <a:gd name="T3" fmla="*/ 5 h 72"/>
                  <a:gd name="T4" fmla="*/ 0 w 76"/>
                  <a:gd name="T5" fmla="*/ 6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72">
                    <a:moveTo>
                      <a:pt x="0" y="66"/>
                    </a:moveTo>
                    <a:cubicBezTo>
                      <a:pt x="4" y="23"/>
                      <a:pt x="32" y="0"/>
                      <a:pt x="73" y="5"/>
                    </a:cubicBezTo>
                    <a:cubicBezTo>
                      <a:pt x="76" y="41"/>
                      <a:pt x="39" y="72"/>
                      <a:pt x="0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53">
                <a:extLst>
                  <a:ext uri="{FF2B5EF4-FFF2-40B4-BE49-F238E27FC236}">
                    <a16:creationId xmlns:a16="http://schemas.microsoft.com/office/drawing/2014/main" id="{88EA7B7B-EFFB-4A35-B17B-144DE2863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938" y="4773613"/>
                <a:ext cx="93663" cy="71438"/>
              </a:xfrm>
              <a:custGeom>
                <a:avLst/>
                <a:gdLst>
                  <a:gd name="T0" fmla="*/ 91 w 91"/>
                  <a:gd name="T1" fmla="*/ 18 h 69"/>
                  <a:gd name="T2" fmla="*/ 0 w 91"/>
                  <a:gd name="T3" fmla="*/ 50 h 69"/>
                  <a:gd name="T4" fmla="*/ 91 w 91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69">
                    <a:moveTo>
                      <a:pt x="91" y="18"/>
                    </a:moveTo>
                    <a:cubicBezTo>
                      <a:pt x="72" y="57"/>
                      <a:pt x="37" y="69"/>
                      <a:pt x="0" y="50"/>
                    </a:cubicBezTo>
                    <a:cubicBezTo>
                      <a:pt x="18" y="11"/>
                      <a:pt x="54" y="0"/>
                      <a:pt x="91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Freeform 54">
                <a:extLst>
                  <a:ext uri="{FF2B5EF4-FFF2-40B4-BE49-F238E27FC236}">
                    <a16:creationId xmlns:a16="http://schemas.microsoft.com/office/drawing/2014/main" id="{AF4F549F-1FF8-4AAA-80F8-C13691D07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0851" y="4616449"/>
                <a:ext cx="69849" cy="96838"/>
              </a:xfrm>
              <a:custGeom>
                <a:avLst/>
                <a:gdLst>
                  <a:gd name="T0" fmla="*/ 42 w 67"/>
                  <a:gd name="T1" fmla="*/ 0 h 94"/>
                  <a:gd name="T2" fmla="*/ 25 w 67"/>
                  <a:gd name="T3" fmla="*/ 94 h 94"/>
                  <a:gd name="T4" fmla="*/ 42 w 67"/>
                  <a:gd name="T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94">
                    <a:moveTo>
                      <a:pt x="42" y="0"/>
                    </a:moveTo>
                    <a:cubicBezTo>
                      <a:pt x="67" y="34"/>
                      <a:pt x="60" y="70"/>
                      <a:pt x="25" y="94"/>
                    </a:cubicBezTo>
                    <a:cubicBezTo>
                      <a:pt x="0" y="61"/>
                      <a:pt x="7" y="24"/>
                      <a:pt x="4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55">
                <a:extLst>
                  <a:ext uri="{FF2B5EF4-FFF2-40B4-BE49-F238E27FC236}">
                    <a16:creationId xmlns:a16="http://schemas.microsoft.com/office/drawing/2014/main" id="{E7722AE7-66CD-425F-B5B2-CF49FA167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2276" y="4773613"/>
                <a:ext cx="93663" cy="71438"/>
              </a:xfrm>
              <a:custGeom>
                <a:avLst/>
                <a:gdLst>
                  <a:gd name="T0" fmla="*/ 0 w 90"/>
                  <a:gd name="T1" fmla="*/ 18 h 69"/>
                  <a:gd name="T2" fmla="*/ 90 w 90"/>
                  <a:gd name="T3" fmla="*/ 50 h 69"/>
                  <a:gd name="T4" fmla="*/ 0 w 90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9">
                    <a:moveTo>
                      <a:pt x="0" y="18"/>
                    </a:moveTo>
                    <a:cubicBezTo>
                      <a:pt x="37" y="0"/>
                      <a:pt x="72" y="11"/>
                      <a:pt x="90" y="50"/>
                    </a:cubicBezTo>
                    <a:cubicBezTo>
                      <a:pt x="53" y="69"/>
                      <a:pt x="18" y="57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56">
                <a:extLst>
                  <a:ext uri="{FF2B5EF4-FFF2-40B4-BE49-F238E27FC236}">
                    <a16:creationId xmlns:a16="http://schemas.microsoft.com/office/drawing/2014/main" id="{D704C5BE-0B40-4C2B-863E-8D8206A9C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551" y="5581650"/>
                <a:ext cx="65088" cy="95250"/>
              </a:xfrm>
              <a:custGeom>
                <a:avLst/>
                <a:gdLst>
                  <a:gd name="T0" fmla="*/ 17 w 63"/>
                  <a:gd name="T1" fmla="*/ 91 h 91"/>
                  <a:gd name="T2" fmla="*/ 49 w 63"/>
                  <a:gd name="T3" fmla="*/ 0 h 91"/>
                  <a:gd name="T4" fmla="*/ 45 w 63"/>
                  <a:gd name="T5" fmla="*/ 69 h 91"/>
                  <a:gd name="T6" fmla="*/ 17 w 63"/>
                  <a:gd name="T7" fmla="*/ 91 h 91"/>
                  <a:gd name="T8" fmla="*/ 17 w 63"/>
                  <a:gd name="T9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91">
                    <a:moveTo>
                      <a:pt x="17" y="91"/>
                    </a:moveTo>
                    <a:cubicBezTo>
                      <a:pt x="0" y="54"/>
                      <a:pt x="8" y="20"/>
                      <a:pt x="49" y="0"/>
                    </a:cubicBezTo>
                    <a:cubicBezTo>
                      <a:pt x="63" y="18"/>
                      <a:pt x="61" y="52"/>
                      <a:pt x="45" y="69"/>
                    </a:cubicBezTo>
                    <a:cubicBezTo>
                      <a:pt x="37" y="78"/>
                      <a:pt x="26" y="84"/>
                      <a:pt x="17" y="91"/>
                    </a:cubicBezTo>
                    <a:cubicBezTo>
                      <a:pt x="17" y="91"/>
                      <a:pt x="17" y="91"/>
                      <a:pt x="17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57">
                <a:extLst>
                  <a:ext uri="{FF2B5EF4-FFF2-40B4-BE49-F238E27FC236}">
                    <a16:creationId xmlns:a16="http://schemas.microsoft.com/office/drawing/2014/main" id="{7FBC8C3D-8C09-4D34-8192-37A81A38D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3438" y="5667375"/>
                <a:ext cx="93663" cy="69850"/>
              </a:xfrm>
              <a:custGeom>
                <a:avLst/>
                <a:gdLst>
                  <a:gd name="T0" fmla="*/ 90 w 90"/>
                  <a:gd name="T1" fmla="*/ 17 h 68"/>
                  <a:gd name="T2" fmla="*/ 0 w 90"/>
                  <a:gd name="T3" fmla="*/ 50 h 68"/>
                  <a:gd name="T4" fmla="*/ 90 w 90"/>
                  <a:gd name="T5" fmla="*/ 1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" h="68">
                    <a:moveTo>
                      <a:pt x="90" y="17"/>
                    </a:moveTo>
                    <a:cubicBezTo>
                      <a:pt x="72" y="57"/>
                      <a:pt x="37" y="68"/>
                      <a:pt x="0" y="50"/>
                    </a:cubicBezTo>
                    <a:cubicBezTo>
                      <a:pt x="17" y="10"/>
                      <a:pt x="54" y="0"/>
                      <a:pt x="9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58">
                <a:extLst>
                  <a:ext uri="{FF2B5EF4-FFF2-40B4-BE49-F238E27FC236}">
                    <a16:creationId xmlns:a16="http://schemas.microsoft.com/office/drawing/2014/main" id="{80A7AF84-1835-46D9-B659-1D4F3AC274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363" y="5095875"/>
                <a:ext cx="76200" cy="77788"/>
              </a:xfrm>
              <a:custGeom>
                <a:avLst/>
                <a:gdLst>
                  <a:gd name="T0" fmla="*/ 65 w 74"/>
                  <a:gd name="T1" fmla="*/ 0 h 76"/>
                  <a:gd name="T2" fmla="*/ 4 w 74"/>
                  <a:gd name="T3" fmla="*/ 73 h 76"/>
                  <a:gd name="T4" fmla="*/ 65 w 74"/>
                  <a:gd name="T5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4" h="76">
                    <a:moveTo>
                      <a:pt x="65" y="0"/>
                    </a:moveTo>
                    <a:cubicBezTo>
                      <a:pt x="74" y="36"/>
                      <a:pt x="40" y="76"/>
                      <a:pt x="4" y="73"/>
                    </a:cubicBezTo>
                    <a:cubicBezTo>
                      <a:pt x="0" y="32"/>
                      <a:pt x="24" y="3"/>
                      <a:pt x="6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59">
                <a:extLst>
                  <a:ext uri="{FF2B5EF4-FFF2-40B4-BE49-F238E27FC236}">
                    <a16:creationId xmlns:a16="http://schemas.microsoft.com/office/drawing/2014/main" id="{5CB3468F-EC8E-4125-A0A0-856122330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7201" y="4872038"/>
                <a:ext cx="87313" cy="79375"/>
              </a:xfrm>
              <a:custGeom>
                <a:avLst/>
                <a:gdLst>
                  <a:gd name="T0" fmla="*/ 83 w 83"/>
                  <a:gd name="T1" fmla="*/ 65 h 77"/>
                  <a:gd name="T2" fmla="*/ 0 w 83"/>
                  <a:gd name="T3" fmla="*/ 18 h 77"/>
                  <a:gd name="T4" fmla="*/ 83 w 83"/>
                  <a:gd name="T5" fmla="*/ 6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" h="77">
                    <a:moveTo>
                      <a:pt x="83" y="65"/>
                    </a:moveTo>
                    <a:cubicBezTo>
                      <a:pt x="40" y="77"/>
                      <a:pt x="11" y="56"/>
                      <a:pt x="0" y="18"/>
                    </a:cubicBezTo>
                    <a:cubicBezTo>
                      <a:pt x="29" y="0"/>
                      <a:pt x="78" y="28"/>
                      <a:pt x="83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60">
                <a:extLst>
                  <a:ext uri="{FF2B5EF4-FFF2-40B4-BE49-F238E27FC236}">
                    <a16:creationId xmlns:a16="http://schemas.microsoft.com/office/drawing/2014/main" id="{28510D4A-E2F4-4679-8B36-89FC59E9C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6251" y="4986338"/>
                <a:ext cx="76200" cy="73025"/>
              </a:xfrm>
              <a:custGeom>
                <a:avLst/>
                <a:gdLst>
                  <a:gd name="T0" fmla="*/ 0 w 73"/>
                  <a:gd name="T1" fmla="*/ 5 h 70"/>
                  <a:gd name="T2" fmla="*/ 73 w 73"/>
                  <a:gd name="T3" fmla="*/ 66 h 70"/>
                  <a:gd name="T4" fmla="*/ 0 w 73"/>
                  <a:gd name="T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" h="70">
                    <a:moveTo>
                      <a:pt x="0" y="5"/>
                    </a:moveTo>
                    <a:cubicBezTo>
                      <a:pt x="38" y="0"/>
                      <a:pt x="70" y="21"/>
                      <a:pt x="73" y="66"/>
                    </a:cubicBezTo>
                    <a:cubicBezTo>
                      <a:pt x="34" y="70"/>
                      <a:pt x="3" y="48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61">
                <a:extLst>
                  <a:ext uri="{FF2B5EF4-FFF2-40B4-BE49-F238E27FC236}">
                    <a16:creationId xmlns:a16="http://schemas.microsoft.com/office/drawing/2014/main" id="{E147D321-7A9F-41AF-9875-024AF605C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901" y="5338763"/>
                <a:ext cx="95250" cy="73025"/>
              </a:xfrm>
              <a:custGeom>
                <a:avLst/>
                <a:gdLst>
                  <a:gd name="T0" fmla="*/ 0 w 91"/>
                  <a:gd name="T1" fmla="*/ 18 h 69"/>
                  <a:gd name="T2" fmla="*/ 91 w 91"/>
                  <a:gd name="T3" fmla="*/ 50 h 69"/>
                  <a:gd name="T4" fmla="*/ 0 w 91"/>
                  <a:gd name="T5" fmla="*/ 18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1" h="69">
                    <a:moveTo>
                      <a:pt x="0" y="18"/>
                    </a:moveTo>
                    <a:cubicBezTo>
                      <a:pt x="36" y="0"/>
                      <a:pt x="74" y="13"/>
                      <a:pt x="91" y="50"/>
                    </a:cubicBezTo>
                    <a:cubicBezTo>
                      <a:pt x="56" y="69"/>
                      <a:pt x="18" y="58"/>
                      <a:pt x="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62">
                <a:extLst>
                  <a:ext uri="{FF2B5EF4-FFF2-40B4-BE49-F238E27FC236}">
                    <a16:creationId xmlns:a16="http://schemas.microsoft.com/office/drawing/2014/main" id="{0CF518DC-92F2-4048-9178-78F536996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5838" y="5616575"/>
                <a:ext cx="76200" cy="87313"/>
              </a:xfrm>
              <a:custGeom>
                <a:avLst/>
                <a:gdLst>
                  <a:gd name="T0" fmla="*/ 57 w 72"/>
                  <a:gd name="T1" fmla="*/ 84 h 84"/>
                  <a:gd name="T2" fmla="*/ 33 w 72"/>
                  <a:gd name="T3" fmla="*/ 73 h 84"/>
                  <a:gd name="T4" fmla="*/ 9 w 72"/>
                  <a:gd name="T5" fmla="*/ 0 h 84"/>
                  <a:gd name="T6" fmla="*/ 56 w 72"/>
                  <a:gd name="T7" fmla="*/ 84 h 84"/>
                  <a:gd name="T8" fmla="*/ 57 w 72"/>
                  <a:gd name="T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84">
                    <a:moveTo>
                      <a:pt x="57" y="84"/>
                    </a:moveTo>
                    <a:cubicBezTo>
                      <a:pt x="49" y="81"/>
                      <a:pt x="41" y="77"/>
                      <a:pt x="33" y="73"/>
                    </a:cubicBezTo>
                    <a:cubicBezTo>
                      <a:pt x="8" y="58"/>
                      <a:pt x="0" y="30"/>
                      <a:pt x="9" y="0"/>
                    </a:cubicBezTo>
                    <a:cubicBezTo>
                      <a:pt x="46" y="5"/>
                      <a:pt x="72" y="51"/>
                      <a:pt x="56" y="84"/>
                    </a:cubicBezTo>
                    <a:cubicBezTo>
                      <a:pt x="56" y="84"/>
                      <a:pt x="57" y="84"/>
                      <a:pt x="57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3">
                <a:extLst>
                  <a:ext uri="{FF2B5EF4-FFF2-40B4-BE49-F238E27FC236}">
                    <a16:creationId xmlns:a16="http://schemas.microsoft.com/office/drawing/2014/main" id="{BA574001-3FB6-4E1B-8947-04EE49ECE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976" y="5529263"/>
                <a:ext cx="65088" cy="98425"/>
              </a:xfrm>
              <a:custGeom>
                <a:avLst/>
                <a:gdLst>
                  <a:gd name="T0" fmla="*/ 26 w 62"/>
                  <a:gd name="T1" fmla="*/ 94 h 94"/>
                  <a:gd name="T2" fmla="*/ 21 w 62"/>
                  <a:gd name="T3" fmla="*/ 91 h 94"/>
                  <a:gd name="T4" fmla="*/ 39 w 62"/>
                  <a:gd name="T5" fmla="*/ 1 h 94"/>
                  <a:gd name="T6" fmla="*/ 40 w 62"/>
                  <a:gd name="T7" fmla="*/ 0 h 94"/>
                  <a:gd name="T8" fmla="*/ 45 w 62"/>
                  <a:gd name="T9" fmla="*/ 73 h 94"/>
                  <a:gd name="T10" fmla="*/ 26 w 62"/>
                  <a:gd name="T11" fmla="*/ 94 h 94"/>
                  <a:gd name="T12" fmla="*/ 26 w 62"/>
                  <a:gd name="T13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94">
                    <a:moveTo>
                      <a:pt x="26" y="94"/>
                    </a:moveTo>
                    <a:cubicBezTo>
                      <a:pt x="24" y="93"/>
                      <a:pt x="22" y="93"/>
                      <a:pt x="21" y="91"/>
                    </a:cubicBezTo>
                    <a:cubicBezTo>
                      <a:pt x="0" y="60"/>
                      <a:pt x="7" y="21"/>
                      <a:pt x="39" y="1"/>
                    </a:cubicBezTo>
                    <a:cubicBezTo>
                      <a:pt x="39" y="0"/>
                      <a:pt x="40" y="1"/>
                      <a:pt x="40" y="0"/>
                    </a:cubicBezTo>
                    <a:cubicBezTo>
                      <a:pt x="56" y="19"/>
                      <a:pt x="62" y="50"/>
                      <a:pt x="45" y="73"/>
                    </a:cubicBezTo>
                    <a:cubicBezTo>
                      <a:pt x="40" y="81"/>
                      <a:pt x="32" y="87"/>
                      <a:pt x="26" y="94"/>
                    </a:cubicBezTo>
                    <a:cubicBezTo>
                      <a:pt x="26" y="94"/>
                      <a:pt x="26" y="94"/>
                      <a:pt x="26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64">
                <a:extLst>
                  <a:ext uri="{FF2B5EF4-FFF2-40B4-BE49-F238E27FC236}">
                    <a16:creationId xmlns:a16="http://schemas.microsoft.com/office/drawing/2014/main" id="{877D7FAB-F8F5-488D-A408-7BBCA11F3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4338" y="4851400"/>
                <a:ext cx="74613" cy="84138"/>
              </a:xfrm>
              <a:custGeom>
                <a:avLst/>
                <a:gdLst>
                  <a:gd name="T0" fmla="*/ 12 w 71"/>
                  <a:gd name="T1" fmla="*/ 0 h 82"/>
                  <a:gd name="T2" fmla="*/ 60 w 71"/>
                  <a:gd name="T3" fmla="*/ 82 h 82"/>
                  <a:gd name="T4" fmla="*/ 12 w 71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82">
                    <a:moveTo>
                      <a:pt x="12" y="0"/>
                    </a:moveTo>
                    <a:cubicBezTo>
                      <a:pt x="53" y="10"/>
                      <a:pt x="71" y="43"/>
                      <a:pt x="60" y="82"/>
                    </a:cubicBezTo>
                    <a:cubicBezTo>
                      <a:pt x="24" y="79"/>
                      <a:pt x="0" y="39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CB6746BF-81BF-4657-A3A1-49EC4AE1C5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14594" y="1119214"/>
              <a:ext cx="586882" cy="322230"/>
            </a:xfrm>
            <a:custGeom>
              <a:avLst/>
              <a:gdLst>
                <a:gd name="T0" fmla="*/ 72 w 316"/>
                <a:gd name="T1" fmla="*/ 96 h 179"/>
                <a:gd name="T2" fmla="*/ 72 w 316"/>
                <a:gd name="T3" fmla="*/ 133 h 179"/>
                <a:gd name="T4" fmla="*/ 244 w 316"/>
                <a:gd name="T5" fmla="*/ 133 h 179"/>
                <a:gd name="T6" fmla="*/ 244 w 316"/>
                <a:gd name="T7" fmla="*/ 96 h 179"/>
                <a:gd name="T8" fmla="*/ 237 w 316"/>
                <a:gd name="T9" fmla="*/ 91 h 179"/>
                <a:gd name="T10" fmla="*/ 163 w 316"/>
                <a:gd name="T11" fmla="*/ 122 h 179"/>
                <a:gd name="T12" fmla="*/ 153 w 316"/>
                <a:gd name="T13" fmla="*/ 122 h 179"/>
                <a:gd name="T14" fmla="*/ 80 w 316"/>
                <a:gd name="T15" fmla="*/ 91 h 179"/>
                <a:gd name="T16" fmla="*/ 72 w 316"/>
                <a:gd name="T17" fmla="*/ 96 h 179"/>
                <a:gd name="T18" fmla="*/ 39 w 316"/>
                <a:gd name="T19" fmla="*/ 73 h 179"/>
                <a:gd name="T20" fmla="*/ 39 w 316"/>
                <a:gd name="T21" fmla="*/ 106 h 179"/>
                <a:gd name="T22" fmla="*/ 39 w 316"/>
                <a:gd name="T23" fmla="*/ 107 h 179"/>
                <a:gd name="T24" fmla="*/ 41 w 316"/>
                <a:gd name="T25" fmla="*/ 107 h 179"/>
                <a:gd name="T26" fmla="*/ 45 w 316"/>
                <a:gd name="T27" fmla="*/ 112 h 179"/>
                <a:gd name="T28" fmla="*/ 44 w 316"/>
                <a:gd name="T29" fmla="*/ 119 h 179"/>
                <a:gd name="T30" fmla="*/ 44 w 316"/>
                <a:gd name="T31" fmla="*/ 119 h 179"/>
                <a:gd name="T32" fmla="*/ 44 w 316"/>
                <a:gd name="T33" fmla="*/ 123 h 179"/>
                <a:gd name="T34" fmla="*/ 44 w 316"/>
                <a:gd name="T35" fmla="*/ 124 h 179"/>
                <a:gd name="T36" fmla="*/ 42 w 316"/>
                <a:gd name="T37" fmla="*/ 174 h 179"/>
                <a:gd name="T38" fmla="*/ 41 w 316"/>
                <a:gd name="T39" fmla="*/ 174 h 179"/>
                <a:gd name="T40" fmla="*/ 42 w 316"/>
                <a:gd name="T41" fmla="*/ 169 h 179"/>
                <a:gd name="T42" fmla="*/ 40 w 316"/>
                <a:gd name="T43" fmla="*/ 169 h 179"/>
                <a:gd name="T44" fmla="*/ 35 w 316"/>
                <a:gd name="T45" fmla="*/ 179 h 179"/>
                <a:gd name="T46" fmla="*/ 34 w 316"/>
                <a:gd name="T47" fmla="*/ 178 h 179"/>
                <a:gd name="T48" fmla="*/ 33 w 316"/>
                <a:gd name="T49" fmla="*/ 168 h 179"/>
                <a:gd name="T50" fmla="*/ 31 w 316"/>
                <a:gd name="T51" fmla="*/ 166 h 179"/>
                <a:gd name="T52" fmla="*/ 31 w 316"/>
                <a:gd name="T53" fmla="*/ 172 h 179"/>
                <a:gd name="T54" fmla="*/ 30 w 316"/>
                <a:gd name="T55" fmla="*/ 172 h 179"/>
                <a:gd name="T56" fmla="*/ 29 w 316"/>
                <a:gd name="T57" fmla="*/ 168 h 179"/>
                <a:gd name="T58" fmla="*/ 28 w 316"/>
                <a:gd name="T59" fmla="*/ 169 h 179"/>
                <a:gd name="T60" fmla="*/ 28 w 316"/>
                <a:gd name="T61" fmla="*/ 174 h 179"/>
                <a:gd name="T62" fmla="*/ 27 w 316"/>
                <a:gd name="T63" fmla="*/ 175 h 179"/>
                <a:gd name="T64" fmla="*/ 26 w 316"/>
                <a:gd name="T65" fmla="*/ 123 h 179"/>
                <a:gd name="T66" fmla="*/ 26 w 316"/>
                <a:gd name="T67" fmla="*/ 122 h 179"/>
                <a:gd name="T68" fmla="*/ 26 w 316"/>
                <a:gd name="T69" fmla="*/ 118 h 179"/>
                <a:gd name="T70" fmla="*/ 26 w 316"/>
                <a:gd name="T71" fmla="*/ 118 h 179"/>
                <a:gd name="T72" fmla="*/ 25 w 316"/>
                <a:gd name="T73" fmla="*/ 112 h 179"/>
                <a:gd name="T74" fmla="*/ 30 w 316"/>
                <a:gd name="T75" fmla="*/ 105 h 179"/>
                <a:gd name="T76" fmla="*/ 32 w 316"/>
                <a:gd name="T77" fmla="*/ 105 h 179"/>
                <a:gd name="T78" fmla="*/ 32 w 316"/>
                <a:gd name="T79" fmla="*/ 104 h 179"/>
                <a:gd name="T80" fmla="*/ 32 w 316"/>
                <a:gd name="T81" fmla="*/ 68 h 179"/>
                <a:gd name="T82" fmla="*/ 30 w 316"/>
                <a:gd name="T83" fmla="*/ 65 h 179"/>
                <a:gd name="T84" fmla="*/ 4 w 316"/>
                <a:gd name="T85" fmla="*/ 54 h 179"/>
                <a:gd name="T86" fmla="*/ 4 w 316"/>
                <a:gd name="T87" fmla="*/ 45 h 179"/>
                <a:gd name="T88" fmla="*/ 154 w 316"/>
                <a:gd name="T89" fmla="*/ 0 h 179"/>
                <a:gd name="T90" fmla="*/ 162 w 316"/>
                <a:gd name="T91" fmla="*/ 0 h 179"/>
                <a:gd name="T92" fmla="*/ 311 w 316"/>
                <a:gd name="T93" fmla="*/ 45 h 179"/>
                <a:gd name="T94" fmla="*/ 312 w 316"/>
                <a:gd name="T95" fmla="*/ 54 h 179"/>
                <a:gd name="T96" fmla="*/ 163 w 316"/>
                <a:gd name="T97" fmla="*/ 116 h 179"/>
                <a:gd name="T98" fmla="*/ 153 w 316"/>
                <a:gd name="T99" fmla="*/ 116 h 179"/>
                <a:gd name="T100" fmla="*/ 43 w 316"/>
                <a:gd name="T101" fmla="*/ 70 h 179"/>
                <a:gd name="T102" fmla="*/ 39 w 316"/>
                <a:gd name="T103" fmla="*/ 7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6" h="179">
                  <a:moveTo>
                    <a:pt x="72" y="96"/>
                  </a:moveTo>
                  <a:cubicBezTo>
                    <a:pt x="72" y="133"/>
                    <a:pt x="72" y="133"/>
                    <a:pt x="72" y="133"/>
                  </a:cubicBezTo>
                  <a:cubicBezTo>
                    <a:pt x="72" y="177"/>
                    <a:pt x="244" y="177"/>
                    <a:pt x="244" y="133"/>
                  </a:cubicBezTo>
                  <a:cubicBezTo>
                    <a:pt x="244" y="96"/>
                    <a:pt x="244" y="96"/>
                    <a:pt x="244" y="96"/>
                  </a:cubicBezTo>
                  <a:cubicBezTo>
                    <a:pt x="244" y="92"/>
                    <a:pt x="240" y="89"/>
                    <a:pt x="237" y="91"/>
                  </a:cubicBezTo>
                  <a:cubicBezTo>
                    <a:pt x="163" y="122"/>
                    <a:pt x="163" y="122"/>
                    <a:pt x="163" y="122"/>
                  </a:cubicBezTo>
                  <a:cubicBezTo>
                    <a:pt x="160" y="123"/>
                    <a:pt x="156" y="123"/>
                    <a:pt x="153" y="122"/>
                  </a:cubicBezTo>
                  <a:cubicBezTo>
                    <a:pt x="80" y="91"/>
                    <a:pt x="80" y="91"/>
                    <a:pt x="80" y="91"/>
                  </a:cubicBezTo>
                  <a:cubicBezTo>
                    <a:pt x="76" y="89"/>
                    <a:pt x="72" y="92"/>
                    <a:pt x="72" y="96"/>
                  </a:cubicBezTo>
                  <a:close/>
                  <a:moveTo>
                    <a:pt x="39" y="73"/>
                  </a:moveTo>
                  <a:cubicBezTo>
                    <a:pt x="39" y="106"/>
                    <a:pt x="39" y="106"/>
                    <a:pt x="39" y="106"/>
                  </a:cubicBezTo>
                  <a:cubicBezTo>
                    <a:pt x="39" y="106"/>
                    <a:pt x="39" y="106"/>
                    <a:pt x="39" y="107"/>
                  </a:cubicBezTo>
                  <a:cubicBezTo>
                    <a:pt x="40" y="107"/>
                    <a:pt x="40" y="107"/>
                    <a:pt x="41" y="107"/>
                  </a:cubicBezTo>
                  <a:cubicBezTo>
                    <a:pt x="45" y="105"/>
                    <a:pt x="45" y="109"/>
                    <a:pt x="45" y="112"/>
                  </a:cubicBezTo>
                  <a:cubicBezTo>
                    <a:pt x="45" y="114"/>
                    <a:pt x="45" y="117"/>
                    <a:pt x="44" y="119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46" y="120"/>
                    <a:pt x="46" y="123"/>
                    <a:pt x="44" y="123"/>
                  </a:cubicBezTo>
                  <a:cubicBezTo>
                    <a:pt x="44" y="123"/>
                    <a:pt x="44" y="124"/>
                    <a:pt x="44" y="124"/>
                  </a:cubicBezTo>
                  <a:cubicBezTo>
                    <a:pt x="53" y="139"/>
                    <a:pt x="57" y="161"/>
                    <a:pt x="42" y="174"/>
                  </a:cubicBezTo>
                  <a:cubicBezTo>
                    <a:pt x="41" y="175"/>
                    <a:pt x="41" y="175"/>
                    <a:pt x="41" y="174"/>
                  </a:cubicBezTo>
                  <a:cubicBezTo>
                    <a:pt x="41" y="172"/>
                    <a:pt x="42" y="171"/>
                    <a:pt x="42" y="169"/>
                  </a:cubicBezTo>
                  <a:cubicBezTo>
                    <a:pt x="43" y="163"/>
                    <a:pt x="42" y="163"/>
                    <a:pt x="40" y="169"/>
                  </a:cubicBezTo>
                  <a:cubicBezTo>
                    <a:pt x="39" y="173"/>
                    <a:pt x="37" y="176"/>
                    <a:pt x="35" y="179"/>
                  </a:cubicBezTo>
                  <a:cubicBezTo>
                    <a:pt x="35" y="179"/>
                    <a:pt x="34" y="179"/>
                    <a:pt x="34" y="178"/>
                  </a:cubicBezTo>
                  <a:cubicBezTo>
                    <a:pt x="34" y="175"/>
                    <a:pt x="34" y="172"/>
                    <a:pt x="33" y="168"/>
                  </a:cubicBezTo>
                  <a:cubicBezTo>
                    <a:pt x="33" y="161"/>
                    <a:pt x="32" y="160"/>
                    <a:pt x="31" y="166"/>
                  </a:cubicBezTo>
                  <a:cubicBezTo>
                    <a:pt x="31" y="168"/>
                    <a:pt x="31" y="170"/>
                    <a:pt x="31" y="172"/>
                  </a:cubicBezTo>
                  <a:cubicBezTo>
                    <a:pt x="31" y="173"/>
                    <a:pt x="31" y="174"/>
                    <a:pt x="30" y="172"/>
                  </a:cubicBezTo>
                  <a:cubicBezTo>
                    <a:pt x="30" y="171"/>
                    <a:pt x="30" y="170"/>
                    <a:pt x="29" y="168"/>
                  </a:cubicBezTo>
                  <a:cubicBezTo>
                    <a:pt x="28" y="165"/>
                    <a:pt x="28" y="165"/>
                    <a:pt x="28" y="169"/>
                  </a:cubicBezTo>
                  <a:cubicBezTo>
                    <a:pt x="28" y="171"/>
                    <a:pt x="28" y="172"/>
                    <a:pt x="28" y="174"/>
                  </a:cubicBezTo>
                  <a:cubicBezTo>
                    <a:pt x="28" y="175"/>
                    <a:pt x="28" y="175"/>
                    <a:pt x="27" y="175"/>
                  </a:cubicBezTo>
                  <a:cubicBezTo>
                    <a:pt x="13" y="162"/>
                    <a:pt x="13" y="142"/>
                    <a:pt x="26" y="123"/>
                  </a:cubicBezTo>
                  <a:cubicBezTo>
                    <a:pt x="26" y="123"/>
                    <a:pt x="26" y="123"/>
                    <a:pt x="26" y="122"/>
                  </a:cubicBezTo>
                  <a:cubicBezTo>
                    <a:pt x="23" y="122"/>
                    <a:pt x="23" y="119"/>
                    <a:pt x="26" y="118"/>
                  </a:cubicBezTo>
                  <a:cubicBezTo>
                    <a:pt x="26" y="118"/>
                    <a:pt x="26" y="118"/>
                    <a:pt x="26" y="118"/>
                  </a:cubicBezTo>
                  <a:cubicBezTo>
                    <a:pt x="26" y="116"/>
                    <a:pt x="25" y="114"/>
                    <a:pt x="25" y="112"/>
                  </a:cubicBezTo>
                  <a:cubicBezTo>
                    <a:pt x="25" y="110"/>
                    <a:pt x="27" y="104"/>
                    <a:pt x="30" y="105"/>
                  </a:cubicBezTo>
                  <a:cubicBezTo>
                    <a:pt x="31" y="106"/>
                    <a:pt x="31" y="106"/>
                    <a:pt x="32" y="105"/>
                  </a:cubicBezTo>
                  <a:cubicBezTo>
                    <a:pt x="32" y="105"/>
                    <a:pt x="32" y="105"/>
                    <a:pt x="32" y="104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2" y="67"/>
                    <a:pt x="32" y="65"/>
                    <a:pt x="30" y="65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0" y="52"/>
                    <a:pt x="0" y="46"/>
                    <a:pt x="4" y="45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7" y="0"/>
                    <a:pt x="159" y="0"/>
                    <a:pt x="162" y="0"/>
                  </a:cubicBezTo>
                  <a:cubicBezTo>
                    <a:pt x="311" y="45"/>
                    <a:pt x="311" y="45"/>
                    <a:pt x="311" y="45"/>
                  </a:cubicBezTo>
                  <a:cubicBezTo>
                    <a:pt x="316" y="46"/>
                    <a:pt x="316" y="52"/>
                    <a:pt x="312" y="54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0" y="118"/>
                    <a:pt x="156" y="118"/>
                    <a:pt x="153" y="116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1" y="69"/>
                    <a:pt x="39" y="71"/>
                    <a:pt x="39" y="73"/>
                  </a:cubicBezTo>
                  <a:close/>
                </a:path>
              </a:pathLst>
            </a:custGeom>
            <a:solidFill>
              <a:srgbClr val="F4F1EC"/>
            </a:solidFill>
            <a:ln w="9525">
              <a:noFill/>
              <a:rou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128580" tIns="64290" rIns="128580" bIns="6429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1388261-AA87-4DC1-997B-87F58A28B5A5}"/>
                </a:ext>
              </a:extLst>
            </p:cNvPr>
            <p:cNvGrpSpPr/>
            <p:nvPr/>
          </p:nvGrpSpPr>
          <p:grpSpPr>
            <a:xfrm>
              <a:off x="5889952" y="1512180"/>
              <a:ext cx="412304" cy="101123"/>
              <a:chOff x="2668588" y="4440238"/>
              <a:chExt cx="1423987" cy="349250"/>
            </a:xfrm>
            <a:solidFill>
              <a:srgbClr val="FFFFFF"/>
            </a:solidFill>
          </p:grpSpPr>
          <p:sp>
            <p:nvSpPr>
              <p:cNvPr id="27" name="Freeform 72">
                <a:extLst>
                  <a:ext uri="{FF2B5EF4-FFF2-40B4-BE49-F238E27FC236}">
                    <a16:creationId xmlns:a16="http://schemas.microsoft.com/office/drawing/2014/main" id="{2629250B-54A9-4DF2-AACD-A3BA55DAFB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68588" y="4440238"/>
                <a:ext cx="320675" cy="349250"/>
              </a:xfrm>
              <a:custGeom>
                <a:avLst/>
                <a:gdLst>
                  <a:gd name="T0" fmla="*/ 85 w 85"/>
                  <a:gd name="T1" fmla="*/ 64 h 90"/>
                  <a:gd name="T2" fmla="*/ 47 w 85"/>
                  <a:gd name="T3" fmla="*/ 64 h 90"/>
                  <a:gd name="T4" fmla="*/ 47 w 85"/>
                  <a:gd name="T5" fmla="*/ 80 h 90"/>
                  <a:gd name="T6" fmla="*/ 42 w 85"/>
                  <a:gd name="T7" fmla="*/ 89 h 90"/>
                  <a:gd name="T8" fmla="*/ 23 w 85"/>
                  <a:gd name="T9" fmla="*/ 90 h 90"/>
                  <a:gd name="T10" fmla="*/ 20 w 85"/>
                  <a:gd name="T11" fmla="*/ 81 h 90"/>
                  <a:gd name="T12" fmla="*/ 35 w 85"/>
                  <a:gd name="T13" fmla="*/ 82 h 90"/>
                  <a:gd name="T14" fmla="*/ 38 w 85"/>
                  <a:gd name="T15" fmla="*/ 80 h 90"/>
                  <a:gd name="T16" fmla="*/ 38 w 85"/>
                  <a:gd name="T17" fmla="*/ 64 h 90"/>
                  <a:gd name="T18" fmla="*/ 0 w 85"/>
                  <a:gd name="T19" fmla="*/ 64 h 90"/>
                  <a:gd name="T20" fmla="*/ 0 w 85"/>
                  <a:gd name="T21" fmla="*/ 56 h 90"/>
                  <a:gd name="T22" fmla="*/ 38 w 85"/>
                  <a:gd name="T23" fmla="*/ 56 h 90"/>
                  <a:gd name="T24" fmla="*/ 38 w 85"/>
                  <a:gd name="T25" fmla="*/ 49 h 90"/>
                  <a:gd name="T26" fmla="*/ 52 w 85"/>
                  <a:gd name="T27" fmla="*/ 42 h 90"/>
                  <a:gd name="T28" fmla="*/ 17 w 85"/>
                  <a:gd name="T29" fmla="*/ 42 h 90"/>
                  <a:gd name="T30" fmla="*/ 17 w 85"/>
                  <a:gd name="T31" fmla="*/ 34 h 90"/>
                  <a:gd name="T32" fmla="*/ 62 w 85"/>
                  <a:gd name="T33" fmla="*/ 34 h 90"/>
                  <a:gd name="T34" fmla="*/ 64 w 85"/>
                  <a:gd name="T35" fmla="*/ 33 h 90"/>
                  <a:gd name="T36" fmla="*/ 70 w 85"/>
                  <a:gd name="T37" fmla="*/ 38 h 90"/>
                  <a:gd name="T38" fmla="*/ 47 w 85"/>
                  <a:gd name="T39" fmla="*/ 53 h 90"/>
                  <a:gd name="T40" fmla="*/ 47 w 85"/>
                  <a:gd name="T41" fmla="*/ 56 h 90"/>
                  <a:gd name="T42" fmla="*/ 85 w 85"/>
                  <a:gd name="T43" fmla="*/ 56 h 90"/>
                  <a:gd name="T44" fmla="*/ 85 w 85"/>
                  <a:gd name="T45" fmla="*/ 64 h 90"/>
                  <a:gd name="T46" fmla="*/ 10 w 85"/>
                  <a:gd name="T47" fmla="*/ 37 h 90"/>
                  <a:gd name="T48" fmla="*/ 2 w 85"/>
                  <a:gd name="T49" fmla="*/ 37 h 90"/>
                  <a:gd name="T50" fmla="*/ 2 w 85"/>
                  <a:gd name="T51" fmla="*/ 17 h 90"/>
                  <a:gd name="T52" fmla="*/ 17 w 85"/>
                  <a:gd name="T53" fmla="*/ 17 h 90"/>
                  <a:gd name="T54" fmla="*/ 9 w 85"/>
                  <a:gd name="T55" fmla="*/ 6 h 90"/>
                  <a:gd name="T56" fmla="*/ 17 w 85"/>
                  <a:gd name="T57" fmla="*/ 2 h 90"/>
                  <a:gd name="T58" fmla="*/ 26 w 85"/>
                  <a:gd name="T59" fmla="*/ 15 h 90"/>
                  <a:gd name="T60" fmla="*/ 22 w 85"/>
                  <a:gd name="T61" fmla="*/ 17 h 90"/>
                  <a:gd name="T62" fmla="*/ 41 w 85"/>
                  <a:gd name="T63" fmla="*/ 17 h 90"/>
                  <a:gd name="T64" fmla="*/ 35 w 85"/>
                  <a:gd name="T65" fmla="*/ 3 h 90"/>
                  <a:gd name="T66" fmla="*/ 43 w 85"/>
                  <a:gd name="T67" fmla="*/ 0 h 90"/>
                  <a:gd name="T68" fmla="*/ 50 w 85"/>
                  <a:gd name="T69" fmla="*/ 15 h 90"/>
                  <a:gd name="T70" fmla="*/ 45 w 85"/>
                  <a:gd name="T71" fmla="*/ 17 h 90"/>
                  <a:gd name="T72" fmla="*/ 59 w 85"/>
                  <a:gd name="T73" fmla="*/ 17 h 90"/>
                  <a:gd name="T74" fmla="*/ 68 w 85"/>
                  <a:gd name="T75" fmla="*/ 2 h 90"/>
                  <a:gd name="T76" fmla="*/ 78 w 85"/>
                  <a:gd name="T77" fmla="*/ 5 h 90"/>
                  <a:gd name="T78" fmla="*/ 69 w 85"/>
                  <a:gd name="T79" fmla="*/ 17 h 90"/>
                  <a:gd name="T80" fmla="*/ 84 w 85"/>
                  <a:gd name="T81" fmla="*/ 17 h 90"/>
                  <a:gd name="T82" fmla="*/ 84 w 85"/>
                  <a:gd name="T83" fmla="*/ 37 h 90"/>
                  <a:gd name="T84" fmla="*/ 75 w 85"/>
                  <a:gd name="T85" fmla="*/ 37 h 90"/>
                  <a:gd name="T86" fmla="*/ 75 w 85"/>
                  <a:gd name="T87" fmla="*/ 25 h 90"/>
                  <a:gd name="T88" fmla="*/ 10 w 85"/>
                  <a:gd name="T89" fmla="*/ 25 h 90"/>
                  <a:gd name="T90" fmla="*/ 10 w 85"/>
                  <a:gd name="T91" fmla="*/ 3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5" h="90">
                    <a:moveTo>
                      <a:pt x="85" y="64"/>
                    </a:moveTo>
                    <a:cubicBezTo>
                      <a:pt x="47" y="64"/>
                      <a:pt x="47" y="64"/>
                      <a:pt x="47" y="64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5"/>
                      <a:pt x="46" y="87"/>
                      <a:pt x="42" y="89"/>
                    </a:cubicBezTo>
                    <a:cubicBezTo>
                      <a:pt x="38" y="90"/>
                      <a:pt x="32" y="90"/>
                      <a:pt x="23" y="90"/>
                    </a:cubicBezTo>
                    <a:cubicBezTo>
                      <a:pt x="23" y="88"/>
                      <a:pt x="21" y="84"/>
                      <a:pt x="20" y="81"/>
                    </a:cubicBezTo>
                    <a:cubicBezTo>
                      <a:pt x="26" y="82"/>
                      <a:pt x="33" y="82"/>
                      <a:pt x="35" y="82"/>
                    </a:cubicBezTo>
                    <a:cubicBezTo>
                      <a:pt x="37" y="81"/>
                      <a:pt x="38" y="81"/>
                      <a:pt x="38" y="80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38" y="56"/>
                      <a:pt x="38" y="56"/>
                      <a:pt x="38" y="56"/>
                    </a:cubicBezTo>
                    <a:cubicBezTo>
                      <a:pt x="38" y="49"/>
                      <a:pt x="38" y="49"/>
                      <a:pt x="38" y="49"/>
                    </a:cubicBezTo>
                    <a:cubicBezTo>
                      <a:pt x="42" y="47"/>
                      <a:pt x="48" y="44"/>
                      <a:pt x="52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64" y="33"/>
                      <a:pt x="64" y="33"/>
                      <a:pt x="64" y="33"/>
                    </a:cubicBezTo>
                    <a:cubicBezTo>
                      <a:pt x="70" y="38"/>
                      <a:pt x="70" y="38"/>
                      <a:pt x="70" y="38"/>
                    </a:cubicBezTo>
                    <a:cubicBezTo>
                      <a:pt x="64" y="43"/>
                      <a:pt x="55" y="49"/>
                      <a:pt x="47" y="53"/>
                    </a:cubicBezTo>
                    <a:cubicBezTo>
                      <a:pt x="47" y="56"/>
                      <a:pt x="47" y="56"/>
                      <a:pt x="47" y="56"/>
                    </a:cubicBezTo>
                    <a:cubicBezTo>
                      <a:pt x="85" y="56"/>
                      <a:pt x="85" y="56"/>
                      <a:pt x="85" y="56"/>
                    </a:cubicBezTo>
                    <a:lnTo>
                      <a:pt x="85" y="64"/>
                    </a:lnTo>
                    <a:close/>
                    <a:moveTo>
                      <a:pt x="10" y="37"/>
                    </a:moveTo>
                    <a:cubicBezTo>
                      <a:pt x="2" y="37"/>
                      <a:pt x="2" y="37"/>
                      <a:pt x="2" y="37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5" y="14"/>
                      <a:pt x="12" y="9"/>
                      <a:pt x="9" y="6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1" y="6"/>
                      <a:pt x="24" y="11"/>
                      <a:pt x="26" y="15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41" y="17"/>
                      <a:pt x="41" y="17"/>
                      <a:pt x="41" y="17"/>
                    </a:cubicBezTo>
                    <a:cubicBezTo>
                      <a:pt x="40" y="13"/>
                      <a:pt x="37" y="8"/>
                      <a:pt x="35" y="3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6" y="5"/>
                      <a:pt x="49" y="11"/>
                      <a:pt x="50" y="15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59" y="17"/>
                      <a:pt x="59" y="17"/>
                      <a:pt x="59" y="17"/>
                    </a:cubicBezTo>
                    <a:cubicBezTo>
                      <a:pt x="63" y="13"/>
                      <a:pt x="66" y="6"/>
                      <a:pt x="68" y="2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5" y="9"/>
                      <a:pt x="72" y="13"/>
                      <a:pt x="69" y="17"/>
                    </a:cubicBezTo>
                    <a:cubicBezTo>
                      <a:pt x="84" y="17"/>
                      <a:pt x="84" y="17"/>
                      <a:pt x="84" y="17"/>
                    </a:cubicBezTo>
                    <a:cubicBezTo>
                      <a:pt x="84" y="37"/>
                      <a:pt x="84" y="37"/>
                      <a:pt x="84" y="37"/>
                    </a:cubicBezTo>
                    <a:cubicBezTo>
                      <a:pt x="75" y="37"/>
                      <a:pt x="75" y="37"/>
                      <a:pt x="75" y="37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10" y="25"/>
                      <a:pt x="10" y="25"/>
                      <a:pt x="10" y="25"/>
                    </a:cubicBezTo>
                    <a:lnTo>
                      <a:pt x="10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73">
                <a:extLst>
                  <a:ext uri="{FF2B5EF4-FFF2-40B4-BE49-F238E27FC236}">
                    <a16:creationId xmlns:a16="http://schemas.microsoft.com/office/drawing/2014/main" id="{FB98FA3D-A644-4D42-A68A-0A379296BD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22600" y="4443413"/>
                <a:ext cx="344487" cy="346075"/>
              </a:xfrm>
              <a:custGeom>
                <a:avLst/>
                <a:gdLst>
                  <a:gd name="T0" fmla="*/ 30 w 91"/>
                  <a:gd name="T1" fmla="*/ 58 h 89"/>
                  <a:gd name="T2" fmla="*/ 23 w 91"/>
                  <a:gd name="T3" fmla="*/ 44 h 89"/>
                  <a:gd name="T4" fmla="*/ 23 w 91"/>
                  <a:gd name="T5" fmla="*/ 89 h 89"/>
                  <a:gd name="T6" fmla="*/ 15 w 91"/>
                  <a:gd name="T7" fmla="*/ 89 h 89"/>
                  <a:gd name="T8" fmla="*/ 15 w 91"/>
                  <a:gd name="T9" fmla="*/ 46 h 89"/>
                  <a:gd name="T10" fmla="*/ 4 w 91"/>
                  <a:gd name="T11" fmla="*/ 72 h 89"/>
                  <a:gd name="T12" fmla="*/ 0 w 91"/>
                  <a:gd name="T13" fmla="*/ 63 h 89"/>
                  <a:gd name="T14" fmla="*/ 14 w 91"/>
                  <a:gd name="T15" fmla="*/ 28 h 89"/>
                  <a:gd name="T16" fmla="*/ 3 w 91"/>
                  <a:gd name="T17" fmla="*/ 28 h 89"/>
                  <a:gd name="T18" fmla="*/ 3 w 91"/>
                  <a:gd name="T19" fmla="*/ 20 h 89"/>
                  <a:gd name="T20" fmla="*/ 15 w 91"/>
                  <a:gd name="T21" fmla="*/ 20 h 89"/>
                  <a:gd name="T22" fmla="*/ 15 w 91"/>
                  <a:gd name="T23" fmla="*/ 0 h 89"/>
                  <a:gd name="T24" fmla="*/ 23 w 91"/>
                  <a:gd name="T25" fmla="*/ 0 h 89"/>
                  <a:gd name="T26" fmla="*/ 23 w 91"/>
                  <a:gd name="T27" fmla="*/ 20 h 89"/>
                  <a:gd name="T28" fmla="*/ 34 w 91"/>
                  <a:gd name="T29" fmla="*/ 20 h 89"/>
                  <a:gd name="T30" fmla="*/ 34 w 91"/>
                  <a:gd name="T31" fmla="*/ 28 h 89"/>
                  <a:gd name="T32" fmla="*/ 23 w 91"/>
                  <a:gd name="T33" fmla="*/ 28 h 89"/>
                  <a:gd name="T34" fmla="*/ 23 w 91"/>
                  <a:gd name="T35" fmla="*/ 32 h 89"/>
                  <a:gd name="T36" fmla="*/ 35 w 91"/>
                  <a:gd name="T37" fmla="*/ 51 h 89"/>
                  <a:gd name="T38" fmla="*/ 30 w 91"/>
                  <a:gd name="T39" fmla="*/ 58 h 89"/>
                  <a:gd name="T40" fmla="*/ 78 w 91"/>
                  <a:gd name="T41" fmla="*/ 43 h 89"/>
                  <a:gd name="T42" fmla="*/ 67 w 91"/>
                  <a:gd name="T43" fmla="*/ 67 h 89"/>
                  <a:gd name="T44" fmla="*/ 91 w 91"/>
                  <a:gd name="T45" fmla="*/ 81 h 89"/>
                  <a:gd name="T46" fmla="*/ 85 w 91"/>
                  <a:gd name="T47" fmla="*/ 89 h 89"/>
                  <a:gd name="T48" fmla="*/ 61 w 91"/>
                  <a:gd name="T49" fmla="*/ 74 h 89"/>
                  <a:gd name="T50" fmla="*/ 37 w 91"/>
                  <a:gd name="T51" fmla="*/ 89 h 89"/>
                  <a:gd name="T52" fmla="*/ 32 w 91"/>
                  <a:gd name="T53" fmla="*/ 82 h 89"/>
                  <a:gd name="T54" fmla="*/ 55 w 91"/>
                  <a:gd name="T55" fmla="*/ 67 h 89"/>
                  <a:gd name="T56" fmla="*/ 43 w 91"/>
                  <a:gd name="T57" fmla="*/ 44 h 89"/>
                  <a:gd name="T58" fmla="*/ 39 w 91"/>
                  <a:gd name="T59" fmla="*/ 49 h 89"/>
                  <a:gd name="T60" fmla="*/ 32 w 91"/>
                  <a:gd name="T61" fmla="*/ 43 h 89"/>
                  <a:gd name="T62" fmla="*/ 48 w 91"/>
                  <a:gd name="T63" fmla="*/ 24 h 89"/>
                  <a:gd name="T64" fmla="*/ 56 w 91"/>
                  <a:gd name="T65" fmla="*/ 28 h 89"/>
                  <a:gd name="T66" fmla="*/ 45 w 91"/>
                  <a:gd name="T67" fmla="*/ 43 h 89"/>
                  <a:gd name="T68" fmla="*/ 51 w 91"/>
                  <a:gd name="T69" fmla="*/ 41 h 89"/>
                  <a:gd name="T70" fmla="*/ 61 w 91"/>
                  <a:gd name="T71" fmla="*/ 60 h 89"/>
                  <a:gd name="T72" fmla="*/ 70 w 91"/>
                  <a:gd name="T73" fmla="*/ 41 h 89"/>
                  <a:gd name="T74" fmla="*/ 78 w 91"/>
                  <a:gd name="T75" fmla="*/ 43 h 89"/>
                  <a:gd name="T76" fmla="*/ 89 w 91"/>
                  <a:gd name="T77" fmla="*/ 23 h 89"/>
                  <a:gd name="T78" fmla="*/ 36 w 91"/>
                  <a:gd name="T79" fmla="*/ 23 h 89"/>
                  <a:gd name="T80" fmla="*/ 36 w 91"/>
                  <a:gd name="T81" fmla="*/ 14 h 89"/>
                  <a:gd name="T82" fmla="*/ 59 w 91"/>
                  <a:gd name="T83" fmla="*/ 14 h 89"/>
                  <a:gd name="T84" fmla="*/ 52 w 91"/>
                  <a:gd name="T85" fmla="*/ 3 h 89"/>
                  <a:gd name="T86" fmla="*/ 60 w 91"/>
                  <a:gd name="T87" fmla="*/ 0 h 89"/>
                  <a:gd name="T88" fmla="*/ 68 w 91"/>
                  <a:gd name="T89" fmla="*/ 11 h 89"/>
                  <a:gd name="T90" fmla="*/ 62 w 91"/>
                  <a:gd name="T91" fmla="*/ 14 h 89"/>
                  <a:gd name="T92" fmla="*/ 89 w 91"/>
                  <a:gd name="T93" fmla="*/ 14 h 89"/>
                  <a:gd name="T94" fmla="*/ 89 w 91"/>
                  <a:gd name="T95" fmla="*/ 23 h 89"/>
                  <a:gd name="T96" fmla="*/ 72 w 91"/>
                  <a:gd name="T97" fmla="*/ 23 h 89"/>
                  <a:gd name="T98" fmla="*/ 89 w 91"/>
                  <a:gd name="T99" fmla="*/ 43 h 89"/>
                  <a:gd name="T100" fmla="*/ 83 w 91"/>
                  <a:gd name="T101" fmla="*/ 48 h 89"/>
                  <a:gd name="T102" fmla="*/ 66 w 91"/>
                  <a:gd name="T103" fmla="*/ 28 h 89"/>
                  <a:gd name="T104" fmla="*/ 72 w 91"/>
                  <a:gd name="T105" fmla="*/ 23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91" h="89">
                    <a:moveTo>
                      <a:pt x="30" y="58"/>
                    </a:moveTo>
                    <a:cubicBezTo>
                      <a:pt x="29" y="54"/>
                      <a:pt x="26" y="49"/>
                      <a:pt x="23" y="44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15" y="89"/>
                      <a:pt x="15" y="89"/>
                      <a:pt x="15" y="89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2" y="56"/>
                      <a:pt x="8" y="66"/>
                      <a:pt x="4" y="72"/>
                    </a:cubicBezTo>
                    <a:cubicBezTo>
                      <a:pt x="3" y="70"/>
                      <a:pt x="2" y="66"/>
                      <a:pt x="0" y="63"/>
                    </a:cubicBezTo>
                    <a:cubicBezTo>
                      <a:pt x="6" y="56"/>
                      <a:pt x="11" y="41"/>
                      <a:pt x="14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6" y="35"/>
                      <a:pt x="33" y="48"/>
                      <a:pt x="35" y="51"/>
                    </a:cubicBezTo>
                    <a:lnTo>
                      <a:pt x="30" y="58"/>
                    </a:lnTo>
                    <a:close/>
                    <a:moveTo>
                      <a:pt x="78" y="43"/>
                    </a:moveTo>
                    <a:cubicBezTo>
                      <a:pt x="76" y="52"/>
                      <a:pt x="72" y="60"/>
                      <a:pt x="67" y="67"/>
                    </a:cubicBezTo>
                    <a:cubicBezTo>
                      <a:pt x="73" y="73"/>
                      <a:pt x="81" y="78"/>
                      <a:pt x="91" y="81"/>
                    </a:cubicBezTo>
                    <a:cubicBezTo>
                      <a:pt x="89" y="82"/>
                      <a:pt x="86" y="86"/>
                      <a:pt x="85" y="89"/>
                    </a:cubicBezTo>
                    <a:cubicBezTo>
                      <a:pt x="75" y="85"/>
                      <a:pt x="68" y="80"/>
                      <a:pt x="61" y="74"/>
                    </a:cubicBezTo>
                    <a:cubicBezTo>
                      <a:pt x="55" y="80"/>
                      <a:pt x="47" y="85"/>
                      <a:pt x="37" y="89"/>
                    </a:cubicBezTo>
                    <a:cubicBezTo>
                      <a:pt x="36" y="87"/>
                      <a:pt x="34" y="84"/>
                      <a:pt x="32" y="82"/>
                    </a:cubicBezTo>
                    <a:cubicBezTo>
                      <a:pt x="41" y="78"/>
                      <a:pt x="49" y="73"/>
                      <a:pt x="55" y="67"/>
                    </a:cubicBezTo>
                    <a:cubicBezTo>
                      <a:pt x="50" y="60"/>
                      <a:pt x="46" y="53"/>
                      <a:pt x="43" y="44"/>
                    </a:cubicBezTo>
                    <a:cubicBezTo>
                      <a:pt x="42" y="46"/>
                      <a:pt x="40" y="48"/>
                      <a:pt x="39" y="49"/>
                    </a:cubicBezTo>
                    <a:cubicBezTo>
                      <a:pt x="37" y="47"/>
                      <a:pt x="34" y="45"/>
                      <a:pt x="32" y="43"/>
                    </a:cubicBezTo>
                    <a:cubicBezTo>
                      <a:pt x="39" y="39"/>
                      <a:pt x="45" y="31"/>
                      <a:pt x="48" y="24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3" y="33"/>
                      <a:pt x="49" y="38"/>
                      <a:pt x="45" y="4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3" y="48"/>
                      <a:pt x="57" y="55"/>
                      <a:pt x="61" y="60"/>
                    </a:cubicBezTo>
                    <a:cubicBezTo>
                      <a:pt x="65" y="54"/>
                      <a:pt x="68" y="48"/>
                      <a:pt x="70" y="41"/>
                    </a:cubicBezTo>
                    <a:lnTo>
                      <a:pt x="78" y="43"/>
                    </a:lnTo>
                    <a:close/>
                    <a:moveTo>
                      <a:pt x="89" y="23"/>
                    </a:moveTo>
                    <a:cubicBezTo>
                      <a:pt x="36" y="23"/>
                      <a:pt x="36" y="23"/>
                      <a:pt x="36" y="23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59" y="14"/>
                      <a:pt x="59" y="14"/>
                      <a:pt x="59" y="14"/>
                    </a:cubicBezTo>
                    <a:cubicBezTo>
                      <a:pt x="58" y="11"/>
                      <a:pt x="55" y="6"/>
                      <a:pt x="52" y="3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3" y="3"/>
                      <a:pt x="66" y="8"/>
                      <a:pt x="68" y="11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89" y="14"/>
                      <a:pt x="89" y="14"/>
                      <a:pt x="89" y="14"/>
                    </a:cubicBezTo>
                    <a:lnTo>
                      <a:pt x="89" y="23"/>
                    </a:lnTo>
                    <a:close/>
                    <a:moveTo>
                      <a:pt x="72" y="23"/>
                    </a:moveTo>
                    <a:cubicBezTo>
                      <a:pt x="79" y="29"/>
                      <a:pt x="86" y="37"/>
                      <a:pt x="89" y="43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0" y="43"/>
                      <a:pt x="72" y="34"/>
                      <a:pt x="66" y="28"/>
                    </a:cubicBezTo>
                    <a:lnTo>
                      <a:pt x="72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74">
                <a:extLst>
                  <a:ext uri="{FF2B5EF4-FFF2-40B4-BE49-F238E27FC236}">
                    <a16:creationId xmlns:a16="http://schemas.microsoft.com/office/drawing/2014/main" id="{DD374955-8CBF-4CD1-9FC1-0D712091E60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89313" y="4443413"/>
                <a:ext cx="341312" cy="346075"/>
              </a:xfrm>
              <a:custGeom>
                <a:avLst/>
                <a:gdLst>
                  <a:gd name="T0" fmla="*/ 32 w 90"/>
                  <a:gd name="T1" fmla="*/ 54 h 89"/>
                  <a:gd name="T2" fmla="*/ 25 w 90"/>
                  <a:gd name="T3" fmla="*/ 41 h 89"/>
                  <a:gd name="T4" fmla="*/ 25 w 90"/>
                  <a:gd name="T5" fmla="*/ 89 h 89"/>
                  <a:gd name="T6" fmla="*/ 16 w 90"/>
                  <a:gd name="T7" fmla="*/ 89 h 89"/>
                  <a:gd name="T8" fmla="*/ 16 w 90"/>
                  <a:gd name="T9" fmla="*/ 45 h 89"/>
                  <a:gd name="T10" fmla="*/ 4 w 90"/>
                  <a:gd name="T11" fmla="*/ 69 h 89"/>
                  <a:gd name="T12" fmla="*/ 0 w 90"/>
                  <a:gd name="T13" fmla="*/ 60 h 89"/>
                  <a:gd name="T14" fmla="*/ 14 w 90"/>
                  <a:gd name="T15" fmla="*/ 28 h 89"/>
                  <a:gd name="T16" fmla="*/ 2 w 90"/>
                  <a:gd name="T17" fmla="*/ 28 h 89"/>
                  <a:gd name="T18" fmla="*/ 2 w 90"/>
                  <a:gd name="T19" fmla="*/ 20 h 89"/>
                  <a:gd name="T20" fmla="*/ 16 w 90"/>
                  <a:gd name="T21" fmla="*/ 20 h 89"/>
                  <a:gd name="T22" fmla="*/ 16 w 90"/>
                  <a:gd name="T23" fmla="*/ 0 h 89"/>
                  <a:gd name="T24" fmla="*/ 25 w 90"/>
                  <a:gd name="T25" fmla="*/ 0 h 89"/>
                  <a:gd name="T26" fmla="*/ 25 w 90"/>
                  <a:gd name="T27" fmla="*/ 20 h 89"/>
                  <a:gd name="T28" fmla="*/ 37 w 90"/>
                  <a:gd name="T29" fmla="*/ 20 h 89"/>
                  <a:gd name="T30" fmla="*/ 37 w 90"/>
                  <a:gd name="T31" fmla="*/ 28 h 89"/>
                  <a:gd name="T32" fmla="*/ 25 w 90"/>
                  <a:gd name="T33" fmla="*/ 28 h 89"/>
                  <a:gd name="T34" fmla="*/ 25 w 90"/>
                  <a:gd name="T35" fmla="*/ 31 h 89"/>
                  <a:gd name="T36" fmla="*/ 37 w 90"/>
                  <a:gd name="T37" fmla="*/ 47 h 89"/>
                  <a:gd name="T38" fmla="*/ 32 w 90"/>
                  <a:gd name="T39" fmla="*/ 54 h 89"/>
                  <a:gd name="T40" fmla="*/ 52 w 90"/>
                  <a:gd name="T41" fmla="*/ 50 h 89"/>
                  <a:gd name="T42" fmla="*/ 39 w 90"/>
                  <a:gd name="T43" fmla="*/ 80 h 89"/>
                  <a:gd name="T44" fmla="*/ 32 w 90"/>
                  <a:gd name="T45" fmla="*/ 76 h 89"/>
                  <a:gd name="T46" fmla="*/ 44 w 90"/>
                  <a:gd name="T47" fmla="*/ 48 h 89"/>
                  <a:gd name="T48" fmla="*/ 52 w 90"/>
                  <a:gd name="T49" fmla="*/ 50 h 89"/>
                  <a:gd name="T50" fmla="*/ 67 w 90"/>
                  <a:gd name="T51" fmla="*/ 38 h 89"/>
                  <a:gd name="T52" fmla="*/ 67 w 90"/>
                  <a:gd name="T53" fmla="*/ 78 h 89"/>
                  <a:gd name="T54" fmla="*/ 63 w 90"/>
                  <a:gd name="T55" fmla="*/ 87 h 89"/>
                  <a:gd name="T56" fmla="*/ 49 w 90"/>
                  <a:gd name="T57" fmla="*/ 89 h 89"/>
                  <a:gd name="T58" fmla="*/ 46 w 90"/>
                  <a:gd name="T59" fmla="*/ 80 h 89"/>
                  <a:gd name="T60" fmla="*/ 56 w 90"/>
                  <a:gd name="T61" fmla="*/ 80 h 89"/>
                  <a:gd name="T62" fmla="*/ 58 w 90"/>
                  <a:gd name="T63" fmla="*/ 78 h 89"/>
                  <a:gd name="T64" fmla="*/ 58 w 90"/>
                  <a:gd name="T65" fmla="*/ 38 h 89"/>
                  <a:gd name="T66" fmla="*/ 38 w 90"/>
                  <a:gd name="T67" fmla="*/ 38 h 89"/>
                  <a:gd name="T68" fmla="*/ 38 w 90"/>
                  <a:gd name="T69" fmla="*/ 30 h 89"/>
                  <a:gd name="T70" fmla="*/ 89 w 90"/>
                  <a:gd name="T71" fmla="*/ 30 h 89"/>
                  <a:gd name="T72" fmla="*/ 89 w 90"/>
                  <a:gd name="T73" fmla="*/ 38 h 89"/>
                  <a:gd name="T74" fmla="*/ 67 w 90"/>
                  <a:gd name="T75" fmla="*/ 38 h 89"/>
                  <a:gd name="T76" fmla="*/ 84 w 90"/>
                  <a:gd name="T77" fmla="*/ 16 h 89"/>
                  <a:gd name="T78" fmla="*/ 42 w 90"/>
                  <a:gd name="T79" fmla="*/ 16 h 89"/>
                  <a:gd name="T80" fmla="*/ 42 w 90"/>
                  <a:gd name="T81" fmla="*/ 7 h 89"/>
                  <a:gd name="T82" fmla="*/ 84 w 90"/>
                  <a:gd name="T83" fmla="*/ 7 h 89"/>
                  <a:gd name="T84" fmla="*/ 84 w 90"/>
                  <a:gd name="T85" fmla="*/ 16 h 89"/>
                  <a:gd name="T86" fmla="*/ 80 w 90"/>
                  <a:gd name="T87" fmla="*/ 48 h 89"/>
                  <a:gd name="T88" fmla="*/ 90 w 90"/>
                  <a:gd name="T89" fmla="*/ 77 h 89"/>
                  <a:gd name="T90" fmla="*/ 82 w 90"/>
                  <a:gd name="T91" fmla="*/ 81 h 89"/>
                  <a:gd name="T92" fmla="*/ 72 w 90"/>
                  <a:gd name="T93" fmla="*/ 51 h 89"/>
                  <a:gd name="T94" fmla="*/ 80 w 90"/>
                  <a:gd name="T95" fmla="*/ 48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0" h="89">
                    <a:moveTo>
                      <a:pt x="32" y="54"/>
                    </a:moveTo>
                    <a:cubicBezTo>
                      <a:pt x="31" y="51"/>
                      <a:pt x="28" y="45"/>
                      <a:pt x="25" y="41"/>
                    </a:cubicBezTo>
                    <a:cubicBezTo>
                      <a:pt x="25" y="89"/>
                      <a:pt x="25" y="89"/>
                      <a:pt x="25" y="89"/>
                    </a:cubicBezTo>
                    <a:cubicBezTo>
                      <a:pt x="16" y="89"/>
                      <a:pt x="16" y="89"/>
                      <a:pt x="16" y="89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3" y="54"/>
                      <a:pt x="9" y="63"/>
                      <a:pt x="4" y="69"/>
                    </a:cubicBezTo>
                    <a:cubicBezTo>
                      <a:pt x="3" y="66"/>
                      <a:pt x="1" y="62"/>
                      <a:pt x="0" y="60"/>
                    </a:cubicBezTo>
                    <a:cubicBezTo>
                      <a:pt x="5" y="53"/>
                      <a:pt x="11" y="40"/>
                      <a:pt x="14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31"/>
                      <a:pt x="25" y="31"/>
                      <a:pt x="25" y="31"/>
                    </a:cubicBezTo>
                    <a:cubicBezTo>
                      <a:pt x="28" y="34"/>
                      <a:pt x="36" y="44"/>
                      <a:pt x="37" y="47"/>
                    </a:cubicBezTo>
                    <a:lnTo>
                      <a:pt x="32" y="54"/>
                    </a:lnTo>
                    <a:close/>
                    <a:moveTo>
                      <a:pt x="52" y="50"/>
                    </a:moveTo>
                    <a:cubicBezTo>
                      <a:pt x="49" y="61"/>
                      <a:pt x="44" y="73"/>
                      <a:pt x="39" y="80"/>
                    </a:cubicBezTo>
                    <a:cubicBezTo>
                      <a:pt x="37" y="79"/>
                      <a:pt x="34" y="77"/>
                      <a:pt x="32" y="76"/>
                    </a:cubicBezTo>
                    <a:cubicBezTo>
                      <a:pt x="37" y="69"/>
                      <a:pt x="41" y="58"/>
                      <a:pt x="44" y="48"/>
                    </a:cubicBezTo>
                    <a:lnTo>
                      <a:pt x="52" y="50"/>
                    </a:lnTo>
                    <a:close/>
                    <a:moveTo>
                      <a:pt x="67" y="38"/>
                    </a:move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83"/>
                      <a:pt x="66" y="86"/>
                      <a:pt x="63" y="87"/>
                    </a:cubicBezTo>
                    <a:cubicBezTo>
                      <a:pt x="60" y="89"/>
                      <a:pt x="55" y="89"/>
                      <a:pt x="49" y="89"/>
                    </a:cubicBezTo>
                    <a:cubicBezTo>
                      <a:pt x="48" y="86"/>
                      <a:pt x="47" y="82"/>
                      <a:pt x="46" y="80"/>
                    </a:cubicBezTo>
                    <a:cubicBezTo>
                      <a:pt x="50" y="80"/>
                      <a:pt x="55" y="80"/>
                      <a:pt x="56" y="80"/>
                    </a:cubicBezTo>
                    <a:cubicBezTo>
                      <a:pt x="57" y="80"/>
                      <a:pt x="58" y="79"/>
                      <a:pt x="58" y="7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89" y="38"/>
                      <a:pt x="89" y="38"/>
                      <a:pt x="89" y="38"/>
                    </a:cubicBezTo>
                    <a:lnTo>
                      <a:pt x="67" y="38"/>
                    </a:lnTo>
                    <a:close/>
                    <a:moveTo>
                      <a:pt x="84" y="16"/>
                    </a:move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84" y="7"/>
                      <a:pt x="84" y="7"/>
                      <a:pt x="84" y="7"/>
                    </a:cubicBezTo>
                    <a:lnTo>
                      <a:pt x="84" y="16"/>
                    </a:lnTo>
                    <a:close/>
                    <a:moveTo>
                      <a:pt x="80" y="48"/>
                    </a:moveTo>
                    <a:cubicBezTo>
                      <a:pt x="84" y="58"/>
                      <a:pt x="88" y="70"/>
                      <a:pt x="90" y="77"/>
                    </a:cubicBezTo>
                    <a:cubicBezTo>
                      <a:pt x="82" y="81"/>
                      <a:pt x="82" y="81"/>
                      <a:pt x="82" y="81"/>
                    </a:cubicBezTo>
                    <a:cubicBezTo>
                      <a:pt x="81" y="73"/>
                      <a:pt x="76" y="60"/>
                      <a:pt x="72" y="51"/>
                    </a:cubicBezTo>
                    <a:lnTo>
                      <a:pt x="80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75">
                <a:extLst>
                  <a:ext uri="{FF2B5EF4-FFF2-40B4-BE49-F238E27FC236}">
                    <a16:creationId xmlns:a16="http://schemas.microsoft.com/office/drawing/2014/main" id="{8B3568A2-8DB9-402F-87A3-A75360A5BB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963" y="4443413"/>
                <a:ext cx="328612" cy="341313"/>
              </a:xfrm>
              <a:custGeom>
                <a:avLst/>
                <a:gdLst>
                  <a:gd name="T0" fmla="*/ 0 w 87"/>
                  <a:gd name="T1" fmla="*/ 80 h 88"/>
                  <a:gd name="T2" fmla="*/ 9 w 87"/>
                  <a:gd name="T3" fmla="*/ 57 h 88"/>
                  <a:gd name="T4" fmla="*/ 17 w 87"/>
                  <a:gd name="T5" fmla="*/ 60 h 88"/>
                  <a:gd name="T6" fmla="*/ 8 w 87"/>
                  <a:gd name="T7" fmla="*/ 84 h 88"/>
                  <a:gd name="T8" fmla="*/ 0 w 87"/>
                  <a:gd name="T9" fmla="*/ 80 h 88"/>
                  <a:gd name="T10" fmla="*/ 39 w 87"/>
                  <a:gd name="T11" fmla="*/ 22 h 88"/>
                  <a:gd name="T12" fmla="*/ 1 w 87"/>
                  <a:gd name="T13" fmla="*/ 22 h 88"/>
                  <a:gd name="T14" fmla="*/ 1 w 87"/>
                  <a:gd name="T15" fmla="*/ 13 h 88"/>
                  <a:gd name="T16" fmla="*/ 39 w 87"/>
                  <a:gd name="T17" fmla="*/ 13 h 88"/>
                  <a:gd name="T18" fmla="*/ 39 w 87"/>
                  <a:gd name="T19" fmla="*/ 0 h 88"/>
                  <a:gd name="T20" fmla="*/ 48 w 87"/>
                  <a:gd name="T21" fmla="*/ 0 h 88"/>
                  <a:gd name="T22" fmla="*/ 48 w 87"/>
                  <a:gd name="T23" fmla="*/ 13 h 88"/>
                  <a:gd name="T24" fmla="*/ 86 w 87"/>
                  <a:gd name="T25" fmla="*/ 13 h 88"/>
                  <a:gd name="T26" fmla="*/ 86 w 87"/>
                  <a:gd name="T27" fmla="*/ 22 h 88"/>
                  <a:gd name="T28" fmla="*/ 48 w 87"/>
                  <a:gd name="T29" fmla="*/ 22 h 88"/>
                  <a:gd name="T30" fmla="*/ 48 w 87"/>
                  <a:gd name="T31" fmla="*/ 36 h 88"/>
                  <a:gd name="T32" fmla="*/ 81 w 87"/>
                  <a:gd name="T33" fmla="*/ 36 h 88"/>
                  <a:gd name="T34" fmla="*/ 81 w 87"/>
                  <a:gd name="T35" fmla="*/ 45 h 88"/>
                  <a:gd name="T36" fmla="*/ 7 w 87"/>
                  <a:gd name="T37" fmla="*/ 45 h 88"/>
                  <a:gd name="T38" fmla="*/ 7 w 87"/>
                  <a:gd name="T39" fmla="*/ 36 h 88"/>
                  <a:gd name="T40" fmla="*/ 39 w 87"/>
                  <a:gd name="T41" fmla="*/ 36 h 88"/>
                  <a:gd name="T42" fmla="*/ 39 w 87"/>
                  <a:gd name="T43" fmla="*/ 22 h 88"/>
                  <a:gd name="T44" fmla="*/ 56 w 87"/>
                  <a:gd name="T45" fmla="*/ 80 h 88"/>
                  <a:gd name="T46" fmla="*/ 62 w 87"/>
                  <a:gd name="T47" fmla="*/ 69 h 88"/>
                  <a:gd name="T48" fmla="*/ 70 w 87"/>
                  <a:gd name="T49" fmla="*/ 72 h 88"/>
                  <a:gd name="T50" fmla="*/ 56 w 87"/>
                  <a:gd name="T51" fmla="*/ 88 h 88"/>
                  <a:gd name="T52" fmla="*/ 36 w 87"/>
                  <a:gd name="T53" fmla="*/ 88 h 88"/>
                  <a:gd name="T54" fmla="*/ 21 w 87"/>
                  <a:gd name="T55" fmla="*/ 77 h 88"/>
                  <a:gd name="T56" fmla="*/ 21 w 87"/>
                  <a:gd name="T57" fmla="*/ 56 h 88"/>
                  <a:gd name="T58" fmla="*/ 30 w 87"/>
                  <a:gd name="T59" fmla="*/ 56 h 88"/>
                  <a:gd name="T60" fmla="*/ 30 w 87"/>
                  <a:gd name="T61" fmla="*/ 76 h 88"/>
                  <a:gd name="T62" fmla="*/ 37 w 87"/>
                  <a:gd name="T63" fmla="*/ 80 h 88"/>
                  <a:gd name="T64" fmla="*/ 56 w 87"/>
                  <a:gd name="T65" fmla="*/ 80 h 88"/>
                  <a:gd name="T66" fmla="*/ 38 w 87"/>
                  <a:gd name="T67" fmla="*/ 46 h 88"/>
                  <a:gd name="T68" fmla="*/ 59 w 87"/>
                  <a:gd name="T69" fmla="*/ 62 h 88"/>
                  <a:gd name="T70" fmla="*/ 53 w 87"/>
                  <a:gd name="T71" fmla="*/ 68 h 88"/>
                  <a:gd name="T72" fmla="*/ 32 w 87"/>
                  <a:gd name="T73" fmla="*/ 51 h 88"/>
                  <a:gd name="T74" fmla="*/ 38 w 87"/>
                  <a:gd name="T75" fmla="*/ 46 h 88"/>
                  <a:gd name="T76" fmla="*/ 74 w 87"/>
                  <a:gd name="T77" fmla="*/ 56 h 88"/>
                  <a:gd name="T78" fmla="*/ 87 w 87"/>
                  <a:gd name="T79" fmla="*/ 81 h 88"/>
                  <a:gd name="T80" fmla="*/ 78 w 87"/>
                  <a:gd name="T81" fmla="*/ 85 h 88"/>
                  <a:gd name="T82" fmla="*/ 66 w 87"/>
                  <a:gd name="T83" fmla="*/ 59 h 88"/>
                  <a:gd name="T84" fmla="*/ 74 w 87"/>
                  <a:gd name="T85" fmla="*/ 56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7" h="88">
                    <a:moveTo>
                      <a:pt x="0" y="80"/>
                    </a:moveTo>
                    <a:cubicBezTo>
                      <a:pt x="4" y="74"/>
                      <a:pt x="7" y="65"/>
                      <a:pt x="9" y="57"/>
                    </a:cubicBezTo>
                    <a:cubicBezTo>
                      <a:pt x="17" y="60"/>
                      <a:pt x="17" y="60"/>
                      <a:pt x="17" y="60"/>
                    </a:cubicBezTo>
                    <a:cubicBezTo>
                      <a:pt x="15" y="68"/>
                      <a:pt x="12" y="78"/>
                      <a:pt x="8" y="84"/>
                    </a:cubicBezTo>
                    <a:lnTo>
                      <a:pt x="0" y="80"/>
                    </a:lnTo>
                    <a:close/>
                    <a:moveTo>
                      <a:pt x="39" y="22"/>
                    </a:moveTo>
                    <a:cubicBezTo>
                      <a:pt x="1" y="22"/>
                      <a:pt x="1" y="22"/>
                      <a:pt x="1" y="2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48" y="22"/>
                      <a:pt x="48" y="22"/>
                      <a:pt x="48" y="22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81" y="45"/>
                      <a:pt x="81" y="45"/>
                      <a:pt x="81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39" y="36"/>
                      <a:pt x="39" y="36"/>
                      <a:pt x="39" y="36"/>
                    </a:cubicBezTo>
                    <a:lnTo>
                      <a:pt x="39" y="22"/>
                    </a:lnTo>
                    <a:close/>
                    <a:moveTo>
                      <a:pt x="56" y="80"/>
                    </a:moveTo>
                    <a:cubicBezTo>
                      <a:pt x="61" y="80"/>
                      <a:pt x="62" y="78"/>
                      <a:pt x="62" y="69"/>
                    </a:cubicBezTo>
                    <a:cubicBezTo>
                      <a:pt x="64" y="70"/>
                      <a:pt x="68" y="71"/>
                      <a:pt x="70" y="72"/>
                    </a:cubicBezTo>
                    <a:cubicBezTo>
                      <a:pt x="69" y="85"/>
                      <a:pt x="66" y="88"/>
                      <a:pt x="56" y="88"/>
                    </a:cubicBezTo>
                    <a:cubicBezTo>
                      <a:pt x="36" y="88"/>
                      <a:pt x="36" y="88"/>
                      <a:pt x="36" y="88"/>
                    </a:cubicBezTo>
                    <a:cubicBezTo>
                      <a:pt x="24" y="88"/>
                      <a:pt x="21" y="85"/>
                      <a:pt x="21" y="77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30" y="56"/>
                      <a:pt x="30" y="56"/>
                      <a:pt x="30" y="56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9"/>
                      <a:pt x="31" y="80"/>
                      <a:pt x="37" y="80"/>
                    </a:cubicBezTo>
                    <a:lnTo>
                      <a:pt x="56" y="80"/>
                    </a:lnTo>
                    <a:close/>
                    <a:moveTo>
                      <a:pt x="38" y="46"/>
                    </a:moveTo>
                    <a:cubicBezTo>
                      <a:pt x="45" y="50"/>
                      <a:pt x="55" y="57"/>
                      <a:pt x="59" y="62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48" y="63"/>
                      <a:pt x="39" y="56"/>
                      <a:pt x="32" y="51"/>
                    </a:cubicBezTo>
                    <a:lnTo>
                      <a:pt x="38" y="46"/>
                    </a:lnTo>
                    <a:close/>
                    <a:moveTo>
                      <a:pt x="74" y="56"/>
                    </a:moveTo>
                    <a:cubicBezTo>
                      <a:pt x="79" y="64"/>
                      <a:pt x="84" y="75"/>
                      <a:pt x="87" y="81"/>
                    </a:cubicBezTo>
                    <a:cubicBezTo>
                      <a:pt x="78" y="85"/>
                      <a:pt x="78" y="85"/>
                      <a:pt x="78" y="85"/>
                    </a:cubicBezTo>
                    <a:cubicBezTo>
                      <a:pt x="76" y="78"/>
                      <a:pt x="71" y="67"/>
                      <a:pt x="66" y="59"/>
                    </a:cubicBezTo>
                    <a:lnTo>
                      <a:pt x="74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80" name="Rectangle 6">
            <a:extLst>
              <a:ext uri="{FF2B5EF4-FFF2-40B4-BE49-F238E27FC236}">
                <a16:creationId xmlns:a16="http://schemas.microsoft.com/office/drawing/2014/main" id="{FF8013C1-60D8-4B83-9EBB-E8DADF20D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79" y="4239793"/>
            <a:ext cx="4542760" cy="396068"/>
          </a:xfrm>
          <a:prstGeom prst="roundRect">
            <a:avLst>
              <a:gd name="adj" fmla="val 50000"/>
            </a:avLst>
          </a:prstGeom>
          <a:solidFill>
            <a:srgbClr val="FC8D3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XXXX</a:t>
            </a:r>
            <a:r>
              <a:rPr lang="zh-CN" altLang="en-US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大学   </a:t>
            </a:r>
            <a:r>
              <a:rPr lang="en-US" altLang="zh-CN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</a:t>
            </a:r>
            <a:r>
              <a:rPr lang="zh-CN" altLang="en-US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学院  </a:t>
            </a:r>
            <a:r>
              <a:rPr lang="en-US" altLang="zh-CN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</a:t>
            </a:r>
            <a:r>
              <a:rPr lang="zh-CN" altLang="en-US" sz="2000" b="1" dirty="0">
                <a:ln cap="rnd" cmpd="dbl">
                  <a:noFill/>
                  <a:bevel/>
                </a:ln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班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0435A6B-D37F-43E8-9E97-74AA740ABDA0}"/>
              </a:ext>
            </a:extLst>
          </p:cNvPr>
          <p:cNvSpPr txBox="1"/>
          <p:nvPr/>
        </p:nvSpPr>
        <p:spPr>
          <a:xfrm>
            <a:off x="660759" y="4926746"/>
            <a:ext cx="3938899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l"/>
            <a:r>
              <a:rPr lang="zh-CN" altLang="en-US" sz="2000" b="1" dirty="0">
                <a:ln cap="rnd" cmpd="dbl">
                  <a:noFill/>
                  <a:bevel/>
                </a:ln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指导老师：</a:t>
            </a:r>
            <a:r>
              <a:rPr lang="en-US" altLang="zh-CN" sz="2000" b="1" dirty="0">
                <a:ln cap="rnd" cmpd="dbl">
                  <a:noFill/>
                  <a:bevel/>
                </a:ln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XXX</a:t>
            </a:r>
            <a:r>
              <a:rPr lang="zh-CN" altLang="en-US" sz="2000" b="1" dirty="0">
                <a:ln cap="rnd" cmpd="dbl">
                  <a:noFill/>
                  <a:bevel/>
                </a:ln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答辩人：</a:t>
            </a:r>
            <a:r>
              <a:rPr lang="en-US" altLang="zh-CN" sz="2000" b="1" dirty="0">
                <a:ln cap="rnd" cmpd="dbl">
                  <a:noFill/>
                  <a:bevel/>
                </a:ln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XXX</a:t>
            </a:r>
            <a:endParaRPr lang="zh-CN" altLang="en-US" sz="2000" b="1" dirty="0">
              <a:ln cap="rnd" cmpd="dbl">
                <a:noFill/>
                <a:bevel/>
              </a:ln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97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560</Words>
  <Application>Microsoft Office PowerPoint</Application>
  <PresentationFormat>宽屏</PresentationFormat>
  <Paragraphs>143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Segoe UI Black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蜜桃收藏馆</cp:lastModifiedBy>
  <cp:revision>54</cp:revision>
  <dcterms:created xsi:type="dcterms:W3CDTF">2021-01-28T08:34:00Z</dcterms:created>
  <dcterms:modified xsi:type="dcterms:W3CDTF">2021-06-04T09:13:38Z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