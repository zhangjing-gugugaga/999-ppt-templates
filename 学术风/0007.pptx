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4" r:id="rId7"/>
    <p:sldId id="259" r:id="rId8"/>
    <p:sldId id="265" r:id="rId9"/>
    <p:sldId id="260" r:id="rId10"/>
    <p:sldId id="266" r:id="rId11"/>
    <p:sldId id="261" r:id="rId12"/>
    <p:sldId id="267" r:id="rId13"/>
    <p:sldId id="270" r:id="rId14"/>
    <p:sldId id="272" r:id="rId15"/>
    <p:sldId id="273" r:id="rId16"/>
    <p:sldId id="262" r:id="rId17"/>
    <p:sldId id="274" r:id="rId18"/>
    <p:sldId id="276" r:id="rId19"/>
    <p:sldId id="281" r:id="rId20"/>
    <p:sldId id="268" r:id="rId21"/>
    <p:sldId id="280" r:id="rId22"/>
    <p:sldId id="263" r:id="rId23"/>
    <p:sldId id="269" r:id="rId24"/>
    <p:sldId id="282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F4C"/>
    <a:srgbClr val="4B6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2" d="100"/>
          <a:sy n="52" d="100"/>
        </p:scale>
        <p:origin x="1843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5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73559128"/>
        <c:axId val="473559520"/>
      </c:lineChart>
      <c:catAx>
        <c:axId val="473559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cs"/>
                <a:sym typeface="字魂36号-正文宋楷" panose="02000000000000000000" pitchFamily="2" charset="-122"/>
              </a:defRPr>
            </a:pPr>
          </a:p>
        </c:txPr>
        <c:crossAx val="473559520"/>
        <c:crosses val="autoZero"/>
        <c:auto val="1"/>
        <c:lblAlgn val="ctr"/>
        <c:lblOffset val="100"/>
        <c:noMultiLvlLbl val="0"/>
      </c:catAx>
      <c:valAx>
        <c:axId val="47355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cs"/>
                <a:sym typeface="字魂36号-正文宋楷" panose="02000000000000000000" pitchFamily="2" charset="-122"/>
              </a:defRPr>
            </a:pPr>
          </a:p>
        </c:txPr>
        <c:crossAx val="473559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cs"/>
              <a:sym typeface="字魂36号-正文宋楷" panose="02000000000000000000" pitchFamily="2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14ff109-9725-424f-8ecd-582af09d06f1}"/>
      </c:ext>
    </c:extLst>
  </c:chart>
  <c:spPr>
    <a:noFill/>
    <a:ln>
      <a:noFill/>
    </a:ln>
    <a:effectLst/>
  </c:spPr>
  <c:txPr>
    <a:bodyPr/>
    <a:lstStyle/>
    <a:p>
      <a:pPr>
        <a:defRPr lang="zh-CN">
          <a:latin typeface="字魂36号-正文宋楷" panose="02000000000000000000" pitchFamily="2" charset="-122"/>
          <a:ea typeface="字魂36号-正文宋楷" panose="02000000000000000000" pitchFamily="2" charset="-122"/>
          <a:sym typeface="字魂36号-正文宋楷" panose="02000000000000000000" pitchFamily="2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73560696"/>
        <c:axId val="473561088"/>
      </c:barChart>
      <c:catAx>
        <c:axId val="4735606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cs"/>
                <a:sym typeface="字魂36号-正文宋楷" panose="02000000000000000000" pitchFamily="2" charset="-122"/>
              </a:defRPr>
            </a:pPr>
          </a:p>
        </c:txPr>
        <c:crossAx val="473561088"/>
        <c:crosses val="autoZero"/>
        <c:auto val="1"/>
        <c:lblAlgn val="ctr"/>
        <c:lblOffset val="100"/>
        <c:noMultiLvlLbl val="0"/>
      </c:catAx>
      <c:valAx>
        <c:axId val="473561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cs"/>
                <a:sym typeface="字魂36号-正文宋楷" panose="02000000000000000000" pitchFamily="2" charset="-122"/>
              </a:defRPr>
            </a:pPr>
          </a:p>
        </c:txPr>
        <c:crossAx val="473560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cs"/>
              <a:sym typeface="字魂36号-正文宋楷" panose="02000000000000000000" pitchFamily="2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f1f0cdb-10e1-45b9-b781-cc7fbe93b588}"/>
      </c:ext>
    </c:extLst>
  </c:chart>
  <c:spPr>
    <a:noFill/>
    <a:ln>
      <a:noFill/>
    </a:ln>
    <a:effectLst/>
  </c:spPr>
  <c:txPr>
    <a:bodyPr/>
    <a:lstStyle/>
    <a:p>
      <a:pPr>
        <a:defRPr lang="zh-CN">
          <a:latin typeface="字魂36号-正文宋楷" panose="02000000000000000000" pitchFamily="2" charset="-122"/>
          <a:ea typeface="字魂36号-正文宋楷" panose="02000000000000000000" pitchFamily="2" charset="-122"/>
          <a:sym typeface="字魂36号-正文宋楷" panose="02000000000000000000" pitchFamily="2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2029584"/>
        <c:axId val="472028408"/>
      </c:barChart>
      <c:catAx>
        <c:axId val="47202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cs"/>
                <a:sym typeface="字魂36号-正文宋楷" panose="02000000000000000000" pitchFamily="2" charset="-122"/>
              </a:defRPr>
            </a:pPr>
          </a:p>
        </c:txPr>
        <c:crossAx val="472028408"/>
        <c:crosses val="autoZero"/>
        <c:auto val="1"/>
        <c:lblAlgn val="ctr"/>
        <c:lblOffset val="100"/>
        <c:noMultiLvlLbl val="0"/>
      </c:catAx>
      <c:valAx>
        <c:axId val="472028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+mn-cs"/>
                <a:sym typeface="字魂36号-正文宋楷" panose="02000000000000000000" pitchFamily="2" charset="-122"/>
              </a:defRPr>
            </a:pPr>
          </a:p>
        </c:txPr>
        <c:crossAx val="472029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+mn-cs"/>
              <a:sym typeface="字魂36号-正文宋楷" panose="02000000000000000000" pitchFamily="2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2eb4d10-1a5c-48aa-bb45-109e1ac635d9}"/>
      </c:ext>
    </c:extLst>
  </c:chart>
  <c:spPr>
    <a:noFill/>
    <a:ln>
      <a:noFill/>
    </a:ln>
    <a:effectLst/>
  </c:spPr>
  <c:txPr>
    <a:bodyPr/>
    <a:lstStyle/>
    <a:p>
      <a:pPr>
        <a:defRPr lang="zh-CN">
          <a:latin typeface="字魂36号-正文宋楷" panose="02000000000000000000" pitchFamily="2" charset="-122"/>
          <a:ea typeface="字魂36号-正文宋楷" panose="02000000000000000000" pitchFamily="2" charset="-122"/>
          <a:sym typeface="字魂36号-正文宋楷" panose="02000000000000000000" pitchFamily="2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659D-2F0F-455E-B5EB-BCF9C6DF3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F510E-55F1-4C8C-8E2A-C0E5DCE58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847A-0810-44BA-BDB6-82F0F70745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51BB9-3885-4E4D-8B50-E9D9E044D6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20089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72577" y="604388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2F2F2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指导老师：</a:t>
            </a:r>
            <a:endParaRPr lang="zh-CN" altLang="en-US" sz="2000" dirty="0">
              <a:solidFill>
                <a:srgbClr val="F2F2F2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00453" y="604388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2F2F2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答辩人：</a:t>
            </a:r>
            <a:endParaRPr lang="zh-CN" altLang="en-US" sz="2000" dirty="0">
              <a:solidFill>
                <a:srgbClr val="F2F2F2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33797" y="604387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2F2F2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答辩时间：</a:t>
            </a:r>
            <a:endParaRPr lang="zh-CN" altLang="en-US" sz="2000" dirty="0">
              <a:solidFill>
                <a:srgbClr val="F2F2F2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9" name="流程图: 终止 18"/>
          <p:cNvSpPr/>
          <p:nvPr/>
        </p:nvSpPr>
        <p:spPr>
          <a:xfrm>
            <a:off x="1899425" y="6043879"/>
            <a:ext cx="2009254" cy="400110"/>
          </a:xfrm>
          <a:prstGeom prst="flowChartTerminator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0" name="流程图: 终止 19"/>
          <p:cNvSpPr/>
          <p:nvPr/>
        </p:nvSpPr>
        <p:spPr>
          <a:xfrm>
            <a:off x="5160736" y="6043879"/>
            <a:ext cx="2009254" cy="400110"/>
          </a:xfrm>
          <a:prstGeom prst="flowChartTerminator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1" name="流程图: 终止 20"/>
          <p:cNvSpPr/>
          <p:nvPr/>
        </p:nvSpPr>
        <p:spPr>
          <a:xfrm>
            <a:off x="8235856" y="6043879"/>
            <a:ext cx="2009254" cy="400110"/>
          </a:xfrm>
          <a:prstGeom prst="flowChartTerminator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60858" y="2572042"/>
            <a:ext cx="384492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spc="2000" dirty="0">
                <a:solidFill>
                  <a:srgbClr val="F2F2F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2022</a:t>
            </a:r>
            <a:endParaRPr lang="en-US" altLang="zh-CN" sz="6600" b="1" spc="2000" dirty="0">
              <a:solidFill>
                <a:srgbClr val="F2F2F2"/>
              </a:solidFill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33979" y="207010"/>
            <a:ext cx="3524042" cy="89541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9900" dirty="0">
                <a:solidFill>
                  <a:schemeClr val="bg1"/>
                </a:solidFill>
                <a:latin typeface="书体坊禚效锋行草体" panose="02010601030101010101" charset="-122"/>
                <a:ea typeface="书体坊禚效锋行草体" panose="02010601030101010101" charset="-122"/>
                <a:sym typeface="字魂36号-正文宋楷" panose="02000000000000000000" pitchFamily="2" charset="-122"/>
              </a:rPr>
              <a:t>答辩</a:t>
            </a:r>
            <a:endParaRPr lang="zh-CN" altLang="en-US" sz="19900" dirty="0">
              <a:solidFill>
                <a:schemeClr val="bg1"/>
              </a:solidFill>
              <a:latin typeface="书体坊禚效锋行草体" panose="02010601030101010101" charset="-122"/>
              <a:ea typeface="书体坊禚效锋行草体" panose="02010601030101010101" charset="-122"/>
              <a:sym typeface="字魂36号-正文宋楷" panose="02000000000000000000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1329" y="510987"/>
            <a:ext cx="3523130" cy="5836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14800" y="510987"/>
            <a:ext cx="45719" cy="58360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64299" y="1237129"/>
            <a:ext cx="112955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b="1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目录</a:t>
            </a:r>
            <a:endParaRPr lang="zh-CN" altLang="en-US" sz="8800" b="1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flipV="1">
            <a:off x="3287805" y="1532965"/>
            <a:ext cx="144000" cy="14400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039" y="565851"/>
            <a:ext cx="1538883" cy="606462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8800" b="1" dirty="0">
                <a:solidFill>
                  <a:schemeClr val="bg1">
                    <a:lumMod val="95000"/>
                    <a:alpha val="50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Arial Unicode MS" panose="020B0604020202020204" pitchFamily="34" charset="-122"/>
                <a:sym typeface="字魂36号-正文宋楷" panose="02000000000000000000" pitchFamily="2" charset="-122"/>
              </a:rPr>
              <a:t>CONTENT</a:t>
            </a:r>
            <a:endParaRPr lang="zh-CN" altLang="en-US" sz="8800" b="1" dirty="0">
              <a:solidFill>
                <a:schemeClr val="bg1">
                  <a:lumMod val="95000"/>
                  <a:alpha val="50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Arial Unicode MS" panose="020B0604020202020204" pitchFamily="34" charset="-122"/>
              <a:sym typeface="字魂36号-正文宋楷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33870" y="5205183"/>
            <a:ext cx="473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6</a:t>
            </a:r>
            <a:endParaRPr lang="zh-CN" altLang="en-US" sz="4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33872" y="1820042"/>
            <a:ext cx="473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2</a:t>
            </a:r>
            <a:endParaRPr lang="zh-CN" altLang="en-US" sz="4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33872" y="2634429"/>
            <a:ext cx="473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3</a:t>
            </a:r>
            <a:endParaRPr lang="zh-CN" altLang="en-US" sz="4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33871" y="3463877"/>
            <a:ext cx="473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4</a:t>
            </a:r>
            <a:endParaRPr lang="zh-CN" altLang="en-US" sz="4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33870" y="4357447"/>
            <a:ext cx="473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5</a:t>
            </a:r>
            <a:endParaRPr lang="zh-CN" altLang="en-US" sz="4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33870" y="955632"/>
            <a:ext cx="473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1</a:t>
            </a:r>
            <a:endParaRPr lang="zh-CN" altLang="en-US" sz="4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57630" y="102458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选题背景</a:t>
            </a:r>
            <a:endParaRPr lang="zh-CN" altLang="en-US" sz="24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75918" y="1418749"/>
            <a:ext cx="1077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BACKGROUND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57630" y="19281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国内外研究现状</a:t>
            </a:r>
            <a:endParaRPr lang="zh-CN" altLang="en-US" sz="24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675918" y="2322273"/>
            <a:ext cx="2760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status at home and abroad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57630" y="275680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目的与意义</a:t>
            </a:r>
            <a:endParaRPr lang="zh-CN" altLang="en-US" sz="24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675918" y="3150971"/>
            <a:ext cx="2008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Purpose and significance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75918" y="359451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研究方法与思路</a:t>
            </a:r>
            <a:endParaRPr lang="zh-CN" altLang="en-US" sz="24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94206" y="3970396"/>
            <a:ext cx="22070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methods and ideas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57630" y="443606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结果与结论</a:t>
            </a:r>
            <a:endParaRPr lang="zh-CN" altLang="en-US" sz="24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675918" y="4811941"/>
            <a:ext cx="1907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Results and Conclusions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75918" y="528750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创新与不足</a:t>
            </a:r>
            <a:endParaRPr lang="zh-CN" altLang="en-US" sz="24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94206" y="5663383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Innovation and deficiency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4753" y="510988"/>
            <a:ext cx="11201400" cy="579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graduation-cap-variant_30915"/>
          <p:cNvSpPr>
            <a:spLocks noChangeAspect="1"/>
          </p:cNvSpPr>
          <p:nvPr/>
        </p:nvSpPr>
        <p:spPr bwMode="auto">
          <a:xfrm>
            <a:off x="1824276" y="164565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81388" y="1155710"/>
            <a:ext cx="1912703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1</a:t>
            </a:r>
            <a:endParaRPr lang="zh-CN" altLang="en-US" sz="287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81776" y="340471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选题背景</a:t>
            </a:r>
            <a:endParaRPr lang="zh-CN" altLang="en-US" sz="48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5223" y="4235711"/>
            <a:ext cx="21002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Background</a:t>
            </a:r>
            <a:endParaRPr lang="zh-CN" altLang="en-US" sz="32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01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3376" y="182880"/>
            <a:ext cx="3599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选题背景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sz="20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Background</a:t>
            </a:r>
            <a:endParaRPr lang="zh-CN" altLang="en-US" sz="20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0415" y="949900"/>
            <a:ext cx="11201400" cy="5414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106398" y="21396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828373" y="2139696"/>
            <a:ext cx="1800000" cy="1800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384423" y="2139696"/>
            <a:ext cx="1800000" cy="180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4" name="university-graduates-cap-silhouette_44651"/>
          <p:cNvSpPr>
            <a:spLocks noChangeAspect="1"/>
          </p:cNvSpPr>
          <p:nvPr/>
        </p:nvSpPr>
        <p:spPr bwMode="auto">
          <a:xfrm>
            <a:off x="2166773" y="2781551"/>
            <a:ext cx="1123200" cy="696447"/>
          </a:xfrm>
          <a:custGeom>
            <a:avLst/>
            <a:gdLst>
              <a:gd name="T0" fmla="*/ 507 w 507"/>
              <a:gd name="T1" fmla="*/ 122 h 315"/>
              <a:gd name="T2" fmla="*/ 491 w 507"/>
              <a:gd name="T3" fmla="*/ 147 h 315"/>
              <a:gd name="T4" fmla="*/ 480 w 507"/>
              <a:gd name="T5" fmla="*/ 151 h 315"/>
              <a:gd name="T6" fmla="*/ 480 w 507"/>
              <a:gd name="T7" fmla="*/ 210 h 315"/>
              <a:gd name="T8" fmla="*/ 467 w 507"/>
              <a:gd name="T9" fmla="*/ 223 h 315"/>
              <a:gd name="T10" fmla="*/ 454 w 507"/>
              <a:gd name="T11" fmla="*/ 210 h 315"/>
              <a:gd name="T12" fmla="*/ 454 w 507"/>
              <a:gd name="T13" fmla="*/ 162 h 315"/>
              <a:gd name="T14" fmla="*/ 423 w 507"/>
              <a:gd name="T15" fmla="*/ 175 h 315"/>
              <a:gd name="T16" fmla="*/ 423 w 507"/>
              <a:gd name="T17" fmla="*/ 243 h 315"/>
              <a:gd name="T18" fmla="*/ 405 w 507"/>
              <a:gd name="T19" fmla="*/ 268 h 315"/>
              <a:gd name="T20" fmla="*/ 269 w 507"/>
              <a:gd name="T21" fmla="*/ 313 h 315"/>
              <a:gd name="T22" fmla="*/ 260 w 507"/>
              <a:gd name="T23" fmla="*/ 315 h 315"/>
              <a:gd name="T24" fmla="*/ 253 w 507"/>
              <a:gd name="T25" fmla="*/ 313 h 315"/>
              <a:gd name="T26" fmla="*/ 103 w 507"/>
              <a:gd name="T27" fmla="*/ 268 h 315"/>
              <a:gd name="T28" fmla="*/ 84 w 507"/>
              <a:gd name="T29" fmla="*/ 243 h 315"/>
              <a:gd name="T30" fmla="*/ 84 w 507"/>
              <a:gd name="T31" fmla="*/ 175 h 315"/>
              <a:gd name="T32" fmla="*/ 16 w 507"/>
              <a:gd name="T33" fmla="*/ 147 h 315"/>
              <a:gd name="T34" fmla="*/ 0 w 507"/>
              <a:gd name="T35" fmla="*/ 122 h 315"/>
              <a:gd name="T36" fmla="*/ 16 w 507"/>
              <a:gd name="T37" fmla="*/ 97 h 315"/>
              <a:gd name="T38" fmla="*/ 243 w 507"/>
              <a:gd name="T39" fmla="*/ 3 h 315"/>
              <a:gd name="T40" fmla="*/ 264 w 507"/>
              <a:gd name="T41" fmla="*/ 3 h 315"/>
              <a:gd name="T42" fmla="*/ 491 w 507"/>
              <a:gd name="T43" fmla="*/ 97 h 315"/>
              <a:gd name="T44" fmla="*/ 507 w 507"/>
              <a:gd name="T45" fmla="*/ 122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07" h="315">
                <a:moveTo>
                  <a:pt x="507" y="122"/>
                </a:moveTo>
                <a:cubicBezTo>
                  <a:pt x="507" y="133"/>
                  <a:pt x="501" y="142"/>
                  <a:pt x="491" y="147"/>
                </a:cubicBezTo>
                <a:lnTo>
                  <a:pt x="480" y="151"/>
                </a:lnTo>
                <a:lnTo>
                  <a:pt x="480" y="210"/>
                </a:lnTo>
                <a:cubicBezTo>
                  <a:pt x="480" y="217"/>
                  <a:pt x="474" y="223"/>
                  <a:pt x="467" y="223"/>
                </a:cubicBezTo>
                <a:cubicBezTo>
                  <a:pt x="460" y="223"/>
                  <a:pt x="454" y="217"/>
                  <a:pt x="454" y="210"/>
                </a:cubicBezTo>
                <a:lnTo>
                  <a:pt x="454" y="162"/>
                </a:lnTo>
                <a:lnTo>
                  <a:pt x="423" y="175"/>
                </a:lnTo>
                <a:lnTo>
                  <a:pt x="423" y="243"/>
                </a:lnTo>
                <a:cubicBezTo>
                  <a:pt x="423" y="254"/>
                  <a:pt x="415" y="264"/>
                  <a:pt x="405" y="268"/>
                </a:cubicBezTo>
                <a:lnTo>
                  <a:pt x="269" y="313"/>
                </a:lnTo>
                <a:cubicBezTo>
                  <a:pt x="266" y="314"/>
                  <a:pt x="263" y="315"/>
                  <a:pt x="260" y="315"/>
                </a:cubicBezTo>
                <a:cubicBezTo>
                  <a:pt x="258" y="315"/>
                  <a:pt x="255" y="314"/>
                  <a:pt x="253" y="313"/>
                </a:cubicBezTo>
                <a:lnTo>
                  <a:pt x="103" y="268"/>
                </a:lnTo>
                <a:cubicBezTo>
                  <a:pt x="92" y="265"/>
                  <a:pt x="84" y="254"/>
                  <a:pt x="84" y="243"/>
                </a:cubicBezTo>
                <a:lnTo>
                  <a:pt x="84" y="175"/>
                </a:lnTo>
                <a:lnTo>
                  <a:pt x="16" y="147"/>
                </a:lnTo>
                <a:cubicBezTo>
                  <a:pt x="6" y="142"/>
                  <a:pt x="0" y="133"/>
                  <a:pt x="0" y="122"/>
                </a:cubicBezTo>
                <a:cubicBezTo>
                  <a:pt x="0" y="111"/>
                  <a:pt x="6" y="102"/>
                  <a:pt x="16" y="97"/>
                </a:cubicBezTo>
                <a:lnTo>
                  <a:pt x="243" y="3"/>
                </a:lnTo>
                <a:cubicBezTo>
                  <a:pt x="250" y="0"/>
                  <a:pt x="257" y="0"/>
                  <a:pt x="264" y="3"/>
                </a:cubicBezTo>
                <a:lnTo>
                  <a:pt x="491" y="97"/>
                </a:lnTo>
                <a:cubicBezTo>
                  <a:pt x="500" y="102"/>
                  <a:pt x="507" y="111"/>
                  <a:pt x="507" y="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5" name="graduation-hat-silhouette-variant_33324"/>
          <p:cNvSpPr>
            <a:spLocks noChangeAspect="1"/>
          </p:cNvSpPr>
          <p:nvPr/>
        </p:nvSpPr>
        <p:spPr bwMode="auto">
          <a:xfrm>
            <a:off x="8722823" y="2937632"/>
            <a:ext cx="1123200" cy="489946"/>
          </a:xfrm>
          <a:custGeom>
            <a:avLst/>
            <a:gdLst>
              <a:gd name="T0" fmla="*/ 848 w 1124"/>
              <a:gd name="T1" fmla="*/ 74 h 491"/>
              <a:gd name="T2" fmla="*/ 897 w 1124"/>
              <a:gd name="T3" fmla="*/ 284 h 491"/>
              <a:gd name="T4" fmla="*/ 525 w 1124"/>
              <a:gd name="T5" fmla="*/ 335 h 491"/>
              <a:gd name="T6" fmla="*/ 173 w 1124"/>
              <a:gd name="T7" fmla="*/ 284 h 491"/>
              <a:gd name="T8" fmla="*/ 222 w 1124"/>
              <a:gd name="T9" fmla="*/ 74 h 491"/>
              <a:gd name="T10" fmla="*/ 0 w 1124"/>
              <a:gd name="T11" fmla="*/ 74 h 491"/>
              <a:gd name="T12" fmla="*/ 0 w 1124"/>
              <a:gd name="T13" fmla="*/ 0 h 491"/>
              <a:gd name="T14" fmla="*/ 1109 w 1124"/>
              <a:gd name="T15" fmla="*/ 0 h 491"/>
              <a:gd name="T16" fmla="*/ 1109 w 1124"/>
              <a:gd name="T17" fmla="*/ 74 h 491"/>
              <a:gd name="T18" fmla="*/ 848 w 1124"/>
              <a:gd name="T19" fmla="*/ 74 h 491"/>
              <a:gd name="T20" fmla="*/ 1112 w 1124"/>
              <a:gd name="T21" fmla="*/ 348 h 491"/>
              <a:gd name="T22" fmla="*/ 1100 w 1124"/>
              <a:gd name="T23" fmla="*/ 348 h 491"/>
              <a:gd name="T24" fmla="*/ 1109 w 1124"/>
              <a:gd name="T25" fmla="*/ 325 h 491"/>
              <a:gd name="T26" fmla="*/ 1083 w 1124"/>
              <a:gd name="T27" fmla="*/ 289 h 491"/>
              <a:gd name="T28" fmla="*/ 1083 w 1124"/>
              <a:gd name="T29" fmla="*/ 85 h 491"/>
              <a:gd name="T30" fmla="*/ 1057 w 1124"/>
              <a:gd name="T31" fmla="*/ 85 h 491"/>
              <a:gd name="T32" fmla="*/ 1057 w 1124"/>
              <a:gd name="T33" fmla="*/ 288 h 491"/>
              <a:gd name="T34" fmla="*/ 1028 w 1124"/>
              <a:gd name="T35" fmla="*/ 325 h 491"/>
              <a:gd name="T36" fmla="*/ 1036 w 1124"/>
              <a:gd name="T37" fmla="*/ 348 h 491"/>
              <a:gd name="T38" fmla="*/ 1025 w 1124"/>
              <a:gd name="T39" fmla="*/ 348 h 491"/>
              <a:gd name="T40" fmla="*/ 1013 w 1124"/>
              <a:gd name="T41" fmla="*/ 491 h 491"/>
              <a:gd name="T42" fmla="*/ 1124 w 1124"/>
              <a:gd name="T43" fmla="*/ 491 h 491"/>
              <a:gd name="T44" fmla="*/ 1112 w 1124"/>
              <a:gd name="T45" fmla="*/ 348 h 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24" h="491">
                <a:moveTo>
                  <a:pt x="848" y="74"/>
                </a:moveTo>
                <a:cubicBezTo>
                  <a:pt x="892" y="223"/>
                  <a:pt x="897" y="284"/>
                  <a:pt x="897" y="284"/>
                </a:cubicBezTo>
                <a:lnTo>
                  <a:pt x="525" y="335"/>
                </a:lnTo>
                <a:lnTo>
                  <a:pt x="173" y="284"/>
                </a:lnTo>
                <a:lnTo>
                  <a:pt x="222" y="74"/>
                </a:lnTo>
                <a:lnTo>
                  <a:pt x="0" y="74"/>
                </a:lnTo>
                <a:lnTo>
                  <a:pt x="0" y="0"/>
                </a:lnTo>
                <a:lnTo>
                  <a:pt x="1109" y="0"/>
                </a:lnTo>
                <a:lnTo>
                  <a:pt x="1109" y="74"/>
                </a:lnTo>
                <a:lnTo>
                  <a:pt x="848" y="74"/>
                </a:lnTo>
                <a:close/>
                <a:moveTo>
                  <a:pt x="1112" y="348"/>
                </a:moveTo>
                <a:lnTo>
                  <a:pt x="1100" y="348"/>
                </a:lnTo>
                <a:cubicBezTo>
                  <a:pt x="1106" y="342"/>
                  <a:pt x="1109" y="333"/>
                  <a:pt x="1109" y="325"/>
                </a:cubicBezTo>
                <a:cubicBezTo>
                  <a:pt x="1109" y="309"/>
                  <a:pt x="1098" y="295"/>
                  <a:pt x="1083" y="289"/>
                </a:cubicBezTo>
                <a:lnTo>
                  <a:pt x="1083" y="85"/>
                </a:lnTo>
                <a:lnTo>
                  <a:pt x="1057" y="85"/>
                </a:lnTo>
                <a:lnTo>
                  <a:pt x="1057" y="288"/>
                </a:lnTo>
                <a:cubicBezTo>
                  <a:pt x="1040" y="293"/>
                  <a:pt x="1028" y="307"/>
                  <a:pt x="1028" y="325"/>
                </a:cubicBezTo>
                <a:cubicBezTo>
                  <a:pt x="1028" y="333"/>
                  <a:pt x="1031" y="342"/>
                  <a:pt x="1036" y="348"/>
                </a:cubicBezTo>
                <a:lnTo>
                  <a:pt x="1025" y="348"/>
                </a:lnTo>
                <a:lnTo>
                  <a:pt x="1013" y="491"/>
                </a:lnTo>
                <a:lnTo>
                  <a:pt x="1124" y="491"/>
                </a:lnTo>
                <a:lnTo>
                  <a:pt x="1112" y="34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7" name="diploma-and-hat-of-graduate_57918"/>
          <p:cNvSpPr>
            <a:spLocks noChangeAspect="1"/>
          </p:cNvSpPr>
          <p:nvPr/>
        </p:nvSpPr>
        <p:spPr bwMode="auto">
          <a:xfrm>
            <a:off x="5460818" y="2852928"/>
            <a:ext cx="1122449" cy="659354"/>
          </a:xfrm>
          <a:custGeom>
            <a:avLst/>
            <a:gdLst>
              <a:gd name="T0" fmla="*/ 4940 w 4940"/>
              <a:gd name="T1" fmla="*/ 648 h 2836"/>
              <a:gd name="T2" fmla="*/ 2470 w 4940"/>
              <a:gd name="T3" fmla="*/ 0 h 2836"/>
              <a:gd name="T4" fmla="*/ 0 w 4940"/>
              <a:gd name="T5" fmla="*/ 648 h 2836"/>
              <a:gd name="T6" fmla="*/ 987 w 4940"/>
              <a:gd name="T7" fmla="*/ 907 h 2836"/>
              <a:gd name="T8" fmla="*/ 987 w 4940"/>
              <a:gd name="T9" fmla="*/ 1881 h 2836"/>
              <a:gd name="T10" fmla="*/ 2470 w 4940"/>
              <a:gd name="T11" fmla="*/ 2266 h 2836"/>
              <a:gd name="T12" fmla="*/ 3254 w 4940"/>
              <a:gd name="T13" fmla="*/ 2215 h 2836"/>
              <a:gd name="T14" fmla="*/ 3254 w 4940"/>
              <a:gd name="T15" fmla="*/ 2836 h 2836"/>
              <a:gd name="T16" fmla="*/ 3413 w 4940"/>
              <a:gd name="T17" fmla="*/ 2836 h 2836"/>
              <a:gd name="T18" fmla="*/ 3413 w 4940"/>
              <a:gd name="T19" fmla="*/ 2188 h 2836"/>
              <a:gd name="T20" fmla="*/ 3954 w 4940"/>
              <a:gd name="T21" fmla="*/ 1881 h 2836"/>
              <a:gd name="T22" fmla="*/ 3954 w 4940"/>
              <a:gd name="T23" fmla="*/ 907 h 2836"/>
              <a:gd name="T24" fmla="*/ 4940 w 4940"/>
              <a:gd name="T25" fmla="*/ 648 h 2836"/>
              <a:gd name="T26" fmla="*/ 2470 w 4940"/>
              <a:gd name="T27" fmla="*/ 165 h 2836"/>
              <a:gd name="T28" fmla="*/ 4313 w 4940"/>
              <a:gd name="T29" fmla="*/ 648 h 2836"/>
              <a:gd name="T30" fmla="*/ 3338 w 4940"/>
              <a:gd name="T31" fmla="*/ 904 h 2836"/>
              <a:gd name="T32" fmla="*/ 2499 w 4940"/>
              <a:gd name="T33" fmla="*/ 574 h 2836"/>
              <a:gd name="T34" fmla="*/ 2441 w 4940"/>
              <a:gd name="T35" fmla="*/ 722 h 2836"/>
              <a:gd name="T36" fmla="*/ 3077 w 4940"/>
              <a:gd name="T37" fmla="*/ 972 h 2836"/>
              <a:gd name="T38" fmla="*/ 2470 w 4940"/>
              <a:gd name="T39" fmla="*/ 1131 h 2836"/>
              <a:gd name="T40" fmla="*/ 627 w 4940"/>
              <a:gd name="T41" fmla="*/ 648 h 2836"/>
              <a:gd name="T42" fmla="*/ 2470 w 4940"/>
              <a:gd name="T43" fmla="*/ 165 h 2836"/>
              <a:gd name="T44" fmla="*/ 2470 w 4940"/>
              <a:gd name="T45" fmla="*/ 2107 h 2836"/>
              <a:gd name="T46" fmla="*/ 1146 w 4940"/>
              <a:gd name="T47" fmla="*/ 1881 h 2836"/>
              <a:gd name="T48" fmla="*/ 1146 w 4940"/>
              <a:gd name="T49" fmla="*/ 948 h 2836"/>
              <a:gd name="T50" fmla="*/ 2470 w 4940"/>
              <a:gd name="T51" fmla="*/ 1296 h 2836"/>
              <a:gd name="T52" fmla="*/ 3254 w 4940"/>
              <a:gd name="T53" fmla="*/ 1090 h 2836"/>
              <a:gd name="T54" fmla="*/ 3254 w 4940"/>
              <a:gd name="T55" fmla="*/ 2053 h 2836"/>
              <a:gd name="T56" fmla="*/ 2470 w 4940"/>
              <a:gd name="T57" fmla="*/ 2107 h 2836"/>
              <a:gd name="T58" fmla="*/ 3795 w 4940"/>
              <a:gd name="T59" fmla="*/ 1878 h 2836"/>
              <a:gd name="T60" fmla="*/ 3413 w 4940"/>
              <a:gd name="T61" fmla="*/ 2025 h 2836"/>
              <a:gd name="T62" fmla="*/ 3413 w 4940"/>
              <a:gd name="T63" fmla="*/ 1048 h 2836"/>
              <a:gd name="T64" fmla="*/ 3795 w 4940"/>
              <a:gd name="T65" fmla="*/ 948 h 2836"/>
              <a:gd name="T66" fmla="*/ 3795 w 4940"/>
              <a:gd name="T67" fmla="*/ 1878 h 28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940" h="2836">
                <a:moveTo>
                  <a:pt x="4940" y="648"/>
                </a:moveTo>
                <a:lnTo>
                  <a:pt x="2470" y="0"/>
                </a:lnTo>
                <a:lnTo>
                  <a:pt x="0" y="648"/>
                </a:lnTo>
                <a:lnTo>
                  <a:pt x="987" y="907"/>
                </a:lnTo>
                <a:lnTo>
                  <a:pt x="987" y="1881"/>
                </a:lnTo>
                <a:cubicBezTo>
                  <a:pt x="987" y="2185"/>
                  <a:pt x="1919" y="2266"/>
                  <a:pt x="2470" y="2266"/>
                </a:cubicBezTo>
                <a:cubicBezTo>
                  <a:pt x="2697" y="2266"/>
                  <a:pt x="2989" y="2252"/>
                  <a:pt x="3254" y="2215"/>
                </a:cubicBezTo>
                <a:lnTo>
                  <a:pt x="3254" y="2836"/>
                </a:lnTo>
                <a:lnTo>
                  <a:pt x="3413" y="2836"/>
                </a:lnTo>
                <a:lnTo>
                  <a:pt x="3413" y="2188"/>
                </a:lnTo>
                <a:cubicBezTo>
                  <a:pt x="3718" y="2130"/>
                  <a:pt x="3954" y="2034"/>
                  <a:pt x="3954" y="1881"/>
                </a:cubicBezTo>
                <a:lnTo>
                  <a:pt x="3954" y="907"/>
                </a:lnTo>
                <a:lnTo>
                  <a:pt x="4940" y="648"/>
                </a:lnTo>
                <a:close/>
                <a:moveTo>
                  <a:pt x="2470" y="165"/>
                </a:moveTo>
                <a:lnTo>
                  <a:pt x="4313" y="648"/>
                </a:lnTo>
                <a:lnTo>
                  <a:pt x="3338" y="904"/>
                </a:lnTo>
                <a:lnTo>
                  <a:pt x="2499" y="574"/>
                </a:lnTo>
                <a:lnTo>
                  <a:pt x="2441" y="722"/>
                </a:lnTo>
                <a:lnTo>
                  <a:pt x="3077" y="972"/>
                </a:lnTo>
                <a:lnTo>
                  <a:pt x="2470" y="1131"/>
                </a:lnTo>
                <a:lnTo>
                  <a:pt x="627" y="648"/>
                </a:lnTo>
                <a:lnTo>
                  <a:pt x="2470" y="165"/>
                </a:lnTo>
                <a:close/>
                <a:moveTo>
                  <a:pt x="2470" y="2107"/>
                </a:moveTo>
                <a:cubicBezTo>
                  <a:pt x="1655" y="2107"/>
                  <a:pt x="1174" y="1958"/>
                  <a:pt x="1146" y="1881"/>
                </a:cubicBezTo>
                <a:lnTo>
                  <a:pt x="1146" y="948"/>
                </a:lnTo>
                <a:lnTo>
                  <a:pt x="2470" y="1296"/>
                </a:lnTo>
                <a:lnTo>
                  <a:pt x="3254" y="1090"/>
                </a:lnTo>
                <a:lnTo>
                  <a:pt x="3254" y="2053"/>
                </a:lnTo>
                <a:cubicBezTo>
                  <a:pt x="3046" y="2085"/>
                  <a:pt x="2783" y="2107"/>
                  <a:pt x="2470" y="2107"/>
                </a:cubicBezTo>
                <a:close/>
                <a:moveTo>
                  <a:pt x="3795" y="1878"/>
                </a:moveTo>
                <a:cubicBezTo>
                  <a:pt x="3780" y="1919"/>
                  <a:pt x="3647" y="1978"/>
                  <a:pt x="3413" y="2025"/>
                </a:cubicBezTo>
                <a:lnTo>
                  <a:pt x="3413" y="1048"/>
                </a:lnTo>
                <a:lnTo>
                  <a:pt x="3795" y="948"/>
                </a:lnTo>
                <a:lnTo>
                  <a:pt x="3795" y="18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2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3" name="ïṧľïḋe"/>
          <p:cNvSpPr txBox="1"/>
          <p:nvPr/>
        </p:nvSpPr>
        <p:spPr>
          <a:xfrm>
            <a:off x="1606701" y="4328506"/>
            <a:ext cx="2665628" cy="107990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sz="14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4" name="ïṧľïḋe"/>
          <p:cNvSpPr txBox="1"/>
          <p:nvPr/>
        </p:nvSpPr>
        <p:spPr>
          <a:xfrm>
            <a:off x="4922925" y="4328506"/>
            <a:ext cx="2665628" cy="107990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sz="14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5" name="ïṧľïḋe"/>
          <p:cNvSpPr txBox="1"/>
          <p:nvPr/>
        </p:nvSpPr>
        <p:spPr>
          <a:xfrm>
            <a:off x="8239149" y="4326505"/>
            <a:ext cx="2665628" cy="107990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sz="14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7" grpId="0" animBg="1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4753" y="510988"/>
            <a:ext cx="11201400" cy="579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graduation-cap-variant_30915"/>
          <p:cNvSpPr>
            <a:spLocks noChangeAspect="1"/>
          </p:cNvSpPr>
          <p:nvPr/>
        </p:nvSpPr>
        <p:spPr bwMode="auto">
          <a:xfrm>
            <a:off x="1824276" y="164565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81388" y="1155710"/>
            <a:ext cx="1912703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2</a:t>
            </a:r>
            <a:endParaRPr lang="zh-CN" altLang="en-US" sz="287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81776" y="3404714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国内外研究现状</a:t>
            </a:r>
            <a:endParaRPr lang="zh-CN" altLang="en-US" sz="44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5223" y="4235711"/>
            <a:ext cx="460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status at home and abroad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02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3376" y="182880"/>
            <a:ext cx="6467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国内外研究现状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status at home and abroad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0415" y="949900"/>
            <a:ext cx="5380033" cy="5414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75519" y="949900"/>
            <a:ext cx="5380033" cy="5414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1408" y="130159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国外研究现状</a:t>
            </a:r>
            <a:endParaRPr lang="zh-CN" altLang="en-US" sz="32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6272" y="1881221"/>
            <a:ext cx="3116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status at home and abroad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9" name="îṡḷiďé"/>
          <p:cNvGrpSpPr/>
          <p:nvPr/>
        </p:nvGrpSpPr>
        <p:grpSpPr>
          <a:xfrm>
            <a:off x="842848" y="3197750"/>
            <a:ext cx="4103086" cy="2581258"/>
            <a:chOff x="673101" y="2851532"/>
            <a:chExt cx="4103086" cy="2581258"/>
          </a:xfrm>
        </p:grpSpPr>
        <p:sp>
          <p:nvSpPr>
            <p:cNvPr id="10" name="iṣľïḋe"/>
            <p:cNvSpPr txBox="1"/>
            <p:nvPr/>
          </p:nvSpPr>
          <p:spPr>
            <a:xfrm>
              <a:off x="673101" y="2851532"/>
              <a:ext cx="4103085" cy="8891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buSzPct val="25000"/>
              </a:pPr>
              <a:r>
                <a:rPr lang="en-US" sz="2400" b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Unified fonts make</a:t>
              </a:r>
              <a:endParaRPr 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  <a:p>
              <a:pPr>
                <a:buSzPct val="25000"/>
              </a:pPr>
              <a:r>
                <a:rPr lang="en-US" sz="2400" b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reading more fluent.</a:t>
              </a:r>
              <a:endParaRPr 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1" name="ïṧľïḋe"/>
            <p:cNvSpPr txBox="1"/>
            <p:nvPr/>
          </p:nvSpPr>
          <p:spPr>
            <a:xfrm>
              <a:off x="673101" y="3740668"/>
              <a:ext cx="4103086" cy="16921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  <a:buSzPct val="25000"/>
              </a:pPr>
              <a:r>
                <a:rPr lang="en-US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Theme color makes PPT more convenient to change.</a:t>
              </a:r>
              <a:endParaRPr lang="en-US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Adjust the spacing to adapt to Chinese typesetting, use the reference line in PPT.</a:t>
              </a:r>
              <a:r>
                <a:rPr lang="en-US" altLang="zh-CN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 Theme color makes PPT more convenient to </a:t>
              </a:r>
              <a:r>
                <a:rPr lang="en-US" altLang="zh-CN" sz="1200" dirty="0" err="1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change.Adjust</a:t>
              </a:r>
              <a:r>
                <a:rPr lang="en-US" altLang="zh-CN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 the spacing to adapt to Chinese typesetting, use the reference line in PPT.</a:t>
              </a:r>
              <a:endParaRPr lang="en-US" altLang="zh-CN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771215" y="129644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国内研究现状</a:t>
            </a:r>
            <a:endParaRPr lang="zh-CN" altLang="en-US" sz="32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26079" y="1876073"/>
            <a:ext cx="3116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status at home and abroad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14" name="îṡḷiďé"/>
          <p:cNvGrpSpPr/>
          <p:nvPr/>
        </p:nvGrpSpPr>
        <p:grpSpPr>
          <a:xfrm>
            <a:off x="6826079" y="3302330"/>
            <a:ext cx="4103086" cy="2581258"/>
            <a:chOff x="673101" y="2851532"/>
            <a:chExt cx="4103086" cy="2581258"/>
          </a:xfrm>
        </p:grpSpPr>
        <p:sp>
          <p:nvSpPr>
            <p:cNvPr id="15" name="iṣľïḋe"/>
            <p:cNvSpPr txBox="1"/>
            <p:nvPr/>
          </p:nvSpPr>
          <p:spPr>
            <a:xfrm>
              <a:off x="673101" y="2851532"/>
              <a:ext cx="4103085" cy="8891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buSzPct val="25000"/>
              </a:pPr>
              <a:r>
                <a:rPr lang="en-US" sz="2400" b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Unified fonts make</a:t>
              </a:r>
              <a:endParaRPr 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  <a:p>
              <a:pPr>
                <a:buSzPct val="25000"/>
              </a:pPr>
              <a:r>
                <a:rPr lang="en-US" sz="2400" b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reading more fluent.</a:t>
              </a:r>
              <a:endParaRPr 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6" name="ïṧľïḋe"/>
            <p:cNvSpPr txBox="1"/>
            <p:nvPr/>
          </p:nvSpPr>
          <p:spPr>
            <a:xfrm>
              <a:off x="673101" y="3740668"/>
              <a:ext cx="4103086" cy="16921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  <a:buSzPct val="25000"/>
              </a:pPr>
              <a:r>
                <a:rPr lang="en-US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Theme color makes PPT more convenient to change.</a:t>
              </a:r>
              <a:endParaRPr lang="en-US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Adjust the spacing to adapt to Chinese typesetting, use the reference line in PPT.</a:t>
              </a:r>
              <a:r>
                <a:rPr lang="en-US" altLang="zh-CN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 Theme color makes PPT more convenient to </a:t>
              </a:r>
              <a:r>
                <a:rPr lang="en-US" altLang="zh-CN" sz="1200" dirty="0" err="1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change.Adjust</a:t>
              </a:r>
              <a:r>
                <a:rPr lang="en-US" altLang="zh-CN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 the spacing to adapt to Chinese typesetting, use the reference line in PPT.</a:t>
              </a:r>
              <a:endParaRPr lang="en-US" altLang="zh-CN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7" name="圆角矩形 16"/>
          <p:cNvSpPr/>
          <p:nvPr/>
        </p:nvSpPr>
        <p:spPr>
          <a:xfrm>
            <a:off x="916000" y="2505455"/>
            <a:ext cx="1150544" cy="33153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217751" y="2500457"/>
            <a:ext cx="1150544" cy="33153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499046" y="2495459"/>
            <a:ext cx="1150544" cy="33153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826079" y="2495159"/>
            <a:ext cx="1150544" cy="33153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127830" y="2490161"/>
            <a:ext cx="1150544" cy="33153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9409125" y="2485163"/>
            <a:ext cx="1150544" cy="33153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70007" y="2495012"/>
            <a:ext cx="1033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76407" y="2502805"/>
            <a:ext cx="1033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56811" y="2502805"/>
            <a:ext cx="1033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839474" y="2460017"/>
            <a:ext cx="1033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145874" y="2467810"/>
            <a:ext cx="1033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426278" y="2467810"/>
            <a:ext cx="1033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4753" y="510988"/>
            <a:ext cx="11201400" cy="579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graduation-cap-variant_30915"/>
          <p:cNvSpPr>
            <a:spLocks noChangeAspect="1"/>
          </p:cNvSpPr>
          <p:nvPr/>
        </p:nvSpPr>
        <p:spPr bwMode="auto">
          <a:xfrm>
            <a:off x="1824276" y="164565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81388" y="1155710"/>
            <a:ext cx="1912703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3</a:t>
            </a:r>
            <a:endParaRPr lang="zh-CN" altLang="en-US" sz="287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5200" y="3386426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目的与意义</a:t>
            </a:r>
            <a:endParaRPr lang="zh-CN" altLang="en-US" sz="48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5223" y="4235711"/>
            <a:ext cx="3831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Purpose and significance</a:t>
            </a:r>
            <a:endParaRPr lang="en-US" altLang="zh-CN" sz="28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03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目的与意义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Purpose and significance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91371" y="164157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目的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96774" y="1933962"/>
            <a:ext cx="846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Purpose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91371" y="360448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意义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96774" y="3896874"/>
            <a:ext cx="1208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significance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1" name="ïṧľïḋe"/>
          <p:cNvSpPr txBox="1"/>
          <p:nvPr/>
        </p:nvSpPr>
        <p:spPr>
          <a:xfrm>
            <a:off x="6882811" y="2364435"/>
            <a:ext cx="4103086" cy="104178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sz="1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Adjust the spacing to adapt to Chinese typesetting, use the reference line in PPT.</a:t>
            </a:r>
            <a:r>
              <a:rPr lang="en-US" altLang="zh-CN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 </a:t>
            </a:r>
            <a:endParaRPr lang="en-US" altLang="zh-CN" sz="1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2" name="ïṧľïḋe"/>
          <p:cNvSpPr txBox="1"/>
          <p:nvPr/>
        </p:nvSpPr>
        <p:spPr>
          <a:xfrm>
            <a:off x="6882811" y="4449088"/>
            <a:ext cx="4103086" cy="104178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sz="1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Adjust the spacing to adapt to Chinese typesetting, use the reference line in PPT.</a:t>
            </a:r>
            <a:r>
              <a:rPr lang="en-US" altLang="zh-CN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 </a:t>
            </a:r>
            <a:endParaRPr lang="en-US" altLang="zh-CN" sz="1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13" name="b4534b55-5785-41b2-bf61-042536063a6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86741" y="2286351"/>
            <a:ext cx="5166576" cy="2857679"/>
            <a:chOff x="2704792" y="1553293"/>
            <a:chExt cx="6782417" cy="3751415"/>
          </a:xfrm>
        </p:grpSpPr>
        <p:sp>
          <p:nvSpPr>
            <p:cNvPr id="14" name="ïṡḻíde"/>
            <p:cNvSpPr/>
            <p:nvPr/>
          </p:nvSpPr>
          <p:spPr bwMode="auto">
            <a:xfrm>
              <a:off x="2739934" y="4881246"/>
              <a:ext cx="6747275" cy="423462"/>
            </a:xfrm>
            <a:prstGeom prst="ellipse">
              <a:avLst/>
            </a:pr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išľîḓê"/>
            <p:cNvSpPr/>
            <p:nvPr/>
          </p:nvSpPr>
          <p:spPr bwMode="auto">
            <a:xfrm>
              <a:off x="4789595" y="4557061"/>
              <a:ext cx="1143874" cy="528010"/>
            </a:xfrm>
            <a:custGeom>
              <a:avLst/>
              <a:gdLst>
                <a:gd name="T0" fmla="*/ 1302 w 1302"/>
                <a:gd name="T1" fmla="*/ 601 h 601"/>
                <a:gd name="T2" fmla="*/ 0 w 1302"/>
                <a:gd name="T3" fmla="*/ 584 h 601"/>
                <a:gd name="T4" fmla="*/ 4 w 1302"/>
                <a:gd name="T5" fmla="*/ 550 h 601"/>
                <a:gd name="T6" fmla="*/ 66 w 1302"/>
                <a:gd name="T7" fmla="*/ 0 h 601"/>
                <a:gd name="T8" fmla="*/ 1211 w 1302"/>
                <a:gd name="T9" fmla="*/ 0 h 601"/>
                <a:gd name="T10" fmla="*/ 1295 w 1302"/>
                <a:gd name="T11" fmla="*/ 550 h 601"/>
                <a:gd name="T12" fmla="*/ 1302 w 1302"/>
                <a:gd name="T13" fmla="*/ 592 h 601"/>
                <a:gd name="T14" fmla="*/ 1302 w 1302"/>
                <a:gd name="T15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2" h="601">
                  <a:moveTo>
                    <a:pt x="1302" y="601"/>
                  </a:moveTo>
                  <a:lnTo>
                    <a:pt x="0" y="584"/>
                  </a:lnTo>
                  <a:lnTo>
                    <a:pt x="4" y="550"/>
                  </a:lnTo>
                  <a:lnTo>
                    <a:pt x="66" y="0"/>
                  </a:lnTo>
                  <a:lnTo>
                    <a:pt x="1211" y="0"/>
                  </a:lnTo>
                  <a:lnTo>
                    <a:pt x="1295" y="550"/>
                  </a:lnTo>
                  <a:lnTo>
                    <a:pt x="1302" y="592"/>
                  </a:lnTo>
                  <a:lnTo>
                    <a:pt x="1302" y="601"/>
                  </a:lnTo>
                  <a:close/>
                </a:path>
              </a:pathLst>
            </a:custGeom>
            <a:solidFill>
              <a:srgbClr val="D0D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6" name="íśḷiḓè"/>
            <p:cNvSpPr/>
            <p:nvPr/>
          </p:nvSpPr>
          <p:spPr bwMode="auto">
            <a:xfrm>
              <a:off x="4789595" y="4557061"/>
              <a:ext cx="1143874" cy="528010"/>
            </a:xfrm>
            <a:custGeom>
              <a:avLst/>
              <a:gdLst>
                <a:gd name="T0" fmla="*/ 1302 w 1302"/>
                <a:gd name="T1" fmla="*/ 601 h 601"/>
                <a:gd name="T2" fmla="*/ 0 w 1302"/>
                <a:gd name="T3" fmla="*/ 584 h 601"/>
                <a:gd name="T4" fmla="*/ 4 w 1302"/>
                <a:gd name="T5" fmla="*/ 550 h 601"/>
                <a:gd name="T6" fmla="*/ 66 w 1302"/>
                <a:gd name="T7" fmla="*/ 0 h 601"/>
                <a:gd name="T8" fmla="*/ 1211 w 1302"/>
                <a:gd name="T9" fmla="*/ 0 h 601"/>
                <a:gd name="T10" fmla="*/ 1295 w 1302"/>
                <a:gd name="T11" fmla="*/ 550 h 601"/>
                <a:gd name="T12" fmla="*/ 1302 w 1302"/>
                <a:gd name="T13" fmla="*/ 592 h 601"/>
                <a:gd name="T14" fmla="*/ 1302 w 1302"/>
                <a:gd name="T15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2" h="601">
                  <a:moveTo>
                    <a:pt x="1302" y="601"/>
                  </a:moveTo>
                  <a:lnTo>
                    <a:pt x="0" y="584"/>
                  </a:lnTo>
                  <a:lnTo>
                    <a:pt x="4" y="550"/>
                  </a:lnTo>
                  <a:lnTo>
                    <a:pt x="66" y="0"/>
                  </a:lnTo>
                  <a:lnTo>
                    <a:pt x="1211" y="0"/>
                  </a:lnTo>
                  <a:lnTo>
                    <a:pt x="1295" y="550"/>
                  </a:lnTo>
                  <a:lnTo>
                    <a:pt x="1302" y="592"/>
                  </a:lnTo>
                  <a:lnTo>
                    <a:pt x="1302" y="60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7" name="íṩḻiḓê"/>
            <p:cNvSpPr/>
            <p:nvPr/>
          </p:nvSpPr>
          <p:spPr bwMode="auto">
            <a:xfrm>
              <a:off x="4791352" y="5040264"/>
              <a:ext cx="1137724" cy="7907"/>
            </a:xfrm>
            <a:custGeom>
              <a:avLst/>
              <a:gdLst>
                <a:gd name="T0" fmla="*/ 1286 w 1295"/>
                <a:gd name="T1" fmla="*/ 0 h 9"/>
                <a:gd name="T2" fmla="*/ 2 w 1295"/>
                <a:gd name="T3" fmla="*/ 0 h 9"/>
                <a:gd name="T4" fmla="*/ 0 w 1295"/>
                <a:gd name="T5" fmla="*/ 9 h 9"/>
                <a:gd name="T6" fmla="*/ 1295 w 1295"/>
                <a:gd name="T7" fmla="*/ 9 h 9"/>
                <a:gd name="T8" fmla="*/ 1295 w 1295"/>
                <a:gd name="T9" fmla="*/ 9 h 9"/>
                <a:gd name="T10" fmla="*/ 1286 w 1295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5" h="9">
                  <a:moveTo>
                    <a:pt x="1286" y="0"/>
                  </a:moveTo>
                  <a:lnTo>
                    <a:pt x="2" y="0"/>
                  </a:lnTo>
                  <a:lnTo>
                    <a:pt x="0" y="9"/>
                  </a:lnTo>
                  <a:lnTo>
                    <a:pt x="1295" y="9"/>
                  </a:lnTo>
                  <a:lnTo>
                    <a:pt x="1295" y="9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8" name="îṧľïḓê"/>
            <p:cNvSpPr/>
            <p:nvPr/>
          </p:nvSpPr>
          <p:spPr bwMode="auto">
            <a:xfrm>
              <a:off x="4791352" y="5040264"/>
              <a:ext cx="1137724" cy="7907"/>
            </a:xfrm>
            <a:custGeom>
              <a:avLst/>
              <a:gdLst>
                <a:gd name="T0" fmla="*/ 1286 w 1295"/>
                <a:gd name="T1" fmla="*/ 0 h 9"/>
                <a:gd name="T2" fmla="*/ 2 w 1295"/>
                <a:gd name="T3" fmla="*/ 0 h 9"/>
                <a:gd name="T4" fmla="*/ 0 w 1295"/>
                <a:gd name="T5" fmla="*/ 9 h 9"/>
                <a:gd name="T6" fmla="*/ 1295 w 1295"/>
                <a:gd name="T7" fmla="*/ 9 h 9"/>
                <a:gd name="T8" fmla="*/ 1295 w 1295"/>
                <a:gd name="T9" fmla="*/ 9 h 9"/>
                <a:gd name="T10" fmla="*/ 1286 w 1295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5" h="9">
                  <a:moveTo>
                    <a:pt x="1286" y="0"/>
                  </a:moveTo>
                  <a:lnTo>
                    <a:pt x="2" y="0"/>
                  </a:lnTo>
                  <a:lnTo>
                    <a:pt x="0" y="9"/>
                  </a:lnTo>
                  <a:lnTo>
                    <a:pt x="1295" y="9"/>
                  </a:lnTo>
                  <a:lnTo>
                    <a:pt x="1295" y="9"/>
                  </a:lnTo>
                  <a:lnTo>
                    <a:pt x="12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9" name="íṧ1íďé"/>
            <p:cNvSpPr/>
            <p:nvPr/>
          </p:nvSpPr>
          <p:spPr bwMode="auto">
            <a:xfrm>
              <a:off x="4598949" y="5048171"/>
              <a:ext cx="1519016" cy="36899"/>
            </a:xfrm>
            <a:prstGeom prst="rect">
              <a:avLst/>
            </a:prstGeom>
            <a:solidFill>
              <a:srgbClr val="D0D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0" name="îsļídè"/>
            <p:cNvSpPr/>
            <p:nvPr/>
          </p:nvSpPr>
          <p:spPr bwMode="auto">
            <a:xfrm>
              <a:off x="4598949" y="5048171"/>
              <a:ext cx="1519016" cy="3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1" name="íṧ1îďé"/>
            <p:cNvSpPr/>
            <p:nvPr/>
          </p:nvSpPr>
          <p:spPr bwMode="auto">
            <a:xfrm>
              <a:off x="3133525" y="1553293"/>
              <a:ext cx="4434049" cy="2666404"/>
            </a:xfrm>
            <a:custGeom>
              <a:avLst/>
              <a:gdLst>
                <a:gd name="T0" fmla="*/ 2760 w 2760"/>
                <a:gd name="T1" fmla="*/ 60 h 1661"/>
                <a:gd name="T2" fmla="*/ 2701 w 2760"/>
                <a:gd name="T3" fmla="*/ 0 h 1661"/>
                <a:gd name="T4" fmla="*/ 59 w 2760"/>
                <a:gd name="T5" fmla="*/ 0 h 1661"/>
                <a:gd name="T6" fmla="*/ 0 w 2760"/>
                <a:gd name="T7" fmla="*/ 60 h 1661"/>
                <a:gd name="T8" fmla="*/ 0 w 2760"/>
                <a:gd name="T9" fmla="*/ 60 h 1661"/>
                <a:gd name="T10" fmla="*/ 0 w 2760"/>
                <a:gd name="T11" fmla="*/ 1661 h 1661"/>
                <a:gd name="T12" fmla="*/ 2760 w 2760"/>
                <a:gd name="T13" fmla="*/ 1661 h 1661"/>
                <a:gd name="T14" fmla="*/ 2760 w 2760"/>
                <a:gd name="T15" fmla="*/ 60 h 1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60" h="1661">
                  <a:moveTo>
                    <a:pt x="2760" y="60"/>
                  </a:moveTo>
                  <a:cubicBezTo>
                    <a:pt x="2760" y="27"/>
                    <a:pt x="2734" y="0"/>
                    <a:pt x="270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661"/>
                    <a:pt x="0" y="1661"/>
                    <a:pt x="0" y="1661"/>
                  </a:cubicBezTo>
                  <a:cubicBezTo>
                    <a:pt x="2760" y="1661"/>
                    <a:pt x="2760" y="1661"/>
                    <a:pt x="2760" y="1661"/>
                  </a:cubicBezTo>
                  <a:cubicBezTo>
                    <a:pt x="2760" y="60"/>
                    <a:pt x="2760" y="60"/>
                    <a:pt x="2760" y="60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2" name="îṣḻiḍè"/>
            <p:cNvSpPr/>
            <p:nvPr/>
          </p:nvSpPr>
          <p:spPr bwMode="auto">
            <a:xfrm>
              <a:off x="3133525" y="4194219"/>
              <a:ext cx="4434049" cy="394470"/>
            </a:xfrm>
            <a:custGeom>
              <a:avLst/>
              <a:gdLst>
                <a:gd name="T0" fmla="*/ 0 w 2760"/>
                <a:gd name="T1" fmla="*/ 0 h 246"/>
                <a:gd name="T2" fmla="*/ 0 w 2760"/>
                <a:gd name="T3" fmla="*/ 187 h 246"/>
                <a:gd name="T4" fmla="*/ 59 w 2760"/>
                <a:gd name="T5" fmla="*/ 246 h 246"/>
                <a:gd name="T6" fmla="*/ 2701 w 2760"/>
                <a:gd name="T7" fmla="*/ 246 h 246"/>
                <a:gd name="T8" fmla="*/ 2760 w 2760"/>
                <a:gd name="T9" fmla="*/ 187 h 246"/>
                <a:gd name="T10" fmla="*/ 2760 w 2760"/>
                <a:gd name="T11" fmla="*/ 0 h 246"/>
                <a:gd name="T12" fmla="*/ 0 w 2760"/>
                <a:gd name="T13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246">
                  <a:moveTo>
                    <a:pt x="0" y="0"/>
                  </a:moveTo>
                  <a:cubicBezTo>
                    <a:pt x="0" y="187"/>
                    <a:pt x="0" y="187"/>
                    <a:pt x="0" y="187"/>
                  </a:cubicBezTo>
                  <a:cubicBezTo>
                    <a:pt x="0" y="220"/>
                    <a:pt x="27" y="246"/>
                    <a:pt x="59" y="246"/>
                  </a:cubicBezTo>
                  <a:cubicBezTo>
                    <a:pt x="2701" y="246"/>
                    <a:pt x="2701" y="246"/>
                    <a:pt x="2701" y="246"/>
                  </a:cubicBezTo>
                  <a:cubicBezTo>
                    <a:pt x="2733" y="246"/>
                    <a:pt x="2760" y="220"/>
                    <a:pt x="2760" y="187"/>
                  </a:cubicBezTo>
                  <a:cubicBezTo>
                    <a:pt x="2760" y="0"/>
                    <a:pt x="2760" y="0"/>
                    <a:pt x="276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0D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3" name="ïṧļiḓè"/>
            <p:cNvSpPr/>
            <p:nvPr/>
          </p:nvSpPr>
          <p:spPr bwMode="auto">
            <a:xfrm>
              <a:off x="3318021" y="1714068"/>
              <a:ext cx="4087021" cy="23114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4" name="ïslíḋê"/>
            <p:cNvSpPr/>
            <p:nvPr/>
          </p:nvSpPr>
          <p:spPr bwMode="auto">
            <a:xfrm>
              <a:off x="3318021" y="1714068"/>
              <a:ext cx="4087021" cy="2311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5" name="ïşľiḍé"/>
            <p:cNvSpPr/>
            <p:nvPr/>
          </p:nvSpPr>
          <p:spPr bwMode="auto">
            <a:xfrm>
              <a:off x="5258741" y="4262746"/>
              <a:ext cx="215245" cy="211731"/>
            </a:xfrm>
            <a:custGeom>
              <a:avLst/>
              <a:gdLst>
                <a:gd name="T0" fmla="*/ 71 w 134"/>
                <a:gd name="T1" fmla="*/ 132 h 132"/>
                <a:gd name="T2" fmla="*/ 119 w 134"/>
                <a:gd name="T3" fmla="*/ 109 h 132"/>
                <a:gd name="T4" fmla="*/ 124 w 134"/>
                <a:gd name="T5" fmla="*/ 102 h 132"/>
                <a:gd name="T6" fmla="*/ 90 w 134"/>
                <a:gd name="T7" fmla="*/ 96 h 132"/>
                <a:gd name="T8" fmla="*/ 127 w 134"/>
                <a:gd name="T9" fmla="*/ 96 h 132"/>
                <a:gd name="T10" fmla="*/ 128 w 134"/>
                <a:gd name="T11" fmla="*/ 47 h 132"/>
                <a:gd name="T12" fmla="*/ 79 w 134"/>
                <a:gd name="T13" fmla="*/ 73 h 132"/>
                <a:gd name="T14" fmla="*/ 124 w 134"/>
                <a:gd name="T15" fmla="*/ 40 h 132"/>
                <a:gd name="T16" fmla="*/ 40 w 134"/>
                <a:gd name="T17" fmla="*/ 17 h 132"/>
                <a:gd name="T18" fmla="*/ 18 w 134"/>
                <a:gd name="T19" fmla="*/ 102 h 132"/>
                <a:gd name="T20" fmla="*/ 22 w 134"/>
                <a:gd name="T21" fmla="*/ 109 h 132"/>
                <a:gd name="T22" fmla="*/ 71 w 134"/>
                <a:gd name="T23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4" h="132">
                  <a:moveTo>
                    <a:pt x="71" y="132"/>
                  </a:moveTo>
                  <a:cubicBezTo>
                    <a:pt x="90" y="132"/>
                    <a:pt x="108" y="124"/>
                    <a:pt x="119" y="109"/>
                  </a:cubicBezTo>
                  <a:cubicBezTo>
                    <a:pt x="121" y="107"/>
                    <a:pt x="123" y="104"/>
                    <a:pt x="124" y="102"/>
                  </a:cubicBezTo>
                  <a:cubicBezTo>
                    <a:pt x="90" y="96"/>
                    <a:pt x="90" y="96"/>
                    <a:pt x="90" y="9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34" y="81"/>
                    <a:pt x="134" y="63"/>
                    <a:pt x="128" y="47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124" y="40"/>
                    <a:pt x="124" y="40"/>
                    <a:pt x="124" y="40"/>
                  </a:cubicBezTo>
                  <a:cubicBezTo>
                    <a:pt x="107" y="10"/>
                    <a:pt x="69" y="0"/>
                    <a:pt x="40" y="17"/>
                  </a:cubicBezTo>
                  <a:cubicBezTo>
                    <a:pt x="10" y="34"/>
                    <a:pt x="0" y="72"/>
                    <a:pt x="18" y="102"/>
                  </a:cubicBezTo>
                  <a:cubicBezTo>
                    <a:pt x="19" y="104"/>
                    <a:pt x="21" y="106"/>
                    <a:pt x="22" y="109"/>
                  </a:cubicBezTo>
                  <a:cubicBezTo>
                    <a:pt x="34" y="124"/>
                    <a:pt x="52" y="132"/>
                    <a:pt x="71" y="132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6" name="ïšľîḓê"/>
            <p:cNvSpPr/>
            <p:nvPr/>
          </p:nvSpPr>
          <p:spPr bwMode="auto">
            <a:xfrm>
              <a:off x="5888662" y="4782848"/>
              <a:ext cx="14057" cy="98398"/>
            </a:xfrm>
            <a:custGeom>
              <a:avLst/>
              <a:gdLst>
                <a:gd name="T0" fmla="*/ 0 w 16"/>
                <a:gd name="T1" fmla="*/ 0 h 112"/>
                <a:gd name="T2" fmla="*/ 16 w 16"/>
                <a:gd name="T3" fmla="*/ 112 h 112"/>
                <a:gd name="T4" fmla="*/ 16 w 16"/>
                <a:gd name="T5" fmla="*/ 112 h 112"/>
                <a:gd name="T6" fmla="*/ 0 w 16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12">
                  <a:moveTo>
                    <a:pt x="0" y="0"/>
                  </a:moveTo>
                  <a:lnTo>
                    <a:pt x="16" y="112"/>
                  </a:lnTo>
                  <a:lnTo>
                    <a:pt x="16" y="1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7" name="ïṧḻïḋe"/>
            <p:cNvSpPr/>
            <p:nvPr/>
          </p:nvSpPr>
          <p:spPr bwMode="auto">
            <a:xfrm>
              <a:off x="5888662" y="4782848"/>
              <a:ext cx="14057" cy="98398"/>
            </a:xfrm>
            <a:custGeom>
              <a:avLst/>
              <a:gdLst>
                <a:gd name="T0" fmla="*/ 0 w 16"/>
                <a:gd name="T1" fmla="*/ 0 h 112"/>
                <a:gd name="T2" fmla="*/ 16 w 16"/>
                <a:gd name="T3" fmla="*/ 112 h 112"/>
                <a:gd name="T4" fmla="*/ 16 w 16"/>
                <a:gd name="T5" fmla="*/ 112 h 112"/>
                <a:gd name="T6" fmla="*/ 0 w 16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12">
                  <a:moveTo>
                    <a:pt x="0" y="0"/>
                  </a:moveTo>
                  <a:lnTo>
                    <a:pt x="16" y="112"/>
                  </a:lnTo>
                  <a:lnTo>
                    <a:pt x="16" y="11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8" name="isľîḑe"/>
            <p:cNvSpPr/>
            <p:nvPr/>
          </p:nvSpPr>
          <p:spPr bwMode="auto">
            <a:xfrm>
              <a:off x="5902719" y="4881246"/>
              <a:ext cx="26357" cy="166925"/>
            </a:xfrm>
            <a:custGeom>
              <a:avLst/>
              <a:gdLst>
                <a:gd name="T0" fmla="*/ 0 w 30"/>
                <a:gd name="T1" fmla="*/ 0 h 190"/>
                <a:gd name="T2" fmla="*/ 0 w 30"/>
                <a:gd name="T3" fmla="*/ 0 h 190"/>
                <a:gd name="T4" fmla="*/ 28 w 30"/>
                <a:gd name="T5" fmla="*/ 181 h 190"/>
                <a:gd name="T6" fmla="*/ 30 w 30"/>
                <a:gd name="T7" fmla="*/ 190 h 190"/>
                <a:gd name="T8" fmla="*/ 30 w 30"/>
                <a:gd name="T9" fmla="*/ 190 h 190"/>
                <a:gd name="T10" fmla="*/ 0 w 30"/>
                <a:gd name="T11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90">
                  <a:moveTo>
                    <a:pt x="0" y="0"/>
                  </a:moveTo>
                  <a:lnTo>
                    <a:pt x="0" y="0"/>
                  </a:lnTo>
                  <a:lnTo>
                    <a:pt x="28" y="181"/>
                  </a:lnTo>
                  <a:lnTo>
                    <a:pt x="30" y="190"/>
                  </a:lnTo>
                  <a:lnTo>
                    <a:pt x="30" y="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9" name="iṣlíḑê"/>
            <p:cNvSpPr/>
            <p:nvPr/>
          </p:nvSpPr>
          <p:spPr bwMode="auto">
            <a:xfrm>
              <a:off x="5902719" y="4881246"/>
              <a:ext cx="26357" cy="166925"/>
            </a:xfrm>
            <a:custGeom>
              <a:avLst/>
              <a:gdLst>
                <a:gd name="T0" fmla="*/ 0 w 30"/>
                <a:gd name="T1" fmla="*/ 0 h 190"/>
                <a:gd name="T2" fmla="*/ 0 w 30"/>
                <a:gd name="T3" fmla="*/ 0 h 190"/>
                <a:gd name="T4" fmla="*/ 28 w 30"/>
                <a:gd name="T5" fmla="*/ 181 h 190"/>
                <a:gd name="T6" fmla="*/ 30 w 30"/>
                <a:gd name="T7" fmla="*/ 190 h 190"/>
                <a:gd name="T8" fmla="*/ 30 w 30"/>
                <a:gd name="T9" fmla="*/ 190 h 190"/>
                <a:gd name="T10" fmla="*/ 0 w 30"/>
                <a:gd name="T11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90">
                  <a:moveTo>
                    <a:pt x="0" y="0"/>
                  </a:moveTo>
                  <a:lnTo>
                    <a:pt x="0" y="0"/>
                  </a:lnTo>
                  <a:lnTo>
                    <a:pt x="28" y="181"/>
                  </a:lnTo>
                  <a:lnTo>
                    <a:pt x="30" y="190"/>
                  </a:lnTo>
                  <a:lnTo>
                    <a:pt x="30" y="19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0" name="išļiďê"/>
            <p:cNvSpPr/>
            <p:nvPr/>
          </p:nvSpPr>
          <p:spPr bwMode="auto">
            <a:xfrm>
              <a:off x="5472229" y="4588689"/>
              <a:ext cx="455090" cy="451575"/>
            </a:xfrm>
            <a:custGeom>
              <a:avLst/>
              <a:gdLst>
                <a:gd name="T0" fmla="*/ 439 w 518"/>
                <a:gd name="T1" fmla="*/ 0 h 514"/>
                <a:gd name="T2" fmla="*/ 0 w 518"/>
                <a:gd name="T3" fmla="*/ 0 h 514"/>
                <a:gd name="T4" fmla="*/ 511 w 518"/>
                <a:gd name="T5" fmla="*/ 514 h 514"/>
                <a:gd name="T6" fmla="*/ 518 w 518"/>
                <a:gd name="T7" fmla="*/ 514 h 514"/>
                <a:gd name="T8" fmla="*/ 490 w 518"/>
                <a:gd name="T9" fmla="*/ 333 h 514"/>
                <a:gd name="T10" fmla="*/ 474 w 518"/>
                <a:gd name="T11" fmla="*/ 221 h 514"/>
                <a:gd name="T12" fmla="*/ 439 w 518"/>
                <a:gd name="T13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8" h="514">
                  <a:moveTo>
                    <a:pt x="439" y="0"/>
                  </a:moveTo>
                  <a:lnTo>
                    <a:pt x="0" y="0"/>
                  </a:lnTo>
                  <a:lnTo>
                    <a:pt x="511" y="514"/>
                  </a:lnTo>
                  <a:lnTo>
                    <a:pt x="518" y="514"/>
                  </a:lnTo>
                  <a:lnTo>
                    <a:pt x="490" y="333"/>
                  </a:lnTo>
                  <a:lnTo>
                    <a:pt x="474" y="221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1" name="iṥ1íḍè"/>
            <p:cNvSpPr/>
            <p:nvPr/>
          </p:nvSpPr>
          <p:spPr bwMode="auto">
            <a:xfrm>
              <a:off x="5472229" y="4588689"/>
              <a:ext cx="455090" cy="451575"/>
            </a:xfrm>
            <a:custGeom>
              <a:avLst/>
              <a:gdLst>
                <a:gd name="T0" fmla="*/ 439 w 518"/>
                <a:gd name="T1" fmla="*/ 0 h 514"/>
                <a:gd name="T2" fmla="*/ 0 w 518"/>
                <a:gd name="T3" fmla="*/ 0 h 514"/>
                <a:gd name="T4" fmla="*/ 511 w 518"/>
                <a:gd name="T5" fmla="*/ 514 h 514"/>
                <a:gd name="T6" fmla="*/ 518 w 518"/>
                <a:gd name="T7" fmla="*/ 514 h 514"/>
                <a:gd name="T8" fmla="*/ 490 w 518"/>
                <a:gd name="T9" fmla="*/ 333 h 514"/>
                <a:gd name="T10" fmla="*/ 474 w 518"/>
                <a:gd name="T11" fmla="*/ 221 h 514"/>
                <a:gd name="T12" fmla="*/ 439 w 518"/>
                <a:gd name="T13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8" h="514">
                  <a:moveTo>
                    <a:pt x="439" y="0"/>
                  </a:moveTo>
                  <a:lnTo>
                    <a:pt x="0" y="0"/>
                  </a:lnTo>
                  <a:lnTo>
                    <a:pt x="511" y="514"/>
                  </a:lnTo>
                  <a:lnTo>
                    <a:pt x="518" y="514"/>
                  </a:lnTo>
                  <a:lnTo>
                    <a:pt x="490" y="333"/>
                  </a:lnTo>
                  <a:lnTo>
                    <a:pt x="474" y="221"/>
                  </a:lnTo>
                  <a:lnTo>
                    <a:pt x="4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2" name="ï$1îḋe"/>
            <p:cNvSpPr/>
            <p:nvPr/>
          </p:nvSpPr>
          <p:spPr bwMode="auto">
            <a:xfrm>
              <a:off x="5921169" y="5040264"/>
              <a:ext cx="7907" cy="7907"/>
            </a:xfrm>
            <a:custGeom>
              <a:avLst/>
              <a:gdLst>
                <a:gd name="T0" fmla="*/ 7 w 9"/>
                <a:gd name="T1" fmla="*/ 0 h 9"/>
                <a:gd name="T2" fmla="*/ 0 w 9"/>
                <a:gd name="T3" fmla="*/ 0 h 9"/>
                <a:gd name="T4" fmla="*/ 9 w 9"/>
                <a:gd name="T5" fmla="*/ 9 h 9"/>
                <a:gd name="T6" fmla="*/ 7 w 9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9">
                  <a:moveTo>
                    <a:pt x="7" y="0"/>
                  </a:moveTo>
                  <a:lnTo>
                    <a:pt x="0" y="0"/>
                  </a:lnTo>
                  <a:lnTo>
                    <a:pt x="9" y="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A8AA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3" name="íşḷiḍe"/>
            <p:cNvSpPr/>
            <p:nvPr/>
          </p:nvSpPr>
          <p:spPr bwMode="auto">
            <a:xfrm>
              <a:off x="5921169" y="5040264"/>
              <a:ext cx="7907" cy="7907"/>
            </a:xfrm>
            <a:custGeom>
              <a:avLst/>
              <a:gdLst>
                <a:gd name="T0" fmla="*/ 7 w 9"/>
                <a:gd name="T1" fmla="*/ 0 h 9"/>
                <a:gd name="T2" fmla="*/ 0 w 9"/>
                <a:gd name="T3" fmla="*/ 0 h 9"/>
                <a:gd name="T4" fmla="*/ 9 w 9"/>
                <a:gd name="T5" fmla="*/ 9 h 9"/>
                <a:gd name="T6" fmla="*/ 7 w 9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9">
                  <a:moveTo>
                    <a:pt x="7" y="0"/>
                  </a:moveTo>
                  <a:lnTo>
                    <a:pt x="0" y="0"/>
                  </a:lnTo>
                  <a:lnTo>
                    <a:pt x="9" y="9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4" name="ísľídê"/>
            <p:cNvSpPr/>
            <p:nvPr/>
          </p:nvSpPr>
          <p:spPr bwMode="auto">
            <a:xfrm>
              <a:off x="3880294" y="1994326"/>
              <a:ext cx="2940512" cy="1783460"/>
            </a:xfrm>
            <a:custGeom>
              <a:avLst/>
              <a:gdLst>
                <a:gd name="T0" fmla="*/ 1830 w 1830"/>
                <a:gd name="T1" fmla="*/ 569 h 1111"/>
                <a:gd name="T2" fmla="*/ 1830 w 1830"/>
                <a:gd name="T3" fmla="*/ 569 h 1111"/>
                <a:gd name="T4" fmla="*/ 1819 w 1830"/>
                <a:gd name="T5" fmla="*/ 510 h 1111"/>
                <a:gd name="T6" fmla="*/ 1818 w 1830"/>
                <a:gd name="T7" fmla="*/ 507 h 1111"/>
                <a:gd name="T8" fmla="*/ 1733 w 1830"/>
                <a:gd name="T9" fmla="*/ 395 h 1111"/>
                <a:gd name="T10" fmla="*/ 1442 w 1830"/>
                <a:gd name="T11" fmla="*/ 431 h 1111"/>
                <a:gd name="T12" fmla="*/ 1424 w 1830"/>
                <a:gd name="T13" fmla="*/ 369 h 1111"/>
                <a:gd name="T14" fmla="*/ 1248 w 1830"/>
                <a:gd name="T15" fmla="*/ 376 h 1111"/>
                <a:gd name="T16" fmla="*/ 1360 w 1830"/>
                <a:gd name="T17" fmla="*/ 416 h 1111"/>
                <a:gd name="T18" fmla="*/ 1359 w 1830"/>
                <a:gd name="T19" fmla="*/ 421 h 1111"/>
                <a:gd name="T20" fmla="*/ 1234 w 1830"/>
                <a:gd name="T21" fmla="*/ 374 h 1111"/>
                <a:gd name="T22" fmla="*/ 1222 w 1830"/>
                <a:gd name="T23" fmla="*/ 369 h 1111"/>
                <a:gd name="T24" fmla="*/ 1235 w 1830"/>
                <a:gd name="T25" fmla="*/ 370 h 1111"/>
                <a:gd name="T26" fmla="*/ 1423 w 1830"/>
                <a:gd name="T27" fmla="*/ 364 h 1111"/>
                <a:gd name="T28" fmla="*/ 1367 w 1830"/>
                <a:gd name="T29" fmla="*/ 277 h 1111"/>
                <a:gd name="T30" fmla="*/ 1073 w 1830"/>
                <a:gd name="T31" fmla="*/ 203 h 1111"/>
                <a:gd name="T32" fmla="*/ 1076 w 1830"/>
                <a:gd name="T33" fmla="*/ 199 h 1111"/>
                <a:gd name="T34" fmla="*/ 1362 w 1830"/>
                <a:gd name="T35" fmla="*/ 271 h 1111"/>
                <a:gd name="T36" fmla="*/ 917 w 1830"/>
                <a:gd name="T37" fmla="*/ 255 h 1111"/>
                <a:gd name="T38" fmla="*/ 862 w 1830"/>
                <a:gd name="T39" fmla="*/ 324 h 1111"/>
                <a:gd name="T40" fmla="*/ 755 w 1830"/>
                <a:gd name="T41" fmla="*/ 81 h 1111"/>
                <a:gd name="T42" fmla="*/ 589 w 1830"/>
                <a:gd name="T43" fmla="*/ 131 h 1111"/>
                <a:gd name="T44" fmla="*/ 330 w 1830"/>
                <a:gd name="T45" fmla="*/ 152 h 1111"/>
                <a:gd name="T46" fmla="*/ 441 w 1830"/>
                <a:gd name="T47" fmla="*/ 192 h 1111"/>
                <a:gd name="T48" fmla="*/ 440 w 1830"/>
                <a:gd name="T49" fmla="*/ 197 h 1111"/>
                <a:gd name="T50" fmla="*/ 315 w 1830"/>
                <a:gd name="T51" fmla="*/ 151 h 1111"/>
                <a:gd name="T52" fmla="*/ 303 w 1830"/>
                <a:gd name="T53" fmla="*/ 145 h 1111"/>
                <a:gd name="T54" fmla="*/ 316 w 1830"/>
                <a:gd name="T55" fmla="*/ 146 h 1111"/>
                <a:gd name="T56" fmla="*/ 751 w 1830"/>
                <a:gd name="T57" fmla="*/ 77 h 1111"/>
                <a:gd name="T58" fmla="*/ 735 w 1830"/>
                <a:gd name="T59" fmla="*/ 60 h 1111"/>
                <a:gd name="T60" fmla="*/ 205 w 1830"/>
                <a:gd name="T61" fmla="*/ 0 h 1111"/>
                <a:gd name="T62" fmla="*/ 0 w 1830"/>
                <a:gd name="T63" fmla="*/ 369 h 1111"/>
                <a:gd name="T64" fmla="*/ 61 w 1830"/>
                <a:gd name="T65" fmla="*/ 674 h 1111"/>
                <a:gd name="T66" fmla="*/ 122 w 1830"/>
                <a:gd name="T67" fmla="*/ 821 h 1111"/>
                <a:gd name="T68" fmla="*/ 160 w 1830"/>
                <a:gd name="T69" fmla="*/ 891 h 1111"/>
                <a:gd name="T70" fmla="*/ 212 w 1830"/>
                <a:gd name="T71" fmla="*/ 970 h 1111"/>
                <a:gd name="T72" fmla="*/ 223 w 1830"/>
                <a:gd name="T73" fmla="*/ 983 h 1111"/>
                <a:gd name="T74" fmla="*/ 288 w 1830"/>
                <a:gd name="T75" fmla="*/ 1051 h 1111"/>
                <a:gd name="T76" fmla="*/ 303 w 1830"/>
                <a:gd name="T77" fmla="*/ 1063 h 1111"/>
                <a:gd name="T78" fmla="*/ 345 w 1830"/>
                <a:gd name="T79" fmla="*/ 1089 h 1111"/>
                <a:gd name="T80" fmla="*/ 425 w 1830"/>
                <a:gd name="T81" fmla="*/ 1110 h 1111"/>
                <a:gd name="T82" fmla="*/ 431 w 1830"/>
                <a:gd name="T83" fmla="*/ 1110 h 1111"/>
                <a:gd name="T84" fmla="*/ 431 w 1830"/>
                <a:gd name="T85" fmla="*/ 1111 h 1111"/>
                <a:gd name="T86" fmla="*/ 1607 w 1830"/>
                <a:gd name="T87" fmla="*/ 1111 h 1111"/>
                <a:gd name="T88" fmla="*/ 1607 w 1830"/>
                <a:gd name="T89" fmla="*/ 1110 h 1111"/>
                <a:gd name="T90" fmla="*/ 1608 w 1830"/>
                <a:gd name="T91" fmla="*/ 1110 h 1111"/>
                <a:gd name="T92" fmla="*/ 1628 w 1830"/>
                <a:gd name="T93" fmla="*/ 1107 h 1111"/>
                <a:gd name="T94" fmla="*/ 1740 w 1830"/>
                <a:gd name="T95" fmla="*/ 958 h 1111"/>
                <a:gd name="T96" fmla="*/ 1760 w 1830"/>
                <a:gd name="T97" fmla="*/ 906 h 1111"/>
                <a:gd name="T98" fmla="*/ 1776 w 1830"/>
                <a:gd name="T99" fmla="*/ 858 h 1111"/>
                <a:gd name="T100" fmla="*/ 1813 w 1830"/>
                <a:gd name="T101" fmla="*/ 714 h 1111"/>
                <a:gd name="T102" fmla="*/ 1830 w 1830"/>
                <a:gd name="T103" fmla="*/ 579 h 1111"/>
                <a:gd name="T104" fmla="*/ 1830 w 1830"/>
                <a:gd name="T105" fmla="*/ 569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0" h="1111">
                  <a:moveTo>
                    <a:pt x="1830" y="569"/>
                  </a:moveTo>
                  <a:cubicBezTo>
                    <a:pt x="1830" y="569"/>
                    <a:pt x="1830" y="569"/>
                    <a:pt x="1830" y="569"/>
                  </a:cubicBezTo>
                  <a:cubicBezTo>
                    <a:pt x="1829" y="549"/>
                    <a:pt x="1825" y="529"/>
                    <a:pt x="1819" y="510"/>
                  </a:cubicBezTo>
                  <a:cubicBezTo>
                    <a:pt x="1819" y="509"/>
                    <a:pt x="1818" y="508"/>
                    <a:pt x="1818" y="507"/>
                  </a:cubicBezTo>
                  <a:cubicBezTo>
                    <a:pt x="1802" y="461"/>
                    <a:pt x="1773" y="422"/>
                    <a:pt x="1733" y="395"/>
                  </a:cubicBezTo>
                  <a:cubicBezTo>
                    <a:pt x="1641" y="332"/>
                    <a:pt x="1516" y="348"/>
                    <a:pt x="1442" y="431"/>
                  </a:cubicBezTo>
                  <a:cubicBezTo>
                    <a:pt x="1438" y="410"/>
                    <a:pt x="1432" y="389"/>
                    <a:pt x="1424" y="369"/>
                  </a:cubicBezTo>
                  <a:cubicBezTo>
                    <a:pt x="1366" y="376"/>
                    <a:pt x="1307" y="379"/>
                    <a:pt x="1248" y="376"/>
                  </a:cubicBezTo>
                  <a:cubicBezTo>
                    <a:pt x="1284" y="392"/>
                    <a:pt x="1322" y="406"/>
                    <a:pt x="1360" y="416"/>
                  </a:cubicBezTo>
                  <a:cubicBezTo>
                    <a:pt x="1359" y="421"/>
                    <a:pt x="1359" y="421"/>
                    <a:pt x="1359" y="421"/>
                  </a:cubicBezTo>
                  <a:cubicBezTo>
                    <a:pt x="1316" y="410"/>
                    <a:pt x="1274" y="394"/>
                    <a:pt x="1234" y="374"/>
                  </a:cubicBezTo>
                  <a:cubicBezTo>
                    <a:pt x="1222" y="369"/>
                    <a:pt x="1222" y="369"/>
                    <a:pt x="1222" y="369"/>
                  </a:cubicBezTo>
                  <a:cubicBezTo>
                    <a:pt x="1235" y="370"/>
                    <a:pt x="1235" y="370"/>
                    <a:pt x="1235" y="370"/>
                  </a:cubicBezTo>
                  <a:cubicBezTo>
                    <a:pt x="1298" y="374"/>
                    <a:pt x="1360" y="372"/>
                    <a:pt x="1423" y="364"/>
                  </a:cubicBezTo>
                  <a:cubicBezTo>
                    <a:pt x="1409" y="332"/>
                    <a:pt x="1390" y="302"/>
                    <a:pt x="1367" y="277"/>
                  </a:cubicBezTo>
                  <a:cubicBezTo>
                    <a:pt x="1267" y="266"/>
                    <a:pt x="1167" y="245"/>
                    <a:pt x="1073" y="203"/>
                  </a:cubicBezTo>
                  <a:cubicBezTo>
                    <a:pt x="1076" y="199"/>
                    <a:pt x="1076" y="199"/>
                    <a:pt x="1076" y="199"/>
                  </a:cubicBezTo>
                  <a:cubicBezTo>
                    <a:pt x="1166" y="239"/>
                    <a:pt x="1264" y="260"/>
                    <a:pt x="1362" y="271"/>
                  </a:cubicBezTo>
                  <a:cubicBezTo>
                    <a:pt x="1244" y="144"/>
                    <a:pt x="1045" y="137"/>
                    <a:pt x="917" y="255"/>
                  </a:cubicBezTo>
                  <a:cubicBezTo>
                    <a:pt x="896" y="275"/>
                    <a:pt x="877" y="298"/>
                    <a:pt x="862" y="324"/>
                  </a:cubicBezTo>
                  <a:cubicBezTo>
                    <a:pt x="853" y="234"/>
                    <a:pt x="815" y="149"/>
                    <a:pt x="755" y="81"/>
                  </a:cubicBezTo>
                  <a:cubicBezTo>
                    <a:pt x="701" y="102"/>
                    <a:pt x="645" y="119"/>
                    <a:pt x="589" y="131"/>
                  </a:cubicBezTo>
                  <a:cubicBezTo>
                    <a:pt x="504" y="149"/>
                    <a:pt x="417" y="156"/>
                    <a:pt x="330" y="152"/>
                  </a:cubicBezTo>
                  <a:cubicBezTo>
                    <a:pt x="366" y="168"/>
                    <a:pt x="403" y="182"/>
                    <a:pt x="441" y="192"/>
                  </a:cubicBezTo>
                  <a:cubicBezTo>
                    <a:pt x="440" y="197"/>
                    <a:pt x="440" y="197"/>
                    <a:pt x="440" y="197"/>
                  </a:cubicBezTo>
                  <a:cubicBezTo>
                    <a:pt x="397" y="186"/>
                    <a:pt x="355" y="170"/>
                    <a:pt x="315" y="151"/>
                  </a:cubicBezTo>
                  <a:cubicBezTo>
                    <a:pt x="303" y="145"/>
                    <a:pt x="303" y="145"/>
                    <a:pt x="303" y="145"/>
                  </a:cubicBezTo>
                  <a:cubicBezTo>
                    <a:pt x="316" y="146"/>
                    <a:pt x="316" y="146"/>
                    <a:pt x="316" y="146"/>
                  </a:cubicBezTo>
                  <a:cubicBezTo>
                    <a:pt x="465" y="155"/>
                    <a:pt x="613" y="132"/>
                    <a:pt x="751" y="77"/>
                  </a:cubicBezTo>
                  <a:cubicBezTo>
                    <a:pt x="746" y="71"/>
                    <a:pt x="740" y="66"/>
                    <a:pt x="735" y="60"/>
                  </a:cubicBezTo>
                  <a:cubicBezTo>
                    <a:pt x="563" y="64"/>
                    <a:pt x="375" y="62"/>
                    <a:pt x="205" y="0"/>
                  </a:cubicBezTo>
                  <a:cubicBezTo>
                    <a:pt x="78" y="79"/>
                    <a:pt x="0" y="219"/>
                    <a:pt x="0" y="369"/>
                  </a:cubicBezTo>
                  <a:cubicBezTo>
                    <a:pt x="0" y="450"/>
                    <a:pt x="22" y="562"/>
                    <a:pt x="61" y="674"/>
                  </a:cubicBezTo>
                  <a:cubicBezTo>
                    <a:pt x="78" y="724"/>
                    <a:pt x="99" y="773"/>
                    <a:pt x="122" y="821"/>
                  </a:cubicBezTo>
                  <a:cubicBezTo>
                    <a:pt x="134" y="845"/>
                    <a:pt x="146" y="869"/>
                    <a:pt x="160" y="891"/>
                  </a:cubicBezTo>
                  <a:cubicBezTo>
                    <a:pt x="176" y="919"/>
                    <a:pt x="193" y="945"/>
                    <a:pt x="212" y="970"/>
                  </a:cubicBezTo>
                  <a:cubicBezTo>
                    <a:pt x="216" y="975"/>
                    <a:pt x="219" y="979"/>
                    <a:pt x="223" y="983"/>
                  </a:cubicBezTo>
                  <a:cubicBezTo>
                    <a:pt x="242" y="1008"/>
                    <a:pt x="264" y="1031"/>
                    <a:pt x="288" y="1051"/>
                  </a:cubicBezTo>
                  <a:cubicBezTo>
                    <a:pt x="293" y="1055"/>
                    <a:pt x="298" y="1059"/>
                    <a:pt x="303" y="1063"/>
                  </a:cubicBezTo>
                  <a:cubicBezTo>
                    <a:pt x="316" y="1073"/>
                    <a:pt x="330" y="1082"/>
                    <a:pt x="345" y="1089"/>
                  </a:cubicBezTo>
                  <a:cubicBezTo>
                    <a:pt x="370" y="1102"/>
                    <a:pt x="397" y="1109"/>
                    <a:pt x="425" y="1110"/>
                  </a:cubicBezTo>
                  <a:cubicBezTo>
                    <a:pt x="427" y="1110"/>
                    <a:pt x="429" y="1110"/>
                    <a:pt x="431" y="1110"/>
                  </a:cubicBezTo>
                  <a:cubicBezTo>
                    <a:pt x="431" y="1111"/>
                    <a:pt x="431" y="1111"/>
                    <a:pt x="431" y="1111"/>
                  </a:cubicBezTo>
                  <a:cubicBezTo>
                    <a:pt x="1607" y="1111"/>
                    <a:pt x="1607" y="1111"/>
                    <a:pt x="1607" y="1111"/>
                  </a:cubicBezTo>
                  <a:cubicBezTo>
                    <a:pt x="1607" y="1110"/>
                    <a:pt x="1607" y="1110"/>
                    <a:pt x="1607" y="1110"/>
                  </a:cubicBezTo>
                  <a:cubicBezTo>
                    <a:pt x="1608" y="1110"/>
                    <a:pt x="1608" y="1110"/>
                    <a:pt x="1608" y="1110"/>
                  </a:cubicBezTo>
                  <a:cubicBezTo>
                    <a:pt x="1615" y="1110"/>
                    <a:pt x="1622" y="1109"/>
                    <a:pt x="1628" y="1107"/>
                  </a:cubicBezTo>
                  <a:cubicBezTo>
                    <a:pt x="1670" y="1092"/>
                    <a:pt x="1708" y="1033"/>
                    <a:pt x="1740" y="958"/>
                  </a:cubicBezTo>
                  <a:cubicBezTo>
                    <a:pt x="1747" y="942"/>
                    <a:pt x="1753" y="924"/>
                    <a:pt x="1760" y="906"/>
                  </a:cubicBezTo>
                  <a:cubicBezTo>
                    <a:pt x="1765" y="891"/>
                    <a:pt x="1771" y="874"/>
                    <a:pt x="1776" y="858"/>
                  </a:cubicBezTo>
                  <a:cubicBezTo>
                    <a:pt x="1790" y="811"/>
                    <a:pt x="1803" y="763"/>
                    <a:pt x="1813" y="714"/>
                  </a:cubicBezTo>
                  <a:cubicBezTo>
                    <a:pt x="1824" y="658"/>
                    <a:pt x="1830" y="610"/>
                    <a:pt x="1830" y="579"/>
                  </a:cubicBezTo>
                  <a:cubicBezTo>
                    <a:pt x="1830" y="576"/>
                    <a:pt x="1830" y="573"/>
                    <a:pt x="1830" y="569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5" name="íṣlîḍê"/>
            <p:cNvSpPr/>
            <p:nvPr/>
          </p:nvSpPr>
          <p:spPr bwMode="auto">
            <a:xfrm>
              <a:off x="4219415" y="1829158"/>
              <a:ext cx="833746" cy="258294"/>
            </a:xfrm>
            <a:custGeom>
              <a:avLst/>
              <a:gdLst>
                <a:gd name="T0" fmla="*/ 519 w 519"/>
                <a:gd name="T1" fmla="*/ 158 h 161"/>
                <a:gd name="T2" fmla="*/ 0 w 519"/>
                <a:gd name="T3" fmla="*/ 100 h 161"/>
                <a:gd name="T4" fmla="*/ 519 w 519"/>
                <a:gd name="T5" fmla="*/ 158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9" h="161">
                  <a:moveTo>
                    <a:pt x="519" y="158"/>
                  </a:moveTo>
                  <a:cubicBezTo>
                    <a:pt x="378" y="24"/>
                    <a:pt x="167" y="0"/>
                    <a:pt x="0" y="100"/>
                  </a:cubicBezTo>
                  <a:cubicBezTo>
                    <a:pt x="166" y="159"/>
                    <a:pt x="350" y="161"/>
                    <a:pt x="519" y="158"/>
                  </a:cubicBezTo>
                  <a:close/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6" name="íṥḻiḓê"/>
            <p:cNvSpPr/>
            <p:nvPr/>
          </p:nvSpPr>
          <p:spPr bwMode="auto">
            <a:xfrm>
              <a:off x="4238743" y="3127657"/>
              <a:ext cx="560516" cy="650128"/>
            </a:xfrm>
            <a:custGeom>
              <a:avLst/>
              <a:gdLst>
                <a:gd name="T0" fmla="*/ 348 w 349"/>
                <a:gd name="T1" fmla="*/ 318 h 405"/>
                <a:gd name="T2" fmla="*/ 167 w 349"/>
                <a:gd name="T3" fmla="*/ 4 h 405"/>
                <a:gd name="T4" fmla="*/ 159 w 349"/>
                <a:gd name="T5" fmla="*/ 1 h 405"/>
                <a:gd name="T6" fmla="*/ 157 w 349"/>
                <a:gd name="T7" fmla="*/ 4 h 405"/>
                <a:gd name="T8" fmla="*/ 0 w 349"/>
                <a:gd name="T9" fmla="*/ 275 h 405"/>
                <a:gd name="T10" fmla="*/ 66 w 349"/>
                <a:gd name="T11" fmla="*/ 343 h 405"/>
                <a:gd name="T12" fmla="*/ 91 w 349"/>
                <a:gd name="T13" fmla="*/ 343 h 405"/>
                <a:gd name="T14" fmla="*/ 97 w 349"/>
                <a:gd name="T15" fmla="*/ 349 h 405"/>
                <a:gd name="T16" fmla="*/ 91 w 349"/>
                <a:gd name="T17" fmla="*/ 355 h 405"/>
                <a:gd name="T18" fmla="*/ 80 w 349"/>
                <a:gd name="T19" fmla="*/ 355 h 405"/>
                <a:gd name="T20" fmla="*/ 122 w 349"/>
                <a:gd name="T21" fmla="*/ 381 h 405"/>
                <a:gd name="T22" fmla="*/ 122 w 349"/>
                <a:gd name="T23" fmla="*/ 367 h 405"/>
                <a:gd name="T24" fmla="*/ 128 w 349"/>
                <a:gd name="T25" fmla="*/ 361 h 405"/>
                <a:gd name="T26" fmla="*/ 128 w 349"/>
                <a:gd name="T27" fmla="*/ 361 h 405"/>
                <a:gd name="T28" fmla="*/ 195 w 349"/>
                <a:gd name="T29" fmla="*/ 361 h 405"/>
                <a:gd name="T30" fmla="*/ 201 w 349"/>
                <a:gd name="T31" fmla="*/ 367 h 405"/>
                <a:gd name="T32" fmla="*/ 201 w 349"/>
                <a:gd name="T33" fmla="*/ 399 h 405"/>
                <a:gd name="T34" fmla="*/ 202 w 349"/>
                <a:gd name="T35" fmla="*/ 402 h 405"/>
                <a:gd name="T36" fmla="*/ 207 w 349"/>
                <a:gd name="T37" fmla="*/ 405 h 405"/>
                <a:gd name="T38" fmla="*/ 277 w 349"/>
                <a:gd name="T39" fmla="*/ 405 h 405"/>
                <a:gd name="T40" fmla="*/ 282 w 349"/>
                <a:gd name="T41" fmla="*/ 403 h 405"/>
                <a:gd name="T42" fmla="*/ 283 w 349"/>
                <a:gd name="T43" fmla="*/ 399 h 405"/>
                <a:gd name="T44" fmla="*/ 283 w 349"/>
                <a:gd name="T45" fmla="*/ 332 h 405"/>
                <a:gd name="T46" fmla="*/ 289 w 349"/>
                <a:gd name="T47" fmla="*/ 327 h 405"/>
                <a:gd name="T48" fmla="*/ 343 w 349"/>
                <a:gd name="T49" fmla="*/ 327 h 405"/>
                <a:gd name="T50" fmla="*/ 349 w 349"/>
                <a:gd name="T51" fmla="*/ 321 h 405"/>
                <a:gd name="T52" fmla="*/ 348 w 349"/>
                <a:gd name="T53" fmla="*/ 318 h 405"/>
                <a:gd name="T54" fmla="*/ 228 w 349"/>
                <a:gd name="T55" fmla="*/ 345 h 405"/>
                <a:gd name="T56" fmla="*/ 232 w 349"/>
                <a:gd name="T57" fmla="*/ 343 h 405"/>
                <a:gd name="T58" fmla="*/ 258 w 349"/>
                <a:gd name="T59" fmla="*/ 343 h 405"/>
                <a:gd name="T60" fmla="*/ 263 w 349"/>
                <a:gd name="T61" fmla="*/ 349 h 405"/>
                <a:gd name="T62" fmla="*/ 258 w 349"/>
                <a:gd name="T63" fmla="*/ 354 h 405"/>
                <a:gd name="T64" fmla="*/ 232 w 349"/>
                <a:gd name="T65" fmla="*/ 354 h 405"/>
                <a:gd name="T66" fmla="*/ 226 w 349"/>
                <a:gd name="T67" fmla="*/ 349 h 405"/>
                <a:gd name="T68" fmla="*/ 228 w 349"/>
                <a:gd name="T69" fmla="*/ 345 h 405"/>
                <a:gd name="T70" fmla="*/ 114 w 349"/>
                <a:gd name="T71" fmla="*/ 228 h 405"/>
                <a:gd name="T72" fmla="*/ 108 w 349"/>
                <a:gd name="T73" fmla="*/ 222 h 405"/>
                <a:gd name="T74" fmla="*/ 108 w 349"/>
                <a:gd name="T75" fmla="*/ 222 h 405"/>
                <a:gd name="T76" fmla="*/ 108 w 349"/>
                <a:gd name="T77" fmla="*/ 178 h 405"/>
                <a:gd name="T78" fmla="*/ 114 w 349"/>
                <a:gd name="T79" fmla="*/ 173 h 405"/>
                <a:gd name="T80" fmla="*/ 114 w 349"/>
                <a:gd name="T81" fmla="*/ 173 h 405"/>
                <a:gd name="T82" fmla="*/ 209 w 349"/>
                <a:gd name="T83" fmla="*/ 173 h 405"/>
                <a:gd name="T84" fmla="*/ 215 w 349"/>
                <a:gd name="T85" fmla="*/ 178 h 405"/>
                <a:gd name="T86" fmla="*/ 215 w 349"/>
                <a:gd name="T87" fmla="*/ 222 h 405"/>
                <a:gd name="T88" fmla="*/ 209 w 349"/>
                <a:gd name="T89" fmla="*/ 228 h 405"/>
                <a:gd name="T90" fmla="*/ 114 w 349"/>
                <a:gd name="T91" fmla="*/ 22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9" h="405">
                  <a:moveTo>
                    <a:pt x="348" y="318"/>
                  </a:moveTo>
                  <a:cubicBezTo>
                    <a:pt x="167" y="4"/>
                    <a:pt x="167" y="4"/>
                    <a:pt x="167" y="4"/>
                  </a:cubicBezTo>
                  <a:cubicBezTo>
                    <a:pt x="165" y="1"/>
                    <a:pt x="161" y="0"/>
                    <a:pt x="159" y="1"/>
                  </a:cubicBezTo>
                  <a:cubicBezTo>
                    <a:pt x="158" y="2"/>
                    <a:pt x="157" y="3"/>
                    <a:pt x="157" y="4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19" y="300"/>
                    <a:pt x="41" y="323"/>
                    <a:pt x="66" y="343"/>
                  </a:cubicBezTo>
                  <a:cubicBezTo>
                    <a:pt x="91" y="343"/>
                    <a:pt x="91" y="343"/>
                    <a:pt x="91" y="343"/>
                  </a:cubicBezTo>
                  <a:cubicBezTo>
                    <a:pt x="94" y="343"/>
                    <a:pt x="97" y="346"/>
                    <a:pt x="97" y="349"/>
                  </a:cubicBezTo>
                  <a:cubicBezTo>
                    <a:pt x="97" y="352"/>
                    <a:pt x="94" y="355"/>
                    <a:pt x="91" y="355"/>
                  </a:cubicBezTo>
                  <a:cubicBezTo>
                    <a:pt x="80" y="355"/>
                    <a:pt x="80" y="355"/>
                    <a:pt x="80" y="355"/>
                  </a:cubicBezTo>
                  <a:cubicBezTo>
                    <a:pt x="93" y="364"/>
                    <a:pt x="108" y="373"/>
                    <a:pt x="122" y="381"/>
                  </a:cubicBezTo>
                  <a:cubicBezTo>
                    <a:pt x="122" y="367"/>
                    <a:pt x="122" y="367"/>
                    <a:pt x="122" y="367"/>
                  </a:cubicBezTo>
                  <a:cubicBezTo>
                    <a:pt x="122" y="364"/>
                    <a:pt x="125" y="361"/>
                    <a:pt x="128" y="361"/>
                  </a:cubicBezTo>
                  <a:cubicBezTo>
                    <a:pt x="128" y="361"/>
                    <a:pt x="128" y="361"/>
                    <a:pt x="128" y="361"/>
                  </a:cubicBezTo>
                  <a:cubicBezTo>
                    <a:pt x="195" y="361"/>
                    <a:pt x="195" y="361"/>
                    <a:pt x="195" y="361"/>
                  </a:cubicBezTo>
                  <a:cubicBezTo>
                    <a:pt x="198" y="361"/>
                    <a:pt x="201" y="364"/>
                    <a:pt x="201" y="367"/>
                  </a:cubicBezTo>
                  <a:cubicBezTo>
                    <a:pt x="201" y="399"/>
                    <a:pt x="201" y="399"/>
                    <a:pt x="201" y="399"/>
                  </a:cubicBezTo>
                  <a:cubicBezTo>
                    <a:pt x="201" y="400"/>
                    <a:pt x="201" y="401"/>
                    <a:pt x="202" y="402"/>
                  </a:cubicBezTo>
                  <a:cubicBezTo>
                    <a:pt x="202" y="404"/>
                    <a:pt x="205" y="405"/>
                    <a:pt x="207" y="405"/>
                  </a:cubicBezTo>
                  <a:cubicBezTo>
                    <a:pt x="277" y="405"/>
                    <a:pt x="277" y="405"/>
                    <a:pt x="277" y="405"/>
                  </a:cubicBezTo>
                  <a:cubicBezTo>
                    <a:pt x="279" y="405"/>
                    <a:pt x="281" y="404"/>
                    <a:pt x="282" y="403"/>
                  </a:cubicBezTo>
                  <a:cubicBezTo>
                    <a:pt x="283" y="402"/>
                    <a:pt x="283" y="401"/>
                    <a:pt x="283" y="399"/>
                  </a:cubicBezTo>
                  <a:cubicBezTo>
                    <a:pt x="283" y="332"/>
                    <a:pt x="283" y="332"/>
                    <a:pt x="283" y="332"/>
                  </a:cubicBezTo>
                  <a:cubicBezTo>
                    <a:pt x="283" y="329"/>
                    <a:pt x="286" y="327"/>
                    <a:pt x="289" y="327"/>
                  </a:cubicBezTo>
                  <a:cubicBezTo>
                    <a:pt x="343" y="327"/>
                    <a:pt x="343" y="327"/>
                    <a:pt x="343" y="327"/>
                  </a:cubicBezTo>
                  <a:cubicBezTo>
                    <a:pt x="346" y="327"/>
                    <a:pt x="349" y="324"/>
                    <a:pt x="349" y="321"/>
                  </a:cubicBezTo>
                  <a:cubicBezTo>
                    <a:pt x="349" y="320"/>
                    <a:pt x="349" y="319"/>
                    <a:pt x="348" y="318"/>
                  </a:cubicBezTo>
                  <a:close/>
                  <a:moveTo>
                    <a:pt x="228" y="345"/>
                  </a:moveTo>
                  <a:cubicBezTo>
                    <a:pt x="229" y="343"/>
                    <a:pt x="231" y="343"/>
                    <a:pt x="232" y="343"/>
                  </a:cubicBezTo>
                  <a:cubicBezTo>
                    <a:pt x="258" y="343"/>
                    <a:pt x="258" y="343"/>
                    <a:pt x="258" y="343"/>
                  </a:cubicBezTo>
                  <a:cubicBezTo>
                    <a:pt x="261" y="343"/>
                    <a:pt x="263" y="345"/>
                    <a:pt x="263" y="349"/>
                  </a:cubicBezTo>
                  <a:cubicBezTo>
                    <a:pt x="263" y="352"/>
                    <a:pt x="261" y="354"/>
                    <a:pt x="258" y="354"/>
                  </a:cubicBezTo>
                  <a:cubicBezTo>
                    <a:pt x="232" y="354"/>
                    <a:pt x="232" y="354"/>
                    <a:pt x="232" y="354"/>
                  </a:cubicBezTo>
                  <a:cubicBezTo>
                    <a:pt x="229" y="354"/>
                    <a:pt x="226" y="352"/>
                    <a:pt x="226" y="349"/>
                  </a:cubicBezTo>
                  <a:cubicBezTo>
                    <a:pt x="226" y="347"/>
                    <a:pt x="227" y="346"/>
                    <a:pt x="228" y="345"/>
                  </a:cubicBezTo>
                  <a:close/>
                  <a:moveTo>
                    <a:pt x="114" y="228"/>
                  </a:moveTo>
                  <a:cubicBezTo>
                    <a:pt x="111" y="228"/>
                    <a:pt x="108" y="226"/>
                    <a:pt x="108" y="222"/>
                  </a:cubicBezTo>
                  <a:cubicBezTo>
                    <a:pt x="108" y="222"/>
                    <a:pt x="108" y="222"/>
                    <a:pt x="108" y="222"/>
                  </a:cubicBezTo>
                  <a:cubicBezTo>
                    <a:pt x="108" y="178"/>
                    <a:pt x="108" y="178"/>
                    <a:pt x="108" y="178"/>
                  </a:cubicBezTo>
                  <a:cubicBezTo>
                    <a:pt x="108" y="175"/>
                    <a:pt x="111" y="173"/>
                    <a:pt x="114" y="173"/>
                  </a:cubicBezTo>
                  <a:cubicBezTo>
                    <a:pt x="114" y="173"/>
                    <a:pt x="114" y="173"/>
                    <a:pt x="114" y="173"/>
                  </a:cubicBezTo>
                  <a:cubicBezTo>
                    <a:pt x="209" y="173"/>
                    <a:pt x="209" y="173"/>
                    <a:pt x="209" y="173"/>
                  </a:cubicBezTo>
                  <a:cubicBezTo>
                    <a:pt x="212" y="173"/>
                    <a:pt x="215" y="175"/>
                    <a:pt x="215" y="178"/>
                  </a:cubicBezTo>
                  <a:cubicBezTo>
                    <a:pt x="215" y="222"/>
                    <a:pt x="215" y="222"/>
                    <a:pt x="215" y="222"/>
                  </a:cubicBezTo>
                  <a:cubicBezTo>
                    <a:pt x="215" y="226"/>
                    <a:pt x="212" y="228"/>
                    <a:pt x="209" y="228"/>
                  </a:cubicBezTo>
                  <a:lnTo>
                    <a:pt x="114" y="228"/>
                  </a:lnTo>
                  <a:close/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7" name="iṧḷïďè"/>
            <p:cNvSpPr/>
            <p:nvPr/>
          </p:nvSpPr>
          <p:spPr bwMode="auto">
            <a:xfrm>
              <a:off x="4814194" y="2540785"/>
              <a:ext cx="1140360" cy="1234365"/>
            </a:xfrm>
            <a:custGeom>
              <a:avLst/>
              <a:gdLst>
                <a:gd name="T0" fmla="*/ 405 w 710"/>
                <a:gd name="T1" fmla="*/ 7 h 769"/>
                <a:gd name="T2" fmla="*/ 228 w 710"/>
                <a:gd name="T3" fmla="*/ 59 h 769"/>
                <a:gd name="T4" fmla="*/ 0 w 710"/>
                <a:gd name="T5" fmla="*/ 766 h 769"/>
                <a:gd name="T6" fmla="*/ 147 w 710"/>
                <a:gd name="T7" fmla="*/ 680 h 769"/>
                <a:gd name="T8" fmla="*/ 214 w 710"/>
                <a:gd name="T9" fmla="*/ 769 h 769"/>
                <a:gd name="T10" fmla="*/ 560 w 710"/>
                <a:gd name="T11" fmla="*/ 677 h 769"/>
                <a:gd name="T12" fmla="*/ 710 w 710"/>
                <a:gd name="T13" fmla="*/ 766 h 769"/>
                <a:gd name="T14" fmla="*/ 31 w 710"/>
                <a:gd name="T15" fmla="*/ 650 h 769"/>
                <a:gd name="T16" fmla="*/ 119 w 710"/>
                <a:gd name="T17" fmla="*/ 615 h 769"/>
                <a:gd name="T18" fmla="*/ 31 w 710"/>
                <a:gd name="T19" fmla="*/ 572 h 769"/>
                <a:gd name="T20" fmla="*/ 122 w 710"/>
                <a:gd name="T21" fmla="*/ 570 h 769"/>
                <a:gd name="T22" fmla="*/ 29 w 710"/>
                <a:gd name="T23" fmla="*/ 492 h 769"/>
                <a:gd name="T24" fmla="*/ 122 w 710"/>
                <a:gd name="T25" fmla="*/ 462 h 769"/>
                <a:gd name="T26" fmla="*/ 29 w 710"/>
                <a:gd name="T27" fmla="*/ 415 h 769"/>
                <a:gd name="T28" fmla="*/ 122 w 710"/>
                <a:gd name="T29" fmla="*/ 384 h 769"/>
                <a:gd name="T30" fmla="*/ 29 w 710"/>
                <a:gd name="T31" fmla="*/ 337 h 769"/>
                <a:gd name="T32" fmla="*/ 122 w 710"/>
                <a:gd name="T33" fmla="*/ 259 h 769"/>
                <a:gd name="T34" fmla="*/ 29 w 710"/>
                <a:gd name="T35" fmla="*/ 229 h 769"/>
                <a:gd name="T36" fmla="*/ 122 w 710"/>
                <a:gd name="T37" fmla="*/ 259 h 769"/>
                <a:gd name="T38" fmla="*/ 29 w 710"/>
                <a:gd name="T39" fmla="*/ 182 h 769"/>
                <a:gd name="T40" fmla="*/ 122 w 710"/>
                <a:gd name="T41" fmla="*/ 152 h 769"/>
                <a:gd name="T42" fmla="*/ 237 w 710"/>
                <a:gd name="T43" fmla="*/ 647 h 769"/>
                <a:gd name="T44" fmla="*/ 330 w 710"/>
                <a:gd name="T45" fmla="*/ 617 h 769"/>
                <a:gd name="T46" fmla="*/ 237 w 710"/>
                <a:gd name="T47" fmla="*/ 570 h 769"/>
                <a:gd name="T48" fmla="*/ 330 w 710"/>
                <a:gd name="T49" fmla="*/ 492 h 769"/>
                <a:gd name="T50" fmla="*/ 237 w 710"/>
                <a:gd name="T51" fmla="*/ 462 h 769"/>
                <a:gd name="T52" fmla="*/ 330 w 710"/>
                <a:gd name="T53" fmla="*/ 492 h 769"/>
                <a:gd name="T54" fmla="*/ 237 w 710"/>
                <a:gd name="T55" fmla="*/ 415 h 769"/>
                <a:gd name="T56" fmla="*/ 330 w 710"/>
                <a:gd name="T57" fmla="*/ 385 h 769"/>
                <a:gd name="T58" fmla="*/ 237 w 710"/>
                <a:gd name="T59" fmla="*/ 307 h 769"/>
                <a:gd name="T60" fmla="*/ 328 w 710"/>
                <a:gd name="T61" fmla="*/ 262 h 769"/>
                <a:gd name="T62" fmla="*/ 240 w 710"/>
                <a:gd name="T63" fmla="*/ 227 h 769"/>
                <a:gd name="T64" fmla="*/ 330 w 710"/>
                <a:gd name="T65" fmla="*/ 182 h 769"/>
                <a:gd name="T66" fmla="*/ 237 w 710"/>
                <a:gd name="T67" fmla="*/ 152 h 769"/>
                <a:gd name="T68" fmla="*/ 330 w 710"/>
                <a:gd name="T69" fmla="*/ 182 h 769"/>
                <a:gd name="T70" fmla="*/ 382 w 710"/>
                <a:gd name="T71" fmla="*/ 615 h 769"/>
                <a:gd name="T72" fmla="*/ 382 w 710"/>
                <a:gd name="T73" fmla="*/ 572 h 769"/>
                <a:gd name="T74" fmla="*/ 473 w 710"/>
                <a:gd name="T75" fmla="*/ 570 h 769"/>
                <a:gd name="T76" fmla="*/ 382 w 710"/>
                <a:gd name="T77" fmla="*/ 460 h 769"/>
                <a:gd name="T78" fmla="*/ 382 w 710"/>
                <a:gd name="T79" fmla="*/ 417 h 769"/>
                <a:gd name="T80" fmla="*/ 473 w 710"/>
                <a:gd name="T81" fmla="*/ 415 h 769"/>
                <a:gd name="T82" fmla="*/ 382 w 710"/>
                <a:gd name="T83" fmla="*/ 305 h 769"/>
                <a:gd name="T84" fmla="*/ 382 w 710"/>
                <a:gd name="T85" fmla="*/ 262 h 769"/>
                <a:gd name="T86" fmla="*/ 473 w 710"/>
                <a:gd name="T87" fmla="*/ 259 h 769"/>
                <a:gd name="T88" fmla="*/ 382 w 710"/>
                <a:gd name="T89" fmla="*/ 149 h 769"/>
                <a:gd name="T90" fmla="*/ 591 w 710"/>
                <a:gd name="T91" fmla="*/ 650 h 769"/>
                <a:gd name="T92" fmla="*/ 679 w 710"/>
                <a:gd name="T93" fmla="*/ 615 h 769"/>
                <a:gd name="T94" fmla="*/ 588 w 710"/>
                <a:gd name="T95" fmla="*/ 570 h 769"/>
                <a:gd name="T96" fmla="*/ 681 w 710"/>
                <a:gd name="T97" fmla="*/ 492 h 769"/>
                <a:gd name="T98" fmla="*/ 591 w 710"/>
                <a:gd name="T99" fmla="*/ 460 h 769"/>
                <a:gd name="T100" fmla="*/ 679 w 710"/>
                <a:gd name="T101" fmla="*/ 417 h 769"/>
                <a:gd name="T102" fmla="*/ 591 w 710"/>
                <a:gd name="T103" fmla="*/ 382 h 769"/>
                <a:gd name="T104" fmla="*/ 591 w 710"/>
                <a:gd name="T105" fmla="*/ 339 h 769"/>
                <a:gd name="T106" fmla="*/ 681 w 710"/>
                <a:gd name="T107" fmla="*/ 307 h 769"/>
                <a:gd name="T108" fmla="*/ 588 w 710"/>
                <a:gd name="T109" fmla="*/ 259 h 769"/>
                <a:gd name="T110" fmla="*/ 681 w 710"/>
                <a:gd name="T111" fmla="*/ 259 h 769"/>
                <a:gd name="T112" fmla="*/ 588 w 710"/>
                <a:gd name="T113" fmla="*/ 152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10" h="769">
                  <a:moveTo>
                    <a:pt x="708" y="119"/>
                  </a:moveTo>
                  <a:cubicBezTo>
                    <a:pt x="483" y="119"/>
                    <a:pt x="483" y="119"/>
                    <a:pt x="483" y="119"/>
                  </a:cubicBezTo>
                  <a:cubicBezTo>
                    <a:pt x="483" y="71"/>
                    <a:pt x="483" y="71"/>
                    <a:pt x="483" y="71"/>
                  </a:cubicBezTo>
                  <a:cubicBezTo>
                    <a:pt x="483" y="64"/>
                    <a:pt x="478" y="59"/>
                    <a:pt x="471" y="59"/>
                  </a:cubicBezTo>
                  <a:cubicBezTo>
                    <a:pt x="405" y="59"/>
                    <a:pt x="405" y="59"/>
                    <a:pt x="405" y="59"/>
                  </a:cubicBezTo>
                  <a:cubicBezTo>
                    <a:pt x="405" y="7"/>
                    <a:pt x="405" y="7"/>
                    <a:pt x="405" y="7"/>
                  </a:cubicBezTo>
                  <a:cubicBezTo>
                    <a:pt x="405" y="3"/>
                    <a:pt x="402" y="0"/>
                    <a:pt x="398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09" y="0"/>
                    <a:pt x="306" y="3"/>
                    <a:pt x="306" y="7"/>
                  </a:cubicBezTo>
                  <a:cubicBezTo>
                    <a:pt x="306" y="59"/>
                    <a:pt x="306" y="59"/>
                    <a:pt x="306" y="59"/>
                  </a:cubicBezTo>
                  <a:cubicBezTo>
                    <a:pt x="228" y="59"/>
                    <a:pt x="228" y="59"/>
                    <a:pt x="228" y="59"/>
                  </a:cubicBezTo>
                  <a:cubicBezTo>
                    <a:pt x="222" y="59"/>
                    <a:pt x="217" y="64"/>
                    <a:pt x="217" y="71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1" y="119"/>
                    <a:pt x="0" y="120"/>
                    <a:pt x="0" y="121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766"/>
                    <a:pt x="0" y="766"/>
                    <a:pt x="0" y="766"/>
                  </a:cubicBezTo>
                  <a:cubicBezTo>
                    <a:pt x="0" y="768"/>
                    <a:pt x="1" y="769"/>
                    <a:pt x="2" y="769"/>
                  </a:cubicBezTo>
                  <a:cubicBezTo>
                    <a:pt x="2" y="769"/>
                    <a:pt x="2" y="769"/>
                    <a:pt x="2" y="769"/>
                  </a:cubicBezTo>
                  <a:cubicBezTo>
                    <a:pt x="145" y="769"/>
                    <a:pt x="145" y="769"/>
                    <a:pt x="145" y="769"/>
                  </a:cubicBezTo>
                  <a:cubicBezTo>
                    <a:pt x="146" y="769"/>
                    <a:pt x="147" y="768"/>
                    <a:pt x="147" y="766"/>
                  </a:cubicBezTo>
                  <a:cubicBezTo>
                    <a:pt x="147" y="766"/>
                    <a:pt x="147" y="766"/>
                    <a:pt x="147" y="766"/>
                  </a:cubicBezTo>
                  <a:cubicBezTo>
                    <a:pt x="147" y="680"/>
                    <a:pt x="147" y="680"/>
                    <a:pt x="147" y="680"/>
                  </a:cubicBezTo>
                  <a:cubicBezTo>
                    <a:pt x="147" y="678"/>
                    <a:pt x="148" y="677"/>
                    <a:pt x="150" y="677"/>
                  </a:cubicBezTo>
                  <a:cubicBezTo>
                    <a:pt x="210" y="677"/>
                    <a:pt x="210" y="677"/>
                    <a:pt x="210" y="677"/>
                  </a:cubicBezTo>
                  <a:cubicBezTo>
                    <a:pt x="211" y="677"/>
                    <a:pt x="212" y="678"/>
                    <a:pt x="212" y="680"/>
                  </a:cubicBezTo>
                  <a:cubicBezTo>
                    <a:pt x="212" y="766"/>
                    <a:pt x="212" y="766"/>
                    <a:pt x="212" y="766"/>
                  </a:cubicBezTo>
                  <a:cubicBezTo>
                    <a:pt x="212" y="768"/>
                    <a:pt x="213" y="769"/>
                    <a:pt x="214" y="769"/>
                  </a:cubicBezTo>
                  <a:cubicBezTo>
                    <a:pt x="214" y="769"/>
                    <a:pt x="214" y="769"/>
                    <a:pt x="214" y="769"/>
                  </a:cubicBezTo>
                  <a:cubicBezTo>
                    <a:pt x="496" y="769"/>
                    <a:pt x="496" y="769"/>
                    <a:pt x="496" y="769"/>
                  </a:cubicBezTo>
                  <a:cubicBezTo>
                    <a:pt x="497" y="769"/>
                    <a:pt x="498" y="768"/>
                    <a:pt x="498" y="766"/>
                  </a:cubicBezTo>
                  <a:cubicBezTo>
                    <a:pt x="498" y="680"/>
                    <a:pt x="498" y="680"/>
                    <a:pt x="498" y="680"/>
                  </a:cubicBezTo>
                  <a:cubicBezTo>
                    <a:pt x="498" y="678"/>
                    <a:pt x="499" y="677"/>
                    <a:pt x="500" y="677"/>
                  </a:cubicBezTo>
                  <a:cubicBezTo>
                    <a:pt x="500" y="677"/>
                    <a:pt x="500" y="677"/>
                    <a:pt x="500" y="677"/>
                  </a:cubicBezTo>
                  <a:cubicBezTo>
                    <a:pt x="560" y="677"/>
                    <a:pt x="560" y="677"/>
                    <a:pt x="560" y="677"/>
                  </a:cubicBezTo>
                  <a:cubicBezTo>
                    <a:pt x="562" y="677"/>
                    <a:pt x="563" y="678"/>
                    <a:pt x="563" y="680"/>
                  </a:cubicBezTo>
                  <a:cubicBezTo>
                    <a:pt x="563" y="680"/>
                    <a:pt x="563" y="680"/>
                    <a:pt x="563" y="680"/>
                  </a:cubicBezTo>
                  <a:cubicBezTo>
                    <a:pt x="563" y="766"/>
                    <a:pt x="563" y="766"/>
                    <a:pt x="563" y="766"/>
                  </a:cubicBezTo>
                  <a:cubicBezTo>
                    <a:pt x="563" y="768"/>
                    <a:pt x="564" y="769"/>
                    <a:pt x="565" y="769"/>
                  </a:cubicBezTo>
                  <a:cubicBezTo>
                    <a:pt x="707" y="769"/>
                    <a:pt x="707" y="769"/>
                    <a:pt x="707" y="769"/>
                  </a:cubicBezTo>
                  <a:cubicBezTo>
                    <a:pt x="709" y="769"/>
                    <a:pt x="710" y="768"/>
                    <a:pt x="710" y="766"/>
                  </a:cubicBezTo>
                  <a:cubicBezTo>
                    <a:pt x="710" y="122"/>
                    <a:pt x="710" y="122"/>
                    <a:pt x="710" y="122"/>
                  </a:cubicBezTo>
                  <a:cubicBezTo>
                    <a:pt x="710" y="120"/>
                    <a:pt x="709" y="119"/>
                    <a:pt x="708" y="119"/>
                  </a:cubicBezTo>
                  <a:moveTo>
                    <a:pt x="122" y="647"/>
                  </a:moveTo>
                  <a:cubicBezTo>
                    <a:pt x="122" y="649"/>
                    <a:pt x="121" y="650"/>
                    <a:pt x="119" y="650"/>
                  </a:cubicBezTo>
                  <a:cubicBezTo>
                    <a:pt x="119" y="650"/>
                    <a:pt x="119" y="650"/>
                    <a:pt x="119" y="650"/>
                  </a:cubicBezTo>
                  <a:cubicBezTo>
                    <a:pt x="31" y="650"/>
                    <a:pt x="31" y="650"/>
                    <a:pt x="31" y="650"/>
                  </a:cubicBezTo>
                  <a:cubicBezTo>
                    <a:pt x="30" y="650"/>
                    <a:pt x="29" y="649"/>
                    <a:pt x="29" y="647"/>
                  </a:cubicBezTo>
                  <a:cubicBezTo>
                    <a:pt x="29" y="647"/>
                    <a:pt x="29" y="647"/>
                    <a:pt x="29" y="647"/>
                  </a:cubicBezTo>
                  <a:cubicBezTo>
                    <a:pt x="29" y="617"/>
                    <a:pt x="29" y="617"/>
                    <a:pt x="29" y="617"/>
                  </a:cubicBezTo>
                  <a:cubicBezTo>
                    <a:pt x="29" y="616"/>
                    <a:pt x="30" y="615"/>
                    <a:pt x="31" y="615"/>
                  </a:cubicBezTo>
                  <a:cubicBezTo>
                    <a:pt x="31" y="615"/>
                    <a:pt x="31" y="615"/>
                    <a:pt x="31" y="615"/>
                  </a:cubicBezTo>
                  <a:cubicBezTo>
                    <a:pt x="119" y="615"/>
                    <a:pt x="119" y="615"/>
                    <a:pt x="119" y="615"/>
                  </a:cubicBezTo>
                  <a:cubicBezTo>
                    <a:pt x="121" y="615"/>
                    <a:pt x="122" y="616"/>
                    <a:pt x="122" y="617"/>
                  </a:cubicBezTo>
                  <a:cubicBezTo>
                    <a:pt x="122" y="617"/>
                    <a:pt x="122" y="617"/>
                    <a:pt x="122" y="617"/>
                  </a:cubicBezTo>
                  <a:cubicBezTo>
                    <a:pt x="122" y="647"/>
                    <a:pt x="122" y="647"/>
                    <a:pt x="122" y="647"/>
                  </a:cubicBezTo>
                  <a:moveTo>
                    <a:pt x="122" y="570"/>
                  </a:moveTo>
                  <a:cubicBezTo>
                    <a:pt x="122" y="571"/>
                    <a:pt x="121" y="572"/>
                    <a:pt x="119" y="572"/>
                  </a:cubicBezTo>
                  <a:cubicBezTo>
                    <a:pt x="31" y="572"/>
                    <a:pt x="31" y="572"/>
                    <a:pt x="31" y="572"/>
                  </a:cubicBezTo>
                  <a:cubicBezTo>
                    <a:pt x="30" y="572"/>
                    <a:pt x="29" y="571"/>
                    <a:pt x="29" y="570"/>
                  </a:cubicBezTo>
                  <a:cubicBezTo>
                    <a:pt x="29" y="540"/>
                    <a:pt x="29" y="540"/>
                    <a:pt x="29" y="540"/>
                  </a:cubicBezTo>
                  <a:cubicBezTo>
                    <a:pt x="29" y="538"/>
                    <a:pt x="30" y="537"/>
                    <a:pt x="31" y="537"/>
                  </a:cubicBezTo>
                  <a:cubicBezTo>
                    <a:pt x="119" y="537"/>
                    <a:pt x="119" y="537"/>
                    <a:pt x="119" y="537"/>
                  </a:cubicBezTo>
                  <a:cubicBezTo>
                    <a:pt x="121" y="537"/>
                    <a:pt x="122" y="538"/>
                    <a:pt x="122" y="540"/>
                  </a:cubicBezTo>
                  <a:cubicBezTo>
                    <a:pt x="122" y="570"/>
                    <a:pt x="122" y="570"/>
                    <a:pt x="122" y="570"/>
                  </a:cubicBezTo>
                  <a:moveTo>
                    <a:pt x="122" y="492"/>
                  </a:moveTo>
                  <a:cubicBezTo>
                    <a:pt x="122" y="493"/>
                    <a:pt x="121" y="494"/>
                    <a:pt x="119" y="494"/>
                  </a:cubicBezTo>
                  <a:cubicBezTo>
                    <a:pt x="119" y="494"/>
                    <a:pt x="119" y="494"/>
                    <a:pt x="119" y="494"/>
                  </a:cubicBezTo>
                  <a:cubicBezTo>
                    <a:pt x="31" y="494"/>
                    <a:pt x="31" y="494"/>
                    <a:pt x="31" y="494"/>
                  </a:cubicBezTo>
                  <a:cubicBezTo>
                    <a:pt x="30" y="494"/>
                    <a:pt x="29" y="493"/>
                    <a:pt x="29" y="492"/>
                  </a:cubicBezTo>
                  <a:cubicBezTo>
                    <a:pt x="29" y="492"/>
                    <a:pt x="29" y="492"/>
                    <a:pt x="29" y="492"/>
                  </a:cubicBezTo>
                  <a:cubicBezTo>
                    <a:pt x="29" y="462"/>
                    <a:pt x="29" y="462"/>
                    <a:pt x="29" y="462"/>
                  </a:cubicBezTo>
                  <a:cubicBezTo>
                    <a:pt x="29" y="461"/>
                    <a:pt x="30" y="460"/>
                    <a:pt x="31" y="460"/>
                  </a:cubicBezTo>
                  <a:cubicBezTo>
                    <a:pt x="31" y="460"/>
                    <a:pt x="31" y="460"/>
                    <a:pt x="31" y="460"/>
                  </a:cubicBezTo>
                  <a:cubicBezTo>
                    <a:pt x="119" y="460"/>
                    <a:pt x="119" y="460"/>
                    <a:pt x="119" y="460"/>
                  </a:cubicBezTo>
                  <a:cubicBezTo>
                    <a:pt x="121" y="460"/>
                    <a:pt x="122" y="461"/>
                    <a:pt x="122" y="462"/>
                  </a:cubicBezTo>
                  <a:cubicBezTo>
                    <a:pt x="122" y="462"/>
                    <a:pt x="122" y="462"/>
                    <a:pt x="122" y="462"/>
                  </a:cubicBezTo>
                  <a:cubicBezTo>
                    <a:pt x="122" y="492"/>
                    <a:pt x="122" y="492"/>
                    <a:pt x="122" y="492"/>
                  </a:cubicBezTo>
                  <a:moveTo>
                    <a:pt x="122" y="415"/>
                  </a:moveTo>
                  <a:cubicBezTo>
                    <a:pt x="122" y="416"/>
                    <a:pt x="121" y="417"/>
                    <a:pt x="119" y="417"/>
                  </a:cubicBezTo>
                  <a:cubicBezTo>
                    <a:pt x="119" y="417"/>
                    <a:pt x="119" y="417"/>
                    <a:pt x="119" y="417"/>
                  </a:cubicBezTo>
                  <a:cubicBezTo>
                    <a:pt x="31" y="417"/>
                    <a:pt x="31" y="417"/>
                    <a:pt x="31" y="417"/>
                  </a:cubicBezTo>
                  <a:cubicBezTo>
                    <a:pt x="30" y="417"/>
                    <a:pt x="29" y="416"/>
                    <a:pt x="29" y="415"/>
                  </a:cubicBezTo>
                  <a:cubicBezTo>
                    <a:pt x="29" y="415"/>
                    <a:pt x="29" y="415"/>
                    <a:pt x="29" y="415"/>
                  </a:cubicBezTo>
                  <a:cubicBezTo>
                    <a:pt x="29" y="385"/>
                    <a:pt x="29" y="385"/>
                    <a:pt x="29" y="385"/>
                  </a:cubicBezTo>
                  <a:cubicBezTo>
                    <a:pt x="29" y="383"/>
                    <a:pt x="30" y="382"/>
                    <a:pt x="31" y="382"/>
                  </a:cubicBezTo>
                  <a:cubicBezTo>
                    <a:pt x="31" y="382"/>
                    <a:pt x="31" y="382"/>
                    <a:pt x="31" y="382"/>
                  </a:cubicBezTo>
                  <a:cubicBezTo>
                    <a:pt x="119" y="382"/>
                    <a:pt x="119" y="382"/>
                    <a:pt x="119" y="382"/>
                  </a:cubicBezTo>
                  <a:cubicBezTo>
                    <a:pt x="121" y="382"/>
                    <a:pt x="122" y="383"/>
                    <a:pt x="122" y="384"/>
                  </a:cubicBezTo>
                  <a:cubicBezTo>
                    <a:pt x="122" y="385"/>
                    <a:pt x="122" y="385"/>
                    <a:pt x="122" y="385"/>
                  </a:cubicBezTo>
                  <a:cubicBezTo>
                    <a:pt x="122" y="415"/>
                    <a:pt x="122" y="415"/>
                    <a:pt x="122" y="415"/>
                  </a:cubicBezTo>
                  <a:moveTo>
                    <a:pt x="122" y="337"/>
                  </a:moveTo>
                  <a:cubicBezTo>
                    <a:pt x="122" y="338"/>
                    <a:pt x="121" y="339"/>
                    <a:pt x="119" y="339"/>
                  </a:cubicBezTo>
                  <a:cubicBezTo>
                    <a:pt x="31" y="339"/>
                    <a:pt x="31" y="339"/>
                    <a:pt x="31" y="339"/>
                  </a:cubicBezTo>
                  <a:cubicBezTo>
                    <a:pt x="30" y="339"/>
                    <a:pt x="29" y="338"/>
                    <a:pt x="29" y="337"/>
                  </a:cubicBezTo>
                  <a:cubicBezTo>
                    <a:pt x="29" y="307"/>
                    <a:pt x="29" y="307"/>
                    <a:pt x="29" y="307"/>
                  </a:cubicBezTo>
                  <a:cubicBezTo>
                    <a:pt x="29" y="306"/>
                    <a:pt x="30" y="305"/>
                    <a:pt x="31" y="305"/>
                  </a:cubicBezTo>
                  <a:cubicBezTo>
                    <a:pt x="119" y="305"/>
                    <a:pt x="119" y="305"/>
                    <a:pt x="119" y="305"/>
                  </a:cubicBezTo>
                  <a:cubicBezTo>
                    <a:pt x="121" y="305"/>
                    <a:pt x="122" y="306"/>
                    <a:pt x="122" y="307"/>
                  </a:cubicBezTo>
                  <a:cubicBezTo>
                    <a:pt x="122" y="337"/>
                    <a:pt x="122" y="337"/>
                    <a:pt x="122" y="337"/>
                  </a:cubicBezTo>
                  <a:moveTo>
                    <a:pt x="122" y="259"/>
                  </a:moveTo>
                  <a:cubicBezTo>
                    <a:pt x="122" y="261"/>
                    <a:pt x="121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31" y="262"/>
                    <a:pt x="31" y="262"/>
                    <a:pt x="31" y="262"/>
                  </a:cubicBezTo>
                  <a:cubicBezTo>
                    <a:pt x="30" y="262"/>
                    <a:pt x="29" y="261"/>
                    <a:pt x="29" y="259"/>
                  </a:cubicBezTo>
                  <a:cubicBezTo>
                    <a:pt x="29" y="259"/>
                    <a:pt x="29" y="259"/>
                    <a:pt x="29" y="259"/>
                  </a:cubicBezTo>
                  <a:cubicBezTo>
                    <a:pt x="29" y="229"/>
                    <a:pt x="29" y="229"/>
                    <a:pt x="29" y="229"/>
                  </a:cubicBezTo>
                  <a:cubicBezTo>
                    <a:pt x="29" y="228"/>
                    <a:pt x="30" y="227"/>
                    <a:pt x="31" y="227"/>
                  </a:cubicBezTo>
                  <a:cubicBezTo>
                    <a:pt x="31" y="227"/>
                    <a:pt x="31" y="227"/>
                    <a:pt x="31" y="227"/>
                  </a:cubicBezTo>
                  <a:cubicBezTo>
                    <a:pt x="119" y="227"/>
                    <a:pt x="119" y="227"/>
                    <a:pt x="119" y="227"/>
                  </a:cubicBezTo>
                  <a:cubicBezTo>
                    <a:pt x="121" y="227"/>
                    <a:pt x="122" y="228"/>
                    <a:pt x="122" y="229"/>
                  </a:cubicBezTo>
                  <a:cubicBezTo>
                    <a:pt x="122" y="229"/>
                    <a:pt x="122" y="229"/>
                    <a:pt x="122" y="229"/>
                  </a:cubicBezTo>
                  <a:cubicBezTo>
                    <a:pt x="122" y="259"/>
                    <a:pt x="122" y="259"/>
                    <a:pt x="122" y="259"/>
                  </a:cubicBezTo>
                  <a:moveTo>
                    <a:pt x="122" y="182"/>
                  </a:moveTo>
                  <a:cubicBezTo>
                    <a:pt x="122" y="183"/>
                    <a:pt x="121" y="184"/>
                    <a:pt x="119" y="184"/>
                  </a:cubicBezTo>
                  <a:cubicBezTo>
                    <a:pt x="119" y="184"/>
                    <a:pt x="119" y="184"/>
                    <a:pt x="119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0" y="184"/>
                    <a:pt x="29" y="183"/>
                    <a:pt x="29" y="182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29" y="151"/>
                    <a:pt x="30" y="149"/>
                    <a:pt x="31" y="149"/>
                  </a:cubicBezTo>
                  <a:cubicBezTo>
                    <a:pt x="31" y="149"/>
                    <a:pt x="31" y="149"/>
                    <a:pt x="31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21" y="149"/>
                    <a:pt x="122" y="150"/>
                    <a:pt x="122" y="152"/>
                  </a:cubicBezTo>
                  <a:cubicBezTo>
                    <a:pt x="122" y="152"/>
                    <a:pt x="122" y="152"/>
                    <a:pt x="122" y="152"/>
                  </a:cubicBezTo>
                  <a:cubicBezTo>
                    <a:pt x="122" y="182"/>
                    <a:pt x="122" y="182"/>
                    <a:pt x="122" y="182"/>
                  </a:cubicBezTo>
                  <a:moveTo>
                    <a:pt x="330" y="647"/>
                  </a:moveTo>
                  <a:cubicBezTo>
                    <a:pt x="330" y="649"/>
                    <a:pt x="329" y="650"/>
                    <a:pt x="328" y="650"/>
                  </a:cubicBezTo>
                  <a:cubicBezTo>
                    <a:pt x="328" y="650"/>
                    <a:pt x="328" y="650"/>
                    <a:pt x="328" y="650"/>
                  </a:cubicBezTo>
                  <a:cubicBezTo>
                    <a:pt x="240" y="650"/>
                    <a:pt x="240" y="650"/>
                    <a:pt x="240" y="650"/>
                  </a:cubicBezTo>
                  <a:cubicBezTo>
                    <a:pt x="238" y="650"/>
                    <a:pt x="237" y="649"/>
                    <a:pt x="237" y="647"/>
                  </a:cubicBezTo>
                  <a:cubicBezTo>
                    <a:pt x="237" y="647"/>
                    <a:pt x="237" y="647"/>
                    <a:pt x="237" y="647"/>
                  </a:cubicBezTo>
                  <a:cubicBezTo>
                    <a:pt x="237" y="617"/>
                    <a:pt x="237" y="617"/>
                    <a:pt x="237" y="617"/>
                  </a:cubicBezTo>
                  <a:cubicBezTo>
                    <a:pt x="237" y="616"/>
                    <a:pt x="238" y="615"/>
                    <a:pt x="240" y="615"/>
                  </a:cubicBezTo>
                  <a:cubicBezTo>
                    <a:pt x="240" y="615"/>
                    <a:pt x="240" y="615"/>
                    <a:pt x="240" y="615"/>
                  </a:cubicBezTo>
                  <a:cubicBezTo>
                    <a:pt x="328" y="615"/>
                    <a:pt x="328" y="615"/>
                    <a:pt x="328" y="615"/>
                  </a:cubicBezTo>
                  <a:cubicBezTo>
                    <a:pt x="329" y="615"/>
                    <a:pt x="330" y="616"/>
                    <a:pt x="330" y="617"/>
                  </a:cubicBezTo>
                  <a:cubicBezTo>
                    <a:pt x="330" y="617"/>
                    <a:pt x="330" y="617"/>
                    <a:pt x="330" y="617"/>
                  </a:cubicBezTo>
                  <a:cubicBezTo>
                    <a:pt x="330" y="647"/>
                    <a:pt x="330" y="647"/>
                    <a:pt x="330" y="647"/>
                  </a:cubicBezTo>
                  <a:moveTo>
                    <a:pt x="330" y="570"/>
                  </a:moveTo>
                  <a:cubicBezTo>
                    <a:pt x="330" y="571"/>
                    <a:pt x="329" y="572"/>
                    <a:pt x="328" y="572"/>
                  </a:cubicBezTo>
                  <a:cubicBezTo>
                    <a:pt x="240" y="572"/>
                    <a:pt x="240" y="572"/>
                    <a:pt x="240" y="572"/>
                  </a:cubicBezTo>
                  <a:cubicBezTo>
                    <a:pt x="238" y="572"/>
                    <a:pt x="237" y="571"/>
                    <a:pt x="237" y="570"/>
                  </a:cubicBezTo>
                  <a:cubicBezTo>
                    <a:pt x="237" y="540"/>
                    <a:pt x="237" y="540"/>
                    <a:pt x="237" y="540"/>
                  </a:cubicBezTo>
                  <a:cubicBezTo>
                    <a:pt x="237" y="538"/>
                    <a:pt x="238" y="537"/>
                    <a:pt x="240" y="537"/>
                  </a:cubicBezTo>
                  <a:cubicBezTo>
                    <a:pt x="328" y="537"/>
                    <a:pt x="328" y="537"/>
                    <a:pt x="328" y="537"/>
                  </a:cubicBezTo>
                  <a:cubicBezTo>
                    <a:pt x="329" y="537"/>
                    <a:pt x="330" y="538"/>
                    <a:pt x="330" y="540"/>
                  </a:cubicBezTo>
                  <a:cubicBezTo>
                    <a:pt x="330" y="570"/>
                    <a:pt x="330" y="570"/>
                    <a:pt x="330" y="570"/>
                  </a:cubicBezTo>
                  <a:moveTo>
                    <a:pt x="330" y="492"/>
                  </a:moveTo>
                  <a:cubicBezTo>
                    <a:pt x="330" y="493"/>
                    <a:pt x="329" y="494"/>
                    <a:pt x="328" y="494"/>
                  </a:cubicBezTo>
                  <a:cubicBezTo>
                    <a:pt x="328" y="494"/>
                    <a:pt x="328" y="494"/>
                    <a:pt x="328" y="494"/>
                  </a:cubicBezTo>
                  <a:cubicBezTo>
                    <a:pt x="240" y="494"/>
                    <a:pt x="240" y="494"/>
                    <a:pt x="240" y="494"/>
                  </a:cubicBezTo>
                  <a:cubicBezTo>
                    <a:pt x="238" y="494"/>
                    <a:pt x="237" y="493"/>
                    <a:pt x="237" y="492"/>
                  </a:cubicBezTo>
                  <a:cubicBezTo>
                    <a:pt x="237" y="492"/>
                    <a:pt x="237" y="492"/>
                    <a:pt x="237" y="492"/>
                  </a:cubicBezTo>
                  <a:cubicBezTo>
                    <a:pt x="237" y="462"/>
                    <a:pt x="237" y="462"/>
                    <a:pt x="237" y="462"/>
                  </a:cubicBezTo>
                  <a:cubicBezTo>
                    <a:pt x="237" y="461"/>
                    <a:pt x="238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328" y="460"/>
                    <a:pt x="328" y="460"/>
                    <a:pt x="328" y="460"/>
                  </a:cubicBezTo>
                  <a:cubicBezTo>
                    <a:pt x="329" y="460"/>
                    <a:pt x="330" y="461"/>
                    <a:pt x="330" y="462"/>
                  </a:cubicBezTo>
                  <a:cubicBezTo>
                    <a:pt x="330" y="462"/>
                    <a:pt x="330" y="462"/>
                    <a:pt x="330" y="462"/>
                  </a:cubicBezTo>
                  <a:cubicBezTo>
                    <a:pt x="330" y="492"/>
                    <a:pt x="330" y="492"/>
                    <a:pt x="330" y="492"/>
                  </a:cubicBezTo>
                  <a:moveTo>
                    <a:pt x="330" y="415"/>
                  </a:moveTo>
                  <a:cubicBezTo>
                    <a:pt x="330" y="416"/>
                    <a:pt x="329" y="417"/>
                    <a:pt x="328" y="417"/>
                  </a:cubicBezTo>
                  <a:cubicBezTo>
                    <a:pt x="328" y="417"/>
                    <a:pt x="328" y="417"/>
                    <a:pt x="328" y="417"/>
                  </a:cubicBezTo>
                  <a:cubicBezTo>
                    <a:pt x="240" y="417"/>
                    <a:pt x="240" y="417"/>
                    <a:pt x="240" y="417"/>
                  </a:cubicBezTo>
                  <a:cubicBezTo>
                    <a:pt x="238" y="417"/>
                    <a:pt x="237" y="416"/>
                    <a:pt x="237" y="415"/>
                  </a:cubicBezTo>
                  <a:cubicBezTo>
                    <a:pt x="237" y="415"/>
                    <a:pt x="237" y="415"/>
                    <a:pt x="237" y="41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7" y="383"/>
                    <a:pt x="238" y="382"/>
                    <a:pt x="240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9" y="382"/>
                    <a:pt x="330" y="383"/>
                    <a:pt x="330" y="384"/>
                  </a:cubicBezTo>
                  <a:cubicBezTo>
                    <a:pt x="330" y="385"/>
                    <a:pt x="330" y="385"/>
                    <a:pt x="330" y="385"/>
                  </a:cubicBezTo>
                  <a:cubicBezTo>
                    <a:pt x="330" y="415"/>
                    <a:pt x="330" y="415"/>
                    <a:pt x="330" y="415"/>
                  </a:cubicBezTo>
                  <a:moveTo>
                    <a:pt x="330" y="337"/>
                  </a:moveTo>
                  <a:cubicBezTo>
                    <a:pt x="330" y="338"/>
                    <a:pt x="329" y="339"/>
                    <a:pt x="328" y="339"/>
                  </a:cubicBezTo>
                  <a:cubicBezTo>
                    <a:pt x="240" y="339"/>
                    <a:pt x="240" y="339"/>
                    <a:pt x="240" y="339"/>
                  </a:cubicBezTo>
                  <a:cubicBezTo>
                    <a:pt x="238" y="339"/>
                    <a:pt x="237" y="338"/>
                    <a:pt x="237" y="337"/>
                  </a:cubicBezTo>
                  <a:cubicBezTo>
                    <a:pt x="237" y="307"/>
                    <a:pt x="237" y="307"/>
                    <a:pt x="237" y="307"/>
                  </a:cubicBezTo>
                  <a:cubicBezTo>
                    <a:pt x="237" y="306"/>
                    <a:pt x="238" y="305"/>
                    <a:pt x="240" y="305"/>
                  </a:cubicBezTo>
                  <a:cubicBezTo>
                    <a:pt x="328" y="305"/>
                    <a:pt x="328" y="305"/>
                    <a:pt x="328" y="305"/>
                  </a:cubicBezTo>
                  <a:cubicBezTo>
                    <a:pt x="329" y="305"/>
                    <a:pt x="330" y="306"/>
                    <a:pt x="330" y="307"/>
                  </a:cubicBezTo>
                  <a:cubicBezTo>
                    <a:pt x="330" y="337"/>
                    <a:pt x="330" y="337"/>
                    <a:pt x="330" y="337"/>
                  </a:cubicBezTo>
                  <a:moveTo>
                    <a:pt x="330" y="259"/>
                  </a:moveTo>
                  <a:cubicBezTo>
                    <a:pt x="330" y="261"/>
                    <a:pt x="329" y="262"/>
                    <a:pt x="328" y="262"/>
                  </a:cubicBezTo>
                  <a:cubicBezTo>
                    <a:pt x="328" y="262"/>
                    <a:pt x="328" y="262"/>
                    <a:pt x="328" y="262"/>
                  </a:cubicBezTo>
                  <a:cubicBezTo>
                    <a:pt x="240" y="262"/>
                    <a:pt x="240" y="262"/>
                    <a:pt x="240" y="262"/>
                  </a:cubicBezTo>
                  <a:cubicBezTo>
                    <a:pt x="238" y="262"/>
                    <a:pt x="237" y="261"/>
                    <a:pt x="237" y="259"/>
                  </a:cubicBezTo>
                  <a:cubicBezTo>
                    <a:pt x="237" y="259"/>
                    <a:pt x="237" y="259"/>
                    <a:pt x="237" y="259"/>
                  </a:cubicBezTo>
                  <a:cubicBezTo>
                    <a:pt x="237" y="229"/>
                    <a:pt x="237" y="229"/>
                    <a:pt x="237" y="229"/>
                  </a:cubicBezTo>
                  <a:cubicBezTo>
                    <a:pt x="237" y="228"/>
                    <a:pt x="238" y="227"/>
                    <a:pt x="240" y="227"/>
                  </a:cubicBezTo>
                  <a:cubicBezTo>
                    <a:pt x="240" y="227"/>
                    <a:pt x="240" y="227"/>
                    <a:pt x="240" y="227"/>
                  </a:cubicBezTo>
                  <a:cubicBezTo>
                    <a:pt x="328" y="227"/>
                    <a:pt x="328" y="227"/>
                    <a:pt x="328" y="227"/>
                  </a:cubicBezTo>
                  <a:cubicBezTo>
                    <a:pt x="329" y="227"/>
                    <a:pt x="330" y="228"/>
                    <a:pt x="330" y="229"/>
                  </a:cubicBezTo>
                  <a:cubicBezTo>
                    <a:pt x="330" y="229"/>
                    <a:pt x="330" y="229"/>
                    <a:pt x="330" y="229"/>
                  </a:cubicBezTo>
                  <a:cubicBezTo>
                    <a:pt x="330" y="259"/>
                    <a:pt x="330" y="259"/>
                    <a:pt x="330" y="259"/>
                  </a:cubicBezTo>
                  <a:moveTo>
                    <a:pt x="330" y="182"/>
                  </a:moveTo>
                  <a:cubicBezTo>
                    <a:pt x="330" y="183"/>
                    <a:pt x="329" y="184"/>
                    <a:pt x="328" y="184"/>
                  </a:cubicBezTo>
                  <a:cubicBezTo>
                    <a:pt x="328" y="184"/>
                    <a:pt x="328" y="184"/>
                    <a:pt x="328" y="184"/>
                  </a:cubicBezTo>
                  <a:cubicBezTo>
                    <a:pt x="240" y="184"/>
                    <a:pt x="240" y="184"/>
                    <a:pt x="240" y="184"/>
                  </a:cubicBezTo>
                  <a:cubicBezTo>
                    <a:pt x="238" y="184"/>
                    <a:pt x="237" y="183"/>
                    <a:pt x="237" y="182"/>
                  </a:cubicBezTo>
                  <a:cubicBezTo>
                    <a:pt x="237" y="182"/>
                    <a:pt x="237" y="182"/>
                    <a:pt x="237" y="182"/>
                  </a:cubicBezTo>
                  <a:cubicBezTo>
                    <a:pt x="237" y="152"/>
                    <a:pt x="237" y="152"/>
                    <a:pt x="237" y="152"/>
                  </a:cubicBezTo>
                  <a:cubicBezTo>
                    <a:pt x="237" y="151"/>
                    <a:pt x="238" y="149"/>
                    <a:pt x="240" y="149"/>
                  </a:cubicBezTo>
                  <a:cubicBezTo>
                    <a:pt x="240" y="149"/>
                    <a:pt x="240" y="149"/>
                    <a:pt x="240" y="149"/>
                  </a:cubicBezTo>
                  <a:cubicBezTo>
                    <a:pt x="328" y="149"/>
                    <a:pt x="328" y="149"/>
                    <a:pt x="328" y="149"/>
                  </a:cubicBezTo>
                  <a:cubicBezTo>
                    <a:pt x="329" y="149"/>
                    <a:pt x="330" y="150"/>
                    <a:pt x="330" y="152"/>
                  </a:cubicBezTo>
                  <a:cubicBezTo>
                    <a:pt x="330" y="152"/>
                    <a:pt x="330" y="152"/>
                    <a:pt x="330" y="152"/>
                  </a:cubicBezTo>
                  <a:cubicBezTo>
                    <a:pt x="330" y="182"/>
                    <a:pt x="330" y="182"/>
                    <a:pt x="330" y="182"/>
                  </a:cubicBezTo>
                  <a:moveTo>
                    <a:pt x="473" y="647"/>
                  </a:moveTo>
                  <a:cubicBezTo>
                    <a:pt x="473" y="649"/>
                    <a:pt x="471" y="650"/>
                    <a:pt x="470" y="650"/>
                  </a:cubicBezTo>
                  <a:cubicBezTo>
                    <a:pt x="382" y="650"/>
                    <a:pt x="382" y="650"/>
                    <a:pt x="382" y="650"/>
                  </a:cubicBezTo>
                  <a:cubicBezTo>
                    <a:pt x="381" y="650"/>
                    <a:pt x="380" y="649"/>
                    <a:pt x="380" y="647"/>
                  </a:cubicBezTo>
                  <a:cubicBezTo>
                    <a:pt x="380" y="617"/>
                    <a:pt x="380" y="617"/>
                    <a:pt x="380" y="617"/>
                  </a:cubicBezTo>
                  <a:cubicBezTo>
                    <a:pt x="380" y="616"/>
                    <a:pt x="381" y="615"/>
                    <a:pt x="382" y="615"/>
                  </a:cubicBezTo>
                  <a:cubicBezTo>
                    <a:pt x="470" y="615"/>
                    <a:pt x="470" y="615"/>
                    <a:pt x="470" y="615"/>
                  </a:cubicBezTo>
                  <a:cubicBezTo>
                    <a:pt x="471" y="615"/>
                    <a:pt x="473" y="616"/>
                    <a:pt x="473" y="617"/>
                  </a:cubicBezTo>
                  <a:cubicBezTo>
                    <a:pt x="473" y="647"/>
                    <a:pt x="473" y="647"/>
                    <a:pt x="473" y="647"/>
                  </a:cubicBezTo>
                  <a:moveTo>
                    <a:pt x="473" y="570"/>
                  </a:moveTo>
                  <a:cubicBezTo>
                    <a:pt x="472" y="571"/>
                    <a:pt x="471" y="572"/>
                    <a:pt x="470" y="572"/>
                  </a:cubicBezTo>
                  <a:cubicBezTo>
                    <a:pt x="382" y="572"/>
                    <a:pt x="382" y="572"/>
                    <a:pt x="382" y="572"/>
                  </a:cubicBezTo>
                  <a:cubicBezTo>
                    <a:pt x="381" y="572"/>
                    <a:pt x="380" y="571"/>
                    <a:pt x="380" y="570"/>
                  </a:cubicBezTo>
                  <a:cubicBezTo>
                    <a:pt x="380" y="540"/>
                    <a:pt x="380" y="540"/>
                    <a:pt x="380" y="540"/>
                  </a:cubicBezTo>
                  <a:cubicBezTo>
                    <a:pt x="380" y="538"/>
                    <a:pt x="381" y="537"/>
                    <a:pt x="382" y="537"/>
                  </a:cubicBezTo>
                  <a:cubicBezTo>
                    <a:pt x="470" y="537"/>
                    <a:pt x="470" y="537"/>
                    <a:pt x="470" y="537"/>
                  </a:cubicBezTo>
                  <a:cubicBezTo>
                    <a:pt x="471" y="537"/>
                    <a:pt x="472" y="538"/>
                    <a:pt x="473" y="540"/>
                  </a:cubicBezTo>
                  <a:cubicBezTo>
                    <a:pt x="473" y="570"/>
                    <a:pt x="473" y="570"/>
                    <a:pt x="473" y="570"/>
                  </a:cubicBezTo>
                  <a:moveTo>
                    <a:pt x="473" y="492"/>
                  </a:moveTo>
                  <a:cubicBezTo>
                    <a:pt x="473" y="493"/>
                    <a:pt x="471" y="494"/>
                    <a:pt x="470" y="494"/>
                  </a:cubicBezTo>
                  <a:cubicBezTo>
                    <a:pt x="382" y="494"/>
                    <a:pt x="382" y="494"/>
                    <a:pt x="382" y="494"/>
                  </a:cubicBezTo>
                  <a:cubicBezTo>
                    <a:pt x="381" y="494"/>
                    <a:pt x="380" y="493"/>
                    <a:pt x="380" y="492"/>
                  </a:cubicBezTo>
                  <a:cubicBezTo>
                    <a:pt x="380" y="462"/>
                    <a:pt x="380" y="462"/>
                    <a:pt x="380" y="462"/>
                  </a:cubicBezTo>
                  <a:cubicBezTo>
                    <a:pt x="380" y="461"/>
                    <a:pt x="381" y="460"/>
                    <a:pt x="382" y="460"/>
                  </a:cubicBezTo>
                  <a:cubicBezTo>
                    <a:pt x="470" y="460"/>
                    <a:pt x="470" y="460"/>
                    <a:pt x="470" y="460"/>
                  </a:cubicBezTo>
                  <a:cubicBezTo>
                    <a:pt x="471" y="460"/>
                    <a:pt x="473" y="461"/>
                    <a:pt x="473" y="462"/>
                  </a:cubicBezTo>
                  <a:cubicBezTo>
                    <a:pt x="473" y="492"/>
                    <a:pt x="473" y="492"/>
                    <a:pt x="473" y="492"/>
                  </a:cubicBezTo>
                  <a:moveTo>
                    <a:pt x="473" y="415"/>
                  </a:moveTo>
                  <a:cubicBezTo>
                    <a:pt x="473" y="416"/>
                    <a:pt x="471" y="417"/>
                    <a:pt x="470" y="417"/>
                  </a:cubicBezTo>
                  <a:cubicBezTo>
                    <a:pt x="382" y="417"/>
                    <a:pt x="382" y="417"/>
                    <a:pt x="382" y="417"/>
                  </a:cubicBezTo>
                  <a:cubicBezTo>
                    <a:pt x="381" y="417"/>
                    <a:pt x="380" y="416"/>
                    <a:pt x="380" y="415"/>
                  </a:cubicBezTo>
                  <a:cubicBezTo>
                    <a:pt x="380" y="385"/>
                    <a:pt x="380" y="385"/>
                    <a:pt x="380" y="385"/>
                  </a:cubicBezTo>
                  <a:cubicBezTo>
                    <a:pt x="380" y="383"/>
                    <a:pt x="381" y="382"/>
                    <a:pt x="382" y="382"/>
                  </a:cubicBezTo>
                  <a:cubicBezTo>
                    <a:pt x="470" y="382"/>
                    <a:pt x="470" y="382"/>
                    <a:pt x="470" y="382"/>
                  </a:cubicBezTo>
                  <a:cubicBezTo>
                    <a:pt x="471" y="382"/>
                    <a:pt x="473" y="383"/>
                    <a:pt x="473" y="385"/>
                  </a:cubicBezTo>
                  <a:cubicBezTo>
                    <a:pt x="473" y="415"/>
                    <a:pt x="473" y="415"/>
                    <a:pt x="473" y="415"/>
                  </a:cubicBezTo>
                  <a:moveTo>
                    <a:pt x="473" y="337"/>
                  </a:moveTo>
                  <a:cubicBezTo>
                    <a:pt x="472" y="338"/>
                    <a:pt x="471" y="339"/>
                    <a:pt x="470" y="339"/>
                  </a:cubicBezTo>
                  <a:cubicBezTo>
                    <a:pt x="382" y="339"/>
                    <a:pt x="382" y="339"/>
                    <a:pt x="382" y="339"/>
                  </a:cubicBezTo>
                  <a:cubicBezTo>
                    <a:pt x="381" y="339"/>
                    <a:pt x="380" y="338"/>
                    <a:pt x="380" y="337"/>
                  </a:cubicBezTo>
                  <a:cubicBezTo>
                    <a:pt x="380" y="307"/>
                    <a:pt x="380" y="307"/>
                    <a:pt x="380" y="307"/>
                  </a:cubicBezTo>
                  <a:cubicBezTo>
                    <a:pt x="380" y="306"/>
                    <a:pt x="381" y="305"/>
                    <a:pt x="382" y="305"/>
                  </a:cubicBezTo>
                  <a:cubicBezTo>
                    <a:pt x="470" y="305"/>
                    <a:pt x="470" y="305"/>
                    <a:pt x="470" y="305"/>
                  </a:cubicBezTo>
                  <a:cubicBezTo>
                    <a:pt x="471" y="305"/>
                    <a:pt x="472" y="306"/>
                    <a:pt x="473" y="307"/>
                  </a:cubicBezTo>
                  <a:cubicBezTo>
                    <a:pt x="473" y="337"/>
                    <a:pt x="473" y="337"/>
                    <a:pt x="473" y="337"/>
                  </a:cubicBezTo>
                  <a:moveTo>
                    <a:pt x="473" y="259"/>
                  </a:moveTo>
                  <a:cubicBezTo>
                    <a:pt x="473" y="261"/>
                    <a:pt x="471" y="262"/>
                    <a:pt x="470" y="262"/>
                  </a:cubicBezTo>
                  <a:cubicBezTo>
                    <a:pt x="382" y="262"/>
                    <a:pt x="382" y="262"/>
                    <a:pt x="382" y="262"/>
                  </a:cubicBezTo>
                  <a:cubicBezTo>
                    <a:pt x="381" y="262"/>
                    <a:pt x="380" y="261"/>
                    <a:pt x="380" y="259"/>
                  </a:cubicBezTo>
                  <a:cubicBezTo>
                    <a:pt x="380" y="229"/>
                    <a:pt x="380" y="229"/>
                    <a:pt x="380" y="229"/>
                  </a:cubicBezTo>
                  <a:cubicBezTo>
                    <a:pt x="380" y="228"/>
                    <a:pt x="381" y="227"/>
                    <a:pt x="382" y="227"/>
                  </a:cubicBezTo>
                  <a:cubicBezTo>
                    <a:pt x="470" y="227"/>
                    <a:pt x="470" y="227"/>
                    <a:pt x="470" y="227"/>
                  </a:cubicBezTo>
                  <a:cubicBezTo>
                    <a:pt x="471" y="227"/>
                    <a:pt x="473" y="228"/>
                    <a:pt x="473" y="229"/>
                  </a:cubicBezTo>
                  <a:cubicBezTo>
                    <a:pt x="473" y="259"/>
                    <a:pt x="473" y="259"/>
                    <a:pt x="473" y="259"/>
                  </a:cubicBezTo>
                  <a:moveTo>
                    <a:pt x="473" y="182"/>
                  </a:moveTo>
                  <a:cubicBezTo>
                    <a:pt x="473" y="183"/>
                    <a:pt x="471" y="184"/>
                    <a:pt x="470" y="184"/>
                  </a:cubicBezTo>
                  <a:cubicBezTo>
                    <a:pt x="382" y="184"/>
                    <a:pt x="382" y="184"/>
                    <a:pt x="382" y="184"/>
                  </a:cubicBezTo>
                  <a:cubicBezTo>
                    <a:pt x="381" y="184"/>
                    <a:pt x="380" y="183"/>
                    <a:pt x="380" y="182"/>
                  </a:cubicBezTo>
                  <a:cubicBezTo>
                    <a:pt x="380" y="152"/>
                    <a:pt x="380" y="152"/>
                    <a:pt x="380" y="152"/>
                  </a:cubicBezTo>
                  <a:cubicBezTo>
                    <a:pt x="380" y="150"/>
                    <a:pt x="381" y="149"/>
                    <a:pt x="382" y="149"/>
                  </a:cubicBezTo>
                  <a:cubicBezTo>
                    <a:pt x="470" y="149"/>
                    <a:pt x="470" y="149"/>
                    <a:pt x="470" y="149"/>
                  </a:cubicBezTo>
                  <a:cubicBezTo>
                    <a:pt x="471" y="149"/>
                    <a:pt x="473" y="150"/>
                    <a:pt x="473" y="152"/>
                  </a:cubicBezTo>
                  <a:cubicBezTo>
                    <a:pt x="473" y="182"/>
                    <a:pt x="473" y="182"/>
                    <a:pt x="473" y="182"/>
                  </a:cubicBezTo>
                  <a:moveTo>
                    <a:pt x="681" y="647"/>
                  </a:moveTo>
                  <a:cubicBezTo>
                    <a:pt x="681" y="648"/>
                    <a:pt x="680" y="650"/>
                    <a:pt x="679" y="650"/>
                  </a:cubicBezTo>
                  <a:cubicBezTo>
                    <a:pt x="591" y="650"/>
                    <a:pt x="591" y="650"/>
                    <a:pt x="591" y="650"/>
                  </a:cubicBezTo>
                  <a:cubicBezTo>
                    <a:pt x="589" y="650"/>
                    <a:pt x="588" y="649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17"/>
                    <a:pt x="588" y="617"/>
                    <a:pt x="588" y="617"/>
                  </a:cubicBezTo>
                  <a:cubicBezTo>
                    <a:pt x="588" y="616"/>
                    <a:pt x="589" y="615"/>
                    <a:pt x="591" y="615"/>
                  </a:cubicBezTo>
                  <a:cubicBezTo>
                    <a:pt x="591" y="615"/>
                    <a:pt x="591" y="615"/>
                    <a:pt x="591" y="615"/>
                  </a:cubicBezTo>
                  <a:cubicBezTo>
                    <a:pt x="679" y="615"/>
                    <a:pt x="679" y="615"/>
                    <a:pt x="679" y="615"/>
                  </a:cubicBezTo>
                  <a:cubicBezTo>
                    <a:pt x="680" y="615"/>
                    <a:pt x="681" y="616"/>
                    <a:pt x="681" y="617"/>
                  </a:cubicBezTo>
                  <a:cubicBezTo>
                    <a:pt x="681" y="647"/>
                    <a:pt x="681" y="647"/>
                    <a:pt x="681" y="647"/>
                  </a:cubicBezTo>
                  <a:moveTo>
                    <a:pt x="681" y="570"/>
                  </a:moveTo>
                  <a:cubicBezTo>
                    <a:pt x="681" y="571"/>
                    <a:pt x="680" y="572"/>
                    <a:pt x="679" y="572"/>
                  </a:cubicBezTo>
                  <a:cubicBezTo>
                    <a:pt x="591" y="572"/>
                    <a:pt x="591" y="572"/>
                    <a:pt x="591" y="572"/>
                  </a:cubicBezTo>
                  <a:cubicBezTo>
                    <a:pt x="589" y="572"/>
                    <a:pt x="588" y="571"/>
                    <a:pt x="588" y="570"/>
                  </a:cubicBezTo>
                  <a:cubicBezTo>
                    <a:pt x="588" y="540"/>
                    <a:pt x="588" y="540"/>
                    <a:pt x="588" y="540"/>
                  </a:cubicBezTo>
                  <a:cubicBezTo>
                    <a:pt x="588" y="538"/>
                    <a:pt x="589" y="537"/>
                    <a:pt x="591" y="537"/>
                  </a:cubicBezTo>
                  <a:cubicBezTo>
                    <a:pt x="679" y="537"/>
                    <a:pt x="679" y="537"/>
                    <a:pt x="679" y="537"/>
                  </a:cubicBezTo>
                  <a:cubicBezTo>
                    <a:pt x="680" y="537"/>
                    <a:pt x="681" y="538"/>
                    <a:pt x="681" y="540"/>
                  </a:cubicBezTo>
                  <a:cubicBezTo>
                    <a:pt x="681" y="570"/>
                    <a:pt x="681" y="570"/>
                    <a:pt x="681" y="570"/>
                  </a:cubicBezTo>
                  <a:moveTo>
                    <a:pt x="681" y="492"/>
                  </a:moveTo>
                  <a:cubicBezTo>
                    <a:pt x="681" y="493"/>
                    <a:pt x="680" y="494"/>
                    <a:pt x="679" y="494"/>
                  </a:cubicBezTo>
                  <a:cubicBezTo>
                    <a:pt x="591" y="494"/>
                    <a:pt x="591" y="494"/>
                    <a:pt x="591" y="494"/>
                  </a:cubicBezTo>
                  <a:cubicBezTo>
                    <a:pt x="589" y="494"/>
                    <a:pt x="588" y="493"/>
                    <a:pt x="588" y="492"/>
                  </a:cubicBezTo>
                  <a:cubicBezTo>
                    <a:pt x="588" y="492"/>
                    <a:pt x="588" y="492"/>
                    <a:pt x="588" y="492"/>
                  </a:cubicBezTo>
                  <a:cubicBezTo>
                    <a:pt x="588" y="462"/>
                    <a:pt x="588" y="462"/>
                    <a:pt x="588" y="462"/>
                  </a:cubicBezTo>
                  <a:cubicBezTo>
                    <a:pt x="588" y="461"/>
                    <a:pt x="589" y="460"/>
                    <a:pt x="591" y="460"/>
                  </a:cubicBezTo>
                  <a:cubicBezTo>
                    <a:pt x="591" y="460"/>
                    <a:pt x="591" y="460"/>
                    <a:pt x="591" y="460"/>
                  </a:cubicBezTo>
                  <a:cubicBezTo>
                    <a:pt x="679" y="460"/>
                    <a:pt x="679" y="460"/>
                    <a:pt x="679" y="460"/>
                  </a:cubicBezTo>
                  <a:cubicBezTo>
                    <a:pt x="680" y="460"/>
                    <a:pt x="681" y="461"/>
                    <a:pt x="681" y="462"/>
                  </a:cubicBezTo>
                  <a:cubicBezTo>
                    <a:pt x="681" y="492"/>
                    <a:pt x="681" y="492"/>
                    <a:pt x="681" y="492"/>
                  </a:cubicBezTo>
                  <a:moveTo>
                    <a:pt x="681" y="414"/>
                  </a:moveTo>
                  <a:cubicBezTo>
                    <a:pt x="681" y="416"/>
                    <a:pt x="680" y="417"/>
                    <a:pt x="679" y="417"/>
                  </a:cubicBezTo>
                  <a:cubicBezTo>
                    <a:pt x="591" y="417"/>
                    <a:pt x="591" y="417"/>
                    <a:pt x="591" y="417"/>
                  </a:cubicBezTo>
                  <a:cubicBezTo>
                    <a:pt x="589" y="417"/>
                    <a:pt x="588" y="416"/>
                    <a:pt x="588" y="415"/>
                  </a:cubicBezTo>
                  <a:cubicBezTo>
                    <a:pt x="588" y="414"/>
                    <a:pt x="588" y="414"/>
                    <a:pt x="588" y="414"/>
                  </a:cubicBezTo>
                  <a:cubicBezTo>
                    <a:pt x="588" y="384"/>
                    <a:pt x="588" y="384"/>
                    <a:pt x="588" y="384"/>
                  </a:cubicBezTo>
                  <a:cubicBezTo>
                    <a:pt x="588" y="383"/>
                    <a:pt x="589" y="382"/>
                    <a:pt x="591" y="382"/>
                  </a:cubicBezTo>
                  <a:cubicBezTo>
                    <a:pt x="591" y="382"/>
                    <a:pt x="591" y="382"/>
                    <a:pt x="591" y="382"/>
                  </a:cubicBezTo>
                  <a:cubicBezTo>
                    <a:pt x="679" y="382"/>
                    <a:pt x="679" y="382"/>
                    <a:pt x="679" y="382"/>
                  </a:cubicBezTo>
                  <a:cubicBezTo>
                    <a:pt x="680" y="382"/>
                    <a:pt x="681" y="383"/>
                    <a:pt x="681" y="384"/>
                  </a:cubicBezTo>
                  <a:cubicBezTo>
                    <a:pt x="681" y="414"/>
                    <a:pt x="681" y="414"/>
                    <a:pt x="681" y="414"/>
                  </a:cubicBezTo>
                  <a:moveTo>
                    <a:pt x="681" y="337"/>
                  </a:moveTo>
                  <a:cubicBezTo>
                    <a:pt x="681" y="338"/>
                    <a:pt x="680" y="339"/>
                    <a:pt x="679" y="339"/>
                  </a:cubicBezTo>
                  <a:cubicBezTo>
                    <a:pt x="591" y="339"/>
                    <a:pt x="591" y="339"/>
                    <a:pt x="591" y="339"/>
                  </a:cubicBezTo>
                  <a:cubicBezTo>
                    <a:pt x="589" y="339"/>
                    <a:pt x="588" y="338"/>
                    <a:pt x="588" y="337"/>
                  </a:cubicBezTo>
                  <a:cubicBezTo>
                    <a:pt x="588" y="337"/>
                    <a:pt x="588" y="337"/>
                    <a:pt x="588" y="337"/>
                  </a:cubicBezTo>
                  <a:cubicBezTo>
                    <a:pt x="588" y="307"/>
                    <a:pt x="588" y="307"/>
                    <a:pt x="588" y="307"/>
                  </a:cubicBezTo>
                  <a:cubicBezTo>
                    <a:pt x="588" y="306"/>
                    <a:pt x="589" y="305"/>
                    <a:pt x="591" y="305"/>
                  </a:cubicBezTo>
                  <a:cubicBezTo>
                    <a:pt x="679" y="305"/>
                    <a:pt x="679" y="305"/>
                    <a:pt x="679" y="305"/>
                  </a:cubicBezTo>
                  <a:cubicBezTo>
                    <a:pt x="680" y="305"/>
                    <a:pt x="681" y="306"/>
                    <a:pt x="681" y="307"/>
                  </a:cubicBezTo>
                  <a:cubicBezTo>
                    <a:pt x="681" y="337"/>
                    <a:pt x="681" y="337"/>
                    <a:pt x="681" y="337"/>
                  </a:cubicBezTo>
                  <a:moveTo>
                    <a:pt x="681" y="259"/>
                  </a:moveTo>
                  <a:cubicBezTo>
                    <a:pt x="681" y="261"/>
                    <a:pt x="680" y="262"/>
                    <a:pt x="679" y="262"/>
                  </a:cubicBezTo>
                  <a:cubicBezTo>
                    <a:pt x="591" y="262"/>
                    <a:pt x="591" y="262"/>
                    <a:pt x="591" y="262"/>
                  </a:cubicBezTo>
                  <a:cubicBezTo>
                    <a:pt x="589" y="262"/>
                    <a:pt x="588" y="261"/>
                    <a:pt x="588" y="259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8" y="229"/>
                    <a:pt x="588" y="229"/>
                    <a:pt x="588" y="229"/>
                  </a:cubicBezTo>
                  <a:cubicBezTo>
                    <a:pt x="588" y="228"/>
                    <a:pt x="589" y="227"/>
                    <a:pt x="591" y="227"/>
                  </a:cubicBezTo>
                  <a:cubicBezTo>
                    <a:pt x="591" y="227"/>
                    <a:pt x="591" y="227"/>
                    <a:pt x="591" y="227"/>
                  </a:cubicBezTo>
                  <a:cubicBezTo>
                    <a:pt x="679" y="227"/>
                    <a:pt x="679" y="227"/>
                    <a:pt x="679" y="227"/>
                  </a:cubicBezTo>
                  <a:cubicBezTo>
                    <a:pt x="680" y="227"/>
                    <a:pt x="681" y="228"/>
                    <a:pt x="681" y="229"/>
                  </a:cubicBezTo>
                  <a:cubicBezTo>
                    <a:pt x="681" y="259"/>
                    <a:pt x="681" y="259"/>
                    <a:pt x="681" y="259"/>
                  </a:cubicBezTo>
                  <a:moveTo>
                    <a:pt x="681" y="182"/>
                  </a:moveTo>
                  <a:cubicBezTo>
                    <a:pt x="681" y="183"/>
                    <a:pt x="680" y="184"/>
                    <a:pt x="679" y="184"/>
                  </a:cubicBezTo>
                  <a:cubicBezTo>
                    <a:pt x="591" y="184"/>
                    <a:pt x="591" y="184"/>
                    <a:pt x="591" y="184"/>
                  </a:cubicBezTo>
                  <a:cubicBezTo>
                    <a:pt x="589" y="184"/>
                    <a:pt x="588" y="183"/>
                    <a:pt x="588" y="182"/>
                  </a:cubicBezTo>
                  <a:cubicBezTo>
                    <a:pt x="588" y="182"/>
                    <a:pt x="588" y="182"/>
                    <a:pt x="588" y="182"/>
                  </a:cubicBezTo>
                  <a:cubicBezTo>
                    <a:pt x="588" y="152"/>
                    <a:pt x="588" y="152"/>
                    <a:pt x="588" y="152"/>
                  </a:cubicBezTo>
                  <a:cubicBezTo>
                    <a:pt x="588" y="151"/>
                    <a:pt x="589" y="149"/>
                    <a:pt x="591" y="149"/>
                  </a:cubicBezTo>
                  <a:cubicBezTo>
                    <a:pt x="591" y="149"/>
                    <a:pt x="591" y="149"/>
                    <a:pt x="591" y="149"/>
                  </a:cubicBezTo>
                  <a:cubicBezTo>
                    <a:pt x="679" y="149"/>
                    <a:pt x="679" y="149"/>
                    <a:pt x="679" y="149"/>
                  </a:cubicBezTo>
                  <a:cubicBezTo>
                    <a:pt x="680" y="149"/>
                    <a:pt x="681" y="150"/>
                    <a:pt x="681" y="152"/>
                  </a:cubicBezTo>
                  <a:cubicBezTo>
                    <a:pt x="681" y="182"/>
                    <a:pt x="681" y="182"/>
                    <a:pt x="681" y="182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8" name="ïṡlíďé"/>
            <p:cNvSpPr/>
            <p:nvPr/>
          </p:nvSpPr>
          <p:spPr bwMode="auto">
            <a:xfrm>
              <a:off x="4678897" y="2399338"/>
              <a:ext cx="36899" cy="59742"/>
            </a:xfrm>
            <a:custGeom>
              <a:avLst/>
              <a:gdLst>
                <a:gd name="T0" fmla="*/ 1 w 23"/>
                <a:gd name="T1" fmla="*/ 0 h 37"/>
                <a:gd name="T2" fmla="*/ 0 w 23"/>
                <a:gd name="T3" fmla="*/ 0 h 37"/>
                <a:gd name="T4" fmla="*/ 23 w 23"/>
                <a:gd name="T5" fmla="*/ 37 h 37"/>
                <a:gd name="T6" fmla="*/ 1 w 23"/>
                <a:gd name="T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7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2" y="18"/>
                    <a:pt x="12" y="32"/>
                    <a:pt x="23" y="37"/>
                  </a:cubicBezTo>
                  <a:cubicBezTo>
                    <a:pt x="12" y="32"/>
                    <a:pt x="3" y="17"/>
                    <a:pt x="1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9" name="isľîḓê"/>
            <p:cNvSpPr/>
            <p:nvPr/>
          </p:nvSpPr>
          <p:spPr bwMode="auto">
            <a:xfrm>
              <a:off x="4678897" y="2243834"/>
              <a:ext cx="337364" cy="219638"/>
            </a:xfrm>
            <a:custGeom>
              <a:avLst/>
              <a:gdLst>
                <a:gd name="T0" fmla="*/ 106 w 210"/>
                <a:gd name="T1" fmla="*/ 0 h 137"/>
                <a:gd name="T2" fmla="*/ 63 w 210"/>
                <a:gd name="T3" fmla="*/ 26 h 137"/>
                <a:gd name="T4" fmla="*/ 37 w 210"/>
                <a:gd name="T5" fmla="*/ 41 h 137"/>
                <a:gd name="T6" fmla="*/ 35 w 210"/>
                <a:gd name="T7" fmla="*/ 41 h 137"/>
                <a:gd name="T8" fmla="*/ 34 w 210"/>
                <a:gd name="T9" fmla="*/ 41 h 137"/>
                <a:gd name="T10" fmla="*/ 0 w 210"/>
                <a:gd name="T11" fmla="*/ 89 h 137"/>
                <a:gd name="T12" fmla="*/ 1 w 210"/>
                <a:gd name="T13" fmla="*/ 97 h 137"/>
                <a:gd name="T14" fmla="*/ 8 w 210"/>
                <a:gd name="T15" fmla="*/ 88 h 137"/>
                <a:gd name="T16" fmla="*/ 51 w 210"/>
                <a:gd name="T17" fmla="*/ 62 h 137"/>
                <a:gd name="T18" fmla="*/ 93 w 210"/>
                <a:gd name="T19" fmla="*/ 88 h 137"/>
                <a:gd name="T20" fmla="*/ 120 w 210"/>
                <a:gd name="T21" fmla="*/ 103 h 137"/>
                <a:gd name="T22" fmla="*/ 121 w 210"/>
                <a:gd name="T23" fmla="*/ 103 h 137"/>
                <a:gd name="T24" fmla="*/ 121 w 210"/>
                <a:gd name="T25" fmla="*/ 103 h 137"/>
                <a:gd name="T26" fmla="*/ 121 w 210"/>
                <a:gd name="T27" fmla="*/ 103 h 137"/>
                <a:gd name="T28" fmla="*/ 152 w 210"/>
                <a:gd name="T29" fmla="*/ 129 h 137"/>
                <a:gd name="T30" fmla="*/ 142 w 210"/>
                <a:gd name="T31" fmla="*/ 129 h 137"/>
                <a:gd name="T32" fmla="*/ 122 w 210"/>
                <a:gd name="T33" fmla="*/ 133 h 137"/>
                <a:gd name="T34" fmla="*/ 105 w 210"/>
                <a:gd name="T35" fmla="*/ 136 h 137"/>
                <a:gd name="T36" fmla="*/ 87 w 210"/>
                <a:gd name="T37" fmla="*/ 133 h 137"/>
                <a:gd name="T38" fmla="*/ 67 w 210"/>
                <a:gd name="T39" fmla="*/ 128 h 137"/>
                <a:gd name="T40" fmla="*/ 46 w 210"/>
                <a:gd name="T41" fmla="*/ 133 h 137"/>
                <a:gd name="T42" fmla="*/ 34 w 210"/>
                <a:gd name="T43" fmla="*/ 136 h 137"/>
                <a:gd name="T44" fmla="*/ 34 w 210"/>
                <a:gd name="T45" fmla="*/ 136 h 137"/>
                <a:gd name="T46" fmla="*/ 23 w 210"/>
                <a:gd name="T47" fmla="*/ 134 h 137"/>
                <a:gd name="T48" fmla="*/ 34 w 210"/>
                <a:gd name="T49" fmla="*/ 137 h 137"/>
                <a:gd name="T50" fmla="*/ 46 w 210"/>
                <a:gd name="T51" fmla="*/ 134 h 137"/>
                <a:gd name="T52" fmla="*/ 68 w 210"/>
                <a:gd name="T53" fmla="*/ 129 h 137"/>
                <a:gd name="T54" fmla="*/ 88 w 210"/>
                <a:gd name="T55" fmla="*/ 133 h 137"/>
                <a:gd name="T56" fmla="*/ 106 w 210"/>
                <a:gd name="T57" fmla="*/ 137 h 137"/>
                <a:gd name="T58" fmla="*/ 123 w 210"/>
                <a:gd name="T59" fmla="*/ 133 h 137"/>
                <a:gd name="T60" fmla="*/ 143 w 210"/>
                <a:gd name="T61" fmla="*/ 129 h 137"/>
                <a:gd name="T62" fmla="*/ 164 w 210"/>
                <a:gd name="T63" fmla="*/ 134 h 137"/>
                <a:gd name="T64" fmla="*/ 176 w 210"/>
                <a:gd name="T65" fmla="*/ 137 h 137"/>
                <a:gd name="T66" fmla="*/ 176 w 210"/>
                <a:gd name="T67" fmla="*/ 137 h 137"/>
                <a:gd name="T68" fmla="*/ 210 w 210"/>
                <a:gd name="T69" fmla="*/ 89 h 137"/>
                <a:gd name="T70" fmla="*/ 203 w 210"/>
                <a:gd name="T71" fmla="*/ 59 h 137"/>
                <a:gd name="T72" fmla="*/ 176 w 210"/>
                <a:gd name="T73" fmla="*/ 77 h 137"/>
                <a:gd name="T74" fmla="*/ 192 w 210"/>
                <a:gd name="T75" fmla="*/ 47 h 137"/>
                <a:gd name="T76" fmla="*/ 176 w 210"/>
                <a:gd name="T77" fmla="*/ 41 h 137"/>
                <a:gd name="T78" fmla="*/ 175 w 210"/>
                <a:gd name="T79" fmla="*/ 41 h 137"/>
                <a:gd name="T80" fmla="*/ 175 w 210"/>
                <a:gd name="T81" fmla="*/ 41 h 137"/>
                <a:gd name="T82" fmla="*/ 170 w 210"/>
                <a:gd name="T83" fmla="*/ 40 h 137"/>
                <a:gd name="T84" fmla="*/ 161 w 210"/>
                <a:gd name="T85" fmla="*/ 46 h 137"/>
                <a:gd name="T86" fmla="*/ 165 w 210"/>
                <a:gd name="T87" fmla="*/ 39 h 137"/>
                <a:gd name="T88" fmla="*/ 149 w 210"/>
                <a:gd name="T89" fmla="*/ 27 h 137"/>
                <a:gd name="T90" fmla="*/ 132 w 210"/>
                <a:gd name="T91" fmla="*/ 37 h 137"/>
                <a:gd name="T92" fmla="*/ 143 w 210"/>
                <a:gd name="T93" fmla="*/ 18 h 137"/>
                <a:gd name="T94" fmla="*/ 106 w 210"/>
                <a:gd name="T95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0" h="137">
                  <a:moveTo>
                    <a:pt x="106" y="0"/>
                  </a:moveTo>
                  <a:cubicBezTo>
                    <a:pt x="89" y="0"/>
                    <a:pt x="73" y="10"/>
                    <a:pt x="63" y="26"/>
                  </a:cubicBezTo>
                  <a:cubicBezTo>
                    <a:pt x="58" y="35"/>
                    <a:pt x="47" y="41"/>
                    <a:pt x="37" y="41"/>
                  </a:cubicBezTo>
                  <a:cubicBezTo>
                    <a:pt x="36" y="41"/>
                    <a:pt x="36" y="41"/>
                    <a:pt x="35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41"/>
                    <a:pt x="0" y="62"/>
                    <a:pt x="0" y="89"/>
                  </a:cubicBezTo>
                  <a:cubicBezTo>
                    <a:pt x="0" y="91"/>
                    <a:pt x="0" y="94"/>
                    <a:pt x="1" y="97"/>
                  </a:cubicBezTo>
                  <a:cubicBezTo>
                    <a:pt x="4" y="94"/>
                    <a:pt x="6" y="91"/>
                    <a:pt x="8" y="88"/>
                  </a:cubicBezTo>
                  <a:cubicBezTo>
                    <a:pt x="18" y="72"/>
                    <a:pt x="34" y="62"/>
                    <a:pt x="51" y="62"/>
                  </a:cubicBezTo>
                  <a:cubicBezTo>
                    <a:pt x="68" y="62"/>
                    <a:pt x="83" y="72"/>
                    <a:pt x="93" y="88"/>
                  </a:cubicBezTo>
                  <a:cubicBezTo>
                    <a:pt x="99" y="97"/>
                    <a:pt x="109" y="103"/>
                    <a:pt x="120" y="103"/>
                  </a:cubicBezTo>
                  <a:cubicBezTo>
                    <a:pt x="120" y="103"/>
                    <a:pt x="121" y="103"/>
                    <a:pt x="121" y="103"/>
                  </a:cubicBezTo>
                  <a:cubicBezTo>
                    <a:pt x="121" y="103"/>
                    <a:pt x="121" y="103"/>
                    <a:pt x="121" y="103"/>
                  </a:cubicBezTo>
                  <a:cubicBezTo>
                    <a:pt x="121" y="103"/>
                    <a:pt x="121" y="103"/>
                    <a:pt x="121" y="103"/>
                  </a:cubicBezTo>
                  <a:cubicBezTo>
                    <a:pt x="135" y="103"/>
                    <a:pt x="146" y="114"/>
                    <a:pt x="152" y="129"/>
                  </a:cubicBezTo>
                  <a:cubicBezTo>
                    <a:pt x="149" y="129"/>
                    <a:pt x="146" y="129"/>
                    <a:pt x="142" y="129"/>
                  </a:cubicBezTo>
                  <a:cubicBezTo>
                    <a:pt x="136" y="129"/>
                    <a:pt x="129" y="130"/>
                    <a:pt x="122" y="133"/>
                  </a:cubicBezTo>
                  <a:cubicBezTo>
                    <a:pt x="117" y="135"/>
                    <a:pt x="111" y="136"/>
                    <a:pt x="105" y="136"/>
                  </a:cubicBezTo>
                  <a:cubicBezTo>
                    <a:pt x="99" y="136"/>
                    <a:pt x="93" y="135"/>
                    <a:pt x="87" y="133"/>
                  </a:cubicBezTo>
                  <a:cubicBezTo>
                    <a:pt x="81" y="130"/>
                    <a:pt x="74" y="128"/>
                    <a:pt x="67" y="128"/>
                  </a:cubicBezTo>
                  <a:cubicBezTo>
                    <a:pt x="60" y="128"/>
                    <a:pt x="53" y="130"/>
                    <a:pt x="46" y="133"/>
                  </a:cubicBezTo>
                  <a:cubicBezTo>
                    <a:pt x="42" y="135"/>
                    <a:pt x="38" y="136"/>
                    <a:pt x="34" y="136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0" y="136"/>
                    <a:pt x="27" y="136"/>
                    <a:pt x="23" y="134"/>
                  </a:cubicBezTo>
                  <a:cubicBezTo>
                    <a:pt x="27" y="136"/>
                    <a:pt x="31" y="137"/>
                    <a:pt x="34" y="137"/>
                  </a:cubicBezTo>
                  <a:cubicBezTo>
                    <a:pt x="39" y="137"/>
                    <a:pt x="43" y="136"/>
                    <a:pt x="46" y="134"/>
                  </a:cubicBezTo>
                  <a:cubicBezTo>
                    <a:pt x="53" y="130"/>
                    <a:pt x="61" y="129"/>
                    <a:pt x="68" y="129"/>
                  </a:cubicBezTo>
                  <a:cubicBezTo>
                    <a:pt x="75" y="129"/>
                    <a:pt x="82" y="130"/>
                    <a:pt x="88" y="133"/>
                  </a:cubicBezTo>
                  <a:cubicBezTo>
                    <a:pt x="94" y="135"/>
                    <a:pt x="100" y="137"/>
                    <a:pt x="106" y="137"/>
                  </a:cubicBezTo>
                  <a:cubicBezTo>
                    <a:pt x="112" y="137"/>
                    <a:pt x="118" y="135"/>
                    <a:pt x="123" y="133"/>
                  </a:cubicBezTo>
                  <a:cubicBezTo>
                    <a:pt x="129" y="130"/>
                    <a:pt x="136" y="129"/>
                    <a:pt x="143" y="129"/>
                  </a:cubicBezTo>
                  <a:cubicBezTo>
                    <a:pt x="150" y="129"/>
                    <a:pt x="157" y="131"/>
                    <a:pt x="164" y="134"/>
                  </a:cubicBezTo>
                  <a:cubicBezTo>
                    <a:pt x="168" y="136"/>
                    <a:pt x="172" y="137"/>
                    <a:pt x="176" y="137"/>
                  </a:cubicBezTo>
                  <a:cubicBezTo>
                    <a:pt x="176" y="137"/>
                    <a:pt x="176" y="137"/>
                    <a:pt x="176" y="137"/>
                  </a:cubicBezTo>
                  <a:cubicBezTo>
                    <a:pt x="195" y="137"/>
                    <a:pt x="210" y="115"/>
                    <a:pt x="210" y="89"/>
                  </a:cubicBezTo>
                  <a:cubicBezTo>
                    <a:pt x="210" y="78"/>
                    <a:pt x="208" y="68"/>
                    <a:pt x="203" y="59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92" y="47"/>
                    <a:pt x="192" y="47"/>
                    <a:pt x="192" y="47"/>
                  </a:cubicBezTo>
                  <a:cubicBezTo>
                    <a:pt x="188" y="43"/>
                    <a:pt x="182" y="41"/>
                    <a:pt x="176" y="41"/>
                  </a:cubicBezTo>
                  <a:cubicBezTo>
                    <a:pt x="175" y="41"/>
                    <a:pt x="175" y="41"/>
                    <a:pt x="175" y="41"/>
                  </a:cubicBezTo>
                  <a:cubicBezTo>
                    <a:pt x="175" y="41"/>
                    <a:pt x="175" y="41"/>
                    <a:pt x="175" y="41"/>
                  </a:cubicBezTo>
                  <a:cubicBezTo>
                    <a:pt x="173" y="41"/>
                    <a:pt x="172" y="41"/>
                    <a:pt x="170" y="40"/>
                  </a:cubicBezTo>
                  <a:cubicBezTo>
                    <a:pt x="161" y="46"/>
                    <a:pt x="161" y="46"/>
                    <a:pt x="161" y="46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58" y="37"/>
                    <a:pt x="153" y="32"/>
                    <a:pt x="149" y="27"/>
                  </a:cubicBezTo>
                  <a:cubicBezTo>
                    <a:pt x="132" y="37"/>
                    <a:pt x="132" y="37"/>
                    <a:pt x="132" y="37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34" y="7"/>
                    <a:pt x="120" y="0"/>
                    <a:pt x="106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0" name="íŝľiďê"/>
            <p:cNvSpPr/>
            <p:nvPr/>
          </p:nvSpPr>
          <p:spPr bwMode="auto">
            <a:xfrm>
              <a:off x="4680654" y="2343111"/>
              <a:ext cx="242480" cy="118605"/>
            </a:xfrm>
            <a:custGeom>
              <a:avLst/>
              <a:gdLst>
                <a:gd name="T0" fmla="*/ 50 w 151"/>
                <a:gd name="T1" fmla="*/ 0 h 74"/>
                <a:gd name="T2" fmla="*/ 7 w 151"/>
                <a:gd name="T3" fmla="*/ 26 h 74"/>
                <a:gd name="T4" fmla="*/ 0 w 151"/>
                <a:gd name="T5" fmla="*/ 35 h 74"/>
                <a:gd name="T6" fmla="*/ 22 w 151"/>
                <a:gd name="T7" fmla="*/ 72 h 74"/>
                <a:gd name="T8" fmla="*/ 33 w 151"/>
                <a:gd name="T9" fmla="*/ 74 h 74"/>
                <a:gd name="T10" fmla="*/ 33 w 151"/>
                <a:gd name="T11" fmla="*/ 74 h 74"/>
                <a:gd name="T12" fmla="*/ 45 w 151"/>
                <a:gd name="T13" fmla="*/ 71 h 74"/>
                <a:gd name="T14" fmla="*/ 66 w 151"/>
                <a:gd name="T15" fmla="*/ 66 h 74"/>
                <a:gd name="T16" fmla="*/ 86 w 151"/>
                <a:gd name="T17" fmla="*/ 71 h 74"/>
                <a:gd name="T18" fmla="*/ 104 w 151"/>
                <a:gd name="T19" fmla="*/ 74 h 74"/>
                <a:gd name="T20" fmla="*/ 121 w 151"/>
                <a:gd name="T21" fmla="*/ 71 h 74"/>
                <a:gd name="T22" fmla="*/ 141 w 151"/>
                <a:gd name="T23" fmla="*/ 67 h 74"/>
                <a:gd name="T24" fmla="*/ 151 w 151"/>
                <a:gd name="T25" fmla="*/ 67 h 74"/>
                <a:gd name="T26" fmla="*/ 120 w 151"/>
                <a:gd name="T27" fmla="*/ 41 h 74"/>
                <a:gd name="T28" fmla="*/ 120 w 151"/>
                <a:gd name="T29" fmla="*/ 41 h 74"/>
                <a:gd name="T30" fmla="*/ 120 w 151"/>
                <a:gd name="T31" fmla="*/ 41 h 74"/>
                <a:gd name="T32" fmla="*/ 119 w 151"/>
                <a:gd name="T33" fmla="*/ 41 h 74"/>
                <a:gd name="T34" fmla="*/ 92 w 151"/>
                <a:gd name="T35" fmla="*/ 26 h 74"/>
                <a:gd name="T36" fmla="*/ 50 w 151"/>
                <a:gd name="T3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74">
                  <a:moveTo>
                    <a:pt x="50" y="0"/>
                  </a:moveTo>
                  <a:cubicBezTo>
                    <a:pt x="33" y="0"/>
                    <a:pt x="17" y="10"/>
                    <a:pt x="7" y="26"/>
                  </a:cubicBezTo>
                  <a:cubicBezTo>
                    <a:pt x="5" y="29"/>
                    <a:pt x="3" y="32"/>
                    <a:pt x="0" y="35"/>
                  </a:cubicBezTo>
                  <a:cubicBezTo>
                    <a:pt x="2" y="52"/>
                    <a:pt x="11" y="67"/>
                    <a:pt x="22" y="72"/>
                  </a:cubicBezTo>
                  <a:cubicBezTo>
                    <a:pt x="26" y="74"/>
                    <a:pt x="29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7" y="74"/>
                    <a:pt x="41" y="73"/>
                    <a:pt x="45" y="71"/>
                  </a:cubicBezTo>
                  <a:cubicBezTo>
                    <a:pt x="52" y="68"/>
                    <a:pt x="59" y="66"/>
                    <a:pt x="66" y="66"/>
                  </a:cubicBezTo>
                  <a:cubicBezTo>
                    <a:pt x="73" y="66"/>
                    <a:pt x="80" y="68"/>
                    <a:pt x="86" y="71"/>
                  </a:cubicBezTo>
                  <a:cubicBezTo>
                    <a:pt x="92" y="73"/>
                    <a:pt x="98" y="74"/>
                    <a:pt x="104" y="74"/>
                  </a:cubicBezTo>
                  <a:cubicBezTo>
                    <a:pt x="110" y="74"/>
                    <a:pt x="116" y="73"/>
                    <a:pt x="121" y="71"/>
                  </a:cubicBezTo>
                  <a:cubicBezTo>
                    <a:pt x="128" y="68"/>
                    <a:pt x="135" y="67"/>
                    <a:pt x="141" y="67"/>
                  </a:cubicBezTo>
                  <a:cubicBezTo>
                    <a:pt x="145" y="67"/>
                    <a:pt x="148" y="67"/>
                    <a:pt x="151" y="67"/>
                  </a:cubicBezTo>
                  <a:cubicBezTo>
                    <a:pt x="145" y="52"/>
                    <a:pt x="134" y="41"/>
                    <a:pt x="120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41"/>
                    <a:pt x="119" y="41"/>
                    <a:pt x="119" y="41"/>
                  </a:cubicBezTo>
                  <a:cubicBezTo>
                    <a:pt x="108" y="41"/>
                    <a:pt x="98" y="35"/>
                    <a:pt x="92" y="26"/>
                  </a:cubicBezTo>
                  <a:cubicBezTo>
                    <a:pt x="82" y="10"/>
                    <a:pt x="67" y="0"/>
                    <a:pt x="50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1" name="iśḻíḋé"/>
            <p:cNvSpPr/>
            <p:nvPr/>
          </p:nvSpPr>
          <p:spPr bwMode="auto">
            <a:xfrm>
              <a:off x="5987939" y="2214843"/>
              <a:ext cx="2387903" cy="2871985"/>
            </a:xfrm>
            <a:custGeom>
              <a:avLst/>
              <a:gdLst>
                <a:gd name="T0" fmla="*/ 79 w 1486"/>
                <a:gd name="T1" fmla="*/ 0 h 1789"/>
                <a:gd name="T2" fmla="*/ 1407 w 1486"/>
                <a:gd name="T3" fmla="*/ 0 h 1789"/>
                <a:gd name="T4" fmla="*/ 1486 w 1486"/>
                <a:gd name="T5" fmla="*/ 79 h 1789"/>
                <a:gd name="T6" fmla="*/ 1486 w 1486"/>
                <a:gd name="T7" fmla="*/ 1710 h 1789"/>
                <a:gd name="T8" fmla="*/ 1407 w 1486"/>
                <a:gd name="T9" fmla="*/ 1789 h 1789"/>
                <a:gd name="T10" fmla="*/ 79 w 1486"/>
                <a:gd name="T11" fmla="*/ 1789 h 1789"/>
                <a:gd name="T12" fmla="*/ 0 w 1486"/>
                <a:gd name="T13" fmla="*/ 1710 h 1789"/>
                <a:gd name="T14" fmla="*/ 0 w 1486"/>
                <a:gd name="T15" fmla="*/ 79 h 1789"/>
                <a:gd name="T16" fmla="*/ 79 w 1486"/>
                <a:gd name="T17" fmla="*/ 0 h 1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86" h="1789">
                  <a:moveTo>
                    <a:pt x="79" y="0"/>
                  </a:moveTo>
                  <a:cubicBezTo>
                    <a:pt x="1407" y="0"/>
                    <a:pt x="1407" y="0"/>
                    <a:pt x="1407" y="0"/>
                  </a:cubicBezTo>
                  <a:cubicBezTo>
                    <a:pt x="1451" y="0"/>
                    <a:pt x="1486" y="35"/>
                    <a:pt x="1486" y="79"/>
                  </a:cubicBezTo>
                  <a:cubicBezTo>
                    <a:pt x="1486" y="1710"/>
                    <a:pt x="1486" y="1710"/>
                    <a:pt x="1486" y="1710"/>
                  </a:cubicBezTo>
                  <a:cubicBezTo>
                    <a:pt x="1486" y="1754"/>
                    <a:pt x="1451" y="1789"/>
                    <a:pt x="1407" y="1789"/>
                  </a:cubicBezTo>
                  <a:cubicBezTo>
                    <a:pt x="79" y="1789"/>
                    <a:pt x="79" y="1789"/>
                    <a:pt x="79" y="1789"/>
                  </a:cubicBezTo>
                  <a:cubicBezTo>
                    <a:pt x="35" y="1789"/>
                    <a:pt x="0" y="1754"/>
                    <a:pt x="0" y="1710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35"/>
                    <a:pt x="35" y="0"/>
                    <a:pt x="79" y="0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2" name="iś1ïdé"/>
            <p:cNvSpPr/>
            <p:nvPr/>
          </p:nvSpPr>
          <p:spPr bwMode="auto">
            <a:xfrm>
              <a:off x="6094243" y="2503886"/>
              <a:ext cx="2159479" cy="22938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3" name="íṩliḍé"/>
            <p:cNvSpPr/>
            <p:nvPr/>
          </p:nvSpPr>
          <p:spPr bwMode="auto">
            <a:xfrm>
              <a:off x="6094243" y="2503886"/>
              <a:ext cx="2159479" cy="229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4" name="îSḷîḍe"/>
            <p:cNvSpPr/>
            <p:nvPr/>
          </p:nvSpPr>
          <p:spPr bwMode="auto">
            <a:xfrm>
              <a:off x="7098428" y="4864554"/>
              <a:ext cx="166925" cy="166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5" name="íšḻiḑe"/>
            <p:cNvSpPr/>
            <p:nvPr/>
          </p:nvSpPr>
          <p:spPr bwMode="auto">
            <a:xfrm>
              <a:off x="7143234" y="2344868"/>
              <a:ext cx="77313" cy="7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6" name="íṧḻïḓé"/>
            <p:cNvSpPr/>
            <p:nvPr/>
          </p:nvSpPr>
          <p:spPr bwMode="auto">
            <a:xfrm>
              <a:off x="7139720" y="2339597"/>
              <a:ext cx="84341" cy="85220"/>
            </a:xfrm>
            <a:custGeom>
              <a:avLst/>
              <a:gdLst>
                <a:gd name="T0" fmla="*/ 26 w 52"/>
                <a:gd name="T1" fmla="*/ 4 h 53"/>
                <a:gd name="T2" fmla="*/ 48 w 52"/>
                <a:gd name="T3" fmla="*/ 26 h 53"/>
                <a:gd name="T4" fmla="*/ 26 w 52"/>
                <a:gd name="T5" fmla="*/ 49 h 53"/>
                <a:gd name="T6" fmla="*/ 4 w 52"/>
                <a:gd name="T7" fmla="*/ 27 h 53"/>
                <a:gd name="T8" fmla="*/ 4 w 52"/>
                <a:gd name="T9" fmla="*/ 26 h 53"/>
                <a:gd name="T10" fmla="*/ 26 w 52"/>
                <a:gd name="T11" fmla="*/ 4 h 53"/>
                <a:gd name="T12" fmla="*/ 26 w 52"/>
                <a:gd name="T13" fmla="*/ 0 h 53"/>
                <a:gd name="T14" fmla="*/ 0 w 52"/>
                <a:gd name="T15" fmla="*/ 26 h 53"/>
                <a:gd name="T16" fmla="*/ 26 w 52"/>
                <a:gd name="T17" fmla="*/ 53 h 53"/>
                <a:gd name="T18" fmla="*/ 52 w 52"/>
                <a:gd name="T19" fmla="*/ 27 h 53"/>
                <a:gd name="T20" fmla="*/ 52 w 52"/>
                <a:gd name="T21" fmla="*/ 26 h 53"/>
                <a:gd name="T22" fmla="*/ 26 w 52"/>
                <a:gd name="T2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53">
                  <a:moveTo>
                    <a:pt x="26" y="4"/>
                  </a:moveTo>
                  <a:cubicBezTo>
                    <a:pt x="38" y="4"/>
                    <a:pt x="48" y="14"/>
                    <a:pt x="48" y="26"/>
                  </a:cubicBezTo>
                  <a:cubicBezTo>
                    <a:pt x="48" y="39"/>
                    <a:pt x="38" y="49"/>
                    <a:pt x="26" y="49"/>
                  </a:cubicBezTo>
                  <a:cubicBezTo>
                    <a:pt x="14" y="49"/>
                    <a:pt x="4" y="39"/>
                    <a:pt x="4" y="27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14"/>
                    <a:pt x="14" y="4"/>
                    <a:pt x="26" y="4"/>
                  </a:cubicBezTo>
                  <a:moveTo>
                    <a:pt x="26" y="0"/>
                  </a:moveTo>
                  <a:cubicBezTo>
                    <a:pt x="11" y="0"/>
                    <a:pt x="0" y="12"/>
                    <a:pt x="0" y="26"/>
                  </a:cubicBezTo>
                  <a:cubicBezTo>
                    <a:pt x="0" y="41"/>
                    <a:pt x="11" y="53"/>
                    <a:pt x="26" y="53"/>
                  </a:cubicBezTo>
                  <a:cubicBezTo>
                    <a:pt x="40" y="53"/>
                    <a:pt x="52" y="41"/>
                    <a:pt x="52" y="27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7" name="íŝ1îḋé"/>
            <p:cNvSpPr/>
            <p:nvPr/>
          </p:nvSpPr>
          <p:spPr bwMode="auto">
            <a:xfrm>
              <a:off x="6327060" y="3161921"/>
              <a:ext cx="1709661" cy="1036691"/>
            </a:xfrm>
            <a:custGeom>
              <a:avLst/>
              <a:gdLst>
                <a:gd name="T0" fmla="*/ 1064 w 1064"/>
                <a:gd name="T1" fmla="*/ 331 h 646"/>
                <a:gd name="T2" fmla="*/ 1064 w 1064"/>
                <a:gd name="T3" fmla="*/ 331 h 646"/>
                <a:gd name="T4" fmla="*/ 1058 w 1064"/>
                <a:gd name="T5" fmla="*/ 297 h 646"/>
                <a:gd name="T6" fmla="*/ 1057 w 1064"/>
                <a:gd name="T7" fmla="*/ 295 h 646"/>
                <a:gd name="T8" fmla="*/ 1007 w 1064"/>
                <a:gd name="T9" fmla="*/ 230 h 646"/>
                <a:gd name="T10" fmla="*/ 838 w 1064"/>
                <a:gd name="T11" fmla="*/ 251 h 646"/>
                <a:gd name="T12" fmla="*/ 828 w 1064"/>
                <a:gd name="T13" fmla="*/ 215 h 646"/>
                <a:gd name="T14" fmla="*/ 726 w 1064"/>
                <a:gd name="T15" fmla="*/ 219 h 646"/>
                <a:gd name="T16" fmla="*/ 791 w 1064"/>
                <a:gd name="T17" fmla="*/ 242 h 646"/>
                <a:gd name="T18" fmla="*/ 790 w 1064"/>
                <a:gd name="T19" fmla="*/ 245 h 646"/>
                <a:gd name="T20" fmla="*/ 717 w 1064"/>
                <a:gd name="T21" fmla="*/ 218 h 646"/>
                <a:gd name="T22" fmla="*/ 710 w 1064"/>
                <a:gd name="T23" fmla="*/ 215 h 646"/>
                <a:gd name="T24" fmla="*/ 718 w 1064"/>
                <a:gd name="T25" fmla="*/ 215 h 646"/>
                <a:gd name="T26" fmla="*/ 827 w 1064"/>
                <a:gd name="T27" fmla="*/ 212 h 646"/>
                <a:gd name="T28" fmla="*/ 795 w 1064"/>
                <a:gd name="T29" fmla="*/ 161 h 646"/>
                <a:gd name="T30" fmla="*/ 624 w 1064"/>
                <a:gd name="T31" fmla="*/ 118 h 646"/>
                <a:gd name="T32" fmla="*/ 625 w 1064"/>
                <a:gd name="T33" fmla="*/ 116 h 646"/>
                <a:gd name="T34" fmla="*/ 792 w 1064"/>
                <a:gd name="T35" fmla="*/ 158 h 646"/>
                <a:gd name="T36" fmla="*/ 534 w 1064"/>
                <a:gd name="T37" fmla="*/ 149 h 646"/>
                <a:gd name="T38" fmla="*/ 501 w 1064"/>
                <a:gd name="T39" fmla="*/ 189 h 646"/>
                <a:gd name="T40" fmla="*/ 439 w 1064"/>
                <a:gd name="T41" fmla="*/ 47 h 646"/>
                <a:gd name="T42" fmla="*/ 343 w 1064"/>
                <a:gd name="T43" fmla="*/ 76 h 646"/>
                <a:gd name="T44" fmla="*/ 192 w 1064"/>
                <a:gd name="T45" fmla="*/ 88 h 646"/>
                <a:gd name="T46" fmla="*/ 257 w 1064"/>
                <a:gd name="T47" fmla="*/ 112 h 646"/>
                <a:gd name="T48" fmla="*/ 256 w 1064"/>
                <a:gd name="T49" fmla="*/ 115 h 646"/>
                <a:gd name="T50" fmla="*/ 183 w 1064"/>
                <a:gd name="T51" fmla="*/ 88 h 646"/>
                <a:gd name="T52" fmla="*/ 176 w 1064"/>
                <a:gd name="T53" fmla="*/ 84 h 646"/>
                <a:gd name="T54" fmla="*/ 184 w 1064"/>
                <a:gd name="T55" fmla="*/ 85 h 646"/>
                <a:gd name="T56" fmla="*/ 437 w 1064"/>
                <a:gd name="T57" fmla="*/ 45 h 646"/>
                <a:gd name="T58" fmla="*/ 428 w 1064"/>
                <a:gd name="T59" fmla="*/ 35 h 646"/>
                <a:gd name="T60" fmla="*/ 120 w 1064"/>
                <a:gd name="T61" fmla="*/ 0 h 646"/>
                <a:gd name="T62" fmla="*/ 0 w 1064"/>
                <a:gd name="T63" fmla="*/ 215 h 646"/>
                <a:gd name="T64" fmla="*/ 36 w 1064"/>
                <a:gd name="T65" fmla="*/ 392 h 646"/>
                <a:gd name="T66" fmla="*/ 71 w 1064"/>
                <a:gd name="T67" fmla="*/ 478 h 646"/>
                <a:gd name="T68" fmla="*/ 93 w 1064"/>
                <a:gd name="T69" fmla="*/ 518 h 646"/>
                <a:gd name="T70" fmla="*/ 124 w 1064"/>
                <a:gd name="T71" fmla="*/ 564 h 646"/>
                <a:gd name="T72" fmla="*/ 130 w 1064"/>
                <a:gd name="T73" fmla="*/ 572 h 646"/>
                <a:gd name="T74" fmla="*/ 168 w 1064"/>
                <a:gd name="T75" fmla="*/ 611 h 646"/>
                <a:gd name="T76" fmla="*/ 176 w 1064"/>
                <a:gd name="T77" fmla="*/ 618 h 646"/>
                <a:gd name="T78" fmla="*/ 201 w 1064"/>
                <a:gd name="T79" fmla="*/ 633 h 646"/>
                <a:gd name="T80" fmla="*/ 247 w 1064"/>
                <a:gd name="T81" fmla="*/ 646 h 646"/>
                <a:gd name="T82" fmla="*/ 251 w 1064"/>
                <a:gd name="T83" fmla="*/ 646 h 646"/>
                <a:gd name="T84" fmla="*/ 251 w 1064"/>
                <a:gd name="T85" fmla="*/ 646 h 646"/>
                <a:gd name="T86" fmla="*/ 934 w 1064"/>
                <a:gd name="T87" fmla="*/ 646 h 646"/>
                <a:gd name="T88" fmla="*/ 934 w 1064"/>
                <a:gd name="T89" fmla="*/ 646 h 646"/>
                <a:gd name="T90" fmla="*/ 935 w 1064"/>
                <a:gd name="T91" fmla="*/ 646 h 646"/>
                <a:gd name="T92" fmla="*/ 946 w 1064"/>
                <a:gd name="T93" fmla="*/ 644 h 646"/>
                <a:gd name="T94" fmla="*/ 1011 w 1064"/>
                <a:gd name="T95" fmla="*/ 557 h 646"/>
                <a:gd name="T96" fmla="*/ 1023 w 1064"/>
                <a:gd name="T97" fmla="*/ 527 h 646"/>
                <a:gd name="T98" fmla="*/ 1032 w 1064"/>
                <a:gd name="T99" fmla="*/ 499 h 646"/>
                <a:gd name="T100" fmla="*/ 1054 w 1064"/>
                <a:gd name="T101" fmla="*/ 415 h 646"/>
                <a:gd name="T102" fmla="*/ 1064 w 1064"/>
                <a:gd name="T103" fmla="*/ 337 h 646"/>
                <a:gd name="T104" fmla="*/ 1064 w 1064"/>
                <a:gd name="T105" fmla="*/ 331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64" h="646">
                  <a:moveTo>
                    <a:pt x="1064" y="331"/>
                  </a:moveTo>
                  <a:cubicBezTo>
                    <a:pt x="1064" y="331"/>
                    <a:pt x="1064" y="331"/>
                    <a:pt x="1064" y="331"/>
                  </a:cubicBezTo>
                  <a:cubicBezTo>
                    <a:pt x="1063" y="319"/>
                    <a:pt x="1061" y="308"/>
                    <a:pt x="1058" y="297"/>
                  </a:cubicBezTo>
                  <a:cubicBezTo>
                    <a:pt x="1057" y="295"/>
                    <a:pt x="1057" y="295"/>
                    <a:pt x="1057" y="295"/>
                  </a:cubicBezTo>
                  <a:cubicBezTo>
                    <a:pt x="1048" y="269"/>
                    <a:pt x="1030" y="246"/>
                    <a:pt x="1007" y="230"/>
                  </a:cubicBezTo>
                  <a:cubicBezTo>
                    <a:pt x="954" y="193"/>
                    <a:pt x="881" y="202"/>
                    <a:pt x="838" y="251"/>
                  </a:cubicBezTo>
                  <a:cubicBezTo>
                    <a:pt x="836" y="239"/>
                    <a:pt x="833" y="226"/>
                    <a:pt x="828" y="215"/>
                  </a:cubicBezTo>
                  <a:cubicBezTo>
                    <a:pt x="794" y="219"/>
                    <a:pt x="760" y="221"/>
                    <a:pt x="726" y="219"/>
                  </a:cubicBezTo>
                  <a:cubicBezTo>
                    <a:pt x="747" y="228"/>
                    <a:pt x="768" y="236"/>
                    <a:pt x="791" y="242"/>
                  </a:cubicBezTo>
                  <a:cubicBezTo>
                    <a:pt x="790" y="245"/>
                    <a:pt x="790" y="245"/>
                    <a:pt x="790" y="245"/>
                  </a:cubicBezTo>
                  <a:cubicBezTo>
                    <a:pt x="765" y="238"/>
                    <a:pt x="741" y="229"/>
                    <a:pt x="717" y="218"/>
                  </a:cubicBezTo>
                  <a:cubicBezTo>
                    <a:pt x="710" y="215"/>
                    <a:pt x="710" y="215"/>
                    <a:pt x="710" y="215"/>
                  </a:cubicBezTo>
                  <a:cubicBezTo>
                    <a:pt x="718" y="215"/>
                    <a:pt x="718" y="215"/>
                    <a:pt x="718" y="215"/>
                  </a:cubicBezTo>
                  <a:cubicBezTo>
                    <a:pt x="755" y="217"/>
                    <a:pt x="791" y="216"/>
                    <a:pt x="827" y="212"/>
                  </a:cubicBezTo>
                  <a:cubicBezTo>
                    <a:pt x="819" y="193"/>
                    <a:pt x="809" y="176"/>
                    <a:pt x="795" y="161"/>
                  </a:cubicBezTo>
                  <a:cubicBezTo>
                    <a:pt x="737" y="155"/>
                    <a:pt x="678" y="143"/>
                    <a:pt x="624" y="118"/>
                  </a:cubicBezTo>
                  <a:cubicBezTo>
                    <a:pt x="625" y="116"/>
                    <a:pt x="625" y="116"/>
                    <a:pt x="625" y="116"/>
                  </a:cubicBezTo>
                  <a:cubicBezTo>
                    <a:pt x="678" y="139"/>
                    <a:pt x="735" y="152"/>
                    <a:pt x="792" y="158"/>
                  </a:cubicBezTo>
                  <a:cubicBezTo>
                    <a:pt x="723" y="84"/>
                    <a:pt x="607" y="80"/>
                    <a:pt x="534" y="149"/>
                  </a:cubicBezTo>
                  <a:cubicBezTo>
                    <a:pt x="521" y="160"/>
                    <a:pt x="510" y="174"/>
                    <a:pt x="501" y="189"/>
                  </a:cubicBezTo>
                  <a:cubicBezTo>
                    <a:pt x="496" y="136"/>
                    <a:pt x="474" y="87"/>
                    <a:pt x="439" y="47"/>
                  </a:cubicBezTo>
                  <a:cubicBezTo>
                    <a:pt x="408" y="60"/>
                    <a:pt x="376" y="69"/>
                    <a:pt x="343" y="76"/>
                  </a:cubicBezTo>
                  <a:cubicBezTo>
                    <a:pt x="293" y="87"/>
                    <a:pt x="242" y="91"/>
                    <a:pt x="192" y="88"/>
                  </a:cubicBezTo>
                  <a:cubicBezTo>
                    <a:pt x="213" y="98"/>
                    <a:pt x="235" y="106"/>
                    <a:pt x="257" y="112"/>
                  </a:cubicBezTo>
                  <a:cubicBezTo>
                    <a:pt x="256" y="115"/>
                    <a:pt x="256" y="115"/>
                    <a:pt x="256" y="115"/>
                  </a:cubicBezTo>
                  <a:cubicBezTo>
                    <a:pt x="231" y="108"/>
                    <a:pt x="207" y="99"/>
                    <a:pt x="183" y="88"/>
                  </a:cubicBezTo>
                  <a:cubicBezTo>
                    <a:pt x="176" y="84"/>
                    <a:pt x="176" y="84"/>
                    <a:pt x="176" y="84"/>
                  </a:cubicBezTo>
                  <a:cubicBezTo>
                    <a:pt x="184" y="85"/>
                    <a:pt x="184" y="85"/>
                    <a:pt x="184" y="85"/>
                  </a:cubicBezTo>
                  <a:cubicBezTo>
                    <a:pt x="271" y="91"/>
                    <a:pt x="357" y="77"/>
                    <a:pt x="437" y="45"/>
                  </a:cubicBezTo>
                  <a:cubicBezTo>
                    <a:pt x="434" y="42"/>
                    <a:pt x="431" y="38"/>
                    <a:pt x="428" y="35"/>
                  </a:cubicBezTo>
                  <a:cubicBezTo>
                    <a:pt x="328" y="37"/>
                    <a:pt x="219" y="36"/>
                    <a:pt x="120" y="0"/>
                  </a:cubicBezTo>
                  <a:cubicBezTo>
                    <a:pt x="45" y="46"/>
                    <a:pt x="0" y="127"/>
                    <a:pt x="0" y="215"/>
                  </a:cubicBezTo>
                  <a:cubicBezTo>
                    <a:pt x="0" y="262"/>
                    <a:pt x="13" y="327"/>
                    <a:pt x="36" y="392"/>
                  </a:cubicBezTo>
                  <a:cubicBezTo>
                    <a:pt x="46" y="421"/>
                    <a:pt x="58" y="450"/>
                    <a:pt x="71" y="478"/>
                  </a:cubicBezTo>
                  <a:cubicBezTo>
                    <a:pt x="78" y="492"/>
                    <a:pt x="85" y="505"/>
                    <a:pt x="93" y="518"/>
                  </a:cubicBezTo>
                  <a:cubicBezTo>
                    <a:pt x="102" y="534"/>
                    <a:pt x="112" y="549"/>
                    <a:pt x="124" y="564"/>
                  </a:cubicBezTo>
                  <a:cubicBezTo>
                    <a:pt x="126" y="567"/>
                    <a:pt x="128" y="569"/>
                    <a:pt x="130" y="572"/>
                  </a:cubicBezTo>
                  <a:cubicBezTo>
                    <a:pt x="141" y="586"/>
                    <a:pt x="154" y="599"/>
                    <a:pt x="168" y="611"/>
                  </a:cubicBezTo>
                  <a:cubicBezTo>
                    <a:pt x="171" y="614"/>
                    <a:pt x="173" y="616"/>
                    <a:pt x="176" y="618"/>
                  </a:cubicBezTo>
                  <a:cubicBezTo>
                    <a:pt x="184" y="624"/>
                    <a:pt x="192" y="629"/>
                    <a:pt x="201" y="633"/>
                  </a:cubicBezTo>
                  <a:cubicBezTo>
                    <a:pt x="215" y="641"/>
                    <a:pt x="231" y="645"/>
                    <a:pt x="247" y="646"/>
                  </a:cubicBezTo>
                  <a:cubicBezTo>
                    <a:pt x="248" y="646"/>
                    <a:pt x="250" y="646"/>
                    <a:pt x="251" y="646"/>
                  </a:cubicBezTo>
                  <a:cubicBezTo>
                    <a:pt x="251" y="646"/>
                    <a:pt x="251" y="646"/>
                    <a:pt x="251" y="646"/>
                  </a:cubicBezTo>
                  <a:cubicBezTo>
                    <a:pt x="934" y="646"/>
                    <a:pt x="934" y="646"/>
                    <a:pt x="934" y="646"/>
                  </a:cubicBezTo>
                  <a:cubicBezTo>
                    <a:pt x="934" y="646"/>
                    <a:pt x="934" y="646"/>
                    <a:pt x="934" y="646"/>
                  </a:cubicBezTo>
                  <a:cubicBezTo>
                    <a:pt x="935" y="646"/>
                    <a:pt x="935" y="646"/>
                    <a:pt x="935" y="646"/>
                  </a:cubicBezTo>
                  <a:cubicBezTo>
                    <a:pt x="939" y="646"/>
                    <a:pt x="943" y="645"/>
                    <a:pt x="946" y="644"/>
                  </a:cubicBezTo>
                  <a:cubicBezTo>
                    <a:pt x="970" y="635"/>
                    <a:pt x="993" y="601"/>
                    <a:pt x="1011" y="557"/>
                  </a:cubicBezTo>
                  <a:cubicBezTo>
                    <a:pt x="1015" y="548"/>
                    <a:pt x="1019" y="538"/>
                    <a:pt x="1023" y="527"/>
                  </a:cubicBezTo>
                  <a:cubicBezTo>
                    <a:pt x="1026" y="518"/>
                    <a:pt x="1029" y="509"/>
                    <a:pt x="1032" y="499"/>
                  </a:cubicBezTo>
                  <a:cubicBezTo>
                    <a:pt x="1041" y="472"/>
                    <a:pt x="1048" y="444"/>
                    <a:pt x="1054" y="415"/>
                  </a:cubicBezTo>
                  <a:cubicBezTo>
                    <a:pt x="1060" y="390"/>
                    <a:pt x="1063" y="363"/>
                    <a:pt x="1064" y="337"/>
                  </a:cubicBezTo>
                  <a:cubicBezTo>
                    <a:pt x="1064" y="335"/>
                    <a:pt x="1064" y="333"/>
                    <a:pt x="1064" y="331"/>
                  </a:cubicBezTo>
                </a:path>
              </a:pathLst>
            </a:custGeom>
            <a:solidFill>
              <a:srgbClr val="4285F4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8" name="îs1îḋe"/>
            <p:cNvSpPr/>
            <p:nvPr/>
          </p:nvSpPr>
          <p:spPr bwMode="auto">
            <a:xfrm>
              <a:off x="6524734" y="3067038"/>
              <a:ext cx="484082" cy="149354"/>
            </a:xfrm>
            <a:custGeom>
              <a:avLst/>
              <a:gdLst>
                <a:gd name="T0" fmla="*/ 301 w 301"/>
                <a:gd name="T1" fmla="*/ 91 h 93"/>
                <a:gd name="T2" fmla="*/ 0 w 301"/>
                <a:gd name="T3" fmla="*/ 57 h 93"/>
                <a:gd name="T4" fmla="*/ 301 w 301"/>
                <a:gd name="T5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1" h="93">
                  <a:moveTo>
                    <a:pt x="301" y="91"/>
                  </a:moveTo>
                  <a:cubicBezTo>
                    <a:pt x="220" y="14"/>
                    <a:pt x="97" y="0"/>
                    <a:pt x="0" y="57"/>
                  </a:cubicBezTo>
                  <a:cubicBezTo>
                    <a:pt x="96" y="92"/>
                    <a:pt x="203" y="93"/>
                    <a:pt x="301" y="91"/>
                  </a:cubicBezTo>
                  <a:close/>
                </a:path>
              </a:pathLst>
            </a:custGeom>
            <a:solidFill>
              <a:srgbClr val="4285F4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9" name="îśľïḑê"/>
            <p:cNvSpPr/>
            <p:nvPr/>
          </p:nvSpPr>
          <p:spPr bwMode="auto">
            <a:xfrm>
              <a:off x="7557910" y="3819956"/>
              <a:ext cx="351421" cy="376899"/>
            </a:xfrm>
            <a:custGeom>
              <a:avLst/>
              <a:gdLst>
                <a:gd name="T0" fmla="*/ 54 w 219"/>
                <a:gd name="T1" fmla="*/ 205 h 235"/>
                <a:gd name="T2" fmla="*/ 51 w 219"/>
                <a:gd name="T3" fmla="*/ 202 h 235"/>
                <a:gd name="T4" fmla="*/ 52 w 219"/>
                <a:gd name="T5" fmla="*/ 199 h 235"/>
                <a:gd name="T6" fmla="*/ 54 w 219"/>
                <a:gd name="T7" fmla="*/ 198 h 235"/>
                <a:gd name="T8" fmla="*/ 69 w 219"/>
                <a:gd name="T9" fmla="*/ 198 h 235"/>
                <a:gd name="T10" fmla="*/ 72 w 219"/>
                <a:gd name="T11" fmla="*/ 202 h 235"/>
                <a:gd name="T12" fmla="*/ 71 w 219"/>
                <a:gd name="T13" fmla="*/ 204 h 235"/>
                <a:gd name="T14" fmla="*/ 69 w 219"/>
                <a:gd name="T15" fmla="*/ 205 h 235"/>
                <a:gd name="T16" fmla="*/ 54 w 219"/>
                <a:gd name="T17" fmla="*/ 205 h 235"/>
                <a:gd name="T18" fmla="*/ 151 w 219"/>
                <a:gd name="T19" fmla="*/ 205 h 235"/>
                <a:gd name="T20" fmla="*/ 148 w 219"/>
                <a:gd name="T21" fmla="*/ 201 h 235"/>
                <a:gd name="T22" fmla="*/ 151 w 219"/>
                <a:gd name="T23" fmla="*/ 198 h 235"/>
                <a:gd name="T24" fmla="*/ 166 w 219"/>
                <a:gd name="T25" fmla="*/ 198 h 235"/>
                <a:gd name="T26" fmla="*/ 169 w 219"/>
                <a:gd name="T27" fmla="*/ 202 h 235"/>
                <a:gd name="T28" fmla="*/ 168 w 219"/>
                <a:gd name="T29" fmla="*/ 204 h 235"/>
                <a:gd name="T30" fmla="*/ 166 w 219"/>
                <a:gd name="T31" fmla="*/ 205 h 235"/>
                <a:gd name="T32" fmla="*/ 151 w 219"/>
                <a:gd name="T33" fmla="*/ 205 h 235"/>
                <a:gd name="T34" fmla="*/ 110 w 219"/>
                <a:gd name="T35" fmla="*/ 0 h 235"/>
                <a:gd name="T36" fmla="*/ 108 w 219"/>
                <a:gd name="T37" fmla="*/ 0 h 235"/>
                <a:gd name="T38" fmla="*/ 107 w 219"/>
                <a:gd name="T39" fmla="*/ 1 h 235"/>
                <a:gd name="T40" fmla="*/ 1 w 219"/>
                <a:gd name="T41" fmla="*/ 184 h 235"/>
                <a:gd name="T42" fmla="*/ 3 w 219"/>
                <a:gd name="T43" fmla="*/ 189 h 235"/>
                <a:gd name="T44" fmla="*/ 4 w 219"/>
                <a:gd name="T45" fmla="*/ 189 h 235"/>
                <a:gd name="T46" fmla="*/ 4 w 219"/>
                <a:gd name="T47" fmla="*/ 189 h 235"/>
                <a:gd name="T48" fmla="*/ 36 w 219"/>
                <a:gd name="T49" fmla="*/ 189 h 235"/>
                <a:gd name="T50" fmla="*/ 39 w 219"/>
                <a:gd name="T51" fmla="*/ 192 h 235"/>
                <a:gd name="T52" fmla="*/ 39 w 219"/>
                <a:gd name="T53" fmla="*/ 231 h 235"/>
                <a:gd name="T54" fmla="*/ 42 w 219"/>
                <a:gd name="T55" fmla="*/ 235 h 235"/>
                <a:gd name="T56" fmla="*/ 84 w 219"/>
                <a:gd name="T57" fmla="*/ 235 h 235"/>
                <a:gd name="T58" fmla="*/ 87 w 219"/>
                <a:gd name="T59" fmla="*/ 231 h 235"/>
                <a:gd name="T60" fmla="*/ 87 w 219"/>
                <a:gd name="T61" fmla="*/ 213 h 235"/>
                <a:gd name="T62" fmla="*/ 90 w 219"/>
                <a:gd name="T63" fmla="*/ 209 h 235"/>
                <a:gd name="T64" fmla="*/ 90 w 219"/>
                <a:gd name="T65" fmla="*/ 209 h 235"/>
                <a:gd name="T66" fmla="*/ 129 w 219"/>
                <a:gd name="T67" fmla="*/ 209 h 235"/>
                <a:gd name="T68" fmla="*/ 133 w 219"/>
                <a:gd name="T69" fmla="*/ 213 h 235"/>
                <a:gd name="T70" fmla="*/ 133 w 219"/>
                <a:gd name="T71" fmla="*/ 231 h 235"/>
                <a:gd name="T72" fmla="*/ 136 w 219"/>
                <a:gd name="T73" fmla="*/ 235 h 235"/>
                <a:gd name="T74" fmla="*/ 177 w 219"/>
                <a:gd name="T75" fmla="*/ 235 h 235"/>
                <a:gd name="T76" fmla="*/ 177 w 219"/>
                <a:gd name="T77" fmla="*/ 235 h 235"/>
                <a:gd name="T78" fmla="*/ 180 w 219"/>
                <a:gd name="T79" fmla="*/ 232 h 235"/>
                <a:gd name="T80" fmla="*/ 180 w 219"/>
                <a:gd name="T81" fmla="*/ 231 h 235"/>
                <a:gd name="T82" fmla="*/ 180 w 219"/>
                <a:gd name="T83" fmla="*/ 192 h 235"/>
                <a:gd name="T84" fmla="*/ 184 w 219"/>
                <a:gd name="T85" fmla="*/ 189 h 235"/>
                <a:gd name="T86" fmla="*/ 215 w 219"/>
                <a:gd name="T87" fmla="*/ 189 h 235"/>
                <a:gd name="T88" fmla="*/ 215 w 219"/>
                <a:gd name="T89" fmla="*/ 189 h 235"/>
                <a:gd name="T90" fmla="*/ 219 w 219"/>
                <a:gd name="T91" fmla="*/ 186 h 235"/>
                <a:gd name="T92" fmla="*/ 218 w 219"/>
                <a:gd name="T93" fmla="*/ 184 h 235"/>
                <a:gd name="T94" fmla="*/ 113 w 219"/>
                <a:gd name="T95" fmla="*/ 1 h 235"/>
                <a:gd name="T96" fmla="*/ 110 w 219"/>
                <a:gd name="T97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9" h="235">
                  <a:moveTo>
                    <a:pt x="54" y="205"/>
                  </a:moveTo>
                  <a:cubicBezTo>
                    <a:pt x="52" y="205"/>
                    <a:pt x="51" y="203"/>
                    <a:pt x="51" y="202"/>
                  </a:cubicBezTo>
                  <a:cubicBezTo>
                    <a:pt x="51" y="201"/>
                    <a:pt x="51" y="200"/>
                    <a:pt x="52" y="199"/>
                  </a:cubicBezTo>
                  <a:cubicBezTo>
                    <a:pt x="52" y="199"/>
                    <a:pt x="53" y="198"/>
                    <a:pt x="54" y="198"/>
                  </a:cubicBezTo>
                  <a:cubicBezTo>
                    <a:pt x="69" y="198"/>
                    <a:pt x="69" y="198"/>
                    <a:pt x="69" y="198"/>
                  </a:cubicBezTo>
                  <a:cubicBezTo>
                    <a:pt x="71" y="198"/>
                    <a:pt x="72" y="200"/>
                    <a:pt x="72" y="202"/>
                  </a:cubicBezTo>
                  <a:cubicBezTo>
                    <a:pt x="72" y="202"/>
                    <a:pt x="72" y="203"/>
                    <a:pt x="71" y="204"/>
                  </a:cubicBezTo>
                  <a:cubicBezTo>
                    <a:pt x="70" y="205"/>
                    <a:pt x="70" y="205"/>
                    <a:pt x="69" y="205"/>
                  </a:cubicBezTo>
                  <a:cubicBezTo>
                    <a:pt x="54" y="205"/>
                    <a:pt x="54" y="205"/>
                    <a:pt x="54" y="205"/>
                  </a:cubicBezTo>
                  <a:moveTo>
                    <a:pt x="151" y="205"/>
                  </a:moveTo>
                  <a:cubicBezTo>
                    <a:pt x="149" y="205"/>
                    <a:pt x="148" y="203"/>
                    <a:pt x="148" y="201"/>
                  </a:cubicBezTo>
                  <a:cubicBezTo>
                    <a:pt x="148" y="200"/>
                    <a:pt x="149" y="198"/>
                    <a:pt x="151" y="198"/>
                  </a:cubicBezTo>
                  <a:cubicBezTo>
                    <a:pt x="166" y="198"/>
                    <a:pt x="166" y="198"/>
                    <a:pt x="166" y="198"/>
                  </a:cubicBezTo>
                  <a:cubicBezTo>
                    <a:pt x="168" y="198"/>
                    <a:pt x="169" y="200"/>
                    <a:pt x="169" y="202"/>
                  </a:cubicBezTo>
                  <a:cubicBezTo>
                    <a:pt x="169" y="202"/>
                    <a:pt x="169" y="203"/>
                    <a:pt x="168" y="204"/>
                  </a:cubicBezTo>
                  <a:cubicBezTo>
                    <a:pt x="167" y="205"/>
                    <a:pt x="167" y="205"/>
                    <a:pt x="166" y="205"/>
                  </a:cubicBezTo>
                  <a:cubicBezTo>
                    <a:pt x="151" y="205"/>
                    <a:pt x="151" y="205"/>
                    <a:pt x="151" y="205"/>
                  </a:cubicBezTo>
                  <a:moveTo>
                    <a:pt x="110" y="0"/>
                  </a:moveTo>
                  <a:cubicBezTo>
                    <a:pt x="109" y="0"/>
                    <a:pt x="109" y="0"/>
                    <a:pt x="108" y="0"/>
                  </a:cubicBezTo>
                  <a:cubicBezTo>
                    <a:pt x="108" y="0"/>
                    <a:pt x="107" y="1"/>
                    <a:pt x="107" y="1"/>
                  </a:cubicBezTo>
                  <a:cubicBezTo>
                    <a:pt x="1" y="184"/>
                    <a:pt x="1" y="184"/>
                    <a:pt x="1" y="184"/>
                  </a:cubicBezTo>
                  <a:cubicBezTo>
                    <a:pt x="0" y="186"/>
                    <a:pt x="1" y="188"/>
                    <a:pt x="3" y="189"/>
                  </a:cubicBezTo>
                  <a:cubicBezTo>
                    <a:pt x="3" y="189"/>
                    <a:pt x="4" y="189"/>
                    <a:pt x="4" y="189"/>
                  </a:cubicBezTo>
                  <a:cubicBezTo>
                    <a:pt x="4" y="189"/>
                    <a:pt x="4" y="189"/>
                    <a:pt x="4" y="189"/>
                  </a:cubicBezTo>
                  <a:cubicBezTo>
                    <a:pt x="36" y="189"/>
                    <a:pt x="36" y="189"/>
                    <a:pt x="36" y="189"/>
                  </a:cubicBezTo>
                  <a:cubicBezTo>
                    <a:pt x="38" y="189"/>
                    <a:pt x="39" y="191"/>
                    <a:pt x="39" y="192"/>
                  </a:cubicBezTo>
                  <a:cubicBezTo>
                    <a:pt x="39" y="231"/>
                    <a:pt x="39" y="231"/>
                    <a:pt x="39" y="231"/>
                  </a:cubicBezTo>
                  <a:cubicBezTo>
                    <a:pt x="39" y="233"/>
                    <a:pt x="41" y="235"/>
                    <a:pt x="42" y="235"/>
                  </a:cubicBezTo>
                  <a:cubicBezTo>
                    <a:pt x="84" y="235"/>
                    <a:pt x="84" y="235"/>
                    <a:pt x="84" y="235"/>
                  </a:cubicBezTo>
                  <a:cubicBezTo>
                    <a:pt x="85" y="235"/>
                    <a:pt x="87" y="233"/>
                    <a:pt x="87" y="231"/>
                  </a:cubicBezTo>
                  <a:cubicBezTo>
                    <a:pt x="87" y="213"/>
                    <a:pt x="87" y="213"/>
                    <a:pt x="87" y="213"/>
                  </a:cubicBezTo>
                  <a:cubicBezTo>
                    <a:pt x="87" y="211"/>
                    <a:pt x="88" y="209"/>
                    <a:pt x="90" y="209"/>
                  </a:cubicBezTo>
                  <a:cubicBezTo>
                    <a:pt x="90" y="209"/>
                    <a:pt x="90" y="209"/>
                    <a:pt x="90" y="209"/>
                  </a:cubicBezTo>
                  <a:cubicBezTo>
                    <a:pt x="129" y="209"/>
                    <a:pt x="129" y="209"/>
                    <a:pt x="129" y="209"/>
                  </a:cubicBezTo>
                  <a:cubicBezTo>
                    <a:pt x="131" y="209"/>
                    <a:pt x="133" y="211"/>
                    <a:pt x="133" y="213"/>
                  </a:cubicBezTo>
                  <a:cubicBezTo>
                    <a:pt x="133" y="231"/>
                    <a:pt x="133" y="231"/>
                    <a:pt x="133" y="231"/>
                  </a:cubicBezTo>
                  <a:cubicBezTo>
                    <a:pt x="133" y="233"/>
                    <a:pt x="134" y="235"/>
                    <a:pt x="136" y="235"/>
                  </a:cubicBezTo>
                  <a:cubicBezTo>
                    <a:pt x="177" y="235"/>
                    <a:pt x="177" y="235"/>
                    <a:pt x="177" y="235"/>
                  </a:cubicBezTo>
                  <a:cubicBezTo>
                    <a:pt x="177" y="235"/>
                    <a:pt x="177" y="235"/>
                    <a:pt x="177" y="235"/>
                  </a:cubicBezTo>
                  <a:cubicBezTo>
                    <a:pt x="178" y="235"/>
                    <a:pt x="180" y="234"/>
                    <a:pt x="180" y="232"/>
                  </a:cubicBezTo>
                  <a:cubicBezTo>
                    <a:pt x="180" y="231"/>
                    <a:pt x="180" y="231"/>
                    <a:pt x="180" y="231"/>
                  </a:cubicBezTo>
                  <a:cubicBezTo>
                    <a:pt x="180" y="192"/>
                    <a:pt x="180" y="192"/>
                    <a:pt x="180" y="192"/>
                  </a:cubicBezTo>
                  <a:cubicBezTo>
                    <a:pt x="180" y="191"/>
                    <a:pt x="182" y="189"/>
                    <a:pt x="184" y="189"/>
                  </a:cubicBezTo>
                  <a:cubicBezTo>
                    <a:pt x="215" y="189"/>
                    <a:pt x="215" y="189"/>
                    <a:pt x="215" y="189"/>
                  </a:cubicBezTo>
                  <a:cubicBezTo>
                    <a:pt x="215" y="189"/>
                    <a:pt x="215" y="189"/>
                    <a:pt x="215" y="189"/>
                  </a:cubicBezTo>
                  <a:cubicBezTo>
                    <a:pt x="217" y="189"/>
                    <a:pt x="219" y="188"/>
                    <a:pt x="219" y="186"/>
                  </a:cubicBezTo>
                  <a:cubicBezTo>
                    <a:pt x="219" y="185"/>
                    <a:pt x="219" y="185"/>
                    <a:pt x="218" y="184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0"/>
                    <a:pt x="111" y="0"/>
                    <a:pt x="110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0" name="iṥḻîďè"/>
            <p:cNvSpPr/>
            <p:nvPr/>
          </p:nvSpPr>
          <p:spPr bwMode="auto">
            <a:xfrm>
              <a:off x="6727679" y="4198612"/>
              <a:ext cx="2636" cy="0"/>
            </a:xfrm>
            <a:custGeom>
              <a:avLst/>
              <a:gdLst>
                <a:gd name="T0" fmla="*/ 2 w 2"/>
                <a:gd name="T1" fmla="*/ 0 w 2"/>
                <a:gd name="T2" fmla="*/ 1 w 2"/>
                <a:gd name="T3" fmla="*/ 1 w 2"/>
                <a:gd name="T4" fmla="*/ 2 w 2"/>
                <a:gd name="T5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ECF3FE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1" name="ïSḷiḑè"/>
            <p:cNvSpPr/>
            <p:nvPr/>
          </p:nvSpPr>
          <p:spPr bwMode="auto">
            <a:xfrm>
              <a:off x="6536155" y="3821713"/>
              <a:ext cx="325943" cy="376899"/>
            </a:xfrm>
            <a:custGeom>
              <a:avLst/>
              <a:gdLst>
                <a:gd name="T0" fmla="*/ 135 w 203"/>
                <a:gd name="T1" fmla="*/ 199 h 235"/>
                <a:gd name="T2" fmla="*/ 150 w 203"/>
                <a:gd name="T3" fmla="*/ 199 h 235"/>
                <a:gd name="T4" fmla="*/ 150 w 203"/>
                <a:gd name="T5" fmla="*/ 199 h 235"/>
                <a:gd name="T6" fmla="*/ 153 w 203"/>
                <a:gd name="T7" fmla="*/ 202 h 235"/>
                <a:gd name="T8" fmla="*/ 152 w 203"/>
                <a:gd name="T9" fmla="*/ 205 h 235"/>
                <a:gd name="T10" fmla="*/ 150 w 203"/>
                <a:gd name="T11" fmla="*/ 206 h 235"/>
                <a:gd name="T12" fmla="*/ 150 w 203"/>
                <a:gd name="T13" fmla="*/ 206 h 235"/>
                <a:gd name="T14" fmla="*/ 135 w 203"/>
                <a:gd name="T15" fmla="*/ 206 h 235"/>
                <a:gd name="T16" fmla="*/ 131 w 203"/>
                <a:gd name="T17" fmla="*/ 202 h 235"/>
                <a:gd name="T18" fmla="*/ 132 w 203"/>
                <a:gd name="T19" fmla="*/ 200 h 235"/>
                <a:gd name="T20" fmla="*/ 135 w 203"/>
                <a:gd name="T21" fmla="*/ 199 h 235"/>
                <a:gd name="T22" fmla="*/ 135 w 203"/>
                <a:gd name="T23" fmla="*/ 199 h 235"/>
                <a:gd name="T24" fmla="*/ 66 w 203"/>
                <a:gd name="T25" fmla="*/ 132 h 235"/>
                <a:gd name="T26" fmla="*/ 63 w 203"/>
                <a:gd name="T27" fmla="*/ 129 h 235"/>
                <a:gd name="T28" fmla="*/ 63 w 203"/>
                <a:gd name="T29" fmla="*/ 129 h 235"/>
                <a:gd name="T30" fmla="*/ 63 w 203"/>
                <a:gd name="T31" fmla="*/ 103 h 235"/>
                <a:gd name="T32" fmla="*/ 66 w 203"/>
                <a:gd name="T33" fmla="*/ 100 h 235"/>
                <a:gd name="T34" fmla="*/ 121 w 203"/>
                <a:gd name="T35" fmla="*/ 100 h 235"/>
                <a:gd name="T36" fmla="*/ 125 w 203"/>
                <a:gd name="T37" fmla="*/ 103 h 235"/>
                <a:gd name="T38" fmla="*/ 125 w 203"/>
                <a:gd name="T39" fmla="*/ 129 h 235"/>
                <a:gd name="T40" fmla="*/ 121 w 203"/>
                <a:gd name="T41" fmla="*/ 132 h 235"/>
                <a:gd name="T42" fmla="*/ 66 w 203"/>
                <a:gd name="T43" fmla="*/ 132 h 235"/>
                <a:gd name="T44" fmla="*/ 94 w 203"/>
                <a:gd name="T45" fmla="*/ 0 h 235"/>
                <a:gd name="T46" fmla="*/ 92 w 203"/>
                <a:gd name="T47" fmla="*/ 0 h 235"/>
                <a:gd name="T48" fmla="*/ 91 w 203"/>
                <a:gd name="T49" fmla="*/ 2 h 235"/>
                <a:gd name="T50" fmla="*/ 0 w 203"/>
                <a:gd name="T51" fmla="*/ 160 h 235"/>
                <a:gd name="T52" fmla="*/ 38 w 203"/>
                <a:gd name="T53" fmla="*/ 199 h 235"/>
                <a:gd name="T54" fmla="*/ 53 w 203"/>
                <a:gd name="T55" fmla="*/ 199 h 235"/>
                <a:gd name="T56" fmla="*/ 53 w 203"/>
                <a:gd name="T57" fmla="*/ 199 h 235"/>
                <a:gd name="T58" fmla="*/ 56 w 203"/>
                <a:gd name="T59" fmla="*/ 202 h 235"/>
                <a:gd name="T60" fmla="*/ 55 w 203"/>
                <a:gd name="T61" fmla="*/ 205 h 235"/>
                <a:gd name="T62" fmla="*/ 53 w 203"/>
                <a:gd name="T63" fmla="*/ 206 h 235"/>
                <a:gd name="T64" fmla="*/ 53 w 203"/>
                <a:gd name="T65" fmla="*/ 206 h 235"/>
                <a:gd name="T66" fmla="*/ 46 w 203"/>
                <a:gd name="T67" fmla="*/ 206 h 235"/>
                <a:gd name="T68" fmla="*/ 71 w 203"/>
                <a:gd name="T69" fmla="*/ 221 h 235"/>
                <a:gd name="T70" fmla="*/ 71 w 203"/>
                <a:gd name="T71" fmla="*/ 213 h 235"/>
                <a:gd name="T72" fmla="*/ 74 w 203"/>
                <a:gd name="T73" fmla="*/ 210 h 235"/>
                <a:gd name="T74" fmla="*/ 113 w 203"/>
                <a:gd name="T75" fmla="*/ 210 h 235"/>
                <a:gd name="T76" fmla="*/ 117 w 203"/>
                <a:gd name="T77" fmla="*/ 213 h 235"/>
                <a:gd name="T78" fmla="*/ 117 w 203"/>
                <a:gd name="T79" fmla="*/ 232 h 235"/>
                <a:gd name="T80" fmla="*/ 117 w 203"/>
                <a:gd name="T81" fmla="*/ 233 h 235"/>
                <a:gd name="T82" fmla="*/ 119 w 203"/>
                <a:gd name="T83" fmla="*/ 235 h 235"/>
                <a:gd name="T84" fmla="*/ 121 w 203"/>
                <a:gd name="T85" fmla="*/ 235 h 235"/>
                <a:gd name="T86" fmla="*/ 121 w 203"/>
                <a:gd name="T87" fmla="*/ 235 h 235"/>
                <a:gd name="T88" fmla="*/ 161 w 203"/>
                <a:gd name="T89" fmla="*/ 235 h 235"/>
                <a:gd name="T90" fmla="*/ 164 w 203"/>
                <a:gd name="T91" fmla="*/ 234 h 235"/>
                <a:gd name="T92" fmla="*/ 164 w 203"/>
                <a:gd name="T93" fmla="*/ 232 h 235"/>
                <a:gd name="T94" fmla="*/ 164 w 203"/>
                <a:gd name="T95" fmla="*/ 193 h 235"/>
                <a:gd name="T96" fmla="*/ 168 w 203"/>
                <a:gd name="T97" fmla="*/ 189 h 235"/>
                <a:gd name="T98" fmla="*/ 199 w 203"/>
                <a:gd name="T99" fmla="*/ 189 h 235"/>
                <a:gd name="T100" fmla="*/ 202 w 203"/>
                <a:gd name="T101" fmla="*/ 186 h 235"/>
                <a:gd name="T102" fmla="*/ 202 w 203"/>
                <a:gd name="T103" fmla="*/ 184 h 235"/>
                <a:gd name="T104" fmla="*/ 97 w 203"/>
                <a:gd name="T105" fmla="*/ 2 h 235"/>
                <a:gd name="T106" fmla="*/ 94 w 203"/>
                <a:gd name="T107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3" h="235">
                  <a:moveTo>
                    <a:pt x="135" y="199"/>
                  </a:moveTo>
                  <a:cubicBezTo>
                    <a:pt x="150" y="199"/>
                    <a:pt x="150" y="199"/>
                    <a:pt x="150" y="199"/>
                  </a:cubicBezTo>
                  <a:cubicBezTo>
                    <a:pt x="150" y="199"/>
                    <a:pt x="150" y="199"/>
                    <a:pt x="150" y="199"/>
                  </a:cubicBezTo>
                  <a:cubicBezTo>
                    <a:pt x="151" y="199"/>
                    <a:pt x="153" y="200"/>
                    <a:pt x="153" y="202"/>
                  </a:cubicBezTo>
                  <a:cubicBezTo>
                    <a:pt x="153" y="203"/>
                    <a:pt x="153" y="204"/>
                    <a:pt x="152" y="205"/>
                  </a:cubicBezTo>
                  <a:cubicBezTo>
                    <a:pt x="151" y="205"/>
                    <a:pt x="150" y="206"/>
                    <a:pt x="150" y="206"/>
                  </a:cubicBezTo>
                  <a:cubicBezTo>
                    <a:pt x="150" y="206"/>
                    <a:pt x="150" y="206"/>
                    <a:pt x="150" y="206"/>
                  </a:cubicBezTo>
                  <a:cubicBezTo>
                    <a:pt x="135" y="206"/>
                    <a:pt x="135" y="206"/>
                    <a:pt x="135" y="206"/>
                  </a:cubicBezTo>
                  <a:cubicBezTo>
                    <a:pt x="133" y="206"/>
                    <a:pt x="131" y="204"/>
                    <a:pt x="131" y="202"/>
                  </a:cubicBezTo>
                  <a:cubicBezTo>
                    <a:pt x="131" y="201"/>
                    <a:pt x="132" y="201"/>
                    <a:pt x="132" y="200"/>
                  </a:cubicBezTo>
                  <a:cubicBezTo>
                    <a:pt x="133" y="199"/>
                    <a:pt x="134" y="199"/>
                    <a:pt x="135" y="199"/>
                  </a:cubicBezTo>
                  <a:cubicBezTo>
                    <a:pt x="135" y="199"/>
                    <a:pt x="135" y="199"/>
                    <a:pt x="135" y="199"/>
                  </a:cubicBezTo>
                  <a:moveTo>
                    <a:pt x="66" y="132"/>
                  </a:moveTo>
                  <a:cubicBezTo>
                    <a:pt x="64" y="132"/>
                    <a:pt x="63" y="131"/>
                    <a:pt x="63" y="129"/>
                  </a:cubicBezTo>
                  <a:cubicBezTo>
                    <a:pt x="63" y="129"/>
                    <a:pt x="63" y="129"/>
                    <a:pt x="63" y="129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1"/>
                    <a:pt x="64" y="100"/>
                    <a:pt x="66" y="100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23" y="100"/>
                    <a:pt x="125" y="101"/>
                    <a:pt x="125" y="103"/>
                  </a:cubicBezTo>
                  <a:cubicBezTo>
                    <a:pt x="125" y="129"/>
                    <a:pt x="125" y="129"/>
                    <a:pt x="125" y="129"/>
                  </a:cubicBezTo>
                  <a:cubicBezTo>
                    <a:pt x="125" y="131"/>
                    <a:pt x="123" y="132"/>
                    <a:pt x="121" y="132"/>
                  </a:cubicBezTo>
                  <a:cubicBezTo>
                    <a:pt x="66" y="132"/>
                    <a:pt x="66" y="132"/>
                    <a:pt x="66" y="132"/>
                  </a:cubicBezTo>
                  <a:moveTo>
                    <a:pt x="94" y="0"/>
                  </a:moveTo>
                  <a:cubicBezTo>
                    <a:pt x="93" y="0"/>
                    <a:pt x="93" y="0"/>
                    <a:pt x="92" y="0"/>
                  </a:cubicBezTo>
                  <a:cubicBezTo>
                    <a:pt x="91" y="1"/>
                    <a:pt x="91" y="1"/>
                    <a:pt x="91" y="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11" y="174"/>
                    <a:pt x="24" y="187"/>
                    <a:pt x="38" y="199"/>
                  </a:cubicBezTo>
                  <a:cubicBezTo>
                    <a:pt x="53" y="199"/>
                    <a:pt x="53" y="199"/>
                    <a:pt x="53" y="199"/>
                  </a:cubicBezTo>
                  <a:cubicBezTo>
                    <a:pt x="53" y="199"/>
                    <a:pt x="53" y="199"/>
                    <a:pt x="53" y="199"/>
                  </a:cubicBezTo>
                  <a:cubicBezTo>
                    <a:pt x="54" y="199"/>
                    <a:pt x="56" y="200"/>
                    <a:pt x="56" y="202"/>
                  </a:cubicBezTo>
                  <a:cubicBezTo>
                    <a:pt x="56" y="203"/>
                    <a:pt x="56" y="204"/>
                    <a:pt x="55" y="205"/>
                  </a:cubicBezTo>
                  <a:cubicBezTo>
                    <a:pt x="54" y="205"/>
                    <a:pt x="54" y="206"/>
                    <a:pt x="53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46" y="206"/>
                    <a:pt x="46" y="206"/>
                    <a:pt x="46" y="206"/>
                  </a:cubicBezTo>
                  <a:cubicBezTo>
                    <a:pt x="54" y="211"/>
                    <a:pt x="62" y="217"/>
                    <a:pt x="71" y="221"/>
                  </a:cubicBezTo>
                  <a:cubicBezTo>
                    <a:pt x="71" y="213"/>
                    <a:pt x="71" y="213"/>
                    <a:pt x="71" y="213"/>
                  </a:cubicBezTo>
                  <a:cubicBezTo>
                    <a:pt x="71" y="211"/>
                    <a:pt x="72" y="210"/>
                    <a:pt x="74" y="210"/>
                  </a:cubicBezTo>
                  <a:cubicBezTo>
                    <a:pt x="113" y="210"/>
                    <a:pt x="113" y="210"/>
                    <a:pt x="113" y="210"/>
                  </a:cubicBezTo>
                  <a:cubicBezTo>
                    <a:pt x="115" y="210"/>
                    <a:pt x="117" y="211"/>
                    <a:pt x="117" y="213"/>
                  </a:cubicBezTo>
                  <a:cubicBezTo>
                    <a:pt x="117" y="232"/>
                    <a:pt x="117" y="232"/>
                    <a:pt x="117" y="232"/>
                  </a:cubicBezTo>
                  <a:cubicBezTo>
                    <a:pt x="117" y="232"/>
                    <a:pt x="117" y="233"/>
                    <a:pt x="117" y="233"/>
                  </a:cubicBezTo>
                  <a:cubicBezTo>
                    <a:pt x="117" y="234"/>
                    <a:pt x="118" y="235"/>
                    <a:pt x="119" y="235"/>
                  </a:cubicBezTo>
                  <a:cubicBezTo>
                    <a:pt x="120" y="235"/>
                    <a:pt x="120" y="235"/>
                    <a:pt x="121" y="235"/>
                  </a:cubicBezTo>
                  <a:cubicBezTo>
                    <a:pt x="121" y="235"/>
                    <a:pt x="121" y="235"/>
                    <a:pt x="121" y="235"/>
                  </a:cubicBezTo>
                  <a:cubicBezTo>
                    <a:pt x="161" y="235"/>
                    <a:pt x="161" y="235"/>
                    <a:pt x="161" y="235"/>
                  </a:cubicBezTo>
                  <a:cubicBezTo>
                    <a:pt x="162" y="235"/>
                    <a:pt x="163" y="235"/>
                    <a:pt x="164" y="234"/>
                  </a:cubicBezTo>
                  <a:cubicBezTo>
                    <a:pt x="164" y="233"/>
                    <a:pt x="164" y="232"/>
                    <a:pt x="164" y="232"/>
                  </a:cubicBezTo>
                  <a:cubicBezTo>
                    <a:pt x="164" y="193"/>
                    <a:pt x="164" y="193"/>
                    <a:pt x="164" y="193"/>
                  </a:cubicBezTo>
                  <a:cubicBezTo>
                    <a:pt x="164" y="191"/>
                    <a:pt x="166" y="189"/>
                    <a:pt x="168" y="189"/>
                  </a:cubicBezTo>
                  <a:cubicBezTo>
                    <a:pt x="199" y="189"/>
                    <a:pt x="199" y="189"/>
                    <a:pt x="199" y="189"/>
                  </a:cubicBezTo>
                  <a:cubicBezTo>
                    <a:pt x="201" y="189"/>
                    <a:pt x="203" y="188"/>
                    <a:pt x="202" y="186"/>
                  </a:cubicBezTo>
                  <a:cubicBezTo>
                    <a:pt x="202" y="185"/>
                    <a:pt x="202" y="185"/>
                    <a:pt x="202" y="184"/>
                  </a:cubicBezTo>
                  <a:cubicBezTo>
                    <a:pt x="97" y="2"/>
                    <a:pt x="97" y="2"/>
                    <a:pt x="97" y="2"/>
                  </a:cubicBezTo>
                  <a:cubicBezTo>
                    <a:pt x="96" y="1"/>
                    <a:pt x="95" y="0"/>
                    <a:pt x="94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2" name="ïṡḷîḑé"/>
            <p:cNvSpPr/>
            <p:nvPr/>
          </p:nvSpPr>
          <p:spPr bwMode="auto">
            <a:xfrm>
              <a:off x="6870005" y="3479957"/>
              <a:ext cx="662428" cy="716898"/>
            </a:xfrm>
            <a:custGeom>
              <a:avLst/>
              <a:gdLst>
                <a:gd name="T0" fmla="*/ 69 w 412"/>
                <a:gd name="T1" fmla="*/ 357 h 447"/>
                <a:gd name="T2" fmla="*/ 139 w 412"/>
                <a:gd name="T3" fmla="*/ 377 h 447"/>
                <a:gd name="T4" fmla="*/ 192 w 412"/>
                <a:gd name="T5" fmla="*/ 358 h 447"/>
                <a:gd name="T6" fmla="*/ 221 w 412"/>
                <a:gd name="T7" fmla="*/ 376 h 447"/>
                <a:gd name="T8" fmla="*/ 275 w 412"/>
                <a:gd name="T9" fmla="*/ 376 h 447"/>
                <a:gd name="T10" fmla="*/ 342 w 412"/>
                <a:gd name="T11" fmla="*/ 358 h 447"/>
                <a:gd name="T12" fmla="*/ 394 w 412"/>
                <a:gd name="T13" fmla="*/ 377 h 447"/>
                <a:gd name="T14" fmla="*/ 17 w 412"/>
                <a:gd name="T15" fmla="*/ 313 h 447"/>
                <a:gd name="T16" fmla="*/ 69 w 412"/>
                <a:gd name="T17" fmla="*/ 332 h 447"/>
                <a:gd name="T18" fmla="*/ 138 w 412"/>
                <a:gd name="T19" fmla="*/ 313 h 447"/>
                <a:gd name="T20" fmla="*/ 190 w 412"/>
                <a:gd name="T21" fmla="*/ 332 h 447"/>
                <a:gd name="T22" fmla="*/ 221 w 412"/>
                <a:gd name="T23" fmla="*/ 313 h 447"/>
                <a:gd name="T24" fmla="*/ 273 w 412"/>
                <a:gd name="T25" fmla="*/ 332 h 447"/>
                <a:gd name="T26" fmla="*/ 342 w 412"/>
                <a:gd name="T27" fmla="*/ 313 h 447"/>
                <a:gd name="T28" fmla="*/ 394 w 412"/>
                <a:gd name="T29" fmla="*/ 332 h 447"/>
                <a:gd name="T30" fmla="*/ 18 w 412"/>
                <a:gd name="T31" fmla="*/ 267 h 447"/>
                <a:gd name="T32" fmla="*/ 18 w 412"/>
                <a:gd name="T33" fmla="*/ 287 h 447"/>
                <a:gd name="T34" fmla="*/ 190 w 412"/>
                <a:gd name="T35" fmla="*/ 267 h 447"/>
                <a:gd name="T36" fmla="*/ 222 w 412"/>
                <a:gd name="T37" fmla="*/ 287 h 447"/>
                <a:gd name="T38" fmla="*/ 274 w 412"/>
                <a:gd name="T39" fmla="*/ 268 h 447"/>
                <a:gd name="T40" fmla="*/ 342 w 412"/>
                <a:gd name="T41" fmla="*/ 286 h 447"/>
                <a:gd name="T42" fmla="*/ 396 w 412"/>
                <a:gd name="T43" fmla="*/ 286 h 447"/>
                <a:gd name="T44" fmla="*/ 17 w 412"/>
                <a:gd name="T45" fmla="*/ 223 h 447"/>
                <a:gd name="T46" fmla="*/ 69 w 412"/>
                <a:gd name="T47" fmla="*/ 242 h 447"/>
                <a:gd name="T48" fmla="*/ 139 w 412"/>
                <a:gd name="T49" fmla="*/ 222 h 447"/>
                <a:gd name="T50" fmla="*/ 139 w 412"/>
                <a:gd name="T51" fmla="*/ 242 h 447"/>
                <a:gd name="T52" fmla="*/ 273 w 412"/>
                <a:gd name="T53" fmla="*/ 222 h 447"/>
                <a:gd name="T54" fmla="*/ 343 w 412"/>
                <a:gd name="T55" fmla="*/ 242 h 447"/>
                <a:gd name="T56" fmla="*/ 396 w 412"/>
                <a:gd name="T57" fmla="*/ 223 h 447"/>
                <a:gd name="T58" fmla="*/ 17 w 412"/>
                <a:gd name="T59" fmla="*/ 196 h 447"/>
                <a:gd name="T60" fmla="*/ 71 w 412"/>
                <a:gd name="T61" fmla="*/ 196 h 447"/>
                <a:gd name="T62" fmla="*/ 138 w 412"/>
                <a:gd name="T63" fmla="*/ 178 h 447"/>
                <a:gd name="T64" fmla="*/ 190 w 412"/>
                <a:gd name="T65" fmla="*/ 197 h 447"/>
                <a:gd name="T66" fmla="*/ 222 w 412"/>
                <a:gd name="T67" fmla="*/ 177 h 447"/>
                <a:gd name="T68" fmla="*/ 222 w 412"/>
                <a:gd name="T69" fmla="*/ 197 h 447"/>
                <a:gd name="T70" fmla="*/ 394 w 412"/>
                <a:gd name="T71" fmla="*/ 177 h 447"/>
                <a:gd name="T72" fmla="*/ 18 w 412"/>
                <a:gd name="T73" fmla="*/ 152 h 447"/>
                <a:gd name="T74" fmla="*/ 71 w 412"/>
                <a:gd name="T75" fmla="*/ 133 h 447"/>
                <a:gd name="T76" fmla="*/ 138 w 412"/>
                <a:gd name="T77" fmla="*/ 150 h 447"/>
                <a:gd name="T78" fmla="*/ 192 w 412"/>
                <a:gd name="T79" fmla="*/ 150 h 447"/>
                <a:gd name="T80" fmla="*/ 221 w 412"/>
                <a:gd name="T81" fmla="*/ 133 h 447"/>
                <a:gd name="T82" fmla="*/ 273 w 412"/>
                <a:gd name="T83" fmla="*/ 152 h 447"/>
                <a:gd name="T84" fmla="*/ 343 w 412"/>
                <a:gd name="T85" fmla="*/ 132 h 447"/>
                <a:gd name="T86" fmla="*/ 343 w 412"/>
                <a:gd name="T87" fmla="*/ 152 h 447"/>
                <a:gd name="T88" fmla="*/ 69 w 412"/>
                <a:gd name="T89" fmla="*/ 87 h 447"/>
                <a:gd name="T90" fmla="*/ 139 w 412"/>
                <a:gd name="T91" fmla="*/ 107 h 447"/>
                <a:gd name="T92" fmla="*/ 192 w 412"/>
                <a:gd name="T93" fmla="*/ 88 h 447"/>
                <a:gd name="T94" fmla="*/ 221 w 412"/>
                <a:gd name="T95" fmla="*/ 105 h 447"/>
                <a:gd name="T96" fmla="*/ 275 w 412"/>
                <a:gd name="T97" fmla="*/ 105 h 447"/>
                <a:gd name="T98" fmla="*/ 342 w 412"/>
                <a:gd name="T99" fmla="*/ 88 h 447"/>
                <a:gd name="T100" fmla="*/ 394 w 412"/>
                <a:gd name="T101" fmla="*/ 107 h 447"/>
                <a:gd name="T102" fmla="*/ 178 w 412"/>
                <a:gd name="T103" fmla="*/ 34 h 447"/>
                <a:gd name="T104" fmla="*/ 0 w 412"/>
                <a:gd name="T105" fmla="*/ 70 h 447"/>
                <a:gd name="T106" fmla="*/ 85 w 412"/>
                <a:gd name="T107" fmla="*/ 395 h 447"/>
                <a:gd name="T108" fmla="*/ 124 w 412"/>
                <a:gd name="T109" fmla="*/ 447 h 447"/>
                <a:gd name="T110" fmla="*/ 326 w 412"/>
                <a:gd name="T111" fmla="*/ 394 h 447"/>
                <a:gd name="T112" fmla="*/ 412 w 412"/>
                <a:gd name="T113" fmla="*/ 445 h 447"/>
                <a:gd name="T114" fmla="*/ 274 w 412"/>
                <a:gd name="T115" fmla="*/ 34 h 447"/>
                <a:gd name="T116" fmla="*/ 182 w 412"/>
                <a:gd name="T117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2" h="447">
                  <a:moveTo>
                    <a:pt x="18" y="377"/>
                  </a:moveTo>
                  <a:cubicBezTo>
                    <a:pt x="17" y="377"/>
                    <a:pt x="17" y="377"/>
                    <a:pt x="17" y="376"/>
                  </a:cubicBezTo>
                  <a:cubicBezTo>
                    <a:pt x="17" y="358"/>
                    <a:pt x="17" y="358"/>
                    <a:pt x="17" y="358"/>
                  </a:cubicBezTo>
                  <a:cubicBezTo>
                    <a:pt x="17" y="358"/>
                    <a:pt x="17" y="357"/>
                    <a:pt x="18" y="357"/>
                  </a:cubicBezTo>
                  <a:cubicBezTo>
                    <a:pt x="69" y="357"/>
                    <a:pt x="69" y="357"/>
                    <a:pt x="69" y="357"/>
                  </a:cubicBezTo>
                  <a:cubicBezTo>
                    <a:pt x="70" y="357"/>
                    <a:pt x="71" y="358"/>
                    <a:pt x="71" y="358"/>
                  </a:cubicBezTo>
                  <a:cubicBezTo>
                    <a:pt x="71" y="376"/>
                    <a:pt x="71" y="376"/>
                    <a:pt x="71" y="376"/>
                  </a:cubicBezTo>
                  <a:cubicBezTo>
                    <a:pt x="71" y="377"/>
                    <a:pt x="70" y="377"/>
                    <a:pt x="69" y="377"/>
                  </a:cubicBezTo>
                  <a:cubicBezTo>
                    <a:pt x="18" y="377"/>
                    <a:pt x="18" y="377"/>
                    <a:pt x="18" y="377"/>
                  </a:cubicBezTo>
                  <a:moveTo>
                    <a:pt x="139" y="377"/>
                  </a:moveTo>
                  <a:cubicBezTo>
                    <a:pt x="138" y="377"/>
                    <a:pt x="138" y="377"/>
                    <a:pt x="138" y="376"/>
                  </a:cubicBezTo>
                  <a:cubicBezTo>
                    <a:pt x="138" y="358"/>
                    <a:pt x="138" y="358"/>
                    <a:pt x="138" y="358"/>
                  </a:cubicBezTo>
                  <a:cubicBezTo>
                    <a:pt x="138" y="358"/>
                    <a:pt x="138" y="357"/>
                    <a:pt x="139" y="357"/>
                  </a:cubicBezTo>
                  <a:cubicBezTo>
                    <a:pt x="190" y="357"/>
                    <a:pt x="190" y="357"/>
                    <a:pt x="190" y="357"/>
                  </a:cubicBezTo>
                  <a:cubicBezTo>
                    <a:pt x="191" y="357"/>
                    <a:pt x="192" y="358"/>
                    <a:pt x="192" y="358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7"/>
                    <a:pt x="191" y="377"/>
                    <a:pt x="190" y="377"/>
                  </a:cubicBezTo>
                  <a:cubicBezTo>
                    <a:pt x="139" y="377"/>
                    <a:pt x="139" y="377"/>
                    <a:pt x="139" y="377"/>
                  </a:cubicBezTo>
                  <a:moveTo>
                    <a:pt x="222" y="377"/>
                  </a:moveTo>
                  <a:cubicBezTo>
                    <a:pt x="221" y="377"/>
                    <a:pt x="221" y="377"/>
                    <a:pt x="221" y="376"/>
                  </a:cubicBezTo>
                  <a:cubicBezTo>
                    <a:pt x="221" y="358"/>
                    <a:pt x="221" y="358"/>
                    <a:pt x="221" y="358"/>
                  </a:cubicBezTo>
                  <a:cubicBezTo>
                    <a:pt x="221" y="358"/>
                    <a:pt x="221" y="357"/>
                    <a:pt x="222" y="357"/>
                  </a:cubicBezTo>
                  <a:cubicBezTo>
                    <a:pt x="273" y="357"/>
                    <a:pt x="273" y="357"/>
                    <a:pt x="273" y="357"/>
                  </a:cubicBezTo>
                  <a:cubicBezTo>
                    <a:pt x="274" y="357"/>
                    <a:pt x="274" y="358"/>
                    <a:pt x="274" y="358"/>
                  </a:cubicBezTo>
                  <a:cubicBezTo>
                    <a:pt x="275" y="376"/>
                    <a:pt x="275" y="376"/>
                    <a:pt x="275" y="376"/>
                  </a:cubicBezTo>
                  <a:cubicBezTo>
                    <a:pt x="275" y="377"/>
                    <a:pt x="274" y="377"/>
                    <a:pt x="273" y="377"/>
                  </a:cubicBezTo>
                  <a:cubicBezTo>
                    <a:pt x="222" y="377"/>
                    <a:pt x="222" y="377"/>
                    <a:pt x="222" y="377"/>
                  </a:cubicBezTo>
                  <a:moveTo>
                    <a:pt x="343" y="377"/>
                  </a:moveTo>
                  <a:cubicBezTo>
                    <a:pt x="342" y="377"/>
                    <a:pt x="342" y="377"/>
                    <a:pt x="342" y="376"/>
                  </a:cubicBezTo>
                  <a:cubicBezTo>
                    <a:pt x="342" y="358"/>
                    <a:pt x="342" y="358"/>
                    <a:pt x="342" y="358"/>
                  </a:cubicBezTo>
                  <a:cubicBezTo>
                    <a:pt x="342" y="358"/>
                    <a:pt x="342" y="357"/>
                    <a:pt x="343" y="357"/>
                  </a:cubicBezTo>
                  <a:cubicBezTo>
                    <a:pt x="394" y="357"/>
                    <a:pt x="394" y="357"/>
                    <a:pt x="394" y="357"/>
                  </a:cubicBezTo>
                  <a:cubicBezTo>
                    <a:pt x="395" y="357"/>
                    <a:pt x="396" y="358"/>
                    <a:pt x="396" y="358"/>
                  </a:cubicBezTo>
                  <a:cubicBezTo>
                    <a:pt x="396" y="376"/>
                    <a:pt x="396" y="376"/>
                    <a:pt x="396" y="376"/>
                  </a:cubicBezTo>
                  <a:cubicBezTo>
                    <a:pt x="396" y="377"/>
                    <a:pt x="395" y="377"/>
                    <a:pt x="394" y="377"/>
                  </a:cubicBezTo>
                  <a:cubicBezTo>
                    <a:pt x="343" y="377"/>
                    <a:pt x="343" y="377"/>
                    <a:pt x="343" y="377"/>
                  </a:cubicBezTo>
                  <a:moveTo>
                    <a:pt x="18" y="332"/>
                  </a:moveTo>
                  <a:cubicBezTo>
                    <a:pt x="17" y="332"/>
                    <a:pt x="17" y="332"/>
                    <a:pt x="17" y="331"/>
                  </a:cubicBezTo>
                  <a:cubicBezTo>
                    <a:pt x="17" y="331"/>
                    <a:pt x="17" y="331"/>
                    <a:pt x="17" y="331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7" y="313"/>
                    <a:pt x="17" y="312"/>
                    <a:pt x="18" y="312"/>
                  </a:cubicBezTo>
                  <a:cubicBezTo>
                    <a:pt x="69" y="312"/>
                    <a:pt x="69" y="312"/>
                    <a:pt x="69" y="312"/>
                  </a:cubicBezTo>
                  <a:cubicBezTo>
                    <a:pt x="70" y="312"/>
                    <a:pt x="71" y="313"/>
                    <a:pt x="71" y="313"/>
                  </a:cubicBezTo>
                  <a:cubicBezTo>
                    <a:pt x="71" y="331"/>
                    <a:pt x="71" y="331"/>
                    <a:pt x="71" y="331"/>
                  </a:cubicBezTo>
                  <a:cubicBezTo>
                    <a:pt x="71" y="332"/>
                    <a:pt x="70" y="332"/>
                    <a:pt x="69" y="332"/>
                  </a:cubicBezTo>
                  <a:cubicBezTo>
                    <a:pt x="18" y="332"/>
                    <a:pt x="18" y="332"/>
                    <a:pt x="18" y="332"/>
                  </a:cubicBezTo>
                  <a:moveTo>
                    <a:pt x="139" y="332"/>
                  </a:moveTo>
                  <a:cubicBezTo>
                    <a:pt x="138" y="332"/>
                    <a:pt x="138" y="332"/>
                    <a:pt x="138" y="331"/>
                  </a:cubicBezTo>
                  <a:cubicBezTo>
                    <a:pt x="138" y="331"/>
                    <a:pt x="138" y="331"/>
                    <a:pt x="138" y="331"/>
                  </a:cubicBezTo>
                  <a:cubicBezTo>
                    <a:pt x="138" y="313"/>
                    <a:pt x="138" y="313"/>
                    <a:pt x="138" y="313"/>
                  </a:cubicBezTo>
                  <a:cubicBezTo>
                    <a:pt x="138" y="313"/>
                    <a:pt x="138" y="312"/>
                    <a:pt x="139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1" y="312"/>
                    <a:pt x="192" y="313"/>
                    <a:pt x="192" y="313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1" y="332"/>
                    <a:pt x="190" y="332"/>
                  </a:cubicBezTo>
                  <a:cubicBezTo>
                    <a:pt x="139" y="332"/>
                    <a:pt x="139" y="332"/>
                    <a:pt x="139" y="332"/>
                  </a:cubicBezTo>
                  <a:moveTo>
                    <a:pt x="222" y="332"/>
                  </a:moveTo>
                  <a:cubicBezTo>
                    <a:pt x="221" y="332"/>
                    <a:pt x="221" y="332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13"/>
                    <a:pt x="221" y="313"/>
                    <a:pt x="221" y="313"/>
                  </a:cubicBezTo>
                  <a:cubicBezTo>
                    <a:pt x="221" y="313"/>
                    <a:pt x="221" y="312"/>
                    <a:pt x="22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4" y="312"/>
                    <a:pt x="274" y="313"/>
                    <a:pt x="274" y="313"/>
                  </a:cubicBezTo>
                  <a:cubicBezTo>
                    <a:pt x="275" y="331"/>
                    <a:pt x="275" y="331"/>
                    <a:pt x="275" y="331"/>
                  </a:cubicBezTo>
                  <a:cubicBezTo>
                    <a:pt x="275" y="332"/>
                    <a:pt x="274" y="332"/>
                    <a:pt x="273" y="332"/>
                  </a:cubicBezTo>
                  <a:cubicBezTo>
                    <a:pt x="222" y="332"/>
                    <a:pt x="222" y="332"/>
                    <a:pt x="222" y="332"/>
                  </a:cubicBezTo>
                  <a:moveTo>
                    <a:pt x="343" y="332"/>
                  </a:moveTo>
                  <a:cubicBezTo>
                    <a:pt x="342" y="332"/>
                    <a:pt x="342" y="332"/>
                    <a:pt x="342" y="331"/>
                  </a:cubicBezTo>
                  <a:cubicBezTo>
                    <a:pt x="342" y="331"/>
                    <a:pt x="342" y="331"/>
                    <a:pt x="342" y="331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3"/>
                    <a:pt x="342" y="312"/>
                    <a:pt x="343" y="312"/>
                  </a:cubicBezTo>
                  <a:cubicBezTo>
                    <a:pt x="394" y="312"/>
                    <a:pt x="394" y="312"/>
                    <a:pt x="394" y="312"/>
                  </a:cubicBezTo>
                  <a:cubicBezTo>
                    <a:pt x="395" y="312"/>
                    <a:pt x="396" y="313"/>
                    <a:pt x="396" y="313"/>
                  </a:cubicBezTo>
                  <a:cubicBezTo>
                    <a:pt x="396" y="331"/>
                    <a:pt x="396" y="331"/>
                    <a:pt x="396" y="331"/>
                  </a:cubicBezTo>
                  <a:cubicBezTo>
                    <a:pt x="396" y="332"/>
                    <a:pt x="395" y="332"/>
                    <a:pt x="394" y="332"/>
                  </a:cubicBezTo>
                  <a:cubicBezTo>
                    <a:pt x="343" y="332"/>
                    <a:pt x="343" y="332"/>
                    <a:pt x="343" y="332"/>
                  </a:cubicBezTo>
                  <a:moveTo>
                    <a:pt x="18" y="287"/>
                  </a:moveTo>
                  <a:cubicBezTo>
                    <a:pt x="17" y="287"/>
                    <a:pt x="17" y="287"/>
                    <a:pt x="17" y="286"/>
                  </a:cubicBezTo>
                  <a:cubicBezTo>
                    <a:pt x="17" y="268"/>
                    <a:pt x="17" y="268"/>
                    <a:pt x="17" y="268"/>
                  </a:cubicBezTo>
                  <a:cubicBezTo>
                    <a:pt x="17" y="268"/>
                    <a:pt x="17" y="267"/>
                    <a:pt x="18" y="267"/>
                  </a:cubicBezTo>
                  <a:cubicBezTo>
                    <a:pt x="69" y="267"/>
                    <a:pt x="69" y="267"/>
                    <a:pt x="69" y="267"/>
                  </a:cubicBezTo>
                  <a:cubicBezTo>
                    <a:pt x="70" y="267"/>
                    <a:pt x="71" y="268"/>
                    <a:pt x="71" y="268"/>
                  </a:cubicBezTo>
                  <a:cubicBezTo>
                    <a:pt x="71" y="286"/>
                    <a:pt x="71" y="286"/>
                    <a:pt x="71" y="286"/>
                  </a:cubicBezTo>
                  <a:cubicBezTo>
                    <a:pt x="71" y="287"/>
                    <a:pt x="70" y="287"/>
                    <a:pt x="69" y="287"/>
                  </a:cubicBezTo>
                  <a:cubicBezTo>
                    <a:pt x="18" y="287"/>
                    <a:pt x="18" y="287"/>
                    <a:pt x="18" y="287"/>
                  </a:cubicBezTo>
                  <a:moveTo>
                    <a:pt x="139" y="287"/>
                  </a:moveTo>
                  <a:cubicBezTo>
                    <a:pt x="138" y="287"/>
                    <a:pt x="138" y="287"/>
                    <a:pt x="138" y="286"/>
                  </a:cubicBezTo>
                  <a:cubicBezTo>
                    <a:pt x="138" y="268"/>
                    <a:pt x="138" y="268"/>
                    <a:pt x="138" y="268"/>
                  </a:cubicBezTo>
                  <a:cubicBezTo>
                    <a:pt x="138" y="268"/>
                    <a:pt x="138" y="267"/>
                    <a:pt x="139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1" y="267"/>
                    <a:pt x="192" y="268"/>
                    <a:pt x="192" y="268"/>
                  </a:cubicBezTo>
                  <a:cubicBezTo>
                    <a:pt x="192" y="286"/>
                    <a:pt x="192" y="286"/>
                    <a:pt x="192" y="286"/>
                  </a:cubicBezTo>
                  <a:cubicBezTo>
                    <a:pt x="192" y="287"/>
                    <a:pt x="191" y="287"/>
                    <a:pt x="190" y="287"/>
                  </a:cubicBezTo>
                  <a:cubicBezTo>
                    <a:pt x="139" y="287"/>
                    <a:pt x="139" y="287"/>
                    <a:pt x="139" y="287"/>
                  </a:cubicBezTo>
                  <a:moveTo>
                    <a:pt x="222" y="287"/>
                  </a:moveTo>
                  <a:cubicBezTo>
                    <a:pt x="221" y="287"/>
                    <a:pt x="221" y="287"/>
                    <a:pt x="221" y="286"/>
                  </a:cubicBezTo>
                  <a:cubicBezTo>
                    <a:pt x="221" y="268"/>
                    <a:pt x="221" y="268"/>
                    <a:pt x="221" y="268"/>
                  </a:cubicBezTo>
                  <a:cubicBezTo>
                    <a:pt x="221" y="268"/>
                    <a:pt x="221" y="267"/>
                    <a:pt x="222" y="267"/>
                  </a:cubicBezTo>
                  <a:cubicBezTo>
                    <a:pt x="273" y="267"/>
                    <a:pt x="273" y="267"/>
                    <a:pt x="273" y="267"/>
                  </a:cubicBezTo>
                  <a:cubicBezTo>
                    <a:pt x="274" y="267"/>
                    <a:pt x="274" y="268"/>
                    <a:pt x="274" y="268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7"/>
                    <a:pt x="274" y="287"/>
                    <a:pt x="273" y="287"/>
                  </a:cubicBezTo>
                  <a:cubicBezTo>
                    <a:pt x="222" y="287"/>
                    <a:pt x="222" y="287"/>
                    <a:pt x="222" y="287"/>
                  </a:cubicBezTo>
                  <a:moveTo>
                    <a:pt x="343" y="287"/>
                  </a:moveTo>
                  <a:cubicBezTo>
                    <a:pt x="342" y="287"/>
                    <a:pt x="342" y="287"/>
                    <a:pt x="342" y="286"/>
                  </a:cubicBezTo>
                  <a:cubicBezTo>
                    <a:pt x="342" y="268"/>
                    <a:pt x="342" y="268"/>
                    <a:pt x="342" y="268"/>
                  </a:cubicBezTo>
                  <a:cubicBezTo>
                    <a:pt x="342" y="268"/>
                    <a:pt x="342" y="267"/>
                    <a:pt x="343" y="267"/>
                  </a:cubicBezTo>
                  <a:cubicBezTo>
                    <a:pt x="394" y="267"/>
                    <a:pt x="394" y="267"/>
                    <a:pt x="394" y="267"/>
                  </a:cubicBezTo>
                  <a:cubicBezTo>
                    <a:pt x="395" y="267"/>
                    <a:pt x="396" y="268"/>
                    <a:pt x="396" y="268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7"/>
                    <a:pt x="395" y="287"/>
                    <a:pt x="394" y="287"/>
                  </a:cubicBezTo>
                  <a:cubicBezTo>
                    <a:pt x="343" y="287"/>
                    <a:pt x="343" y="287"/>
                    <a:pt x="343" y="287"/>
                  </a:cubicBezTo>
                  <a:moveTo>
                    <a:pt x="18" y="242"/>
                  </a:moveTo>
                  <a:cubicBezTo>
                    <a:pt x="17" y="242"/>
                    <a:pt x="17" y="241"/>
                    <a:pt x="17" y="241"/>
                  </a:cubicBezTo>
                  <a:cubicBezTo>
                    <a:pt x="17" y="223"/>
                    <a:pt x="17" y="223"/>
                    <a:pt x="17" y="223"/>
                  </a:cubicBezTo>
                  <a:cubicBezTo>
                    <a:pt x="17" y="222"/>
                    <a:pt x="17" y="222"/>
                    <a:pt x="18" y="222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70" y="222"/>
                    <a:pt x="71" y="222"/>
                    <a:pt x="71" y="223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41"/>
                    <a:pt x="70" y="242"/>
                    <a:pt x="69" y="242"/>
                  </a:cubicBezTo>
                  <a:cubicBezTo>
                    <a:pt x="18" y="242"/>
                    <a:pt x="18" y="242"/>
                    <a:pt x="18" y="242"/>
                  </a:cubicBezTo>
                  <a:moveTo>
                    <a:pt x="139" y="242"/>
                  </a:moveTo>
                  <a:cubicBezTo>
                    <a:pt x="138" y="242"/>
                    <a:pt x="138" y="241"/>
                    <a:pt x="138" y="241"/>
                  </a:cubicBezTo>
                  <a:cubicBezTo>
                    <a:pt x="138" y="223"/>
                    <a:pt x="138" y="223"/>
                    <a:pt x="138" y="223"/>
                  </a:cubicBezTo>
                  <a:cubicBezTo>
                    <a:pt x="138" y="222"/>
                    <a:pt x="138" y="222"/>
                    <a:pt x="139" y="222"/>
                  </a:cubicBezTo>
                  <a:cubicBezTo>
                    <a:pt x="190" y="222"/>
                    <a:pt x="190" y="222"/>
                    <a:pt x="190" y="222"/>
                  </a:cubicBezTo>
                  <a:cubicBezTo>
                    <a:pt x="191" y="222"/>
                    <a:pt x="192" y="222"/>
                    <a:pt x="192" y="223"/>
                  </a:cubicBezTo>
                  <a:cubicBezTo>
                    <a:pt x="192" y="241"/>
                    <a:pt x="192" y="241"/>
                    <a:pt x="192" y="241"/>
                  </a:cubicBezTo>
                  <a:cubicBezTo>
                    <a:pt x="192" y="241"/>
                    <a:pt x="191" y="242"/>
                    <a:pt x="190" y="242"/>
                  </a:cubicBezTo>
                  <a:cubicBezTo>
                    <a:pt x="139" y="242"/>
                    <a:pt x="139" y="242"/>
                    <a:pt x="139" y="242"/>
                  </a:cubicBezTo>
                  <a:moveTo>
                    <a:pt x="222" y="242"/>
                  </a:moveTo>
                  <a:cubicBezTo>
                    <a:pt x="221" y="242"/>
                    <a:pt x="221" y="241"/>
                    <a:pt x="221" y="241"/>
                  </a:cubicBezTo>
                  <a:cubicBezTo>
                    <a:pt x="221" y="223"/>
                    <a:pt x="221" y="223"/>
                    <a:pt x="221" y="223"/>
                  </a:cubicBezTo>
                  <a:cubicBezTo>
                    <a:pt x="221" y="222"/>
                    <a:pt x="221" y="222"/>
                    <a:pt x="222" y="222"/>
                  </a:cubicBezTo>
                  <a:cubicBezTo>
                    <a:pt x="273" y="222"/>
                    <a:pt x="273" y="222"/>
                    <a:pt x="273" y="222"/>
                  </a:cubicBezTo>
                  <a:cubicBezTo>
                    <a:pt x="274" y="222"/>
                    <a:pt x="274" y="222"/>
                    <a:pt x="274" y="223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75" y="241"/>
                    <a:pt x="274" y="242"/>
                    <a:pt x="273" y="242"/>
                  </a:cubicBezTo>
                  <a:cubicBezTo>
                    <a:pt x="222" y="242"/>
                    <a:pt x="222" y="242"/>
                    <a:pt x="222" y="242"/>
                  </a:cubicBezTo>
                  <a:moveTo>
                    <a:pt x="343" y="242"/>
                  </a:moveTo>
                  <a:cubicBezTo>
                    <a:pt x="342" y="242"/>
                    <a:pt x="342" y="241"/>
                    <a:pt x="342" y="241"/>
                  </a:cubicBezTo>
                  <a:cubicBezTo>
                    <a:pt x="342" y="223"/>
                    <a:pt x="342" y="223"/>
                    <a:pt x="342" y="223"/>
                  </a:cubicBezTo>
                  <a:cubicBezTo>
                    <a:pt x="342" y="222"/>
                    <a:pt x="342" y="222"/>
                    <a:pt x="343" y="222"/>
                  </a:cubicBezTo>
                  <a:cubicBezTo>
                    <a:pt x="394" y="222"/>
                    <a:pt x="394" y="222"/>
                    <a:pt x="394" y="222"/>
                  </a:cubicBezTo>
                  <a:cubicBezTo>
                    <a:pt x="395" y="222"/>
                    <a:pt x="396" y="222"/>
                    <a:pt x="396" y="223"/>
                  </a:cubicBezTo>
                  <a:cubicBezTo>
                    <a:pt x="396" y="241"/>
                    <a:pt x="396" y="241"/>
                    <a:pt x="396" y="241"/>
                  </a:cubicBezTo>
                  <a:cubicBezTo>
                    <a:pt x="396" y="241"/>
                    <a:pt x="395" y="242"/>
                    <a:pt x="394" y="242"/>
                  </a:cubicBezTo>
                  <a:cubicBezTo>
                    <a:pt x="343" y="242"/>
                    <a:pt x="343" y="242"/>
                    <a:pt x="343" y="242"/>
                  </a:cubicBezTo>
                  <a:moveTo>
                    <a:pt x="18" y="197"/>
                  </a:moveTo>
                  <a:cubicBezTo>
                    <a:pt x="17" y="197"/>
                    <a:pt x="17" y="196"/>
                    <a:pt x="17" y="196"/>
                  </a:cubicBezTo>
                  <a:cubicBezTo>
                    <a:pt x="17" y="178"/>
                    <a:pt x="17" y="178"/>
                    <a:pt x="17" y="178"/>
                  </a:cubicBezTo>
                  <a:cubicBezTo>
                    <a:pt x="17" y="177"/>
                    <a:pt x="17" y="177"/>
                    <a:pt x="18" y="177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70" y="177"/>
                    <a:pt x="71" y="177"/>
                    <a:pt x="71" y="178"/>
                  </a:cubicBezTo>
                  <a:cubicBezTo>
                    <a:pt x="71" y="196"/>
                    <a:pt x="71" y="196"/>
                    <a:pt x="71" y="196"/>
                  </a:cubicBezTo>
                  <a:cubicBezTo>
                    <a:pt x="71" y="196"/>
                    <a:pt x="70" y="197"/>
                    <a:pt x="69" y="197"/>
                  </a:cubicBezTo>
                  <a:cubicBezTo>
                    <a:pt x="18" y="197"/>
                    <a:pt x="18" y="197"/>
                    <a:pt x="18" y="197"/>
                  </a:cubicBezTo>
                  <a:moveTo>
                    <a:pt x="139" y="197"/>
                  </a:moveTo>
                  <a:cubicBezTo>
                    <a:pt x="138" y="197"/>
                    <a:pt x="138" y="196"/>
                    <a:pt x="138" y="196"/>
                  </a:cubicBezTo>
                  <a:cubicBezTo>
                    <a:pt x="138" y="178"/>
                    <a:pt x="138" y="178"/>
                    <a:pt x="138" y="178"/>
                  </a:cubicBezTo>
                  <a:cubicBezTo>
                    <a:pt x="138" y="177"/>
                    <a:pt x="138" y="177"/>
                    <a:pt x="139" y="177"/>
                  </a:cubicBezTo>
                  <a:cubicBezTo>
                    <a:pt x="190" y="177"/>
                    <a:pt x="190" y="177"/>
                    <a:pt x="190" y="177"/>
                  </a:cubicBezTo>
                  <a:cubicBezTo>
                    <a:pt x="191" y="177"/>
                    <a:pt x="192" y="177"/>
                    <a:pt x="192" y="178"/>
                  </a:cubicBezTo>
                  <a:cubicBezTo>
                    <a:pt x="192" y="196"/>
                    <a:pt x="192" y="196"/>
                    <a:pt x="192" y="196"/>
                  </a:cubicBezTo>
                  <a:cubicBezTo>
                    <a:pt x="192" y="196"/>
                    <a:pt x="191" y="197"/>
                    <a:pt x="190" y="197"/>
                  </a:cubicBezTo>
                  <a:cubicBezTo>
                    <a:pt x="139" y="197"/>
                    <a:pt x="139" y="197"/>
                    <a:pt x="139" y="197"/>
                  </a:cubicBezTo>
                  <a:moveTo>
                    <a:pt x="222" y="197"/>
                  </a:moveTo>
                  <a:cubicBezTo>
                    <a:pt x="221" y="197"/>
                    <a:pt x="221" y="196"/>
                    <a:pt x="221" y="196"/>
                  </a:cubicBezTo>
                  <a:cubicBezTo>
                    <a:pt x="221" y="178"/>
                    <a:pt x="221" y="178"/>
                    <a:pt x="221" y="178"/>
                  </a:cubicBezTo>
                  <a:cubicBezTo>
                    <a:pt x="221" y="177"/>
                    <a:pt x="221" y="177"/>
                    <a:pt x="222" y="177"/>
                  </a:cubicBezTo>
                  <a:cubicBezTo>
                    <a:pt x="273" y="177"/>
                    <a:pt x="273" y="177"/>
                    <a:pt x="273" y="177"/>
                  </a:cubicBezTo>
                  <a:cubicBezTo>
                    <a:pt x="274" y="177"/>
                    <a:pt x="274" y="177"/>
                    <a:pt x="274" y="178"/>
                  </a:cubicBezTo>
                  <a:cubicBezTo>
                    <a:pt x="275" y="196"/>
                    <a:pt x="275" y="196"/>
                    <a:pt x="275" y="196"/>
                  </a:cubicBezTo>
                  <a:cubicBezTo>
                    <a:pt x="275" y="196"/>
                    <a:pt x="274" y="197"/>
                    <a:pt x="273" y="197"/>
                  </a:cubicBezTo>
                  <a:cubicBezTo>
                    <a:pt x="222" y="197"/>
                    <a:pt x="222" y="197"/>
                    <a:pt x="222" y="197"/>
                  </a:cubicBezTo>
                  <a:moveTo>
                    <a:pt x="343" y="197"/>
                  </a:moveTo>
                  <a:cubicBezTo>
                    <a:pt x="342" y="197"/>
                    <a:pt x="342" y="196"/>
                    <a:pt x="342" y="196"/>
                  </a:cubicBezTo>
                  <a:cubicBezTo>
                    <a:pt x="342" y="178"/>
                    <a:pt x="342" y="178"/>
                    <a:pt x="342" y="178"/>
                  </a:cubicBezTo>
                  <a:cubicBezTo>
                    <a:pt x="342" y="177"/>
                    <a:pt x="342" y="177"/>
                    <a:pt x="343" y="177"/>
                  </a:cubicBezTo>
                  <a:cubicBezTo>
                    <a:pt x="394" y="177"/>
                    <a:pt x="394" y="177"/>
                    <a:pt x="394" y="177"/>
                  </a:cubicBezTo>
                  <a:cubicBezTo>
                    <a:pt x="395" y="177"/>
                    <a:pt x="396" y="177"/>
                    <a:pt x="396" y="178"/>
                  </a:cubicBezTo>
                  <a:cubicBezTo>
                    <a:pt x="396" y="196"/>
                    <a:pt x="396" y="196"/>
                    <a:pt x="396" y="196"/>
                  </a:cubicBezTo>
                  <a:cubicBezTo>
                    <a:pt x="396" y="196"/>
                    <a:pt x="395" y="197"/>
                    <a:pt x="394" y="197"/>
                  </a:cubicBezTo>
                  <a:cubicBezTo>
                    <a:pt x="343" y="197"/>
                    <a:pt x="343" y="197"/>
                    <a:pt x="343" y="197"/>
                  </a:cubicBezTo>
                  <a:moveTo>
                    <a:pt x="18" y="152"/>
                  </a:moveTo>
                  <a:cubicBezTo>
                    <a:pt x="17" y="152"/>
                    <a:pt x="17" y="151"/>
                    <a:pt x="17" y="150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7" y="132"/>
                    <a:pt x="17" y="132"/>
                    <a:pt x="18" y="132"/>
                  </a:cubicBezTo>
                  <a:cubicBezTo>
                    <a:pt x="69" y="132"/>
                    <a:pt x="69" y="132"/>
                    <a:pt x="69" y="132"/>
                  </a:cubicBezTo>
                  <a:cubicBezTo>
                    <a:pt x="70" y="132"/>
                    <a:pt x="71" y="132"/>
                    <a:pt x="71" y="133"/>
                  </a:cubicBezTo>
                  <a:cubicBezTo>
                    <a:pt x="71" y="150"/>
                    <a:pt x="71" y="150"/>
                    <a:pt x="71" y="150"/>
                  </a:cubicBezTo>
                  <a:cubicBezTo>
                    <a:pt x="71" y="151"/>
                    <a:pt x="70" y="152"/>
                    <a:pt x="69" y="152"/>
                  </a:cubicBezTo>
                  <a:cubicBezTo>
                    <a:pt x="18" y="152"/>
                    <a:pt x="18" y="152"/>
                    <a:pt x="18" y="152"/>
                  </a:cubicBezTo>
                  <a:moveTo>
                    <a:pt x="139" y="152"/>
                  </a:moveTo>
                  <a:cubicBezTo>
                    <a:pt x="138" y="152"/>
                    <a:pt x="138" y="151"/>
                    <a:pt x="138" y="150"/>
                  </a:cubicBezTo>
                  <a:cubicBezTo>
                    <a:pt x="138" y="133"/>
                    <a:pt x="138" y="133"/>
                    <a:pt x="138" y="133"/>
                  </a:cubicBezTo>
                  <a:cubicBezTo>
                    <a:pt x="138" y="132"/>
                    <a:pt x="138" y="132"/>
                    <a:pt x="139" y="132"/>
                  </a:cubicBezTo>
                  <a:cubicBezTo>
                    <a:pt x="190" y="132"/>
                    <a:pt x="190" y="132"/>
                    <a:pt x="190" y="132"/>
                  </a:cubicBezTo>
                  <a:cubicBezTo>
                    <a:pt x="191" y="132"/>
                    <a:pt x="192" y="132"/>
                    <a:pt x="192" y="133"/>
                  </a:cubicBezTo>
                  <a:cubicBezTo>
                    <a:pt x="192" y="150"/>
                    <a:pt x="192" y="150"/>
                    <a:pt x="192" y="150"/>
                  </a:cubicBezTo>
                  <a:cubicBezTo>
                    <a:pt x="192" y="151"/>
                    <a:pt x="191" y="152"/>
                    <a:pt x="190" y="152"/>
                  </a:cubicBezTo>
                  <a:cubicBezTo>
                    <a:pt x="139" y="152"/>
                    <a:pt x="139" y="152"/>
                    <a:pt x="139" y="152"/>
                  </a:cubicBezTo>
                  <a:moveTo>
                    <a:pt x="222" y="152"/>
                  </a:moveTo>
                  <a:cubicBezTo>
                    <a:pt x="221" y="152"/>
                    <a:pt x="221" y="151"/>
                    <a:pt x="221" y="150"/>
                  </a:cubicBezTo>
                  <a:cubicBezTo>
                    <a:pt x="221" y="133"/>
                    <a:pt x="221" y="133"/>
                    <a:pt x="221" y="133"/>
                  </a:cubicBezTo>
                  <a:cubicBezTo>
                    <a:pt x="221" y="132"/>
                    <a:pt x="221" y="132"/>
                    <a:pt x="222" y="132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74" y="132"/>
                    <a:pt x="274" y="132"/>
                    <a:pt x="274" y="133"/>
                  </a:cubicBezTo>
                  <a:cubicBezTo>
                    <a:pt x="275" y="150"/>
                    <a:pt x="275" y="150"/>
                    <a:pt x="275" y="150"/>
                  </a:cubicBezTo>
                  <a:cubicBezTo>
                    <a:pt x="275" y="151"/>
                    <a:pt x="274" y="152"/>
                    <a:pt x="273" y="152"/>
                  </a:cubicBezTo>
                  <a:cubicBezTo>
                    <a:pt x="222" y="152"/>
                    <a:pt x="222" y="152"/>
                    <a:pt x="222" y="152"/>
                  </a:cubicBezTo>
                  <a:moveTo>
                    <a:pt x="343" y="152"/>
                  </a:moveTo>
                  <a:cubicBezTo>
                    <a:pt x="342" y="152"/>
                    <a:pt x="342" y="151"/>
                    <a:pt x="342" y="150"/>
                  </a:cubicBezTo>
                  <a:cubicBezTo>
                    <a:pt x="342" y="133"/>
                    <a:pt x="342" y="133"/>
                    <a:pt x="342" y="133"/>
                  </a:cubicBezTo>
                  <a:cubicBezTo>
                    <a:pt x="342" y="132"/>
                    <a:pt x="342" y="132"/>
                    <a:pt x="343" y="132"/>
                  </a:cubicBezTo>
                  <a:cubicBezTo>
                    <a:pt x="394" y="132"/>
                    <a:pt x="394" y="132"/>
                    <a:pt x="394" y="132"/>
                  </a:cubicBezTo>
                  <a:cubicBezTo>
                    <a:pt x="395" y="132"/>
                    <a:pt x="396" y="132"/>
                    <a:pt x="396" y="133"/>
                  </a:cubicBezTo>
                  <a:cubicBezTo>
                    <a:pt x="396" y="150"/>
                    <a:pt x="396" y="150"/>
                    <a:pt x="396" y="150"/>
                  </a:cubicBezTo>
                  <a:cubicBezTo>
                    <a:pt x="396" y="151"/>
                    <a:pt x="395" y="152"/>
                    <a:pt x="394" y="152"/>
                  </a:cubicBezTo>
                  <a:cubicBezTo>
                    <a:pt x="343" y="152"/>
                    <a:pt x="343" y="152"/>
                    <a:pt x="343" y="152"/>
                  </a:cubicBezTo>
                  <a:moveTo>
                    <a:pt x="18" y="107"/>
                  </a:moveTo>
                  <a:cubicBezTo>
                    <a:pt x="17" y="107"/>
                    <a:pt x="17" y="106"/>
                    <a:pt x="17" y="105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7" y="87"/>
                    <a:pt x="17" y="87"/>
                    <a:pt x="18" y="87"/>
                  </a:cubicBezTo>
                  <a:cubicBezTo>
                    <a:pt x="69" y="87"/>
                    <a:pt x="69" y="87"/>
                    <a:pt x="69" y="87"/>
                  </a:cubicBezTo>
                  <a:cubicBezTo>
                    <a:pt x="70" y="87"/>
                    <a:pt x="71" y="87"/>
                    <a:pt x="71" y="88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106"/>
                    <a:pt x="70" y="107"/>
                    <a:pt x="69" y="107"/>
                  </a:cubicBezTo>
                  <a:cubicBezTo>
                    <a:pt x="18" y="107"/>
                    <a:pt x="18" y="107"/>
                    <a:pt x="18" y="107"/>
                  </a:cubicBezTo>
                  <a:moveTo>
                    <a:pt x="139" y="107"/>
                  </a:moveTo>
                  <a:cubicBezTo>
                    <a:pt x="138" y="107"/>
                    <a:pt x="138" y="106"/>
                    <a:pt x="138" y="105"/>
                  </a:cubicBezTo>
                  <a:cubicBezTo>
                    <a:pt x="138" y="88"/>
                    <a:pt x="138" y="88"/>
                    <a:pt x="138" y="88"/>
                  </a:cubicBezTo>
                  <a:cubicBezTo>
                    <a:pt x="138" y="87"/>
                    <a:pt x="138" y="87"/>
                    <a:pt x="139" y="87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1" y="87"/>
                    <a:pt x="192" y="87"/>
                    <a:pt x="192" y="88"/>
                  </a:cubicBezTo>
                  <a:cubicBezTo>
                    <a:pt x="192" y="105"/>
                    <a:pt x="192" y="105"/>
                    <a:pt x="192" y="105"/>
                  </a:cubicBezTo>
                  <a:cubicBezTo>
                    <a:pt x="192" y="106"/>
                    <a:pt x="191" y="107"/>
                    <a:pt x="190" y="107"/>
                  </a:cubicBezTo>
                  <a:cubicBezTo>
                    <a:pt x="139" y="107"/>
                    <a:pt x="139" y="107"/>
                    <a:pt x="139" y="107"/>
                  </a:cubicBezTo>
                  <a:moveTo>
                    <a:pt x="222" y="107"/>
                  </a:moveTo>
                  <a:cubicBezTo>
                    <a:pt x="221" y="107"/>
                    <a:pt x="221" y="106"/>
                    <a:pt x="221" y="105"/>
                  </a:cubicBezTo>
                  <a:cubicBezTo>
                    <a:pt x="221" y="88"/>
                    <a:pt x="221" y="88"/>
                    <a:pt x="221" y="88"/>
                  </a:cubicBezTo>
                  <a:cubicBezTo>
                    <a:pt x="221" y="87"/>
                    <a:pt x="221" y="87"/>
                    <a:pt x="222" y="87"/>
                  </a:cubicBezTo>
                  <a:cubicBezTo>
                    <a:pt x="273" y="87"/>
                    <a:pt x="273" y="87"/>
                    <a:pt x="273" y="87"/>
                  </a:cubicBezTo>
                  <a:cubicBezTo>
                    <a:pt x="274" y="87"/>
                    <a:pt x="274" y="87"/>
                    <a:pt x="274" y="88"/>
                  </a:cubicBezTo>
                  <a:cubicBezTo>
                    <a:pt x="275" y="105"/>
                    <a:pt x="275" y="105"/>
                    <a:pt x="275" y="105"/>
                  </a:cubicBezTo>
                  <a:cubicBezTo>
                    <a:pt x="275" y="106"/>
                    <a:pt x="274" y="107"/>
                    <a:pt x="273" y="107"/>
                  </a:cubicBezTo>
                  <a:cubicBezTo>
                    <a:pt x="222" y="107"/>
                    <a:pt x="222" y="107"/>
                    <a:pt x="222" y="107"/>
                  </a:cubicBezTo>
                  <a:moveTo>
                    <a:pt x="343" y="107"/>
                  </a:moveTo>
                  <a:cubicBezTo>
                    <a:pt x="342" y="107"/>
                    <a:pt x="342" y="106"/>
                    <a:pt x="342" y="105"/>
                  </a:cubicBezTo>
                  <a:cubicBezTo>
                    <a:pt x="342" y="88"/>
                    <a:pt x="342" y="88"/>
                    <a:pt x="342" y="88"/>
                  </a:cubicBezTo>
                  <a:cubicBezTo>
                    <a:pt x="342" y="87"/>
                    <a:pt x="342" y="87"/>
                    <a:pt x="343" y="87"/>
                  </a:cubicBezTo>
                  <a:cubicBezTo>
                    <a:pt x="394" y="87"/>
                    <a:pt x="394" y="87"/>
                    <a:pt x="394" y="87"/>
                  </a:cubicBezTo>
                  <a:cubicBezTo>
                    <a:pt x="395" y="87"/>
                    <a:pt x="396" y="87"/>
                    <a:pt x="396" y="88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6" y="106"/>
                    <a:pt x="395" y="107"/>
                    <a:pt x="394" y="107"/>
                  </a:cubicBezTo>
                  <a:cubicBezTo>
                    <a:pt x="343" y="107"/>
                    <a:pt x="343" y="107"/>
                    <a:pt x="343" y="107"/>
                  </a:cubicBezTo>
                  <a:moveTo>
                    <a:pt x="182" y="0"/>
                  </a:moveTo>
                  <a:cubicBezTo>
                    <a:pt x="179" y="0"/>
                    <a:pt x="178" y="2"/>
                    <a:pt x="178" y="4"/>
                  </a:cubicBezTo>
                  <a:cubicBezTo>
                    <a:pt x="178" y="4"/>
                    <a:pt x="178" y="4"/>
                    <a:pt x="178" y="4"/>
                  </a:cubicBezTo>
                  <a:cubicBezTo>
                    <a:pt x="178" y="34"/>
                    <a:pt x="178" y="34"/>
                    <a:pt x="178" y="34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29" y="34"/>
                    <a:pt x="126" y="37"/>
                    <a:pt x="126" y="41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0" y="70"/>
                    <a:pt x="0" y="7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46"/>
                    <a:pt x="1" y="447"/>
                    <a:pt x="1" y="447"/>
                  </a:cubicBezTo>
                  <a:cubicBezTo>
                    <a:pt x="84" y="447"/>
                    <a:pt x="84" y="447"/>
                    <a:pt x="84" y="447"/>
                  </a:cubicBezTo>
                  <a:cubicBezTo>
                    <a:pt x="85" y="447"/>
                    <a:pt x="85" y="446"/>
                    <a:pt x="85" y="445"/>
                  </a:cubicBezTo>
                  <a:cubicBezTo>
                    <a:pt x="85" y="395"/>
                    <a:pt x="85" y="395"/>
                    <a:pt x="85" y="395"/>
                  </a:cubicBezTo>
                  <a:cubicBezTo>
                    <a:pt x="85" y="394"/>
                    <a:pt x="86" y="394"/>
                    <a:pt x="87" y="394"/>
                  </a:cubicBezTo>
                  <a:cubicBezTo>
                    <a:pt x="122" y="394"/>
                    <a:pt x="122" y="394"/>
                    <a:pt x="122" y="394"/>
                  </a:cubicBezTo>
                  <a:cubicBezTo>
                    <a:pt x="122" y="394"/>
                    <a:pt x="123" y="394"/>
                    <a:pt x="123" y="395"/>
                  </a:cubicBezTo>
                  <a:cubicBezTo>
                    <a:pt x="123" y="445"/>
                    <a:pt x="123" y="445"/>
                    <a:pt x="123" y="445"/>
                  </a:cubicBezTo>
                  <a:cubicBezTo>
                    <a:pt x="123" y="446"/>
                    <a:pt x="124" y="447"/>
                    <a:pt x="124" y="447"/>
                  </a:cubicBezTo>
                  <a:cubicBezTo>
                    <a:pt x="288" y="447"/>
                    <a:pt x="288" y="447"/>
                    <a:pt x="288" y="447"/>
                  </a:cubicBezTo>
                  <a:cubicBezTo>
                    <a:pt x="289" y="447"/>
                    <a:pt x="289" y="446"/>
                    <a:pt x="289" y="445"/>
                  </a:cubicBezTo>
                  <a:cubicBezTo>
                    <a:pt x="289" y="395"/>
                    <a:pt x="289" y="395"/>
                    <a:pt x="289" y="395"/>
                  </a:cubicBezTo>
                  <a:cubicBezTo>
                    <a:pt x="289" y="394"/>
                    <a:pt x="290" y="394"/>
                    <a:pt x="291" y="394"/>
                  </a:cubicBezTo>
                  <a:cubicBezTo>
                    <a:pt x="326" y="394"/>
                    <a:pt x="326" y="394"/>
                    <a:pt x="326" y="394"/>
                  </a:cubicBezTo>
                  <a:cubicBezTo>
                    <a:pt x="326" y="394"/>
                    <a:pt x="327" y="394"/>
                    <a:pt x="327" y="395"/>
                  </a:cubicBezTo>
                  <a:cubicBezTo>
                    <a:pt x="327" y="445"/>
                    <a:pt x="327" y="445"/>
                    <a:pt x="327" y="445"/>
                  </a:cubicBezTo>
                  <a:cubicBezTo>
                    <a:pt x="327" y="446"/>
                    <a:pt x="328" y="447"/>
                    <a:pt x="328" y="447"/>
                  </a:cubicBezTo>
                  <a:cubicBezTo>
                    <a:pt x="411" y="447"/>
                    <a:pt x="411" y="447"/>
                    <a:pt x="411" y="447"/>
                  </a:cubicBezTo>
                  <a:cubicBezTo>
                    <a:pt x="412" y="447"/>
                    <a:pt x="412" y="446"/>
                    <a:pt x="412" y="445"/>
                  </a:cubicBezTo>
                  <a:cubicBezTo>
                    <a:pt x="412" y="71"/>
                    <a:pt x="412" y="71"/>
                    <a:pt x="412" y="71"/>
                  </a:cubicBezTo>
                  <a:cubicBezTo>
                    <a:pt x="412" y="70"/>
                    <a:pt x="412" y="69"/>
                    <a:pt x="411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1" y="41"/>
                    <a:pt x="281" y="41"/>
                    <a:pt x="281" y="41"/>
                  </a:cubicBezTo>
                  <a:cubicBezTo>
                    <a:pt x="281" y="37"/>
                    <a:pt x="278" y="34"/>
                    <a:pt x="274" y="34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35" y="4"/>
                    <a:pt x="235" y="4"/>
                    <a:pt x="235" y="4"/>
                  </a:cubicBezTo>
                  <a:cubicBezTo>
                    <a:pt x="235" y="2"/>
                    <a:pt x="234" y="0"/>
                    <a:pt x="231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3" name="îsḷidè"/>
            <p:cNvSpPr/>
            <p:nvPr/>
          </p:nvSpPr>
          <p:spPr bwMode="auto">
            <a:xfrm>
              <a:off x="6791813" y="3397373"/>
              <a:ext cx="879" cy="351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4" name="iṣļîḍè"/>
            <p:cNvSpPr/>
            <p:nvPr/>
          </p:nvSpPr>
          <p:spPr bwMode="auto">
            <a:xfrm>
              <a:off x="6791813" y="3306004"/>
              <a:ext cx="195917" cy="128269"/>
            </a:xfrm>
            <a:custGeom>
              <a:avLst/>
              <a:gdLst>
                <a:gd name="T0" fmla="*/ 61 w 122"/>
                <a:gd name="T1" fmla="*/ 0 h 80"/>
                <a:gd name="T2" fmla="*/ 37 w 122"/>
                <a:gd name="T3" fmla="*/ 15 h 80"/>
                <a:gd name="T4" fmla="*/ 21 w 122"/>
                <a:gd name="T5" fmla="*/ 24 h 80"/>
                <a:gd name="T6" fmla="*/ 21 w 122"/>
                <a:gd name="T7" fmla="*/ 24 h 80"/>
                <a:gd name="T8" fmla="*/ 20 w 122"/>
                <a:gd name="T9" fmla="*/ 24 h 80"/>
                <a:gd name="T10" fmla="*/ 0 w 122"/>
                <a:gd name="T11" fmla="*/ 52 h 80"/>
                <a:gd name="T12" fmla="*/ 0 w 122"/>
                <a:gd name="T13" fmla="*/ 57 h 80"/>
                <a:gd name="T14" fmla="*/ 5 w 122"/>
                <a:gd name="T15" fmla="*/ 51 h 80"/>
                <a:gd name="T16" fmla="*/ 30 w 122"/>
                <a:gd name="T17" fmla="*/ 36 h 80"/>
                <a:gd name="T18" fmla="*/ 42 w 122"/>
                <a:gd name="T19" fmla="*/ 39 h 80"/>
                <a:gd name="T20" fmla="*/ 54 w 122"/>
                <a:gd name="T21" fmla="*/ 51 h 80"/>
                <a:gd name="T22" fmla="*/ 70 w 122"/>
                <a:gd name="T23" fmla="*/ 60 h 80"/>
                <a:gd name="T24" fmla="*/ 70 w 122"/>
                <a:gd name="T25" fmla="*/ 60 h 80"/>
                <a:gd name="T26" fmla="*/ 70 w 122"/>
                <a:gd name="T27" fmla="*/ 60 h 80"/>
                <a:gd name="T28" fmla="*/ 71 w 122"/>
                <a:gd name="T29" fmla="*/ 60 h 80"/>
                <a:gd name="T30" fmla="*/ 88 w 122"/>
                <a:gd name="T31" fmla="*/ 76 h 80"/>
                <a:gd name="T32" fmla="*/ 83 w 122"/>
                <a:gd name="T33" fmla="*/ 75 h 80"/>
                <a:gd name="T34" fmla="*/ 71 w 122"/>
                <a:gd name="T35" fmla="*/ 77 h 80"/>
                <a:gd name="T36" fmla="*/ 61 w 122"/>
                <a:gd name="T37" fmla="*/ 80 h 80"/>
                <a:gd name="T38" fmla="*/ 61 w 122"/>
                <a:gd name="T39" fmla="*/ 80 h 80"/>
                <a:gd name="T40" fmla="*/ 51 w 122"/>
                <a:gd name="T41" fmla="*/ 77 h 80"/>
                <a:gd name="T42" fmla="*/ 39 w 122"/>
                <a:gd name="T43" fmla="*/ 75 h 80"/>
                <a:gd name="T44" fmla="*/ 27 w 122"/>
                <a:gd name="T45" fmla="*/ 78 h 80"/>
                <a:gd name="T46" fmla="*/ 20 w 122"/>
                <a:gd name="T47" fmla="*/ 80 h 80"/>
                <a:gd name="T48" fmla="*/ 1 w 122"/>
                <a:gd name="T49" fmla="*/ 59 h 80"/>
                <a:gd name="T50" fmla="*/ 20 w 122"/>
                <a:gd name="T51" fmla="*/ 80 h 80"/>
                <a:gd name="T52" fmla="*/ 27 w 122"/>
                <a:gd name="T53" fmla="*/ 78 h 80"/>
                <a:gd name="T54" fmla="*/ 39 w 122"/>
                <a:gd name="T55" fmla="*/ 76 h 80"/>
                <a:gd name="T56" fmla="*/ 51 w 122"/>
                <a:gd name="T57" fmla="*/ 78 h 80"/>
                <a:gd name="T58" fmla="*/ 61 w 122"/>
                <a:gd name="T59" fmla="*/ 80 h 80"/>
                <a:gd name="T60" fmla="*/ 71 w 122"/>
                <a:gd name="T61" fmla="*/ 78 h 80"/>
                <a:gd name="T62" fmla="*/ 83 w 122"/>
                <a:gd name="T63" fmla="*/ 76 h 80"/>
                <a:gd name="T64" fmla="*/ 95 w 122"/>
                <a:gd name="T65" fmla="*/ 78 h 80"/>
                <a:gd name="T66" fmla="*/ 102 w 122"/>
                <a:gd name="T67" fmla="*/ 80 h 80"/>
                <a:gd name="T68" fmla="*/ 122 w 122"/>
                <a:gd name="T69" fmla="*/ 52 h 80"/>
                <a:gd name="T70" fmla="*/ 118 w 122"/>
                <a:gd name="T71" fmla="*/ 35 h 80"/>
                <a:gd name="T72" fmla="*/ 102 w 122"/>
                <a:gd name="T73" fmla="*/ 45 h 80"/>
                <a:gd name="T74" fmla="*/ 112 w 122"/>
                <a:gd name="T75" fmla="*/ 27 h 80"/>
                <a:gd name="T76" fmla="*/ 102 w 122"/>
                <a:gd name="T77" fmla="*/ 24 h 80"/>
                <a:gd name="T78" fmla="*/ 102 w 122"/>
                <a:gd name="T79" fmla="*/ 24 h 80"/>
                <a:gd name="T80" fmla="*/ 102 w 122"/>
                <a:gd name="T81" fmla="*/ 24 h 80"/>
                <a:gd name="T82" fmla="*/ 99 w 122"/>
                <a:gd name="T83" fmla="*/ 24 h 80"/>
                <a:gd name="T84" fmla="*/ 93 w 122"/>
                <a:gd name="T85" fmla="*/ 27 h 80"/>
                <a:gd name="T86" fmla="*/ 96 w 122"/>
                <a:gd name="T87" fmla="*/ 23 h 80"/>
                <a:gd name="T88" fmla="*/ 86 w 122"/>
                <a:gd name="T89" fmla="*/ 16 h 80"/>
                <a:gd name="T90" fmla="*/ 77 w 122"/>
                <a:gd name="T91" fmla="*/ 22 h 80"/>
                <a:gd name="T92" fmla="*/ 83 w 122"/>
                <a:gd name="T93" fmla="*/ 11 h 80"/>
                <a:gd name="T94" fmla="*/ 61 w 122"/>
                <a:gd name="T9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2" h="80">
                  <a:moveTo>
                    <a:pt x="61" y="0"/>
                  </a:moveTo>
                  <a:cubicBezTo>
                    <a:pt x="51" y="1"/>
                    <a:pt x="42" y="6"/>
                    <a:pt x="37" y="15"/>
                  </a:cubicBezTo>
                  <a:cubicBezTo>
                    <a:pt x="33" y="21"/>
                    <a:pt x="27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9" y="24"/>
                    <a:pt x="0" y="37"/>
                    <a:pt x="0" y="52"/>
                  </a:cubicBezTo>
                  <a:cubicBezTo>
                    <a:pt x="0" y="54"/>
                    <a:pt x="0" y="55"/>
                    <a:pt x="0" y="57"/>
                  </a:cubicBezTo>
                  <a:cubicBezTo>
                    <a:pt x="2" y="55"/>
                    <a:pt x="4" y="54"/>
                    <a:pt x="5" y="51"/>
                  </a:cubicBezTo>
                  <a:cubicBezTo>
                    <a:pt x="10" y="42"/>
                    <a:pt x="20" y="36"/>
                    <a:pt x="30" y="36"/>
                  </a:cubicBezTo>
                  <a:cubicBezTo>
                    <a:pt x="34" y="36"/>
                    <a:pt x="38" y="37"/>
                    <a:pt x="42" y="39"/>
                  </a:cubicBezTo>
                  <a:cubicBezTo>
                    <a:pt x="47" y="42"/>
                    <a:pt x="51" y="46"/>
                    <a:pt x="54" y="51"/>
                  </a:cubicBezTo>
                  <a:cubicBezTo>
                    <a:pt x="58" y="57"/>
                    <a:pt x="64" y="60"/>
                    <a:pt x="70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70" y="60"/>
                    <a:pt x="71" y="60"/>
                    <a:pt x="71" y="60"/>
                  </a:cubicBezTo>
                  <a:cubicBezTo>
                    <a:pt x="78" y="60"/>
                    <a:pt x="85" y="67"/>
                    <a:pt x="88" y="76"/>
                  </a:cubicBezTo>
                  <a:cubicBezTo>
                    <a:pt x="86" y="75"/>
                    <a:pt x="85" y="75"/>
                    <a:pt x="83" y="75"/>
                  </a:cubicBezTo>
                  <a:cubicBezTo>
                    <a:pt x="79" y="75"/>
                    <a:pt x="75" y="76"/>
                    <a:pt x="71" y="77"/>
                  </a:cubicBezTo>
                  <a:cubicBezTo>
                    <a:pt x="68" y="79"/>
                    <a:pt x="65" y="80"/>
                    <a:pt x="61" y="80"/>
                  </a:cubicBezTo>
                  <a:cubicBezTo>
                    <a:pt x="61" y="80"/>
                    <a:pt x="61" y="80"/>
                    <a:pt x="61" y="80"/>
                  </a:cubicBezTo>
                  <a:cubicBezTo>
                    <a:pt x="57" y="80"/>
                    <a:pt x="54" y="79"/>
                    <a:pt x="51" y="77"/>
                  </a:cubicBezTo>
                  <a:cubicBezTo>
                    <a:pt x="47" y="76"/>
                    <a:pt x="43" y="75"/>
                    <a:pt x="39" y="75"/>
                  </a:cubicBezTo>
                  <a:cubicBezTo>
                    <a:pt x="35" y="75"/>
                    <a:pt x="31" y="76"/>
                    <a:pt x="27" y="78"/>
                  </a:cubicBezTo>
                  <a:cubicBezTo>
                    <a:pt x="25" y="79"/>
                    <a:pt x="22" y="80"/>
                    <a:pt x="20" y="80"/>
                  </a:cubicBezTo>
                  <a:cubicBezTo>
                    <a:pt x="11" y="80"/>
                    <a:pt x="3" y="71"/>
                    <a:pt x="1" y="59"/>
                  </a:cubicBezTo>
                  <a:cubicBezTo>
                    <a:pt x="3" y="71"/>
                    <a:pt x="11" y="80"/>
                    <a:pt x="20" y="80"/>
                  </a:cubicBezTo>
                  <a:cubicBezTo>
                    <a:pt x="22" y="80"/>
                    <a:pt x="25" y="80"/>
                    <a:pt x="27" y="78"/>
                  </a:cubicBezTo>
                  <a:cubicBezTo>
                    <a:pt x="31" y="77"/>
                    <a:pt x="35" y="76"/>
                    <a:pt x="39" y="76"/>
                  </a:cubicBezTo>
                  <a:cubicBezTo>
                    <a:pt x="43" y="76"/>
                    <a:pt x="47" y="76"/>
                    <a:pt x="51" y="78"/>
                  </a:cubicBezTo>
                  <a:cubicBezTo>
                    <a:pt x="54" y="79"/>
                    <a:pt x="58" y="80"/>
                    <a:pt x="61" y="80"/>
                  </a:cubicBezTo>
                  <a:cubicBezTo>
                    <a:pt x="65" y="80"/>
                    <a:pt x="68" y="79"/>
                    <a:pt x="71" y="78"/>
                  </a:cubicBezTo>
                  <a:cubicBezTo>
                    <a:pt x="75" y="76"/>
                    <a:pt x="79" y="76"/>
                    <a:pt x="83" y="76"/>
                  </a:cubicBezTo>
                  <a:cubicBezTo>
                    <a:pt x="87" y="76"/>
                    <a:pt x="91" y="77"/>
                    <a:pt x="95" y="78"/>
                  </a:cubicBezTo>
                  <a:cubicBezTo>
                    <a:pt x="98" y="80"/>
                    <a:pt x="100" y="80"/>
                    <a:pt x="102" y="80"/>
                  </a:cubicBezTo>
                  <a:cubicBezTo>
                    <a:pt x="113" y="80"/>
                    <a:pt x="122" y="68"/>
                    <a:pt x="122" y="52"/>
                  </a:cubicBezTo>
                  <a:cubicBezTo>
                    <a:pt x="122" y="46"/>
                    <a:pt x="121" y="40"/>
                    <a:pt x="118" y="3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09" y="25"/>
                    <a:pt x="106" y="24"/>
                    <a:pt x="102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1" y="24"/>
                    <a:pt x="100" y="24"/>
                    <a:pt x="99" y="24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6" y="23"/>
                    <a:pt x="96" y="23"/>
                    <a:pt x="96" y="23"/>
                  </a:cubicBezTo>
                  <a:cubicBezTo>
                    <a:pt x="92" y="22"/>
                    <a:pt x="89" y="19"/>
                    <a:pt x="86" y="16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78" y="4"/>
                    <a:pt x="70" y="0"/>
                    <a:pt x="61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5" name="îṥliďè"/>
            <p:cNvSpPr/>
            <p:nvPr/>
          </p:nvSpPr>
          <p:spPr bwMode="auto">
            <a:xfrm>
              <a:off x="6791813" y="3363988"/>
              <a:ext cx="141447" cy="70284"/>
            </a:xfrm>
            <a:custGeom>
              <a:avLst/>
              <a:gdLst>
                <a:gd name="T0" fmla="*/ 30 w 88"/>
                <a:gd name="T1" fmla="*/ 0 h 44"/>
                <a:gd name="T2" fmla="*/ 5 w 88"/>
                <a:gd name="T3" fmla="*/ 15 h 44"/>
                <a:gd name="T4" fmla="*/ 0 w 88"/>
                <a:gd name="T5" fmla="*/ 21 h 44"/>
                <a:gd name="T6" fmla="*/ 1 w 88"/>
                <a:gd name="T7" fmla="*/ 23 h 44"/>
                <a:gd name="T8" fmla="*/ 20 w 88"/>
                <a:gd name="T9" fmla="*/ 44 h 44"/>
                <a:gd name="T10" fmla="*/ 27 w 88"/>
                <a:gd name="T11" fmla="*/ 42 h 44"/>
                <a:gd name="T12" fmla="*/ 39 w 88"/>
                <a:gd name="T13" fmla="*/ 39 h 44"/>
                <a:gd name="T14" fmla="*/ 51 w 88"/>
                <a:gd name="T15" fmla="*/ 41 h 44"/>
                <a:gd name="T16" fmla="*/ 61 w 88"/>
                <a:gd name="T17" fmla="*/ 44 h 44"/>
                <a:gd name="T18" fmla="*/ 61 w 88"/>
                <a:gd name="T19" fmla="*/ 44 h 44"/>
                <a:gd name="T20" fmla="*/ 71 w 88"/>
                <a:gd name="T21" fmla="*/ 41 h 44"/>
                <a:gd name="T22" fmla="*/ 83 w 88"/>
                <a:gd name="T23" fmla="*/ 39 h 44"/>
                <a:gd name="T24" fmla="*/ 88 w 88"/>
                <a:gd name="T25" fmla="*/ 40 h 44"/>
                <a:gd name="T26" fmla="*/ 71 w 88"/>
                <a:gd name="T27" fmla="*/ 24 h 44"/>
                <a:gd name="T28" fmla="*/ 70 w 88"/>
                <a:gd name="T29" fmla="*/ 24 h 44"/>
                <a:gd name="T30" fmla="*/ 70 w 88"/>
                <a:gd name="T31" fmla="*/ 24 h 44"/>
                <a:gd name="T32" fmla="*/ 70 w 88"/>
                <a:gd name="T33" fmla="*/ 24 h 44"/>
                <a:gd name="T34" fmla="*/ 54 w 88"/>
                <a:gd name="T35" fmla="*/ 15 h 44"/>
                <a:gd name="T36" fmla="*/ 42 w 88"/>
                <a:gd name="T37" fmla="*/ 3 h 44"/>
                <a:gd name="T38" fmla="*/ 30 w 88"/>
                <a:gd name="T3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44">
                  <a:moveTo>
                    <a:pt x="30" y="0"/>
                  </a:moveTo>
                  <a:cubicBezTo>
                    <a:pt x="20" y="0"/>
                    <a:pt x="10" y="6"/>
                    <a:pt x="5" y="15"/>
                  </a:cubicBezTo>
                  <a:cubicBezTo>
                    <a:pt x="4" y="18"/>
                    <a:pt x="2" y="19"/>
                    <a:pt x="0" y="21"/>
                  </a:cubicBezTo>
                  <a:cubicBezTo>
                    <a:pt x="0" y="21"/>
                    <a:pt x="0" y="22"/>
                    <a:pt x="1" y="23"/>
                  </a:cubicBezTo>
                  <a:cubicBezTo>
                    <a:pt x="3" y="35"/>
                    <a:pt x="11" y="44"/>
                    <a:pt x="20" y="44"/>
                  </a:cubicBezTo>
                  <a:cubicBezTo>
                    <a:pt x="22" y="44"/>
                    <a:pt x="25" y="43"/>
                    <a:pt x="27" y="42"/>
                  </a:cubicBezTo>
                  <a:cubicBezTo>
                    <a:pt x="31" y="40"/>
                    <a:pt x="35" y="39"/>
                    <a:pt x="39" y="39"/>
                  </a:cubicBezTo>
                  <a:cubicBezTo>
                    <a:pt x="43" y="39"/>
                    <a:pt x="47" y="40"/>
                    <a:pt x="51" y="41"/>
                  </a:cubicBezTo>
                  <a:cubicBezTo>
                    <a:pt x="54" y="43"/>
                    <a:pt x="57" y="44"/>
                    <a:pt x="61" y="44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65" y="44"/>
                    <a:pt x="68" y="43"/>
                    <a:pt x="71" y="41"/>
                  </a:cubicBezTo>
                  <a:cubicBezTo>
                    <a:pt x="75" y="40"/>
                    <a:pt x="79" y="39"/>
                    <a:pt x="83" y="39"/>
                  </a:cubicBezTo>
                  <a:cubicBezTo>
                    <a:pt x="85" y="39"/>
                    <a:pt x="86" y="39"/>
                    <a:pt x="88" y="40"/>
                  </a:cubicBezTo>
                  <a:cubicBezTo>
                    <a:pt x="85" y="31"/>
                    <a:pt x="78" y="24"/>
                    <a:pt x="71" y="24"/>
                  </a:cubicBezTo>
                  <a:cubicBezTo>
                    <a:pt x="71" y="24"/>
                    <a:pt x="70" y="24"/>
                    <a:pt x="70" y="24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64" y="24"/>
                    <a:pt x="58" y="21"/>
                    <a:pt x="54" y="15"/>
                  </a:cubicBezTo>
                  <a:cubicBezTo>
                    <a:pt x="51" y="10"/>
                    <a:pt x="47" y="6"/>
                    <a:pt x="42" y="3"/>
                  </a:cubicBezTo>
                  <a:cubicBezTo>
                    <a:pt x="38" y="1"/>
                    <a:pt x="34" y="0"/>
                    <a:pt x="30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6" name="îšḷîḑe"/>
            <p:cNvSpPr/>
            <p:nvPr/>
          </p:nvSpPr>
          <p:spPr bwMode="auto">
            <a:xfrm>
              <a:off x="9093618" y="3282282"/>
              <a:ext cx="33385" cy="282015"/>
            </a:xfrm>
            <a:custGeom>
              <a:avLst/>
              <a:gdLst>
                <a:gd name="T0" fmla="*/ 9 w 21"/>
                <a:gd name="T1" fmla="*/ 0 h 176"/>
                <a:gd name="T2" fmla="*/ 12 w 21"/>
                <a:gd name="T3" fmla="*/ 0 h 176"/>
                <a:gd name="T4" fmla="*/ 21 w 21"/>
                <a:gd name="T5" fmla="*/ 9 h 176"/>
                <a:gd name="T6" fmla="*/ 21 w 21"/>
                <a:gd name="T7" fmla="*/ 167 h 176"/>
                <a:gd name="T8" fmla="*/ 12 w 21"/>
                <a:gd name="T9" fmla="*/ 176 h 176"/>
                <a:gd name="T10" fmla="*/ 9 w 21"/>
                <a:gd name="T11" fmla="*/ 176 h 176"/>
                <a:gd name="T12" fmla="*/ 0 w 21"/>
                <a:gd name="T13" fmla="*/ 167 h 176"/>
                <a:gd name="T14" fmla="*/ 0 w 21"/>
                <a:gd name="T15" fmla="*/ 9 h 176"/>
                <a:gd name="T16" fmla="*/ 9 w 21"/>
                <a:gd name="T1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76">
                  <a:moveTo>
                    <a:pt x="9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7" y="0"/>
                    <a:pt x="21" y="4"/>
                    <a:pt x="21" y="9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72"/>
                    <a:pt x="17" y="176"/>
                    <a:pt x="12" y="176"/>
                  </a:cubicBezTo>
                  <a:cubicBezTo>
                    <a:pt x="9" y="176"/>
                    <a:pt x="9" y="176"/>
                    <a:pt x="9" y="176"/>
                  </a:cubicBezTo>
                  <a:cubicBezTo>
                    <a:pt x="4" y="176"/>
                    <a:pt x="0" y="172"/>
                    <a:pt x="0" y="16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7" name="ïṩľïďê"/>
            <p:cNvSpPr/>
            <p:nvPr/>
          </p:nvSpPr>
          <p:spPr bwMode="auto">
            <a:xfrm>
              <a:off x="7947987" y="3059130"/>
              <a:ext cx="19328" cy="93126"/>
            </a:xfrm>
            <a:custGeom>
              <a:avLst/>
              <a:gdLst>
                <a:gd name="T0" fmla="*/ 6 w 12"/>
                <a:gd name="T1" fmla="*/ 0 h 58"/>
                <a:gd name="T2" fmla="*/ 6 w 12"/>
                <a:gd name="T3" fmla="*/ 0 h 58"/>
                <a:gd name="T4" fmla="*/ 12 w 12"/>
                <a:gd name="T5" fmla="*/ 6 h 58"/>
                <a:gd name="T6" fmla="*/ 12 w 12"/>
                <a:gd name="T7" fmla="*/ 52 h 58"/>
                <a:gd name="T8" fmla="*/ 6 w 12"/>
                <a:gd name="T9" fmla="*/ 58 h 58"/>
                <a:gd name="T10" fmla="*/ 6 w 12"/>
                <a:gd name="T11" fmla="*/ 58 h 58"/>
                <a:gd name="T12" fmla="*/ 0 w 12"/>
                <a:gd name="T13" fmla="*/ 52 h 58"/>
                <a:gd name="T14" fmla="*/ 0 w 12"/>
                <a:gd name="T15" fmla="*/ 6 h 58"/>
                <a:gd name="T16" fmla="*/ 6 w 12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58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56"/>
                    <a:pt x="10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3" y="58"/>
                    <a:pt x="0" y="56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8" name="îšḷîḋè"/>
            <p:cNvSpPr/>
            <p:nvPr/>
          </p:nvSpPr>
          <p:spPr bwMode="auto">
            <a:xfrm>
              <a:off x="7947987" y="3230448"/>
              <a:ext cx="21085" cy="162532"/>
            </a:xfrm>
            <a:custGeom>
              <a:avLst/>
              <a:gdLst>
                <a:gd name="T0" fmla="*/ 7 w 13"/>
                <a:gd name="T1" fmla="*/ 0 h 101"/>
                <a:gd name="T2" fmla="*/ 7 w 13"/>
                <a:gd name="T3" fmla="*/ 0 h 101"/>
                <a:gd name="T4" fmla="*/ 13 w 13"/>
                <a:gd name="T5" fmla="*/ 6 h 101"/>
                <a:gd name="T6" fmla="*/ 13 w 13"/>
                <a:gd name="T7" fmla="*/ 94 h 101"/>
                <a:gd name="T8" fmla="*/ 7 w 13"/>
                <a:gd name="T9" fmla="*/ 101 h 101"/>
                <a:gd name="T10" fmla="*/ 7 w 13"/>
                <a:gd name="T11" fmla="*/ 101 h 101"/>
                <a:gd name="T12" fmla="*/ 0 w 13"/>
                <a:gd name="T13" fmla="*/ 94 h 101"/>
                <a:gd name="T14" fmla="*/ 0 w 13"/>
                <a:gd name="T15" fmla="*/ 6 h 101"/>
                <a:gd name="T16" fmla="*/ 7 w 13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01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98"/>
                    <a:pt x="10" y="101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3" y="101"/>
                    <a:pt x="0" y="98"/>
                    <a:pt x="0" y="9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9" name="išľîḍè"/>
            <p:cNvSpPr/>
            <p:nvPr/>
          </p:nvSpPr>
          <p:spPr bwMode="auto">
            <a:xfrm>
              <a:off x="7947987" y="3449207"/>
              <a:ext cx="21085" cy="163411"/>
            </a:xfrm>
            <a:custGeom>
              <a:avLst/>
              <a:gdLst>
                <a:gd name="T0" fmla="*/ 6 w 13"/>
                <a:gd name="T1" fmla="*/ 0 h 102"/>
                <a:gd name="T2" fmla="*/ 6 w 13"/>
                <a:gd name="T3" fmla="*/ 0 h 102"/>
                <a:gd name="T4" fmla="*/ 13 w 13"/>
                <a:gd name="T5" fmla="*/ 7 h 102"/>
                <a:gd name="T6" fmla="*/ 13 w 13"/>
                <a:gd name="T7" fmla="*/ 96 h 102"/>
                <a:gd name="T8" fmla="*/ 6 w 13"/>
                <a:gd name="T9" fmla="*/ 102 h 102"/>
                <a:gd name="T10" fmla="*/ 6 w 13"/>
                <a:gd name="T11" fmla="*/ 102 h 102"/>
                <a:gd name="T12" fmla="*/ 0 w 13"/>
                <a:gd name="T13" fmla="*/ 96 h 102"/>
                <a:gd name="T14" fmla="*/ 0 w 13"/>
                <a:gd name="T15" fmla="*/ 7 h 102"/>
                <a:gd name="T16" fmla="*/ 6 w 13"/>
                <a:gd name="T1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0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100"/>
                    <a:pt x="10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3" y="102"/>
                    <a:pt x="0" y="100"/>
                    <a:pt x="0" y="9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0" name="ï$ļíḍe"/>
            <p:cNvSpPr/>
            <p:nvPr/>
          </p:nvSpPr>
          <p:spPr bwMode="auto">
            <a:xfrm>
              <a:off x="7959408" y="2750759"/>
              <a:ext cx="1151781" cy="2338704"/>
            </a:xfrm>
            <a:custGeom>
              <a:avLst/>
              <a:gdLst>
                <a:gd name="T0" fmla="*/ 74 w 717"/>
                <a:gd name="T1" fmla="*/ 0 h 1457"/>
                <a:gd name="T2" fmla="*/ 643 w 717"/>
                <a:gd name="T3" fmla="*/ 0 h 1457"/>
                <a:gd name="T4" fmla="*/ 717 w 717"/>
                <a:gd name="T5" fmla="*/ 74 h 1457"/>
                <a:gd name="T6" fmla="*/ 717 w 717"/>
                <a:gd name="T7" fmla="*/ 1383 h 1457"/>
                <a:gd name="T8" fmla="*/ 643 w 717"/>
                <a:gd name="T9" fmla="*/ 1457 h 1457"/>
                <a:gd name="T10" fmla="*/ 74 w 717"/>
                <a:gd name="T11" fmla="*/ 1457 h 1457"/>
                <a:gd name="T12" fmla="*/ 0 w 717"/>
                <a:gd name="T13" fmla="*/ 1383 h 1457"/>
                <a:gd name="T14" fmla="*/ 0 w 717"/>
                <a:gd name="T15" fmla="*/ 74 h 1457"/>
                <a:gd name="T16" fmla="*/ 74 w 717"/>
                <a:gd name="T17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7" h="1457">
                  <a:moveTo>
                    <a:pt x="74" y="0"/>
                  </a:moveTo>
                  <a:cubicBezTo>
                    <a:pt x="643" y="0"/>
                    <a:pt x="643" y="0"/>
                    <a:pt x="643" y="0"/>
                  </a:cubicBezTo>
                  <a:cubicBezTo>
                    <a:pt x="684" y="0"/>
                    <a:pt x="717" y="33"/>
                    <a:pt x="717" y="74"/>
                  </a:cubicBezTo>
                  <a:cubicBezTo>
                    <a:pt x="717" y="1383"/>
                    <a:pt x="717" y="1383"/>
                    <a:pt x="717" y="1383"/>
                  </a:cubicBezTo>
                  <a:cubicBezTo>
                    <a:pt x="717" y="1424"/>
                    <a:pt x="684" y="1457"/>
                    <a:pt x="643" y="1457"/>
                  </a:cubicBezTo>
                  <a:cubicBezTo>
                    <a:pt x="74" y="1457"/>
                    <a:pt x="74" y="1457"/>
                    <a:pt x="74" y="1457"/>
                  </a:cubicBezTo>
                  <a:cubicBezTo>
                    <a:pt x="33" y="1457"/>
                    <a:pt x="0" y="1424"/>
                    <a:pt x="0" y="1383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33"/>
                    <a:pt x="33" y="0"/>
                    <a:pt x="74" y="0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1" name="iṧļídê"/>
            <p:cNvSpPr/>
            <p:nvPr/>
          </p:nvSpPr>
          <p:spPr bwMode="auto">
            <a:xfrm>
              <a:off x="8423284" y="2820164"/>
              <a:ext cx="162532" cy="33385"/>
            </a:xfrm>
            <a:custGeom>
              <a:avLst/>
              <a:gdLst>
                <a:gd name="T0" fmla="*/ 11 w 101"/>
                <a:gd name="T1" fmla="*/ 0 h 21"/>
                <a:gd name="T2" fmla="*/ 90 w 101"/>
                <a:gd name="T3" fmla="*/ 0 h 21"/>
                <a:gd name="T4" fmla="*/ 101 w 101"/>
                <a:gd name="T5" fmla="*/ 11 h 21"/>
                <a:gd name="T6" fmla="*/ 90 w 101"/>
                <a:gd name="T7" fmla="*/ 21 h 21"/>
                <a:gd name="T8" fmla="*/ 11 w 101"/>
                <a:gd name="T9" fmla="*/ 21 h 21"/>
                <a:gd name="T10" fmla="*/ 0 w 101"/>
                <a:gd name="T11" fmla="*/ 11 h 21"/>
                <a:gd name="T12" fmla="*/ 11 w 101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21">
                  <a:moveTo>
                    <a:pt x="11" y="0"/>
                  </a:moveTo>
                  <a:cubicBezTo>
                    <a:pt x="90" y="0"/>
                    <a:pt x="90" y="0"/>
                    <a:pt x="90" y="0"/>
                  </a:cubicBezTo>
                  <a:cubicBezTo>
                    <a:pt x="96" y="0"/>
                    <a:pt x="101" y="5"/>
                    <a:pt x="101" y="11"/>
                  </a:cubicBezTo>
                  <a:cubicBezTo>
                    <a:pt x="101" y="16"/>
                    <a:pt x="96" y="21"/>
                    <a:pt x="9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5" y="21"/>
                    <a:pt x="0" y="16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2" name="ïşľîḍé"/>
            <p:cNvSpPr/>
            <p:nvPr/>
          </p:nvSpPr>
          <p:spPr bwMode="auto">
            <a:xfrm>
              <a:off x="8610415" y="2818407"/>
              <a:ext cx="36899" cy="36899"/>
            </a:xfrm>
            <a:prstGeom prst="ellipse">
              <a:avLst/>
            </a:pr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3" name="ïśḷïdé"/>
            <p:cNvSpPr/>
            <p:nvPr/>
          </p:nvSpPr>
          <p:spPr bwMode="auto">
            <a:xfrm>
              <a:off x="8029692" y="2811379"/>
              <a:ext cx="1011213" cy="2219221"/>
            </a:xfrm>
            <a:custGeom>
              <a:avLst/>
              <a:gdLst>
                <a:gd name="T0" fmla="*/ 572 w 629"/>
                <a:gd name="T1" fmla="*/ 0 h 1382"/>
                <a:gd name="T2" fmla="*/ 490 w 629"/>
                <a:gd name="T3" fmla="*/ 0 h 1382"/>
                <a:gd name="T4" fmla="*/ 490 w 629"/>
                <a:gd name="T5" fmla="*/ 10 h 1382"/>
                <a:gd name="T6" fmla="*/ 443 w 629"/>
                <a:gd name="T7" fmla="*/ 57 h 1382"/>
                <a:gd name="T8" fmla="*/ 181 w 629"/>
                <a:gd name="T9" fmla="*/ 57 h 1382"/>
                <a:gd name="T10" fmla="*/ 134 w 629"/>
                <a:gd name="T11" fmla="*/ 10 h 1382"/>
                <a:gd name="T12" fmla="*/ 134 w 629"/>
                <a:gd name="T13" fmla="*/ 0 h 1382"/>
                <a:gd name="T14" fmla="*/ 57 w 629"/>
                <a:gd name="T15" fmla="*/ 0 h 1382"/>
                <a:gd name="T16" fmla="*/ 0 w 629"/>
                <a:gd name="T17" fmla="*/ 57 h 1382"/>
                <a:gd name="T18" fmla="*/ 0 w 629"/>
                <a:gd name="T19" fmla="*/ 1325 h 1382"/>
                <a:gd name="T20" fmla="*/ 57 w 629"/>
                <a:gd name="T21" fmla="*/ 1381 h 1382"/>
                <a:gd name="T22" fmla="*/ 572 w 629"/>
                <a:gd name="T23" fmla="*/ 1381 h 1382"/>
                <a:gd name="T24" fmla="*/ 629 w 629"/>
                <a:gd name="T25" fmla="*/ 1325 h 1382"/>
                <a:gd name="T26" fmla="*/ 629 w 629"/>
                <a:gd name="T27" fmla="*/ 1325 h 1382"/>
                <a:gd name="T28" fmla="*/ 629 w 629"/>
                <a:gd name="T29" fmla="*/ 57 h 1382"/>
                <a:gd name="T30" fmla="*/ 572 w 629"/>
                <a:gd name="T31" fmla="*/ 0 h 1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29" h="1382">
                  <a:moveTo>
                    <a:pt x="572" y="0"/>
                  </a:moveTo>
                  <a:cubicBezTo>
                    <a:pt x="490" y="0"/>
                    <a:pt x="490" y="0"/>
                    <a:pt x="490" y="0"/>
                  </a:cubicBezTo>
                  <a:cubicBezTo>
                    <a:pt x="490" y="10"/>
                    <a:pt x="490" y="10"/>
                    <a:pt x="490" y="10"/>
                  </a:cubicBezTo>
                  <a:cubicBezTo>
                    <a:pt x="490" y="36"/>
                    <a:pt x="469" y="57"/>
                    <a:pt x="443" y="57"/>
                  </a:cubicBezTo>
                  <a:cubicBezTo>
                    <a:pt x="181" y="57"/>
                    <a:pt x="181" y="57"/>
                    <a:pt x="181" y="57"/>
                  </a:cubicBezTo>
                  <a:cubicBezTo>
                    <a:pt x="155" y="57"/>
                    <a:pt x="134" y="36"/>
                    <a:pt x="134" y="10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1325"/>
                    <a:pt x="0" y="1325"/>
                    <a:pt x="0" y="1325"/>
                  </a:cubicBezTo>
                  <a:cubicBezTo>
                    <a:pt x="0" y="1356"/>
                    <a:pt x="26" y="1381"/>
                    <a:pt x="57" y="1381"/>
                  </a:cubicBezTo>
                  <a:cubicBezTo>
                    <a:pt x="572" y="1381"/>
                    <a:pt x="572" y="1381"/>
                    <a:pt x="572" y="1381"/>
                  </a:cubicBezTo>
                  <a:cubicBezTo>
                    <a:pt x="603" y="1382"/>
                    <a:pt x="629" y="1356"/>
                    <a:pt x="629" y="1325"/>
                  </a:cubicBezTo>
                  <a:cubicBezTo>
                    <a:pt x="629" y="1325"/>
                    <a:pt x="629" y="1325"/>
                    <a:pt x="629" y="1325"/>
                  </a:cubicBezTo>
                  <a:cubicBezTo>
                    <a:pt x="629" y="57"/>
                    <a:pt x="629" y="57"/>
                    <a:pt x="629" y="57"/>
                  </a:cubicBezTo>
                  <a:cubicBezTo>
                    <a:pt x="629" y="25"/>
                    <a:pt x="603" y="0"/>
                    <a:pt x="57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4" name="îSľîdê"/>
            <p:cNvSpPr/>
            <p:nvPr/>
          </p:nvSpPr>
          <p:spPr bwMode="auto">
            <a:xfrm>
              <a:off x="8151811" y="3699595"/>
              <a:ext cx="771368" cy="468268"/>
            </a:xfrm>
            <a:custGeom>
              <a:avLst/>
              <a:gdLst>
                <a:gd name="T0" fmla="*/ 480 w 480"/>
                <a:gd name="T1" fmla="*/ 150 h 292"/>
                <a:gd name="T2" fmla="*/ 477 w 480"/>
                <a:gd name="T3" fmla="*/ 134 h 292"/>
                <a:gd name="T4" fmla="*/ 477 w 480"/>
                <a:gd name="T5" fmla="*/ 134 h 292"/>
                <a:gd name="T6" fmla="*/ 403 w 480"/>
                <a:gd name="T7" fmla="*/ 97 h 292"/>
                <a:gd name="T8" fmla="*/ 378 w 480"/>
                <a:gd name="T9" fmla="*/ 114 h 292"/>
                <a:gd name="T10" fmla="*/ 373 w 480"/>
                <a:gd name="T11" fmla="*/ 97 h 292"/>
                <a:gd name="T12" fmla="*/ 327 w 480"/>
                <a:gd name="T13" fmla="*/ 99 h 292"/>
                <a:gd name="T14" fmla="*/ 357 w 480"/>
                <a:gd name="T15" fmla="*/ 110 h 292"/>
                <a:gd name="T16" fmla="*/ 356 w 480"/>
                <a:gd name="T17" fmla="*/ 111 h 292"/>
                <a:gd name="T18" fmla="*/ 323 w 480"/>
                <a:gd name="T19" fmla="*/ 99 h 292"/>
                <a:gd name="T20" fmla="*/ 320 w 480"/>
                <a:gd name="T21" fmla="*/ 97 h 292"/>
                <a:gd name="T22" fmla="*/ 324 w 480"/>
                <a:gd name="T23" fmla="*/ 97 h 292"/>
                <a:gd name="T24" fmla="*/ 373 w 480"/>
                <a:gd name="T25" fmla="*/ 96 h 292"/>
                <a:gd name="T26" fmla="*/ 358 w 480"/>
                <a:gd name="T27" fmla="*/ 73 h 292"/>
                <a:gd name="T28" fmla="*/ 281 w 480"/>
                <a:gd name="T29" fmla="*/ 54 h 292"/>
                <a:gd name="T30" fmla="*/ 282 w 480"/>
                <a:gd name="T31" fmla="*/ 53 h 292"/>
                <a:gd name="T32" fmla="*/ 357 w 480"/>
                <a:gd name="T33" fmla="*/ 71 h 292"/>
                <a:gd name="T34" fmla="*/ 240 w 480"/>
                <a:gd name="T35" fmla="*/ 67 h 292"/>
                <a:gd name="T36" fmla="*/ 226 w 480"/>
                <a:gd name="T37" fmla="*/ 85 h 292"/>
                <a:gd name="T38" fmla="*/ 198 w 480"/>
                <a:gd name="T39" fmla="*/ 22 h 292"/>
                <a:gd name="T40" fmla="*/ 86 w 480"/>
                <a:gd name="T41" fmla="*/ 40 h 292"/>
                <a:gd name="T42" fmla="*/ 116 w 480"/>
                <a:gd name="T43" fmla="*/ 51 h 292"/>
                <a:gd name="T44" fmla="*/ 115 w 480"/>
                <a:gd name="T45" fmla="*/ 52 h 292"/>
                <a:gd name="T46" fmla="*/ 83 w 480"/>
                <a:gd name="T47" fmla="*/ 40 h 292"/>
                <a:gd name="T48" fmla="*/ 80 w 480"/>
                <a:gd name="T49" fmla="*/ 38 h 292"/>
                <a:gd name="T50" fmla="*/ 83 w 480"/>
                <a:gd name="T51" fmla="*/ 39 h 292"/>
                <a:gd name="T52" fmla="*/ 197 w 480"/>
                <a:gd name="T53" fmla="*/ 21 h 292"/>
                <a:gd name="T54" fmla="*/ 193 w 480"/>
                <a:gd name="T55" fmla="*/ 16 h 292"/>
                <a:gd name="T56" fmla="*/ 54 w 480"/>
                <a:gd name="T57" fmla="*/ 0 h 292"/>
                <a:gd name="T58" fmla="*/ 0 w 480"/>
                <a:gd name="T59" fmla="*/ 97 h 292"/>
                <a:gd name="T60" fmla="*/ 16 w 480"/>
                <a:gd name="T61" fmla="*/ 177 h 292"/>
                <a:gd name="T62" fmla="*/ 32 w 480"/>
                <a:gd name="T63" fmla="*/ 216 h 292"/>
                <a:gd name="T64" fmla="*/ 42 w 480"/>
                <a:gd name="T65" fmla="*/ 234 h 292"/>
                <a:gd name="T66" fmla="*/ 56 w 480"/>
                <a:gd name="T67" fmla="*/ 255 h 292"/>
                <a:gd name="T68" fmla="*/ 58 w 480"/>
                <a:gd name="T69" fmla="*/ 258 h 292"/>
                <a:gd name="T70" fmla="*/ 76 w 480"/>
                <a:gd name="T71" fmla="*/ 276 h 292"/>
                <a:gd name="T72" fmla="*/ 80 w 480"/>
                <a:gd name="T73" fmla="*/ 279 h 292"/>
                <a:gd name="T74" fmla="*/ 91 w 480"/>
                <a:gd name="T75" fmla="*/ 286 h 292"/>
                <a:gd name="T76" fmla="*/ 111 w 480"/>
                <a:gd name="T77" fmla="*/ 292 h 292"/>
                <a:gd name="T78" fmla="*/ 113 w 480"/>
                <a:gd name="T79" fmla="*/ 292 h 292"/>
                <a:gd name="T80" fmla="*/ 113 w 480"/>
                <a:gd name="T81" fmla="*/ 292 h 292"/>
                <a:gd name="T82" fmla="*/ 422 w 480"/>
                <a:gd name="T83" fmla="*/ 292 h 292"/>
                <a:gd name="T84" fmla="*/ 422 w 480"/>
                <a:gd name="T85" fmla="*/ 292 h 292"/>
                <a:gd name="T86" fmla="*/ 422 w 480"/>
                <a:gd name="T87" fmla="*/ 292 h 292"/>
                <a:gd name="T88" fmla="*/ 427 w 480"/>
                <a:gd name="T89" fmla="*/ 291 h 292"/>
                <a:gd name="T90" fmla="*/ 456 w 480"/>
                <a:gd name="T91" fmla="*/ 252 h 292"/>
                <a:gd name="T92" fmla="*/ 462 w 480"/>
                <a:gd name="T93" fmla="*/ 238 h 292"/>
                <a:gd name="T94" fmla="*/ 466 w 480"/>
                <a:gd name="T95" fmla="*/ 226 h 292"/>
                <a:gd name="T96" fmla="*/ 475 w 480"/>
                <a:gd name="T97" fmla="*/ 188 h 292"/>
                <a:gd name="T98" fmla="*/ 480 w 480"/>
                <a:gd name="T99" fmla="*/ 152 h 292"/>
                <a:gd name="T100" fmla="*/ 480 w 480"/>
                <a:gd name="T101" fmla="*/ 15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80" h="292">
                  <a:moveTo>
                    <a:pt x="480" y="150"/>
                  </a:moveTo>
                  <a:cubicBezTo>
                    <a:pt x="480" y="144"/>
                    <a:pt x="479" y="139"/>
                    <a:pt x="477" y="134"/>
                  </a:cubicBezTo>
                  <a:cubicBezTo>
                    <a:pt x="477" y="134"/>
                    <a:pt x="477" y="134"/>
                    <a:pt x="477" y="134"/>
                  </a:cubicBezTo>
                  <a:cubicBezTo>
                    <a:pt x="466" y="103"/>
                    <a:pt x="433" y="87"/>
                    <a:pt x="403" y="97"/>
                  </a:cubicBezTo>
                  <a:cubicBezTo>
                    <a:pt x="393" y="100"/>
                    <a:pt x="385" y="106"/>
                    <a:pt x="378" y="114"/>
                  </a:cubicBezTo>
                  <a:cubicBezTo>
                    <a:pt x="377" y="108"/>
                    <a:pt x="376" y="102"/>
                    <a:pt x="373" y="97"/>
                  </a:cubicBezTo>
                  <a:cubicBezTo>
                    <a:pt x="358" y="99"/>
                    <a:pt x="343" y="100"/>
                    <a:pt x="327" y="99"/>
                  </a:cubicBezTo>
                  <a:cubicBezTo>
                    <a:pt x="337" y="103"/>
                    <a:pt x="347" y="107"/>
                    <a:pt x="357" y="110"/>
                  </a:cubicBezTo>
                  <a:cubicBezTo>
                    <a:pt x="356" y="111"/>
                    <a:pt x="356" y="111"/>
                    <a:pt x="356" y="111"/>
                  </a:cubicBezTo>
                  <a:cubicBezTo>
                    <a:pt x="345" y="108"/>
                    <a:pt x="334" y="104"/>
                    <a:pt x="323" y="99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4" y="97"/>
                    <a:pt x="324" y="97"/>
                    <a:pt x="324" y="97"/>
                  </a:cubicBezTo>
                  <a:cubicBezTo>
                    <a:pt x="340" y="98"/>
                    <a:pt x="357" y="98"/>
                    <a:pt x="373" y="96"/>
                  </a:cubicBezTo>
                  <a:cubicBezTo>
                    <a:pt x="369" y="88"/>
                    <a:pt x="365" y="80"/>
                    <a:pt x="358" y="73"/>
                  </a:cubicBezTo>
                  <a:cubicBezTo>
                    <a:pt x="332" y="71"/>
                    <a:pt x="306" y="64"/>
                    <a:pt x="281" y="54"/>
                  </a:cubicBezTo>
                  <a:cubicBezTo>
                    <a:pt x="282" y="53"/>
                    <a:pt x="282" y="53"/>
                    <a:pt x="282" y="53"/>
                  </a:cubicBezTo>
                  <a:cubicBezTo>
                    <a:pt x="306" y="63"/>
                    <a:pt x="331" y="69"/>
                    <a:pt x="357" y="71"/>
                  </a:cubicBezTo>
                  <a:cubicBezTo>
                    <a:pt x="326" y="38"/>
                    <a:pt x="274" y="36"/>
                    <a:pt x="240" y="67"/>
                  </a:cubicBezTo>
                  <a:cubicBezTo>
                    <a:pt x="235" y="73"/>
                    <a:pt x="230" y="79"/>
                    <a:pt x="226" y="85"/>
                  </a:cubicBezTo>
                  <a:cubicBezTo>
                    <a:pt x="224" y="62"/>
                    <a:pt x="214" y="39"/>
                    <a:pt x="198" y="22"/>
                  </a:cubicBezTo>
                  <a:cubicBezTo>
                    <a:pt x="163" y="36"/>
                    <a:pt x="125" y="42"/>
                    <a:pt x="86" y="40"/>
                  </a:cubicBezTo>
                  <a:cubicBezTo>
                    <a:pt x="96" y="45"/>
                    <a:pt x="106" y="48"/>
                    <a:pt x="116" y="51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04" y="49"/>
                    <a:pt x="93" y="45"/>
                    <a:pt x="83" y="40"/>
                  </a:cubicBezTo>
                  <a:cubicBezTo>
                    <a:pt x="80" y="38"/>
                    <a:pt x="80" y="38"/>
                    <a:pt x="80" y="38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122" y="41"/>
                    <a:pt x="161" y="35"/>
                    <a:pt x="197" y="21"/>
                  </a:cubicBezTo>
                  <a:cubicBezTo>
                    <a:pt x="196" y="19"/>
                    <a:pt x="194" y="18"/>
                    <a:pt x="193" y="16"/>
                  </a:cubicBezTo>
                  <a:cubicBezTo>
                    <a:pt x="148" y="17"/>
                    <a:pt x="98" y="17"/>
                    <a:pt x="54" y="0"/>
                  </a:cubicBezTo>
                  <a:cubicBezTo>
                    <a:pt x="20" y="21"/>
                    <a:pt x="0" y="58"/>
                    <a:pt x="0" y="97"/>
                  </a:cubicBezTo>
                  <a:cubicBezTo>
                    <a:pt x="0" y="119"/>
                    <a:pt x="6" y="148"/>
                    <a:pt x="16" y="177"/>
                  </a:cubicBezTo>
                  <a:cubicBezTo>
                    <a:pt x="21" y="190"/>
                    <a:pt x="26" y="203"/>
                    <a:pt x="32" y="216"/>
                  </a:cubicBezTo>
                  <a:cubicBezTo>
                    <a:pt x="35" y="222"/>
                    <a:pt x="38" y="228"/>
                    <a:pt x="42" y="234"/>
                  </a:cubicBezTo>
                  <a:cubicBezTo>
                    <a:pt x="46" y="241"/>
                    <a:pt x="51" y="248"/>
                    <a:pt x="56" y="255"/>
                  </a:cubicBezTo>
                  <a:cubicBezTo>
                    <a:pt x="58" y="258"/>
                    <a:pt x="58" y="258"/>
                    <a:pt x="58" y="258"/>
                  </a:cubicBezTo>
                  <a:cubicBezTo>
                    <a:pt x="64" y="265"/>
                    <a:pt x="69" y="271"/>
                    <a:pt x="76" y="276"/>
                  </a:cubicBezTo>
                  <a:cubicBezTo>
                    <a:pt x="77" y="277"/>
                    <a:pt x="78" y="278"/>
                    <a:pt x="80" y="279"/>
                  </a:cubicBezTo>
                  <a:cubicBezTo>
                    <a:pt x="83" y="282"/>
                    <a:pt x="87" y="284"/>
                    <a:pt x="91" y="286"/>
                  </a:cubicBezTo>
                  <a:cubicBezTo>
                    <a:pt x="97" y="289"/>
                    <a:pt x="104" y="291"/>
                    <a:pt x="111" y="292"/>
                  </a:cubicBezTo>
                  <a:cubicBezTo>
                    <a:pt x="113" y="292"/>
                    <a:pt x="113" y="292"/>
                    <a:pt x="113" y="292"/>
                  </a:cubicBezTo>
                  <a:cubicBezTo>
                    <a:pt x="113" y="292"/>
                    <a:pt x="113" y="292"/>
                    <a:pt x="113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4" y="292"/>
                    <a:pt x="425" y="291"/>
                    <a:pt x="427" y="291"/>
                  </a:cubicBezTo>
                  <a:cubicBezTo>
                    <a:pt x="438" y="287"/>
                    <a:pt x="448" y="271"/>
                    <a:pt x="456" y="252"/>
                  </a:cubicBezTo>
                  <a:cubicBezTo>
                    <a:pt x="458" y="247"/>
                    <a:pt x="460" y="243"/>
                    <a:pt x="462" y="238"/>
                  </a:cubicBezTo>
                  <a:cubicBezTo>
                    <a:pt x="463" y="233"/>
                    <a:pt x="464" y="230"/>
                    <a:pt x="466" y="226"/>
                  </a:cubicBezTo>
                  <a:cubicBezTo>
                    <a:pt x="470" y="213"/>
                    <a:pt x="473" y="200"/>
                    <a:pt x="475" y="188"/>
                  </a:cubicBezTo>
                  <a:cubicBezTo>
                    <a:pt x="478" y="176"/>
                    <a:pt x="480" y="164"/>
                    <a:pt x="480" y="152"/>
                  </a:cubicBezTo>
                  <a:cubicBezTo>
                    <a:pt x="480" y="151"/>
                    <a:pt x="480" y="151"/>
                    <a:pt x="480" y="150"/>
                  </a:cubicBezTo>
                </a:path>
              </a:pathLst>
            </a:custGeom>
            <a:solidFill>
              <a:srgbClr val="4285F4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5" name="ïSľîďè"/>
            <p:cNvSpPr/>
            <p:nvPr/>
          </p:nvSpPr>
          <p:spPr bwMode="auto">
            <a:xfrm>
              <a:off x="8240545" y="3657424"/>
              <a:ext cx="218760" cy="67649"/>
            </a:xfrm>
            <a:custGeom>
              <a:avLst/>
              <a:gdLst>
                <a:gd name="T0" fmla="*/ 136 w 136"/>
                <a:gd name="T1" fmla="*/ 41 h 42"/>
                <a:gd name="T2" fmla="*/ 0 w 136"/>
                <a:gd name="T3" fmla="*/ 26 h 42"/>
                <a:gd name="T4" fmla="*/ 136 w 136"/>
                <a:gd name="T5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42">
                  <a:moveTo>
                    <a:pt x="136" y="41"/>
                  </a:moveTo>
                  <a:cubicBezTo>
                    <a:pt x="100" y="6"/>
                    <a:pt x="44" y="0"/>
                    <a:pt x="0" y="26"/>
                  </a:cubicBezTo>
                  <a:cubicBezTo>
                    <a:pt x="44" y="41"/>
                    <a:pt x="92" y="42"/>
                    <a:pt x="136" y="41"/>
                  </a:cubicBezTo>
                  <a:close/>
                </a:path>
              </a:pathLst>
            </a:custGeom>
            <a:solidFill>
              <a:srgbClr val="4285F4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6" name="îṡ1íḓe"/>
            <p:cNvSpPr/>
            <p:nvPr/>
          </p:nvSpPr>
          <p:spPr bwMode="auto">
            <a:xfrm>
              <a:off x="8707934" y="3996545"/>
              <a:ext cx="157261" cy="170439"/>
            </a:xfrm>
            <a:custGeom>
              <a:avLst/>
              <a:gdLst>
                <a:gd name="T0" fmla="*/ 24 w 98"/>
                <a:gd name="T1" fmla="*/ 93 h 106"/>
                <a:gd name="T2" fmla="*/ 22 w 98"/>
                <a:gd name="T3" fmla="*/ 91 h 106"/>
                <a:gd name="T4" fmla="*/ 23 w 98"/>
                <a:gd name="T5" fmla="*/ 90 h 106"/>
                <a:gd name="T6" fmla="*/ 24 w 98"/>
                <a:gd name="T7" fmla="*/ 90 h 106"/>
                <a:gd name="T8" fmla="*/ 30 w 98"/>
                <a:gd name="T9" fmla="*/ 90 h 106"/>
                <a:gd name="T10" fmla="*/ 32 w 98"/>
                <a:gd name="T11" fmla="*/ 91 h 106"/>
                <a:gd name="T12" fmla="*/ 32 w 98"/>
                <a:gd name="T13" fmla="*/ 92 h 106"/>
                <a:gd name="T14" fmla="*/ 30 w 98"/>
                <a:gd name="T15" fmla="*/ 93 h 106"/>
                <a:gd name="T16" fmla="*/ 24 w 98"/>
                <a:gd name="T17" fmla="*/ 93 h 106"/>
                <a:gd name="T18" fmla="*/ 68 w 98"/>
                <a:gd name="T19" fmla="*/ 93 h 106"/>
                <a:gd name="T20" fmla="*/ 66 w 98"/>
                <a:gd name="T21" fmla="*/ 91 h 106"/>
                <a:gd name="T22" fmla="*/ 66 w 98"/>
                <a:gd name="T23" fmla="*/ 90 h 106"/>
                <a:gd name="T24" fmla="*/ 68 w 98"/>
                <a:gd name="T25" fmla="*/ 90 h 106"/>
                <a:gd name="T26" fmla="*/ 74 w 98"/>
                <a:gd name="T27" fmla="*/ 90 h 106"/>
                <a:gd name="T28" fmla="*/ 76 w 98"/>
                <a:gd name="T29" fmla="*/ 91 h 106"/>
                <a:gd name="T30" fmla="*/ 75 w 98"/>
                <a:gd name="T31" fmla="*/ 92 h 106"/>
                <a:gd name="T32" fmla="*/ 74 w 98"/>
                <a:gd name="T33" fmla="*/ 93 h 106"/>
                <a:gd name="T34" fmla="*/ 74 w 98"/>
                <a:gd name="T35" fmla="*/ 93 h 106"/>
                <a:gd name="T36" fmla="*/ 68 w 98"/>
                <a:gd name="T37" fmla="*/ 93 h 106"/>
                <a:gd name="T38" fmla="*/ 49 w 98"/>
                <a:gd name="T39" fmla="*/ 0 h 106"/>
                <a:gd name="T40" fmla="*/ 48 w 98"/>
                <a:gd name="T41" fmla="*/ 0 h 106"/>
                <a:gd name="T42" fmla="*/ 48 w 98"/>
                <a:gd name="T43" fmla="*/ 1 h 106"/>
                <a:gd name="T44" fmla="*/ 0 w 98"/>
                <a:gd name="T45" fmla="*/ 83 h 106"/>
                <a:gd name="T46" fmla="*/ 1 w 98"/>
                <a:gd name="T47" fmla="*/ 85 h 106"/>
                <a:gd name="T48" fmla="*/ 1 w 98"/>
                <a:gd name="T49" fmla="*/ 85 h 106"/>
                <a:gd name="T50" fmla="*/ 16 w 98"/>
                <a:gd name="T51" fmla="*/ 85 h 106"/>
                <a:gd name="T52" fmla="*/ 17 w 98"/>
                <a:gd name="T53" fmla="*/ 87 h 106"/>
                <a:gd name="T54" fmla="*/ 17 w 98"/>
                <a:gd name="T55" fmla="*/ 105 h 106"/>
                <a:gd name="T56" fmla="*/ 19 w 98"/>
                <a:gd name="T57" fmla="*/ 106 h 106"/>
                <a:gd name="T58" fmla="*/ 37 w 98"/>
                <a:gd name="T59" fmla="*/ 106 h 106"/>
                <a:gd name="T60" fmla="*/ 39 w 98"/>
                <a:gd name="T61" fmla="*/ 105 h 106"/>
                <a:gd name="T62" fmla="*/ 39 w 98"/>
                <a:gd name="T63" fmla="*/ 96 h 106"/>
                <a:gd name="T64" fmla="*/ 40 w 98"/>
                <a:gd name="T65" fmla="*/ 95 h 106"/>
                <a:gd name="T66" fmla="*/ 58 w 98"/>
                <a:gd name="T67" fmla="*/ 95 h 106"/>
                <a:gd name="T68" fmla="*/ 59 w 98"/>
                <a:gd name="T69" fmla="*/ 96 h 106"/>
                <a:gd name="T70" fmla="*/ 59 w 98"/>
                <a:gd name="T71" fmla="*/ 105 h 106"/>
                <a:gd name="T72" fmla="*/ 61 w 98"/>
                <a:gd name="T73" fmla="*/ 106 h 106"/>
                <a:gd name="T74" fmla="*/ 79 w 98"/>
                <a:gd name="T75" fmla="*/ 106 h 106"/>
                <a:gd name="T76" fmla="*/ 81 w 98"/>
                <a:gd name="T77" fmla="*/ 105 h 106"/>
                <a:gd name="T78" fmla="*/ 81 w 98"/>
                <a:gd name="T79" fmla="*/ 105 h 106"/>
                <a:gd name="T80" fmla="*/ 81 w 98"/>
                <a:gd name="T81" fmla="*/ 87 h 106"/>
                <a:gd name="T82" fmla="*/ 82 w 98"/>
                <a:gd name="T83" fmla="*/ 85 h 106"/>
                <a:gd name="T84" fmla="*/ 96 w 98"/>
                <a:gd name="T85" fmla="*/ 85 h 106"/>
                <a:gd name="T86" fmla="*/ 97 w 98"/>
                <a:gd name="T87" fmla="*/ 85 h 106"/>
                <a:gd name="T88" fmla="*/ 98 w 98"/>
                <a:gd name="T89" fmla="*/ 84 h 106"/>
                <a:gd name="T90" fmla="*/ 98 w 98"/>
                <a:gd name="T91" fmla="*/ 83 h 106"/>
                <a:gd name="T92" fmla="*/ 50 w 98"/>
                <a:gd name="T93" fmla="*/ 1 h 106"/>
                <a:gd name="T94" fmla="*/ 49 w 98"/>
                <a:gd name="T9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8" h="106">
                  <a:moveTo>
                    <a:pt x="24" y="93"/>
                  </a:moveTo>
                  <a:cubicBezTo>
                    <a:pt x="23" y="93"/>
                    <a:pt x="22" y="92"/>
                    <a:pt x="22" y="91"/>
                  </a:cubicBezTo>
                  <a:cubicBezTo>
                    <a:pt x="22" y="91"/>
                    <a:pt x="22" y="90"/>
                    <a:pt x="23" y="90"/>
                  </a:cubicBezTo>
                  <a:cubicBezTo>
                    <a:pt x="23" y="90"/>
                    <a:pt x="23" y="90"/>
                    <a:pt x="24" y="90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31" y="90"/>
                    <a:pt x="32" y="90"/>
                    <a:pt x="32" y="91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1" y="93"/>
                    <a:pt x="31" y="93"/>
                    <a:pt x="30" y="93"/>
                  </a:cubicBezTo>
                  <a:cubicBezTo>
                    <a:pt x="24" y="93"/>
                    <a:pt x="24" y="93"/>
                    <a:pt x="24" y="93"/>
                  </a:cubicBezTo>
                  <a:moveTo>
                    <a:pt x="68" y="93"/>
                  </a:moveTo>
                  <a:cubicBezTo>
                    <a:pt x="67" y="93"/>
                    <a:pt x="66" y="92"/>
                    <a:pt x="66" y="91"/>
                  </a:cubicBezTo>
                  <a:cubicBezTo>
                    <a:pt x="66" y="91"/>
                    <a:pt x="66" y="90"/>
                    <a:pt x="66" y="90"/>
                  </a:cubicBezTo>
                  <a:cubicBezTo>
                    <a:pt x="67" y="90"/>
                    <a:pt x="67" y="90"/>
                    <a:pt x="68" y="90"/>
                  </a:cubicBezTo>
                  <a:cubicBezTo>
                    <a:pt x="74" y="90"/>
                    <a:pt x="74" y="90"/>
                    <a:pt x="74" y="90"/>
                  </a:cubicBezTo>
                  <a:cubicBezTo>
                    <a:pt x="75" y="90"/>
                    <a:pt x="76" y="90"/>
                    <a:pt x="76" y="91"/>
                  </a:cubicBezTo>
                  <a:cubicBezTo>
                    <a:pt x="76" y="92"/>
                    <a:pt x="76" y="92"/>
                    <a:pt x="75" y="92"/>
                  </a:cubicBezTo>
                  <a:cubicBezTo>
                    <a:pt x="75" y="93"/>
                    <a:pt x="75" y="93"/>
                    <a:pt x="74" y="93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68" y="93"/>
                    <a:pt x="68" y="93"/>
                    <a:pt x="68" y="93"/>
                  </a:cubicBezTo>
                  <a:moveTo>
                    <a:pt x="49" y="0"/>
                  </a:moveTo>
                  <a:cubicBezTo>
                    <a:pt x="49" y="0"/>
                    <a:pt x="48" y="0"/>
                    <a:pt x="48" y="0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4"/>
                    <a:pt x="0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6" y="85"/>
                    <a:pt x="17" y="86"/>
                    <a:pt x="17" y="87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7" y="105"/>
                    <a:pt x="18" y="106"/>
                    <a:pt x="19" y="106"/>
                  </a:cubicBezTo>
                  <a:cubicBezTo>
                    <a:pt x="37" y="106"/>
                    <a:pt x="37" y="106"/>
                    <a:pt x="37" y="106"/>
                  </a:cubicBezTo>
                  <a:cubicBezTo>
                    <a:pt x="38" y="106"/>
                    <a:pt x="39" y="105"/>
                    <a:pt x="39" y="105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39" y="95"/>
                    <a:pt x="39" y="95"/>
                    <a:pt x="40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5"/>
                    <a:pt x="59" y="95"/>
                    <a:pt x="59" y="96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60" y="106"/>
                    <a:pt x="61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80" y="106"/>
                    <a:pt x="80" y="106"/>
                    <a:pt x="81" y="105"/>
                  </a:cubicBezTo>
                  <a:cubicBezTo>
                    <a:pt x="81" y="105"/>
                    <a:pt x="81" y="105"/>
                    <a:pt x="81" y="105"/>
                  </a:cubicBezTo>
                  <a:cubicBezTo>
                    <a:pt x="81" y="87"/>
                    <a:pt x="81" y="87"/>
                    <a:pt x="81" y="87"/>
                  </a:cubicBezTo>
                  <a:cubicBezTo>
                    <a:pt x="81" y="86"/>
                    <a:pt x="81" y="85"/>
                    <a:pt x="82" y="85"/>
                  </a:cubicBezTo>
                  <a:cubicBezTo>
                    <a:pt x="96" y="85"/>
                    <a:pt x="96" y="85"/>
                    <a:pt x="96" y="85"/>
                  </a:cubicBezTo>
                  <a:cubicBezTo>
                    <a:pt x="96" y="85"/>
                    <a:pt x="97" y="85"/>
                    <a:pt x="97" y="85"/>
                  </a:cubicBezTo>
                  <a:cubicBezTo>
                    <a:pt x="97" y="85"/>
                    <a:pt x="98" y="85"/>
                    <a:pt x="98" y="84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0"/>
                    <a:pt x="50" y="0"/>
                    <a:pt x="49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7" name="isḻïďe"/>
            <p:cNvSpPr/>
            <p:nvPr/>
          </p:nvSpPr>
          <p:spPr bwMode="auto">
            <a:xfrm>
              <a:off x="8331914" y="4167862"/>
              <a:ext cx="1757" cy="879"/>
            </a:xfrm>
            <a:prstGeom prst="ellipse">
              <a:avLst/>
            </a:prstGeom>
            <a:solidFill>
              <a:srgbClr val="ECF3FE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8" name="ïṡļïḓe"/>
            <p:cNvSpPr/>
            <p:nvPr/>
          </p:nvSpPr>
          <p:spPr bwMode="auto">
            <a:xfrm>
              <a:off x="8245816" y="3998302"/>
              <a:ext cx="147597" cy="169561"/>
            </a:xfrm>
            <a:custGeom>
              <a:avLst/>
              <a:gdLst>
                <a:gd name="T0" fmla="*/ 61 w 92"/>
                <a:gd name="T1" fmla="*/ 89 h 106"/>
                <a:gd name="T2" fmla="*/ 68 w 92"/>
                <a:gd name="T3" fmla="*/ 89 h 106"/>
                <a:gd name="T4" fmla="*/ 68 w 92"/>
                <a:gd name="T5" fmla="*/ 89 h 106"/>
                <a:gd name="T6" fmla="*/ 70 w 92"/>
                <a:gd name="T7" fmla="*/ 91 h 106"/>
                <a:gd name="T8" fmla="*/ 68 w 92"/>
                <a:gd name="T9" fmla="*/ 92 h 106"/>
                <a:gd name="T10" fmla="*/ 68 w 92"/>
                <a:gd name="T11" fmla="*/ 92 h 106"/>
                <a:gd name="T12" fmla="*/ 61 w 92"/>
                <a:gd name="T13" fmla="*/ 92 h 106"/>
                <a:gd name="T14" fmla="*/ 60 w 92"/>
                <a:gd name="T15" fmla="*/ 91 h 106"/>
                <a:gd name="T16" fmla="*/ 60 w 92"/>
                <a:gd name="T17" fmla="*/ 90 h 106"/>
                <a:gd name="T18" fmla="*/ 61 w 92"/>
                <a:gd name="T19" fmla="*/ 89 h 106"/>
                <a:gd name="T20" fmla="*/ 61 w 92"/>
                <a:gd name="T21" fmla="*/ 89 h 106"/>
                <a:gd name="T22" fmla="*/ 30 w 92"/>
                <a:gd name="T23" fmla="*/ 59 h 106"/>
                <a:gd name="T24" fmla="*/ 29 w 92"/>
                <a:gd name="T25" fmla="*/ 58 h 106"/>
                <a:gd name="T26" fmla="*/ 29 w 92"/>
                <a:gd name="T27" fmla="*/ 46 h 106"/>
                <a:gd name="T28" fmla="*/ 30 w 92"/>
                <a:gd name="T29" fmla="*/ 45 h 106"/>
                <a:gd name="T30" fmla="*/ 55 w 92"/>
                <a:gd name="T31" fmla="*/ 45 h 106"/>
                <a:gd name="T32" fmla="*/ 57 w 92"/>
                <a:gd name="T33" fmla="*/ 46 h 106"/>
                <a:gd name="T34" fmla="*/ 57 w 92"/>
                <a:gd name="T35" fmla="*/ 58 h 106"/>
                <a:gd name="T36" fmla="*/ 55 w 92"/>
                <a:gd name="T37" fmla="*/ 59 h 106"/>
                <a:gd name="T38" fmla="*/ 30 w 92"/>
                <a:gd name="T39" fmla="*/ 59 h 106"/>
                <a:gd name="T40" fmla="*/ 43 w 92"/>
                <a:gd name="T41" fmla="*/ 0 h 106"/>
                <a:gd name="T42" fmla="*/ 42 w 92"/>
                <a:gd name="T43" fmla="*/ 0 h 106"/>
                <a:gd name="T44" fmla="*/ 41 w 92"/>
                <a:gd name="T45" fmla="*/ 0 h 106"/>
                <a:gd name="T46" fmla="*/ 0 w 92"/>
                <a:gd name="T47" fmla="*/ 72 h 106"/>
                <a:gd name="T48" fmla="*/ 18 w 92"/>
                <a:gd name="T49" fmla="*/ 89 h 106"/>
                <a:gd name="T50" fmla="*/ 24 w 92"/>
                <a:gd name="T51" fmla="*/ 89 h 106"/>
                <a:gd name="T52" fmla="*/ 25 w 92"/>
                <a:gd name="T53" fmla="*/ 89 h 106"/>
                <a:gd name="T54" fmla="*/ 26 w 92"/>
                <a:gd name="T55" fmla="*/ 91 h 106"/>
                <a:gd name="T56" fmla="*/ 25 w 92"/>
                <a:gd name="T57" fmla="*/ 92 h 106"/>
                <a:gd name="T58" fmla="*/ 24 w 92"/>
                <a:gd name="T59" fmla="*/ 92 h 106"/>
                <a:gd name="T60" fmla="*/ 21 w 92"/>
                <a:gd name="T61" fmla="*/ 92 h 106"/>
                <a:gd name="T62" fmla="*/ 32 w 92"/>
                <a:gd name="T63" fmla="*/ 99 h 106"/>
                <a:gd name="T64" fmla="*/ 32 w 92"/>
                <a:gd name="T65" fmla="*/ 96 h 106"/>
                <a:gd name="T66" fmla="*/ 34 w 92"/>
                <a:gd name="T67" fmla="*/ 94 h 106"/>
                <a:gd name="T68" fmla="*/ 52 w 92"/>
                <a:gd name="T69" fmla="*/ 94 h 106"/>
                <a:gd name="T70" fmla="*/ 53 w 92"/>
                <a:gd name="T71" fmla="*/ 96 h 106"/>
                <a:gd name="T72" fmla="*/ 53 w 92"/>
                <a:gd name="T73" fmla="*/ 104 h 106"/>
                <a:gd name="T74" fmla="*/ 54 w 92"/>
                <a:gd name="T75" fmla="*/ 106 h 106"/>
                <a:gd name="T76" fmla="*/ 55 w 92"/>
                <a:gd name="T77" fmla="*/ 106 h 106"/>
                <a:gd name="T78" fmla="*/ 55 w 92"/>
                <a:gd name="T79" fmla="*/ 106 h 106"/>
                <a:gd name="T80" fmla="*/ 73 w 92"/>
                <a:gd name="T81" fmla="*/ 106 h 106"/>
                <a:gd name="T82" fmla="*/ 74 w 92"/>
                <a:gd name="T83" fmla="*/ 105 h 106"/>
                <a:gd name="T84" fmla="*/ 75 w 92"/>
                <a:gd name="T85" fmla="*/ 104 h 106"/>
                <a:gd name="T86" fmla="*/ 75 w 92"/>
                <a:gd name="T87" fmla="*/ 87 h 106"/>
                <a:gd name="T88" fmla="*/ 76 w 92"/>
                <a:gd name="T89" fmla="*/ 85 h 106"/>
                <a:gd name="T90" fmla="*/ 90 w 92"/>
                <a:gd name="T91" fmla="*/ 85 h 106"/>
                <a:gd name="T92" fmla="*/ 90 w 92"/>
                <a:gd name="T93" fmla="*/ 85 h 106"/>
                <a:gd name="T94" fmla="*/ 92 w 92"/>
                <a:gd name="T95" fmla="*/ 84 h 106"/>
                <a:gd name="T96" fmla="*/ 92 w 92"/>
                <a:gd name="T97" fmla="*/ 83 h 106"/>
                <a:gd name="T98" fmla="*/ 44 w 92"/>
                <a:gd name="T99" fmla="*/ 0 h 106"/>
                <a:gd name="T100" fmla="*/ 43 w 92"/>
                <a:gd name="T10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2" h="106">
                  <a:moveTo>
                    <a:pt x="61" y="89"/>
                  </a:moveTo>
                  <a:cubicBezTo>
                    <a:pt x="68" y="89"/>
                    <a:pt x="68" y="89"/>
                    <a:pt x="68" y="89"/>
                  </a:cubicBezTo>
                  <a:cubicBezTo>
                    <a:pt x="68" y="89"/>
                    <a:pt x="68" y="89"/>
                    <a:pt x="68" y="89"/>
                  </a:cubicBezTo>
                  <a:cubicBezTo>
                    <a:pt x="69" y="89"/>
                    <a:pt x="70" y="90"/>
                    <a:pt x="70" y="91"/>
                  </a:cubicBezTo>
                  <a:cubicBezTo>
                    <a:pt x="70" y="92"/>
                    <a:pt x="69" y="92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1" y="92"/>
                    <a:pt x="61" y="92"/>
                    <a:pt x="61" y="92"/>
                  </a:cubicBezTo>
                  <a:cubicBezTo>
                    <a:pt x="60" y="92"/>
                    <a:pt x="60" y="92"/>
                    <a:pt x="60" y="91"/>
                  </a:cubicBezTo>
                  <a:cubicBezTo>
                    <a:pt x="60" y="91"/>
                    <a:pt x="60" y="90"/>
                    <a:pt x="60" y="90"/>
                  </a:cubicBezTo>
                  <a:cubicBezTo>
                    <a:pt x="61" y="90"/>
                    <a:pt x="61" y="89"/>
                    <a:pt x="61" y="89"/>
                  </a:cubicBezTo>
                  <a:cubicBezTo>
                    <a:pt x="61" y="89"/>
                    <a:pt x="61" y="89"/>
                    <a:pt x="61" y="89"/>
                  </a:cubicBezTo>
                  <a:moveTo>
                    <a:pt x="30" y="59"/>
                  </a:moveTo>
                  <a:cubicBezTo>
                    <a:pt x="30" y="59"/>
                    <a:pt x="29" y="59"/>
                    <a:pt x="29" y="58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45"/>
                    <a:pt x="30" y="45"/>
                    <a:pt x="30" y="45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6" y="45"/>
                    <a:pt x="57" y="45"/>
                    <a:pt x="57" y="46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9"/>
                    <a:pt x="56" y="59"/>
                    <a:pt x="55" y="59"/>
                  </a:cubicBezTo>
                  <a:cubicBezTo>
                    <a:pt x="30" y="59"/>
                    <a:pt x="30" y="59"/>
                    <a:pt x="30" y="59"/>
                  </a:cubicBezTo>
                  <a:moveTo>
                    <a:pt x="43" y="0"/>
                  </a:moveTo>
                  <a:cubicBezTo>
                    <a:pt x="43" y="0"/>
                    <a:pt x="42" y="0"/>
                    <a:pt x="4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6" y="78"/>
                    <a:pt x="11" y="84"/>
                    <a:pt x="18" y="89"/>
                  </a:cubicBezTo>
                  <a:cubicBezTo>
                    <a:pt x="24" y="89"/>
                    <a:pt x="24" y="89"/>
                    <a:pt x="24" y="89"/>
                  </a:cubicBezTo>
                  <a:cubicBezTo>
                    <a:pt x="24" y="89"/>
                    <a:pt x="24" y="89"/>
                    <a:pt x="25" y="89"/>
                  </a:cubicBezTo>
                  <a:cubicBezTo>
                    <a:pt x="25" y="89"/>
                    <a:pt x="26" y="90"/>
                    <a:pt x="26" y="91"/>
                  </a:cubicBezTo>
                  <a:cubicBezTo>
                    <a:pt x="26" y="92"/>
                    <a:pt x="26" y="92"/>
                    <a:pt x="25" y="92"/>
                  </a:cubicBezTo>
                  <a:cubicBezTo>
                    <a:pt x="24" y="92"/>
                    <a:pt x="24" y="92"/>
                    <a:pt x="24" y="92"/>
                  </a:cubicBezTo>
                  <a:cubicBezTo>
                    <a:pt x="21" y="92"/>
                    <a:pt x="21" y="92"/>
                    <a:pt x="21" y="92"/>
                  </a:cubicBezTo>
                  <a:cubicBezTo>
                    <a:pt x="25" y="95"/>
                    <a:pt x="29" y="97"/>
                    <a:pt x="32" y="99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95"/>
                    <a:pt x="33" y="94"/>
                    <a:pt x="34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2" y="94"/>
                    <a:pt x="53" y="95"/>
                    <a:pt x="53" y="96"/>
                  </a:cubicBezTo>
                  <a:cubicBezTo>
                    <a:pt x="53" y="104"/>
                    <a:pt x="53" y="104"/>
                    <a:pt x="53" y="104"/>
                  </a:cubicBezTo>
                  <a:cubicBezTo>
                    <a:pt x="53" y="105"/>
                    <a:pt x="54" y="105"/>
                    <a:pt x="54" y="106"/>
                  </a:cubicBezTo>
                  <a:cubicBezTo>
                    <a:pt x="55" y="106"/>
                    <a:pt x="55" y="106"/>
                    <a:pt x="55" y="106"/>
                  </a:cubicBezTo>
                  <a:cubicBezTo>
                    <a:pt x="55" y="106"/>
                    <a:pt x="55" y="106"/>
                    <a:pt x="55" y="106"/>
                  </a:cubicBezTo>
                  <a:cubicBezTo>
                    <a:pt x="73" y="106"/>
                    <a:pt x="73" y="106"/>
                    <a:pt x="73" y="106"/>
                  </a:cubicBezTo>
                  <a:cubicBezTo>
                    <a:pt x="74" y="106"/>
                    <a:pt x="74" y="106"/>
                    <a:pt x="74" y="105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5" y="87"/>
                    <a:pt x="75" y="87"/>
                    <a:pt x="75" y="87"/>
                  </a:cubicBezTo>
                  <a:cubicBezTo>
                    <a:pt x="75" y="86"/>
                    <a:pt x="75" y="85"/>
                    <a:pt x="76" y="85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91" y="85"/>
                    <a:pt x="92" y="84"/>
                    <a:pt x="92" y="84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43" y="0"/>
                    <a:pt x="43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69" name="îš1ïḓè"/>
            <p:cNvSpPr/>
            <p:nvPr/>
          </p:nvSpPr>
          <p:spPr bwMode="auto">
            <a:xfrm>
              <a:off x="8397805" y="3843677"/>
              <a:ext cx="298707" cy="323307"/>
            </a:xfrm>
            <a:custGeom>
              <a:avLst/>
              <a:gdLst>
                <a:gd name="T0" fmla="*/ 31 w 186"/>
                <a:gd name="T1" fmla="*/ 161 h 201"/>
                <a:gd name="T2" fmla="*/ 62 w 186"/>
                <a:gd name="T3" fmla="*/ 170 h 201"/>
                <a:gd name="T4" fmla="*/ 86 w 186"/>
                <a:gd name="T5" fmla="*/ 161 h 201"/>
                <a:gd name="T6" fmla="*/ 99 w 186"/>
                <a:gd name="T7" fmla="*/ 169 h 201"/>
                <a:gd name="T8" fmla="*/ 123 w 186"/>
                <a:gd name="T9" fmla="*/ 169 h 201"/>
                <a:gd name="T10" fmla="*/ 154 w 186"/>
                <a:gd name="T11" fmla="*/ 161 h 201"/>
                <a:gd name="T12" fmla="*/ 177 w 186"/>
                <a:gd name="T13" fmla="*/ 170 h 201"/>
                <a:gd name="T14" fmla="*/ 8 w 186"/>
                <a:gd name="T15" fmla="*/ 140 h 201"/>
                <a:gd name="T16" fmla="*/ 8 w 186"/>
                <a:gd name="T17" fmla="*/ 150 h 201"/>
                <a:gd name="T18" fmla="*/ 85 w 186"/>
                <a:gd name="T19" fmla="*/ 140 h 201"/>
                <a:gd name="T20" fmla="*/ 100 w 186"/>
                <a:gd name="T21" fmla="*/ 150 h 201"/>
                <a:gd name="T22" fmla="*/ 123 w 186"/>
                <a:gd name="T23" fmla="*/ 141 h 201"/>
                <a:gd name="T24" fmla="*/ 154 w 186"/>
                <a:gd name="T25" fmla="*/ 149 h 201"/>
                <a:gd name="T26" fmla="*/ 178 w 186"/>
                <a:gd name="T27" fmla="*/ 149 h 201"/>
                <a:gd name="T28" fmla="*/ 7 w 186"/>
                <a:gd name="T29" fmla="*/ 121 h 201"/>
                <a:gd name="T30" fmla="*/ 31 w 186"/>
                <a:gd name="T31" fmla="*/ 129 h 201"/>
                <a:gd name="T32" fmla="*/ 62 w 186"/>
                <a:gd name="T33" fmla="*/ 120 h 201"/>
                <a:gd name="T34" fmla="*/ 62 w 186"/>
                <a:gd name="T35" fmla="*/ 129 h 201"/>
                <a:gd name="T36" fmla="*/ 123 w 186"/>
                <a:gd name="T37" fmla="*/ 120 h 201"/>
                <a:gd name="T38" fmla="*/ 154 w 186"/>
                <a:gd name="T39" fmla="*/ 129 h 201"/>
                <a:gd name="T40" fmla="*/ 178 w 186"/>
                <a:gd name="T41" fmla="*/ 121 h 201"/>
                <a:gd name="T42" fmla="*/ 7 w 186"/>
                <a:gd name="T43" fmla="*/ 108 h 201"/>
                <a:gd name="T44" fmla="*/ 31 w 186"/>
                <a:gd name="T45" fmla="*/ 108 h 201"/>
                <a:gd name="T46" fmla="*/ 62 w 186"/>
                <a:gd name="T47" fmla="*/ 100 h 201"/>
                <a:gd name="T48" fmla="*/ 85 w 186"/>
                <a:gd name="T49" fmla="*/ 109 h 201"/>
                <a:gd name="T50" fmla="*/ 100 w 186"/>
                <a:gd name="T51" fmla="*/ 100 h 201"/>
                <a:gd name="T52" fmla="*/ 100 w 186"/>
                <a:gd name="T53" fmla="*/ 109 h 201"/>
                <a:gd name="T54" fmla="*/ 177 w 186"/>
                <a:gd name="T55" fmla="*/ 100 h 201"/>
                <a:gd name="T56" fmla="*/ 8 w 186"/>
                <a:gd name="T57" fmla="*/ 88 h 201"/>
                <a:gd name="T58" fmla="*/ 31 w 186"/>
                <a:gd name="T59" fmla="*/ 80 h 201"/>
                <a:gd name="T60" fmla="*/ 62 w 186"/>
                <a:gd name="T61" fmla="*/ 88 h 201"/>
                <a:gd name="T62" fmla="*/ 86 w 186"/>
                <a:gd name="T63" fmla="*/ 88 h 201"/>
                <a:gd name="T64" fmla="*/ 99 w 186"/>
                <a:gd name="T65" fmla="*/ 80 h 201"/>
                <a:gd name="T66" fmla="*/ 123 w 186"/>
                <a:gd name="T67" fmla="*/ 88 h 201"/>
                <a:gd name="T68" fmla="*/ 154 w 186"/>
                <a:gd name="T69" fmla="*/ 79 h 201"/>
                <a:gd name="T70" fmla="*/ 154 w 186"/>
                <a:gd name="T71" fmla="*/ 88 h 201"/>
                <a:gd name="T72" fmla="*/ 31 w 186"/>
                <a:gd name="T73" fmla="*/ 59 h 201"/>
                <a:gd name="T74" fmla="*/ 62 w 186"/>
                <a:gd name="T75" fmla="*/ 68 h 201"/>
                <a:gd name="T76" fmla="*/ 86 w 186"/>
                <a:gd name="T77" fmla="*/ 60 h 201"/>
                <a:gd name="T78" fmla="*/ 99 w 186"/>
                <a:gd name="T79" fmla="*/ 68 h 201"/>
                <a:gd name="T80" fmla="*/ 123 w 186"/>
                <a:gd name="T81" fmla="*/ 68 h 201"/>
                <a:gd name="T82" fmla="*/ 154 w 186"/>
                <a:gd name="T83" fmla="*/ 60 h 201"/>
                <a:gd name="T84" fmla="*/ 177 w 186"/>
                <a:gd name="T85" fmla="*/ 68 h 201"/>
                <a:gd name="T86" fmla="*/ 8 w 186"/>
                <a:gd name="T87" fmla="*/ 39 h 201"/>
                <a:gd name="T88" fmla="*/ 8 w 186"/>
                <a:gd name="T89" fmla="*/ 48 h 201"/>
                <a:gd name="T90" fmla="*/ 85 w 186"/>
                <a:gd name="T91" fmla="*/ 39 h 201"/>
                <a:gd name="T92" fmla="*/ 100 w 186"/>
                <a:gd name="T93" fmla="*/ 48 h 201"/>
                <a:gd name="T94" fmla="*/ 123 w 186"/>
                <a:gd name="T95" fmla="*/ 39 h 201"/>
                <a:gd name="T96" fmla="*/ 154 w 186"/>
                <a:gd name="T97" fmla="*/ 47 h 201"/>
                <a:gd name="T98" fmla="*/ 178 w 186"/>
                <a:gd name="T99" fmla="*/ 47 h 201"/>
                <a:gd name="T100" fmla="*/ 80 w 186"/>
                <a:gd name="T101" fmla="*/ 1 h 201"/>
                <a:gd name="T102" fmla="*/ 0 w 186"/>
                <a:gd name="T103" fmla="*/ 31 h 201"/>
                <a:gd name="T104" fmla="*/ 38 w 186"/>
                <a:gd name="T105" fmla="*/ 201 h 201"/>
                <a:gd name="T106" fmla="*/ 55 w 186"/>
                <a:gd name="T107" fmla="*/ 201 h 201"/>
                <a:gd name="T108" fmla="*/ 131 w 186"/>
                <a:gd name="T109" fmla="*/ 177 h 201"/>
                <a:gd name="T110" fmla="*/ 185 w 186"/>
                <a:gd name="T111" fmla="*/ 201 h 201"/>
                <a:gd name="T112" fmla="*/ 126 w 186"/>
                <a:gd name="T113" fmla="*/ 31 h 201"/>
                <a:gd name="T114" fmla="*/ 104 w 186"/>
                <a:gd name="T115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6" h="201">
                  <a:moveTo>
                    <a:pt x="8" y="170"/>
                  </a:moveTo>
                  <a:cubicBezTo>
                    <a:pt x="7" y="169"/>
                    <a:pt x="7" y="169"/>
                    <a:pt x="7" y="169"/>
                  </a:cubicBezTo>
                  <a:cubicBezTo>
                    <a:pt x="7" y="161"/>
                    <a:pt x="7" y="161"/>
                    <a:pt x="7" y="161"/>
                  </a:cubicBezTo>
                  <a:cubicBezTo>
                    <a:pt x="8" y="161"/>
                    <a:pt x="8" y="161"/>
                    <a:pt x="8" y="161"/>
                  </a:cubicBezTo>
                  <a:cubicBezTo>
                    <a:pt x="31" y="161"/>
                    <a:pt x="31" y="161"/>
                    <a:pt x="31" y="161"/>
                  </a:cubicBezTo>
                  <a:cubicBezTo>
                    <a:pt x="31" y="161"/>
                    <a:pt x="31" y="161"/>
                    <a:pt x="31" y="161"/>
                  </a:cubicBezTo>
                  <a:cubicBezTo>
                    <a:pt x="31" y="169"/>
                    <a:pt x="31" y="169"/>
                    <a:pt x="31" y="169"/>
                  </a:cubicBezTo>
                  <a:cubicBezTo>
                    <a:pt x="31" y="170"/>
                    <a:pt x="31" y="170"/>
                    <a:pt x="31" y="170"/>
                  </a:cubicBezTo>
                  <a:cubicBezTo>
                    <a:pt x="8" y="170"/>
                    <a:pt x="8" y="170"/>
                    <a:pt x="8" y="170"/>
                  </a:cubicBezTo>
                  <a:moveTo>
                    <a:pt x="62" y="170"/>
                  </a:moveTo>
                  <a:cubicBezTo>
                    <a:pt x="62" y="169"/>
                    <a:pt x="62" y="169"/>
                    <a:pt x="62" y="169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85" y="161"/>
                    <a:pt x="85" y="161"/>
                    <a:pt x="85" y="161"/>
                  </a:cubicBezTo>
                  <a:cubicBezTo>
                    <a:pt x="86" y="161"/>
                    <a:pt x="86" y="161"/>
                    <a:pt x="86" y="161"/>
                  </a:cubicBezTo>
                  <a:cubicBezTo>
                    <a:pt x="86" y="169"/>
                    <a:pt x="86" y="169"/>
                    <a:pt x="86" y="169"/>
                  </a:cubicBezTo>
                  <a:cubicBezTo>
                    <a:pt x="85" y="170"/>
                    <a:pt x="85" y="170"/>
                    <a:pt x="85" y="170"/>
                  </a:cubicBezTo>
                  <a:cubicBezTo>
                    <a:pt x="62" y="170"/>
                    <a:pt x="62" y="170"/>
                    <a:pt x="62" y="170"/>
                  </a:cubicBezTo>
                  <a:moveTo>
                    <a:pt x="100" y="170"/>
                  </a:moveTo>
                  <a:cubicBezTo>
                    <a:pt x="99" y="169"/>
                    <a:pt x="99" y="169"/>
                    <a:pt x="99" y="169"/>
                  </a:cubicBezTo>
                  <a:cubicBezTo>
                    <a:pt x="99" y="161"/>
                    <a:pt x="99" y="161"/>
                    <a:pt x="99" y="161"/>
                  </a:cubicBezTo>
                  <a:cubicBezTo>
                    <a:pt x="100" y="161"/>
                    <a:pt x="100" y="161"/>
                    <a:pt x="100" y="161"/>
                  </a:cubicBezTo>
                  <a:cubicBezTo>
                    <a:pt x="123" y="161"/>
                    <a:pt x="123" y="161"/>
                    <a:pt x="123" y="161"/>
                  </a:cubicBezTo>
                  <a:cubicBezTo>
                    <a:pt x="123" y="161"/>
                    <a:pt x="123" y="161"/>
                    <a:pt x="123" y="161"/>
                  </a:cubicBezTo>
                  <a:cubicBezTo>
                    <a:pt x="123" y="169"/>
                    <a:pt x="123" y="169"/>
                    <a:pt x="123" y="169"/>
                  </a:cubicBezTo>
                  <a:cubicBezTo>
                    <a:pt x="123" y="170"/>
                    <a:pt x="123" y="170"/>
                    <a:pt x="123" y="170"/>
                  </a:cubicBezTo>
                  <a:cubicBezTo>
                    <a:pt x="100" y="170"/>
                    <a:pt x="100" y="170"/>
                    <a:pt x="100" y="170"/>
                  </a:cubicBezTo>
                  <a:moveTo>
                    <a:pt x="154" y="170"/>
                  </a:moveTo>
                  <a:cubicBezTo>
                    <a:pt x="154" y="169"/>
                    <a:pt x="154" y="169"/>
                    <a:pt x="154" y="169"/>
                  </a:cubicBezTo>
                  <a:cubicBezTo>
                    <a:pt x="154" y="161"/>
                    <a:pt x="154" y="161"/>
                    <a:pt x="154" y="161"/>
                  </a:cubicBezTo>
                  <a:cubicBezTo>
                    <a:pt x="154" y="161"/>
                    <a:pt x="154" y="161"/>
                    <a:pt x="154" y="161"/>
                  </a:cubicBezTo>
                  <a:cubicBezTo>
                    <a:pt x="177" y="161"/>
                    <a:pt x="177" y="161"/>
                    <a:pt x="177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9"/>
                    <a:pt x="178" y="169"/>
                    <a:pt x="178" y="169"/>
                  </a:cubicBezTo>
                  <a:cubicBezTo>
                    <a:pt x="177" y="170"/>
                    <a:pt x="177" y="170"/>
                    <a:pt x="177" y="170"/>
                  </a:cubicBezTo>
                  <a:cubicBezTo>
                    <a:pt x="154" y="170"/>
                    <a:pt x="154" y="170"/>
                    <a:pt x="154" y="170"/>
                  </a:cubicBezTo>
                  <a:moveTo>
                    <a:pt x="8" y="150"/>
                  </a:moveTo>
                  <a:cubicBezTo>
                    <a:pt x="7" y="149"/>
                    <a:pt x="7" y="149"/>
                    <a:pt x="7" y="149"/>
                  </a:cubicBezTo>
                  <a:cubicBezTo>
                    <a:pt x="7" y="141"/>
                    <a:pt x="7" y="141"/>
                    <a:pt x="7" y="141"/>
                  </a:cubicBezTo>
                  <a:cubicBezTo>
                    <a:pt x="8" y="140"/>
                    <a:pt x="8" y="140"/>
                    <a:pt x="8" y="140"/>
                  </a:cubicBezTo>
                  <a:cubicBezTo>
                    <a:pt x="31" y="140"/>
                    <a:pt x="31" y="140"/>
                    <a:pt x="31" y="140"/>
                  </a:cubicBezTo>
                  <a:cubicBezTo>
                    <a:pt x="31" y="141"/>
                    <a:pt x="31" y="141"/>
                    <a:pt x="31" y="141"/>
                  </a:cubicBezTo>
                  <a:cubicBezTo>
                    <a:pt x="31" y="149"/>
                    <a:pt x="31" y="149"/>
                    <a:pt x="31" y="149"/>
                  </a:cubicBezTo>
                  <a:cubicBezTo>
                    <a:pt x="31" y="150"/>
                    <a:pt x="31" y="150"/>
                    <a:pt x="31" y="150"/>
                  </a:cubicBezTo>
                  <a:cubicBezTo>
                    <a:pt x="8" y="150"/>
                    <a:pt x="8" y="150"/>
                    <a:pt x="8" y="150"/>
                  </a:cubicBezTo>
                  <a:moveTo>
                    <a:pt x="62" y="150"/>
                  </a:moveTo>
                  <a:cubicBezTo>
                    <a:pt x="62" y="149"/>
                    <a:pt x="62" y="149"/>
                    <a:pt x="62" y="149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40"/>
                    <a:pt x="62" y="140"/>
                    <a:pt x="62" y="140"/>
                  </a:cubicBezTo>
                  <a:cubicBezTo>
                    <a:pt x="85" y="140"/>
                    <a:pt x="85" y="140"/>
                    <a:pt x="85" y="140"/>
                  </a:cubicBezTo>
                  <a:cubicBezTo>
                    <a:pt x="86" y="141"/>
                    <a:pt x="86" y="141"/>
                    <a:pt x="86" y="141"/>
                  </a:cubicBezTo>
                  <a:cubicBezTo>
                    <a:pt x="86" y="149"/>
                    <a:pt x="86" y="149"/>
                    <a:pt x="86" y="149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62" y="150"/>
                    <a:pt x="62" y="150"/>
                    <a:pt x="62" y="150"/>
                  </a:cubicBezTo>
                  <a:moveTo>
                    <a:pt x="100" y="150"/>
                  </a:moveTo>
                  <a:cubicBezTo>
                    <a:pt x="99" y="149"/>
                    <a:pt x="99" y="149"/>
                    <a:pt x="99" y="149"/>
                  </a:cubicBezTo>
                  <a:cubicBezTo>
                    <a:pt x="99" y="141"/>
                    <a:pt x="99" y="141"/>
                    <a:pt x="99" y="141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23" y="140"/>
                    <a:pt x="123" y="140"/>
                    <a:pt x="123" y="140"/>
                  </a:cubicBezTo>
                  <a:cubicBezTo>
                    <a:pt x="123" y="141"/>
                    <a:pt x="123" y="141"/>
                    <a:pt x="123" y="141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3" y="150"/>
                    <a:pt x="123" y="150"/>
                    <a:pt x="123" y="150"/>
                  </a:cubicBezTo>
                  <a:cubicBezTo>
                    <a:pt x="100" y="150"/>
                    <a:pt x="100" y="150"/>
                    <a:pt x="100" y="150"/>
                  </a:cubicBezTo>
                  <a:moveTo>
                    <a:pt x="154" y="150"/>
                  </a:moveTo>
                  <a:cubicBezTo>
                    <a:pt x="154" y="149"/>
                    <a:pt x="154" y="149"/>
                    <a:pt x="154" y="149"/>
                  </a:cubicBezTo>
                  <a:cubicBezTo>
                    <a:pt x="154" y="141"/>
                    <a:pt x="154" y="141"/>
                    <a:pt x="154" y="141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77" y="140"/>
                    <a:pt x="177" y="140"/>
                    <a:pt x="177" y="140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9"/>
                    <a:pt x="178" y="149"/>
                    <a:pt x="178" y="149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54" y="150"/>
                    <a:pt x="154" y="150"/>
                    <a:pt x="154" y="150"/>
                  </a:cubicBezTo>
                  <a:moveTo>
                    <a:pt x="8" y="129"/>
                  </a:moveTo>
                  <a:cubicBezTo>
                    <a:pt x="7" y="129"/>
                    <a:pt x="7" y="129"/>
                    <a:pt x="7" y="129"/>
                  </a:cubicBezTo>
                  <a:cubicBezTo>
                    <a:pt x="7" y="121"/>
                    <a:pt x="7" y="121"/>
                    <a:pt x="7" y="121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31" y="129"/>
                    <a:pt x="31" y="129"/>
                    <a:pt x="31" y="129"/>
                  </a:cubicBezTo>
                  <a:cubicBezTo>
                    <a:pt x="31" y="129"/>
                    <a:pt x="31" y="129"/>
                    <a:pt x="31" y="129"/>
                  </a:cubicBezTo>
                  <a:cubicBezTo>
                    <a:pt x="8" y="129"/>
                    <a:pt x="8" y="129"/>
                    <a:pt x="8" y="129"/>
                  </a:cubicBezTo>
                  <a:moveTo>
                    <a:pt x="62" y="129"/>
                  </a:moveTo>
                  <a:cubicBezTo>
                    <a:pt x="62" y="129"/>
                    <a:pt x="62" y="129"/>
                    <a:pt x="62" y="129"/>
                  </a:cubicBezTo>
                  <a:cubicBezTo>
                    <a:pt x="62" y="121"/>
                    <a:pt x="62" y="121"/>
                    <a:pt x="62" y="121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86" y="121"/>
                    <a:pt x="86" y="121"/>
                    <a:pt x="86" y="121"/>
                  </a:cubicBezTo>
                  <a:cubicBezTo>
                    <a:pt x="86" y="129"/>
                    <a:pt x="86" y="129"/>
                    <a:pt x="86" y="129"/>
                  </a:cubicBezTo>
                  <a:cubicBezTo>
                    <a:pt x="85" y="129"/>
                    <a:pt x="85" y="129"/>
                    <a:pt x="85" y="129"/>
                  </a:cubicBezTo>
                  <a:cubicBezTo>
                    <a:pt x="62" y="129"/>
                    <a:pt x="62" y="129"/>
                    <a:pt x="62" y="129"/>
                  </a:cubicBezTo>
                  <a:moveTo>
                    <a:pt x="100" y="129"/>
                  </a:moveTo>
                  <a:cubicBezTo>
                    <a:pt x="99" y="129"/>
                    <a:pt x="99" y="129"/>
                    <a:pt x="99" y="129"/>
                  </a:cubicBezTo>
                  <a:cubicBezTo>
                    <a:pt x="99" y="121"/>
                    <a:pt x="99" y="121"/>
                    <a:pt x="99" y="121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23" y="120"/>
                    <a:pt x="123" y="120"/>
                    <a:pt x="123" y="120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00" y="129"/>
                    <a:pt x="100" y="129"/>
                    <a:pt x="100" y="129"/>
                  </a:cubicBezTo>
                  <a:moveTo>
                    <a:pt x="154" y="129"/>
                  </a:moveTo>
                  <a:cubicBezTo>
                    <a:pt x="154" y="129"/>
                    <a:pt x="154" y="129"/>
                    <a:pt x="154" y="129"/>
                  </a:cubicBezTo>
                  <a:cubicBezTo>
                    <a:pt x="154" y="121"/>
                    <a:pt x="154" y="121"/>
                    <a:pt x="154" y="121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77" y="120"/>
                    <a:pt x="177" y="120"/>
                    <a:pt x="177" y="120"/>
                  </a:cubicBezTo>
                  <a:cubicBezTo>
                    <a:pt x="178" y="121"/>
                    <a:pt x="178" y="121"/>
                    <a:pt x="178" y="121"/>
                  </a:cubicBezTo>
                  <a:cubicBezTo>
                    <a:pt x="178" y="129"/>
                    <a:pt x="178" y="129"/>
                    <a:pt x="178" y="129"/>
                  </a:cubicBezTo>
                  <a:cubicBezTo>
                    <a:pt x="177" y="129"/>
                    <a:pt x="177" y="129"/>
                    <a:pt x="177" y="129"/>
                  </a:cubicBezTo>
                  <a:cubicBezTo>
                    <a:pt x="154" y="129"/>
                    <a:pt x="154" y="129"/>
                    <a:pt x="154" y="129"/>
                  </a:cubicBezTo>
                  <a:moveTo>
                    <a:pt x="8" y="109"/>
                  </a:moveTo>
                  <a:cubicBezTo>
                    <a:pt x="7" y="108"/>
                    <a:pt x="7" y="108"/>
                    <a:pt x="7" y="108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31" y="100"/>
                    <a:pt x="31" y="100"/>
                    <a:pt x="31" y="100"/>
                  </a:cubicBezTo>
                  <a:cubicBezTo>
                    <a:pt x="31" y="100"/>
                    <a:pt x="31" y="100"/>
                    <a:pt x="31" y="100"/>
                  </a:cubicBezTo>
                  <a:cubicBezTo>
                    <a:pt x="31" y="108"/>
                    <a:pt x="31" y="108"/>
                    <a:pt x="31" y="108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8" y="109"/>
                    <a:pt x="8" y="109"/>
                    <a:pt x="8" y="109"/>
                  </a:cubicBezTo>
                  <a:moveTo>
                    <a:pt x="62" y="109"/>
                  </a:moveTo>
                  <a:cubicBezTo>
                    <a:pt x="62" y="108"/>
                    <a:pt x="62" y="108"/>
                    <a:pt x="62" y="108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85" y="100"/>
                    <a:pt x="85" y="100"/>
                    <a:pt x="85" y="100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85" y="109"/>
                    <a:pt x="85" y="109"/>
                    <a:pt x="85" y="109"/>
                  </a:cubicBezTo>
                  <a:cubicBezTo>
                    <a:pt x="62" y="109"/>
                    <a:pt x="62" y="109"/>
                    <a:pt x="62" y="109"/>
                  </a:cubicBezTo>
                  <a:moveTo>
                    <a:pt x="100" y="109"/>
                  </a:moveTo>
                  <a:cubicBezTo>
                    <a:pt x="99" y="108"/>
                    <a:pt x="99" y="108"/>
                    <a:pt x="99" y="108"/>
                  </a:cubicBezTo>
                  <a:cubicBezTo>
                    <a:pt x="99" y="100"/>
                    <a:pt x="99" y="100"/>
                    <a:pt x="99" y="100"/>
                  </a:cubicBezTo>
                  <a:cubicBezTo>
                    <a:pt x="100" y="100"/>
                    <a:pt x="100" y="100"/>
                    <a:pt x="100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8"/>
                    <a:pt x="123" y="108"/>
                    <a:pt x="123" y="108"/>
                  </a:cubicBezTo>
                  <a:cubicBezTo>
                    <a:pt x="123" y="109"/>
                    <a:pt x="123" y="109"/>
                    <a:pt x="123" y="109"/>
                  </a:cubicBezTo>
                  <a:cubicBezTo>
                    <a:pt x="100" y="109"/>
                    <a:pt x="100" y="109"/>
                    <a:pt x="100" y="109"/>
                  </a:cubicBezTo>
                  <a:moveTo>
                    <a:pt x="154" y="109"/>
                  </a:moveTo>
                  <a:cubicBezTo>
                    <a:pt x="154" y="108"/>
                    <a:pt x="154" y="108"/>
                    <a:pt x="154" y="108"/>
                  </a:cubicBezTo>
                  <a:cubicBezTo>
                    <a:pt x="154" y="100"/>
                    <a:pt x="154" y="100"/>
                    <a:pt x="154" y="100"/>
                  </a:cubicBezTo>
                  <a:cubicBezTo>
                    <a:pt x="154" y="100"/>
                    <a:pt x="154" y="100"/>
                    <a:pt x="154" y="100"/>
                  </a:cubicBezTo>
                  <a:cubicBezTo>
                    <a:pt x="177" y="100"/>
                    <a:pt x="177" y="100"/>
                    <a:pt x="177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8" y="108"/>
                    <a:pt x="178" y="108"/>
                    <a:pt x="178" y="108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54" y="109"/>
                    <a:pt x="154" y="109"/>
                    <a:pt x="154" y="109"/>
                  </a:cubicBezTo>
                  <a:moveTo>
                    <a:pt x="8" y="88"/>
                  </a:moveTo>
                  <a:cubicBezTo>
                    <a:pt x="7" y="88"/>
                    <a:pt x="7" y="88"/>
                    <a:pt x="7" y="88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80"/>
                    <a:pt x="31" y="80"/>
                    <a:pt x="31" y="80"/>
                  </a:cubicBezTo>
                  <a:cubicBezTo>
                    <a:pt x="31" y="88"/>
                    <a:pt x="31" y="88"/>
                    <a:pt x="31" y="88"/>
                  </a:cubicBezTo>
                  <a:cubicBezTo>
                    <a:pt x="31" y="88"/>
                    <a:pt x="31" y="88"/>
                    <a:pt x="31" y="88"/>
                  </a:cubicBezTo>
                  <a:cubicBezTo>
                    <a:pt x="8" y="88"/>
                    <a:pt x="8" y="88"/>
                    <a:pt x="8" y="88"/>
                  </a:cubicBezTo>
                  <a:moveTo>
                    <a:pt x="62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62" y="79"/>
                    <a:pt x="62" y="79"/>
                    <a:pt x="62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6" y="80"/>
                    <a:pt x="86" y="80"/>
                    <a:pt x="86" y="80"/>
                  </a:cubicBezTo>
                  <a:cubicBezTo>
                    <a:pt x="86" y="88"/>
                    <a:pt x="86" y="88"/>
                    <a:pt x="86" y="88"/>
                  </a:cubicBezTo>
                  <a:cubicBezTo>
                    <a:pt x="85" y="88"/>
                    <a:pt x="85" y="88"/>
                    <a:pt x="85" y="88"/>
                  </a:cubicBezTo>
                  <a:cubicBezTo>
                    <a:pt x="62" y="88"/>
                    <a:pt x="62" y="88"/>
                    <a:pt x="62" y="88"/>
                  </a:cubicBezTo>
                  <a:moveTo>
                    <a:pt x="100" y="88"/>
                  </a:moveTo>
                  <a:cubicBezTo>
                    <a:pt x="99" y="88"/>
                    <a:pt x="99" y="88"/>
                    <a:pt x="99" y="88"/>
                  </a:cubicBezTo>
                  <a:cubicBezTo>
                    <a:pt x="99" y="80"/>
                    <a:pt x="99" y="80"/>
                    <a:pt x="99" y="80"/>
                  </a:cubicBezTo>
                  <a:cubicBezTo>
                    <a:pt x="100" y="79"/>
                    <a:pt x="100" y="79"/>
                    <a:pt x="100" y="79"/>
                  </a:cubicBezTo>
                  <a:cubicBezTo>
                    <a:pt x="123" y="79"/>
                    <a:pt x="123" y="79"/>
                    <a:pt x="123" y="79"/>
                  </a:cubicBezTo>
                  <a:cubicBezTo>
                    <a:pt x="123" y="80"/>
                    <a:pt x="123" y="80"/>
                    <a:pt x="123" y="80"/>
                  </a:cubicBezTo>
                  <a:cubicBezTo>
                    <a:pt x="123" y="88"/>
                    <a:pt x="123" y="88"/>
                    <a:pt x="123" y="88"/>
                  </a:cubicBezTo>
                  <a:cubicBezTo>
                    <a:pt x="123" y="88"/>
                    <a:pt x="123" y="88"/>
                    <a:pt x="123" y="88"/>
                  </a:cubicBezTo>
                  <a:cubicBezTo>
                    <a:pt x="100" y="88"/>
                    <a:pt x="100" y="88"/>
                    <a:pt x="100" y="88"/>
                  </a:cubicBezTo>
                  <a:moveTo>
                    <a:pt x="154" y="88"/>
                  </a:moveTo>
                  <a:cubicBezTo>
                    <a:pt x="154" y="88"/>
                    <a:pt x="154" y="88"/>
                    <a:pt x="154" y="88"/>
                  </a:cubicBezTo>
                  <a:cubicBezTo>
                    <a:pt x="154" y="80"/>
                    <a:pt x="154" y="80"/>
                    <a:pt x="154" y="80"/>
                  </a:cubicBezTo>
                  <a:cubicBezTo>
                    <a:pt x="154" y="79"/>
                    <a:pt x="154" y="79"/>
                    <a:pt x="154" y="79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178" y="88"/>
                    <a:pt x="178" y="88"/>
                    <a:pt x="178" y="88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54" y="88"/>
                    <a:pt x="154" y="88"/>
                    <a:pt x="154" y="88"/>
                  </a:cubicBezTo>
                  <a:moveTo>
                    <a:pt x="8" y="68"/>
                  </a:moveTo>
                  <a:cubicBezTo>
                    <a:pt x="7" y="68"/>
                    <a:pt x="7" y="68"/>
                    <a:pt x="7" y="6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8" y="68"/>
                    <a:pt x="8" y="68"/>
                    <a:pt x="8" y="68"/>
                  </a:cubicBezTo>
                  <a:moveTo>
                    <a:pt x="62" y="68"/>
                  </a:moveTo>
                  <a:cubicBezTo>
                    <a:pt x="62" y="68"/>
                    <a:pt x="62" y="68"/>
                    <a:pt x="62" y="68"/>
                  </a:cubicBezTo>
                  <a:cubicBezTo>
                    <a:pt x="62" y="60"/>
                    <a:pt x="62" y="60"/>
                    <a:pt x="62" y="60"/>
                  </a:cubicBezTo>
                  <a:cubicBezTo>
                    <a:pt x="62" y="59"/>
                    <a:pt x="62" y="59"/>
                    <a:pt x="62" y="59"/>
                  </a:cubicBezTo>
                  <a:cubicBezTo>
                    <a:pt x="85" y="59"/>
                    <a:pt x="85" y="59"/>
                    <a:pt x="85" y="59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68"/>
                    <a:pt x="86" y="68"/>
                    <a:pt x="86" y="68"/>
                  </a:cubicBezTo>
                  <a:cubicBezTo>
                    <a:pt x="85" y="68"/>
                    <a:pt x="85" y="68"/>
                    <a:pt x="85" y="68"/>
                  </a:cubicBezTo>
                  <a:cubicBezTo>
                    <a:pt x="62" y="68"/>
                    <a:pt x="62" y="68"/>
                    <a:pt x="62" y="68"/>
                  </a:cubicBezTo>
                  <a:moveTo>
                    <a:pt x="100" y="68"/>
                  </a:moveTo>
                  <a:cubicBezTo>
                    <a:pt x="99" y="68"/>
                    <a:pt x="99" y="68"/>
                    <a:pt x="99" y="68"/>
                  </a:cubicBezTo>
                  <a:cubicBezTo>
                    <a:pt x="99" y="60"/>
                    <a:pt x="99" y="60"/>
                    <a:pt x="99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23" y="59"/>
                    <a:pt x="123" y="59"/>
                    <a:pt x="123" y="59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00" y="68"/>
                    <a:pt x="100" y="68"/>
                    <a:pt x="100" y="68"/>
                  </a:cubicBezTo>
                  <a:moveTo>
                    <a:pt x="154" y="68"/>
                  </a:moveTo>
                  <a:cubicBezTo>
                    <a:pt x="154" y="68"/>
                    <a:pt x="154" y="68"/>
                    <a:pt x="154" y="68"/>
                  </a:cubicBezTo>
                  <a:cubicBezTo>
                    <a:pt x="154" y="60"/>
                    <a:pt x="154" y="60"/>
                    <a:pt x="154" y="60"/>
                  </a:cubicBezTo>
                  <a:cubicBezTo>
                    <a:pt x="154" y="59"/>
                    <a:pt x="154" y="59"/>
                    <a:pt x="154" y="59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78" y="60"/>
                    <a:pt x="178" y="60"/>
                    <a:pt x="178" y="60"/>
                  </a:cubicBezTo>
                  <a:cubicBezTo>
                    <a:pt x="178" y="68"/>
                    <a:pt x="178" y="68"/>
                    <a:pt x="178" y="68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54" y="68"/>
                    <a:pt x="154" y="68"/>
                    <a:pt x="154" y="68"/>
                  </a:cubicBezTo>
                  <a:moveTo>
                    <a:pt x="8" y="48"/>
                  </a:moveTo>
                  <a:cubicBezTo>
                    <a:pt x="7" y="47"/>
                    <a:pt x="7" y="47"/>
                    <a:pt x="7" y="4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8" y="48"/>
                    <a:pt x="8" y="48"/>
                    <a:pt x="8" y="48"/>
                  </a:cubicBezTo>
                  <a:moveTo>
                    <a:pt x="62" y="48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85" y="39"/>
                    <a:pt x="85" y="39"/>
                    <a:pt x="85" y="39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62" y="48"/>
                    <a:pt x="62" y="48"/>
                    <a:pt x="62" y="48"/>
                  </a:cubicBezTo>
                  <a:moveTo>
                    <a:pt x="100" y="48"/>
                  </a:moveTo>
                  <a:cubicBezTo>
                    <a:pt x="99" y="47"/>
                    <a:pt x="99" y="47"/>
                    <a:pt x="99" y="47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00" y="48"/>
                    <a:pt x="100" y="48"/>
                    <a:pt x="100" y="48"/>
                  </a:cubicBezTo>
                  <a:moveTo>
                    <a:pt x="154" y="48"/>
                  </a:moveTo>
                  <a:cubicBezTo>
                    <a:pt x="154" y="47"/>
                    <a:pt x="154" y="47"/>
                    <a:pt x="154" y="47"/>
                  </a:cubicBezTo>
                  <a:cubicBezTo>
                    <a:pt x="154" y="39"/>
                    <a:pt x="154" y="39"/>
                    <a:pt x="154" y="39"/>
                  </a:cubicBezTo>
                  <a:cubicBezTo>
                    <a:pt x="154" y="39"/>
                    <a:pt x="154" y="39"/>
                    <a:pt x="154" y="39"/>
                  </a:cubicBezTo>
                  <a:cubicBezTo>
                    <a:pt x="177" y="39"/>
                    <a:pt x="177" y="39"/>
                    <a:pt x="177" y="39"/>
                  </a:cubicBezTo>
                  <a:cubicBezTo>
                    <a:pt x="178" y="39"/>
                    <a:pt x="178" y="39"/>
                    <a:pt x="178" y="39"/>
                  </a:cubicBezTo>
                  <a:cubicBezTo>
                    <a:pt x="178" y="47"/>
                    <a:pt x="178" y="47"/>
                    <a:pt x="178" y="47"/>
                  </a:cubicBezTo>
                  <a:cubicBezTo>
                    <a:pt x="177" y="48"/>
                    <a:pt x="177" y="48"/>
                    <a:pt x="177" y="48"/>
                  </a:cubicBezTo>
                  <a:cubicBezTo>
                    <a:pt x="154" y="48"/>
                    <a:pt x="154" y="48"/>
                    <a:pt x="154" y="48"/>
                  </a:cubicBezTo>
                  <a:moveTo>
                    <a:pt x="104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0" y="0"/>
                    <a:pt x="80" y="0"/>
                    <a:pt x="80" y="1"/>
                  </a:cubicBezTo>
                  <a:cubicBezTo>
                    <a:pt x="80" y="15"/>
                    <a:pt x="80" y="15"/>
                    <a:pt x="80" y="15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6" y="16"/>
                    <a:pt x="56" y="18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01"/>
                    <a:pt x="37" y="201"/>
                    <a:pt x="37" y="201"/>
                  </a:cubicBezTo>
                  <a:cubicBezTo>
                    <a:pt x="38" y="201"/>
                    <a:pt x="38" y="201"/>
                    <a:pt x="38" y="201"/>
                  </a:cubicBezTo>
                  <a:cubicBezTo>
                    <a:pt x="38" y="178"/>
                    <a:pt x="38" y="178"/>
                    <a:pt x="38" y="178"/>
                  </a:cubicBezTo>
                  <a:cubicBezTo>
                    <a:pt x="39" y="177"/>
                    <a:pt x="39" y="177"/>
                    <a:pt x="39" y="177"/>
                  </a:cubicBezTo>
                  <a:cubicBezTo>
                    <a:pt x="54" y="177"/>
                    <a:pt x="54" y="177"/>
                    <a:pt x="54" y="177"/>
                  </a:cubicBezTo>
                  <a:cubicBezTo>
                    <a:pt x="55" y="178"/>
                    <a:pt x="55" y="178"/>
                    <a:pt x="55" y="178"/>
                  </a:cubicBezTo>
                  <a:cubicBezTo>
                    <a:pt x="55" y="201"/>
                    <a:pt x="55" y="201"/>
                    <a:pt x="55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129" y="201"/>
                    <a:pt x="129" y="201"/>
                    <a:pt x="129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78"/>
                    <a:pt x="130" y="178"/>
                    <a:pt x="130" y="178"/>
                  </a:cubicBezTo>
                  <a:cubicBezTo>
                    <a:pt x="131" y="177"/>
                    <a:pt x="131" y="177"/>
                    <a:pt x="131" y="177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7" y="178"/>
                    <a:pt x="147" y="178"/>
                    <a:pt x="147" y="178"/>
                  </a:cubicBezTo>
                  <a:cubicBezTo>
                    <a:pt x="147" y="201"/>
                    <a:pt x="147" y="201"/>
                    <a:pt x="147" y="201"/>
                  </a:cubicBezTo>
                  <a:cubicBezTo>
                    <a:pt x="148" y="201"/>
                    <a:pt x="148" y="201"/>
                    <a:pt x="148" y="201"/>
                  </a:cubicBezTo>
                  <a:cubicBezTo>
                    <a:pt x="185" y="201"/>
                    <a:pt x="185" y="201"/>
                    <a:pt x="185" y="201"/>
                  </a:cubicBezTo>
                  <a:cubicBezTo>
                    <a:pt x="186" y="201"/>
                    <a:pt x="186" y="201"/>
                    <a:pt x="186" y="201"/>
                  </a:cubicBezTo>
                  <a:cubicBezTo>
                    <a:pt x="186" y="31"/>
                    <a:pt x="186" y="31"/>
                    <a:pt x="186" y="31"/>
                  </a:cubicBezTo>
                  <a:cubicBezTo>
                    <a:pt x="185" y="31"/>
                    <a:pt x="185" y="31"/>
                    <a:pt x="185" y="31"/>
                  </a:cubicBezTo>
                  <a:cubicBezTo>
                    <a:pt x="185" y="31"/>
                    <a:pt x="185" y="31"/>
                    <a:pt x="185" y="31"/>
                  </a:cubicBezTo>
                  <a:cubicBezTo>
                    <a:pt x="126" y="31"/>
                    <a:pt x="126" y="31"/>
                    <a:pt x="126" y="31"/>
                  </a:cubicBezTo>
                  <a:cubicBezTo>
                    <a:pt x="126" y="18"/>
                    <a:pt x="126" y="18"/>
                    <a:pt x="126" y="18"/>
                  </a:cubicBezTo>
                  <a:cubicBezTo>
                    <a:pt x="126" y="16"/>
                    <a:pt x="125" y="15"/>
                    <a:pt x="123" y="15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6" y="1"/>
                    <a:pt x="106" y="1"/>
                    <a:pt x="106" y="1"/>
                  </a:cubicBezTo>
                  <a:cubicBezTo>
                    <a:pt x="106" y="0"/>
                    <a:pt x="105" y="0"/>
                    <a:pt x="104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0" name="îṡḷîḑê"/>
            <p:cNvSpPr/>
            <p:nvPr/>
          </p:nvSpPr>
          <p:spPr bwMode="auto">
            <a:xfrm>
              <a:off x="8360906" y="3805021"/>
              <a:ext cx="9664" cy="16693"/>
            </a:xfrm>
            <a:custGeom>
              <a:avLst/>
              <a:gdLst>
                <a:gd name="T0" fmla="*/ 1 w 6"/>
                <a:gd name="T1" fmla="*/ 0 h 10"/>
                <a:gd name="T2" fmla="*/ 0 w 6"/>
                <a:gd name="T3" fmla="*/ 0 h 10"/>
                <a:gd name="T4" fmla="*/ 6 w 6"/>
                <a:gd name="T5" fmla="*/ 10 h 10"/>
                <a:gd name="T6" fmla="*/ 1 w 6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0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3" y="9"/>
                    <a:pt x="6" y="10"/>
                  </a:cubicBezTo>
                  <a:cubicBezTo>
                    <a:pt x="3" y="9"/>
                    <a:pt x="1" y="5"/>
                    <a:pt x="1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1" name="íś1idê"/>
            <p:cNvSpPr/>
            <p:nvPr/>
          </p:nvSpPr>
          <p:spPr bwMode="auto">
            <a:xfrm>
              <a:off x="8360906" y="3765486"/>
              <a:ext cx="90491" cy="57984"/>
            </a:xfrm>
            <a:custGeom>
              <a:avLst/>
              <a:gdLst>
                <a:gd name="T0" fmla="*/ 28 w 56"/>
                <a:gd name="T1" fmla="*/ 0 h 36"/>
                <a:gd name="T2" fmla="*/ 17 w 56"/>
                <a:gd name="T3" fmla="*/ 7 h 36"/>
                <a:gd name="T4" fmla="*/ 10 w 56"/>
                <a:gd name="T5" fmla="*/ 11 h 36"/>
                <a:gd name="T6" fmla="*/ 10 w 56"/>
                <a:gd name="T7" fmla="*/ 11 h 36"/>
                <a:gd name="T8" fmla="*/ 9 w 56"/>
                <a:gd name="T9" fmla="*/ 11 h 36"/>
                <a:gd name="T10" fmla="*/ 0 w 56"/>
                <a:gd name="T11" fmla="*/ 23 h 36"/>
                <a:gd name="T12" fmla="*/ 1 w 56"/>
                <a:gd name="T13" fmla="*/ 25 h 36"/>
                <a:gd name="T14" fmla="*/ 3 w 56"/>
                <a:gd name="T15" fmla="*/ 23 h 36"/>
                <a:gd name="T16" fmla="*/ 14 w 56"/>
                <a:gd name="T17" fmla="*/ 16 h 36"/>
                <a:gd name="T18" fmla="*/ 19 w 56"/>
                <a:gd name="T19" fmla="*/ 18 h 36"/>
                <a:gd name="T20" fmla="*/ 25 w 56"/>
                <a:gd name="T21" fmla="*/ 23 h 36"/>
                <a:gd name="T22" fmla="*/ 32 w 56"/>
                <a:gd name="T23" fmla="*/ 27 h 36"/>
                <a:gd name="T24" fmla="*/ 32 w 56"/>
                <a:gd name="T25" fmla="*/ 27 h 36"/>
                <a:gd name="T26" fmla="*/ 40 w 56"/>
                <a:gd name="T27" fmla="*/ 34 h 36"/>
                <a:gd name="T28" fmla="*/ 38 w 56"/>
                <a:gd name="T29" fmla="*/ 34 h 36"/>
                <a:gd name="T30" fmla="*/ 32 w 56"/>
                <a:gd name="T31" fmla="*/ 35 h 36"/>
                <a:gd name="T32" fmla="*/ 28 w 56"/>
                <a:gd name="T33" fmla="*/ 36 h 36"/>
                <a:gd name="T34" fmla="*/ 28 w 56"/>
                <a:gd name="T35" fmla="*/ 36 h 36"/>
                <a:gd name="T36" fmla="*/ 28 w 56"/>
                <a:gd name="T37" fmla="*/ 36 h 36"/>
                <a:gd name="T38" fmla="*/ 23 w 56"/>
                <a:gd name="T39" fmla="*/ 35 h 36"/>
                <a:gd name="T40" fmla="*/ 18 w 56"/>
                <a:gd name="T41" fmla="*/ 34 h 36"/>
                <a:gd name="T42" fmla="*/ 12 w 56"/>
                <a:gd name="T43" fmla="*/ 35 h 36"/>
                <a:gd name="T44" fmla="*/ 9 w 56"/>
                <a:gd name="T45" fmla="*/ 36 h 36"/>
                <a:gd name="T46" fmla="*/ 6 w 56"/>
                <a:gd name="T47" fmla="*/ 35 h 36"/>
                <a:gd name="T48" fmla="*/ 9 w 56"/>
                <a:gd name="T49" fmla="*/ 36 h 36"/>
                <a:gd name="T50" fmla="*/ 9 w 56"/>
                <a:gd name="T51" fmla="*/ 36 h 36"/>
                <a:gd name="T52" fmla="*/ 13 w 56"/>
                <a:gd name="T53" fmla="*/ 35 h 36"/>
                <a:gd name="T54" fmla="*/ 18 w 56"/>
                <a:gd name="T55" fmla="*/ 34 h 36"/>
                <a:gd name="T56" fmla="*/ 23 w 56"/>
                <a:gd name="T57" fmla="*/ 35 h 36"/>
                <a:gd name="T58" fmla="*/ 28 w 56"/>
                <a:gd name="T59" fmla="*/ 36 h 36"/>
                <a:gd name="T60" fmla="*/ 33 w 56"/>
                <a:gd name="T61" fmla="*/ 35 h 36"/>
                <a:gd name="T62" fmla="*/ 38 w 56"/>
                <a:gd name="T63" fmla="*/ 34 h 36"/>
                <a:gd name="T64" fmla="*/ 43 w 56"/>
                <a:gd name="T65" fmla="*/ 35 h 36"/>
                <a:gd name="T66" fmla="*/ 46 w 56"/>
                <a:gd name="T67" fmla="*/ 36 h 36"/>
                <a:gd name="T68" fmla="*/ 47 w 56"/>
                <a:gd name="T69" fmla="*/ 36 h 36"/>
                <a:gd name="T70" fmla="*/ 56 w 56"/>
                <a:gd name="T71" fmla="*/ 23 h 36"/>
                <a:gd name="T72" fmla="*/ 54 w 56"/>
                <a:gd name="T73" fmla="*/ 16 h 36"/>
                <a:gd name="T74" fmla="*/ 46 w 56"/>
                <a:gd name="T75" fmla="*/ 20 h 36"/>
                <a:gd name="T76" fmla="*/ 51 w 56"/>
                <a:gd name="T77" fmla="*/ 12 h 36"/>
                <a:gd name="T78" fmla="*/ 46 w 56"/>
                <a:gd name="T79" fmla="*/ 11 h 36"/>
                <a:gd name="T80" fmla="*/ 46 w 56"/>
                <a:gd name="T81" fmla="*/ 11 h 36"/>
                <a:gd name="T82" fmla="*/ 45 w 56"/>
                <a:gd name="T83" fmla="*/ 11 h 36"/>
                <a:gd name="T84" fmla="*/ 42 w 56"/>
                <a:gd name="T85" fmla="*/ 12 h 36"/>
                <a:gd name="T86" fmla="*/ 44 w 56"/>
                <a:gd name="T87" fmla="*/ 10 h 36"/>
                <a:gd name="T88" fmla="*/ 39 w 56"/>
                <a:gd name="T89" fmla="*/ 7 h 36"/>
                <a:gd name="T90" fmla="*/ 35 w 56"/>
                <a:gd name="T91" fmla="*/ 10 h 36"/>
                <a:gd name="T92" fmla="*/ 38 w 56"/>
                <a:gd name="T93" fmla="*/ 5 h 36"/>
                <a:gd name="T94" fmla="*/ 28 w 56"/>
                <a:gd name="T9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" h="36">
                  <a:moveTo>
                    <a:pt x="28" y="0"/>
                  </a:moveTo>
                  <a:cubicBezTo>
                    <a:pt x="23" y="0"/>
                    <a:pt x="19" y="3"/>
                    <a:pt x="17" y="7"/>
                  </a:cubicBezTo>
                  <a:cubicBezTo>
                    <a:pt x="15" y="9"/>
                    <a:pt x="13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4" y="11"/>
                    <a:pt x="0" y="16"/>
                    <a:pt x="0" y="23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1" y="25"/>
                    <a:pt x="2" y="24"/>
                    <a:pt x="3" y="23"/>
                  </a:cubicBezTo>
                  <a:cubicBezTo>
                    <a:pt x="5" y="19"/>
                    <a:pt x="9" y="16"/>
                    <a:pt x="14" y="16"/>
                  </a:cubicBezTo>
                  <a:cubicBezTo>
                    <a:pt x="15" y="16"/>
                    <a:pt x="17" y="17"/>
                    <a:pt x="19" y="18"/>
                  </a:cubicBezTo>
                  <a:cubicBezTo>
                    <a:pt x="22" y="19"/>
                    <a:pt x="23" y="21"/>
                    <a:pt x="25" y="23"/>
                  </a:cubicBezTo>
                  <a:cubicBezTo>
                    <a:pt x="26" y="26"/>
                    <a:pt x="29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6" y="27"/>
                    <a:pt x="39" y="30"/>
                    <a:pt x="40" y="34"/>
                  </a:cubicBezTo>
                  <a:cubicBezTo>
                    <a:pt x="39" y="34"/>
                    <a:pt x="38" y="34"/>
                    <a:pt x="38" y="34"/>
                  </a:cubicBezTo>
                  <a:cubicBezTo>
                    <a:pt x="36" y="34"/>
                    <a:pt x="34" y="34"/>
                    <a:pt x="32" y="35"/>
                  </a:cubicBezTo>
                  <a:cubicBezTo>
                    <a:pt x="31" y="35"/>
                    <a:pt x="29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6" y="36"/>
                    <a:pt x="25" y="35"/>
                    <a:pt x="23" y="35"/>
                  </a:cubicBezTo>
                  <a:cubicBezTo>
                    <a:pt x="22" y="34"/>
                    <a:pt x="20" y="34"/>
                    <a:pt x="18" y="34"/>
                  </a:cubicBezTo>
                  <a:cubicBezTo>
                    <a:pt x="16" y="34"/>
                    <a:pt x="14" y="34"/>
                    <a:pt x="12" y="35"/>
                  </a:cubicBezTo>
                  <a:cubicBezTo>
                    <a:pt x="11" y="35"/>
                    <a:pt x="10" y="36"/>
                    <a:pt x="9" y="36"/>
                  </a:cubicBezTo>
                  <a:cubicBezTo>
                    <a:pt x="8" y="36"/>
                    <a:pt x="7" y="36"/>
                    <a:pt x="6" y="35"/>
                  </a:cubicBezTo>
                  <a:cubicBezTo>
                    <a:pt x="7" y="36"/>
                    <a:pt x="8" y="36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11" y="36"/>
                    <a:pt x="12" y="36"/>
                    <a:pt x="13" y="35"/>
                  </a:cubicBezTo>
                  <a:cubicBezTo>
                    <a:pt x="14" y="34"/>
                    <a:pt x="16" y="34"/>
                    <a:pt x="18" y="34"/>
                  </a:cubicBezTo>
                  <a:cubicBezTo>
                    <a:pt x="20" y="34"/>
                    <a:pt x="22" y="34"/>
                    <a:pt x="23" y="35"/>
                  </a:cubicBezTo>
                  <a:cubicBezTo>
                    <a:pt x="25" y="36"/>
                    <a:pt x="26" y="36"/>
                    <a:pt x="28" y="36"/>
                  </a:cubicBezTo>
                  <a:cubicBezTo>
                    <a:pt x="30" y="36"/>
                    <a:pt x="31" y="36"/>
                    <a:pt x="33" y="35"/>
                  </a:cubicBezTo>
                  <a:cubicBezTo>
                    <a:pt x="34" y="34"/>
                    <a:pt x="36" y="34"/>
                    <a:pt x="38" y="34"/>
                  </a:cubicBezTo>
                  <a:cubicBezTo>
                    <a:pt x="40" y="34"/>
                    <a:pt x="42" y="34"/>
                    <a:pt x="43" y="35"/>
                  </a:cubicBezTo>
                  <a:cubicBezTo>
                    <a:pt x="44" y="36"/>
                    <a:pt x="45" y="36"/>
                    <a:pt x="46" y="36"/>
                  </a:cubicBezTo>
                  <a:cubicBezTo>
                    <a:pt x="46" y="36"/>
                    <a:pt x="47" y="36"/>
                    <a:pt x="47" y="36"/>
                  </a:cubicBezTo>
                  <a:cubicBezTo>
                    <a:pt x="51" y="36"/>
                    <a:pt x="56" y="30"/>
                    <a:pt x="56" y="23"/>
                  </a:cubicBezTo>
                  <a:cubicBezTo>
                    <a:pt x="56" y="21"/>
                    <a:pt x="55" y="18"/>
                    <a:pt x="54" y="16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49" y="11"/>
                    <a:pt x="48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2" y="10"/>
                    <a:pt x="40" y="8"/>
                    <a:pt x="39" y="7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5" y="2"/>
                    <a:pt x="32" y="0"/>
                    <a:pt x="28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2" name="íṩļîḓê"/>
            <p:cNvSpPr/>
            <p:nvPr/>
          </p:nvSpPr>
          <p:spPr bwMode="auto">
            <a:xfrm>
              <a:off x="8362663" y="3790964"/>
              <a:ext cx="62377" cy="32507"/>
            </a:xfrm>
            <a:custGeom>
              <a:avLst/>
              <a:gdLst>
                <a:gd name="T0" fmla="*/ 13 w 39"/>
                <a:gd name="T1" fmla="*/ 0 h 20"/>
                <a:gd name="T2" fmla="*/ 2 w 39"/>
                <a:gd name="T3" fmla="*/ 7 h 20"/>
                <a:gd name="T4" fmla="*/ 0 w 39"/>
                <a:gd name="T5" fmla="*/ 9 h 20"/>
                <a:gd name="T6" fmla="*/ 5 w 39"/>
                <a:gd name="T7" fmla="*/ 19 h 20"/>
                <a:gd name="T8" fmla="*/ 8 w 39"/>
                <a:gd name="T9" fmla="*/ 20 h 20"/>
                <a:gd name="T10" fmla="*/ 11 w 39"/>
                <a:gd name="T11" fmla="*/ 19 h 20"/>
                <a:gd name="T12" fmla="*/ 17 w 39"/>
                <a:gd name="T13" fmla="*/ 18 h 20"/>
                <a:gd name="T14" fmla="*/ 22 w 39"/>
                <a:gd name="T15" fmla="*/ 19 h 20"/>
                <a:gd name="T16" fmla="*/ 27 w 39"/>
                <a:gd name="T17" fmla="*/ 20 h 20"/>
                <a:gd name="T18" fmla="*/ 27 w 39"/>
                <a:gd name="T19" fmla="*/ 20 h 20"/>
                <a:gd name="T20" fmla="*/ 27 w 39"/>
                <a:gd name="T21" fmla="*/ 20 h 20"/>
                <a:gd name="T22" fmla="*/ 31 w 39"/>
                <a:gd name="T23" fmla="*/ 19 h 20"/>
                <a:gd name="T24" fmla="*/ 37 w 39"/>
                <a:gd name="T25" fmla="*/ 18 h 20"/>
                <a:gd name="T26" fmla="*/ 39 w 39"/>
                <a:gd name="T27" fmla="*/ 18 h 20"/>
                <a:gd name="T28" fmla="*/ 31 w 39"/>
                <a:gd name="T29" fmla="*/ 11 h 20"/>
                <a:gd name="T30" fmla="*/ 31 w 39"/>
                <a:gd name="T31" fmla="*/ 11 h 20"/>
                <a:gd name="T32" fmla="*/ 24 w 39"/>
                <a:gd name="T33" fmla="*/ 7 h 20"/>
                <a:gd name="T34" fmla="*/ 18 w 39"/>
                <a:gd name="T35" fmla="*/ 2 h 20"/>
                <a:gd name="T36" fmla="*/ 13 w 39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" h="20">
                  <a:moveTo>
                    <a:pt x="13" y="0"/>
                  </a:moveTo>
                  <a:cubicBezTo>
                    <a:pt x="8" y="0"/>
                    <a:pt x="4" y="3"/>
                    <a:pt x="2" y="7"/>
                  </a:cubicBezTo>
                  <a:cubicBezTo>
                    <a:pt x="1" y="8"/>
                    <a:pt x="0" y="9"/>
                    <a:pt x="0" y="9"/>
                  </a:cubicBezTo>
                  <a:cubicBezTo>
                    <a:pt x="0" y="14"/>
                    <a:pt x="2" y="18"/>
                    <a:pt x="5" y="19"/>
                  </a:cubicBezTo>
                  <a:cubicBezTo>
                    <a:pt x="6" y="20"/>
                    <a:pt x="7" y="20"/>
                    <a:pt x="8" y="20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3" y="18"/>
                    <a:pt x="15" y="18"/>
                    <a:pt x="17" y="18"/>
                  </a:cubicBezTo>
                  <a:cubicBezTo>
                    <a:pt x="19" y="18"/>
                    <a:pt x="21" y="18"/>
                    <a:pt x="22" y="19"/>
                  </a:cubicBezTo>
                  <a:cubicBezTo>
                    <a:pt x="24" y="19"/>
                    <a:pt x="25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30" y="19"/>
                    <a:pt x="31" y="19"/>
                  </a:cubicBezTo>
                  <a:cubicBezTo>
                    <a:pt x="33" y="18"/>
                    <a:pt x="35" y="18"/>
                    <a:pt x="37" y="18"/>
                  </a:cubicBezTo>
                  <a:cubicBezTo>
                    <a:pt x="37" y="18"/>
                    <a:pt x="38" y="18"/>
                    <a:pt x="39" y="18"/>
                  </a:cubicBezTo>
                  <a:cubicBezTo>
                    <a:pt x="38" y="14"/>
                    <a:pt x="35" y="11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8" y="11"/>
                    <a:pt x="25" y="10"/>
                    <a:pt x="24" y="7"/>
                  </a:cubicBezTo>
                  <a:cubicBezTo>
                    <a:pt x="22" y="5"/>
                    <a:pt x="21" y="3"/>
                    <a:pt x="18" y="2"/>
                  </a:cubicBezTo>
                  <a:cubicBezTo>
                    <a:pt x="16" y="1"/>
                    <a:pt x="14" y="0"/>
                    <a:pt x="13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3" name="îṧ1iḓé"/>
            <p:cNvSpPr/>
            <p:nvPr/>
          </p:nvSpPr>
          <p:spPr bwMode="auto">
            <a:xfrm>
              <a:off x="3090476" y="4834683"/>
              <a:ext cx="290801" cy="378656"/>
            </a:xfrm>
            <a:custGeom>
              <a:avLst/>
              <a:gdLst>
                <a:gd name="T0" fmla="*/ 181 w 181"/>
                <a:gd name="T1" fmla="*/ 118 h 236"/>
                <a:gd name="T2" fmla="*/ 177 w 181"/>
                <a:gd name="T3" fmla="*/ 149 h 236"/>
                <a:gd name="T4" fmla="*/ 176 w 181"/>
                <a:gd name="T5" fmla="*/ 155 h 236"/>
                <a:gd name="T6" fmla="*/ 94 w 181"/>
                <a:gd name="T7" fmla="*/ 236 h 236"/>
                <a:gd name="T8" fmla="*/ 90 w 181"/>
                <a:gd name="T9" fmla="*/ 236 h 236"/>
                <a:gd name="T10" fmla="*/ 5 w 181"/>
                <a:gd name="T11" fmla="*/ 153 h 236"/>
                <a:gd name="T12" fmla="*/ 4 w 181"/>
                <a:gd name="T13" fmla="*/ 149 h 236"/>
                <a:gd name="T14" fmla="*/ 0 w 181"/>
                <a:gd name="T15" fmla="*/ 118 h 236"/>
                <a:gd name="T16" fmla="*/ 90 w 181"/>
                <a:gd name="T17" fmla="*/ 0 h 236"/>
                <a:gd name="T18" fmla="*/ 181 w 181"/>
                <a:gd name="T19" fmla="*/ 11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1" h="236">
                  <a:moveTo>
                    <a:pt x="181" y="118"/>
                  </a:moveTo>
                  <a:cubicBezTo>
                    <a:pt x="181" y="129"/>
                    <a:pt x="180" y="139"/>
                    <a:pt x="177" y="149"/>
                  </a:cubicBezTo>
                  <a:cubicBezTo>
                    <a:pt x="177" y="151"/>
                    <a:pt x="177" y="153"/>
                    <a:pt x="176" y="155"/>
                  </a:cubicBezTo>
                  <a:cubicBezTo>
                    <a:pt x="165" y="201"/>
                    <a:pt x="133" y="234"/>
                    <a:pt x="94" y="236"/>
                  </a:cubicBezTo>
                  <a:cubicBezTo>
                    <a:pt x="93" y="236"/>
                    <a:pt x="92" y="236"/>
                    <a:pt x="90" y="236"/>
                  </a:cubicBezTo>
                  <a:cubicBezTo>
                    <a:pt x="50" y="236"/>
                    <a:pt x="16" y="201"/>
                    <a:pt x="5" y="153"/>
                  </a:cubicBezTo>
                  <a:cubicBezTo>
                    <a:pt x="4" y="152"/>
                    <a:pt x="4" y="151"/>
                    <a:pt x="4" y="149"/>
                  </a:cubicBezTo>
                  <a:cubicBezTo>
                    <a:pt x="2" y="139"/>
                    <a:pt x="0" y="128"/>
                    <a:pt x="0" y="118"/>
                  </a:cubicBezTo>
                  <a:cubicBezTo>
                    <a:pt x="0" y="53"/>
                    <a:pt x="41" y="0"/>
                    <a:pt x="90" y="0"/>
                  </a:cubicBezTo>
                  <a:cubicBezTo>
                    <a:pt x="140" y="0"/>
                    <a:pt x="181" y="53"/>
                    <a:pt x="181" y="118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4" name="íšliďê"/>
            <p:cNvSpPr/>
            <p:nvPr/>
          </p:nvSpPr>
          <p:spPr bwMode="auto">
            <a:xfrm>
              <a:off x="3094869" y="5058714"/>
              <a:ext cx="281136" cy="30750"/>
            </a:xfrm>
            <a:custGeom>
              <a:avLst/>
              <a:gdLst>
                <a:gd name="T0" fmla="*/ 23 w 175"/>
                <a:gd name="T1" fmla="*/ 0 h 19"/>
                <a:gd name="T2" fmla="*/ 0 w 175"/>
                <a:gd name="T3" fmla="*/ 6 h 19"/>
                <a:gd name="T4" fmla="*/ 1 w 175"/>
                <a:gd name="T5" fmla="*/ 9 h 19"/>
                <a:gd name="T6" fmla="*/ 2 w 175"/>
                <a:gd name="T7" fmla="*/ 13 h 19"/>
                <a:gd name="T8" fmla="*/ 23 w 175"/>
                <a:gd name="T9" fmla="*/ 8 h 19"/>
                <a:gd name="T10" fmla="*/ 61 w 175"/>
                <a:gd name="T11" fmla="*/ 17 h 19"/>
                <a:gd name="T12" fmla="*/ 86 w 175"/>
                <a:gd name="T13" fmla="*/ 19 h 19"/>
                <a:gd name="T14" fmla="*/ 93 w 175"/>
                <a:gd name="T15" fmla="*/ 19 h 19"/>
                <a:gd name="T16" fmla="*/ 113 w 175"/>
                <a:gd name="T17" fmla="*/ 17 h 19"/>
                <a:gd name="T18" fmla="*/ 140 w 175"/>
                <a:gd name="T19" fmla="*/ 11 h 19"/>
                <a:gd name="T20" fmla="*/ 169 w 175"/>
                <a:gd name="T21" fmla="*/ 15 h 19"/>
                <a:gd name="T22" fmla="*/ 173 w 175"/>
                <a:gd name="T23" fmla="*/ 15 h 19"/>
                <a:gd name="T24" fmla="*/ 174 w 175"/>
                <a:gd name="T25" fmla="*/ 9 h 19"/>
                <a:gd name="T26" fmla="*/ 175 w 175"/>
                <a:gd name="T27" fmla="*/ 7 h 19"/>
                <a:gd name="T28" fmla="*/ 140 w 175"/>
                <a:gd name="T29" fmla="*/ 3 h 19"/>
                <a:gd name="T30" fmla="*/ 86 w 175"/>
                <a:gd name="T31" fmla="*/ 11 h 19"/>
                <a:gd name="T32" fmla="*/ 86 w 175"/>
                <a:gd name="T33" fmla="*/ 11 h 19"/>
                <a:gd name="T34" fmla="*/ 86 w 175"/>
                <a:gd name="T35" fmla="*/ 11 h 19"/>
                <a:gd name="T36" fmla="*/ 23 w 175"/>
                <a:gd name="T3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5" h="19">
                  <a:moveTo>
                    <a:pt x="23" y="0"/>
                  </a:moveTo>
                  <a:cubicBezTo>
                    <a:pt x="15" y="2"/>
                    <a:pt x="8" y="4"/>
                    <a:pt x="0" y="6"/>
                  </a:cubicBezTo>
                  <a:cubicBezTo>
                    <a:pt x="0" y="7"/>
                    <a:pt x="1" y="8"/>
                    <a:pt x="1" y="9"/>
                  </a:cubicBezTo>
                  <a:cubicBezTo>
                    <a:pt x="1" y="11"/>
                    <a:pt x="1" y="12"/>
                    <a:pt x="2" y="13"/>
                  </a:cubicBezTo>
                  <a:cubicBezTo>
                    <a:pt x="9" y="12"/>
                    <a:pt x="16" y="10"/>
                    <a:pt x="23" y="8"/>
                  </a:cubicBezTo>
                  <a:cubicBezTo>
                    <a:pt x="35" y="12"/>
                    <a:pt x="48" y="16"/>
                    <a:pt x="61" y="17"/>
                  </a:cubicBezTo>
                  <a:cubicBezTo>
                    <a:pt x="69" y="18"/>
                    <a:pt x="78" y="19"/>
                    <a:pt x="86" y="19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100" y="19"/>
                    <a:pt x="107" y="18"/>
                    <a:pt x="113" y="17"/>
                  </a:cubicBezTo>
                  <a:cubicBezTo>
                    <a:pt x="122" y="16"/>
                    <a:pt x="131" y="14"/>
                    <a:pt x="140" y="11"/>
                  </a:cubicBezTo>
                  <a:cubicBezTo>
                    <a:pt x="149" y="13"/>
                    <a:pt x="159" y="14"/>
                    <a:pt x="169" y="15"/>
                  </a:cubicBezTo>
                  <a:cubicBezTo>
                    <a:pt x="170" y="15"/>
                    <a:pt x="172" y="15"/>
                    <a:pt x="173" y="15"/>
                  </a:cubicBezTo>
                  <a:cubicBezTo>
                    <a:pt x="174" y="13"/>
                    <a:pt x="174" y="11"/>
                    <a:pt x="174" y="9"/>
                  </a:cubicBezTo>
                  <a:cubicBezTo>
                    <a:pt x="175" y="9"/>
                    <a:pt x="175" y="8"/>
                    <a:pt x="175" y="7"/>
                  </a:cubicBezTo>
                  <a:cubicBezTo>
                    <a:pt x="163" y="7"/>
                    <a:pt x="152" y="5"/>
                    <a:pt x="140" y="3"/>
                  </a:cubicBezTo>
                  <a:cubicBezTo>
                    <a:pt x="122" y="8"/>
                    <a:pt x="104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64" y="11"/>
                    <a:pt x="43" y="7"/>
                    <a:pt x="23" y="0"/>
                  </a:cubicBezTo>
                </a:path>
              </a:pathLst>
            </a:custGeom>
            <a:solidFill>
              <a:srgbClr val="3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5" name="íṣļïḑè"/>
            <p:cNvSpPr/>
            <p:nvPr/>
          </p:nvSpPr>
          <p:spPr bwMode="auto">
            <a:xfrm>
              <a:off x="2704792" y="4208276"/>
              <a:ext cx="984856" cy="890851"/>
            </a:xfrm>
            <a:custGeom>
              <a:avLst/>
              <a:gdLst>
                <a:gd name="T0" fmla="*/ 613 w 613"/>
                <a:gd name="T1" fmla="*/ 289 h 555"/>
                <a:gd name="T2" fmla="*/ 593 w 613"/>
                <a:gd name="T3" fmla="*/ 206 h 555"/>
                <a:gd name="T4" fmla="*/ 487 w 613"/>
                <a:gd name="T5" fmla="*/ 239 h 555"/>
                <a:gd name="T6" fmla="*/ 580 w 613"/>
                <a:gd name="T7" fmla="*/ 185 h 555"/>
                <a:gd name="T8" fmla="*/ 443 w 613"/>
                <a:gd name="T9" fmla="*/ 106 h 555"/>
                <a:gd name="T10" fmla="*/ 428 w 613"/>
                <a:gd name="T11" fmla="*/ 87 h 555"/>
                <a:gd name="T12" fmla="*/ 276 w 613"/>
                <a:gd name="T13" fmla="*/ 135 h 555"/>
                <a:gd name="T14" fmla="*/ 401 w 613"/>
                <a:gd name="T15" fmla="*/ 61 h 555"/>
                <a:gd name="T16" fmla="*/ 145 w 613"/>
                <a:gd name="T17" fmla="*/ 95 h 555"/>
                <a:gd name="T18" fmla="*/ 113 w 613"/>
                <a:gd name="T19" fmla="*/ 159 h 555"/>
                <a:gd name="T20" fmla="*/ 243 w 613"/>
                <a:gd name="T21" fmla="*/ 309 h 555"/>
                <a:gd name="T22" fmla="*/ 102 w 613"/>
                <a:gd name="T23" fmla="*/ 207 h 555"/>
                <a:gd name="T24" fmla="*/ 59 w 613"/>
                <a:gd name="T25" fmla="*/ 462 h 555"/>
                <a:gd name="T26" fmla="*/ 266 w 613"/>
                <a:gd name="T27" fmla="*/ 530 h 555"/>
                <a:gd name="T28" fmla="*/ 383 w 613"/>
                <a:gd name="T29" fmla="*/ 533 h 555"/>
                <a:gd name="T30" fmla="*/ 601 w 613"/>
                <a:gd name="T31" fmla="*/ 394 h 555"/>
                <a:gd name="T32" fmla="*/ 605 w 613"/>
                <a:gd name="T33" fmla="*/ 354 h 555"/>
                <a:gd name="T34" fmla="*/ 605 w 613"/>
                <a:gd name="T35" fmla="*/ 342 h 555"/>
                <a:gd name="T36" fmla="*/ 613 w 613"/>
                <a:gd name="T37" fmla="*/ 289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3" h="555">
                  <a:moveTo>
                    <a:pt x="613" y="289"/>
                  </a:moveTo>
                  <a:cubicBezTo>
                    <a:pt x="613" y="260"/>
                    <a:pt x="606" y="232"/>
                    <a:pt x="593" y="206"/>
                  </a:cubicBezTo>
                  <a:cubicBezTo>
                    <a:pt x="487" y="239"/>
                    <a:pt x="487" y="239"/>
                    <a:pt x="487" y="239"/>
                  </a:cubicBezTo>
                  <a:cubicBezTo>
                    <a:pt x="580" y="185"/>
                    <a:pt x="580" y="185"/>
                    <a:pt x="580" y="185"/>
                  </a:cubicBezTo>
                  <a:cubicBezTo>
                    <a:pt x="549" y="139"/>
                    <a:pt x="498" y="110"/>
                    <a:pt x="443" y="106"/>
                  </a:cubicBezTo>
                  <a:cubicBezTo>
                    <a:pt x="438" y="100"/>
                    <a:pt x="434" y="93"/>
                    <a:pt x="428" y="87"/>
                  </a:cubicBezTo>
                  <a:cubicBezTo>
                    <a:pt x="276" y="135"/>
                    <a:pt x="276" y="135"/>
                    <a:pt x="276" y="135"/>
                  </a:cubicBezTo>
                  <a:cubicBezTo>
                    <a:pt x="401" y="61"/>
                    <a:pt x="401" y="61"/>
                    <a:pt x="401" y="61"/>
                  </a:cubicBezTo>
                  <a:cubicBezTo>
                    <a:pt x="321" y="0"/>
                    <a:pt x="206" y="15"/>
                    <a:pt x="145" y="95"/>
                  </a:cubicBezTo>
                  <a:cubicBezTo>
                    <a:pt x="130" y="114"/>
                    <a:pt x="119" y="136"/>
                    <a:pt x="113" y="159"/>
                  </a:cubicBezTo>
                  <a:cubicBezTo>
                    <a:pt x="243" y="309"/>
                    <a:pt x="243" y="309"/>
                    <a:pt x="243" y="309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20" y="265"/>
                    <a:pt x="0" y="379"/>
                    <a:pt x="59" y="462"/>
                  </a:cubicBezTo>
                  <a:cubicBezTo>
                    <a:pt x="105" y="528"/>
                    <a:pt x="189" y="555"/>
                    <a:pt x="266" y="530"/>
                  </a:cubicBezTo>
                  <a:cubicBezTo>
                    <a:pt x="303" y="543"/>
                    <a:pt x="344" y="545"/>
                    <a:pt x="383" y="533"/>
                  </a:cubicBezTo>
                  <a:cubicBezTo>
                    <a:pt x="481" y="555"/>
                    <a:pt x="579" y="492"/>
                    <a:pt x="601" y="394"/>
                  </a:cubicBezTo>
                  <a:cubicBezTo>
                    <a:pt x="604" y="381"/>
                    <a:pt x="605" y="367"/>
                    <a:pt x="605" y="354"/>
                  </a:cubicBezTo>
                  <a:cubicBezTo>
                    <a:pt x="605" y="350"/>
                    <a:pt x="605" y="346"/>
                    <a:pt x="605" y="342"/>
                  </a:cubicBezTo>
                  <a:cubicBezTo>
                    <a:pt x="610" y="325"/>
                    <a:pt x="613" y="307"/>
                    <a:pt x="613" y="289"/>
                  </a:cubicBezTo>
                </a:path>
              </a:pathLst>
            </a:custGeom>
            <a:solidFill>
              <a:srgbClr val="4285F4">
                <a:alpha val="92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6" name="íṥľïḍé"/>
            <p:cNvSpPr/>
            <p:nvPr/>
          </p:nvSpPr>
          <p:spPr bwMode="auto">
            <a:xfrm>
              <a:off x="2709184" y="4666001"/>
              <a:ext cx="176589" cy="364599"/>
            </a:xfrm>
            <a:custGeom>
              <a:avLst/>
              <a:gdLst>
                <a:gd name="T0" fmla="*/ 36 w 110"/>
                <a:gd name="T1" fmla="*/ 0 h 227"/>
                <a:gd name="T2" fmla="*/ 36 w 110"/>
                <a:gd name="T3" fmla="*/ 0 h 227"/>
                <a:gd name="T4" fmla="*/ 109 w 110"/>
                <a:gd name="T5" fmla="*/ 227 h 227"/>
                <a:gd name="T6" fmla="*/ 110 w 110"/>
                <a:gd name="T7" fmla="*/ 227 h 227"/>
                <a:gd name="T8" fmla="*/ 56 w 110"/>
                <a:gd name="T9" fmla="*/ 177 h 227"/>
                <a:gd name="T10" fmla="*/ 36 w 110"/>
                <a:gd name="T11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" h="227">
                  <a:moveTo>
                    <a:pt x="36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0" y="85"/>
                    <a:pt x="33" y="181"/>
                    <a:pt x="109" y="227"/>
                  </a:cubicBezTo>
                  <a:cubicBezTo>
                    <a:pt x="109" y="227"/>
                    <a:pt x="110" y="227"/>
                    <a:pt x="110" y="227"/>
                  </a:cubicBezTo>
                  <a:cubicBezTo>
                    <a:pt x="89" y="215"/>
                    <a:pt x="70" y="198"/>
                    <a:pt x="56" y="177"/>
                  </a:cubicBezTo>
                  <a:cubicBezTo>
                    <a:pt x="18" y="123"/>
                    <a:pt x="13" y="57"/>
                    <a:pt x="36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7" name="išlîḍè"/>
            <p:cNvSpPr/>
            <p:nvPr/>
          </p:nvSpPr>
          <p:spPr bwMode="auto">
            <a:xfrm>
              <a:off x="2884895" y="5030600"/>
              <a:ext cx="499017" cy="43049"/>
            </a:xfrm>
            <a:custGeom>
              <a:avLst/>
              <a:gdLst>
                <a:gd name="T0" fmla="*/ 306 w 311"/>
                <a:gd name="T1" fmla="*/ 25 h 27"/>
                <a:gd name="T2" fmla="*/ 306 w 311"/>
                <a:gd name="T3" fmla="*/ 25 h 27"/>
                <a:gd name="T4" fmla="*/ 310 w 311"/>
                <a:gd name="T5" fmla="*/ 25 h 27"/>
                <a:gd name="T6" fmla="*/ 311 w 311"/>
                <a:gd name="T7" fmla="*/ 25 h 27"/>
                <a:gd name="T8" fmla="*/ 311 w 311"/>
                <a:gd name="T9" fmla="*/ 25 h 27"/>
                <a:gd name="T10" fmla="*/ 306 w 311"/>
                <a:gd name="T11" fmla="*/ 25 h 27"/>
                <a:gd name="T12" fmla="*/ 1 w 311"/>
                <a:gd name="T13" fmla="*/ 0 h 27"/>
                <a:gd name="T14" fmla="*/ 0 w 311"/>
                <a:gd name="T15" fmla="*/ 0 h 27"/>
                <a:gd name="T16" fmla="*/ 25 w 311"/>
                <a:gd name="T17" fmla="*/ 13 h 27"/>
                <a:gd name="T18" fmla="*/ 83 w 311"/>
                <a:gd name="T19" fmla="*/ 27 h 27"/>
                <a:gd name="T20" fmla="*/ 1 w 311"/>
                <a:gd name="T2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1" h="27">
                  <a:moveTo>
                    <a:pt x="306" y="25"/>
                  </a:moveTo>
                  <a:cubicBezTo>
                    <a:pt x="306" y="25"/>
                    <a:pt x="306" y="25"/>
                    <a:pt x="306" y="25"/>
                  </a:cubicBezTo>
                  <a:cubicBezTo>
                    <a:pt x="307" y="25"/>
                    <a:pt x="309" y="25"/>
                    <a:pt x="310" y="25"/>
                  </a:cubicBezTo>
                  <a:cubicBezTo>
                    <a:pt x="310" y="25"/>
                    <a:pt x="311" y="25"/>
                    <a:pt x="311" y="25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09" y="25"/>
                    <a:pt x="307" y="25"/>
                    <a:pt x="306" y="25"/>
                  </a:cubicBezTo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8" y="5"/>
                    <a:pt x="16" y="9"/>
                    <a:pt x="25" y="13"/>
                  </a:cubicBezTo>
                  <a:cubicBezTo>
                    <a:pt x="44" y="21"/>
                    <a:pt x="63" y="25"/>
                    <a:pt x="83" y="27"/>
                  </a:cubicBezTo>
                  <a:cubicBezTo>
                    <a:pt x="54" y="25"/>
                    <a:pt x="26" y="15"/>
                    <a:pt x="1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8" name="îSliḋe"/>
            <p:cNvSpPr/>
            <p:nvPr/>
          </p:nvSpPr>
          <p:spPr bwMode="auto">
            <a:xfrm>
              <a:off x="3131768" y="5058714"/>
              <a:ext cx="244237" cy="18450"/>
            </a:xfrm>
            <a:custGeom>
              <a:avLst/>
              <a:gdLst>
                <a:gd name="T0" fmla="*/ 117 w 152"/>
                <a:gd name="T1" fmla="*/ 3 h 11"/>
                <a:gd name="T2" fmla="*/ 117 w 152"/>
                <a:gd name="T3" fmla="*/ 3 h 11"/>
                <a:gd name="T4" fmla="*/ 152 w 152"/>
                <a:gd name="T5" fmla="*/ 7 h 11"/>
                <a:gd name="T6" fmla="*/ 152 w 152"/>
                <a:gd name="T7" fmla="*/ 7 h 11"/>
                <a:gd name="T8" fmla="*/ 117 w 152"/>
                <a:gd name="T9" fmla="*/ 3 h 11"/>
                <a:gd name="T10" fmla="*/ 0 w 152"/>
                <a:gd name="T11" fmla="*/ 0 h 11"/>
                <a:gd name="T12" fmla="*/ 0 w 152"/>
                <a:gd name="T13" fmla="*/ 0 h 11"/>
                <a:gd name="T14" fmla="*/ 63 w 152"/>
                <a:gd name="T15" fmla="*/ 11 h 11"/>
                <a:gd name="T16" fmla="*/ 63 w 152"/>
                <a:gd name="T17" fmla="*/ 11 h 11"/>
                <a:gd name="T18" fmla="*/ 0 w 152"/>
                <a:gd name="T1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2" h="11">
                  <a:moveTo>
                    <a:pt x="117" y="3"/>
                  </a:moveTo>
                  <a:cubicBezTo>
                    <a:pt x="117" y="3"/>
                    <a:pt x="117" y="3"/>
                    <a:pt x="117" y="3"/>
                  </a:cubicBezTo>
                  <a:cubicBezTo>
                    <a:pt x="129" y="5"/>
                    <a:pt x="140" y="7"/>
                    <a:pt x="152" y="7"/>
                  </a:cubicBezTo>
                  <a:cubicBezTo>
                    <a:pt x="152" y="7"/>
                    <a:pt x="152" y="7"/>
                    <a:pt x="152" y="7"/>
                  </a:cubicBezTo>
                  <a:cubicBezTo>
                    <a:pt x="140" y="7"/>
                    <a:pt x="129" y="5"/>
                    <a:pt x="117" y="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7"/>
                    <a:pt x="41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42" y="11"/>
                    <a:pt x="20" y="7"/>
                    <a:pt x="0" y="0"/>
                  </a:cubicBezTo>
                </a:path>
              </a:pathLst>
            </a:custGeom>
            <a:solidFill>
              <a:srgbClr val="33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9" name="iṥḷiḋé"/>
            <p:cNvSpPr/>
            <p:nvPr/>
          </p:nvSpPr>
          <p:spPr bwMode="auto">
            <a:xfrm>
              <a:off x="2730270" y="4658973"/>
              <a:ext cx="952350" cy="418191"/>
            </a:xfrm>
            <a:custGeom>
              <a:avLst/>
              <a:gdLst>
                <a:gd name="T0" fmla="*/ 65 w 593"/>
                <a:gd name="T1" fmla="*/ 0 h 260"/>
                <a:gd name="T2" fmla="*/ 23 w 593"/>
                <a:gd name="T3" fmla="*/ 4 h 260"/>
                <a:gd name="T4" fmla="*/ 43 w 593"/>
                <a:gd name="T5" fmla="*/ 181 h 260"/>
                <a:gd name="T6" fmla="*/ 97 w 593"/>
                <a:gd name="T7" fmla="*/ 231 h 260"/>
                <a:gd name="T8" fmla="*/ 179 w 593"/>
                <a:gd name="T9" fmla="*/ 258 h 260"/>
                <a:gd name="T10" fmla="*/ 192 w 593"/>
                <a:gd name="T11" fmla="*/ 258 h 260"/>
                <a:gd name="T12" fmla="*/ 250 w 593"/>
                <a:gd name="T13" fmla="*/ 249 h 260"/>
                <a:gd name="T14" fmla="*/ 250 w 593"/>
                <a:gd name="T15" fmla="*/ 249 h 260"/>
                <a:gd name="T16" fmla="*/ 250 w 593"/>
                <a:gd name="T17" fmla="*/ 249 h 260"/>
                <a:gd name="T18" fmla="*/ 313 w 593"/>
                <a:gd name="T19" fmla="*/ 260 h 260"/>
                <a:gd name="T20" fmla="*/ 367 w 593"/>
                <a:gd name="T21" fmla="*/ 252 h 260"/>
                <a:gd name="T22" fmla="*/ 367 w 593"/>
                <a:gd name="T23" fmla="*/ 252 h 260"/>
                <a:gd name="T24" fmla="*/ 367 w 593"/>
                <a:gd name="T25" fmla="*/ 252 h 260"/>
                <a:gd name="T26" fmla="*/ 402 w 593"/>
                <a:gd name="T27" fmla="*/ 256 h 260"/>
                <a:gd name="T28" fmla="*/ 402 w 593"/>
                <a:gd name="T29" fmla="*/ 256 h 260"/>
                <a:gd name="T30" fmla="*/ 407 w 593"/>
                <a:gd name="T31" fmla="*/ 256 h 260"/>
                <a:gd name="T32" fmla="*/ 407 w 593"/>
                <a:gd name="T33" fmla="*/ 256 h 260"/>
                <a:gd name="T34" fmla="*/ 585 w 593"/>
                <a:gd name="T35" fmla="*/ 113 h 260"/>
                <a:gd name="T36" fmla="*/ 589 w 593"/>
                <a:gd name="T37" fmla="*/ 73 h 260"/>
                <a:gd name="T38" fmla="*/ 589 w 593"/>
                <a:gd name="T39" fmla="*/ 61 h 260"/>
                <a:gd name="T40" fmla="*/ 593 w 593"/>
                <a:gd name="T41" fmla="*/ 42 h 260"/>
                <a:gd name="T42" fmla="*/ 503 w 593"/>
                <a:gd name="T43" fmla="*/ 33 h 260"/>
                <a:gd name="T44" fmla="*/ 424 w 593"/>
                <a:gd name="T45" fmla="*/ 40 h 260"/>
                <a:gd name="T46" fmla="*/ 281 w 593"/>
                <a:gd name="T47" fmla="*/ 62 h 260"/>
                <a:gd name="T48" fmla="*/ 233 w 593"/>
                <a:gd name="T49" fmla="*/ 56 h 260"/>
                <a:gd name="T50" fmla="*/ 130 w 593"/>
                <a:gd name="T51" fmla="*/ 11 h 260"/>
                <a:gd name="T52" fmla="*/ 65 w 593"/>
                <a:gd name="T53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93" h="260">
                  <a:moveTo>
                    <a:pt x="65" y="0"/>
                  </a:moveTo>
                  <a:cubicBezTo>
                    <a:pt x="51" y="0"/>
                    <a:pt x="37" y="1"/>
                    <a:pt x="23" y="4"/>
                  </a:cubicBezTo>
                  <a:cubicBezTo>
                    <a:pt x="0" y="61"/>
                    <a:pt x="5" y="127"/>
                    <a:pt x="43" y="181"/>
                  </a:cubicBezTo>
                  <a:cubicBezTo>
                    <a:pt x="57" y="202"/>
                    <a:pt x="76" y="219"/>
                    <a:pt x="97" y="231"/>
                  </a:cubicBezTo>
                  <a:cubicBezTo>
                    <a:pt x="122" y="246"/>
                    <a:pt x="150" y="256"/>
                    <a:pt x="179" y="258"/>
                  </a:cubicBezTo>
                  <a:cubicBezTo>
                    <a:pt x="183" y="258"/>
                    <a:pt x="188" y="258"/>
                    <a:pt x="192" y="258"/>
                  </a:cubicBezTo>
                  <a:cubicBezTo>
                    <a:pt x="211" y="258"/>
                    <a:pt x="231" y="255"/>
                    <a:pt x="250" y="249"/>
                  </a:cubicBezTo>
                  <a:cubicBezTo>
                    <a:pt x="250" y="249"/>
                    <a:pt x="250" y="249"/>
                    <a:pt x="250" y="249"/>
                  </a:cubicBezTo>
                  <a:cubicBezTo>
                    <a:pt x="250" y="249"/>
                    <a:pt x="250" y="249"/>
                    <a:pt x="250" y="249"/>
                  </a:cubicBezTo>
                  <a:cubicBezTo>
                    <a:pt x="270" y="256"/>
                    <a:pt x="292" y="260"/>
                    <a:pt x="313" y="260"/>
                  </a:cubicBezTo>
                  <a:cubicBezTo>
                    <a:pt x="331" y="260"/>
                    <a:pt x="349" y="257"/>
                    <a:pt x="367" y="252"/>
                  </a:cubicBezTo>
                  <a:cubicBezTo>
                    <a:pt x="367" y="252"/>
                    <a:pt x="367" y="252"/>
                    <a:pt x="367" y="252"/>
                  </a:cubicBezTo>
                  <a:cubicBezTo>
                    <a:pt x="367" y="252"/>
                    <a:pt x="367" y="252"/>
                    <a:pt x="367" y="252"/>
                  </a:cubicBezTo>
                  <a:cubicBezTo>
                    <a:pt x="379" y="254"/>
                    <a:pt x="390" y="256"/>
                    <a:pt x="402" y="256"/>
                  </a:cubicBezTo>
                  <a:cubicBezTo>
                    <a:pt x="402" y="256"/>
                    <a:pt x="402" y="256"/>
                    <a:pt x="402" y="256"/>
                  </a:cubicBezTo>
                  <a:cubicBezTo>
                    <a:pt x="403" y="256"/>
                    <a:pt x="405" y="256"/>
                    <a:pt x="407" y="256"/>
                  </a:cubicBezTo>
                  <a:cubicBezTo>
                    <a:pt x="407" y="256"/>
                    <a:pt x="407" y="256"/>
                    <a:pt x="407" y="256"/>
                  </a:cubicBezTo>
                  <a:cubicBezTo>
                    <a:pt x="490" y="256"/>
                    <a:pt x="566" y="198"/>
                    <a:pt x="585" y="113"/>
                  </a:cubicBezTo>
                  <a:cubicBezTo>
                    <a:pt x="588" y="100"/>
                    <a:pt x="589" y="86"/>
                    <a:pt x="589" y="73"/>
                  </a:cubicBezTo>
                  <a:cubicBezTo>
                    <a:pt x="589" y="69"/>
                    <a:pt x="589" y="65"/>
                    <a:pt x="589" y="61"/>
                  </a:cubicBezTo>
                  <a:cubicBezTo>
                    <a:pt x="591" y="55"/>
                    <a:pt x="592" y="48"/>
                    <a:pt x="593" y="42"/>
                  </a:cubicBezTo>
                  <a:cubicBezTo>
                    <a:pt x="563" y="36"/>
                    <a:pt x="533" y="33"/>
                    <a:pt x="503" y="33"/>
                  </a:cubicBezTo>
                  <a:cubicBezTo>
                    <a:pt x="476" y="33"/>
                    <a:pt x="450" y="35"/>
                    <a:pt x="424" y="40"/>
                  </a:cubicBezTo>
                  <a:cubicBezTo>
                    <a:pt x="377" y="47"/>
                    <a:pt x="328" y="62"/>
                    <a:pt x="281" y="62"/>
                  </a:cubicBezTo>
                  <a:cubicBezTo>
                    <a:pt x="265" y="62"/>
                    <a:pt x="249" y="61"/>
                    <a:pt x="233" y="56"/>
                  </a:cubicBezTo>
                  <a:cubicBezTo>
                    <a:pt x="197" y="46"/>
                    <a:pt x="165" y="23"/>
                    <a:pt x="130" y="11"/>
                  </a:cubicBezTo>
                  <a:cubicBezTo>
                    <a:pt x="109" y="3"/>
                    <a:pt x="87" y="0"/>
                    <a:pt x="65" y="0"/>
                  </a:cubicBezTo>
                </a:path>
              </a:pathLst>
            </a:custGeom>
            <a:solidFill>
              <a:srgbClr val="3B77DB">
                <a:alpha val="92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0" name="îśľiḓè"/>
            <p:cNvSpPr/>
            <p:nvPr/>
          </p:nvSpPr>
          <p:spPr bwMode="auto">
            <a:xfrm>
              <a:off x="5594348" y="2867606"/>
              <a:ext cx="627286" cy="629922"/>
            </a:xfrm>
            <a:custGeom>
              <a:avLst/>
              <a:gdLst>
                <a:gd name="T0" fmla="*/ 198 w 390"/>
                <a:gd name="T1" fmla="*/ 5 h 392"/>
                <a:gd name="T2" fmla="*/ 122 w 390"/>
                <a:gd name="T3" fmla="*/ 2 h 392"/>
                <a:gd name="T4" fmla="*/ 73 w 390"/>
                <a:gd name="T5" fmla="*/ 15 h 392"/>
                <a:gd name="T6" fmla="*/ 71 w 390"/>
                <a:gd name="T7" fmla="*/ 67 h 392"/>
                <a:gd name="T8" fmla="*/ 90 w 390"/>
                <a:gd name="T9" fmla="*/ 119 h 392"/>
                <a:gd name="T10" fmla="*/ 45 w 390"/>
                <a:gd name="T11" fmla="*/ 191 h 392"/>
                <a:gd name="T12" fmla="*/ 3 w 390"/>
                <a:gd name="T13" fmla="*/ 264 h 392"/>
                <a:gd name="T14" fmla="*/ 41 w 390"/>
                <a:gd name="T15" fmla="*/ 319 h 392"/>
                <a:gd name="T16" fmla="*/ 129 w 390"/>
                <a:gd name="T17" fmla="*/ 375 h 392"/>
                <a:gd name="T18" fmla="*/ 185 w 390"/>
                <a:gd name="T19" fmla="*/ 392 h 392"/>
                <a:gd name="T20" fmla="*/ 236 w 390"/>
                <a:gd name="T21" fmla="*/ 380 h 392"/>
                <a:gd name="T22" fmla="*/ 315 w 390"/>
                <a:gd name="T23" fmla="*/ 338 h 392"/>
                <a:gd name="T24" fmla="*/ 343 w 390"/>
                <a:gd name="T25" fmla="*/ 300 h 392"/>
                <a:gd name="T26" fmla="*/ 360 w 390"/>
                <a:gd name="T27" fmla="*/ 75 h 392"/>
                <a:gd name="T28" fmla="*/ 332 w 390"/>
                <a:gd name="T29" fmla="*/ 32 h 392"/>
                <a:gd name="T30" fmla="*/ 206 w 390"/>
                <a:gd name="T31" fmla="*/ 1 h 392"/>
                <a:gd name="T32" fmla="*/ 182 w 390"/>
                <a:gd name="T33" fmla="*/ 5 h 392"/>
                <a:gd name="T34" fmla="*/ 173 w 390"/>
                <a:gd name="T35" fmla="*/ 25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0" h="392">
                  <a:moveTo>
                    <a:pt x="198" y="5"/>
                  </a:moveTo>
                  <a:cubicBezTo>
                    <a:pt x="122" y="2"/>
                    <a:pt x="122" y="2"/>
                    <a:pt x="122" y="2"/>
                  </a:cubicBezTo>
                  <a:cubicBezTo>
                    <a:pt x="104" y="1"/>
                    <a:pt x="85" y="2"/>
                    <a:pt x="73" y="15"/>
                  </a:cubicBezTo>
                  <a:cubicBezTo>
                    <a:pt x="61" y="28"/>
                    <a:pt x="64" y="50"/>
                    <a:pt x="71" y="67"/>
                  </a:cubicBezTo>
                  <a:cubicBezTo>
                    <a:pt x="78" y="84"/>
                    <a:pt x="89" y="101"/>
                    <a:pt x="90" y="119"/>
                  </a:cubicBezTo>
                  <a:cubicBezTo>
                    <a:pt x="90" y="148"/>
                    <a:pt x="67" y="171"/>
                    <a:pt x="45" y="191"/>
                  </a:cubicBezTo>
                  <a:cubicBezTo>
                    <a:pt x="23" y="211"/>
                    <a:pt x="0" y="235"/>
                    <a:pt x="3" y="264"/>
                  </a:cubicBezTo>
                  <a:cubicBezTo>
                    <a:pt x="6" y="287"/>
                    <a:pt x="24" y="304"/>
                    <a:pt x="41" y="319"/>
                  </a:cubicBezTo>
                  <a:cubicBezTo>
                    <a:pt x="69" y="340"/>
                    <a:pt x="98" y="359"/>
                    <a:pt x="129" y="375"/>
                  </a:cubicBezTo>
                  <a:cubicBezTo>
                    <a:pt x="147" y="384"/>
                    <a:pt x="165" y="392"/>
                    <a:pt x="185" y="392"/>
                  </a:cubicBezTo>
                  <a:cubicBezTo>
                    <a:pt x="203" y="392"/>
                    <a:pt x="220" y="386"/>
                    <a:pt x="236" y="380"/>
                  </a:cubicBezTo>
                  <a:cubicBezTo>
                    <a:pt x="265" y="370"/>
                    <a:pt x="294" y="359"/>
                    <a:pt x="315" y="338"/>
                  </a:cubicBezTo>
                  <a:cubicBezTo>
                    <a:pt x="327" y="326"/>
                    <a:pt x="336" y="314"/>
                    <a:pt x="343" y="300"/>
                  </a:cubicBezTo>
                  <a:cubicBezTo>
                    <a:pt x="380" y="232"/>
                    <a:pt x="390" y="147"/>
                    <a:pt x="360" y="75"/>
                  </a:cubicBezTo>
                  <a:cubicBezTo>
                    <a:pt x="354" y="59"/>
                    <a:pt x="344" y="45"/>
                    <a:pt x="332" y="32"/>
                  </a:cubicBezTo>
                  <a:cubicBezTo>
                    <a:pt x="300" y="2"/>
                    <a:pt x="250" y="0"/>
                    <a:pt x="206" y="1"/>
                  </a:cubicBezTo>
                  <a:cubicBezTo>
                    <a:pt x="197" y="0"/>
                    <a:pt x="189" y="2"/>
                    <a:pt x="182" y="5"/>
                  </a:cubicBezTo>
                  <a:cubicBezTo>
                    <a:pt x="175" y="9"/>
                    <a:pt x="170" y="18"/>
                    <a:pt x="173" y="25"/>
                  </a:cubicBezTo>
                </a:path>
              </a:pathLst>
            </a:custGeom>
            <a:solidFill>
              <a:srgbClr val="3938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1" name="íŝḻide"/>
            <p:cNvSpPr/>
            <p:nvPr/>
          </p:nvSpPr>
          <p:spPr bwMode="auto">
            <a:xfrm>
              <a:off x="5752487" y="4318973"/>
              <a:ext cx="171318" cy="766097"/>
            </a:xfrm>
            <a:custGeom>
              <a:avLst/>
              <a:gdLst>
                <a:gd name="T0" fmla="*/ 3 w 107"/>
                <a:gd name="T1" fmla="*/ 42 h 477"/>
                <a:gd name="T2" fmla="*/ 12 w 107"/>
                <a:gd name="T3" fmla="*/ 284 h 477"/>
                <a:gd name="T4" fmla="*/ 16 w 107"/>
                <a:gd name="T5" fmla="*/ 311 h 477"/>
                <a:gd name="T6" fmla="*/ 39 w 107"/>
                <a:gd name="T7" fmla="*/ 393 h 477"/>
                <a:gd name="T8" fmla="*/ 50 w 107"/>
                <a:gd name="T9" fmla="*/ 477 h 477"/>
                <a:gd name="T10" fmla="*/ 102 w 107"/>
                <a:gd name="T11" fmla="*/ 473 h 477"/>
                <a:gd name="T12" fmla="*/ 103 w 107"/>
                <a:gd name="T13" fmla="*/ 459 h 477"/>
                <a:gd name="T14" fmla="*/ 96 w 107"/>
                <a:gd name="T15" fmla="*/ 382 h 477"/>
                <a:gd name="T16" fmla="*/ 106 w 107"/>
                <a:gd name="T17" fmla="*/ 308 h 477"/>
                <a:gd name="T18" fmla="*/ 94 w 107"/>
                <a:gd name="T19" fmla="*/ 240 h 477"/>
                <a:gd name="T20" fmla="*/ 91 w 107"/>
                <a:gd name="T21" fmla="*/ 193 h 477"/>
                <a:gd name="T22" fmla="*/ 91 w 107"/>
                <a:gd name="T23" fmla="*/ 129 h 477"/>
                <a:gd name="T24" fmla="*/ 101 w 107"/>
                <a:gd name="T25" fmla="*/ 0 h 477"/>
                <a:gd name="T26" fmla="*/ 3 w 107"/>
                <a:gd name="T27" fmla="*/ 42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7" h="477">
                  <a:moveTo>
                    <a:pt x="3" y="42"/>
                  </a:moveTo>
                  <a:cubicBezTo>
                    <a:pt x="0" y="123"/>
                    <a:pt x="3" y="203"/>
                    <a:pt x="12" y="284"/>
                  </a:cubicBezTo>
                  <a:cubicBezTo>
                    <a:pt x="13" y="293"/>
                    <a:pt x="14" y="302"/>
                    <a:pt x="16" y="311"/>
                  </a:cubicBezTo>
                  <a:cubicBezTo>
                    <a:pt x="21" y="339"/>
                    <a:pt x="31" y="366"/>
                    <a:pt x="39" y="393"/>
                  </a:cubicBezTo>
                  <a:cubicBezTo>
                    <a:pt x="48" y="420"/>
                    <a:pt x="54" y="449"/>
                    <a:pt x="50" y="477"/>
                  </a:cubicBezTo>
                  <a:cubicBezTo>
                    <a:pt x="67" y="475"/>
                    <a:pt x="85" y="474"/>
                    <a:pt x="102" y="473"/>
                  </a:cubicBezTo>
                  <a:cubicBezTo>
                    <a:pt x="103" y="459"/>
                    <a:pt x="103" y="459"/>
                    <a:pt x="103" y="459"/>
                  </a:cubicBezTo>
                  <a:cubicBezTo>
                    <a:pt x="103" y="433"/>
                    <a:pt x="93" y="408"/>
                    <a:pt x="96" y="382"/>
                  </a:cubicBezTo>
                  <a:cubicBezTo>
                    <a:pt x="98" y="357"/>
                    <a:pt x="106" y="333"/>
                    <a:pt x="106" y="308"/>
                  </a:cubicBezTo>
                  <a:cubicBezTo>
                    <a:pt x="105" y="285"/>
                    <a:pt x="98" y="263"/>
                    <a:pt x="94" y="240"/>
                  </a:cubicBezTo>
                  <a:cubicBezTo>
                    <a:pt x="92" y="224"/>
                    <a:pt x="91" y="209"/>
                    <a:pt x="91" y="193"/>
                  </a:cubicBezTo>
                  <a:cubicBezTo>
                    <a:pt x="90" y="172"/>
                    <a:pt x="90" y="151"/>
                    <a:pt x="91" y="129"/>
                  </a:cubicBezTo>
                  <a:cubicBezTo>
                    <a:pt x="94" y="86"/>
                    <a:pt x="107" y="43"/>
                    <a:pt x="101" y="0"/>
                  </a:cubicBezTo>
                  <a:cubicBezTo>
                    <a:pt x="69" y="15"/>
                    <a:pt x="35" y="28"/>
                    <a:pt x="3" y="42"/>
                  </a:cubicBezTo>
                  <a:close/>
                </a:path>
              </a:pathLst>
            </a:cu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2" name="îšľîdê"/>
            <p:cNvSpPr/>
            <p:nvPr/>
          </p:nvSpPr>
          <p:spPr bwMode="auto">
            <a:xfrm>
              <a:off x="5758637" y="5036750"/>
              <a:ext cx="181860" cy="200310"/>
            </a:xfrm>
            <a:custGeom>
              <a:avLst/>
              <a:gdLst>
                <a:gd name="T0" fmla="*/ 78 w 113"/>
                <a:gd name="T1" fmla="*/ 124 h 125"/>
                <a:gd name="T2" fmla="*/ 84 w 113"/>
                <a:gd name="T3" fmla="*/ 123 h 125"/>
                <a:gd name="T4" fmla="*/ 89 w 113"/>
                <a:gd name="T5" fmla="*/ 114 h 125"/>
                <a:gd name="T6" fmla="*/ 102 w 113"/>
                <a:gd name="T7" fmla="*/ 84 h 125"/>
                <a:gd name="T8" fmla="*/ 113 w 113"/>
                <a:gd name="T9" fmla="*/ 62 h 125"/>
                <a:gd name="T10" fmla="*/ 96 w 113"/>
                <a:gd name="T11" fmla="*/ 26 h 125"/>
                <a:gd name="T12" fmla="*/ 93 w 113"/>
                <a:gd name="T13" fmla="*/ 14 h 125"/>
                <a:gd name="T14" fmla="*/ 74 w 113"/>
                <a:gd name="T15" fmla="*/ 3 h 125"/>
                <a:gd name="T16" fmla="*/ 45 w 113"/>
                <a:gd name="T17" fmla="*/ 9 h 125"/>
                <a:gd name="T18" fmla="*/ 46 w 113"/>
                <a:gd name="T19" fmla="*/ 35 h 125"/>
                <a:gd name="T20" fmla="*/ 32 w 113"/>
                <a:gd name="T21" fmla="*/ 67 h 125"/>
                <a:gd name="T22" fmla="*/ 14 w 113"/>
                <a:gd name="T23" fmla="*/ 119 h 125"/>
                <a:gd name="T24" fmla="*/ 38 w 113"/>
                <a:gd name="T25" fmla="*/ 123 h 125"/>
                <a:gd name="T26" fmla="*/ 78 w 113"/>
                <a:gd name="T27" fmla="*/ 12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3" h="125">
                  <a:moveTo>
                    <a:pt x="78" y="124"/>
                  </a:moveTo>
                  <a:cubicBezTo>
                    <a:pt x="80" y="124"/>
                    <a:pt x="82" y="123"/>
                    <a:pt x="84" y="123"/>
                  </a:cubicBezTo>
                  <a:cubicBezTo>
                    <a:pt x="87" y="120"/>
                    <a:pt x="89" y="117"/>
                    <a:pt x="89" y="114"/>
                  </a:cubicBezTo>
                  <a:cubicBezTo>
                    <a:pt x="92" y="103"/>
                    <a:pt x="96" y="93"/>
                    <a:pt x="102" y="84"/>
                  </a:cubicBezTo>
                  <a:cubicBezTo>
                    <a:pt x="107" y="77"/>
                    <a:pt x="112" y="70"/>
                    <a:pt x="113" y="62"/>
                  </a:cubicBezTo>
                  <a:cubicBezTo>
                    <a:pt x="113" y="48"/>
                    <a:pt x="99" y="39"/>
                    <a:pt x="96" y="26"/>
                  </a:cubicBezTo>
                  <a:cubicBezTo>
                    <a:pt x="95" y="22"/>
                    <a:pt x="95" y="18"/>
                    <a:pt x="93" y="14"/>
                  </a:cubicBezTo>
                  <a:cubicBezTo>
                    <a:pt x="90" y="7"/>
                    <a:pt x="81" y="4"/>
                    <a:pt x="74" y="3"/>
                  </a:cubicBezTo>
                  <a:cubicBezTo>
                    <a:pt x="63" y="0"/>
                    <a:pt x="50" y="0"/>
                    <a:pt x="45" y="9"/>
                  </a:cubicBezTo>
                  <a:cubicBezTo>
                    <a:pt x="41" y="16"/>
                    <a:pt x="46" y="26"/>
                    <a:pt x="46" y="35"/>
                  </a:cubicBezTo>
                  <a:cubicBezTo>
                    <a:pt x="47" y="47"/>
                    <a:pt x="40" y="58"/>
                    <a:pt x="32" y="67"/>
                  </a:cubicBezTo>
                  <a:cubicBezTo>
                    <a:pt x="23" y="78"/>
                    <a:pt x="0" y="104"/>
                    <a:pt x="14" y="119"/>
                  </a:cubicBezTo>
                  <a:cubicBezTo>
                    <a:pt x="19" y="125"/>
                    <a:pt x="31" y="123"/>
                    <a:pt x="38" y="123"/>
                  </a:cubicBezTo>
                  <a:lnTo>
                    <a:pt x="78" y="124"/>
                  </a:ln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3" name="íšļiḍê"/>
            <p:cNvSpPr/>
            <p:nvPr/>
          </p:nvSpPr>
          <p:spPr bwMode="auto">
            <a:xfrm>
              <a:off x="5964218" y="4318973"/>
              <a:ext cx="173075" cy="766097"/>
            </a:xfrm>
            <a:custGeom>
              <a:avLst/>
              <a:gdLst>
                <a:gd name="T0" fmla="*/ 105 w 108"/>
                <a:gd name="T1" fmla="*/ 42 h 477"/>
                <a:gd name="T2" fmla="*/ 96 w 108"/>
                <a:gd name="T3" fmla="*/ 284 h 477"/>
                <a:gd name="T4" fmla="*/ 92 w 108"/>
                <a:gd name="T5" fmla="*/ 311 h 477"/>
                <a:gd name="T6" fmla="*/ 68 w 108"/>
                <a:gd name="T7" fmla="*/ 393 h 477"/>
                <a:gd name="T8" fmla="*/ 58 w 108"/>
                <a:gd name="T9" fmla="*/ 477 h 477"/>
                <a:gd name="T10" fmla="*/ 5 w 108"/>
                <a:gd name="T11" fmla="*/ 473 h 477"/>
                <a:gd name="T12" fmla="*/ 5 w 108"/>
                <a:gd name="T13" fmla="*/ 459 h 477"/>
                <a:gd name="T14" fmla="*/ 12 w 108"/>
                <a:gd name="T15" fmla="*/ 382 h 477"/>
                <a:gd name="T16" fmla="*/ 2 w 108"/>
                <a:gd name="T17" fmla="*/ 308 h 477"/>
                <a:gd name="T18" fmla="*/ 14 w 108"/>
                <a:gd name="T19" fmla="*/ 240 h 477"/>
                <a:gd name="T20" fmla="*/ 17 w 108"/>
                <a:gd name="T21" fmla="*/ 193 h 477"/>
                <a:gd name="T22" fmla="*/ 17 w 108"/>
                <a:gd name="T23" fmla="*/ 129 h 477"/>
                <a:gd name="T24" fmla="*/ 6 w 108"/>
                <a:gd name="T25" fmla="*/ 0 h 477"/>
                <a:gd name="T26" fmla="*/ 105 w 108"/>
                <a:gd name="T27" fmla="*/ 42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477">
                  <a:moveTo>
                    <a:pt x="105" y="42"/>
                  </a:moveTo>
                  <a:cubicBezTo>
                    <a:pt x="108" y="123"/>
                    <a:pt x="105" y="203"/>
                    <a:pt x="96" y="284"/>
                  </a:cubicBezTo>
                  <a:cubicBezTo>
                    <a:pt x="95" y="293"/>
                    <a:pt x="94" y="302"/>
                    <a:pt x="92" y="311"/>
                  </a:cubicBezTo>
                  <a:cubicBezTo>
                    <a:pt x="87" y="339"/>
                    <a:pt x="77" y="366"/>
                    <a:pt x="68" y="393"/>
                  </a:cubicBezTo>
                  <a:cubicBezTo>
                    <a:pt x="60" y="420"/>
                    <a:pt x="54" y="449"/>
                    <a:pt x="58" y="477"/>
                  </a:cubicBezTo>
                  <a:cubicBezTo>
                    <a:pt x="40" y="475"/>
                    <a:pt x="23" y="474"/>
                    <a:pt x="5" y="473"/>
                  </a:cubicBezTo>
                  <a:cubicBezTo>
                    <a:pt x="5" y="459"/>
                    <a:pt x="5" y="459"/>
                    <a:pt x="5" y="459"/>
                  </a:cubicBezTo>
                  <a:cubicBezTo>
                    <a:pt x="4" y="433"/>
                    <a:pt x="15" y="408"/>
                    <a:pt x="12" y="382"/>
                  </a:cubicBezTo>
                  <a:cubicBezTo>
                    <a:pt x="10" y="357"/>
                    <a:pt x="2" y="333"/>
                    <a:pt x="2" y="308"/>
                  </a:cubicBezTo>
                  <a:cubicBezTo>
                    <a:pt x="2" y="285"/>
                    <a:pt x="10" y="263"/>
                    <a:pt x="14" y="240"/>
                  </a:cubicBezTo>
                  <a:cubicBezTo>
                    <a:pt x="16" y="224"/>
                    <a:pt x="17" y="209"/>
                    <a:pt x="17" y="193"/>
                  </a:cubicBezTo>
                  <a:cubicBezTo>
                    <a:pt x="18" y="172"/>
                    <a:pt x="18" y="151"/>
                    <a:pt x="17" y="129"/>
                  </a:cubicBezTo>
                  <a:cubicBezTo>
                    <a:pt x="13" y="86"/>
                    <a:pt x="0" y="43"/>
                    <a:pt x="6" y="0"/>
                  </a:cubicBezTo>
                  <a:cubicBezTo>
                    <a:pt x="39" y="15"/>
                    <a:pt x="73" y="28"/>
                    <a:pt x="105" y="42"/>
                  </a:cubicBezTo>
                  <a:close/>
                </a:path>
              </a:pathLst>
            </a:cu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4" name="ï$ľîḑe"/>
            <p:cNvSpPr/>
            <p:nvPr/>
          </p:nvSpPr>
          <p:spPr bwMode="auto">
            <a:xfrm>
              <a:off x="5949283" y="5036750"/>
              <a:ext cx="181860" cy="200310"/>
            </a:xfrm>
            <a:custGeom>
              <a:avLst/>
              <a:gdLst>
                <a:gd name="T0" fmla="*/ 34 w 113"/>
                <a:gd name="T1" fmla="*/ 124 h 125"/>
                <a:gd name="T2" fmla="*/ 28 w 113"/>
                <a:gd name="T3" fmla="*/ 123 h 125"/>
                <a:gd name="T4" fmla="*/ 24 w 113"/>
                <a:gd name="T5" fmla="*/ 114 h 125"/>
                <a:gd name="T6" fmla="*/ 10 w 113"/>
                <a:gd name="T7" fmla="*/ 84 h 125"/>
                <a:gd name="T8" fmla="*/ 0 w 113"/>
                <a:gd name="T9" fmla="*/ 62 h 125"/>
                <a:gd name="T10" fmla="*/ 17 w 113"/>
                <a:gd name="T11" fmla="*/ 26 h 125"/>
                <a:gd name="T12" fmla="*/ 19 w 113"/>
                <a:gd name="T13" fmla="*/ 14 h 125"/>
                <a:gd name="T14" fmla="*/ 39 w 113"/>
                <a:gd name="T15" fmla="*/ 3 h 125"/>
                <a:gd name="T16" fmla="*/ 67 w 113"/>
                <a:gd name="T17" fmla="*/ 9 h 125"/>
                <a:gd name="T18" fmla="*/ 66 w 113"/>
                <a:gd name="T19" fmla="*/ 35 h 125"/>
                <a:gd name="T20" fmla="*/ 80 w 113"/>
                <a:gd name="T21" fmla="*/ 67 h 125"/>
                <a:gd name="T22" fmla="*/ 99 w 113"/>
                <a:gd name="T23" fmla="*/ 119 h 125"/>
                <a:gd name="T24" fmla="*/ 75 w 113"/>
                <a:gd name="T25" fmla="*/ 123 h 125"/>
                <a:gd name="T26" fmla="*/ 34 w 113"/>
                <a:gd name="T27" fmla="*/ 12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3" h="125">
                  <a:moveTo>
                    <a:pt x="34" y="124"/>
                  </a:moveTo>
                  <a:cubicBezTo>
                    <a:pt x="32" y="124"/>
                    <a:pt x="30" y="123"/>
                    <a:pt x="28" y="123"/>
                  </a:cubicBezTo>
                  <a:cubicBezTo>
                    <a:pt x="26" y="120"/>
                    <a:pt x="24" y="117"/>
                    <a:pt x="24" y="114"/>
                  </a:cubicBezTo>
                  <a:cubicBezTo>
                    <a:pt x="21" y="103"/>
                    <a:pt x="16" y="93"/>
                    <a:pt x="10" y="84"/>
                  </a:cubicBezTo>
                  <a:cubicBezTo>
                    <a:pt x="6" y="77"/>
                    <a:pt x="0" y="70"/>
                    <a:pt x="0" y="62"/>
                  </a:cubicBezTo>
                  <a:cubicBezTo>
                    <a:pt x="0" y="48"/>
                    <a:pt x="14" y="39"/>
                    <a:pt x="17" y="26"/>
                  </a:cubicBezTo>
                  <a:cubicBezTo>
                    <a:pt x="17" y="22"/>
                    <a:pt x="18" y="18"/>
                    <a:pt x="19" y="14"/>
                  </a:cubicBezTo>
                  <a:cubicBezTo>
                    <a:pt x="23" y="7"/>
                    <a:pt x="31" y="4"/>
                    <a:pt x="39" y="3"/>
                  </a:cubicBezTo>
                  <a:cubicBezTo>
                    <a:pt x="49" y="0"/>
                    <a:pt x="62" y="0"/>
                    <a:pt x="67" y="9"/>
                  </a:cubicBezTo>
                  <a:cubicBezTo>
                    <a:pt x="72" y="16"/>
                    <a:pt x="67" y="26"/>
                    <a:pt x="66" y="35"/>
                  </a:cubicBezTo>
                  <a:cubicBezTo>
                    <a:pt x="65" y="47"/>
                    <a:pt x="73" y="58"/>
                    <a:pt x="80" y="67"/>
                  </a:cubicBezTo>
                  <a:cubicBezTo>
                    <a:pt x="89" y="78"/>
                    <a:pt x="113" y="104"/>
                    <a:pt x="99" y="119"/>
                  </a:cubicBezTo>
                  <a:cubicBezTo>
                    <a:pt x="93" y="125"/>
                    <a:pt x="81" y="123"/>
                    <a:pt x="75" y="123"/>
                  </a:cubicBezTo>
                  <a:lnTo>
                    <a:pt x="34" y="124"/>
                  </a:ln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5" name="îṡľîḋe"/>
            <p:cNvSpPr/>
            <p:nvPr/>
          </p:nvSpPr>
          <p:spPr bwMode="auto">
            <a:xfrm>
              <a:off x="5771815" y="2985332"/>
              <a:ext cx="262687" cy="262687"/>
            </a:xfrm>
            <a:prstGeom prst="ellipse">
              <a:avLst/>
            </a:pr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6" name="iš1ïḋé"/>
            <p:cNvSpPr/>
            <p:nvPr/>
          </p:nvSpPr>
          <p:spPr bwMode="auto">
            <a:xfrm>
              <a:off x="5752487" y="3174221"/>
              <a:ext cx="298707" cy="356692"/>
            </a:xfrm>
            <a:custGeom>
              <a:avLst/>
              <a:gdLst>
                <a:gd name="T0" fmla="*/ 48 w 186"/>
                <a:gd name="T1" fmla="*/ 38 h 222"/>
                <a:gd name="T2" fmla="*/ 49 w 186"/>
                <a:gd name="T3" fmla="*/ 50 h 222"/>
                <a:gd name="T4" fmla="*/ 42 w 186"/>
                <a:gd name="T5" fmla="*/ 61 h 222"/>
                <a:gd name="T6" fmla="*/ 2 w 186"/>
                <a:gd name="T7" fmla="*/ 88 h 222"/>
                <a:gd name="T8" fmla="*/ 6 w 186"/>
                <a:gd name="T9" fmla="*/ 103 h 222"/>
                <a:gd name="T10" fmla="*/ 37 w 186"/>
                <a:gd name="T11" fmla="*/ 147 h 222"/>
                <a:gd name="T12" fmla="*/ 106 w 186"/>
                <a:gd name="T13" fmla="*/ 222 h 222"/>
                <a:gd name="T14" fmla="*/ 130 w 186"/>
                <a:gd name="T15" fmla="*/ 192 h 222"/>
                <a:gd name="T16" fmla="*/ 144 w 186"/>
                <a:gd name="T17" fmla="*/ 173 h 222"/>
                <a:gd name="T18" fmla="*/ 157 w 186"/>
                <a:gd name="T19" fmla="*/ 148 h 222"/>
                <a:gd name="T20" fmla="*/ 186 w 186"/>
                <a:gd name="T21" fmla="*/ 80 h 222"/>
                <a:gd name="T22" fmla="*/ 135 w 186"/>
                <a:gd name="T23" fmla="*/ 65 h 222"/>
                <a:gd name="T24" fmla="*/ 128 w 186"/>
                <a:gd name="T25" fmla="*/ 58 h 222"/>
                <a:gd name="T26" fmla="*/ 126 w 186"/>
                <a:gd name="T27" fmla="*/ 50 h 222"/>
                <a:gd name="T28" fmla="*/ 126 w 186"/>
                <a:gd name="T29" fmla="*/ 7 h 222"/>
                <a:gd name="T30" fmla="*/ 62 w 186"/>
                <a:gd name="T31" fmla="*/ 2 h 222"/>
                <a:gd name="T32" fmla="*/ 46 w 186"/>
                <a:gd name="T33" fmla="*/ 9 h 222"/>
                <a:gd name="T34" fmla="*/ 48 w 186"/>
                <a:gd name="T35" fmla="*/ 38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6" h="222">
                  <a:moveTo>
                    <a:pt x="48" y="38"/>
                  </a:moveTo>
                  <a:cubicBezTo>
                    <a:pt x="49" y="42"/>
                    <a:pt x="49" y="46"/>
                    <a:pt x="49" y="50"/>
                  </a:cubicBezTo>
                  <a:cubicBezTo>
                    <a:pt x="48" y="54"/>
                    <a:pt x="45" y="58"/>
                    <a:pt x="42" y="61"/>
                  </a:cubicBezTo>
                  <a:cubicBezTo>
                    <a:pt x="31" y="72"/>
                    <a:pt x="17" y="81"/>
                    <a:pt x="2" y="88"/>
                  </a:cubicBezTo>
                  <a:cubicBezTo>
                    <a:pt x="0" y="93"/>
                    <a:pt x="3" y="98"/>
                    <a:pt x="6" y="103"/>
                  </a:cubicBezTo>
                  <a:cubicBezTo>
                    <a:pt x="16" y="118"/>
                    <a:pt x="26" y="133"/>
                    <a:pt x="37" y="147"/>
                  </a:cubicBezTo>
                  <a:cubicBezTo>
                    <a:pt x="55" y="176"/>
                    <a:pt x="79" y="202"/>
                    <a:pt x="106" y="222"/>
                  </a:cubicBezTo>
                  <a:cubicBezTo>
                    <a:pt x="130" y="192"/>
                    <a:pt x="130" y="192"/>
                    <a:pt x="130" y="192"/>
                  </a:cubicBezTo>
                  <a:cubicBezTo>
                    <a:pt x="135" y="186"/>
                    <a:pt x="140" y="180"/>
                    <a:pt x="144" y="173"/>
                  </a:cubicBezTo>
                  <a:cubicBezTo>
                    <a:pt x="149" y="165"/>
                    <a:pt x="153" y="157"/>
                    <a:pt x="157" y="148"/>
                  </a:cubicBezTo>
                  <a:cubicBezTo>
                    <a:pt x="186" y="80"/>
                    <a:pt x="186" y="80"/>
                    <a:pt x="186" y="80"/>
                  </a:cubicBezTo>
                  <a:cubicBezTo>
                    <a:pt x="168" y="83"/>
                    <a:pt x="150" y="75"/>
                    <a:pt x="135" y="65"/>
                  </a:cubicBezTo>
                  <a:cubicBezTo>
                    <a:pt x="132" y="64"/>
                    <a:pt x="130" y="61"/>
                    <a:pt x="128" y="58"/>
                  </a:cubicBezTo>
                  <a:cubicBezTo>
                    <a:pt x="127" y="55"/>
                    <a:pt x="126" y="53"/>
                    <a:pt x="126" y="50"/>
                  </a:cubicBezTo>
                  <a:cubicBezTo>
                    <a:pt x="126" y="35"/>
                    <a:pt x="126" y="21"/>
                    <a:pt x="126" y="7"/>
                  </a:cubicBezTo>
                  <a:cubicBezTo>
                    <a:pt x="105" y="4"/>
                    <a:pt x="83" y="3"/>
                    <a:pt x="62" y="2"/>
                  </a:cubicBezTo>
                  <a:cubicBezTo>
                    <a:pt x="53" y="2"/>
                    <a:pt x="48" y="0"/>
                    <a:pt x="46" y="9"/>
                  </a:cubicBezTo>
                  <a:cubicBezTo>
                    <a:pt x="44" y="18"/>
                    <a:pt x="46" y="30"/>
                    <a:pt x="48" y="38"/>
                  </a:cubicBezTo>
                  <a:close/>
                </a:path>
              </a:pathLst>
            </a:cu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7" name="íṩ1iḑè"/>
            <p:cNvSpPr/>
            <p:nvPr/>
          </p:nvSpPr>
          <p:spPr bwMode="auto">
            <a:xfrm>
              <a:off x="5582048" y="3272619"/>
              <a:ext cx="648371" cy="1203616"/>
            </a:xfrm>
            <a:custGeom>
              <a:avLst/>
              <a:gdLst>
                <a:gd name="T0" fmla="*/ 142 w 404"/>
                <a:gd name="T1" fmla="*/ 67 h 750"/>
                <a:gd name="T2" fmla="*/ 130 w 404"/>
                <a:gd name="T3" fmla="*/ 42 h 750"/>
                <a:gd name="T4" fmla="*/ 127 w 404"/>
                <a:gd name="T5" fmla="*/ 17 h 750"/>
                <a:gd name="T6" fmla="*/ 109 w 404"/>
                <a:gd name="T7" fmla="*/ 18 h 750"/>
                <a:gd name="T8" fmla="*/ 67 w 404"/>
                <a:gd name="T9" fmla="*/ 45 h 750"/>
                <a:gd name="T10" fmla="*/ 24 w 404"/>
                <a:gd name="T11" fmla="*/ 72 h 750"/>
                <a:gd name="T12" fmla="*/ 19 w 404"/>
                <a:gd name="T13" fmla="*/ 257 h 750"/>
                <a:gd name="T14" fmla="*/ 3 w 404"/>
                <a:gd name="T15" fmla="*/ 274 h 750"/>
                <a:gd name="T16" fmla="*/ 7 w 404"/>
                <a:gd name="T17" fmla="*/ 289 h 750"/>
                <a:gd name="T18" fmla="*/ 1 w 404"/>
                <a:gd name="T19" fmla="*/ 329 h 750"/>
                <a:gd name="T20" fmla="*/ 16 w 404"/>
                <a:gd name="T21" fmla="*/ 314 h 750"/>
                <a:gd name="T22" fmla="*/ 55 w 404"/>
                <a:gd name="T23" fmla="*/ 300 h 750"/>
                <a:gd name="T24" fmla="*/ 49 w 404"/>
                <a:gd name="T25" fmla="*/ 511 h 750"/>
                <a:gd name="T26" fmla="*/ 34 w 404"/>
                <a:gd name="T27" fmla="*/ 624 h 750"/>
                <a:gd name="T28" fmla="*/ 41 w 404"/>
                <a:gd name="T29" fmla="*/ 708 h 750"/>
                <a:gd name="T30" fmla="*/ 66 w 404"/>
                <a:gd name="T31" fmla="*/ 732 h 750"/>
                <a:gd name="T32" fmla="*/ 132 w 404"/>
                <a:gd name="T33" fmla="*/ 724 h 750"/>
                <a:gd name="T34" fmla="*/ 172 w 404"/>
                <a:gd name="T35" fmla="*/ 699 h 750"/>
                <a:gd name="T36" fmla="*/ 255 w 404"/>
                <a:gd name="T37" fmla="*/ 705 h 750"/>
                <a:gd name="T38" fmla="*/ 333 w 404"/>
                <a:gd name="T39" fmla="*/ 725 h 750"/>
                <a:gd name="T40" fmla="*/ 363 w 404"/>
                <a:gd name="T41" fmla="*/ 711 h 750"/>
                <a:gd name="T42" fmla="*/ 386 w 404"/>
                <a:gd name="T43" fmla="*/ 693 h 750"/>
                <a:gd name="T44" fmla="*/ 375 w 404"/>
                <a:gd name="T45" fmla="*/ 476 h 750"/>
                <a:gd name="T46" fmla="*/ 355 w 404"/>
                <a:gd name="T47" fmla="*/ 397 h 750"/>
                <a:gd name="T48" fmla="*/ 344 w 404"/>
                <a:gd name="T49" fmla="*/ 279 h 750"/>
                <a:gd name="T50" fmla="*/ 382 w 404"/>
                <a:gd name="T51" fmla="*/ 312 h 750"/>
                <a:gd name="T52" fmla="*/ 394 w 404"/>
                <a:gd name="T53" fmla="*/ 320 h 750"/>
                <a:gd name="T54" fmla="*/ 399 w 404"/>
                <a:gd name="T55" fmla="*/ 251 h 750"/>
                <a:gd name="T56" fmla="*/ 379 w 404"/>
                <a:gd name="T57" fmla="*/ 137 h 750"/>
                <a:gd name="T58" fmla="*/ 365 w 404"/>
                <a:gd name="T59" fmla="*/ 54 h 750"/>
                <a:gd name="T60" fmla="*/ 342 w 404"/>
                <a:gd name="T61" fmla="*/ 30 h 750"/>
                <a:gd name="T62" fmla="*/ 247 w 404"/>
                <a:gd name="T63" fmla="*/ 3 h 750"/>
                <a:gd name="T64" fmla="*/ 250 w 404"/>
                <a:gd name="T65" fmla="*/ 43 h 750"/>
                <a:gd name="T66" fmla="*/ 206 w 404"/>
                <a:gd name="T67" fmla="*/ 11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4" h="750">
                  <a:moveTo>
                    <a:pt x="190" y="131"/>
                  </a:moveTo>
                  <a:cubicBezTo>
                    <a:pt x="177" y="108"/>
                    <a:pt x="161" y="87"/>
                    <a:pt x="142" y="67"/>
                  </a:cubicBezTo>
                  <a:cubicBezTo>
                    <a:pt x="138" y="64"/>
                    <a:pt x="135" y="59"/>
                    <a:pt x="132" y="54"/>
                  </a:cubicBezTo>
                  <a:cubicBezTo>
                    <a:pt x="131" y="50"/>
                    <a:pt x="130" y="46"/>
                    <a:pt x="130" y="42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9" y="19"/>
                    <a:pt x="128" y="18"/>
                    <a:pt x="127" y="17"/>
                  </a:cubicBezTo>
                  <a:cubicBezTo>
                    <a:pt x="126" y="16"/>
                    <a:pt x="125" y="16"/>
                    <a:pt x="124" y="16"/>
                  </a:cubicBezTo>
                  <a:cubicBezTo>
                    <a:pt x="119" y="15"/>
                    <a:pt x="114" y="16"/>
                    <a:pt x="109" y="18"/>
                  </a:cubicBezTo>
                  <a:cubicBezTo>
                    <a:pt x="106" y="20"/>
                    <a:pt x="104" y="23"/>
                    <a:pt x="101" y="26"/>
                  </a:cubicBezTo>
                  <a:cubicBezTo>
                    <a:pt x="92" y="35"/>
                    <a:pt x="79" y="40"/>
                    <a:pt x="67" y="45"/>
                  </a:cubicBezTo>
                  <a:cubicBezTo>
                    <a:pt x="58" y="48"/>
                    <a:pt x="49" y="53"/>
                    <a:pt x="41" y="57"/>
                  </a:cubicBezTo>
                  <a:cubicBezTo>
                    <a:pt x="34" y="61"/>
                    <a:pt x="27" y="65"/>
                    <a:pt x="24" y="72"/>
                  </a:cubicBezTo>
                  <a:cubicBezTo>
                    <a:pt x="22" y="77"/>
                    <a:pt x="22" y="82"/>
                    <a:pt x="22" y="87"/>
                  </a:cubicBezTo>
                  <a:cubicBezTo>
                    <a:pt x="19" y="257"/>
                    <a:pt x="19" y="257"/>
                    <a:pt x="19" y="257"/>
                  </a:cubicBezTo>
                  <a:cubicBezTo>
                    <a:pt x="20" y="262"/>
                    <a:pt x="17" y="266"/>
                    <a:pt x="12" y="267"/>
                  </a:cubicBezTo>
                  <a:cubicBezTo>
                    <a:pt x="9" y="269"/>
                    <a:pt x="5" y="271"/>
                    <a:pt x="3" y="274"/>
                  </a:cubicBezTo>
                  <a:cubicBezTo>
                    <a:pt x="1" y="277"/>
                    <a:pt x="0" y="282"/>
                    <a:pt x="3" y="285"/>
                  </a:cubicBezTo>
                  <a:cubicBezTo>
                    <a:pt x="4" y="287"/>
                    <a:pt x="6" y="288"/>
                    <a:pt x="7" y="289"/>
                  </a:cubicBezTo>
                  <a:cubicBezTo>
                    <a:pt x="11" y="294"/>
                    <a:pt x="7" y="301"/>
                    <a:pt x="5" y="306"/>
                  </a:cubicBezTo>
                  <a:cubicBezTo>
                    <a:pt x="1" y="313"/>
                    <a:pt x="0" y="322"/>
                    <a:pt x="1" y="329"/>
                  </a:cubicBezTo>
                  <a:cubicBezTo>
                    <a:pt x="2" y="338"/>
                    <a:pt x="8" y="344"/>
                    <a:pt x="16" y="345"/>
                  </a:cubicBezTo>
                  <a:cubicBezTo>
                    <a:pt x="20" y="335"/>
                    <a:pt x="12" y="324"/>
                    <a:pt x="16" y="314"/>
                  </a:cubicBezTo>
                  <a:cubicBezTo>
                    <a:pt x="19" y="308"/>
                    <a:pt x="24" y="304"/>
                    <a:pt x="30" y="302"/>
                  </a:cubicBezTo>
                  <a:cubicBezTo>
                    <a:pt x="38" y="299"/>
                    <a:pt x="47" y="298"/>
                    <a:pt x="55" y="300"/>
                  </a:cubicBezTo>
                  <a:cubicBezTo>
                    <a:pt x="60" y="317"/>
                    <a:pt x="60" y="317"/>
                    <a:pt x="60" y="317"/>
                  </a:cubicBezTo>
                  <a:cubicBezTo>
                    <a:pt x="77" y="380"/>
                    <a:pt x="65" y="448"/>
                    <a:pt x="49" y="511"/>
                  </a:cubicBezTo>
                  <a:cubicBezTo>
                    <a:pt x="46" y="526"/>
                    <a:pt x="41" y="541"/>
                    <a:pt x="38" y="556"/>
                  </a:cubicBezTo>
                  <a:cubicBezTo>
                    <a:pt x="34" y="578"/>
                    <a:pt x="34" y="601"/>
                    <a:pt x="34" y="624"/>
                  </a:cubicBezTo>
                  <a:cubicBezTo>
                    <a:pt x="34" y="686"/>
                    <a:pt x="34" y="686"/>
                    <a:pt x="34" y="686"/>
                  </a:cubicBezTo>
                  <a:cubicBezTo>
                    <a:pt x="34" y="694"/>
                    <a:pt x="35" y="703"/>
                    <a:pt x="41" y="708"/>
                  </a:cubicBezTo>
                  <a:cubicBezTo>
                    <a:pt x="47" y="713"/>
                    <a:pt x="57" y="712"/>
                    <a:pt x="62" y="719"/>
                  </a:cubicBezTo>
                  <a:cubicBezTo>
                    <a:pt x="64" y="723"/>
                    <a:pt x="64" y="728"/>
                    <a:pt x="66" y="732"/>
                  </a:cubicBezTo>
                  <a:cubicBezTo>
                    <a:pt x="68" y="735"/>
                    <a:pt x="70" y="737"/>
                    <a:pt x="73" y="738"/>
                  </a:cubicBezTo>
                  <a:cubicBezTo>
                    <a:pt x="93" y="750"/>
                    <a:pt x="119" y="743"/>
                    <a:pt x="132" y="724"/>
                  </a:cubicBezTo>
                  <a:cubicBezTo>
                    <a:pt x="137" y="717"/>
                    <a:pt x="139" y="709"/>
                    <a:pt x="146" y="704"/>
                  </a:cubicBezTo>
                  <a:cubicBezTo>
                    <a:pt x="153" y="698"/>
                    <a:pt x="163" y="698"/>
                    <a:pt x="172" y="699"/>
                  </a:cubicBezTo>
                  <a:cubicBezTo>
                    <a:pt x="227" y="701"/>
                    <a:pt x="227" y="701"/>
                    <a:pt x="227" y="701"/>
                  </a:cubicBezTo>
                  <a:cubicBezTo>
                    <a:pt x="236" y="701"/>
                    <a:pt x="246" y="703"/>
                    <a:pt x="255" y="705"/>
                  </a:cubicBezTo>
                  <a:cubicBezTo>
                    <a:pt x="263" y="708"/>
                    <a:pt x="270" y="711"/>
                    <a:pt x="278" y="715"/>
                  </a:cubicBezTo>
                  <a:cubicBezTo>
                    <a:pt x="295" y="723"/>
                    <a:pt x="314" y="726"/>
                    <a:pt x="333" y="725"/>
                  </a:cubicBezTo>
                  <a:cubicBezTo>
                    <a:pt x="338" y="725"/>
                    <a:pt x="343" y="724"/>
                    <a:pt x="348" y="721"/>
                  </a:cubicBezTo>
                  <a:cubicBezTo>
                    <a:pt x="353" y="718"/>
                    <a:pt x="357" y="713"/>
                    <a:pt x="363" y="711"/>
                  </a:cubicBezTo>
                  <a:cubicBezTo>
                    <a:pt x="369" y="708"/>
                    <a:pt x="377" y="711"/>
                    <a:pt x="382" y="706"/>
                  </a:cubicBezTo>
                  <a:cubicBezTo>
                    <a:pt x="385" y="702"/>
                    <a:pt x="387" y="698"/>
                    <a:pt x="386" y="693"/>
                  </a:cubicBezTo>
                  <a:cubicBezTo>
                    <a:pt x="389" y="640"/>
                    <a:pt x="389" y="640"/>
                    <a:pt x="389" y="640"/>
                  </a:cubicBezTo>
                  <a:cubicBezTo>
                    <a:pt x="391" y="585"/>
                    <a:pt x="393" y="528"/>
                    <a:pt x="375" y="476"/>
                  </a:cubicBezTo>
                  <a:cubicBezTo>
                    <a:pt x="370" y="463"/>
                    <a:pt x="365" y="451"/>
                    <a:pt x="361" y="438"/>
                  </a:cubicBezTo>
                  <a:cubicBezTo>
                    <a:pt x="359" y="424"/>
                    <a:pt x="356" y="411"/>
                    <a:pt x="355" y="397"/>
                  </a:cubicBezTo>
                  <a:cubicBezTo>
                    <a:pt x="349" y="359"/>
                    <a:pt x="337" y="321"/>
                    <a:pt x="339" y="283"/>
                  </a:cubicBezTo>
                  <a:cubicBezTo>
                    <a:pt x="339" y="280"/>
                    <a:pt x="342" y="280"/>
                    <a:pt x="344" y="279"/>
                  </a:cubicBezTo>
                  <a:cubicBezTo>
                    <a:pt x="355" y="278"/>
                    <a:pt x="366" y="280"/>
                    <a:pt x="373" y="287"/>
                  </a:cubicBezTo>
                  <a:cubicBezTo>
                    <a:pt x="379" y="294"/>
                    <a:pt x="382" y="303"/>
                    <a:pt x="382" y="312"/>
                  </a:cubicBezTo>
                  <a:cubicBezTo>
                    <a:pt x="383" y="318"/>
                    <a:pt x="382" y="325"/>
                    <a:pt x="379" y="331"/>
                  </a:cubicBezTo>
                  <a:cubicBezTo>
                    <a:pt x="394" y="320"/>
                    <a:pt x="394" y="320"/>
                    <a:pt x="394" y="320"/>
                  </a:cubicBezTo>
                  <a:cubicBezTo>
                    <a:pt x="399" y="316"/>
                    <a:pt x="404" y="311"/>
                    <a:pt x="403" y="305"/>
                  </a:cubicBezTo>
                  <a:cubicBezTo>
                    <a:pt x="400" y="288"/>
                    <a:pt x="401" y="268"/>
                    <a:pt x="399" y="251"/>
                  </a:cubicBezTo>
                  <a:cubicBezTo>
                    <a:pt x="396" y="221"/>
                    <a:pt x="391" y="191"/>
                    <a:pt x="385" y="162"/>
                  </a:cubicBezTo>
                  <a:cubicBezTo>
                    <a:pt x="382" y="154"/>
                    <a:pt x="380" y="145"/>
                    <a:pt x="379" y="137"/>
                  </a:cubicBezTo>
                  <a:cubicBezTo>
                    <a:pt x="378" y="125"/>
                    <a:pt x="378" y="113"/>
                    <a:pt x="378" y="102"/>
                  </a:cubicBezTo>
                  <a:cubicBezTo>
                    <a:pt x="376" y="85"/>
                    <a:pt x="372" y="69"/>
                    <a:pt x="365" y="54"/>
                  </a:cubicBezTo>
                  <a:cubicBezTo>
                    <a:pt x="363" y="49"/>
                    <a:pt x="360" y="45"/>
                    <a:pt x="357" y="41"/>
                  </a:cubicBezTo>
                  <a:cubicBezTo>
                    <a:pt x="353" y="37"/>
                    <a:pt x="347" y="33"/>
                    <a:pt x="342" y="30"/>
                  </a:cubicBezTo>
                  <a:cubicBezTo>
                    <a:pt x="317" y="17"/>
                    <a:pt x="290" y="8"/>
                    <a:pt x="263" y="2"/>
                  </a:cubicBezTo>
                  <a:cubicBezTo>
                    <a:pt x="258" y="1"/>
                    <a:pt x="251" y="0"/>
                    <a:pt x="247" y="3"/>
                  </a:cubicBezTo>
                  <a:cubicBezTo>
                    <a:pt x="241" y="7"/>
                    <a:pt x="242" y="16"/>
                    <a:pt x="245" y="23"/>
                  </a:cubicBezTo>
                  <a:cubicBezTo>
                    <a:pt x="247" y="29"/>
                    <a:pt x="251" y="36"/>
                    <a:pt x="250" y="43"/>
                  </a:cubicBezTo>
                  <a:cubicBezTo>
                    <a:pt x="249" y="50"/>
                    <a:pt x="243" y="56"/>
                    <a:pt x="238" y="61"/>
                  </a:cubicBezTo>
                  <a:cubicBezTo>
                    <a:pt x="225" y="76"/>
                    <a:pt x="219" y="96"/>
                    <a:pt x="206" y="110"/>
                  </a:cubicBezTo>
                  <a:cubicBezTo>
                    <a:pt x="200" y="117"/>
                    <a:pt x="192" y="122"/>
                    <a:pt x="190" y="131"/>
                  </a:cubicBezTo>
                </a:path>
              </a:pathLst>
            </a:custGeom>
            <a:solidFill>
              <a:srgbClr val="FF6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8" name="îṥľïḑè"/>
            <p:cNvSpPr/>
            <p:nvPr/>
          </p:nvSpPr>
          <p:spPr bwMode="auto">
            <a:xfrm>
              <a:off x="5737552" y="2904505"/>
              <a:ext cx="319793" cy="180103"/>
            </a:xfrm>
            <a:custGeom>
              <a:avLst/>
              <a:gdLst>
                <a:gd name="T0" fmla="*/ 42 w 199"/>
                <a:gd name="T1" fmla="*/ 92 h 112"/>
                <a:gd name="T2" fmla="*/ 64 w 199"/>
                <a:gd name="T3" fmla="*/ 107 h 112"/>
                <a:gd name="T4" fmla="*/ 122 w 199"/>
                <a:gd name="T5" fmla="*/ 85 h 112"/>
                <a:gd name="T6" fmla="*/ 140 w 199"/>
                <a:gd name="T7" fmla="*/ 100 h 112"/>
                <a:gd name="T8" fmla="*/ 188 w 199"/>
                <a:gd name="T9" fmla="*/ 97 h 112"/>
                <a:gd name="T10" fmla="*/ 198 w 199"/>
                <a:gd name="T11" fmla="*/ 50 h 112"/>
                <a:gd name="T12" fmla="*/ 195 w 199"/>
                <a:gd name="T13" fmla="*/ 32 h 112"/>
                <a:gd name="T14" fmla="*/ 187 w 199"/>
                <a:gd name="T15" fmla="*/ 25 h 112"/>
                <a:gd name="T16" fmla="*/ 100 w 199"/>
                <a:gd name="T17" fmla="*/ 1 h 112"/>
                <a:gd name="T18" fmla="*/ 80 w 199"/>
                <a:gd name="T19" fmla="*/ 2 h 112"/>
                <a:gd name="T20" fmla="*/ 56 w 199"/>
                <a:gd name="T21" fmla="*/ 16 h 112"/>
                <a:gd name="T22" fmla="*/ 5 w 199"/>
                <a:gd name="T23" fmla="*/ 68 h 112"/>
                <a:gd name="T24" fmla="*/ 42 w 199"/>
                <a:gd name="T25" fmla="*/ 9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9" h="112">
                  <a:moveTo>
                    <a:pt x="42" y="92"/>
                  </a:moveTo>
                  <a:cubicBezTo>
                    <a:pt x="49" y="98"/>
                    <a:pt x="55" y="106"/>
                    <a:pt x="64" y="107"/>
                  </a:cubicBezTo>
                  <a:cubicBezTo>
                    <a:pt x="85" y="112"/>
                    <a:pt x="102" y="78"/>
                    <a:pt x="122" y="85"/>
                  </a:cubicBezTo>
                  <a:cubicBezTo>
                    <a:pt x="129" y="88"/>
                    <a:pt x="134" y="95"/>
                    <a:pt x="140" y="100"/>
                  </a:cubicBezTo>
                  <a:cubicBezTo>
                    <a:pt x="154" y="112"/>
                    <a:pt x="175" y="110"/>
                    <a:pt x="188" y="97"/>
                  </a:cubicBezTo>
                  <a:cubicBezTo>
                    <a:pt x="198" y="84"/>
                    <a:pt x="199" y="66"/>
                    <a:pt x="198" y="50"/>
                  </a:cubicBezTo>
                  <a:cubicBezTo>
                    <a:pt x="198" y="44"/>
                    <a:pt x="197" y="37"/>
                    <a:pt x="195" y="32"/>
                  </a:cubicBezTo>
                  <a:cubicBezTo>
                    <a:pt x="193" y="29"/>
                    <a:pt x="190" y="27"/>
                    <a:pt x="187" y="25"/>
                  </a:cubicBezTo>
                  <a:cubicBezTo>
                    <a:pt x="163" y="6"/>
                    <a:pt x="131" y="3"/>
                    <a:pt x="100" y="1"/>
                  </a:cubicBezTo>
                  <a:cubicBezTo>
                    <a:pt x="93" y="0"/>
                    <a:pt x="87" y="0"/>
                    <a:pt x="80" y="2"/>
                  </a:cubicBezTo>
                  <a:cubicBezTo>
                    <a:pt x="71" y="4"/>
                    <a:pt x="63" y="10"/>
                    <a:pt x="56" y="16"/>
                  </a:cubicBezTo>
                  <a:cubicBezTo>
                    <a:pt x="42" y="28"/>
                    <a:pt x="9" y="49"/>
                    <a:pt x="5" y="68"/>
                  </a:cubicBezTo>
                  <a:cubicBezTo>
                    <a:pt x="0" y="86"/>
                    <a:pt x="29" y="81"/>
                    <a:pt x="42" y="92"/>
                  </a:cubicBezTo>
                  <a:close/>
                </a:path>
              </a:pathLst>
            </a:custGeom>
            <a:solidFill>
              <a:srgbClr val="3938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89" name="iṣḷîḍé"/>
            <p:cNvSpPr/>
            <p:nvPr/>
          </p:nvSpPr>
          <p:spPr bwMode="auto">
            <a:xfrm>
              <a:off x="5650575" y="3447450"/>
              <a:ext cx="478811" cy="516588"/>
            </a:xfrm>
            <a:custGeom>
              <a:avLst/>
              <a:gdLst>
                <a:gd name="T0" fmla="*/ 11 w 298"/>
                <a:gd name="T1" fmla="*/ 0 h 322"/>
                <a:gd name="T2" fmla="*/ 287 w 298"/>
                <a:gd name="T3" fmla="*/ 0 h 322"/>
                <a:gd name="T4" fmla="*/ 298 w 298"/>
                <a:gd name="T5" fmla="*/ 11 h 322"/>
                <a:gd name="T6" fmla="*/ 298 w 298"/>
                <a:gd name="T7" fmla="*/ 311 h 322"/>
                <a:gd name="T8" fmla="*/ 287 w 298"/>
                <a:gd name="T9" fmla="*/ 322 h 322"/>
                <a:gd name="T10" fmla="*/ 11 w 298"/>
                <a:gd name="T11" fmla="*/ 322 h 322"/>
                <a:gd name="T12" fmla="*/ 0 w 298"/>
                <a:gd name="T13" fmla="*/ 311 h 322"/>
                <a:gd name="T14" fmla="*/ 0 w 298"/>
                <a:gd name="T15" fmla="*/ 11 h 322"/>
                <a:gd name="T16" fmla="*/ 11 w 298"/>
                <a:gd name="T17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8" h="322">
                  <a:moveTo>
                    <a:pt x="11" y="0"/>
                  </a:moveTo>
                  <a:cubicBezTo>
                    <a:pt x="287" y="0"/>
                    <a:pt x="287" y="0"/>
                    <a:pt x="287" y="0"/>
                  </a:cubicBezTo>
                  <a:cubicBezTo>
                    <a:pt x="293" y="0"/>
                    <a:pt x="298" y="5"/>
                    <a:pt x="298" y="11"/>
                  </a:cubicBezTo>
                  <a:cubicBezTo>
                    <a:pt x="298" y="311"/>
                    <a:pt x="298" y="311"/>
                    <a:pt x="298" y="311"/>
                  </a:cubicBezTo>
                  <a:cubicBezTo>
                    <a:pt x="298" y="317"/>
                    <a:pt x="293" y="322"/>
                    <a:pt x="287" y="322"/>
                  </a:cubicBezTo>
                  <a:cubicBezTo>
                    <a:pt x="11" y="322"/>
                    <a:pt x="11" y="322"/>
                    <a:pt x="11" y="322"/>
                  </a:cubicBezTo>
                  <a:cubicBezTo>
                    <a:pt x="5" y="322"/>
                    <a:pt x="0" y="317"/>
                    <a:pt x="0" y="3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90" name="iṧ1ïḑé"/>
            <p:cNvSpPr/>
            <p:nvPr/>
          </p:nvSpPr>
          <p:spPr bwMode="auto">
            <a:xfrm>
              <a:off x="5692746" y="3492256"/>
              <a:ext cx="395348" cy="312764"/>
            </a:xfrm>
            <a:custGeom>
              <a:avLst/>
              <a:gdLst>
                <a:gd name="T0" fmla="*/ 11 w 246"/>
                <a:gd name="T1" fmla="*/ 0 h 195"/>
                <a:gd name="T2" fmla="*/ 236 w 246"/>
                <a:gd name="T3" fmla="*/ 0 h 195"/>
                <a:gd name="T4" fmla="*/ 246 w 246"/>
                <a:gd name="T5" fmla="*/ 10 h 195"/>
                <a:gd name="T6" fmla="*/ 246 w 246"/>
                <a:gd name="T7" fmla="*/ 184 h 195"/>
                <a:gd name="T8" fmla="*/ 236 w 246"/>
                <a:gd name="T9" fmla="*/ 195 h 195"/>
                <a:gd name="T10" fmla="*/ 11 w 246"/>
                <a:gd name="T11" fmla="*/ 195 h 195"/>
                <a:gd name="T12" fmla="*/ 0 w 246"/>
                <a:gd name="T13" fmla="*/ 184 h 195"/>
                <a:gd name="T14" fmla="*/ 0 w 246"/>
                <a:gd name="T15" fmla="*/ 10 h 195"/>
                <a:gd name="T16" fmla="*/ 11 w 246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6" h="195">
                  <a:moveTo>
                    <a:pt x="11" y="0"/>
                  </a:moveTo>
                  <a:cubicBezTo>
                    <a:pt x="236" y="0"/>
                    <a:pt x="236" y="0"/>
                    <a:pt x="236" y="0"/>
                  </a:cubicBezTo>
                  <a:cubicBezTo>
                    <a:pt x="241" y="0"/>
                    <a:pt x="246" y="5"/>
                    <a:pt x="246" y="10"/>
                  </a:cubicBezTo>
                  <a:cubicBezTo>
                    <a:pt x="246" y="184"/>
                    <a:pt x="246" y="184"/>
                    <a:pt x="246" y="184"/>
                  </a:cubicBezTo>
                  <a:cubicBezTo>
                    <a:pt x="246" y="190"/>
                    <a:pt x="241" y="195"/>
                    <a:pt x="236" y="195"/>
                  </a:cubicBezTo>
                  <a:cubicBezTo>
                    <a:pt x="11" y="195"/>
                    <a:pt x="11" y="195"/>
                    <a:pt x="11" y="195"/>
                  </a:cubicBezTo>
                  <a:cubicBezTo>
                    <a:pt x="5" y="195"/>
                    <a:pt x="0" y="190"/>
                    <a:pt x="0" y="18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91" name="ïṧļiḍè"/>
            <p:cNvSpPr/>
            <p:nvPr/>
          </p:nvSpPr>
          <p:spPr bwMode="auto">
            <a:xfrm>
              <a:off x="5597862" y="3740008"/>
              <a:ext cx="79070" cy="130904"/>
            </a:xfrm>
            <a:prstGeom prst="ellipse">
              <a:avLst/>
            </a:pr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92" name="îṥļïḓe"/>
            <p:cNvSpPr/>
            <p:nvPr/>
          </p:nvSpPr>
          <p:spPr bwMode="auto">
            <a:xfrm>
              <a:off x="6117086" y="3705744"/>
              <a:ext cx="79948" cy="131783"/>
            </a:xfrm>
            <a:prstGeom prst="ellipse">
              <a:avLst/>
            </a:pr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grpSp>
          <p:nvGrpSpPr>
            <p:cNvPr id="93" name="iṥľïdè"/>
            <p:cNvGrpSpPr/>
            <p:nvPr/>
          </p:nvGrpSpPr>
          <p:grpSpPr>
            <a:xfrm>
              <a:off x="5779723" y="3573804"/>
              <a:ext cx="217600" cy="144240"/>
              <a:chOff x="9931400" y="3994151"/>
              <a:chExt cx="1393825" cy="923925"/>
            </a:xfrm>
          </p:grpSpPr>
          <p:sp>
            <p:nvSpPr>
              <p:cNvPr id="94" name="ïŝļïďe"/>
              <p:cNvSpPr/>
              <p:nvPr/>
            </p:nvSpPr>
            <p:spPr bwMode="auto">
              <a:xfrm>
                <a:off x="9931400" y="4070351"/>
                <a:ext cx="1393825" cy="846138"/>
              </a:xfrm>
              <a:custGeom>
                <a:avLst/>
                <a:gdLst>
                  <a:gd name="T0" fmla="*/ 480 w 480"/>
                  <a:gd name="T1" fmla="*/ 150 h 292"/>
                  <a:gd name="T2" fmla="*/ 477 w 480"/>
                  <a:gd name="T3" fmla="*/ 134 h 292"/>
                  <a:gd name="T4" fmla="*/ 477 w 480"/>
                  <a:gd name="T5" fmla="*/ 134 h 292"/>
                  <a:gd name="T6" fmla="*/ 403 w 480"/>
                  <a:gd name="T7" fmla="*/ 97 h 292"/>
                  <a:gd name="T8" fmla="*/ 378 w 480"/>
                  <a:gd name="T9" fmla="*/ 114 h 292"/>
                  <a:gd name="T10" fmla="*/ 373 w 480"/>
                  <a:gd name="T11" fmla="*/ 97 h 292"/>
                  <a:gd name="T12" fmla="*/ 327 w 480"/>
                  <a:gd name="T13" fmla="*/ 99 h 292"/>
                  <a:gd name="T14" fmla="*/ 357 w 480"/>
                  <a:gd name="T15" fmla="*/ 110 h 292"/>
                  <a:gd name="T16" fmla="*/ 356 w 480"/>
                  <a:gd name="T17" fmla="*/ 111 h 292"/>
                  <a:gd name="T18" fmla="*/ 323 w 480"/>
                  <a:gd name="T19" fmla="*/ 99 h 292"/>
                  <a:gd name="T20" fmla="*/ 320 w 480"/>
                  <a:gd name="T21" fmla="*/ 97 h 292"/>
                  <a:gd name="T22" fmla="*/ 324 w 480"/>
                  <a:gd name="T23" fmla="*/ 97 h 292"/>
                  <a:gd name="T24" fmla="*/ 373 w 480"/>
                  <a:gd name="T25" fmla="*/ 96 h 292"/>
                  <a:gd name="T26" fmla="*/ 358 w 480"/>
                  <a:gd name="T27" fmla="*/ 73 h 292"/>
                  <a:gd name="T28" fmla="*/ 281 w 480"/>
                  <a:gd name="T29" fmla="*/ 54 h 292"/>
                  <a:gd name="T30" fmla="*/ 282 w 480"/>
                  <a:gd name="T31" fmla="*/ 53 h 292"/>
                  <a:gd name="T32" fmla="*/ 357 w 480"/>
                  <a:gd name="T33" fmla="*/ 71 h 292"/>
                  <a:gd name="T34" fmla="*/ 240 w 480"/>
                  <a:gd name="T35" fmla="*/ 67 h 292"/>
                  <a:gd name="T36" fmla="*/ 226 w 480"/>
                  <a:gd name="T37" fmla="*/ 85 h 292"/>
                  <a:gd name="T38" fmla="*/ 198 w 480"/>
                  <a:gd name="T39" fmla="*/ 22 h 292"/>
                  <a:gd name="T40" fmla="*/ 86 w 480"/>
                  <a:gd name="T41" fmla="*/ 40 h 292"/>
                  <a:gd name="T42" fmla="*/ 116 w 480"/>
                  <a:gd name="T43" fmla="*/ 51 h 292"/>
                  <a:gd name="T44" fmla="*/ 115 w 480"/>
                  <a:gd name="T45" fmla="*/ 52 h 292"/>
                  <a:gd name="T46" fmla="*/ 83 w 480"/>
                  <a:gd name="T47" fmla="*/ 40 h 292"/>
                  <a:gd name="T48" fmla="*/ 80 w 480"/>
                  <a:gd name="T49" fmla="*/ 38 h 292"/>
                  <a:gd name="T50" fmla="*/ 83 w 480"/>
                  <a:gd name="T51" fmla="*/ 39 h 292"/>
                  <a:gd name="T52" fmla="*/ 197 w 480"/>
                  <a:gd name="T53" fmla="*/ 21 h 292"/>
                  <a:gd name="T54" fmla="*/ 193 w 480"/>
                  <a:gd name="T55" fmla="*/ 16 h 292"/>
                  <a:gd name="T56" fmla="*/ 54 w 480"/>
                  <a:gd name="T57" fmla="*/ 0 h 292"/>
                  <a:gd name="T58" fmla="*/ 0 w 480"/>
                  <a:gd name="T59" fmla="*/ 97 h 292"/>
                  <a:gd name="T60" fmla="*/ 16 w 480"/>
                  <a:gd name="T61" fmla="*/ 177 h 292"/>
                  <a:gd name="T62" fmla="*/ 32 w 480"/>
                  <a:gd name="T63" fmla="*/ 216 h 292"/>
                  <a:gd name="T64" fmla="*/ 42 w 480"/>
                  <a:gd name="T65" fmla="*/ 234 h 292"/>
                  <a:gd name="T66" fmla="*/ 56 w 480"/>
                  <a:gd name="T67" fmla="*/ 255 h 292"/>
                  <a:gd name="T68" fmla="*/ 58 w 480"/>
                  <a:gd name="T69" fmla="*/ 258 h 292"/>
                  <a:gd name="T70" fmla="*/ 76 w 480"/>
                  <a:gd name="T71" fmla="*/ 276 h 292"/>
                  <a:gd name="T72" fmla="*/ 80 w 480"/>
                  <a:gd name="T73" fmla="*/ 279 h 292"/>
                  <a:gd name="T74" fmla="*/ 91 w 480"/>
                  <a:gd name="T75" fmla="*/ 286 h 292"/>
                  <a:gd name="T76" fmla="*/ 111 w 480"/>
                  <a:gd name="T77" fmla="*/ 292 h 292"/>
                  <a:gd name="T78" fmla="*/ 113 w 480"/>
                  <a:gd name="T79" fmla="*/ 292 h 292"/>
                  <a:gd name="T80" fmla="*/ 113 w 480"/>
                  <a:gd name="T81" fmla="*/ 292 h 292"/>
                  <a:gd name="T82" fmla="*/ 422 w 480"/>
                  <a:gd name="T83" fmla="*/ 292 h 292"/>
                  <a:gd name="T84" fmla="*/ 422 w 480"/>
                  <a:gd name="T85" fmla="*/ 292 h 292"/>
                  <a:gd name="T86" fmla="*/ 422 w 480"/>
                  <a:gd name="T87" fmla="*/ 292 h 292"/>
                  <a:gd name="T88" fmla="*/ 427 w 480"/>
                  <a:gd name="T89" fmla="*/ 291 h 292"/>
                  <a:gd name="T90" fmla="*/ 456 w 480"/>
                  <a:gd name="T91" fmla="*/ 252 h 292"/>
                  <a:gd name="T92" fmla="*/ 462 w 480"/>
                  <a:gd name="T93" fmla="*/ 238 h 292"/>
                  <a:gd name="T94" fmla="*/ 466 w 480"/>
                  <a:gd name="T95" fmla="*/ 226 h 292"/>
                  <a:gd name="T96" fmla="*/ 475 w 480"/>
                  <a:gd name="T97" fmla="*/ 188 h 292"/>
                  <a:gd name="T98" fmla="*/ 480 w 480"/>
                  <a:gd name="T99" fmla="*/ 152 h 292"/>
                  <a:gd name="T100" fmla="*/ 480 w 480"/>
                  <a:gd name="T101" fmla="*/ 15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80" h="292">
                    <a:moveTo>
                      <a:pt x="480" y="150"/>
                    </a:moveTo>
                    <a:cubicBezTo>
                      <a:pt x="480" y="144"/>
                      <a:pt x="479" y="139"/>
                      <a:pt x="477" y="134"/>
                    </a:cubicBezTo>
                    <a:cubicBezTo>
                      <a:pt x="477" y="134"/>
                      <a:pt x="477" y="134"/>
                      <a:pt x="477" y="134"/>
                    </a:cubicBezTo>
                    <a:cubicBezTo>
                      <a:pt x="466" y="103"/>
                      <a:pt x="433" y="87"/>
                      <a:pt x="403" y="97"/>
                    </a:cubicBezTo>
                    <a:cubicBezTo>
                      <a:pt x="393" y="100"/>
                      <a:pt x="385" y="106"/>
                      <a:pt x="378" y="114"/>
                    </a:cubicBezTo>
                    <a:cubicBezTo>
                      <a:pt x="377" y="108"/>
                      <a:pt x="376" y="102"/>
                      <a:pt x="373" y="97"/>
                    </a:cubicBezTo>
                    <a:cubicBezTo>
                      <a:pt x="358" y="99"/>
                      <a:pt x="343" y="100"/>
                      <a:pt x="327" y="99"/>
                    </a:cubicBezTo>
                    <a:cubicBezTo>
                      <a:pt x="337" y="103"/>
                      <a:pt x="347" y="107"/>
                      <a:pt x="357" y="110"/>
                    </a:cubicBezTo>
                    <a:cubicBezTo>
                      <a:pt x="356" y="111"/>
                      <a:pt x="356" y="111"/>
                      <a:pt x="356" y="111"/>
                    </a:cubicBezTo>
                    <a:cubicBezTo>
                      <a:pt x="345" y="108"/>
                      <a:pt x="334" y="104"/>
                      <a:pt x="323" y="99"/>
                    </a:cubicBezTo>
                    <a:cubicBezTo>
                      <a:pt x="320" y="97"/>
                      <a:pt x="320" y="97"/>
                      <a:pt x="320" y="97"/>
                    </a:cubicBezTo>
                    <a:cubicBezTo>
                      <a:pt x="324" y="97"/>
                      <a:pt x="324" y="97"/>
                      <a:pt x="324" y="97"/>
                    </a:cubicBezTo>
                    <a:cubicBezTo>
                      <a:pt x="340" y="98"/>
                      <a:pt x="357" y="98"/>
                      <a:pt x="373" y="96"/>
                    </a:cubicBezTo>
                    <a:cubicBezTo>
                      <a:pt x="369" y="88"/>
                      <a:pt x="365" y="80"/>
                      <a:pt x="358" y="73"/>
                    </a:cubicBezTo>
                    <a:cubicBezTo>
                      <a:pt x="332" y="71"/>
                      <a:pt x="306" y="64"/>
                      <a:pt x="281" y="54"/>
                    </a:cubicBezTo>
                    <a:cubicBezTo>
                      <a:pt x="282" y="53"/>
                      <a:pt x="282" y="53"/>
                      <a:pt x="282" y="53"/>
                    </a:cubicBezTo>
                    <a:cubicBezTo>
                      <a:pt x="306" y="63"/>
                      <a:pt x="331" y="69"/>
                      <a:pt x="357" y="71"/>
                    </a:cubicBezTo>
                    <a:cubicBezTo>
                      <a:pt x="326" y="38"/>
                      <a:pt x="274" y="36"/>
                      <a:pt x="240" y="67"/>
                    </a:cubicBezTo>
                    <a:cubicBezTo>
                      <a:pt x="235" y="73"/>
                      <a:pt x="230" y="79"/>
                      <a:pt x="226" y="85"/>
                    </a:cubicBezTo>
                    <a:cubicBezTo>
                      <a:pt x="224" y="62"/>
                      <a:pt x="214" y="39"/>
                      <a:pt x="198" y="22"/>
                    </a:cubicBezTo>
                    <a:cubicBezTo>
                      <a:pt x="163" y="36"/>
                      <a:pt x="125" y="42"/>
                      <a:pt x="86" y="40"/>
                    </a:cubicBezTo>
                    <a:cubicBezTo>
                      <a:pt x="96" y="45"/>
                      <a:pt x="106" y="48"/>
                      <a:pt x="116" y="51"/>
                    </a:cubicBezTo>
                    <a:cubicBezTo>
                      <a:pt x="115" y="52"/>
                      <a:pt x="115" y="52"/>
                      <a:pt x="115" y="52"/>
                    </a:cubicBezTo>
                    <a:cubicBezTo>
                      <a:pt x="104" y="49"/>
                      <a:pt x="93" y="45"/>
                      <a:pt x="83" y="40"/>
                    </a:cubicBezTo>
                    <a:cubicBezTo>
                      <a:pt x="80" y="38"/>
                      <a:pt x="80" y="38"/>
                      <a:pt x="80" y="38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122" y="41"/>
                      <a:pt x="161" y="35"/>
                      <a:pt x="197" y="21"/>
                    </a:cubicBezTo>
                    <a:cubicBezTo>
                      <a:pt x="196" y="19"/>
                      <a:pt x="194" y="18"/>
                      <a:pt x="193" y="16"/>
                    </a:cubicBezTo>
                    <a:cubicBezTo>
                      <a:pt x="148" y="17"/>
                      <a:pt x="98" y="17"/>
                      <a:pt x="54" y="0"/>
                    </a:cubicBezTo>
                    <a:cubicBezTo>
                      <a:pt x="20" y="21"/>
                      <a:pt x="0" y="58"/>
                      <a:pt x="0" y="97"/>
                    </a:cubicBezTo>
                    <a:cubicBezTo>
                      <a:pt x="0" y="119"/>
                      <a:pt x="6" y="148"/>
                      <a:pt x="16" y="177"/>
                    </a:cubicBezTo>
                    <a:cubicBezTo>
                      <a:pt x="21" y="190"/>
                      <a:pt x="26" y="203"/>
                      <a:pt x="32" y="216"/>
                    </a:cubicBezTo>
                    <a:cubicBezTo>
                      <a:pt x="35" y="222"/>
                      <a:pt x="38" y="228"/>
                      <a:pt x="42" y="234"/>
                    </a:cubicBezTo>
                    <a:cubicBezTo>
                      <a:pt x="46" y="241"/>
                      <a:pt x="51" y="248"/>
                      <a:pt x="56" y="255"/>
                    </a:cubicBezTo>
                    <a:cubicBezTo>
                      <a:pt x="58" y="258"/>
                      <a:pt x="58" y="258"/>
                      <a:pt x="58" y="258"/>
                    </a:cubicBezTo>
                    <a:cubicBezTo>
                      <a:pt x="64" y="265"/>
                      <a:pt x="69" y="271"/>
                      <a:pt x="76" y="276"/>
                    </a:cubicBezTo>
                    <a:cubicBezTo>
                      <a:pt x="77" y="277"/>
                      <a:pt x="78" y="278"/>
                      <a:pt x="80" y="279"/>
                    </a:cubicBezTo>
                    <a:cubicBezTo>
                      <a:pt x="83" y="282"/>
                      <a:pt x="87" y="284"/>
                      <a:pt x="91" y="286"/>
                    </a:cubicBezTo>
                    <a:cubicBezTo>
                      <a:pt x="97" y="289"/>
                      <a:pt x="104" y="291"/>
                      <a:pt x="111" y="292"/>
                    </a:cubicBezTo>
                    <a:cubicBezTo>
                      <a:pt x="113" y="292"/>
                      <a:pt x="113" y="292"/>
                      <a:pt x="113" y="292"/>
                    </a:cubicBezTo>
                    <a:cubicBezTo>
                      <a:pt x="113" y="292"/>
                      <a:pt x="113" y="292"/>
                      <a:pt x="113" y="292"/>
                    </a:cubicBezTo>
                    <a:cubicBezTo>
                      <a:pt x="422" y="292"/>
                      <a:pt x="422" y="292"/>
                      <a:pt x="422" y="292"/>
                    </a:cubicBezTo>
                    <a:cubicBezTo>
                      <a:pt x="422" y="292"/>
                      <a:pt x="422" y="292"/>
                      <a:pt x="422" y="292"/>
                    </a:cubicBezTo>
                    <a:cubicBezTo>
                      <a:pt x="422" y="292"/>
                      <a:pt x="422" y="292"/>
                      <a:pt x="422" y="292"/>
                    </a:cubicBezTo>
                    <a:cubicBezTo>
                      <a:pt x="424" y="292"/>
                      <a:pt x="425" y="291"/>
                      <a:pt x="427" y="291"/>
                    </a:cubicBezTo>
                    <a:cubicBezTo>
                      <a:pt x="438" y="287"/>
                      <a:pt x="448" y="271"/>
                      <a:pt x="456" y="252"/>
                    </a:cubicBezTo>
                    <a:cubicBezTo>
                      <a:pt x="458" y="247"/>
                      <a:pt x="460" y="243"/>
                      <a:pt x="462" y="238"/>
                    </a:cubicBezTo>
                    <a:cubicBezTo>
                      <a:pt x="463" y="233"/>
                      <a:pt x="464" y="230"/>
                      <a:pt x="466" y="226"/>
                    </a:cubicBezTo>
                    <a:cubicBezTo>
                      <a:pt x="470" y="213"/>
                      <a:pt x="473" y="200"/>
                      <a:pt x="475" y="188"/>
                    </a:cubicBezTo>
                    <a:cubicBezTo>
                      <a:pt x="478" y="176"/>
                      <a:pt x="480" y="164"/>
                      <a:pt x="480" y="152"/>
                    </a:cubicBezTo>
                    <a:cubicBezTo>
                      <a:pt x="480" y="151"/>
                      <a:pt x="480" y="151"/>
                      <a:pt x="480" y="150"/>
                    </a:cubicBezTo>
                  </a:path>
                </a:pathLst>
              </a:custGeom>
              <a:solidFill>
                <a:srgbClr val="4285F4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95" name="îṧḷïḑé"/>
              <p:cNvSpPr/>
              <p:nvPr/>
            </p:nvSpPr>
            <p:spPr bwMode="auto">
              <a:xfrm>
                <a:off x="10091738" y="3994151"/>
                <a:ext cx="395288" cy="122238"/>
              </a:xfrm>
              <a:custGeom>
                <a:avLst/>
                <a:gdLst>
                  <a:gd name="T0" fmla="*/ 136 w 136"/>
                  <a:gd name="T1" fmla="*/ 41 h 42"/>
                  <a:gd name="T2" fmla="*/ 0 w 136"/>
                  <a:gd name="T3" fmla="*/ 26 h 42"/>
                  <a:gd name="T4" fmla="*/ 136 w 136"/>
                  <a:gd name="T5" fmla="*/ 4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6" h="42">
                    <a:moveTo>
                      <a:pt x="136" y="41"/>
                    </a:moveTo>
                    <a:cubicBezTo>
                      <a:pt x="100" y="6"/>
                      <a:pt x="44" y="0"/>
                      <a:pt x="0" y="26"/>
                    </a:cubicBezTo>
                    <a:cubicBezTo>
                      <a:pt x="44" y="41"/>
                      <a:pt x="92" y="42"/>
                      <a:pt x="136" y="41"/>
                    </a:cubicBezTo>
                    <a:close/>
                  </a:path>
                </a:pathLst>
              </a:custGeom>
              <a:solidFill>
                <a:srgbClr val="4285F4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96" name="íṣľîḓè"/>
              <p:cNvSpPr/>
              <p:nvPr/>
            </p:nvSpPr>
            <p:spPr bwMode="auto">
              <a:xfrm>
                <a:off x="10936288" y="4606926"/>
                <a:ext cx="284163" cy="307975"/>
              </a:xfrm>
              <a:custGeom>
                <a:avLst/>
                <a:gdLst>
                  <a:gd name="T0" fmla="*/ 24 w 98"/>
                  <a:gd name="T1" fmla="*/ 93 h 106"/>
                  <a:gd name="T2" fmla="*/ 22 w 98"/>
                  <a:gd name="T3" fmla="*/ 91 h 106"/>
                  <a:gd name="T4" fmla="*/ 23 w 98"/>
                  <a:gd name="T5" fmla="*/ 90 h 106"/>
                  <a:gd name="T6" fmla="*/ 24 w 98"/>
                  <a:gd name="T7" fmla="*/ 90 h 106"/>
                  <a:gd name="T8" fmla="*/ 30 w 98"/>
                  <a:gd name="T9" fmla="*/ 90 h 106"/>
                  <a:gd name="T10" fmla="*/ 32 w 98"/>
                  <a:gd name="T11" fmla="*/ 91 h 106"/>
                  <a:gd name="T12" fmla="*/ 32 w 98"/>
                  <a:gd name="T13" fmla="*/ 92 h 106"/>
                  <a:gd name="T14" fmla="*/ 30 w 98"/>
                  <a:gd name="T15" fmla="*/ 93 h 106"/>
                  <a:gd name="T16" fmla="*/ 24 w 98"/>
                  <a:gd name="T17" fmla="*/ 93 h 106"/>
                  <a:gd name="T18" fmla="*/ 68 w 98"/>
                  <a:gd name="T19" fmla="*/ 93 h 106"/>
                  <a:gd name="T20" fmla="*/ 66 w 98"/>
                  <a:gd name="T21" fmla="*/ 91 h 106"/>
                  <a:gd name="T22" fmla="*/ 66 w 98"/>
                  <a:gd name="T23" fmla="*/ 90 h 106"/>
                  <a:gd name="T24" fmla="*/ 68 w 98"/>
                  <a:gd name="T25" fmla="*/ 90 h 106"/>
                  <a:gd name="T26" fmla="*/ 74 w 98"/>
                  <a:gd name="T27" fmla="*/ 90 h 106"/>
                  <a:gd name="T28" fmla="*/ 76 w 98"/>
                  <a:gd name="T29" fmla="*/ 91 h 106"/>
                  <a:gd name="T30" fmla="*/ 75 w 98"/>
                  <a:gd name="T31" fmla="*/ 92 h 106"/>
                  <a:gd name="T32" fmla="*/ 74 w 98"/>
                  <a:gd name="T33" fmla="*/ 93 h 106"/>
                  <a:gd name="T34" fmla="*/ 74 w 98"/>
                  <a:gd name="T35" fmla="*/ 93 h 106"/>
                  <a:gd name="T36" fmla="*/ 68 w 98"/>
                  <a:gd name="T37" fmla="*/ 93 h 106"/>
                  <a:gd name="T38" fmla="*/ 49 w 98"/>
                  <a:gd name="T39" fmla="*/ 0 h 106"/>
                  <a:gd name="T40" fmla="*/ 48 w 98"/>
                  <a:gd name="T41" fmla="*/ 0 h 106"/>
                  <a:gd name="T42" fmla="*/ 48 w 98"/>
                  <a:gd name="T43" fmla="*/ 1 h 106"/>
                  <a:gd name="T44" fmla="*/ 0 w 98"/>
                  <a:gd name="T45" fmla="*/ 83 h 106"/>
                  <a:gd name="T46" fmla="*/ 1 w 98"/>
                  <a:gd name="T47" fmla="*/ 85 h 106"/>
                  <a:gd name="T48" fmla="*/ 1 w 98"/>
                  <a:gd name="T49" fmla="*/ 85 h 106"/>
                  <a:gd name="T50" fmla="*/ 16 w 98"/>
                  <a:gd name="T51" fmla="*/ 85 h 106"/>
                  <a:gd name="T52" fmla="*/ 17 w 98"/>
                  <a:gd name="T53" fmla="*/ 87 h 106"/>
                  <a:gd name="T54" fmla="*/ 17 w 98"/>
                  <a:gd name="T55" fmla="*/ 105 h 106"/>
                  <a:gd name="T56" fmla="*/ 19 w 98"/>
                  <a:gd name="T57" fmla="*/ 106 h 106"/>
                  <a:gd name="T58" fmla="*/ 37 w 98"/>
                  <a:gd name="T59" fmla="*/ 106 h 106"/>
                  <a:gd name="T60" fmla="*/ 39 w 98"/>
                  <a:gd name="T61" fmla="*/ 105 h 106"/>
                  <a:gd name="T62" fmla="*/ 39 w 98"/>
                  <a:gd name="T63" fmla="*/ 96 h 106"/>
                  <a:gd name="T64" fmla="*/ 40 w 98"/>
                  <a:gd name="T65" fmla="*/ 95 h 106"/>
                  <a:gd name="T66" fmla="*/ 58 w 98"/>
                  <a:gd name="T67" fmla="*/ 95 h 106"/>
                  <a:gd name="T68" fmla="*/ 59 w 98"/>
                  <a:gd name="T69" fmla="*/ 96 h 106"/>
                  <a:gd name="T70" fmla="*/ 59 w 98"/>
                  <a:gd name="T71" fmla="*/ 105 h 106"/>
                  <a:gd name="T72" fmla="*/ 61 w 98"/>
                  <a:gd name="T73" fmla="*/ 106 h 106"/>
                  <a:gd name="T74" fmla="*/ 79 w 98"/>
                  <a:gd name="T75" fmla="*/ 106 h 106"/>
                  <a:gd name="T76" fmla="*/ 81 w 98"/>
                  <a:gd name="T77" fmla="*/ 105 h 106"/>
                  <a:gd name="T78" fmla="*/ 81 w 98"/>
                  <a:gd name="T79" fmla="*/ 105 h 106"/>
                  <a:gd name="T80" fmla="*/ 81 w 98"/>
                  <a:gd name="T81" fmla="*/ 87 h 106"/>
                  <a:gd name="T82" fmla="*/ 82 w 98"/>
                  <a:gd name="T83" fmla="*/ 85 h 106"/>
                  <a:gd name="T84" fmla="*/ 96 w 98"/>
                  <a:gd name="T85" fmla="*/ 85 h 106"/>
                  <a:gd name="T86" fmla="*/ 97 w 98"/>
                  <a:gd name="T87" fmla="*/ 85 h 106"/>
                  <a:gd name="T88" fmla="*/ 98 w 98"/>
                  <a:gd name="T89" fmla="*/ 84 h 106"/>
                  <a:gd name="T90" fmla="*/ 98 w 98"/>
                  <a:gd name="T91" fmla="*/ 83 h 106"/>
                  <a:gd name="T92" fmla="*/ 50 w 98"/>
                  <a:gd name="T93" fmla="*/ 1 h 106"/>
                  <a:gd name="T94" fmla="*/ 49 w 98"/>
                  <a:gd name="T9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8" h="106">
                    <a:moveTo>
                      <a:pt x="24" y="93"/>
                    </a:moveTo>
                    <a:cubicBezTo>
                      <a:pt x="23" y="93"/>
                      <a:pt x="22" y="92"/>
                      <a:pt x="22" y="91"/>
                    </a:cubicBezTo>
                    <a:cubicBezTo>
                      <a:pt x="22" y="91"/>
                      <a:pt x="22" y="90"/>
                      <a:pt x="23" y="90"/>
                    </a:cubicBezTo>
                    <a:cubicBezTo>
                      <a:pt x="23" y="90"/>
                      <a:pt x="23" y="90"/>
                      <a:pt x="24" y="90"/>
                    </a:cubicBezTo>
                    <a:cubicBezTo>
                      <a:pt x="30" y="90"/>
                      <a:pt x="30" y="90"/>
                      <a:pt x="30" y="90"/>
                    </a:cubicBezTo>
                    <a:cubicBezTo>
                      <a:pt x="31" y="90"/>
                      <a:pt x="32" y="90"/>
                      <a:pt x="32" y="91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1" y="93"/>
                      <a:pt x="31" y="93"/>
                      <a:pt x="30" y="93"/>
                    </a:cubicBezTo>
                    <a:cubicBezTo>
                      <a:pt x="24" y="93"/>
                      <a:pt x="24" y="93"/>
                      <a:pt x="24" y="93"/>
                    </a:cubicBezTo>
                    <a:moveTo>
                      <a:pt x="68" y="93"/>
                    </a:moveTo>
                    <a:cubicBezTo>
                      <a:pt x="67" y="93"/>
                      <a:pt x="66" y="92"/>
                      <a:pt x="66" y="91"/>
                    </a:cubicBezTo>
                    <a:cubicBezTo>
                      <a:pt x="66" y="91"/>
                      <a:pt x="66" y="90"/>
                      <a:pt x="66" y="90"/>
                    </a:cubicBezTo>
                    <a:cubicBezTo>
                      <a:pt x="67" y="90"/>
                      <a:pt x="67" y="90"/>
                      <a:pt x="68" y="90"/>
                    </a:cubicBezTo>
                    <a:cubicBezTo>
                      <a:pt x="74" y="90"/>
                      <a:pt x="74" y="90"/>
                      <a:pt x="74" y="90"/>
                    </a:cubicBezTo>
                    <a:cubicBezTo>
                      <a:pt x="75" y="90"/>
                      <a:pt x="76" y="90"/>
                      <a:pt x="76" y="91"/>
                    </a:cubicBezTo>
                    <a:cubicBezTo>
                      <a:pt x="76" y="92"/>
                      <a:pt x="76" y="92"/>
                      <a:pt x="75" y="92"/>
                    </a:cubicBezTo>
                    <a:cubicBezTo>
                      <a:pt x="75" y="93"/>
                      <a:pt x="75" y="93"/>
                      <a:pt x="74" y="93"/>
                    </a:cubicBezTo>
                    <a:cubicBezTo>
                      <a:pt x="74" y="93"/>
                      <a:pt x="74" y="93"/>
                      <a:pt x="74" y="93"/>
                    </a:cubicBezTo>
                    <a:cubicBezTo>
                      <a:pt x="68" y="93"/>
                      <a:pt x="68" y="93"/>
                      <a:pt x="68" y="93"/>
                    </a:cubicBezTo>
                    <a:moveTo>
                      <a:pt x="49" y="0"/>
                    </a:moveTo>
                    <a:cubicBezTo>
                      <a:pt x="49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4"/>
                      <a:pt x="0" y="85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6" y="85"/>
                      <a:pt x="16" y="85"/>
                      <a:pt x="16" y="85"/>
                    </a:cubicBezTo>
                    <a:cubicBezTo>
                      <a:pt x="16" y="85"/>
                      <a:pt x="17" y="86"/>
                      <a:pt x="17" y="87"/>
                    </a:cubicBezTo>
                    <a:cubicBezTo>
                      <a:pt x="17" y="105"/>
                      <a:pt x="17" y="105"/>
                      <a:pt x="17" y="105"/>
                    </a:cubicBezTo>
                    <a:cubicBezTo>
                      <a:pt x="17" y="105"/>
                      <a:pt x="18" y="106"/>
                      <a:pt x="19" y="106"/>
                    </a:cubicBezTo>
                    <a:cubicBezTo>
                      <a:pt x="37" y="106"/>
                      <a:pt x="37" y="106"/>
                      <a:pt x="37" y="106"/>
                    </a:cubicBezTo>
                    <a:cubicBezTo>
                      <a:pt x="38" y="106"/>
                      <a:pt x="39" y="105"/>
                      <a:pt x="39" y="105"/>
                    </a:cubicBezTo>
                    <a:cubicBezTo>
                      <a:pt x="39" y="96"/>
                      <a:pt x="39" y="96"/>
                      <a:pt x="39" y="96"/>
                    </a:cubicBezTo>
                    <a:cubicBezTo>
                      <a:pt x="39" y="95"/>
                      <a:pt x="39" y="95"/>
                      <a:pt x="40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5"/>
                      <a:pt x="59" y="95"/>
                      <a:pt x="59" y="96"/>
                    </a:cubicBezTo>
                    <a:cubicBezTo>
                      <a:pt x="59" y="105"/>
                      <a:pt x="59" y="105"/>
                      <a:pt x="59" y="105"/>
                    </a:cubicBezTo>
                    <a:cubicBezTo>
                      <a:pt x="59" y="105"/>
                      <a:pt x="60" y="106"/>
                      <a:pt x="61" y="106"/>
                    </a:cubicBezTo>
                    <a:cubicBezTo>
                      <a:pt x="79" y="106"/>
                      <a:pt x="79" y="106"/>
                      <a:pt x="79" y="106"/>
                    </a:cubicBezTo>
                    <a:cubicBezTo>
                      <a:pt x="80" y="106"/>
                      <a:pt x="80" y="106"/>
                      <a:pt x="81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1" y="87"/>
                      <a:pt x="81" y="87"/>
                      <a:pt x="81" y="87"/>
                    </a:cubicBezTo>
                    <a:cubicBezTo>
                      <a:pt x="81" y="86"/>
                      <a:pt x="81" y="85"/>
                      <a:pt x="82" y="85"/>
                    </a:cubicBezTo>
                    <a:cubicBezTo>
                      <a:pt x="96" y="85"/>
                      <a:pt x="96" y="85"/>
                      <a:pt x="96" y="85"/>
                    </a:cubicBezTo>
                    <a:cubicBezTo>
                      <a:pt x="96" y="85"/>
                      <a:pt x="97" y="85"/>
                      <a:pt x="97" y="85"/>
                    </a:cubicBezTo>
                    <a:cubicBezTo>
                      <a:pt x="97" y="85"/>
                      <a:pt x="98" y="85"/>
                      <a:pt x="98" y="84"/>
                    </a:cubicBezTo>
                    <a:cubicBezTo>
                      <a:pt x="98" y="83"/>
                      <a:pt x="98" y="83"/>
                      <a:pt x="98" y="83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0"/>
                      <a:pt x="50" y="0"/>
                      <a:pt x="49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97" name="îṣḻíḋê"/>
              <p:cNvSpPr/>
              <p:nvPr/>
            </p:nvSpPr>
            <p:spPr bwMode="auto">
              <a:xfrm>
                <a:off x="10256838" y="4916488"/>
                <a:ext cx="3175" cy="1588"/>
              </a:xfrm>
              <a:prstGeom prst="ellipse">
                <a:avLst/>
              </a:prstGeom>
              <a:solidFill>
                <a:srgbClr val="ECF3FE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98" name="ïṩ1iḋe"/>
              <p:cNvSpPr/>
              <p:nvPr/>
            </p:nvSpPr>
            <p:spPr bwMode="auto">
              <a:xfrm>
                <a:off x="10101263" y="4610101"/>
                <a:ext cx="266700" cy="306388"/>
              </a:xfrm>
              <a:custGeom>
                <a:avLst/>
                <a:gdLst>
                  <a:gd name="T0" fmla="*/ 61 w 92"/>
                  <a:gd name="T1" fmla="*/ 89 h 106"/>
                  <a:gd name="T2" fmla="*/ 68 w 92"/>
                  <a:gd name="T3" fmla="*/ 89 h 106"/>
                  <a:gd name="T4" fmla="*/ 68 w 92"/>
                  <a:gd name="T5" fmla="*/ 89 h 106"/>
                  <a:gd name="T6" fmla="*/ 70 w 92"/>
                  <a:gd name="T7" fmla="*/ 91 h 106"/>
                  <a:gd name="T8" fmla="*/ 68 w 92"/>
                  <a:gd name="T9" fmla="*/ 92 h 106"/>
                  <a:gd name="T10" fmla="*/ 68 w 92"/>
                  <a:gd name="T11" fmla="*/ 92 h 106"/>
                  <a:gd name="T12" fmla="*/ 61 w 92"/>
                  <a:gd name="T13" fmla="*/ 92 h 106"/>
                  <a:gd name="T14" fmla="*/ 60 w 92"/>
                  <a:gd name="T15" fmla="*/ 91 h 106"/>
                  <a:gd name="T16" fmla="*/ 60 w 92"/>
                  <a:gd name="T17" fmla="*/ 90 h 106"/>
                  <a:gd name="T18" fmla="*/ 61 w 92"/>
                  <a:gd name="T19" fmla="*/ 89 h 106"/>
                  <a:gd name="T20" fmla="*/ 61 w 92"/>
                  <a:gd name="T21" fmla="*/ 89 h 106"/>
                  <a:gd name="T22" fmla="*/ 30 w 92"/>
                  <a:gd name="T23" fmla="*/ 59 h 106"/>
                  <a:gd name="T24" fmla="*/ 29 w 92"/>
                  <a:gd name="T25" fmla="*/ 58 h 106"/>
                  <a:gd name="T26" fmla="*/ 29 w 92"/>
                  <a:gd name="T27" fmla="*/ 46 h 106"/>
                  <a:gd name="T28" fmla="*/ 30 w 92"/>
                  <a:gd name="T29" fmla="*/ 45 h 106"/>
                  <a:gd name="T30" fmla="*/ 55 w 92"/>
                  <a:gd name="T31" fmla="*/ 45 h 106"/>
                  <a:gd name="T32" fmla="*/ 57 w 92"/>
                  <a:gd name="T33" fmla="*/ 46 h 106"/>
                  <a:gd name="T34" fmla="*/ 57 w 92"/>
                  <a:gd name="T35" fmla="*/ 58 h 106"/>
                  <a:gd name="T36" fmla="*/ 55 w 92"/>
                  <a:gd name="T37" fmla="*/ 59 h 106"/>
                  <a:gd name="T38" fmla="*/ 30 w 92"/>
                  <a:gd name="T39" fmla="*/ 59 h 106"/>
                  <a:gd name="T40" fmla="*/ 43 w 92"/>
                  <a:gd name="T41" fmla="*/ 0 h 106"/>
                  <a:gd name="T42" fmla="*/ 42 w 92"/>
                  <a:gd name="T43" fmla="*/ 0 h 106"/>
                  <a:gd name="T44" fmla="*/ 41 w 92"/>
                  <a:gd name="T45" fmla="*/ 0 h 106"/>
                  <a:gd name="T46" fmla="*/ 0 w 92"/>
                  <a:gd name="T47" fmla="*/ 72 h 106"/>
                  <a:gd name="T48" fmla="*/ 18 w 92"/>
                  <a:gd name="T49" fmla="*/ 89 h 106"/>
                  <a:gd name="T50" fmla="*/ 24 w 92"/>
                  <a:gd name="T51" fmla="*/ 89 h 106"/>
                  <a:gd name="T52" fmla="*/ 25 w 92"/>
                  <a:gd name="T53" fmla="*/ 89 h 106"/>
                  <a:gd name="T54" fmla="*/ 26 w 92"/>
                  <a:gd name="T55" fmla="*/ 91 h 106"/>
                  <a:gd name="T56" fmla="*/ 25 w 92"/>
                  <a:gd name="T57" fmla="*/ 92 h 106"/>
                  <a:gd name="T58" fmla="*/ 24 w 92"/>
                  <a:gd name="T59" fmla="*/ 92 h 106"/>
                  <a:gd name="T60" fmla="*/ 21 w 92"/>
                  <a:gd name="T61" fmla="*/ 92 h 106"/>
                  <a:gd name="T62" fmla="*/ 32 w 92"/>
                  <a:gd name="T63" fmla="*/ 99 h 106"/>
                  <a:gd name="T64" fmla="*/ 32 w 92"/>
                  <a:gd name="T65" fmla="*/ 96 h 106"/>
                  <a:gd name="T66" fmla="*/ 34 w 92"/>
                  <a:gd name="T67" fmla="*/ 94 h 106"/>
                  <a:gd name="T68" fmla="*/ 52 w 92"/>
                  <a:gd name="T69" fmla="*/ 94 h 106"/>
                  <a:gd name="T70" fmla="*/ 53 w 92"/>
                  <a:gd name="T71" fmla="*/ 96 h 106"/>
                  <a:gd name="T72" fmla="*/ 53 w 92"/>
                  <a:gd name="T73" fmla="*/ 104 h 106"/>
                  <a:gd name="T74" fmla="*/ 54 w 92"/>
                  <a:gd name="T75" fmla="*/ 106 h 106"/>
                  <a:gd name="T76" fmla="*/ 55 w 92"/>
                  <a:gd name="T77" fmla="*/ 106 h 106"/>
                  <a:gd name="T78" fmla="*/ 55 w 92"/>
                  <a:gd name="T79" fmla="*/ 106 h 106"/>
                  <a:gd name="T80" fmla="*/ 73 w 92"/>
                  <a:gd name="T81" fmla="*/ 106 h 106"/>
                  <a:gd name="T82" fmla="*/ 74 w 92"/>
                  <a:gd name="T83" fmla="*/ 105 h 106"/>
                  <a:gd name="T84" fmla="*/ 75 w 92"/>
                  <a:gd name="T85" fmla="*/ 104 h 106"/>
                  <a:gd name="T86" fmla="*/ 75 w 92"/>
                  <a:gd name="T87" fmla="*/ 87 h 106"/>
                  <a:gd name="T88" fmla="*/ 76 w 92"/>
                  <a:gd name="T89" fmla="*/ 85 h 106"/>
                  <a:gd name="T90" fmla="*/ 90 w 92"/>
                  <a:gd name="T91" fmla="*/ 85 h 106"/>
                  <a:gd name="T92" fmla="*/ 90 w 92"/>
                  <a:gd name="T93" fmla="*/ 85 h 106"/>
                  <a:gd name="T94" fmla="*/ 92 w 92"/>
                  <a:gd name="T95" fmla="*/ 84 h 106"/>
                  <a:gd name="T96" fmla="*/ 92 w 92"/>
                  <a:gd name="T97" fmla="*/ 83 h 106"/>
                  <a:gd name="T98" fmla="*/ 44 w 92"/>
                  <a:gd name="T99" fmla="*/ 0 h 106"/>
                  <a:gd name="T100" fmla="*/ 43 w 92"/>
                  <a:gd name="T101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2" h="106">
                    <a:moveTo>
                      <a:pt x="61" y="89"/>
                    </a:moveTo>
                    <a:cubicBezTo>
                      <a:pt x="68" y="89"/>
                      <a:pt x="68" y="89"/>
                      <a:pt x="68" y="89"/>
                    </a:cubicBezTo>
                    <a:cubicBezTo>
                      <a:pt x="68" y="89"/>
                      <a:pt x="68" y="89"/>
                      <a:pt x="68" y="89"/>
                    </a:cubicBezTo>
                    <a:cubicBezTo>
                      <a:pt x="69" y="89"/>
                      <a:pt x="70" y="90"/>
                      <a:pt x="70" y="91"/>
                    </a:cubicBezTo>
                    <a:cubicBezTo>
                      <a:pt x="70" y="92"/>
                      <a:pt x="69" y="92"/>
                      <a:pt x="68" y="92"/>
                    </a:cubicBezTo>
                    <a:cubicBezTo>
                      <a:pt x="68" y="92"/>
                      <a:pt x="68" y="92"/>
                      <a:pt x="68" y="92"/>
                    </a:cubicBezTo>
                    <a:cubicBezTo>
                      <a:pt x="61" y="92"/>
                      <a:pt x="61" y="92"/>
                      <a:pt x="61" y="92"/>
                    </a:cubicBezTo>
                    <a:cubicBezTo>
                      <a:pt x="60" y="92"/>
                      <a:pt x="60" y="92"/>
                      <a:pt x="60" y="91"/>
                    </a:cubicBezTo>
                    <a:cubicBezTo>
                      <a:pt x="60" y="91"/>
                      <a:pt x="60" y="90"/>
                      <a:pt x="60" y="90"/>
                    </a:cubicBezTo>
                    <a:cubicBezTo>
                      <a:pt x="61" y="90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moveTo>
                      <a:pt x="30" y="59"/>
                    </a:moveTo>
                    <a:cubicBezTo>
                      <a:pt x="30" y="59"/>
                      <a:pt x="29" y="59"/>
                      <a:pt x="29" y="58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5"/>
                      <a:pt x="30" y="45"/>
                      <a:pt x="30" y="45"/>
                    </a:cubicBezTo>
                    <a:cubicBezTo>
                      <a:pt x="55" y="45"/>
                      <a:pt x="55" y="45"/>
                      <a:pt x="55" y="45"/>
                    </a:cubicBezTo>
                    <a:cubicBezTo>
                      <a:pt x="56" y="45"/>
                      <a:pt x="57" y="45"/>
                      <a:pt x="57" y="46"/>
                    </a:cubicBezTo>
                    <a:cubicBezTo>
                      <a:pt x="57" y="58"/>
                      <a:pt x="57" y="58"/>
                      <a:pt x="57" y="58"/>
                    </a:cubicBezTo>
                    <a:cubicBezTo>
                      <a:pt x="57" y="59"/>
                      <a:pt x="56" y="59"/>
                      <a:pt x="55" y="59"/>
                    </a:cubicBezTo>
                    <a:cubicBezTo>
                      <a:pt x="30" y="59"/>
                      <a:pt x="30" y="59"/>
                      <a:pt x="30" y="59"/>
                    </a:cubicBezTo>
                    <a:moveTo>
                      <a:pt x="43" y="0"/>
                    </a:moveTo>
                    <a:cubicBezTo>
                      <a:pt x="43" y="0"/>
                      <a:pt x="42" y="0"/>
                      <a:pt x="4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6" y="78"/>
                      <a:pt x="11" y="84"/>
                      <a:pt x="18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5" y="89"/>
                    </a:cubicBezTo>
                    <a:cubicBezTo>
                      <a:pt x="25" y="89"/>
                      <a:pt x="26" y="90"/>
                      <a:pt x="26" y="91"/>
                    </a:cubicBezTo>
                    <a:cubicBezTo>
                      <a:pt x="26" y="92"/>
                      <a:pt x="26" y="92"/>
                      <a:pt x="25" y="92"/>
                    </a:cubicBezTo>
                    <a:cubicBezTo>
                      <a:pt x="24" y="92"/>
                      <a:pt x="24" y="92"/>
                      <a:pt x="24" y="92"/>
                    </a:cubicBezTo>
                    <a:cubicBezTo>
                      <a:pt x="21" y="92"/>
                      <a:pt x="21" y="92"/>
                      <a:pt x="21" y="92"/>
                    </a:cubicBezTo>
                    <a:cubicBezTo>
                      <a:pt x="25" y="95"/>
                      <a:pt x="29" y="97"/>
                      <a:pt x="32" y="99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2" y="95"/>
                      <a:pt x="33" y="94"/>
                      <a:pt x="34" y="94"/>
                    </a:cubicBezTo>
                    <a:cubicBezTo>
                      <a:pt x="52" y="94"/>
                      <a:pt x="52" y="94"/>
                      <a:pt x="52" y="94"/>
                    </a:cubicBezTo>
                    <a:cubicBezTo>
                      <a:pt x="52" y="94"/>
                      <a:pt x="53" y="95"/>
                      <a:pt x="53" y="96"/>
                    </a:cubicBezTo>
                    <a:cubicBezTo>
                      <a:pt x="53" y="104"/>
                      <a:pt x="53" y="104"/>
                      <a:pt x="53" y="104"/>
                    </a:cubicBezTo>
                    <a:cubicBezTo>
                      <a:pt x="53" y="105"/>
                      <a:pt x="54" y="105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4" y="106"/>
                      <a:pt x="74" y="106"/>
                      <a:pt x="74" y="105"/>
                    </a:cubicBezTo>
                    <a:cubicBezTo>
                      <a:pt x="75" y="104"/>
                      <a:pt x="75" y="104"/>
                      <a:pt x="75" y="104"/>
                    </a:cubicBezTo>
                    <a:cubicBezTo>
                      <a:pt x="75" y="87"/>
                      <a:pt x="75" y="87"/>
                      <a:pt x="75" y="87"/>
                    </a:cubicBezTo>
                    <a:cubicBezTo>
                      <a:pt x="75" y="86"/>
                      <a:pt x="75" y="85"/>
                      <a:pt x="76" y="85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91" y="85"/>
                      <a:pt x="92" y="84"/>
                      <a:pt x="92" y="84"/>
                    </a:cubicBezTo>
                    <a:cubicBezTo>
                      <a:pt x="92" y="83"/>
                      <a:pt x="92" y="83"/>
                      <a:pt x="92" y="83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3" y="0"/>
                      <a:pt x="43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99" name="îṡḻïḓê"/>
              <p:cNvSpPr/>
              <p:nvPr/>
            </p:nvSpPr>
            <p:spPr bwMode="auto">
              <a:xfrm>
                <a:off x="10375900" y="4330701"/>
                <a:ext cx="539750" cy="584200"/>
              </a:xfrm>
              <a:custGeom>
                <a:avLst/>
                <a:gdLst>
                  <a:gd name="T0" fmla="*/ 31 w 186"/>
                  <a:gd name="T1" fmla="*/ 161 h 201"/>
                  <a:gd name="T2" fmla="*/ 62 w 186"/>
                  <a:gd name="T3" fmla="*/ 170 h 201"/>
                  <a:gd name="T4" fmla="*/ 86 w 186"/>
                  <a:gd name="T5" fmla="*/ 161 h 201"/>
                  <a:gd name="T6" fmla="*/ 99 w 186"/>
                  <a:gd name="T7" fmla="*/ 169 h 201"/>
                  <a:gd name="T8" fmla="*/ 123 w 186"/>
                  <a:gd name="T9" fmla="*/ 169 h 201"/>
                  <a:gd name="T10" fmla="*/ 154 w 186"/>
                  <a:gd name="T11" fmla="*/ 161 h 201"/>
                  <a:gd name="T12" fmla="*/ 177 w 186"/>
                  <a:gd name="T13" fmla="*/ 170 h 201"/>
                  <a:gd name="T14" fmla="*/ 8 w 186"/>
                  <a:gd name="T15" fmla="*/ 140 h 201"/>
                  <a:gd name="T16" fmla="*/ 8 w 186"/>
                  <a:gd name="T17" fmla="*/ 150 h 201"/>
                  <a:gd name="T18" fmla="*/ 85 w 186"/>
                  <a:gd name="T19" fmla="*/ 140 h 201"/>
                  <a:gd name="T20" fmla="*/ 100 w 186"/>
                  <a:gd name="T21" fmla="*/ 150 h 201"/>
                  <a:gd name="T22" fmla="*/ 123 w 186"/>
                  <a:gd name="T23" fmla="*/ 141 h 201"/>
                  <a:gd name="T24" fmla="*/ 154 w 186"/>
                  <a:gd name="T25" fmla="*/ 149 h 201"/>
                  <a:gd name="T26" fmla="*/ 178 w 186"/>
                  <a:gd name="T27" fmla="*/ 149 h 201"/>
                  <a:gd name="T28" fmla="*/ 7 w 186"/>
                  <a:gd name="T29" fmla="*/ 121 h 201"/>
                  <a:gd name="T30" fmla="*/ 31 w 186"/>
                  <a:gd name="T31" fmla="*/ 129 h 201"/>
                  <a:gd name="T32" fmla="*/ 62 w 186"/>
                  <a:gd name="T33" fmla="*/ 120 h 201"/>
                  <a:gd name="T34" fmla="*/ 62 w 186"/>
                  <a:gd name="T35" fmla="*/ 129 h 201"/>
                  <a:gd name="T36" fmla="*/ 123 w 186"/>
                  <a:gd name="T37" fmla="*/ 120 h 201"/>
                  <a:gd name="T38" fmla="*/ 154 w 186"/>
                  <a:gd name="T39" fmla="*/ 129 h 201"/>
                  <a:gd name="T40" fmla="*/ 178 w 186"/>
                  <a:gd name="T41" fmla="*/ 121 h 201"/>
                  <a:gd name="T42" fmla="*/ 7 w 186"/>
                  <a:gd name="T43" fmla="*/ 108 h 201"/>
                  <a:gd name="T44" fmla="*/ 31 w 186"/>
                  <a:gd name="T45" fmla="*/ 108 h 201"/>
                  <a:gd name="T46" fmla="*/ 62 w 186"/>
                  <a:gd name="T47" fmla="*/ 100 h 201"/>
                  <a:gd name="T48" fmla="*/ 85 w 186"/>
                  <a:gd name="T49" fmla="*/ 109 h 201"/>
                  <a:gd name="T50" fmla="*/ 100 w 186"/>
                  <a:gd name="T51" fmla="*/ 100 h 201"/>
                  <a:gd name="T52" fmla="*/ 100 w 186"/>
                  <a:gd name="T53" fmla="*/ 109 h 201"/>
                  <a:gd name="T54" fmla="*/ 177 w 186"/>
                  <a:gd name="T55" fmla="*/ 100 h 201"/>
                  <a:gd name="T56" fmla="*/ 8 w 186"/>
                  <a:gd name="T57" fmla="*/ 88 h 201"/>
                  <a:gd name="T58" fmla="*/ 31 w 186"/>
                  <a:gd name="T59" fmla="*/ 80 h 201"/>
                  <a:gd name="T60" fmla="*/ 62 w 186"/>
                  <a:gd name="T61" fmla="*/ 88 h 201"/>
                  <a:gd name="T62" fmla="*/ 86 w 186"/>
                  <a:gd name="T63" fmla="*/ 88 h 201"/>
                  <a:gd name="T64" fmla="*/ 99 w 186"/>
                  <a:gd name="T65" fmla="*/ 80 h 201"/>
                  <a:gd name="T66" fmla="*/ 123 w 186"/>
                  <a:gd name="T67" fmla="*/ 88 h 201"/>
                  <a:gd name="T68" fmla="*/ 154 w 186"/>
                  <a:gd name="T69" fmla="*/ 79 h 201"/>
                  <a:gd name="T70" fmla="*/ 154 w 186"/>
                  <a:gd name="T71" fmla="*/ 88 h 201"/>
                  <a:gd name="T72" fmla="*/ 31 w 186"/>
                  <a:gd name="T73" fmla="*/ 59 h 201"/>
                  <a:gd name="T74" fmla="*/ 62 w 186"/>
                  <a:gd name="T75" fmla="*/ 68 h 201"/>
                  <a:gd name="T76" fmla="*/ 86 w 186"/>
                  <a:gd name="T77" fmla="*/ 60 h 201"/>
                  <a:gd name="T78" fmla="*/ 99 w 186"/>
                  <a:gd name="T79" fmla="*/ 68 h 201"/>
                  <a:gd name="T80" fmla="*/ 123 w 186"/>
                  <a:gd name="T81" fmla="*/ 68 h 201"/>
                  <a:gd name="T82" fmla="*/ 154 w 186"/>
                  <a:gd name="T83" fmla="*/ 60 h 201"/>
                  <a:gd name="T84" fmla="*/ 177 w 186"/>
                  <a:gd name="T85" fmla="*/ 68 h 201"/>
                  <a:gd name="T86" fmla="*/ 8 w 186"/>
                  <a:gd name="T87" fmla="*/ 39 h 201"/>
                  <a:gd name="T88" fmla="*/ 8 w 186"/>
                  <a:gd name="T89" fmla="*/ 48 h 201"/>
                  <a:gd name="T90" fmla="*/ 85 w 186"/>
                  <a:gd name="T91" fmla="*/ 39 h 201"/>
                  <a:gd name="T92" fmla="*/ 100 w 186"/>
                  <a:gd name="T93" fmla="*/ 48 h 201"/>
                  <a:gd name="T94" fmla="*/ 123 w 186"/>
                  <a:gd name="T95" fmla="*/ 39 h 201"/>
                  <a:gd name="T96" fmla="*/ 154 w 186"/>
                  <a:gd name="T97" fmla="*/ 47 h 201"/>
                  <a:gd name="T98" fmla="*/ 178 w 186"/>
                  <a:gd name="T99" fmla="*/ 47 h 201"/>
                  <a:gd name="T100" fmla="*/ 80 w 186"/>
                  <a:gd name="T101" fmla="*/ 1 h 201"/>
                  <a:gd name="T102" fmla="*/ 0 w 186"/>
                  <a:gd name="T103" fmla="*/ 31 h 201"/>
                  <a:gd name="T104" fmla="*/ 38 w 186"/>
                  <a:gd name="T105" fmla="*/ 201 h 201"/>
                  <a:gd name="T106" fmla="*/ 55 w 186"/>
                  <a:gd name="T107" fmla="*/ 201 h 201"/>
                  <a:gd name="T108" fmla="*/ 131 w 186"/>
                  <a:gd name="T109" fmla="*/ 177 h 201"/>
                  <a:gd name="T110" fmla="*/ 185 w 186"/>
                  <a:gd name="T111" fmla="*/ 201 h 201"/>
                  <a:gd name="T112" fmla="*/ 126 w 186"/>
                  <a:gd name="T113" fmla="*/ 31 h 201"/>
                  <a:gd name="T114" fmla="*/ 104 w 186"/>
                  <a:gd name="T115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6" h="201">
                    <a:moveTo>
                      <a:pt x="8" y="170"/>
                    </a:moveTo>
                    <a:cubicBezTo>
                      <a:pt x="7" y="169"/>
                      <a:pt x="7" y="169"/>
                      <a:pt x="7" y="169"/>
                    </a:cubicBezTo>
                    <a:cubicBezTo>
                      <a:pt x="7" y="161"/>
                      <a:pt x="7" y="161"/>
                      <a:pt x="7" y="161"/>
                    </a:cubicBezTo>
                    <a:cubicBezTo>
                      <a:pt x="8" y="161"/>
                      <a:pt x="8" y="161"/>
                      <a:pt x="8" y="161"/>
                    </a:cubicBezTo>
                    <a:cubicBezTo>
                      <a:pt x="31" y="161"/>
                      <a:pt x="31" y="161"/>
                      <a:pt x="31" y="161"/>
                    </a:cubicBezTo>
                    <a:cubicBezTo>
                      <a:pt x="31" y="161"/>
                      <a:pt x="31" y="161"/>
                      <a:pt x="31" y="161"/>
                    </a:cubicBezTo>
                    <a:cubicBezTo>
                      <a:pt x="31" y="169"/>
                      <a:pt x="31" y="169"/>
                      <a:pt x="31" y="169"/>
                    </a:cubicBezTo>
                    <a:cubicBezTo>
                      <a:pt x="31" y="170"/>
                      <a:pt x="31" y="170"/>
                      <a:pt x="31" y="170"/>
                    </a:cubicBezTo>
                    <a:cubicBezTo>
                      <a:pt x="8" y="170"/>
                      <a:pt x="8" y="170"/>
                      <a:pt x="8" y="170"/>
                    </a:cubicBezTo>
                    <a:moveTo>
                      <a:pt x="62" y="170"/>
                    </a:moveTo>
                    <a:cubicBezTo>
                      <a:pt x="62" y="169"/>
                      <a:pt x="62" y="169"/>
                      <a:pt x="62" y="169"/>
                    </a:cubicBezTo>
                    <a:cubicBezTo>
                      <a:pt x="62" y="161"/>
                      <a:pt x="62" y="161"/>
                      <a:pt x="62" y="161"/>
                    </a:cubicBezTo>
                    <a:cubicBezTo>
                      <a:pt x="62" y="161"/>
                      <a:pt x="62" y="161"/>
                      <a:pt x="62" y="161"/>
                    </a:cubicBezTo>
                    <a:cubicBezTo>
                      <a:pt x="85" y="161"/>
                      <a:pt x="85" y="161"/>
                      <a:pt x="85" y="161"/>
                    </a:cubicBezTo>
                    <a:cubicBezTo>
                      <a:pt x="86" y="161"/>
                      <a:pt x="86" y="161"/>
                      <a:pt x="86" y="161"/>
                    </a:cubicBezTo>
                    <a:cubicBezTo>
                      <a:pt x="86" y="169"/>
                      <a:pt x="86" y="169"/>
                      <a:pt x="86" y="169"/>
                    </a:cubicBezTo>
                    <a:cubicBezTo>
                      <a:pt x="85" y="170"/>
                      <a:pt x="85" y="170"/>
                      <a:pt x="85" y="170"/>
                    </a:cubicBezTo>
                    <a:cubicBezTo>
                      <a:pt x="62" y="170"/>
                      <a:pt x="62" y="170"/>
                      <a:pt x="62" y="170"/>
                    </a:cubicBezTo>
                    <a:moveTo>
                      <a:pt x="100" y="170"/>
                    </a:moveTo>
                    <a:cubicBezTo>
                      <a:pt x="99" y="169"/>
                      <a:pt x="99" y="169"/>
                      <a:pt x="99" y="169"/>
                    </a:cubicBezTo>
                    <a:cubicBezTo>
                      <a:pt x="99" y="161"/>
                      <a:pt x="99" y="161"/>
                      <a:pt x="99" y="161"/>
                    </a:cubicBezTo>
                    <a:cubicBezTo>
                      <a:pt x="100" y="161"/>
                      <a:pt x="100" y="161"/>
                      <a:pt x="100" y="161"/>
                    </a:cubicBezTo>
                    <a:cubicBezTo>
                      <a:pt x="123" y="161"/>
                      <a:pt x="123" y="161"/>
                      <a:pt x="123" y="161"/>
                    </a:cubicBezTo>
                    <a:cubicBezTo>
                      <a:pt x="123" y="161"/>
                      <a:pt x="123" y="161"/>
                      <a:pt x="123" y="161"/>
                    </a:cubicBezTo>
                    <a:cubicBezTo>
                      <a:pt x="123" y="169"/>
                      <a:pt x="123" y="169"/>
                      <a:pt x="123" y="169"/>
                    </a:cubicBezTo>
                    <a:cubicBezTo>
                      <a:pt x="123" y="170"/>
                      <a:pt x="123" y="170"/>
                      <a:pt x="123" y="170"/>
                    </a:cubicBezTo>
                    <a:cubicBezTo>
                      <a:pt x="100" y="170"/>
                      <a:pt x="100" y="170"/>
                      <a:pt x="100" y="170"/>
                    </a:cubicBezTo>
                    <a:moveTo>
                      <a:pt x="154" y="170"/>
                    </a:moveTo>
                    <a:cubicBezTo>
                      <a:pt x="154" y="169"/>
                      <a:pt x="154" y="169"/>
                      <a:pt x="154" y="169"/>
                    </a:cubicBezTo>
                    <a:cubicBezTo>
                      <a:pt x="154" y="161"/>
                      <a:pt x="154" y="161"/>
                      <a:pt x="154" y="161"/>
                    </a:cubicBezTo>
                    <a:cubicBezTo>
                      <a:pt x="154" y="161"/>
                      <a:pt x="154" y="161"/>
                      <a:pt x="154" y="161"/>
                    </a:cubicBezTo>
                    <a:cubicBezTo>
                      <a:pt x="177" y="161"/>
                      <a:pt x="177" y="161"/>
                      <a:pt x="177" y="161"/>
                    </a:cubicBezTo>
                    <a:cubicBezTo>
                      <a:pt x="178" y="161"/>
                      <a:pt x="178" y="161"/>
                      <a:pt x="178" y="161"/>
                    </a:cubicBezTo>
                    <a:cubicBezTo>
                      <a:pt x="178" y="169"/>
                      <a:pt x="178" y="169"/>
                      <a:pt x="178" y="169"/>
                    </a:cubicBezTo>
                    <a:cubicBezTo>
                      <a:pt x="177" y="170"/>
                      <a:pt x="177" y="170"/>
                      <a:pt x="177" y="170"/>
                    </a:cubicBezTo>
                    <a:cubicBezTo>
                      <a:pt x="154" y="170"/>
                      <a:pt x="154" y="170"/>
                      <a:pt x="154" y="170"/>
                    </a:cubicBezTo>
                    <a:moveTo>
                      <a:pt x="8" y="150"/>
                    </a:moveTo>
                    <a:cubicBezTo>
                      <a:pt x="7" y="149"/>
                      <a:pt x="7" y="149"/>
                      <a:pt x="7" y="149"/>
                    </a:cubicBezTo>
                    <a:cubicBezTo>
                      <a:pt x="7" y="141"/>
                      <a:pt x="7" y="141"/>
                      <a:pt x="7" y="141"/>
                    </a:cubicBezTo>
                    <a:cubicBezTo>
                      <a:pt x="8" y="140"/>
                      <a:pt x="8" y="140"/>
                      <a:pt x="8" y="140"/>
                    </a:cubicBezTo>
                    <a:cubicBezTo>
                      <a:pt x="31" y="140"/>
                      <a:pt x="31" y="140"/>
                      <a:pt x="31" y="140"/>
                    </a:cubicBezTo>
                    <a:cubicBezTo>
                      <a:pt x="31" y="141"/>
                      <a:pt x="31" y="141"/>
                      <a:pt x="31" y="141"/>
                    </a:cubicBezTo>
                    <a:cubicBezTo>
                      <a:pt x="31" y="149"/>
                      <a:pt x="31" y="149"/>
                      <a:pt x="31" y="149"/>
                    </a:cubicBezTo>
                    <a:cubicBezTo>
                      <a:pt x="31" y="150"/>
                      <a:pt x="31" y="150"/>
                      <a:pt x="31" y="150"/>
                    </a:cubicBezTo>
                    <a:cubicBezTo>
                      <a:pt x="8" y="150"/>
                      <a:pt x="8" y="150"/>
                      <a:pt x="8" y="150"/>
                    </a:cubicBezTo>
                    <a:moveTo>
                      <a:pt x="62" y="150"/>
                    </a:moveTo>
                    <a:cubicBezTo>
                      <a:pt x="62" y="149"/>
                      <a:pt x="62" y="149"/>
                      <a:pt x="62" y="149"/>
                    </a:cubicBezTo>
                    <a:cubicBezTo>
                      <a:pt x="62" y="141"/>
                      <a:pt x="62" y="141"/>
                      <a:pt x="62" y="141"/>
                    </a:cubicBezTo>
                    <a:cubicBezTo>
                      <a:pt x="62" y="140"/>
                      <a:pt x="62" y="140"/>
                      <a:pt x="62" y="140"/>
                    </a:cubicBezTo>
                    <a:cubicBezTo>
                      <a:pt x="85" y="140"/>
                      <a:pt x="85" y="140"/>
                      <a:pt x="85" y="140"/>
                    </a:cubicBezTo>
                    <a:cubicBezTo>
                      <a:pt x="86" y="141"/>
                      <a:pt x="86" y="141"/>
                      <a:pt x="86" y="141"/>
                    </a:cubicBezTo>
                    <a:cubicBezTo>
                      <a:pt x="86" y="149"/>
                      <a:pt x="86" y="149"/>
                      <a:pt x="86" y="149"/>
                    </a:cubicBezTo>
                    <a:cubicBezTo>
                      <a:pt x="85" y="150"/>
                      <a:pt x="85" y="150"/>
                      <a:pt x="85" y="150"/>
                    </a:cubicBezTo>
                    <a:cubicBezTo>
                      <a:pt x="62" y="150"/>
                      <a:pt x="62" y="150"/>
                      <a:pt x="62" y="150"/>
                    </a:cubicBezTo>
                    <a:moveTo>
                      <a:pt x="100" y="150"/>
                    </a:move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1"/>
                      <a:pt x="99" y="141"/>
                      <a:pt x="99" y="141"/>
                    </a:cubicBezTo>
                    <a:cubicBezTo>
                      <a:pt x="100" y="140"/>
                      <a:pt x="100" y="140"/>
                      <a:pt x="100" y="140"/>
                    </a:cubicBezTo>
                    <a:cubicBezTo>
                      <a:pt x="123" y="140"/>
                      <a:pt x="123" y="140"/>
                      <a:pt x="123" y="140"/>
                    </a:cubicBezTo>
                    <a:cubicBezTo>
                      <a:pt x="123" y="141"/>
                      <a:pt x="123" y="141"/>
                      <a:pt x="123" y="141"/>
                    </a:cubicBezTo>
                    <a:cubicBezTo>
                      <a:pt x="123" y="149"/>
                      <a:pt x="123" y="149"/>
                      <a:pt x="123" y="149"/>
                    </a:cubicBezTo>
                    <a:cubicBezTo>
                      <a:pt x="123" y="150"/>
                      <a:pt x="123" y="150"/>
                      <a:pt x="123" y="150"/>
                    </a:cubicBezTo>
                    <a:cubicBezTo>
                      <a:pt x="100" y="150"/>
                      <a:pt x="100" y="150"/>
                      <a:pt x="100" y="150"/>
                    </a:cubicBezTo>
                    <a:moveTo>
                      <a:pt x="154" y="150"/>
                    </a:moveTo>
                    <a:cubicBezTo>
                      <a:pt x="154" y="149"/>
                      <a:pt x="154" y="149"/>
                      <a:pt x="154" y="149"/>
                    </a:cubicBezTo>
                    <a:cubicBezTo>
                      <a:pt x="154" y="141"/>
                      <a:pt x="154" y="141"/>
                      <a:pt x="154" y="141"/>
                    </a:cubicBezTo>
                    <a:cubicBezTo>
                      <a:pt x="154" y="140"/>
                      <a:pt x="154" y="140"/>
                      <a:pt x="154" y="140"/>
                    </a:cubicBezTo>
                    <a:cubicBezTo>
                      <a:pt x="177" y="140"/>
                      <a:pt x="177" y="140"/>
                      <a:pt x="177" y="140"/>
                    </a:cubicBezTo>
                    <a:cubicBezTo>
                      <a:pt x="178" y="141"/>
                      <a:pt x="178" y="141"/>
                      <a:pt x="178" y="141"/>
                    </a:cubicBezTo>
                    <a:cubicBezTo>
                      <a:pt x="178" y="149"/>
                      <a:pt x="178" y="149"/>
                      <a:pt x="178" y="149"/>
                    </a:cubicBezTo>
                    <a:cubicBezTo>
                      <a:pt x="177" y="150"/>
                      <a:pt x="177" y="150"/>
                      <a:pt x="177" y="150"/>
                    </a:cubicBezTo>
                    <a:cubicBezTo>
                      <a:pt x="154" y="150"/>
                      <a:pt x="154" y="150"/>
                      <a:pt x="154" y="150"/>
                    </a:cubicBezTo>
                    <a:moveTo>
                      <a:pt x="8" y="129"/>
                    </a:moveTo>
                    <a:cubicBezTo>
                      <a:pt x="7" y="129"/>
                      <a:pt x="7" y="129"/>
                      <a:pt x="7" y="129"/>
                    </a:cubicBezTo>
                    <a:cubicBezTo>
                      <a:pt x="7" y="121"/>
                      <a:pt x="7" y="121"/>
                      <a:pt x="7" y="121"/>
                    </a:cubicBezTo>
                    <a:cubicBezTo>
                      <a:pt x="8" y="120"/>
                      <a:pt x="8" y="120"/>
                      <a:pt x="8" y="120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31" y="129"/>
                      <a:pt x="31" y="129"/>
                      <a:pt x="31" y="129"/>
                    </a:cubicBezTo>
                    <a:cubicBezTo>
                      <a:pt x="31" y="129"/>
                      <a:pt x="31" y="129"/>
                      <a:pt x="31" y="129"/>
                    </a:cubicBezTo>
                    <a:cubicBezTo>
                      <a:pt x="8" y="129"/>
                      <a:pt x="8" y="129"/>
                      <a:pt x="8" y="129"/>
                    </a:cubicBezTo>
                    <a:moveTo>
                      <a:pt x="62" y="129"/>
                    </a:moveTo>
                    <a:cubicBezTo>
                      <a:pt x="62" y="129"/>
                      <a:pt x="62" y="129"/>
                      <a:pt x="62" y="129"/>
                    </a:cubicBezTo>
                    <a:cubicBezTo>
                      <a:pt x="62" y="121"/>
                      <a:pt x="62" y="121"/>
                      <a:pt x="62" y="121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85" y="120"/>
                      <a:pt x="85" y="120"/>
                      <a:pt x="85" y="120"/>
                    </a:cubicBezTo>
                    <a:cubicBezTo>
                      <a:pt x="86" y="121"/>
                      <a:pt x="86" y="121"/>
                      <a:pt x="86" y="121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5" y="129"/>
                      <a:pt x="85" y="129"/>
                      <a:pt x="85" y="129"/>
                    </a:cubicBezTo>
                    <a:cubicBezTo>
                      <a:pt x="62" y="129"/>
                      <a:pt x="62" y="129"/>
                      <a:pt x="62" y="129"/>
                    </a:cubicBezTo>
                    <a:moveTo>
                      <a:pt x="100" y="129"/>
                    </a:moveTo>
                    <a:cubicBezTo>
                      <a:pt x="99" y="129"/>
                      <a:pt x="99" y="129"/>
                      <a:pt x="99" y="129"/>
                    </a:cubicBezTo>
                    <a:cubicBezTo>
                      <a:pt x="99" y="121"/>
                      <a:pt x="99" y="121"/>
                      <a:pt x="99" y="121"/>
                    </a:cubicBezTo>
                    <a:cubicBezTo>
                      <a:pt x="100" y="120"/>
                      <a:pt x="100" y="120"/>
                      <a:pt x="100" y="120"/>
                    </a:cubicBezTo>
                    <a:cubicBezTo>
                      <a:pt x="123" y="120"/>
                      <a:pt x="123" y="120"/>
                      <a:pt x="123" y="120"/>
                    </a:cubicBezTo>
                    <a:cubicBezTo>
                      <a:pt x="123" y="121"/>
                      <a:pt x="123" y="121"/>
                      <a:pt x="123" y="121"/>
                    </a:cubicBezTo>
                    <a:cubicBezTo>
                      <a:pt x="123" y="129"/>
                      <a:pt x="123" y="129"/>
                      <a:pt x="123" y="129"/>
                    </a:cubicBezTo>
                    <a:cubicBezTo>
                      <a:pt x="123" y="129"/>
                      <a:pt x="123" y="129"/>
                      <a:pt x="123" y="129"/>
                    </a:cubicBezTo>
                    <a:cubicBezTo>
                      <a:pt x="100" y="129"/>
                      <a:pt x="100" y="129"/>
                      <a:pt x="100" y="129"/>
                    </a:cubicBezTo>
                    <a:moveTo>
                      <a:pt x="154" y="129"/>
                    </a:moveTo>
                    <a:cubicBezTo>
                      <a:pt x="154" y="129"/>
                      <a:pt x="154" y="129"/>
                      <a:pt x="154" y="129"/>
                    </a:cubicBezTo>
                    <a:cubicBezTo>
                      <a:pt x="154" y="121"/>
                      <a:pt x="154" y="121"/>
                      <a:pt x="154" y="121"/>
                    </a:cubicBezTo>
                    <a:cubicBezTo>
                      <a:pt x="154" y="120"/>
                      <a:pt x="154" y="120"/>
                      <a:pt x="154" y="120"/>
                    </a:cubicBezTo>
                    <a:cubicBezTo>
                      <a:pt x="177" y="120"/>
                      <a:pt x="177" y="120"/>
                      <a:pt x="177" y="120"/>
                    </a:cubicBezTo>
                    <a:cubicBezTo>
                      <a:pt x="178" y="121"/>
                      <a:pt x="178" y="121"/>
                      <a:pt x="178" y="121"/>
                    </a:cubicBezTo>
                    <a:cubicBezTo>
                      <a:pt x="178" y="129"/>
                      <a:pt x="178" y="129"/>
                      <a:pt x="178" y="129"/>
                    </a:cubicBezTo>
                    <a:cubicBezTo>
                      <a:pt x="177" y="129"/>
                      <a:pt x="177" y="129"/>
                      <a:pt x="177" y="129"/>
                    </a:cubicBezTo>
                    <a:cubicBezTo>
                      <a:pt x="154" y="129"/>
                      <a:pt x="154" y="129"/>
                      <a:pt x="154" y="129"/>
                    </a:cubicBezTo>
                    <a:moveTo>
                      <a:pt x="8" y="109"/>
                    </a:moveTo>
                    <a:cubicBezTo>
                      <a:pt x="7" y="108"/>
                      <a:pt x="7" y="108"/>
                      <a:pt x="7" y="108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31" y="100"/>
                      <a:pt x="31" y="100"/>
                      <a:pt x="31" y="100"/>
                    </a:cubicBezTo>
                    <a:cubicBezTo>
                      <a:pt x="31" y="100"/>
                      <a:pt x="31" y="100"/>
                      <a:pt x="31" y="100"/>
                    </a:cubicBezTo>
                    <a:cubicBezTo>
                      <a:pt x="31" y="108"/>
                      <a:pt x="31" y="108"/>
                      <a:pt x="31" y="108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8" y="109"/>
                      <a:pt x="8" y="109"/>
                      <a:pt x="8" y="109"/>
                    </a:cubicBezTo>
                    <a:moveTo>
                      <a:pt x="62" y="109"/>
                    </a:moveTo>
                    <a:cubicBezTo>
                      <a:pt x="62" y="108"/>
                      <a:pt x="62" y="108"/>
                      <a:pt x="62" y="108"/>
                    </a:cubicBezTo>
                    <a:cubicBezTo>
                      <a:pt x="62" y="100"/>
                      <a:pt x="62" y="100"/>
                      <a:pt x="62" y="100"/>
                    </a:cubicBezTo>
                    <a:cubicBezTo>
                      <a:pt x="62" y="100"/>
                      <a:pt x="62" y="100"/>
                      <a:pt x="62" y="100"/>
                    </a:cubicBezTo>
                    <a:cubicBezTo>
                      <a:pt x="85" y="100"/>
                      <a:pt x="85" y="100"/>
                      <a:pt x="85" y="100"/>
                    </a:cubicBezTo>
                    <a:cubicBezTo>
                      <a:pt x="86" y="100"/>
                      <a:pt x="86" y="100"/>
                      <a:pt x="86" y="100"/>
                    </a:cubicBezTo>
                    <a:cubicBezTo>
                      <a:pt x="86" y="108"/>
                      <a:pt x="86" y="108"/>
                      <a:pt x="86" y="108"/>
                    </a:cubicBezTo>
                    <a:cubicBezTo>
                      <a:pt x="85" y="109"/>
                      <a:pt x="85" y="109"/>
                      <a:pt x="85" y="109"/>
                    </a:cubicBezTo>
                    <a:cubicBezTo>
                      <a:pt x="62" y="109"/>
                      <a:pt x="62" y="109"/>
                      <a:pt x="62" y="109"/>
                    </a:cubicBezTo>
                    <a:moveTo>
                      <a:pt x="100" y="109"/>
                    </a:moveTo>
                    <a:cubicBezTo>
                      <a:pt x="99" y="108"/>
                      <a:pt x="99" y="108"/>
                      <a:pt x="99" y="108"/>
                    </a:cubicBezTo>
                    <a:cubicBezTo>
                      <a:pt x="99" y="100"/>
                      <a:pt x="99" y="100"/>
                      <a:pt x="99" y="100"/>
                    </a:cubicBezTo>
                    <a:cubicBezTo>
                      <a:pt x="100" y="100"/>
                      <a:pt x="100" y="100"/>
                      <a:pt x="100" y="100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23" y="108"/>
                      <a:pt x="123" y="108"/>
                      <a:pt x="123" y="108"/>
                    </a:cubicBezTo>
                    <a:cubicBezTo>
                      <a:pt x="123" y="109"/>
                      <a:pt x="123" y="109"/>
                      <a:pt x="123" y="109"/>
                    </a:cubicBezTo>
                    <a:cubicBezTo>
                      <a:pt x="100" y="109"/>
                      <a:pt x="100" y="109"/>
                      <a:pt x="100" y="109"/>
                    </a:cubicBezTo>
                    <a:moveTo>
                      <a:pt x="154" y="109"/>
                    </a:moveTo>
                    <a:cubicBezTo>
                      <a:pt x="154" y="108"/>
                      <a:pt x="154" y="108"/>
                      <a:pt x="154" y="108"/>
                    </a:cubicBezTo>
                    <a:cubicBezTo>
                      <a:pt x="154" y="100"/>
                      <a:pt x="154" y="100"/>
                      <a:pt x="154" y="100"/>
                    </a:cubicBezTo>
                    <a:cubicBezTo>
                      <a:pt x="154" y="100"/>
                      <a:pt x="154" y="100"/>
                      <a:pt x="154" y="100"/>
                    </a:cubicBezTo>
                    <a:cubicBezTo>
                      <a:pt x="177" y="100"/>
                      <a:pt x="177" y="100"/>
                      <a:pt x="177" y="100"/>
                    </a:cubicBezTo>
                    <a:cubicBezTo>
                      <a:pt x="178" y="100"/>
                      <a:pt x="178" y="100"/>
                      <a:pt x="178" y="100"/>
                    </a:cubicBezTo>
                    <a:cubicBezTo>
                      <a:pt x="178" y="108"/>
                      <a:pt x="178" y="108"/>
                      <a:pt x="178" y="108"/>
                    </a:cubicBezTo>
                    <a:cubicBezTo>
                      <a:pt x="177" y="109"/>
                      <a:pt x="177" y="109"/>
                      <a:pt x="177" y="109"/>
                    </a:cubicBezTo>
                    <a:cubicBezTo>
                      <a:pt x="154" y="109"/>
                      <a:pt x="154" y="109"/>
                      <a:pt x="154" y="109"/>
                    </a:cubicBezTo>
                    <a:moveTo>
                      <a:pt x="8" y="88"/>
                    </a:moveTo>
                    <a:cubicBezTo>
                      <a:pt x="7" y="88"/>
                      <a:pt x="7" y="88"/>
                      <a:pt x="7" y="88"/>
                    </a:cubicBezTo>
                    <a:cubicBezTo>
                      <a:pt x="7" y="80"/>
                      <a:pt x="7" y="80"/>
                      <a:pt x="7" y="80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88"/>
                      <a:pt x="31" y="88"/>
                      <a:pt x="31" y="88"/>
                    </a:cubicBezTo>
                    <a:cubicBezTo>
                      <a:pt x="31" y="88"/>
                      <a:pt x="31" y="88"/>
                      <a:pt x="31" y="88"/>
                    </a:cubicBezTo>
                    <a:cubicBezTo>
                      <a:pt x="8" y="88"/>
                      <a:pt x="8" y="88"/>
                      <a:pt x="8" y="88"/>
                    </a:cubicBezTo>
                    <a:moveTo>
                      <a:pt x="62" y="88"/>
                    </a:moveTo>
                    <a:cubicBezTo>
                      <a:pt x="62" y="88"/>
                      <a:pt x="62" y="88"/>
                      <a:pt x="62" y="88"/>
                    </a:cubicBezTo>
                    <a:cubicBezTo>
                      <a:pt x="62" y="80"/>
                      <a:pt x="62" y="80"/>
                      <a:pt x="62" y="80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85" y="79"/>
                      <a:pt x="85" y="79"/>
                      <a:pt x="85" y="79"/>
                    </a:cubicBezTo>
                    <a:cubicBezTo>
                      <a:pt x="86" y="80"/>
                      <a:pt x="86" y="80"/>
                      <a:pt x="86" y="80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85" y="88"/>
                      <a:pt x="85" y="88"/>
                      <a:pt x="85" y="88"/>
                    </a:cubicBezTo>
                    <a:cubicBezTo>
                      <a:pt x="62" y="88"/>
                      <a:pt x="62" y="88"/>
                      <a:pt x="62" y="88"/>
                    </a:cubicBezTo>
                    <a:moveTo>
                      <a:pt x="100" y="88"/>
                    </a:moveTo>
                    <a:cubicBezTo>
                      <a:pt x="99" y="88"/>
                      <a:pt x="99" y="88"/>
                      <a:pt x="99" y="88"/>
                    </a:cubicBezTo>
                    <a:cubicBezTo>
                      <a:pt x="99" y="80"/>
                      <a:pt x="99" y="80"/>
                      <a:pt x="99" y="80"/>
                    </a:cubicBezTo>
                    <a:cubicBezTo>
                      <a:pt x="100" y="79"/>
                      <a:pt x="100" y="79"/>
                      <a:pt x="100" y="79"/>
                    </a:cubicBezTo>
                    <a:cubicBezTo>
                      <a:pt x="123" y="79"/>
                      <a:pt x="123" y="79"/>
                      <a:pt x="123" y="79"/>
                    </a:cubicBezTo>
                    <a:cubicBezTo>
                      <a:pt x="123" y="80"/>
                      <a:pt x="123" y="80"/>
                      <a:pt x="123" y="80"/>
                    </a:cubicBezTo>
                    <a:cubicBezTo>
                      <a:pt x="123" y="88"/>
                      <a:pt x="123" y="88"/>
                      <a:pt x="123" y="88"/>
                    </a:cubicBezTo>
                    <a:cubicBezTo>
                      <a:pt x="123" y="88"/>
                      <a:pt x="123" y="88"/>
                      <a:pt x="123" y="88"/>
                    </a:cubicBezTo>
                    <a:cubicBezTo>
                      <a:pt x="100" y="88"/>
                      <a:pt x="100" y="88"/>
                      <a:pt x="100" y="88"/>
                    </a:cubicBezTo>
                    <a:moveTo>
                      <a:pt x="154" y="88"/>
                    </a:moveTo>
                    <a:cubicBezTo>
                      <a:pt x="154" y="88"/>
                      <a:pt x="154" y="88"/>
                      <a:pt x="154" y="88"/>
                    </a:cubicBezTo>
                    <a:cubicBezTo>
                      <a:pt x="154" y="80"/>
                      <a:pt x="154" y="80"/>
                      <a:pt x="154" y="80"/>
                    </a:cubicBezTo>
                    <a:cubicBezTo>
                      <a:pt x="154" y="79"/>
                      <a:pt x="154" y="79"/>
                      <a:pt x="154" y="79"/>
                    </a:cubicBezTo>
                    <a:cubicBezTo>
                      <a:pt x="177" y="79"/>
                      <a:pt x="177" y="79"/>
                      <a:pt x="177" y="79"/>
                    </a:cubicBezTo>
                    <a:cubicBezTo>
                      <a:pt x="178" y="80"/>
                      <a:pt x="178" y="80"/>
                      <a:pt x="178" y="80"/>
                    </a:cubicBezTo>
                    <a:cubicBezTo>
                      <a:pt x="178" y="88"/>
                      <a:pt x="178" y="88"/>
                      <a:pt x="178" y="88"/>
                    </a:cubicBezTo>
                    <a:cubicBezTo>
                      <a:pt x="177" y="88"/>
                      <a:pt x="177" y="88"/>
                      <a:pt x="177" y="88"/>
                    </a:cubicBezTo>
                    <a:cubicBezTo>
                      <a:pt x="154" y="88"/>
                      <a:pt x="154" y="88"/>
                      <a:pt x="154" y="88"/>
                    </a:cubicBezTo>
                    <a:moveTo>
                      <a:pt x="8" y="68"/>
                    </a:moveTo>
                    <a:cubicBezTo>
                      <a:pt x="7" y="68"/>
                      <a:pt x="7" y="68"/>
                      <a:pt x="7" y="6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8" y="68"/>
                      <a:pt x="8" y="68"/>
                      <a:pt x="8" y="68"/>
                    </a:cubicBezTo>
                    <a:moveTo>
                      <a:pt x="62" y="68"/>
                    </a:moveTo>
                    <a:cubicBezTo>
                      <a:pt x="62" y="68"/>
                      <a:pt x="62" y="68"/>
                      <a:pt x="62" y="68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2" y="59"/>
                      <a:pt x="62" y="59"/>
                      <a:pt x="62" y="59"/>
                    </a:cubicBezTo>
                    <a:cubicBezTo>
                      <a:pt x="85" y="59"/>
                      <a:pt x="85" y="59"/>
                      <a:pt x="85" y="59"/>
                    </a:cubicBezTo>
                    <a:cubicBezTo>
                      <a:pt x="86" y="60"/>
                      <a:pt x="86" y="60"/>
                      <a:pt x="86" y="60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62" y="68"/>
                      <a:pt x="62" y="68"/>
                      <a:pt x="62" y="68"/>
                    </a:cubicBezTo>
                    <a:moveTo>
                      <a:pt x="100" y="68"/>
                    </a:moveTo>
                    <a:cubicBezTo>
                      <a:pt x="99" y="68"/>
                      <a:pt x="99" y="68"/>
                      <a:pt x="99" y="68"/>
                    </a:cubicBezTo>
                    <a:cubicBezTo>
                      <a:pt x="99" y="60"/>
                      <a:pt x="99" y="60"/>
                      <a:pt x="99" y="60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23" y="59"/>
                      <a:pt x="123" y="59"/>
                      <a:pt x="123" y="59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23" y="68"/>
                      <a:pt x="123" y="68"/>
                      <a:pt x="123" y="68"/>
                    </a:cubicBezTo>
                    <a:cubicBezTo>
                      <a:pt x="123" y="68"/>
                      <a:pt x="123" y="68"/>
                      <a:pt x="123" y="68"/>
                    </a:cubicBezTo>
                    <a:cubicBezTo>
                      <a:pt x="100" y="68"/>
                      <a:pt x="100" y="68"/>
                      <a:pt x="100" y="68"/>
                    </a:cubicBezTo>
                    <a:moveTo>
                      <a:pt x="154" y="68"/>
                    </a:moveTo>
                    <a:cubicBezTo>
                      <a:pt x="154" y="68"/>
                      <a:pt x="154" y="68"/>
                      <a:pt x="154" y="68"/>
                    </a:cubicBezTo>
                    <a:cubicBezTo>
                      <a:pt x="154" y="60"/>
                      <a:pt x="154" y="60"/>
                      <a:pt x="154" y="60"/>
                    </a:cubicBezTo>
                    <a:cubicBezTo>
                      <a:pt x="154" y="59"/>
                      <a:pt x="154" y="59"/>
                      <a:pt x="154" y="59"/>
                    </a:cubicBezTo>
                    <a:cubicBezTo>
                      <a:pt x="177" y="59"/>
                      <a:pt x="177" y="59"/>
                      <a:pt x="177" y="59"/>
                    </a:cubicBezTo>
                    <a:cubicBezTo>
                      <a:pt x="178" y="60"/>
                      <a:pt x="178" y="60"/>
                      <a:pt x="178" y="60"/>
                    </a:cubicBezTo>
                    <a:cubicBezTo>
                      <a:pt x="178" y="68"/>
                      <a:pt x="178" y="68"/>
                      <a:pt x="178" y="68"/>
                    </a:cubicBezTo>
                    <a:cubicBezTo>
                      <a:pt x="177" y="68"/>
                      <a:pt x="177" y="68"/>
                      <a:pt x="177" y="68"/>
                    </a:cubicBezTo>
                    <a:cubicBezTo>
                      <a:pt x="154" y="68"/>
                      <a:pt x="154" y="68"/>
                      <a:pt x="154" y="68"/>
                    </a:cubicBezTo>
                    <a:moveTo>
                      <a:pt x="8" y="48"/>
                    </a:moveTo>
                    <a:cubicBezTo>
                      <a:pt x="7" y="47"/>
                      <a:pt x="7" y="47"/>
                      <a:pt x="7" y="47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8" y="48"/>
                      <a:pt x="8" y="48"/>
                      <a:pt x="8" y="48"/>
                    </a:cubicBezTo>
                    <a:moveTo>
                      <a:pt x="62" y="48"/>
                    </a:moveTo>
                    <a:cubicBezTo>
                      <a:pt x="62" y="47"/>
                      <a:pt x="62" y="47"/>
                      <a:pt x="62" y="47"/>
                    </a:cubicBezTo>
                    <a:cubicBezTo>
                      <a:pt x="62" y="39"/>
                      <a:pt x="62" y="39"/>
                      <a:pt x="62" y="39"/>
                    </a:cubicBezTo>
                    <a:cubicBezTo>
                      <a:pt x="62" y="39"/>
                      <a:pt x="62" y="39"/>
                      <a:pt x="62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6" y="39"/>
                      <a:pt x="86" y="39"/>
                      <a:pt x="86" y="39"/>
                    </a:cubicBezTo>
                    <a:cubicBezTo>
                      <a:pt x="86" y="47"/>
                      <a:pt x="86" y="47"/>
                      <a:pt x="86" y="47"/>
                    </a:cubicBezTo>
                    <a:cubicBezTo>
                      <a:pt x="85" y="48"/>
                      <a:pt x="85" y="48"/>
                      <a:pt x="85" y="48"/>
                    </a:cubicBezTo>
                    <a:cubicBezTo>
                      <a:pt x="62" y="48"/>
                      <a:pt x="62" y="48"/>
                      <a:pt x="62" y="48"/>
                    </a:cubicBezTo>
                    <a:moveTo>
                      <a:pt x="100" y="48"/>
                    </a:move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39"/>
                      <a:pt x="99" y="39"/>
                      <a:pt x="99" y="39"/>
                    </a:cubicBezTo>
                    <a:cubicBezTo>
                      <a:pt x="100" y="39"/>
                      <a:pt x="100" y="39"/>
                      <a:pt x="100" y="39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23" y="48"/>
                      <a:pt x="123" y="48"/>
                      <a:pt x="123" y="48"/>
                    </a:cubicBezTo>
                    <a:cubicBezTo>
                      <a:pt x="100" y="48"/>
                      <a:pt x="100" y="48"/>
                      <a:pt x="100" y="48"/>
                    </a:cubicBezTo>
                    <a:moveTo>
                      <a:pt x="154" y="48"/>
                    </a:move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8" y="39"/>
                      <a:pt x="178" y="39"/>
                      <a:pt x="178" y="39"/>
                    </a:cubicBezTo>
                    <a:cubicBezTo>
                      <a:pt x="178" y="47"/>
                      <a:pt x="178" y="47"/>
                      <a:pt x="178" y="47"/>
                    </a:cubicBezTo>
                    <a:cubicBezTo>
                      <a:pt x="177" y="48"/>
                      <a:pt x="177" y="48"/>
                      <a:pt x="177" y="48"/>
                    </a:cubicBezTo>
                    <a:cubicBezTo>
                      <a:pt x="154" y="48"/>
                      <a:pt x="154" y="48"/>
                      <a:pt x="154" y="48"/>
                    </a:cubicBezTo>
                    <a:moveTo>
                      <a:pt x="104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0" y="0"/>
                      <a:pt x="80" y="0"/>
                      <a:pt x="80" y="1"/>
                    </a:cubicBezTo>
                    <a:cubicBezTo>
                      <a:pt x="80" y="15"/>
                      <a:pt x="80" y="15"/>
                      <a:pt x="80" y="15"/>
                    </a:cubicBezTo>
                    <a:cubicBezTo>
                      <a:pt x="59" y="15"/>
                      <a:pt x="59" y="15"/>
                      <a:pt x="59" y="15"/>
                    </a:cubicBezTo>
                    <a:cubicBezTo>
                      <a:pt x="57" y="15"/>
                      <a:pt x="56" y="16"/>
                      <a:pt x="56" y="18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201"/>
                      <a:pt x="0" y="201"/>
                      <a:pt x="0" y="201"/>
                    </a:cubicBezTo>
                    <a:cubicBezTo>
                      <a:pt x="0" y="201"/>
                      <a:pt x="0" y="201"/>
                      <a:pt x="0" y="201"/>
                    </a:cubicBezTo>
                    <a:cubicBezTo>
                      <a:pt x="37" y="201"/>
                      <a:pt x="37" y="201"/>
                      <a:pt x="37" y="201"/>
                    </a:cubicBezTo>
                    <a:cubicBezTo>
                      <a:pt x="38" y="201"/>
                      <a:pt x="38" y="201"/>
                      <a:pt x="38" y="201"/>
                    </a:cubicBezTo>
                    <a:cubicBezTo>
                      <a:pt x="38" y="178"/>
                      <a:pt x="38" y="178"/>
                      <a:pt x="38" y="178"/>
                    </a:cubicBezTo>
                    <a:cubicBezTo>
                      <a:pt x="39" y="177"/>
                      <a:pt x="39" y="177"/>
                      <a:pt x="39" y="177"/>
                    </a:cubicBezTo>
                    <a:cubicBezTo>
                      <a:pt x="54" y="177"/>
                      <a:pt x="54" y="177"/>
                      <a:pt x="54" y="177"/>
                    </a:cubicBezTo>
                    <a:cubicBezTo>
                      <a:pt x="55" y="178"/>
                      <a:pt x="55" y="178"/>
                      <a:pt x="55" y="178"/>
                    </a:cubicBezTo>
                    <a:cubicBezTo>
                      <a:pt x="55" y="201"/>
                      <a:pt x="55" y="201"/>
                      <a:pt x="55" y="201"/>
                    </a:cubicBezTo>
                    <a:cubicBezTo>
                      <a:pt x="56" y="201"/>
                      <a:pt x="56" y="201"/>
                      <a:pt x="56" y="201"/>
                    </a:cubicBezTo>
                    <a:cubicBezTo>
                      <a:pt x="129" y="201"/>
                      <a:pt x="129" y="201"/>
                      <a:pt x="129" y="201"/>
                    </a:cubicBezTo>
                    <a:cubicBezTo>
                      <a:pt x="130" y="201"/>
                      <a:pt x="130" y="201"/>
                      <a:pt x="130" y="201"/>
                    </a:cubicBezTo>
                    <a:cubicBezTo>
                      <a:pt x="130" y="178"/>
                      <a:pt x="130" y="178"/>
                      <a:pt x="130" y="178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46" y="177"/>
                      <a:pt x="146" y="177"/>
                      <a:pt x="146" y="177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201"/>
                      <a:pt x="147" y="201"/>
                      <a:pt x="147" y="201"/>
                    </a:cubicBezTo>
                    <a:cubicBezTo>
                      <a:pt x="148" y="201"/>
                      <a:pt x="148" y="201"/>
                      <a:pt x="148" y="201"/>
                    </a:cubicBezTo>
                    <a:cubicBezTo>
                      <a:pt x="185" y="201"/>
                      <a:pt x="185" y="201"/>
                      <a:pt x="185" y="201"/>
                    </a:cubicBezTo>
                    <a:cubicBezTo>
                      <a:pt x="186" y="201"/>
                      <a:pt x="186" y="201"/>
                      <a:pt x="186" y="201"/>
                    </a:cubicBezTo>
                    <a:cubicBezTo>
                      <a:pt x="186" y="31"/>
                      <a:pt x="186" y="31"/>
                      <a:pt x="186" y="31"/>
                    </a:cubicBezTo>
                    <a:cubicBezTo>
                      <a:pt x="185" y="31"/>
                      <a:pt x="185" y="31"/>
                      <a:pt x="185" y="31"/>
                    </a:cubicBezTo>
                    <a:cubicBezTo>
                      <a:pt x="185" y="31"/>
                      <a:pt x="185" y="31"/>
                      <a:pt x="185" y="31"/>
                    </a:cubicBezTo>
                    <a:cubicBezTo>
                      <a:pt x="126" y="31"/>
                      <a:pt x="126" y="31"/>
                      <a:pt x="126" y="31"/>
                    </a:cubicBezTo>
                    <a:cubicBezTo>
                      <a:pt x="126" y="18"/>
                      <a:pt x="126" y="18"/>
                      <a:pt x="126" y="18"/>
                    </a:cubicBezTo>
                    <a:cubicBezTo>
                      <a:pt x="126" y="16"/>
                      <a:pt x="125" y="15"/>
                      <a:pt x="123" y="15"/>
                    </a:cubicBezTo>
                    <a:cubicBezTo>
                      <a:pt x="106" y="15"/>
                      <a:pt x="106" y="15"/>
                      <a:pt x="106" y="15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06" y="0"/>
                      <a:pt x="105" y="0"/>
                      <a:pt x="104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00" name="isḻidê"/>
              <p:cNvSpPr/>
              <p:nvPr/>
            </p:nvSpPr>
            <p:spPr bwMode="auto">
              <a:xfrm>
                <a:off x="10309225" y="4260851"/>
                <a:ext cx="17463" cy="30163"/>
              </a:xfrm>
              <a:custGeom>
                <a:avLst/>
                <a:gdLst>
                  <a:gd name="T0" fmla="*/ 1 w 6"/>
                  <a:gd name="T1" fmla="*/ 0 h 10"/>
                  <a:gd name="T2" fmla="*/ 0 w 6"/>
                  <a:gd name="T3" fmla="*/ 0 h 10"/>
                  <a:gd name="T4" fmla="*/ 6 w 6"/>
                  <a:gd name="T5" fmla="*/ 10 h 10"/>
                  <a:gd name="T6" fmla="*/ 1 w 6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3" y="9"/>
                      <a:pt x="6" y="10"/>
                    </a:cubicBezTo>
                    <a:cubicBezTo>
                      <a:pt x="3" y="9"/>
                      <a:pt x="1" y="5"/>
                      <a:pt x="1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01" name="ïṧliďê"/>
              <p:cNvSpPr/>
              <p:nvPr/>
            </p:nvSpPr>
            <p:spPr bwMode="auto">
              <a:xfrm>
                <a:off x="10309225" y="4189413"/>
                <a:ext cx="163513" cy="104775"/>
              </a:xfrm>
              <a:custGeom>
                <a:avLst/>
                <a:gdLst>
                  <a:gd name="T0" fmla="*/ 28 w 56"/>
                  <a:gd name="T1" fmla="*/ 0 h 36"/>
                  <a:gd name="T2" fmla="*/ 17 w 56"/>
                  <a:gd name="T3" fmla="*/ 7 h 36"/>
                  <a:gd name="T4" fmla="*/ 10 w 56"/>
                  <a:gd name="T5" fmla="*/ 11 h 36"/>
                  <a:gd name="T6" fmla="*/ 10 w 56"/>
                  <a:gd name="T7" fmla="*/ 11 h 36"/>
                  <a:gd name="T8" fmla="*/ 9 w 56"/>
                  <a:gd name="T9" fmla="*/ 11 h 36"/>
                  <a:gd name="T10" fmla="*/ 0 w 56"/>
                  <a:gd name="T11" fmla="*/ 23 h 36"/>
                  <a:gd name="T12" fmla="*/ 1 w 56"/>
                  <a:gd name="T13" fmla="*/ 25 h 36"/>
                  <a:gd name="T14" fmla="*/ 3 w 56"/>
                  <a:gd name="T15" fmla="*/ 23 h 36"/>
                  <a:gd name="T16" fmla="*/ 14 w 56"/>
                  <a:gd name="T17" fmla="*/ 16 h 36"/>
                  <a:gd name="T18" fmla="*/ 19 w 56"/>
                  <a:gd name="T19" fmla="*/ 18 h 36"/>
                  <a:gd name="T20" fmla="*/ 25 w 56"/>
                  <a:gd name="T21" fmla="*/ 23 h 36"/>
                  <a:gd name="T22" fmla="*/ 32 w 56"/>
                  <a:gd name="T23" fmla="*/ 27 h 36"/>
                  <a:gd name="T24" fmla="*/ 32 w 56"/>
                  <a:gd name="T25" fmla="*/ 27 h 36"/>
                  <a:gd name="T26" fmla="*/ 40 w 56"/>
                  <a:gd name="T27" fmla="*/ 34 h 36"/>
                  <a:gd name="T28" fmla="*/ 38 w 56"/>
                  <a:gd name="T29" fmla="*/ 34 h 36"/>
                  <a:gd name="T30" fmla="*/ 32 w 56"/>
                  <a:gd name="T31" fmla="*/ 35 h 36"/>
                  <a:gd name="T32" fmla="*/ 28 w 56"/>
                  <a:gd name="T33" fmla="*/ 36 h 36"/>
                  <a:gd name="T34" fmla="*/ 28 w 56"/>
                  <a:gd name="T35" fmla="*/ 36 h 36"/>
                  <a:gd name="T36" fmla="*/ 28 w 56"/>
                  <a:gd name="T37" fmla="*/ 36 h 36"/>
                  <a:gd name="T38" fmla="*/ 23 w 56"/>
                  <a:gd name="T39" fmla="*/ 35 h 36"/>
                  <a:gd name="T40" fmla="*/ 18 w 56"/>
                  <a:gd name="T41" fmla="*/ 34 h 36"/>
                  <a:gd name="T42" fmla="*/ 12 w 56"/>
                  <a:gd name="T43" fmla="*/ 35 h 36"/>
                  <a:gd name="T44" fmla="*/ 9 w 56"/>
                  <a:gd name="T45" fmla="*/ 36 h 36"/>
                  <a:gd name="T46" fmla="*/ 6 w 56"/>
                  <a:gd name="T47" fmla="*/ 35 h 36"/>
                  <a:gd name="T48" fmla="*/ 9 w 56"/>
                  <a:gd name="T49" fmla="*/ 36 h 36"/>
                  <a:gd name="T50" fmla="*/ 9 w 56"/>
                  <a:gd name="T51" fmla="*/ 36 h 36"/>
                  <a:gd name="T52" fmla="*/ 13 w 56"/>
                  <a:gd name="T53" fmla="*/ 35 h 36"/>
                  <a:gd name="T54" fmla="*/ 18 w 56"/>
                  <a:gd name="T55" fmla="*/ 34 h 36"/>
                  <a:gd name="T56" fmla="*/ 23 w 56"/>
                  <a:gd name="T57" fmla="*/ 35 h 36"/>
                  <a:gd name="T58" fmla="*/ 28 w 56"/>
                  <a:gd name="T59" fmla="*/ 36 h 36"/>
                  <a:gd name="T60" fmla="*/ 33 w 56"/>
                  <a:gd name="T61" fmla="*/ 35 h 36"/>
                  <a:gd name="T62" fmla="*/ 38 w 56"/>
                  <a:gd name="T63" fmla="*/ 34 h 36"/>
                  <a:gd name="T64" fmla="*/ 43 w 56"/>
                  <a:gd name="T65" fmla="*/ 35 h 36"/>
                  <a:gd name="T66" fmla="*/ 46 w 56"/>
                  <a:gd name="T67" fmla="*/ 36 h 36"/>
                  <a:gd name="T68" fmla="*/ 47 w 56"/>
                  <a:gd name="T69" fmla="*/ 36 h 36"/>
                  <a:gd name="T70" fmla="*/ 56 w 56"/>
                  <a:gd name="T71" fmla="*/ 23 h 36"/>
                  <a:gd name="T72" fmla="*/ 54 w 56"/>
                  <a:gd name="T73" fmla="*/ 16 h 36"/>
                  <a:gd name="T74" fmla="*/ 46 w 56"/>
                  <a:gd name="T75" fmla="*/ 20 h 36"/>
                  <a:gd name="T76" fmla="*/ 51 w 56"/>
                  <a:gd name="T77" fmla="*/ 12 h 36"/>
                  <a:gd name="T78" fmla="*/ 46 w 56"/>
                  <a:gd name="T79" fmla="*/ 11 h 36"/>
                  <a:gd name="T80" fmla="*/ 46 w 56"/>
                  <a:gd name="T81" fmla="*/ 11 h 36"/>
                  <a:gd name="T82" fmla="*/ 45 w 56"/>
                  <a:gd name="T83" fmla="*/ 11 h 36"/>
                  <a:gd name="T84" fmla="*/ 42 w 56"/>
                  <a:gd name="T85" fmla="*/ 12 h 36"/>
                  <a:gd name="T86" fmla="*/ 44 w 56"/>
                  <a:gd name="T87" fmla="*/ 10 h 36"/>
                  <a:gd name="T88" fmla="*/ 39 w 56"/>
                  <a:gd name="T89" fmla="*/ 7 h 36"/>
                  <a:gd name="T90" fmla="*/ 35 w 56"/>
                  <a:gd name="T91" fmla="*/ 10 h 36"/>
                  <a:gd name="T92" fmla="*/ 38 w 56"/>
                  <a:gd name="T93" fmla="*/ 5 h 36"/>
                  <a:gd name="T94" fmla="*/ 28 w 56"/>
                  <a:gd name="T9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6" h="36">
                    <a:moveTo>
                      <a:pt x="28" y="0"/>
                    </a:moveTo>
                    <a:cubicBezTo>
                      <a:pt x="23" y="0"/>
                      <a:pt x="19" y="3"/>
                      <a:pt x="17" y="7"/>
                    </a:cubicBezTo>
                    <a:cubicBezTo>
                      <a:pt x="15" y="9"/>
                      <a:pt x="13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4" y="11"/>
                      <a:pt x="0" y="16"/>
                      <a:pt x="0" y="23"/>
                    </a:cubicBezTo>
                    <a:cubicBezTo>
                      <a:pt x="0" y="24"/>
                      <a:pt x="0" y="25"/>
                      <a:pt x="1" y="25"/>
                    </a:cubicBezTo>
                    <a:cubicBezTo>
                      <a:pt x="1" y="25"/>
                      <a:pt x="2" y="24"/>
                      <a:pt x="3" y="23"/>
                    </a:cubicBezTo>
                    <a:cubicBezTo>
                      <a:pt x="5" y="19"/>
                      <a:pt x="9" y="16"/>
                      <a:pt x="14" y="16"/>
                    </a:cubicBezTo>
                    <a:cubicBezTo>
                      <a:pt x="15" y="16"/>
                      <a:pt x="17" y="17"/>
                      <a:pt x="19" y="18"/>
                    </a:cubicBezTo>
                    <a:cubicBezTo>
                      <a:pt x="22" y="19"/>
                      <a:pt x="23" y="21"/>
                      <a:pt x="25" y="23"/>
                    </a:cubicBezTo>
                    <a:cubicBezTo>
                      <a:pt x="26" y="26"/>
                      <a:pt x="29" y="27"/>
                      <a:pt x="32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6" y="27"/>
                      <a:pt x="39" y="30"/>
                      <a:pt x="40" y="34"/>
                    </a:cubicBezTo>
                    <a:cubicBezTo>
                      <a:pt x="39" y="34"/>
                      <a:pt x="38" y="34"/>
                      <a:pt x="38" y="34"/>
                    </a:cubicBezTo>
                    <a:cubicBezTo>
                      <a:pt x="36" y="34"/>
                      <a:pt x="34" y="34"/>
                      <a:pt x="32" y="35"/>
                    </a:cubicBezTo>
                    <a:cubicBezTo>
                      <a:pt x="31" y="35"/>
                      <a:pt x="29" y="36"/>
                      <a:pt x="28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6" y="36"/>
                      <a:pt x="25" y="35"/>
                      <a:pt x="23" y="35"/>
                    </a:cubicBezTo>
                    <a:cubicBezTo>
                      <a:pt x="22" y="34"/>
                      <a:pt x="20" y="34"/>
                      <a:pt x="18" y="34"/>
                    </a:cubicBezTo>
                    <a:cubicBezTo>
                      <a:pt x="16" y="34"/>
                      <a:pt x="14" y="34"/>
                      <a:pt x="12" y="35"/>
                    </a:cubicBezTo>
                    <a:cubicBezTo>
                      <a:pt x="11" y="35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5"/>
                    </a:cubicBezTo>
                    <a:cubicBezTo>
                      <a:pt x="7" y="36"/>
                      <a:pt x="8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11" y="36"/>
                      <a:pt x="12" y="36"/>
                      <a:pt x="13" y="35"/>
                    </a:cubicBezTo>
                    <a:cubicBezTo>
                      <a:pt x="14" y="34"/>
                      <a:pt x="16" y="34"/>
                      <a:pt x="18" y="34"/>
                    </a:cubicBezTo>
                    <a:cubicBezTo>
                      <a:pt x="20" y="34"/>
                      <a:pt x="22" y="34"/>
                      <a:pt x="23" y="35"/>
                    </a:cubicBezTo>
                    <a:cubicBezTo>
                      <a:pt x="25" y="36"/>
                      <a:pt x="26" y="36"/>
                      <a:pt x="28" y="36"/>
                    </a:cubicBezTo>
                    <a:cubicBezTo>
                      <a:pt x="30" y="36"/>
                      <a:pt x="31" y="36"/>
                      <a:pt x="33" y="35"/>
                    </a:cubicBezTo>
                    <a:cubicBezTo>
                      <a:pt x="34" y="34"/>
                      <a:pt x="36" y="34"/>
                      <a:pt x="38" y="34"/>
                    </a:cubicBezTo>
                    <a:cubicBezTo>
                      <a:pt x="40" y="34"/>
                      <a:pt x="42" y="34"/>
                      <a:pt x="43" y="35"/>
                    </a:cubicBezTo>
                    <a:cubicBezTo>
                      <a:pt x="44" y="36"/>
                      <a:pt x="45" y="36"/>
                      <a:pt x="46" y="36"/>
                    </a:cubicBezTo>
                    <a:cubicBezTo>
                      <a:pt x="46" y="36"/>
                      <a:pt x="47" y="36"/>
                      <a:pt x="47" y="36"/>
                    </a:cubicBezTo>
                    <a:cubicBezTo>
                      <a:pt x="51" y="36"/>
                      <a:pt x="56" y="30"/>
                      <a:pt x="56" y="23"/>
                    </a:cubicBezTo>
                    <a:cubicBezTo>
                      <a:pt x="56" y="21"/>
                      <a:pt x="55" y="18"/>
                      <a:pt x="54" y="16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49" y="11"/>
                      <a:pt x="48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2" y="10"/>
                      <a:pt x="40" y="8"/>
                      <a:pt x="39" y="7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5" y="2"/>
                      <a:pt x="32" y="0"/>
                      <a:pt x="28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02" name="ïsḷiḋe"/>
              <p:cNvSpPr/>
              <p:nvPr/>
            </p:nvSpPr>
            <p:spPr bwMode="auto">
              <a:xfrm>
                <a:off x="10312400" y="4235451"/>
                <a:ext cx="112713" cy="58738"/>
              </a:xfrm>
              <a:custGeom>
                <a:avLst/>
                <a:gdLst>
                  <a:gd name="T0" fmla="*/ 13 w 39"/>
                  <a:gd name="T1" fmla="*/ 0 h 20"/>
                  <a:gd name="T2" fmla="*/ 2 w 39"/>
                  <a:gd name="T3" fmla="*/ 7 h 20"/>
                  <a:gd name="T4" fmla="*/ 0 w 39"/>
                  <a:gd name="T5" fmla="*/ 9 h 20"/>
                  <a:gd name="T6" fmla="*/ 5 w 39"/>
                  <a:gd name="T7" fmla="*/ 19 h 20"/>
                  <a:gd name="T8" fmla="*/ 8 w 39"/>
                  <a:gd name="T9" fmla="*/ 20 h 20"/>
                  <a:gd name="T10" fmla="*/ 11 w 39"/>
                  <a:gd name="T11" fmla="*/ 19 h 20"/>
                  <a:gd name="T12" fmla="*/ 17 w 39"/>
                  <a:gd name="T13" fmla="*/ 18 h 20"/>
                  <a:gd name="T14" fmla="*/ 22 w 39"/>
                  <a:gd name="T15" fmla="*/ 19 h 20"/>
                  <a:gd name="T16" fmla="*/ 27 w 39"/>
                  <a:gd name="T17" fmla="*/ 20 h 20"/>
                  <a:gd name="T18" fmla="*/ 27 w 39"/>
                  <a:gd name="T19" fmla="*/ 20 h 20"/>
                  <a:gd name="T20" fmla="*/ 27 w 39"/>
                  <a:gd name="T21" fmla="*/ 20 h 20"/>
                  <a:gd name="T22" fmla="*/ 31 w 39"/>
                  <a:gd name="T23" fmla="*/ 19 h 20"/>
                  <a:gd name="T24" fmla="*/ 37 w 39"/>
                  <a:gd name="T25" fmla="*/ 18 h 20"/>
                  <a:gd name="T26" fmla="*/ 39 w 39"/>
                  <a:gd name="T27" fmla="*/ 18 h 20"/>
                  <a:gd name="T28" fmla="*/ 31 w 39"/>
                  <a:gd name="T29" fmla="*/ 11 h 20"/>
                  <a:gd name="T30" fmla="*/ 31 w 39"/>
                  <a:gd name="T31" fmla="*/ 11 h 20"/>
                  <a:gd name="T32" fmla="*/ 24 w 39"/>
                  <a:gd name="T33" fmla="*/ 7 h 20"/>
                  <a:gd name="T34" fmla="*/ 18 w 39"/>
                  <a:gd name="T35" fmla="*/ 2 h 20"/>
                  <a:gd name="T36" fmla="*/ 13 w 39"/>
                  <a:gd name="T3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9" h="20">
                    <a:moveTo>
                      <a:pt x="13" y="0"/>
                    </a:moveTo>
                    <a:cubicBezTo>
                      <a:pt x="8" y="0"/>
                      <a:pt x="4" y="3"/>
                      <a:pt x="2" y="7"/>
                    </a:cubicBezTo>
                    <a:cubicBezTo>
                      <a:pt x="1" y="8"/>
                      <a:pt x="0" y="9"/>
                      <a:pt x="0" y="9"/>
                    </a:cubicBezTo>
                    <a:cubicBezTo>
                      <a:pt x="0" y="14"/>
                      <a:pt x="2" y="18"/>
                      <a:pt x="5" y="19"/>
                    </a:cubicBezTo>
                    <a:cubicBezTo>
                      <a:pt x="6" y="20"/>
                      <a:pt x="7" y="20"/>
                      <a:pt x="8" y="20"/>
                    </a:cubicBezTo>
                    <a:cubicBezTo>
                      <a:pt x="9" y="20"/>
                      <a:pt x="10" y="19"/>
                      <a:pt x="11" y="19"/>
                    </a:cubicBezTo>
                    <a:cubicBezTo>
                      <a:pt x="13" y="18"/>
                      <a:pt x="15" y="18"/>
                      <a:pt x="17" y="18"/>
                    </a:cubicBezTo>
                    <a:cubicBezTo>
                      <a:pt x="19" y="18"/>
                      <a:pt x="21" y="18"/>
                      <a:pt x="22" y="19"/>
                    </a:cubicBezTo>
                    <a:cubicBezTo>
                      <a:pt x="24" y="19"/>
                      <a:pt x="25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20"/>
                      <a:pt x="30" y="19"/>
                      <a:pt x="31" y="19"/>
                    </a:cubicBezTo>
                    <a:cubicBezTo>
                      <a:pt x="33" y="18"/>
                      <a:pt x="35" y="18"/>
                      <a:pt x="37" y="18"/>
                    </a:cubicBezTo>
                    <a:cubicBezTo>
                      <a:pt x="37" y="18"/>
                      <a:pt x="38" y="18"/>
                      <a:pt x="39" y="18"/>
                    </a:cubicBezTo>
                    <a:cubicBezTo>
                      <a:pt x="38" y="14"/>
                      <a:pt x="35" y="11"/>
                      <a:pt x="31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8" y="11"/>
                      <a:pt x="25" y="10"/>
                      <a:pt x="24" y="7"/>
                    </a:cubicBezTo>
                    <a:cubicBezTo>
                      <a:pt x="22" y="5"/>
                      <a:pt x="21" y="3"/>
                      <a:pt x="18" y="2"/>
                    </a:cubicBezTo>
                    <a:cubicBezTo>
                      <a:pt x="16" y="1"/>
                      <a:pt x="14" y="0"/>
                      <a:pt x="13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4753" y="510988"/>
            <a:ext cx="11201400" cy="579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graduation-cap-variant_30915"/>
          <p:cNvSpPr>
            <a:spLocks noChangeAspect="1"/>
          </p:cNvSpPr>
          <p:nvPr/>
        </p:nvSpPr>
        <p:spPr bwMode="auto">
          <a:xfrm>
            <a:off x="1824276" y="164565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81388" y="1155710"/>
            <a:ext cx="1912703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4</a:t>
            </a:r>
            <a:endParaRPr lang="zh-CN" altLang="en-US" sz="287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81776" y="3404714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研究方法与思路</a:t>
            </a:r>
            <a:endParaRPr lang="zh-CN" altLang="en-US" sz="44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5223" y="4235711"/>
            <a:ext cx="4227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methods and ideas</a:t>
            </a:r>
            <a:endParaRPr lang="en-US" altLang="zh-CN" sz="28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04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研究方法与思路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methods and ideas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7" name="24119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14399" y="2466958"/>
            <a:ext cx="10465381" cy="2653682"/>
            <a:chOff x="673100" y="2263478"/>
            <a:chExt cx="10845800" cy="2750144"/>
          </a:xfrm>
        </p:grpSpPr>
        <p:grpSp>
          <p:nvGrpSpPr>
            <p:cNvPr id="8" name="îṣḷîdè"/>
            <p:cNvGrpSpPr/>
            <p:nvPr/>
          </p:nvGrpSpPr>
          <p:grpSpPr>
            <a:xfrm>
              <a:off x="673100" y="2263478"/>
              <a:ext cx="2679702" cy="2363386"/>
              <a:chOff x="673099" y="2263478"/>
              <a:chExt cx="2679702" cy="2363386"/>
            </a:xfrm>
          </p:grpSpPr>
          <p:sp>
            <p:nvSpPr>
              <p:cNvPr id="27" name="îs1ïḋe"/>
              <p:cNvSpPr/>
              <p:nvPr/>
            </p:nvSpPr>
            <p:spPr>
              <a:xfrm>
                <a:off x="1888381" y="3160319"/>
                <a:ext cx="237067" cy="175172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grpSp>
            <p:nvGrpSpPr>
              <p:cNvPr id="28" name="išḷîďê"/>
              <p:cNvGrpSpPr/>
              <p:nvPr/>
            </p:nvGrpSpPr>
            <p:grpSpPr>
              <a:xfrm>
                <a:off x="673099" y="3335490"/>
                <a:ext cx="2679702" cy="1291374"/>
                <a:chOff x="673099" y="3335490"/>
                <a:chExt cx="2667630" cy="1291374"/>
              </a:xfrm>
            </p:grpSpPr>
            <p:sp>
              <p:nvSpPr>
                <p:cNvPr id="30" name="işlíḑê"/>
                <p:cNvSpPr/>
                <p:nvPr/>
              </p:nvSpPr>
              <p:spPr>
                <a:xfrm>
                  <a:off x="673099" y="3335490"/>
                  <a:ext cx="2667630" cy="60877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Text here</a:t>
                  </a:r>
                  <a:endParaRPr lang="en-US" altLang="zh-CN" sz="20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31" name="íşľíḍe"/>
                <p:cNvSpPr/>
                <p:nvPr/>
              </p:nvSpPr>
              <p:spPr bwMode="auto">
                <a:xfrm>
                  <a:off x="673099" y="3944267"/>
                  <a:ext cx="2667630" cy="6825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en-US" altLang="zh-CN" sz="1100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Copy paste fonts. Choose the only option to retain text.</a:t>
                  </a:r>
                  <a:endPara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</p:grpSp>
          <p:sp>
            <p:nvSpPr>
              <p:cNvPr id="29" name="íṥ1ïḓe"/>
              <p:cNvSpPr/>
              <p:nvPr/>
            </p:nvSpPr>
            <p:spPr>
              <a:xfrm>
                <a:off x="1571539" y="2263478"/>
                <a:ext cx="870751" cy="830997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 fontScale="85000" lnSpcReduction="10000"/>
              </a:bodyPr>
              <a:lstStyle/>
              <a:p>
                <a:pPr algn="ctr" defTabSz="914400"/>
                <a:r>
                  <a:rPr lang="en-US" altLang="zh-CN" sz="4800" b="1" i="1" dirty="0">
                    <a:solidFill>
                      <a:schemeClr val="accent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01</a:t>
                </a:r>
                <a:endParaRPr lang="zh-CN" altLang="en-US" sz="4800" b="1" i="1" dirty="0">
                  <a:solidFill>
                    <a:schemeClr val="accent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9" name="íṧḻiḍè"/>
            <p:cNvGrpSpPr/>
            <p:nvPr/>
          </p:nvGrpSpPr>
          <p:grpSpPr>
            <a:xfrm>
              <a:off x="3389096" y="2585399"/>
              <a:ext cx="2685739" cy="2428223"/>
              <a:chOff x="3356906" y="2585399"/>
              <a:chExt cx="2685739" cy="2428223"/>
            </a:xfrm>
          </p:grpSpPr>
          <p:sp>
            <p:nvSpPr>
              <p:cNvPr id="22" name="ïsļíḑé"/>
              <p:cNvSpPr/>
              <p:nvPr/>
            </p:nvSpPr>
            <p:spPr>
              <a:xfrm flipV="1">
                <a:off x="4584261" y="3941609"/>
                <a:ext cx="237067" cy="175172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23" name="íṥļíḑè"/>
              <p:cNvSpPr/>
              <p:nvPr/>
            </p:nvSpPr>
            <p:spPr>
              <a:xfrm>
                <a:off x="4267419" y="4182625"/>
                <a:ext cx="870751" cy="830997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 fontScale="85000" lnSpcReduction="10000"/>
              </a:bodyPr>
              <a:lstStyle/>
              <a:p>
                <a:pPr algn="ctr" defTabSz="914400"/>
                <a:r>
                  <a:rPr lang="en-US" altLang="zh-CN" sz="4800" b="1" i="1" dirty="0">
                    <a:solidFill>
                      <a:schemeClr val="accent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02</a:t>
                </a:r>
                <a:endParaRPr lang="zh-CN" altLang="en-US" sz="4800" b="1" i="1" dirty="0">
                  <a:solidFill>
                    <a:schemeClr val="accent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grpSp>
            <p:nvGrpSpPr>
              <p:cNvPr id="24" name="îṡľïḍê"/>
              <p:cNvGrpSpPr/>
              <p:nvPr/>
            </p:nvGrpSpPr>
            <p:grpSpPr>
              <a:xfrm>
                <a:off x="3356906" y="2585399"/>
                <a:ext cx="2685739" cy="1356211"/>
                <a:chOff x="3393147" y="2585399"/>
                <a:chExt cx="2673640" cy="1356211"/>
              </a:xfrm>
            </p:grpSpPr>
            <p:sp>
              <p:nvSpPr>
                <p:cNvPr id="25" name="ïṡļîde"/>
                <p:cNvSpPr/>
                <p:nvPr/>
              </p:nvSpPr>
              <p:spPr>
                <a:xfrm>
                  <a:off x="3399157" y="3332833"/>
                  <a:ext cx="2667630" cy="60877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Text here</a:t>
                  </a:r>
                  <a:endParaRPr lang="en-US" altLang="zh-CN" sz="20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26" name="iṣḷíḑè"/>
                <p:cNvSpPr/>
                <p:nvPr/>
              </p:nvSpPr>
              <p:spPr bwMode="auto">
                <a:xfrm>
                  <a:off x="3393147" y="2585399"/>
                  <a:ext cx="2667630" cy="517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en-US" altLang="zh-CN" sz="1100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Copy paste fonts. Choose the only option to retain text.</a:t>
                  </a:r>
                  <a:endPara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</p:grpSp>
        </p:grpSp>
        <p:grpSp>
          <p:nvGrpSpPr>
            <p:cNvPr id="10" name="iṥļíďè"/>
            <p:cNvGrpSpPr/>
            <p:nvPr/>
          </p:nvGrpSpPr>
          <p:grpSpPr>
            <a:xfrm>
              <a:off x="6117166" y="2263478"/>
              <a:ext cx="2679702" cy="2363386"/>
              <a:chOff x="6052787" y="2263478"/>
              <a:chExt cx="2679702" cy="2363386"/>
            </a:xfrm>
          </p:grpSpPr>
          <p:sp>
            <p:nvSpPr>
              <p:cNvPr id="17" name="ïsļíḓé"/>
              <p:cNvSpPr/>
              <p:nvPr/>
            </p:nvSpPr>
            <p:spPr>
              <a:xfrm>
                <a:off x="7274105" y="3160319"/>
                <a:ext cx="237067" cy="175172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8" name="ïŝlïďe"/>
              <p:cNvSpPr/>
              <p:nvPr/>
            </p:nvSpPr>
            <p:spPr>
              <a:xfrm>
                <a:off x="6957263" y="2263478"/>
                <a:ext cx="870751" cy="830997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 fontScale="85000" lnSpcReduction="10000"/>
              </a:bodyPr>
              <a:lstStyle/>
              <a:p>
                <a:pPr algn="ctr" defTabSz="914400"/>
                <a:r>
                  <a:rPr lang="en-US" altLang="zh-CN" sz="4800" b="1" i="1" dirty="0">
                    <a:solidFill>
                      <a:schemeClr val="accent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03</a:t>
                </a:r>
                <a:endParaRPr lang="zh-CN" altLang="en-US" sz="4800" b="1" i="1" dirty="0">
                  <a:solidFill>
                    <a:schemeClr val="accent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grpSp>
            <p:nvGrpSpPr>
              <p:cNvPr id="19" name="îşḷiḍe"/>
              <p:cNvGrpSpPr/>
              <p:nvPr/>
            </p:nvGrpSpPr>
            <p:grpSpPr>
              <a:xfrm>
                <a:off x="6052787" y="3335490"/>
                <a:ext cx="2679702" cy="1291374"/>
                <a:chOff x="6125215" y="3335490"/>
                <a:chExt cx="2667630" cy="1291374"/>
              </a:xfrm>
            </p:grpSpPr>
            <p:sp>
              <p:nvSpPr>
                <p:cNvPr id="20" name="îšľîďe"/>
                <p:cNvSpPr/>
                <p:nvPr/>
              </p:nvSpPr>
              <p:spPr>
                <a:xfrm>
                  <a:off x="6125215" y="3335490"/>
                  <a:ext cx="2667630" cy="60877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Text here</a:t>
                  </a:r>
                  <a:endParaRPr lang="en-US" altLang="zh-CN" sz="20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21" name="ísľiḍe"/>
                <p:cNvSpPr/>
                <p:nvPr/>
              </p:nvSpPr>
              <p:spPr bwMode="auto">
                <a:xfrm>
                  <a:off x="6125215" y="3944267"/>
                  <a:ext cx="2667630" cy="6825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en-US" altLang="zh-CN" sz="1100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Copy paste fonts. Choose the only option to retain text.</a:t>
                  </a:r>
                  <a:endPara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</p:grpSp>
        </p:grpSp>
        <p:grpSp>
          <p:nvGrpSpPr>
            <p:cNvPr id="11" name="îŝľidè"/>
            <p:cNvGrpSpPr/>
            <p:nvPr/>
          </p:nvGrpSpPr>
          <p:grpSpPr>
            <a:xfrm>
              <a:off x="8839198" y="2475183"/>
              <a:ext cx="2679702" cy="2538439"/>
              <a:chOff x="8839198" y="2475183"/>
              <a:chExt cx="2679702" cy="2538439"/>
            </a:xfrm>
          </p:grpSpPr>
          <p:sp>
            <p:nvSpPr>
              <p:cNvPr id="12" name="íŝľiḓe"/>
              <p:cNvSpPr/>
              <p:nvPr/>
            </p:nvSpPr>
            <p:spPr>
              <a:xfrm flipV="1">
                <a:off x="10060516" y="3941609"/>
                <a:ext cx="237067" cy="175172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3" name="íṥļiḍè"/>
              <p:cNvSpPr/>
              <p:nvPr/>
            </p:nvSpPr>
            <p:spPr>
              <a:xfrm>
                <a:off x="9743674" y="4182625"/>
                <a:ext cx="870751" cy="830997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 fontScale="85000" lnSpcReduction="10000"/>
              </a:bodyPr>
              <a:lstStyle/>
              <a:p>
                <a:pPr algn="ctr" defTabSz="914400"/>
                <a:r>
                  <a:rPr lang="en-US" altLang="zh-CN" sz="4800" b="1" i="1" dirty="0">
                    <a:solidFill>
                      <a:schemeClr val="accent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04</a:t>
                </a:r>
                <a:endParaRPr lang="zh-CN" altLang="en-US" sz="4800" b="1" i="1" dirty="0">
                  <a:solidFill>
                    <a:schemeClr val="accent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grpSp>
            <p:nvGrpSpPr>
              <p:cNvPr id="14" name="îṣlïḑé"/>
              <p:cNvGrpSpPr/>
              <p:nvPr/>
            </p:nvGrpSpPr>
            <p:grpSpPr>
              <a:xfrm>
                <a:off x="8839198" y="2475183"/>
                <a:ext cx="2679702" cy="1466427"/>
                <a:chOff x="8851271" y="2475183"/>
                <a:chExt cx="2667630" cy="1466427"/>
              </a:xfrm>
            </p:grpSpPr>
            <p:sp>
              <p:nvSpPr>
                <p:cNvPr id="15" name="isḻïḑê"/>
                <p:cNvSpPr/>
                <p:nvPr/>
              </p:nvSpPr>
              <p:spPr>
                <a:xfrm>
                  <a:off x="8851271" y="3332833"/>
                  <a:ext cx="2667630" cy="60877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Text here</a:t>
                  </a:r>
                  <a:endParaRPr lang="en-US" altLang="zh-CN" sz="20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16" name="iSľîdè"/>
                <p:cNvSpPr/>
                <p:nvPr/>
              </p:nvSpPr>
              <p:spPr bwMode="auto">
                <a:xfrm>
                  <a:off x="8851271" y="2475183"/>
                  <a:ext cx="2667630" cy="8576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en-US" altLang="zh-CN" sz="1100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Copy paste fonts. Choose the only option to retain text.</a:t>
                  </a:r>
                  <a:endPara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6991" y="949900"/>
            <a:ext cx="10976161" cy="5450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04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研究方法与思路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methods and ideas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9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10" name="24364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085088" y="1598467"/>
            <a:ext cx="10075956" cy="4329322"/>
            <a:chOff x="853209" y="1385888"/>
            <a:chExt cx="10485582" cy="4505325"/>
          </a:xfrm>
        </p:grpSpPr>
        <p:cxnSp>
          <p:nvCxnSpPr>
            <p:cNvPr id="11" name="直接箭头连接符 10"/>
            <p:cNvCxnSpPr>
              <a:stCxn id="25" idx="4"/>
              <a:endCxn id="27" idx="0"/>
            </p:cNvCxnSpPr>
            <p:nvPr/>
          </p:nvCxnSpPr>
          <p:spPr>
            <a:xfrm>
              <a:off x="1477097" y="2633664"/>
              <a:ext cx="0" cy="2285999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27" idx="6"/>
              <a:endCxn id="37" idx="2"/>
            </p:cNvCxnSpPr>
            <p:nvPr/>
          </p:nvCxnSpPr>
          <p:spPr>
            <a:xfrm>
              <a:off x="1824759" y="5267325"/>
              <a:ext cx="2723429" cy="0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37" idx="0"/>
              <a:endCxn id="41" idx="4"/>
            </p:cNvCxnSpPr>
            <p:nvPr/>
          </p:nvCxnSpPr>
          <p:spPr>
            <a:xfrm flipV="1">
              <a:off x="4895850" y="2357438"/>
              <a:ext cx="0" cy="2562225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41" idx="6"/>
              <a:endCxn id="35" idx="2"/>
            </p:cNvCxnSpPr>
            <p:nvPr/>
          </p:nvCxnSpPr>
          <p:spPr>
            <a:xfrm>
              <a:off x="5243512" y="2009776"/>
              <a:ext cx="2999655" cy="0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35" idx="4"/>
              <a:endCxn id="31" idx="0"/>
            </p:cNvCxnSpPr>
            <p:nvPr/>
          </p:nvCxnSpPr>
          <p:spPr>
            <a:xfrm>
              <a:off x="8590829" y="2357438"/>
              <a:ext cx="0" cy="2285999"/>
            </a:xfrm>
            <a:prstGeom prst="straightConnector1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iŝlídê"/>
            <p:cNvGrpSpPr/>
            <p:nvPr/>
          </p:nvGrpSpPr>
          <p:grpSpPr>
            <a:xfrm>
              <a:off x="4548188" y="1662114"/>
              <a:ext cx="3095624" cy="695324"/>
              <a:chOff x="4726781" y="1662114"/>
              <a:chExt cx="3095624" cy="695324"/>
            </a:xfrm>
          </p:grpSpPr>
          <p:sp>
            <p:nvSpPr>
              <p:cNvPr id="41" name="ïṣļîḋe"/>
              <p:cNvSpPr/>
              <p:nvPr/>
            </p:nvSpPr>
            <p:spPr>
              <a:xfrm>
                <a:off x="4726781" y="1662114"/>
                <a:ext cx="695324" cy="69532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6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5</a:t>
                </a:r>
                <a:endParaRPr lang="zh-CN" altLang="en-US" sz="1600" b="1" i="1" dirty="0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2" name="îṥḻîḍé"/>
              <p:cNvSpPr txBox="1"/>
              <p:nvPr/>
            </p:nvSpPr>
            <p:spPr>
              <a:xfrm>
                <a:off x="5422104" y="1738312"/>
                <a:ext cx="2400301" cy="54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  <a:buSzPct val="25000"/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17" name="ïṧľiḓê"/>
            <p:cNvGrpSpPr/>
            <p:nvPr/>
          </p:nvGrpSpPr>
          <p:grpSpPr>
            <a:xfrm>
              <a:off x="4548188" y="3295651"/>
              <a:ext cx="3095624" cy="695324"/>
              <a:chOff x="4726781" y="3295651"/>
              <a:chExt cx="3095624" cy="695324"/>
            </a:xfrm>
          </p:grpSpPr>
          <p:sp>
            <p:nvSpPr>
              <p:cNvPr id="39" name="íṩļiḍè"/>
              <p:cNvSpPr/>
              <p:nvPr/>
            </p:nvSpPr>
            <p:spPr>
              <a:xfrm>
                <a:off x="4726781" y="3295651"/>
                <a:ext cx="695324" cy="69532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6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5</a:t>
                </a:r>
                <a:endParaRPr lang="zh-CN" altLang="en-US" sz="1600" b="1" i="1" dirty="0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0" name="îŝļíḋe"/>
              <p:cNvSpPr txBox="1"/>
              <p:nvPr/>
            </p:nvSpPr>
            <p:spPr>
              <a:xfrm>
                <a:off x="5422104" y="3371849"/>
                <a:ext cx="2400301" cy="54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  <a:buSzPct val="25000"/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18" name="iSlîďe"/>
            <p:cNvGrpSpPr/>
            <p:nvPr/>
          </p:nvGrpSpPr>
          <p:grpSpPr>
            <a:xfrm>
              <a:off x="4548188" y="4919663"/>
              <a:ext cx="3095624" cy="695324"/>
              <a:chOff x="4726781" y="4919663"/>
              <a:chExt cx="3095624" cy="695324"/>
            </a:xfrm>
          </p:grpSpPr>
          <p:sp>
            <p:nvSpPr>
              <p:cNvPr id="37" name="íṥ1ïḓe"/>
              <p:cNvSpPr/>
              <p:nvPr/>
            </p:nvSpPr>
            <p:spPr>
              <a:xfrm>
                <a:off x="4726781" y="4919663"/>
                <a:ext cx="695324" cy="69532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6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3</a:t>
                </a:r>
                <a:endParaRPr lang="zh-CN" altLang="en-US" sz="1600" b="1" i="1" dirty="0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38" name="íśḻîḋè"/>
              <p:cNvSpPr txBox="1"/>
              <p:nvPr/>
            </p:nvSpPr>
            <p:spPr>
              <a:xfrm>
                <a:off x="5422104" y="4995861"/>
                <a:ext cx="2400301" cy="54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  <a:buSzPct val="25000"/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19" name="ïSlïḑè"/>
            <p:cNvGrpSpPr/>
            <p:nvPr/>
          </p:nvGrpSpPr>
          <p:grpSpPr>
            <a:xfrm>
              <a:off x="8243167" y="1662114"/>
              <a:ext cx="3095624" cy="695324"/>
              <a:chOff x="7850982" y="1662114"/>
              <a:chExt cx="3095624" cy="695324"/>
            </a:xfrm>
          </p:grpSpPr>
          <p:sp>
            <p:nvSpPr>
              <p:cNvPr id="35" name="íṡļiḋè"/>
              <p:cNvSpPr/>
              <p:nvPr/>
            </p:nvSpPr>
            <p:spPr>
              <a:xfrm>
                <a:off x="7850982" y="1662114"/>
                <a:ext cx="695324" cy="69532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6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6</a:t>
                </a:r>
                <a:endParaRPr lang="zh-CN" altLang="en-US" sz="1600" b="1" i="1" dirty="0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36" name="ï$ḷiḓê"/>
              <p:cNvSpPr txBox="1"/>
              <p:nvPr/>
            </p:nvSpPr>
            <p:spPr>
              <a:xfrm>
                <a:off x="8546305" y="1738312"/>
                <a:ext cx="2400301" cy="54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  <a:buSzPct val="25000"/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20" name="işḷiḑê"/>
            <p:cNvGrpSpPr/>
            <p:nvPr/>
          </p:nvGrpSpPr>
          <p:grpSpPr>
            <a:xfrm>
              <a:off x="8243167" y="3295651"/>
              <a:ext cx="3095624" cy="695324"/>
              <a:chOff x="7850982" y="3295651"/>
              <a:chExt cx="3095624" cy="695324"/>
            </a:xfrm>
          </p:grpSpPr>
          <p:sp>
            <p:nvSpPr>
              <p:cNvPr id="33" name="íş1ïḋè"/>
              <p:cNvSpPr/>
              <p:nvPr/>
            </p:nvSpPr>
            <p:spPr>
              <a:xfrm>
                <a:off x="7850982" y="3295651"/>
                <a:ext cx="695324" cy="69532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6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7</a:t>
                </a:r>
                <a:endParaRPr lang="zh-CN" altLang="en-US" sz="1600" b="1" i="1" dirty="0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34" name="ïṣľíḋé"/>
              <p:cNvSpPr txBox="1"/>
              <p:nvPr/>
            </p:nvSpPr>
            <p:spPr>
              <a:xfrm>
                <a:off x="8546305" y="3371849"/>
                <a:ext cx="2400301" cy="54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  <a:buSzPct val="25000"/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21" name="îšľiḑê"/>
            <p:cNvGrpSpPr/>
            <p:nvPr/>
          </p:nvGrpSpPr>
          <p:grpSpPr>
            <a:xfrm>
              <a:off x="7966941" y="4643437"/>
              <a:ext cx="1247776" cy="1247776"/>
              <a:chOff x="7574756" y="4643437"/>
              <a:chExt cx="1247776" cy="1247776"/>
            </a:xfrm>
          </p:grpSpPr>
          <p:sp>
            <p:nvSpPr>
              <p:cNvPr id="31" name="iṧḻïḋe"/>
              <p:cNvSpPr/>
              <p:nvPr/>
            </p:nvSpPr>
            <p:spPr>
              <a:xfrm>
                <a:off x="7574756" y="4643437"/>
                <a:ext cx="1247776" cy="1247776"/>
              </a:xfrm>
              <a:prstGeom prst="ellipse">
                <a:avLst/>
              </a:prstGeom>
              <a:solidFill>
                <a:srgbClr val="000F4C"/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32" name="îşliďe"/>
              <p:cNvSpPr/>
              <p:nvPr/>
            </p:nvSpPr>
            <p:spPr>
              <a:xfrm>
                <a:off x="7822405" y="4917282"/>
                <a:ext cx="752478" cy="700086"/>
              </a:xfrm>
              <a:custGeom>
                <a:avLst/>
                <a:gdLst>
                  <a:gd name="connsiteX0" fmla="*/ 362096 w 576922"/>
                  <a:gd name="connsiteY0" fmla="*/ 472751 h 536754"/>
                  <a:gd name="connsiteX1" fmla="*/ 376350 w 576922"/>
                  <a:gd name="connsiteY1" fmla="*/ 536754 h 536754"/>
                  <a:gd name="connsiteX2" fmla="*/ 362096 w 576922"/>
                  <a:gd name="connsiteY2" fmla="*/ 536754 h 536754"/>
                  <a:gd name="connsiteX3" fmla="*/ 214826 w 576922"/>
                  <a:gd name="connsiteY3" fmla="*/ 472751 h 536754"/>
                  <a:gd name="connsiteX4" fmla="*/ 214826 w 576922"/>
                  <a:gd name="connsiteY4" fmla="*/ 536754 h 536754"/>
                  <a:gd name="connsiteX5" fmla="*/ 200572 w 576922"/>
                  <a:gd name="connsiteY5" fmla="*/ 536754 h 536754"/>
                  <a:gd name="connsiteX6" fmla="*/ 288461 w 576922"/>
                  <a:gd name="connsiteY6" fmla="*/ 200761 h 536754"/>
                  <a:gd name="connsiteX7" fmla="*/ 221958 w 576922"/>
                  <a:gd name="connsiteY7" fmla="*/ 267171 h 536754"/>
                  <a:gd name="connsiteX8" fmla="*/ 288461 w 576922"/>
                  <a:gd name="connsiteY8" fmla="*/ 346317 h 536754"/>
                  <a:gd name="connsiteX9" fmla="*/ 354963 w 576922"/>
                  <a:gd name="connsiteY9" fmla="*/ 267171 h 536754"/>
                  <a:gd name="connsiteX10" fmla="*/ 288461 w 576922"/>
                  <a:gd name="connsiteY10" fmla="*/ 200761 h 536754"/>
                  <a:gd name="connsiteX11" fmla="*/ 279958 w 576922"/>
                  <a:gd name="connsiteY11" fmla="*/ 97355 h 536754"/>
                  <a:gd name="connsiteX12" fmla="*/ 296963 w 576922"/>
                  <a:gd name="connsiteY12" fmla="*/ 97355 h 536754"/>
                  <a:gd name="connsiteX13" fmla="*/ 494649 w 576922"/>
                  <a:gd name="connsiteY13" fmla="*/ 267626 h 536754"/>
                  <a:gd name="connsiteX14" fmla="*/ 499204 w 576922"/>
                  <a:gd name="connsiteY14" fmla="*/ 277481 h 536754"/>
                  <a:gd name="connsiteX15" fmla="*/ 499204 w 576922"/>
                  <a:gd name="connsiteY15" fmla="*/ 523715 h 536754"/>
                  <a:gd name="connsiteX16" fmla="*/ 486147 w 576922"/>
                  <a:gd name="connsiteY16" fmla="*/ 536754 h 536754"/>
                  <a:gd name="connsiteX17" fmla="*/ 430272 w 576922"/>
                  <a:gd name="connsiteY17" fmla="*/ 536754 h 536754"/>
                  <a:gd name="connsiteX18" fmla="*/ 398084 w 576922"/>
                  <a:gd name="connsiteY18" fmla="*/ 393017 h 536754"/>
                  <a:gd name="connsiteX19" fmla="*/ 385634 w 576922"/>
                  <a:gd name="connsiteY19" fmla="*/ 376035 h 536754"/>
                  <a:gd name="connsiteX20" fmla="*/ 298482 w 576922"/>
                  <a:gd name="connsiteY20" fmla="*/ 352231 h 536754"/>
                  <a:gd name="connsiteX21" fmla="*/ 291953 w 576922"/>
                  <a:gd name="connsiteY21" fmla="*/ 365270 h 536754"/>
                  <a:gd name="connsiteX22" fmla="*/ 291801 w 576922"/>
                  <a:gd name="connsiteY22" fmla="*/ 365270 h 536754"/>
                  <a:gd name="connsiteX23" fmla="*/ 309565 w 576922"/>
                  <a:gd name="connsiteY23" fmla="*/ 502943 h 536754"/>
                  <a:gd name="connsiteX24" fmla="*/ 290131 w 576922"/>
                  <a:gd name="connsiteY24" fmla="*/ 536754 h 536754"/>
                  <a:gd name="connsiteX25" fmla="*/ 286791 w 576922"/>
                  <a:gd name="connsiteY25" fmla="*/ 536754 h 536754"/>
                  <a:gd name="connsiteX26" fmla="*/ 267356 w 576922"/>
                  <a:gd name="connsiteY26" fmla="*/ 502943 h 536754"/>
                  <a:gd name="connsiteX27" fmla="*/ 285120 w 576922"/>
                  <a:gd name="connsiteY27" fmla="*/ 365270 h 536754"/>
                  <a:gd name="connsiteX28" fmla="*/ 284969 w 576922"/>
                  <a:gd name="connsiteY28" fmla="*/ 365270 h 536754"/>
                  <a:gd name="connsiteX29" fmla="*/ 278440 w 576922"/>
                  <a:gd name="connsiteY29" fmla="*/ 352231 h 536754"/>
                  <a:gd name="connsiteX30" fmla="*/ 191288 w 576922"/>
                  <a:gd name="connsiteY30" fmla="*/ 376035 h 536754"/>
                  <a:gd name="connsiteX31" fmla="*/ 178838 w 576922"/>
                  <a:gd name="connsiteY31" fmla="*/ 393017 h 536754"/>
                  <a:gd name="connsiteX32" fmla="*/ 146649 w 576922"/>
                  <a:gd name="connsiteY32" fmla="*/ 536754 h 536754"/>
                  <a:gd name="connsiteX33" fmla="*/ 90775 w 576922"/>
                  <a:gd name="connsiteY33" fmla="*/ 536754 h 536754"/>
                  <a:gd name="connsiteX34" fmla="*/ 77717 w 576922"/>
                  <a:gd name="connsiteY34" fmla="*/ 523715 h 536754"/>
                  <a:gd name="connsiteX35" fmla="*/ 77717 w 576922"/>
                  <a:gd name="connsiteY35" fmla="*/ 277481 h 536754"/>
                  <a:gd name="connsiteX36" fmla="*/ 82272 w 576922"/>
                  <a:gd name="connsiteY36" fmla="*/ 267626 h 536754"/>
                  <a:gd name="connsiteX37" fmla="*/ 288461 w 576922"/>
                  <a:gd name="connsiteY37" fmla="*/ 0 h 536754"/>
                  <a:gd name="connsiteX38" fmla="*/ 305620 w 576922"/>
                  <a:gd name="connsiteY38" fmla="*/ 6254 h 536754"/>
                  <a:gd name="connsiteX39" fmla="*/ 567855 w 576922"/>
                  <a:gd name="connsiteY39" fmla="*/ 231550 h 536754"/>
                  <a:gd name="connsiteX40" fmla="*/ 570588 w 576922"/>
                  <a:gd name="connsiteY40" fmla="*/ 268392 h 536754"/>
                  <a:gd name="connsiteX41" fmla="*/ 550696 w 576922"/>
                  <a:gd name="connsiteY41" fmla="*/ 277488 h 536754"/>
                  <a:gd name="connsiteX42" fmla="*/ 533690 w 576922"/>
                  <a:gd name="connsiteY42" fmla="*/ 271272 h 536754"/>
                  <a:gd name="connsiteX43" fmla="*/ 288461 w 576922"/>
                  <a:gd name="connsiteY43" fmla="*/ 60683 h 536754"/>
                  <a:gd name="connsiteX44" fmla="*/ 43232 w 576922"/>
                  <a:gd name="connsiteY44" fmla="*/ 271272 h 536754"/>
                  <a:gd name="connsiteX45" fmla="*/ 6334 w 576922"/>
                  <a:gd name="connsiteY45" fmla="*/ 268392 h 536754"/>
                  <a:gd name="connsiteX46" fmla="*/ 9067 w 576922"/>
                  <a:gd name="connsiteY46" fmla="*/ 231550 h 536754"/>
                  <a:gd name="connsiteX47" fmla="*/ 271303 w 576922"/>
                  <a:gd name="connsiteY47" fmla="*/ 6254 h 536754"/>
                  <a:gd name="connsiteX48" fmla="*/ 288461 w 576922"/>
                  <a:gd name="connsiteY48" fmla="*/ 0 h 536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576922" h="536754">
                    <a:moveTo>
                      <a:pt x="362096" y="472751"/>
                    </a:moveTo>
                    <a:lnTo>
                      <a:pt x="376350" y="536754"/>
                    </a:lnTo>
                    <a:lnTo>
                      <a:pt x="362096" y="536754"/>
                    </a:lnTo>
                    <a:close/>
                    <a:moveTo>
                      <a:pt x="214826" y="472751"/>
                    </a:moveTo>
                    <a:lnTo>
                      <a:pt x="214826" y="536754"/>
                    </a:lnTo>
                    <a:lnTo>
                      <a:pt x="200572" y="536754"/>
                    </a:lnTo>
                    <a:close/>
                    <a:moveTo>
                      <a:pt x="288461" y="200761"/>
                    </a:moveTo>
                    <a:cubicBezTo>
                      <a:pt x="251717" y="200761"/>
                      <a:pt x="221958" y="230478"/>
                      <a:pt x="221958" y="267171"/>
                    </a:cubicBezTo>
                    <a:cubicBezTo>
                      <a:pt x="221958" y="303712"/>
                      <a:pt x="251717" y="346317"/>
                      <a:pt x="288461" y="346317"/>
                    </a:cubicBezTo>
                    <a:cubicBezTo>
                      <a:pt x="325204" y="346317"/>
                      <a:pt x="354963" y="303712"/>
                      <a:pt x="354963" y="267171"/>
                    </a:cubicBezTo>
                    <a:cubicBezTo>
                      <a:pt x="354963" y="230478"/>
                      <a:pt x="325204" y="200761"/>
                      <a:pt x="288461" y="200761"/>
                    </a:cubicBezTo>
                    <a:close/>
                    <a:moveTo>
                      <a:pt x="279958" y="97355"/>
                    </a:moveTo>
                    <a:cubicBezTo>
                      <a:pt x="284817" y="93109"/>
                      <a:pt x="292105" y="93109"/>
                      <a:pt x="296963" y="97355"/>
                    </a:cubicBezTo>
                    <a:lnTo>
                      <a:pt x="494649" y="267626"/>
                    </a:lnTo>
                    <a:cubicBezTo>
                      <a:pt x="497534" y="270052"/>
                      <a:pt x="499204" y="273691"/>
                      <a:pt x="499204" y="277481"/>
                    </a:cubicBezTo>
                    <a:lnTo>
                      <a:pt x="499204" y="523715"/>
                    </a:lnTo>
                    <a:cubicBezTo>
                      <a:pt x="499204" y="530993"/>
                      <a:pt x="493283" y="536754"/>
                      <a:pt x="486147" y="536754"/>
                    </a:cubicBezTo>
                    <a:lnTo>
                      <a:pt x="430272" y="536754"/>
                    </a:lnTo>
                    <a:lnTo>
                      <a:pt x="398084" y="393017"/>
                    </a:lnTo>
                    <a:cubicBezTo>
                      <a:pt x="396414" y="386194"/>
                      <a:pt x="392314" y="379826"/>
                      <a:pt x="385634" y="376035"/>
                    </a:cubicBezTo>
                    <a:cubicBezTo>
                      <a:pt x="383963" y="375126"/>
                      <a:pt x="346916" y="354808"/>
                      <a:pt x="298482" y="352231"/>
                    </a:cubicBezTo>
                    <a:lnTo>
                      <a:pt x="291953" y="365270"/>
                    </a:lnTo>
                    <a:lnTo>
                      <a:pt x="291801" y="365270"/>
                    </a:lnTo>
                    <a:lnTo>
                      <a:pt x="309565" y="502943"/>
                    </a:lnTo>
                    <a:lnTo>
                      <a:pt x="290131" y="536754"/>
                    </a:lnTo>
                    <a:lnTo>
                      <a:pt x="286791" y="536754"/>
                    </a:lnTo>
                    <a:lnTo>
                      <a:pt x="267356" y="502943"/>
                    </a:lnTo>
                    <a:lnTo>
                      <a:pt x="285120" y="365270"/>
                    </a:lnTo>
                    <a:lnTo>
                      <a:pt x="284969" y="365270"/>
                    </a:lnTo>
                    <a:lnTo>
                      <a:pt x="278440" y="352231"/>
                    </a:lnTo>
                    <a:cubicBezTo>
                      <a:pt x="229853" y="354808"/>
                      <a:pt x="192958" y="375126"/>
                      <a:pt x="191288" y="376035"/>
                    </a:cubicBezTo>
                    <a:cubicBezTo>
                      <a:pt x="184607" y="379826"/>
                      <a:pt x="180508" y="386194"/>
                      <a:pt x="178838" y="393017"/>
                    </a:cubicBezTo>
                    <a:lnTo>
                      <a:pt x="146649" y="536754"/>
                    </a:lnTo>
                    <a:lnTo>
                      <a:pt x="90775" y="536754"/>
                    </a:lnTo>
                    <a:cubicBezTo>
                      <a:pt x="83639" y="536754"/>
                      <a:pt x="77717" y="530993"/>
                      <a:pt x="77717" y="523715"/>
                    </a:cubicBezTo>
                    <a:lnTo>
                      <a:pt x="77717" y="277481"/>
                    </a:lnTo>
                    <a:cubicBezTo>
                      <a:pt x="77717" y="273691"/>
                      <a:pt x="79387" y="270052"/>
                      <a:pt x="82272" y="267626"/>
                    </a:cubicBezTo>
                    <a:close/>
                    <a:moveTo>
                      <a:pt x="288461" y="0"/>
                    </a:moveTo>
                    <a:cubicBezTo>
                      <a:pt x="294573" y="0"/>
                      <a:pt x="300685" y="2085"/>
                      <a:pt x="305620" y="6254"/>
                    </a:cubicBezTo>
                    <a:lnTo>
                      <a:pt x="567855" y="231550"/>
                    </a:lnTo>
                    <a:cubicBezTo>
                      <a:pt x="578787" y="240950"/>
                      <a:pt x="580002" y="257476"/>
                      <a:pt x="570588" y="268392"/>
                    </a:cubicBezTo>
                    <a:cubicBezTo>
                      <a:pt x="565425" y="274456"/>
                      <a:pt x="558137" y="277488"/>
                      <a:pt x="550696" y="277488"/>
                    </a:cubicBezTo>
                    <a:cubicBezTo>
                      <a:pt x="544623" y="277488"/>
                      <a:pt x="538549" y="275517"/>
                      <a:pt x="533690" y="271272"/>
                    </a:cubicBezTo>
                    <a:lnTo>
                      <a:pt x="288461" y="60683"/>
                    </a:lnTo>
                    <a:lnTo>
                      <a:pt x="43232" y="271272"/>
                    </a:lnTo>
                    <a:cubicBezTo>
                      <a:pt x="32299" y="280672"/>
                      <a:pt x="15748" y="279459"/>
                      <a:pt x="6334" y="268392"/>
                    </a:cubicBezTo>
                    <a:cubicBezTo>
                      <a:pt x="-3080" y="257476"/>
                      <a:pt x="-1865" y="240950"/>
                      <a:pt x="9067" y="231550"/>
                    </a:cubicBezTo>
                    <a:lnTo>
                      <a:pt x="271303" y="6254"/>
                    </a:lnTo>
                    <a:cubicBezTo>
                      <a:pt x="276238" y="2085"/>
                      <a:pt x="282350" y="0"/>
                      <a:pt x="2884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22" name="íṧḷíďè"/>
            <p:cNvGrpSpPr/>
            <p:nvPr/>
          </p:nvGrpSpPr>
          <p:grpSpPr>
            <a:xfrm>
              <a:off x="1129435" y="3295651"/>
              <a:ext cx="3095624" cy="695324"/>
              <a:chOff x="1602580" y="3295651"/>
              <a:chExt cx="3095624" cy="695324"/>
            </a:xfrm>
          </p:grpSpPr>
          <p:sp>
            <p:nvSpPr>
              <p:cNvPr id="29" name="ïṡľiḍe"/>
              <p:cNvSpPr/>
              <p:nvPr/>
            </p:nvSpPr>
            <p:spPr>
              <a:xfrm>
                <a:off x="1602580" y="3295651"/>
                <a:ext cx="695324" cy="69532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6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1</a:t>
                </a:r>
                <a:endParaRPr lang="zh-CN" altLang="en-US" sz="1600" b="1" i="1" dirty="0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30" name="íśḷiḍé"/>
              <p:cNvSpPr txBox="1"/>
              <p:nvPr/>
            </p:nvSpPr>
            <p:spPr>
              <a:xfrm>
                <a:off x="2297903" y="3371849"/>
                <a:ext cx="2400301" cy="54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  <a:buSzPct val="25000"/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23" name="iṡliḍè"/>
            <p:cNvGrpSpPr/>
            <p:nvPr/>
          </p:nvGrpSpPr>
          <p:grpSpPr>
            <a:xfrm>
              <a:off x="1129435" y="4919663"/>
              <a:ext cx="3095624" cy="695324"/>
              <a:chOff x="1602580" y="4919663"/>
              <a:chExt cx="3095624" cy="695324"/>
            </a:xfrm>
          </p:grpSpPr>
          <p:sp>
            <p:nvSpPr>
              <p:cNvPr id="27" name="iṩ1îḑé"/>
              <p:cNvSpPr/>
              <p:nvPr/>
            </p:nvSpPr>
            <p:spPr>
              <a:xfrm>
                <a:off x="1602580" y="4919663"/>
                <a:ext cx="695324" cy="69532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1600" b="1" i="1" dirty="0">
                    <a:solidFill>
                      <a:schemeClr val="tx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2</a:t>
                </a:r>
                <a:endParaRPr lang="zh-CN" altLang="en-US" sz="1600" b="1" i="1" dirty="0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28" name="iṧlïdé"/>
              <p:cNvSpPr txBox="1"/>
              <p:nvPr/>
            </p:nvSpPr>
            <p:spPr>
              <a:xfrm>
                <a:off x="2297903" y="4995861"/>
                <a:ext cx="2400301" cy="54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  <a:buSzPct val="25000"/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24" name="íşľiḋê"/>
            <p:cNvGrpSpPr/>
            <p:nvPr/>
          </p:nvGrpSpPr>
          <p:grpSpPr>
            <a:xfrm>
              <a:off x="853209" y="1385888"/>
              <a:ext cx="1247776" cy="1247776"/>
              <a:chOff x="1326354" y="1385888"/>
              <a:chExt cx="1247776" cy="1247776"/>
            </a:xfrm>
          </p:grpSpPr>
          <p:sp>
            <p:nvSpPr>
              <p:cNvPr id="25" name="îsḻíḑê"/>
              <p:cNvSpPr/>
              <p:nvPr/>
            </p:nvSpPr>
            <p:spPr>
              <a:xfrm>
                <a:off x="1326354" y="1385888"/>
                <a:ext cx="1247776" cy="1247776"/>
              </a:xfrm>
              <a:prstGeom prst="ellipse">
                <a:avLst/>
              </a:prstGeom>
              <a:solidFill>
                <a:schemeClr val="accent1"/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26" name="îṡ1idê"/>
              <p:cNvSpPr/>
              <p:nvPr/>
            </p:nvSpPr>
            <p:spPr>
              <a:xfrm>
                <a:off x="1574003" y="1659733"/>
                <a:ext cx="752478" cy="700086"/>
              </a:xfrm>
              <a:custGeom>
                <a:avLst/>
                <a:gdLst>
                  <a:gd name="connsiteX0" fmla="*/ 362096 w 576922"/>
                  <a:gd name="connsiteY0" fmla="*/ 472751 h 536754"/>
                  <a:gd name="connsiteX1" fmla="*/ 376350 w 576922"/>
                  <a:gd name="connsiteY1" fmla="*/ 536754 h 536754"/>
                  <a:gd name="connsiteX2" fmla="*/ 362096 w 576922"/>
                  <a:gd name="connsiteY2" fmla="*/ 536754 h 536754"/>
                  <a:gd name="connsiteX3" fmla="*/ 214826 w 576922"/>
                  <a:gd name="connsiteY3" fmla="*/ 472751 h 536754"/>
                  <a:gd name="connsiteX4" fmla="*/ 214826 w 576922"/>
                  <a:gd name="connsiteY4" fmla="*/ 536754 h 536754"/>
                  <a:gd name="connsiteX5" fmla="*/ 200572 w 576922"/>
                  <a:gd name="connsiteY5" fmla="*/ 536754 h 536754"/>
                  <a:gd name="connsiteX6" fmla="*/ 288461 w 576922"/>
                  <a:gd name="connsiteY6" fmla="*/ 200761 h 536754"/>
                  <a:gd name="connsiteX7" fmla="*/ 221958 w 576922"/>
                  <a:gd name="connsiteY7" fmla="*/ 267171 h 536754"/>
                  <a:gd name="connsiteX8" fmla="*/ 288461 w 576922"/>
                  <a:gd name="connsiteY8" fmla="*/ 346317 h 536754"/>
                  <a:gd name="connsiteX9" fmla="*/ 354963 w 576922"/>
                  <a:gd name="connsiteY9" fmla="*/ 267171 h 536754"/>
                  <a:gd name="connsiteX10" fmla="*/ 288461 w 576922"/>
                  <a:gd name="connsiteY10" fmla="*/ 200761 h 536754"/>
                  <a:gd name="connsiteX11" fmla="*/ 279958 w 576922"/>
                  <a:gd name="connsiteY11" fmla="*/ 97355 h 536754"/>
                  <a:gd name="connsiteX12" fmla="*/ 296963 w 576922"/>
                  <a:gd name="connsiteY12" fmla="*/ 97355 h 536754"/>
                  <a:gd name="connsiteX13" fmla="*/ 494649 w 576922"/>
                  <a:gd name="connsiteY13" fmla="*/ 267626 h 536754"/>
                  <a:gd name="connsiteX14" fmla="*/ 499204 w 576922"/>
                  <a:gd name="connsiteY14" fmla="*/ 277481 h 536754"/>
                  <a:gd name="connsiteX15" fmla="*/ 499204 w 576922"/>
                  <a:gd name="connsiteY15" fmla="*/ 523715 h 536754"/>
                  <a:gd name="connsiteX16" fmla="*/ 486147 w 576922"/>
                  <a:gd name="connsiteY16" fmla="*/ 536754 h 536754"/>
                  <a:gd name="connsiteX17" fmla="*/ 430272 w 576922"/>
                  <a:gd name="connsiteY17" fmla="*/ 536754 h 536754"/>
                  <a:gd name="connsiteX18" fmla="*/ 398084 w 576922"/>
                  <a:gd name="connsiteY18" fmla="*/ 393017 h 536754"/>
                  <a:gd name="connsiteX19" fmla="*/ 385634 w 576922"/>
                  <a:gd name="connsiteY19" fmla="*/ 376035 h 536754"/>
                  <a:gd name="connsiteX20" fmla="*/ 298482 w 576922"/>
                  <a:gd name="connsiteY20" fmla="*/ 352231 h 536754"/>
                  <a:gd name="connsiteX21" fmla="*/ 291953 w 576922"/>
                  <a:gd name="connsiteY21" fmla="*/ 365270 h 536754"/>
                  <a:gd name="connsiteX22" fmla="*/ 291801 w 576922"/>
                  <a:gd name="connsiteY22" fmla="*/ 365270 h 536754"/>
                  <a:gd name="connsiteX23" fmla="*/ 309565 w 576922"/>
                  <a:gd name="connsiteY23" fmla="*/ 502943 h 536754"/>
                  <a:gd name="connsiteX24" fmla="*/ 290131 w 576922"/>
                  <a:gd name="connsiteY24" fmla="*/ 536754 h 536754"/>
                  <a:gd name="connsiteX25" fmla="*/ 286791 w 576922"/>
                  <a:gd name="connsiteY25" fmla="*/ 536754 h 536754"/>
                  <a:gd name="connsiteX26" fmla="*/ 267356 w 576922"/>
                  <a:gd name="connsiteY26" fmla="*/ 502943 h 536754"/>
                  <a:gd name="connsiteX27" fmla="*/ 285120 w 576922"/>
                  <a:gd name="connsiteY27" fmla="*/ 365270 h 536754"/>
                  <a:gd name="connsiteX28" fmla="*/ 284969 w 576922"/>
                  <a:gd name="connsiteY28" fmla="*/ 365270 h 536754"/>
                  <a:gd name="connsiteX29" fmla="*/ 278440 w 576922"/>
                  <a:gd name="connsiteY29" fmla="*/ 352231 h 536754"/>
                  <a:gd name="connsiteX30" fmla="*/ 191288 w 576922"/>
                  <a:gd name="connsiteY30" fmla="*/ 376035 h 536754"/>
                  <a:gd name="connsiteX31" fmla="*/ 178838 w 576922"/>
                  <a:gd name="connsiteY31" fmla="*/ 393017 h 536754"/>
                  <a:gd name="connsiteX32" fmla="*/ 146649 w 576922"/>
                  <a:gd name="connsiteY32" fmla="*/ 536754 h 536754"/>
                  <a:gd name="connsiteX33" fmla="*/ 90775 w 576922"/>
                  <a:gd name="connsiteY33" fmla="*/ 536754 h 536754"/>
                  <a:gd name="connsiteX34" fmla="*/ 77717 w 576922"/>
                  <a:gd name="connsiteY34" fmla="*/ 523715 h 536754"/>
                  <a:gd name="connsiteX35" fmla="*/ 77717 w 576922"/>
                  <a:gd name="connsiteY35" fmla="*/ 277481 h 536754"/>
                  <a:gd name="connsiteX36" fmla="*/ 82272 w 576922"/>
                  <a:gd name="connsiteY36" fmla="*/ 267626 h 536754"/>
                  <a:gd name="connsiteX37" fmla="*/ 288461 w 576922"/>
                  <a:gd name="connsiteY37" fmla="*/ 0 h 536754"/>
                  <a:gd name="connsiteX38" fmla="*/ 305620 w 576922"/>
                  <a:gd name="connsiteY38" fmla="*/ 6254 h 536754"/>
                  <a:gd name="connsiteX39" fmla="*/ 567855 w 576922"/>
                  <a:gd name="connsiteY39" fmla="*/ 231550 h 536754"/>
                  <a:gd name="connsiteX40" fmla="*/ 570588 w 576922"/>
                  <a:gd name="connsiteY40" fmla="*/ 268392 h 536754"/>
                  <a:gd name="connsiteX41" fmla="*/ 550696 w 576922"/>
                  <a:gd name="connsiteY41" fmla="*/ 277488 h 536754"/>
                  <a:gd name="connsiteX42" fmla="*/ 533690 w 576922"/>
                  <a:gd name="connsiteY42" fmla="*/ 271272 h 536754"/>
                  <a:gd name="connsiteX43" fmla="*/ 288461 w 576922"/>
                  <a:gd name="connsiteY43" fmla="*/ 60683 h 536754"/>
                  <a:gd name="connsiteX44" fmla="*/ 43232 w 576922"/>
                  <a:gd name="connsiteY44" fmla="*/ 271272 h 536754"/>
                  <a:gd name="connsiteX45" fmla="*/ 6334 w 576922"/>
                  <a:gd name="connsiteY45" fmla="*/ 268392 h 536754"/>
                  <a:gd name="connsiteX46" fmla="*/ 9067 w 576922"/>
                  <a:gd name="connsiteY46" fmla="*/ 231550 h 536754"/>
                  <a:gd name="connsiteX47" fmla="*/ 271303 w 576922"/>
                  <a:gd name="connsiteY47" fmla="*/ 6254 h 536754"/>
                  <a:gd name="connsiteX48" fmla="*/ 288461 w 576922"/>
                  <a:gd name="connsiteY48" fmla="*/ 0 h 536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576922" h="536754">
                    <a:moveTo>
                      <a:pt x="362096" y="472751"/>
                    </a:moveTo>
                    <a:lnTo>
                      <a:pt x="376350" y="536754"/>
                    </a:lnTo>
                    <a:lnTo>
                      <a:pt x="362096" y="536754"/>
                    </a:lnTo>
                    <a:close/>
                    <a:moveTo>
                      <a:pt x="214826" y="472751"/>
                    </a:moveTo>
                    <a:lnTo>
                      <a:pt x="214826" y="536754"/>
                    </a:lnTo>
                    <a:lnTo>
                      <a:pt x="200572" y="536754"/>
                    </a:lnTo>
                    <a:close/>
                    <a:moveTo>
                      <a:pt x="288461" y="200761"/>
                    </a:moveTo>
                    <a:cubicBezTo>
                      <a:pt x="251717" y="200761"/>
                      <a:pt x="221958" y="230478"/>
                      <a:pt x="221958" y="267171"/>
                    </a:cubicBezTo>
                    <a:cubicBezTo>
                      <a:pt x="221958" y="303712"/>
                      <a:pt x="251717" y="346317"/>
                      <a:pt x="288461" y="346317"/>
                    </a:cubicBezTo>
                    <a:cubicBezTo>
                      <a:pt x="325204" y="346317"/>
                      <a:pt x="354963" y="303712"/>
                      <a:pt x="354963" y="267171"/>
                    </a:cubicBezTo>
                    <a:cubicBezTo>
                      <a:pt x="354963" y="230478"/>
                      <a:pt x="325204" y="200761"/>
                      <a:pt x="288461" y="200761"/>
                    </a:cubicBezTo>
                    <a:close/>
                    <a:moveTo>
                      <a:pt x="279958" y="97355"/>
                    </a:moveTo>
                    <a:cubicBezTo>
                      <a:pt x="284817" y="93109"/>
                      <a:pt x="292105" y="93109"/>
                      <a:pt x="296963" y="97355"/>
                    </a:cubicBezTo>
                    <a:lnTo>
                      <a:pt x="494649" y="267626"/>
                    </a:lnTo>
                    <a:cubicBezTo>
                      <a:pt x="497534" y="270052"/>
                      <a:pt x="499204" y="273691"/>
                      <a:pt x="499204" y="277481"/>
                    </a:cubicBezTo>
                    <a:lnTo>
                      <a:pt x="499204" y="523715"/>
                    </a:lnTo>
                    <a:cubicBezTo>
                      <a:pt x="499204" y="530993"/>
                      <a:pt x="493283" y="536754"/>
                      <a:pt x="486147" y="536754"/>
                    </a:cubicBezTo>
                    <a:lnTo>
                      <a:pt x="430272" y="536754"/>
                    </a:lnTo>
                    <a:lnTo>
                      <a:pt x="398084" y="393017"/>
                    </a:lnTo>
                    <a:cubicBezTo>
                      <a:pt x="396414" y="386194"/>
                      <a:pt x="392314" y="379826"/>
                      <a:pt x="385634" y="376035"/>
                    </a:cubicBezTo>
                    <a:cubicBezTo>
                      <a:pt x="383963" y="375126"/>
                      <a:pt x="346916" y="354808"/>
                      <a:pt x="298482" y="352231"/>
                    </a:cubicBezTo>
                    <a:lnTo>
                      <a:pt x="291953" y="365270"/>
                    </a:lnTo>
                    <a:lnTo>
                      <a:pt x="291801" y="365270"/>
                    </a:lnTo>
                    <a:lnTo>
                      <a:pt x="309565" y="502943"/>
                    </a:lnTo>
                    <a:lnTo>
                      <a:pt x="290131" y="536754"/>
                    </a:lnTo>
                    <a:lnTo>
                      <a:pt x="286791" y="536754"/>
                    </a:lnTo>
                    <a:lnTo>
                      <a:pt x="267356" y="502943"/>
                    </a:lnTo>
                    <a:lnTo>
                      <a:pt x="285120" y="365270"/>
                    </a:lnTo>
                    <a:lnTo>
                      <a:pt x="284969" y="365270"/>
                    </a:lnTo>
                    <a:lnTo>
                      <a:pt x="278440" y="352231"/>
                    </a:lnTo>
                    <a:cubicBezTo>
                      <a:pt x="229853" y="354808"/>
                      <a:pt x="192958" y="375126"/>
                      <a:pt x="191288" y="376035"/>
                    </a:cubicBezTo>
                    <a:cubicBezTo>
                      <a:pt x="184607" y="379826"/>
                      <a:pt x="180508" y="386194"/>
                      <a:pt x="178838" y="393017"/>
                    </a:cubicBezTo>
                    <a:lnTo>
                      <a:pt x="146649" y="536754"/>
                    </a:lnTo>
                    <a:lnTo>
                      <a:pt x="90775" y="536754"/>
                    </a:lnTo>
                    <a:cubicBezTo>
                      <a:pt x="83639" y="536754"/>
                      <a:pt x="77717" y="530993"/>
                      <a:pt x="77717" y="523715"/>
                    </a:cubicBezTo>
                    <a:lnTo>
                      <a:pt x="77717" y="277481"/>
                    </a:lnTo>
                    <a:cubicBezTo>
                      <a:pt x="77717" y="273691"/>
                      <a:pt x="79387" y="270052"/>
                      <a:pt x="82272" y="267626"/>
                    </a:cubicBezTo>
                    <a:close/>
                    <a:moveTo>
                      <a:pt x="288461" y="0"/>
                    </a:moveTo>
                    <a:cubicBezTo>
                      <a:pt x="294573" y="0"/>
                      <a:pt x="300685" y="2085"/>
                      <a:pt x="305620" y="6254"/>
                    </a:cubicBezTo>
                    <a:lnTo>
                      <a:pt x="567855" y="231550"/>
                    </a:lnTo>
                    <a:cubicBezTo>
                      <a:pt x="578787" y="240950"/>
                      <a:pt x="580002" y="257476"/>
                      <a:pt x="570588" y="268392"/>
                    </a:cubicBezTo>
                    <a:cubicBezTo>
                      <a:pt x="565425" y="274456"/>
                      <a:pt x="558137" y="277488"/>
                      <a:pt x="550696" y="277488"/>
                    </a:cubicBezTo>
                    <a:cubicBezTo>
                      <a:pt x="544623" y="277488"/>
                      <a:pt x="538549" y="275517"/>
                      <a:pt x="533690" y="271272"/>
                    </a:cubicBezTo>
                    <a:lnTo>
                      <a:pt x="288461" y="60683"/>
                    </a:lnTo>
                    <a:lnTo>
                      <a:pt x="43232" y="271272"/>
                    </a:lnTo>
                    <a:cubicBezTo>
                      <a:pt x="32299" y="280672"/>
                      <a:pt x="15748" y="279459"/>
                      <a:pt x="6334" y="268392"/>
                    </a:cubicBezTo>
                    <a:cubicBezTo>
                      <a:pt x="-3080" y="257476"/>
                      <a:pt x="-1865" y="240950"/>
                      <a:pt x="9067" y="231550"/>
                    </a:cubicBezTo>
                    <a:lnTo>
                      <a:pt x="271303" y="6254"/>
                    </a:lnTo>
                    <a:cubicBezTo>
                      <a:pt x="276238" y="2085"/>
                      <a:pt x="282350" y="0"/>
                      <a:pt x="2884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i="1">
                  <a:solidFill>
                    <a:schemeClr val="tx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04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研究方法与思路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methods and ideas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7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0" name="îṣḻïḍè"/>
          <p:cNvSpPr/>
          <p:nvPr/>
        </p:nvSpPr>
        <p:spPr>
          <a:xfrm>
            <a:off x="1803400" y="1836357"/>
            <a:ext cx="1371600" cy="12668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800" b="1" i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zh-CN" altLang="en-US" sz="1800" b="1" i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1" name="iṥľîdé"/>
          <p:cNvSpPr/>
          <p:nvPr/>
        </p:nvSpPr>
        <p:spPr>
          <a:xfrm>
            <a:off x="9017000" y="1836357"/>
            <a:ext cx="1371600" cy="12668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800" b="1" i="1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zh-CN" altLang="en-US" sz="1800" b="1" i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2" name="îṧliḍê"/>
          <p:cNvSpPr/>
          <p:nvPr/>
        </p:nvSpPr>
        <p:spPr>
          <a:xfrm>
            <a:off x="3606801" y="1836357"/>
            <a:ext cx="1371601" cy="12668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800" b="1" i="1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zh-CN" altLang="en-US" sz="1800" b="1" i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3" name="íṩļîḋè"/>
          <p:cNvSpPr/>
          <p:nvPr/>
        </p:nvSpPr>
        <p:spPr>
          <a:xfrm>
            <a:off x="5410203" y="1836357"/>
            <a:ext cx="1371600" cy="1266825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800" b="1" i="1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zh-CN" altLang="en-US" sz="1800" b="1" i="1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4" name="i$lîḑe"/>
          <p:cNvSpPr/>
          <p:nvPr/>
        </p:nvSpPr>
        <p:spPr>
          <a:xfrm>
            <a:off x="7213603" y="1836357"/>
            <a:ext cx="1371600" cy="12668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1800" b="1" i="1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zh-CN" altLang="en-US" sz="1800" b="1" i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5" name="ïsḻíďé"/>
          <p:cNvSpPr/>
          <p:nvPr/>
        </p:nvSpPr>
        <p:spPr>
          <a:xfrm>
            <a:off x="3289300" y="2317369"/>
            <a:ext cx="203201" cy="304800"/>
          </a:xfrm>
          <a:prstGeom prst="rightArrow">
            <a:avLst>
              <a:gd name="adj1" fmla="val 32000"/>
              <a:gd name="adj2" fmla="val 275000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6" name="i$ľïdè"/>
          <p:cNvSpPr/>
          <p:nvPr/>
        </p:nvSpPr>
        <p:spPr>
          <a:xfrm>
            <a:off x="5092702" y="2317369"/>
            <a:ext cx="203201" cy="304800"/>
          </a:xfrm>
          <a:prstGeom prst="rightArrow">
            <a:avLst>
              <a:gd name="adj1" fmla="val 32000"/>
              <a:gd name="adj2" fmla="val 275000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7" name="ïşḻiḍê"/>
          <p:cNvSpPr/>
          <p:nvPr/>
        </p:nvSpPr>
        <p:spPr>
          <a:xfrm>
            <a:off x="8699503" y="2317369"/>
            <a:ext cx="203200" cy="304800"/>
          </a:xfrm>
          <a:prstGeom prst="rightArrow">
            <a:avLst>
              <a:gd name="adj1" fmla="val 32000"/>
              <a:gd name="adj2" fmla="val 275000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8" name="iṥľïdè"/>
          <p:cNvSpPr/>
          <p:nvPr/>
        </p:nvSpPr>
        <p:spPr>
          <a:xfrm>
            <a:off x="6896103" y="2317369"/>
            <a:ext cx="203200" cy="304800"/>
          </a:xfrm>
          <a:prstGeom prst="rightArrow">
            <a:avLst>
              <a:gd name="adj1" fmla="val 32000"/>
              <a:gd name="adj2" fmla="val 275000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91440" tIns="45720" rIns="91440" bIns="45720" numCol="1" anchor="ctr">
            <a:normAutofit fontScale="25000" lnSpcReduction="20000"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1pPr>
            <a:lvl2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2pPr>
            <a:lvl3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3pPr>
            <a:lvl4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4pPr>
            <a:lvl5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5pPr>
            <a:lvl6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6pPr>
            <a:lvl7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7pPr>
            <a:lvl8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8pPr>
            <a:lvl9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defRPr kumimoji="0" sz="50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FillTx/>
              </a:defRPr>
            </a:lvl9pPr>
          </a:lstStyle>
          <a:p>
            <a:pPr algn="l"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4C4C4C"/>
                </a:solidFill>
              </a:defRPr>
            </a:pPr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65" name="ïsḷîḑe"/>
          <p:cNvGrpSpPr/>
          <p:nvPr/>
        </p:nvGrpSpPr>
        <p:grpSpPr>
          <a:xfrm>
            <a:off x="1978398" y="4054488"/>
            <a:ext cx="2475008" cy="1861744"/>
            <a:chOff x="2196293" y="3885006"/>
            <a:chExt cx="2475008" cy="1861744"/>
          </a:xfrm>
        </p:grpSpPr>
        <p:grpSp>
          <p:nvGrpSpPr>
            <p:cNvPr id="66" name="iṥľîdê"/>
            <p:cNvGrpSpPr/>
            <p:nvPr/>
          </p:nvGrpSpPr>
          <p:grpSpPr>
            <a:xfrm>
              <a:off x="2196293" y="4544912"/>
              <a:ext cx="2475008" cy="1201838"/>
              <a:chOff x="2527145" y="4343400"/>
              <a:chExt cx="2327275" cy="1201838"/>
            </a:xfrm>
          </p:grpSpPr>
          <p:sp>
            <p:nvSpPr>
              <p:cNvPr id="70" name="íSľîḓe"/>
              <p:cNvSpPr txBox="1"/>
              <p:nvPr/>
            </p:nvSpPr>
            <p:spPr bwMode="auto">
              <a:xfrm>
                <a:off x="2527145" y="4343400"/>
                <a:ext cx="2325933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Text here</a:t>
                </a:r>
                <a:endParaRPr lang="zh-CN" altLang="en-US" sz="1800" b="1" i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71" name="iṩḻíḓê"/>
              <p:cNvSpPr/>
              <p:nvPr/>
            </p:nvSpPr>
            <p:spPr bwMode="auto">
              <a:xfrm>
                <a:off x="2528487" y="4741861"/>
                <a:ext cx="2325933" cy="803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……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67" name="îṣľíḍê"/>
            <p:cNvGrpSpPr/>
            <p:nvPr/>
          </p:nvGrpSpPr>
          <p:grpSpPr>
            <a:xfrm>
              <a:off x="3145797" y="3885006"/>
              <a:ext cx="576000" cy="576000"/>
              <a:chOff x="3124654" y="3885006"/>
              <a:chExt cx="576000" cy="576000"/>
            </a:xfrm>
          </p:grpSpPr>
          <p:sp>
            <p:nvSpPr>
              <p:cNvPr id="68" name="î$ḻîdè"/>
              <p:cNvSpPr/>
              <p:nvPr/>
            </p:nvSpPr>
            <p:spPr>
              <a:xfrm>
                <a:off x="3124654" y="3885006"/>
                <a:ext cx="576000" cy="57600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69" name="íṩľiḑè"/>
              <p:cNvSpPr/>
              <p:nvPr/>
            </p:nvSpPr>
            <p:spPr>
              <a:xfrm>
                <a:off x="3290833" y="3997112"/>
                <a:ext cx="243641" cy="351788"/>
              </a:xfrm>
              <a:custGeom>
                <a:avLst/>
                <a:gdLst>
                  <a:gd name="T0" fmla="*/ 600116 w 606244"/>
                  <a:gd name="T1" fmla="*/ 600116 w 606244"/>
                  <a:gd name="T2" fmla="*/ 600116 w 606244"/>
                  <a:gd name="T3" fmla="*/ 600116 w 606244"/>
                  <a:gd name="T4" fmla="*/ 600116 w 606244"/>
                  <a:gd name="T5" fmla="*/ 600116 w 606244"/>
                  <a:gd name="T6" fmla="*/ 600116 w 606244"/>
                  <a:gd name="T7" fmla="*/ 600116 w 606244"/>
                  <a:gd name="T8" fmla="*/ 600116 w 606244"/>
                  <a:gd name="T9" fmla="*/ 600116 w 606244"/>
                  <a:gd name="T10" fmla="*/ 600116 w 606244"/>
                  <a:gd name="T11" fmla="*/ 600116 w 606244"/>
                  <a:gd name="T12" fmla="*/ 600116 w 606244"/>
                  <a:gd name="T13" fmla="*/ 600116 w 606244"/>
                  <a:gd name="T14" fmla="*/ 600116 w 606244"/>
                  <a:gd name="T15" fmla="*/ 600116 w 606244"/>
                  <a:gd name="T16" fmla="*/ 600116 w 606244"/>
                  <a:gd name="T17" fmla="*/ 600116 w 606244"/>
                  <a:gd name="T18" fmla="*/ 455839 w 606244"/>
                  <a:gd name="T19" fmla="*/ 455839 w 606244"/>
                  <a:gd name="T20" fmla="*/ 600116 w 606244"/>
                  <a:gd name="T21" fmla="*/ 600116 w 606244"/>
                  <a:gd name="T22" fmla="*/ 600116 w 606244"/>
                  <a:gd name="T23" fmla="*/ 600116 w 606244"/>
                  <a:gd name="T24" fmla="*/ 600116 w 606244"/>
                  <a:gd name="T25" fmla="*/ 600116 w 606244"/>
                  <a:gd name="T26" fmla="*/ 600116 w 606244"/>
                  <a:gd name="T27" fmla="*/ 600116 w 606244"/>
                  <a:gd name="T28" fmla="*/ 600116 w 606244"/>
                  <a:gd name="T29" fmla="*/ 600116 w 606244"/>
                  <a:gd name="T30" fmla="*/ 600116 w 606244"/>
                  <a:gd name="T31" fmla="*/ 600116 w 606244"/>
                  <a:gd name="T32" fmla="*/ 600116 w 606244"/>
                  <a:gd name="T33" fmla="*/ 600116 w 606244"/>
                  <a:gd name="T34" fmla="*/ 600116 w 606244"/>
                  <a:gd name="T35" fmla="*/ 600116 w 606244"/>
                  <a:gd name="T36" fmla="*/ 455839 w 606244"/>
                  <a:gd name="T37" fmla="*/ 455839 w 606244"/>
                  <a:gd name="T38" fmla="*/ 600116 w 606244"/>
                  <a:gd name="T39" fmla="*/ 600116 w 606244"/>
                  <a:gd name="T40" fmla="*/ 600116 w 606244"/>
                  <a:gd name="T41" fmla="*/ 600116 w 606244"/>
                  <a:gd name="T42" fmla="*/ 600116 w 606244"/>
                  <a:gd name="T43" fmla="*/ 600116 w 606244"/>
                  <a:gd name="T44" fmla="*/ 600116 w 606244"/>
                  <a:gd name="T45" fmla="*/ 600116 w 606244"/>
                  <a:gd name="T46" fmla="*/ 600116 w 606244"/>
                  <a:gd name="T47" fmla="*/ 600116 w 606244"/>
                  <a:gd name="T48" fmla="*/ 600116 w 606244"/>
                  <a:gd name="T49" fmla="*/ 600116 w 606244"/>
                  <a:gd name="T50" fmla="*/ 455839 w 606244"/>
                  <a:gd name="T51" fmla="*/ 455839 w 606244"/>
                  <a:gd name="T52" fmla="*/ 600116 w 606244"/>
                  <a:gd name="T53" fmla="*/ 600116 w 606244"/>
                  <a:gd name="T54" fmla="*/ 600116 w 606244"/>
                  <a:gd name="T55" fmla="*/ 600116 w 606244"/>
                  <a:gd name="T56" fmla="*/ 600116 w 606244"/>
                  <a:gd name="T57" fmla="*/ 600116 w 606244"/>
                  <a:gd name="T58" fmla="*/ 600116 w 606244"/>
                  <a:gd name="T59" fmla="*/ 600116 w 606244"/>
                  <a:gd name="T60" fmla="*/ 600116 w 606244"/>
                  <a:gd name="T61" fmla="*/ 600116 w 606244"/>
                  <a:gd name="T62" fmla="*/ 600116 w 606244"/>
                  <a:gd name="T63" fmla="*/ 600116 w 606244"/>
                  <a:gd name="T64" fmla="*/ 600116 w 606244"/>
                  <a:gd name="T65" fmla="*/ 600116 w 606244"/>
                  <a:gd name="T66" fmla="*/ 600116 w 606244"/>
                  <a:gd name="T67" fmla="*/ 600116 w 606244"/>
                  <a:gd name="T68" fmla="*/ 455839 w 606244"/>
                  <a:gd name="T69" fmla="*/ 455839 w 606244"/>
                  <a:gd name="T70" fmla="*/ 600116 w 606244"/>
                  <a:gd name="T71" fmla="*/ 600116 w 606244"/>
                  <a:gd name="T72" fmla="*/ 600116 w 606244"/>
                  <a:gd name="T73" fmla="*/ 600116 w 606244"/>
                  <a:gd name="T74" fmla="*/ 600116 w 606244"/>
                  <a:gd name="T75" fmla="*/ 600116 w 606244"/>
                  <a:gd name="T76" fmla="*/ 600116 w 606244"/>
                  <a:gd name="T77" fmla="*/ 600116 w 606244"/>
                  <a:gd name="T78" fmla="*/ 600116 w 606244"/>
                  <a:gd name="T79" fmla="*/ 600116 w 606244"/>
                  <a:gd name="T80" fmla="*/ 600116 w 606244"/>
                  <a:gd name="T81" fmla="*/ 600116 w 606244"/>
                  <a:gd name="T82" fmla="*/ 600116 w 606244"/>
                  <a:gd name="T83" fmla="*/ 600116 w 606244"/>
                  <a:gd name="T84" fmla="*/ 455839 w 606244"/>
                  <a:gd name="T85" fmla="*/ 455839 w 606244"/>
                  <a:gd name="T86" fmla="*/ 600116 w 606244"/>
                  <a:gd name="T87" fmla="*/ 600116 w 606244"/>
                  <a:gd name="T88" fmla="*/ 600116 w 606244"/>
                  <a:gd name="T89" fmla="*/ 600116 w 606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929" h="2789">
                    <a:moveTo>
                      <a:pt x="548" y="349"/>
                    </a:moveTo>
                    <a:lnTo>
                      <a:pt x="548" y="245"/>
                    </a:lnTo>
                    <a:cubicBezTo>
                      <a:pt x="548" y="223"/>
                      <a:pt x="566" y="204"/>
                      <a:pt x="589" y="204"/>
                    </a:cubicBezTo>
                    <a:lnTo>
                      <a:pt x="655" y="204"/>
                    </a:lnTo>
                    <a:cubicBezTo>
                      <a:pt x="724" y="204"/>
                      <a:pt x="787" y="162"/>
                      <a:pt x="816" y="97"/>
                    </a:cubicBezTo>
                    <a:cubicBezTo>
                      <a:pt x="842" y="38"/>
                      <a:pt x="900" y="0"/>
                      <a:pt x="964" y="0"/>
                    </a:cubicBezTo>
                    <a:cubicBezTo>
                      <a:pt x="1029" y="0"/>
                      <a:pt x="1087" y="38"/>
                      <a:pt x="1113" y="97"/>
                    </a:cubicBezTo>
                    <a:cubicBezTo>
                      <a:pt x="1142" y="162"/>
                      <a:pt x="1205" y="204"/>
                      <a:pt x="1274" y="204"/>
                    </a:cubicBezTo>
                    <a:lnTo>
                      <a:pt x="1340" y="204"/>
                    </a:lnTo>
                    <a:cubicBezTo>
                      <a:pt x="1363" y="204"/>
                      <a:pt x="1381" y="223"/>
                      <a:pt x="1381" y="245"/>
                    </a:cubicBezTo>
                    <a:lnTo>
                      <a:pt x="1381" y="349"/>
                    </a:lnTo>
                    <a:cubicBezTo>
                      <a:pt x="1381" y="372"/>
                      <a:pt x="1363" y="390"/>
                      <a:pt x="1340" y="390"/>
                    </a:cubicBezTo>
                    <a:lnTo>
                      <a:pt x="589" y="390"/>
                    </a:lnTo>
                    <a:cubicBezTo>
                      <a:pt x="566" y="390"/>
                      <a:pt x="548" y="372"/>
                      <a:pt x="548" y="349"/>
                    </a:cubicBezTo>
                    <a:close/>
                    <a:moveTo>
                      <a:pt x="404" y="2285"/>
                    </a:moveTo>
                    <a:lnTo>
                      <a:pt x="596" y="2285"/>
                    </a:lnTo>
                    <a:lnTo>
                      <a:pt x="596" y="2093"/>
                    </a:lnTo>
                    <a:lnTo>
                      <a:pt x="404" y="2093"/>
                    </a:lnTo>
                    <a:lnTo>
                      <a:pt x="404" y="2285"/>
                    </a:lnTo>
                    <a:close/>
                    <a:moveTo>
                      <a:pt x="404" y="1129"/>
                    </a:moveTo>
                    <a:lnTo>
                      <a:pt x="596" y="1129"/>
                    </a:lnTo>
                    <a:lnTo>
                      <a:pt x="596" y="937"/>
                    </a:lnTo>
                    <a:lnTo>
                      <a:pt x="404" y="937"/>
                    </a:lnTo>
                    <a:lnTo>
                      <a:pt x="404" y="1129"/>
                    </a:lnTo>
                    <a:close/>
                    <a:moveTo>
                      <a:pt x="1929" y="621"/>
                    </a:moveTo>
                    <a:lnTo>
                      <a:pt x="1929" y="2522"/>
                    </a:lnTo>
                    <a:cubicBezTo>
                      <a:pt x="1929" y="2669"/>
                      <a:pt x="1809" y="2789"/>
                      <a:pt x="1662" y="2789"/>
                    </a:cubicBezTo>
                    <a:lnTo>
                      <a:pt x="267" y="2789"/>
                    </a:lnTo>
                    <a:cubicBezTo>
                      <a:pt x="120" y="2789"/>
                      <a:pt x="0" y="2669"/>
                      <a:pt x="0" y="2522"/>
                    </a:cubicBezTo>
                    <a:lnTo>
                      <a:pt x="0" y="621"/>
                    </a:lnTo>
                    <a:cubicBezTo>
                      <a:pt x="0" y="474"/>
                      <a:pt x="120" y="354"/>
                      <a:pt x="267" y="354"/>
                    </a:cubicBezTo>
                    <a:lnTo>
                      <a:pt x="415" y="354"/>
                    </a:lnTo>
                    <a:cubicBezTo>
                      <a:pt x="417" y="448"/>
                      <a:pt x="494" y="523"/>
                      <a:pt x="589" y="523"/>
                    </a:cubicBezTo>
                    <a:lnTo>
                      <a:pt x="1340" y="523"/>
                    </a:lnTo>
                    <a:cubicBezTo>
                      <a:pt x="1435" y="523"/>
                      <a:pt x="1512" y="448"/>
                      <a:pt x="1514" y="354"/>
                    </a:cubicBezTo>
                    <a:lnTo>
                      <a:pt x="1662" y="354"/>
                    </a:lnTo>
                    <a:cubicBezTo>
                      <a:pt x="1809" y="354"/>
                      <a:pt x="1929" y="474"/>
                      <a:pt x="1929" y="621"/>
                    </a:cubicBezTo>
                    <a:close/>
                    <a:moveTo>
                      <a:pt x="835" y="1032"/>
                    </a:moveTo>
                    <a:cubicBezTo>
                      <a:pt x="835" y="1069"/>
                      <a:pt x="865" y="1099"/>
                      <a:pt x="902" y="1099"/>
                    </a:cubicBezTo>
                    <a:lnTo>
                      <a:pt x="1503" y="1099"/>
                    </a:lnTo>
                    <a:cubicBezTo>
                      <a:pt x="1540" y="1099"/>
                      <a:pt x="1570" y="1069"/>
                      <a:pt x="1570" y="1032"/>
                    </a:cubicBezTo>
                    <a:cubicBezTo>
                      <a:pt x="1570" y="995"/>
                      <a:pt x="1540" y="965"/>
                      <a:pt x="1503" y="965"/>
                    </a:cubicBezTo>
                    <a:lnTo>
                      <a:pt x="902" y="965"/>
                    </a:lnTo>
                    <a:cubicBezTo>
                      <a:pt x="865" y="965"/>
                      <a:pt x="835" y="995"/>
                      <a:pt x="835" y="1032"/>
                    </a:cubicBezTo>
                    <a:close/>
                    <a:moveTo>
                      <a:pt x="835" y="1617"/>
                    </a:moveTo>
                    <a:cubicBezTo>
                      <a:pt x="835" y="1653"/>
                      <a:pt x="865" y="1683"/>
                      <a:pt x="902" y="1683"/>
                    </a:cubicBezTo>
                    <a:lnTo>
                      <a:pt x="1436" y="1683"/>
                    </a:lnTo>
                    <a:cubicBezTo>
                      <a:pt x="1473" y="1683"/>
                      <a:pt x="1503" y="1653"/>
                      <a:pt x="1503" y="1617"/>
                    </a:cubicBezTo>
                    <a:cubicBezTo>
                      <a:pt x="1503" y="1580"/>
                      <a:pt x="1473" y="1550"/>
                      <a:pt x="1436" y="1550"/>
                    </a:cubicBezTo>
                    <a:lnTo>
                      <a:pt x="902" y="1550"/>
                    </a:lnTo>
                    <a:cubicBezTo>
                      <a:pt x="865" y="1550"/>
                      <a:pt x="835" y="1580"/>
                      <a:pt x="835" y="1617"/>
                    </a:cubicBezTo>
                    <a:close/>
                    <a:moveTo>
                      <a:pt x="729" y="2026"/>
                    </a:moveTo>
                    <a:cubicBezTo>
                      <a:pt x="729" y="1990"/>
                      <a:pt x="700" y="1960"/>
                      <a:pt x="663" y="1960"/>
                    </a:cubicBezTo>
                    <a:lnTo>
                      <a:pt x="337" y="1960"/>
                    </a:lnTo>
                    <a:cubicBezTo>
                      <a:pt x="300" y="1960"/>
                      <a:pt x="271" y="1990"/>
                      <a:pt x="271" y="2026"/>
                    </a:cubicBezTo>
                    <a:lnTo>
                      <a:pt x="271" y="2352"/>
                    </a:lnTo>
                    <a:cubicBezTo>
                      <a:pt x="271" y="2389"/>
                      <a:pt x="300" y="2419"/>
                      <a:pt x="337" y="2419"/>
                    </a:cubicBezTo>
                    <a:lnTo>
                      <a:pt x="663" y="2419"/>
                    </a:lnTo>
                    <a:cubicBezTo>
                      <a:pt x="700" y="2419"/>
                      <a:pt x="729" y="2389"/>
                      <a:pt x="729" y="2352"/>
                    </a:cubicBezTo>
                    <a:lnTo>
                      <a:pt x="729" y="2026"/>
                    </a:lnTo>
                    <a:close/>
                    <a:moveTo>
                      <a:pt x="729" y="1448"/>
                    </a:moveTo>
                    <a:cubicBezTo>
                      <a:pt x="729" y="1412"/>
                      <a:pt x="700" y="1382"/>
                      <a:pt x="663" y="1382"/>
                    </a:cubicBezTo>
                    <a:lnTo>
                      <a:pt x="337" y="1382"/>
                    </a:lnTo>
                    <a:cubicBezTo>
                      <a:pt x="300" y="1382"/>
                      <a:pt x="271" y="1412"/>
                      <a:pt x="271" y="1448"/>
                    </a:cubicBezTo>
                    <a:lnTo>
                      <a:pt x="271" y="1774"/>
                    </a:lnTo>
                    <a:cubicBezTo>
                      <a:pt x="271" y="1811"/>
                      <a:pt x="300" y="1841"/>
                      <a:pt x="337" y="1841"/>
                    </a:cubicBezTo>
                    <a:lnTo>
                      <a:pt x="663" y="1841"/>
                    </a:lnTo>
                    <a:cubicBezTo>
                      <a:pt x="700" y="1841"/>
                      <a:pt x="729" y="1811"/>
                      <a:pt x="729" y="1774"/>
                    </a:cubicBezTo>
                    <a:lnTo>
                      <a:pt x="729" y="1448"/>
                    </a:lnTo>
                    <a:close/>
                    <a:moveTo>
                      <a:pt x="729" y="870"/>
                    </a:moveTo>
                    <a:cubicBezTo>
                      <a:pt x="729" y="834"/>
                      <a:pt x="700" y="804"/>
                      <a:pt x="663" y="804"/>
                    </a:cubicBezTo>
                    <a:lnTo>
                      <a:pt x="337" y="804"/>
                    </a:lnTo>
                    <a:cubicBezTo>
                      <a:pt x="300" y="804"/>
                      <a:pt x="271" y="834"/>
                      <a:pt x="271" y="870"/>
                    </a:cubicBezTo>
                    <a:lnTo>
                      <a:pt x="271" y="1196"/>
                    </a:lnTo>
                    <a:cubicBezTo>
                      <a:pt x="271" y="1233"/>
                      <a:pt x="300" y="1263"/>
                      <a:pt x="337" y="1263"/>
                    </a:cubicBezTo>
                    <a:lnTo>
                      <a:pt x="663" y="1263"/>
                    </a:lnTo>
                    <a:cubicBezTo>
                      <a:pt x="700" y="1263"/>
                      <a:pt x="729" y="1233"/>
                      <a:pt x="729" y="1196"/>
                    </a:cubicBezTo>
                    <a:lnTo>
                      <a:pt x="729" y="870"/>
                    </a:lnTo>
                    <a:close/>
                    <a:moveTo>
                      <a:pt x="1603" y="2201"/>
                    </a:moveTo>
                    <a:cubicBezTo>
                      <a:pt x="1603" y="2165"/>
                      <a:pt x="1574" y="2135"/>
                      <a:pt x="1537" y="2135"/>
                    </a:cubicBezTo>
                    <a:lnTo>
                      <a:pt x="902" y="2135"/>
                    </a:lnTo>
                    <a:cubicBezTo>
                      <a:pt x="865" y="2135"/>
                      <a:pt x="835" y="2165"/>
                      <a:pt x="835" y="2201"/>
                    </a:cubicBezTo>
                    <a:cubicBezTo>
                      <a:pt x="835" y="2238"/>
                      <a:pt x="865" y="2268"/>
                      <a:pt x="902" y="2268"/>
                    </a:cubicBezTo>
                    <a:lnTo>
                      <a:pt x="1537" y="2268"/>
                    </a:lnTo>
                    <a:cubicBezTo>
                      <a:pt x="1574" y="2268"/>
                      <a:pt x="1603" y="2238"/>
                      <a:pt x="1603" y="2201"/>
                    </a:cubicBezTo>
                    <a:close/>
                    <a:moveTo>
                      <a:pt x="404" y="1707"/>
                    </a:moveTo>
                    <a:lnTo>
                      <a:pt x="596" y="1707"/>
                    </a:lnTo>
                    <a:lnTo>
                      <a:pt x="596" y="1515"/>
                    </a:lnTo>
                    <a:lnTo>
                      <a:pt x="404" y="1515"/>
                    </a:lnTo>
                    <a:lnTo>
                      <a:pt x="404" y="170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</p:grpSp>
      <p:grpSp>
        <p:nvGrpSpPr>
          <p:cNvPr id="72" name="íśļîďé"/>
          <p:cNvGrpSpPr/>
          <p:nvPr/>
        </p:nvGrpSpPr>
        <p:grpSpPr>
          <a:xfrm>
            <a:off x="4858496" y="4054488"/>
            <a:ext cx="2475008" cy="1861744"/>
            <a:chOff x="5054943" y="3885006"/>
            <a:chExt cx="2475008" cy="1861744"/>
          </a:xfrm>
        </p:grpSpPr>
        <p:grpSp>
          <p:nvGrpSpPr>
            <p:cNvPr id="73" name="îṥḻídè"/>
            <p:cNvGrpSpPr/>
            <p:nvPr/>
          </p:nvGrpSpPr>
          <p:grpSpPr>
            <a:xfrm>
              <a:off x="5054943" y="4544912"/>
              <a:ext cx="2475008" cy="1201838"/>
              <a:chOff x="2527145" y="4343400"/>
              <a:chExt cx="2327275" cy="1201838"/>
            </a:xfrm>
          </p:grpSpPr>
          <p:sp>
            <p:nvSpPr>
              <p:cNvPr id="77" name="îşḷiḍe"/>
              <p:cNvSpPr txBox="1"/>
              <p:nvPr/>
            </p:nvSpPr>
            <p:spPr bwMode="auto">
              <a:xfrm>
                <a:off x="2527145" y="4343400"/>
                <a:ext cx="2325933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Text here</a:t>
                </a:r>
                <a:endParaRPr lang="zh-CN" altLang="en-US" sz="1800" b="1" i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78" name="îşḻídê"/>
              <p:cNvSpPr/>
              <p:nvPr/>
            </p:nvSpPr>
            <p:spPr bwMode="auto">
              <a:xfrm>
                <a:off x="2528487" y="4741861"/>
                <a:ext cx="2325933" cy="803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……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74" name="iSlïḋè"/>
            <p:cNvGrpSpPr/>
            <p:nvPr/>
          </p:nvGrpSpPr>
          <p:grpSpPr>
            <a:xfrm>
              <a:off x="6004447" y="3885006"/>
              <a:ext cx="576000" cy="576000"/>
              <a:chOff x="5983304" y="3885006"/>
              <a:chExt cx="576000" cy="576000"/>
            </a:xfrm>
          </p:grpSpPr>
          <p:sp>
            <p:nvSpPr>
              <p:cNvPr id="75" name="íṣľíḓé"/>
              <p:cNvSpPr/>
              <p:nvPr/>
            </p:nvSpPr>
            <p:spPr>
              <a:xfrm>
                <a:off x="5983304" y="3885006"/>
                <a:ext cx="576000" cy="57600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76" name="íṥlïḑè"/>
              <p:cNvSpPr/>
              <p:nvPr/>
            </p:nvSpPr>
            <p:spPr>
              <a:xfrm>
                <a:off x="6095410" y="4042027"/>
                <a:ext cx="351787" cy="261957"/>
              </a:xfrm>
              <a:custGeom>
                <a:avLst/>
                <a:gdLst>
                  <a:gd name="T0" fmla="*/ 209 w 464"/>
                  <a:gd name="T1" fmla="*/ 291 h 346"/>
                  <a:gd name="T2" fmla="*/ 281 w 464"/>
                  <a:gd name="T3" fmla="*/ 291 h 346"/>
                  <a:gd name="T4" fmla="*/ 209 w 464"/>
                  <a:gd name="T5" fmla="*/ 346 h 346"/>
                  <a:gd name="T6" fmla="*/ 209 w 464"/>
                  <a:gd name="T7" fmla="*/ 304 h 346"/>
                  <a:gd name="T8" fmla="*/ 0 w 464"/>
                  <a:gd name="T9" fmla="*/ 304 h 346"/>
                  <a:gd name="T10" fmla="*/ 0 w 464"/>
                  <a:gd name="T11" fmla="*/ 175 h 346"/>
                  <a:gd name="T12" fmla="*/ 13 w 464"/>
                  <a:gd name="T13" fmla="*/ 175 h 346"/>
                  <a:gd name="T14" fmla="*/ 13 w 464"/>
                  <a:gd name="T15" fmla="*/ 291 h 346"/>
                  <a:gd name="T16" fmla="*/ 209 w 464"/>
                  <a:gd name="T17" fmla="*/ 291 h 346"/>
                  <a:gd name="T18" fmla="*/ 209 w 464"/>
                  <a:gd name="T19" fmla="*/ 291 h 346"/>
                  <a:gd name="T20" fmla="*/ 464 w 464"/>
                  <a:gd name="T21" fmla="*/ 42 h 346"/>
                  <a:gd name="T22" fmla="*/ 281 w 464"/>
                  <a:gd name="T23" fmla="*/ 42 h 346"/>
                  <a:gd name="T24" fmla="*/ 281 w 464"/>
                  <a:gd name="T25" fmla="*/ 0 h 346"/>
                  <a:gd name="T26" fmla="*/ 209 w 464"/>
                  <a:gd name="T27" fmla="*/ 55 h 346"/>
                  <a:gd name="T28" fmla="*/ 232 w 464"/>
                  <a:gd name="T29" fmla="*/ 55 h 346"/>
                  <a:gd name="T30" fmla="*/ 232 w 464"/>
                  <a:gd name="T31" fmla="*/ 55 h 346"/>
                  <a:gd name="T32" fmla="*/ 263 w 464"/>
                  <a:gd name="T33" fmla="*/ 55 h 346"/>
                  <a:gd name="T34" fmla="*/ 280 w 464"/>
                  <a:gd name="T35" fmla="*/ 55 h 346"/>
                  <a:gd name="T36" fmla="*/ 280 w 464"/>
                  <a:gd name="T37" fmla="*/ 55 h 346"/>
                  <a:gd name="T38" fmla="*/ 451 w 464"/>
                  <a:gd name="T39" fmla="*/ 55 h 346"/>
                  <a:gd name="T40" fmla="*/ 451 w 464"/>
                  <a:gd name="T41" fmla="*/ 167 h 346"/>
                  <a:gd name="T42" fmla="*/ 464 w 464"/>
                  <a:gd name="T43" fmla="*/ 167 h 346"/>
                  <a:gd name="T44" fmla="*/ 464 w 464"/>
                  <a:gd name="T45" fmla="*/ 42 h 346"/>
                  <a:gd name="T46" fmla="*/ 431 w 464"/>
                  <a:gd name="T47" fmla="*/ 75 h 346"/>
                  <a:gd name="T48" fmla="*/ 431 w 464"/>
                  <a:gd name="T49" fmla="*/ 271 h 346"/>
                  <a:gd name="T50" fmla="*/ 33 w 464"/>
                  <a:gd name="T51" fmla="*/ 271 h 346"/>
                  <a:gd name="T52" fmla="*/ 33 w 464"/>
                  <a:gd name="T53" fmla="*/ 75 h 346"/>
                  <a:gd name="T54" fmla="*/ 431 w 464"/>
                  <a:gd name="T55" fmla="*/ 75 h 346"/>
                  <a:gd name="T56" fmla="*/ 299 w 464"/>
                  <a:gd name="T57" fmla="*/ 173 h 346"/>
                  <a:gd name="T58" fmla="*/ 232 w 464"/>
                  <a:gd name="T59" fmla="*/ 106 h 346"/>
                  <a:gd name="T60" fmla="*/ 165 w 464"/>
                  <a:gd name="T61" fmla="*/ 173 h 346"/>
                  <a:gd name="T62" fmla="*/ 232 w 464"/>
                  <a:gd name="T63" fmla="*/ 240 h 346"/>
                  <a:gd name="T64" fmla="*/ 299 w 464"/>
                  <a:gd name="T65" fmla="*/ 173 h 346"/>
                  <a:gd name="T66" fmla="*/ 268 w 464"/>
                  <a:gd name="T67" fmla="*/ 135 h 346"/>
                  <a:gd name="T68" fmla="*/ 249 w 464"/>
                  <a:gd name="T69" fmla="*/ 135 h 346"/>
                  <a:gd name="T70" fmla="*/ 229 w 464"/>
                  <a:gd name="T71" fmla="*/ 172 h 346"/>
                  <a:gd name="T72" fmla="*/ 229 w 464"/>
                  <a:gd name="T73" fmla="*/ 172 h 346"/>
                  <a:gd name="T74" fmla="*/ 210 w 464"/>
                  <a:gd name="T75" fmla="*/ 135 h 346"/>
                  <a:gd name="T76" fmla="*/ 191 w 464"/>
                  <a:gd name="T77" fmla="*/ 135 h 346"/>
                  <a:gd name="T78" fmla="*/ 205 w 464"/>
                  <a:gd name="T79" fmla="*/ 160 h 346"/>
                  <a:gd name="T80" fmla="*/ 194 w 464"/>
                  <a:gd name="T81" fmla="*/ 160 h 346"/>
                  <a:gd name="T82" fmla="*/ 194 w 464"/>
                  <a:gd name="T83" fmla="*/ 172 h 346"/>
                  <a:gd name="T84" fmla="*/ 212 w 464"/>
                  <a:gd name="T85" fmla="*/ 172 h 346"/>
                  <a:gd name="T86" fmla="*/ 218 w 464"/>
                  <a:gd name="T87" fmla="*/ 183 h 346"/>
                  <a:gd name="T88" fmla="*/ 194 w 464"/>
                  <a:gd name="T89" fmla="*/ 183 h 346"/>
                  <a:gd name="T90" fmla="*/ 194 w 464"/>
                  <a:gd name="T91" fmla="*/ 195 h 346"/>
                  <a:gd name="T92" fmla="*/ 221 w 464"/>
                  <a:gd name="T93" fmla="*/ 195 h 346"/>
                  <a:gd name="T94" fmla="*/ 221 w 464"/>
                  <a:gd name="T95" fmla="*/ 223 h 346"/>
                  <a:gd name="T96" fmla="*/ 237 w 464"/>
                  <a:gd name="T97" fmla="*/ 223 h 346"/>
                  <a:gd name="T98" fmla="*/ 237 w 464"/>
                  <a:gd name="T99" fmla="*/ 195 h 346"/>
                  <a:gd name="T100" fmla="*/ 265 w 464"/>
                  <a:gd name="T101" fmla="*/ 195 h 346"/>
                  <a:gd name="T102" fmla="*/ 265 w 464"/>
                  <a:gd name="T103" fmla="*/ 183 h 346"/>
                  <a:gd name="T104" fmla="*/ 240 w 464"/>
                  <a:gd name="T105" fmla="*/ 183 h 346"/>
                  <a:gd name="T106" fmla="*/ 247 w 464"/>
                  <a:gd name="T107" fmla="*/ 172 h 346"/>
                  <a:gd name="T108" fmla="*/ 265 w 464"/>
                  <a:gd name="T109" fmla="*/ 172 h 346"/>
                  <a:gd name="T110" fmla="*/ 265 w 464"/>
                  <a:gd name="T111" fmla="*/ 160 h 346"/>
                  <a:gd name="T112" fmla="*/ 254 w 464"/>
                  <a:gd name="T113" fmla="*/ 160 h 346"/>
                  <a:gd name="T114" fmla="*/ 268 w 464"/>
                  <a:gd name="T115" fmla="*/ 135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64" h="346">
                    <a:moveTo>
                      <a:pt x="209" y="291"/>
                    </a:moveTo>
                    <a:lnTo>
                      <a:pt x="281" y="291"/>
                    </a:lnTo>
                    <a:lnTo>
                      <a:pt x="209" y="346"/>
                    </a:lnTo>
                    <a:lnTo>
                      <a:pt x="209" y="304"/>
                    </a:lnTo>
                    <a:lnTo>
                      <a:pt x="0" y="304"/>
                    </a:lnTo>
                    <a:lnTo>
                      <a:pt x="0" y="175"/>
                    </a:lnTo>
                    <a:lnTo>
                      <a:pt x="13" y="175"/>
                    </a:lnTo>
                    <a:lnTo>
                      <a:pt x="13" y="291"/>
                    </a:lnTo>
                    <a:lnTo>
                      <a:pt x="209" y="291"/>
                    </a:lnTo>
                    <a:lnTo>
                      <a:pt x="209" y="291"/>
                    </a:lnTo>
                    <a:close/>
                    <a:moveTo>
                      <a:pt x="464" y="42"/>
                    </a:moveTo>
                    <a:lnTo>
                      <a:pt x="281" y="42"/>
                    </a:lnTo>
                    <a:lnTo>
                      <a:pt x="281" y="0"/>
                    </a:lnTo>
                    <a:lnTo>
                      <a:pt x="209" y="55"/>
                    </a:lnTo>
                    <a:lnTo>
                      <a:pt x="232" y="55"/>
                    </a:lnTo>
                    <a:lnTo>
                      <a:pt x="232" y="55"/>
                    </a:lnTo>
                    <a:lnTo>
                      <a:pt x="263" y="55"/>
                    </a:lnTo>
                    <a:lnTo>
                      <a:pt x="280" y="55"/>
                    </a:lnTo>
                    <a:lnTo>
                      <a:pt x="280" y="55"/>
                    </a:lnTo>
                    <a:lnTo>
                      <a:pt x="451" y="55"/>
                    </a:lnTo>
                    <a:lnTo>
                      <a:pt x="451" y="167"/>
                    </a:lnTo>
                    <a:lnTo>
                      <a:pt x="464" y="167"/>
                    </a:lnTo>
                    <a:lnTo>
                      <a:pt x="464" y="42"/>
                    </a:lnTo>
                    <a:close/>
                    <a:moveTo>
                      <a:pt x="431" y="75"/>
                    </a:moveTo>
                    <a:lnTo>
                      <a:pt x="431" y="271"/>
                    </a:lnTo>
                    <a:lnTo>
                      <a:pt x="33" y="271"/>
                    </a:lnTo>
                    <a:lnTo>
                      <a:pt x="33" y="75"/>
                    </a:lnTo>
                    <a:lnTo>
                      <a:pt x="431" y="75"/>
                    </a:lnTo>
                    <a:close/>
                    <a:moveTo>
                      <a:pt x="299" y="173"/>
                    </a:moveTo>
                    <a:cubicBezTo>
                      <a:pt x="299" y="136"/>
                      <a:pt x="269" y="106"/>
                      <a:pt x="232" y="106"/>
                    </a:cubicBezTo>
                    <a:cubicBezTo>
                      <a:pt x="195" y="106"/>
                      <a:pt x="165" y="136"/>
                      <a:pt x="165" y="173"/>
                    </a:cubicBezTo>
                    <a:cubicBezTo>
                      <a:pt x="165" y="210"/>
                      <a:pt x="195" y="240"/>
                      <a:pt x="232" y="240"/>
                    </a:cubicBezTo>
                    <a:cubicBezTo>
                      <a:pt x="269" y="240"/>
                      <a:pt x="299" y="210"/>
                      <a:pt x="299" y="173"/>
                    </a:cubicBezTo>
                    <a:close/>
                    <a:moveTo>
                      <a:pt x="268" y="135"/>
                    </a:moveTo>
                    <a:lnTo>
                      <a:pt x="249" y="135"/>
                    </a:lnTo>
                    <a:lnTo>
                      <a:pt x="229" y="172"/>
                    </a:lnTo>
                    <a:lnTo>
                      <a:pt x="229" y="172"/>
                    </a:lnTo>
                    <a:lnTo>
                      <a:pt x="210" y="135"/>
                    </a:lnTo>
                    <a:lnTo>
                      <a:pt x="191" y="135"/>
                    </a:lnTo>
                    <a:lnTo>
                      <a:pt x="205" y="160"/>
                    </a:lnTo>
                    <a:lnTo>
                      <a:pt x="194" y="160"/>
                    </a:lnTo>
                    <a:lnTo>
                      <a:pt x="194" y="172"/>
                    </a:lnTo>
                    <a:lnTo>
                      <a:pt x="212" y="172"/>
                    </a:lnTo>
                    <a:lnTo>
                      <a:pt x="218" y="183"/>
                    </a:lnTo>
                    <a:lnTo>
                      <a:pt x="194" y="183"/>
                    </a:lnTo>
                    <a:lnTo>
                      <a:pt x="194" y="195"/>
                    </a:lnTo>
                    <a:lnTo>
                      <a:pt x="221" y="195"/>
                    </a:lnTo>
                    <a:lnTo>
                      <a:pt x="221" y="223"/>
                    </a:lnTo>
                    <a:lnTo>
                      <a:pt x="237" y="223"/>
                    </a:lnTo>
                    <a:lnTo>
                      <a:pt x="237" y="195"/>
                    </a:lnTo>
                    <a:lnTo>
                      <a:pt x="265" y="195"/>
                    </a:lnTo>
                    <a:lnTo>
                      <a:pt x="265" y="183"/>
                    </a:lnTo>
                    <a:lnTo>
                      <a:pt x="240" y="183"/>
                    </a:lnTo>
                    <a:lnTo>
                      <a:pt x="247" y="172"/>
                    </a:lnTo>
                    <a:lnTo>
                      <a:pt x="265" y="172"/>
                    </a:lnTo>
                    <a:lnTo>
                      <a:pt x="265" y="160"/>
                    </a:lnTo>
                    <a:lnTo>
                      <a:pt x="254" y="160"/>
                    </a:lnTo>
                    <a:lnTo>
                      <a:pt x="268" y="13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</p:grpSp>
      <p:grpSp>
        <p:nvGrpSpPr>
          <p:cNvPr id="79" name="ïṡļíďè"/>
          <p:cNvGrpSpPr/>
          <p:nvPr/>
        </p:nvGrpSpPr>
        <p:grpSpPr>
          <a:xfrm>
            <a:off x="7738594" y="4054488"/>
            <a:ext cx="2475008" cy="1861744"/>
            <a:chOff x="7913592" y="3885006"/>
            <a:chExt cx="2475008" cy="1861744"/>
          </a:xfrm>
        </p:grpSpPr>
        <p:grpSp>
          <p:nvGrpSpPr>
            <p:cNvPr id="80" name="íšḻiḋê"/>
            <p:cNvGrpSpPr/>
            <p:nvPr/>
          </p:nvGrpSpPr>
          <p:grpSpPr>
            <a:xfrm>
              <a:off x="7913592" y="4544912"/>
              <a:ext cx="2475008" cy="1201838"/>
              <a:chOff x="2527145" y="4343400"/>
              <a:chExt cx="2327275" cy="1201838"/>
            </a:xfrm>
          </p:grpSpPr>
          <p:sp>
            <p:nvSpPr>
              <p:cNvPr id="84" name="iṥľiḑé"/>
              <p:cNvSpPr txBox="1"/>
              <p:nvPr/>
            </p:nvSpPr>
            <p:spPr bwMode="auto">
              <a:xfrm>
                <a:off x="2527145" y="4343400"/>
                <a:ext cx="2325933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Text here</a:t>
                </a:r>
                <a:endParaRPr lang="zh-CN" altLang="en-US" sz="1800" b="1" i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85" name="isľiďê"/>
              <p:cNvSpPr/>
              <p:nvPr/>
            </p:nvSpPr>
            <p:spPr bwMode="auto">
              <a:xfrm>
                <a:off x="2528487" y="4741861"/>
                <a:ext cx="2325933" cy="803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  <a:p>
                <a:pPr algn="ct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en-US" altLang="zh-CN" sz="11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……</a:t>
                </a:r>
                <a:endPara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81" name="íṣḷiḑe"/>
            <p:cNvGrpSpPr/>
            <p:nvPr/>
          </p:nvGrpSpPr>
          <p:grpSpPr>
            <a:xfrm>
              <a:off x="8863096" y="3885006"/>
              <a:ext cx="576000" cy="576000"/>
              <a:chOff x="8841953" y="3885006"/>
              <a:chExt cx="576000" cy="576000"/>
            </a:xfrm>
          </p:grpSpPr>
          <p:sp>
            <p:nvSpPr>
              <p:cNvPr id="82" name="íşḻïḑê"/>
              <p:cNvSpPr/>
              <p:nvPr/>
            </p:nvSpPr>
            <p:spPr>
              <a:xfrm>
                <a:off x="8841953" y="3885006"/>
                <a:ext cx="576000" cy="57600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83" name="ïs1iḍé"/>
              <p:cNvSpPr/>
              <p:nvPr/>
            </p:nvSpPr>
            <p:spPr>
              <a:xfrm>
                <a:off x="8954059" y="3998238"/>
                <a:ext cx="351788" cy="349535"/>
              </a:xfrm>
              <a:custGeom>
                <a:avLst/>
                <a:gdLst>
                  <a:gd name="connsiteX0" fmla="*/ 278165 w 597103"/>
                  <a:gd name="connsiteY0" fmla="*/ 429549 h 593280"/>
                  <a:gd name="connsiteX1" fmla="*/ 262276 w 597103"/>
                  <a:gd name="connsiteY1" fmla="*/ 445410 h 593280"/>
                  <a:gd name="connsiteX2" fmla="*/ 262276 w 597103"/>
                  <a:gd name="connsiteY2" fmla="*/ 537605 h 593280"/>
                  <a:gd name="connsiteX3" fmla="*/ 278165 w 597103"/>
                  <a:gd name="connsiteY3" fmla="*/ 552475 h 593280"/>
                  <a:gd name="connsiteX4" fmla="*/ 311929 w 597103"/>
                  <a:gd name="connsiteY4" fmla="*/ 552475 h 593280"/>
                  <a:gd name="connsiteX5" fmla="*/ 327819 w 597103"/>
                  <a:gd name="connsiteY5" fmla="*/ 537605 h 593280"/>
                  <a:gd name="connsiteX6" fmla="*/ 327819 w 597103"/>
                  <a:gd name="connsiteY6" fmla="*/ 444419 h 593280"/>
                  <a:gd name="connsiteX7" fmla="*/ 311929 w 597103"/>
                  <a:gd name="connsiteY7" fmla="*/ 429549 h 593280"/>
                  <a:gd name="connsiteX8" fmla="*/ 295047 w 597103"/>
                  <a:gd name="connsiteY8" fmla="*/ 380973 h 593280"/>
                  <a:gd name="connsiteX9" fmla="*/ 512530 w 597103"/>
                  <a:gd name="connsiteY9" fmla="*/ 593120 h 593280"/>
                  <a:gd name="connsiteX10" fmla="*/ 77564 w 597103"/>
                  <a:gd name="connsiteY10" fmla="*/ 593120 h 593280"/>
                  <a:gd name="connsiteX11" fmla="*/ 295047 w 597103"/>
                  <a:gd name="connsiteY11" fmla="*/ 380973 h 593280"/>
                  <a:gd name="connsiteX12" fmla="*/ 480872 w 597103"/>
                  <a:gd name="connsiteY12" fmla="*/ 258870 h 593280"/>
                  <a:gd name="connsiteX13" fmla="*/ 465971 w 597103"/>
                  <a:gd name="connsiteY13" fmla="*/ 273747 h 593280"/>
                  <a:gd name="connsiteX14" fmla="*/ 465971 w 597103"/>
                  <a:gd name="connsiteY14" fmla="*/ 310445 h 593280"/>
                  <a:gd name="connsiteX15" fmla="*/ 480872 w 597103"/>
                  <a:gd name="connsiteY15" fmla="*/ 325323 h 593280"/>
                  <a:gd name="connsiteX16" fmla="*/ 517629 w 597103"/>
                  <a:gd name="connsiteY16" fmla="*/ 325323 h 593280"/>
                  <a:gd name="connsiteX17" fmla="*/ 532531 w 597103"/>
                  <a:gd name="connsiteY17" fmla="*/ 310445 h 593280"/>
                  <a:gd name="connsiteX18" fmla="*/ 532531 w 597103"/>
                  <a:gd name="connsiteY18" fmla="*/ 273747 h 593280"/>
                  <a:gd name="connsiteX19" fmla="*/ 517629 w 597103"/>
                  <a:gd name="connsiteY19" fmla="*/ 258870 h 593280"/>
                  <a:gd name="connsiteX20" fmla="*/ 288138 w 597103"/>
                  <a:gd name="connsiteY20" fmla="*/ 155766 h 593280"/>
                  <a:gd name="connsiteX21" fmla="*/ 330858 w 597103"/>
                  <a:gd name="connsiteY21" fmla="*/ 197419 h 593280"/>
                  <a:gd name="connsiteX22" fmla="*/ 322911 w 597103"/>
                  <a:gd name="connsiteY22" fmla="*/ 221221 h 593280"/>
                  <a:gd name="connsiteX23" fmla="*/ 358676 w 597103"/>
                  <a:gd name="connsiteY23" fmla="*/ 263866 h 593280"/>
                  <a:gd name="connsiteX24" fmla="*/ 358676 w 597103"/>
                  <a:gd name="connsiteY24" fmla="*/ 343205 h 593280"/>
                  <a:gd name="connsiteX25" fmla="*/ 296086 w 597103"/>
                  <a:gd name="connsiteY25" fmla="*/ 335271 h 593280"/>
                  <a:gd name="connsiteX26" fmla="*/ 216607 w 597103"/>
                  <a:gd name="connsiteY26" fmla="*/ 348164 h 593280"/>
                  <a:gd name="connsiteX27" fmla="*/ 216607 w 597103"/>
                  <a:gd name="connsiteY27" fmla="*/ 263866 h 593280"/>
                  <a:gd name="connsiteX28" fmla="*/ 253366 w 597103"/>
                  <a:gd name="connsiteY28" fmla="*/ 221221 h 593280"/>
                  <a:gd name="connsiteX29" fmla="*/ 246412 w 597103"/>
                  <a:gd name="connsiteY29" fmla="*/ 197419 h 593280"/>
                  <a:gd name="connsiteX30" fmla="*/ 288138 w 597103"/>
                  <a:gd name="connsiteY30" fmla="*/ 155766 h 593280"/>
                  <a:gd name="connsiteX31" fmla="*/ 480872 w 597103"/>
                  <a:gd name="connsiteY31" fmla="*/ 146791 h 593280"/>
                  <a:gd name="connsiteX32" fmla="*/ 465971 w 597103"/>
                  <a:gd name="connsiteY32" fmla="*/ 162661 h 593280"/>
                  <a:gd name="connsiteX33" fmla="*/ 465971 w 597103"/>
                  <a:gd name="connsiteY33" fmla="*/ 198367 h 593280"/>
                  <a:gd name="connsiteX34" fmla="*/ 480872 w 597103"/>
                  <a:gd name="connsiteY34" fmla="*/ 214237 h 593280"/>
                  <a:gd name="connsiteX35" fmla="*/ 517629 w 597103"/>
                  <a:gd name="connsiteY35" fmla="*/ 214237 h 593280"/>
                  <a:gd name="connsiteX36" fmla="*/ 532531 w 597103"/>
                  <a:gd name="connsiteY36" fmla="*/ 198367 h 593280"/>
                  <a:gd name="connsiteX37" fmla="*/ 532531 w 597103"/>
                  <a:gd name="connsiteY37" fmla="*/ 162661 h 593280"/>
                  <a:gd name="connsiteX38" fmla="*/ 517629 w 597103"/>
                  <a:gd name="connsiteY38" fmla="*/ 146791 h 593280"/>
                  <a:gd name="connsiteX39" fmla="*/ 452063 w 597103"/>
                  <a:gd name="connsiteY39" fmla="*/ 65460 h 593280"/>
                  <a:gd name="connsiteX40" fmla="*/ 547432 w 597103"/>
                  <a:gd name="connsiteY40" fmla="*/ 65460 h 593280"/>
                  <a:gd name="connsiteX41" fmla="*/ 597103 w 597103"/>
                  <a:gd name="connsiteY41" fmla="*/ 115052 h 593280"/>
                  <a:gd name="connsiteX42" fmla="*/ 597103 w 597103"/>
                  <a:gd name="connsiteY42" fmla="*/ 579235 h 593280"/>
                  <a:gd name="connsiteX43" fmla="*/ 582202 w 597103"/>
                  <a:gd name="connsiteY43" fmla="*/ 593121 h 593280"/>
                  <a:gd name="connsiteX44" fmla="*/ 553392 w 597103"/>
                  <a:gd name="connsiteY44" fmla="*/ 593121 h 593280"/>
                  <a:gd name="connsiteX45" fmla="*/ 553392 w 597103"/>
                  <a:gd name="connsiteY45" fmla="*/ 585186 h 593280"/>
                  <a:gd name="connsiteX46" fmla="*/ 511669 w 597103"/>
                  <a:gd name="connsiteY46" fmla="*/ 451287 h 593280"/>
                  <a:gd name="connsiteX47" fmla="*/ 400405 w 597103"/>
                  <a:gd name="connsiteY47" fmla="*/ 357062 h 593280"/>
                  <a:gd name="connsiteX48" fmla="*/ 400405 w 597103"/>
                  <a:gd name="connsiteY48" fmla="*/ 117036 h 593280"/>
                  <a:gd name="connsiteX49" fmla="*/ 452063 w 597103"/>
                  <a:gd name="connsiteY49" fmla="*/ 65460 h 593280"/>
                  <a:gd name="connsiteX50" fmla="*/ 81490 w 597103"/>
                  <a:gd name="connsiteY50" fmla="*/ 0 h 593280"/>
                  <a:gd name="connsiteX51" fmla="*/ 150060 w 597103"/>
                  <a:gd name="connsiteY51" fmla="*/ 0 h 593280"/>
                  <a:gd name="connsiteX52" fmla="*/ 151054 w 597103"/>
                  <a:gd name="connsiteY52" fmla="*/ 0 h 593280"/>
                  <a:gd name="connsiteX53" fmla="*/ 168942 w 597103"/>
                  <a:gd name="connsiteY53" fmla="*/ 17858 h 593280"/>
                  <a:gd name="connsiteX54" fmla="*/ 190805 w 597103"/>
                  <a:gd name="connsiteY54" fmla="*/ 358151 h 593280"/>
                  <a:gd name="connsiteX55" fmla="*/ 113291 w 597103"/>
                  <a:gd name="connsiteY55" fmla="*/ 413709 h 593280"/>
                  <a:gd name="connsiteX56" fmla="*/ 40745 w 597103"/>
                  <a:gd name="connsiteY56" fmla="*/ 585343 h 593280"/>
                  <a:gd name="connsiteX57" fmla="*/ 40745 w 597103"/>
                  <a:gd name="connsiteY57" fmla="*/ 593280 h 593280"/>
                  <a:gd name="connsiteX58" fmla="*/ 38757 w 597103"/>
                  <a:gd name="connsiteY58" fmla="*/ 593280 h 593280"/>
                  <a:gd name="connsiteX59" fmla="*/ 25838 w 597103"/>
                  <a:gd name="connsiteY59" fmla="*/ 593280 h 593280"/>
                  <a:gd name="connsiteX60" fmla="*/ 13913 w 597103"/>
                  <a:gd name="connsiteY60" fmla="*/ 593280 h 593280"/>
                  <a:gd name="connsiteX61" fmla="*/ 0 w 597103"/>
                  <a:gd name="connsiteY61" fmla="*/ 579391 h 593280"/>
                  <a:gd name="connsiteX62" fmla="*/ 0 w 597103"/>
                  <a:gd name="connsiteY62" fmla="*/ 427598 h 593280"/>
                  <a:gd name="connsiteX63" fmla="*/ 13913 w 597103"/>
                  <a:gd name="connsiteY63" fmla="*/ 412717 h 593280"/>
                  <a:gd name="connsiteX64" fmla="*/ 37763 w 597103"/>
                  <a:gd name="connsiteY64" fmla="*/ 412717 h 593280"/>
                  <a:gd name="connsiteX65" fmla="*/ 63602 w 597103"/>
                  <a:gd name="connsiteY65" fmla="*/ 17858 h 593280"/>
                  <a:gd name="connsiteX66" fmla="*/ 81490 w 597103"/>
                  <a:gd name="connsiteY66" fmla="*/ 0 h 59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597103" h="593280">
                    <a:moveTo>
                      <a:pt x="278165" y="429549"/>
                    </a:moveTo>
                    <a:cubicBezTo>
                      <a:pt x="269227" y="429549"/>
                      <a:pt x="262276" y="436488"/>
                      <a:pt x="262276" y="445410"/>
                    </a:cubicBezTo>
                    <a:lnTo>
                      <a:pt x="262276" y="537605"/>
                    </a:lnTo>
                    <a:cubicBezTo>
                      <a:pt x="262276" y="545536"/>
                      <a:pt x="269227" y="552475"/>
                      <a:pt x="278165" y="552475"/>
                    </a:cubicBezTo>
                    <a:lnTo>
                      <a:pt x="311929" y="552475"/>
                    </a:lnTo>
                    <a:cubicBezTo>
                      <a:pt x="319874" y="552475"/>
                      <a:pt x="327819" y="545536"/>
                      <a:pt x="327819" y="537605"/>
                    </a:cubicBezTo>
                    <a:lnTo>
                      <a:pt x="327819" y="444419"/>
                    </a:lnTo>
                    <a:cubicBezTo>
                      <a:pt x="327819" y="436488"/>
                      <a:pt x="320867" y="429549"/>
                      <a:pt x="311929" y="429549"/>
                    </a:cubicBezTo>
                    <a:close/>
                    <a:moveTo>
                      <a:pt x="295047" y="380973"/>
                    </a:moveTo>
                    <a:cubicBezTo>
                      <a:pt x="413223" y="380973"/>
                      <a:pt x="509551" y="475150"/>
                      <a:pt x="512530" y="593120"/>
                    </a:cubicBezTo>
                    <a:lnTo>
                      <a:pt x="77564" y="593120"/>
                    </a:lnTo>
                    <a:cubicBezTo>
                      <a:pt x="79550" y="475150"/>
                      <a:pt x="175878" y="380973"/>
                      <a:pt x="295047" y="380973"/>
                    </a:cubicBezTo>
                    <a:close/>
                    <a:moveTo>
                      <a:pt x="480872" y="258870"/>
                    </a:moveTo>
                    <a:cubicBezTo>
                      <a:pt x="472925" y="258870"/>
                      <a:pt x="465971" y="265812"/>
                      <a:pt x="465971" y="273747"/>
                    </a:cubicBezTo>
                    <a:lnTo>
                      <a:pt x="465971" y="310445"/>
                    </a:lnTo>
                    <a:cubicBezTo>
                      <a:pt x="465971" y="318380"/>
                      <a:pt x="472925" y="325323"/>
                      <a:pt x="480872" y="325323"/>
                    </a:cubicBezTo>
                    <a:lnTo>
                      <a:pt x="517629" y="325323"/>
                    </a:lnTo>
                    <a:cubicBezTo>
                      <a:pt x="525577" y="325323"/>
                      <a:pt x="532531" y="318380"/>
                      <a:pt x="532531" y="310445"/>
                    </a:cubicBezTo>
                    <a:lnTo>
                      <a:pt x="532531" y="273747"/>
                    </a:lnTo>
                    <a:cubicBezTo>
                      <a:pt x="532531" y="265812"/>
                      <a:pt x="525577" y="258870"/>
                      <a:pt x="517629" y="258870"/>
                    </a:cubicBezTo>
                    <a:close/>
                    <a:moveTo>
                      <a:pt x="288138" y="155766"/>
                    </a:moveTo>
                    <a:cubicBezTo>
                      <a:pt x="311982" y="155766"/>
                      <a:pt x="330858" y="174609"/>
                      <a:pt x="330858" y="197419"/>
                    </a:cubicBezTo>
                    <a:cubicBezTo>
                      <a:pt x="330858" y="206345"/>
                      <a:pt x="327878" y="214279"/>
                      <a:pt x="322911" y="221221"/>
                    </a:cubicBezTo>
                    <a:cubicBezTo>
                      <a:pt x="343774" y="224196"/>
                      <a:pt x="358676" y="243039"/>
                      <a:pt x="358676" y="263866"/>
                    </a:cubicBezTo>
                    <a:lnTo>
                      <a:pt x="358676" y="343205"/>
                    </a:lnTo>
                    <a:cubicBezTo>
                      <a:pt x="339800" y="337255"/>
                      <a:pt x="317943" y="335271"/>
                      <a:pt x="296086" y="335271"/>
                    </a:cubicBezTo>
                    <a:cubicBezTo>
                      <a:pt x="269262" y="335271"/>
                      <a:pt x="242438" y="339238"/>
                      <a:pt x="216607" y="348164"/>
                    </a:cubicBezTo>
                    <a:lnTo>
                      <a:pt x="216607" y="263866"/>
                    </a:lnTo>
                    <a:cubicBezTo>
                      <a:pt x="216607" y="243039"/>
                      <a:pt x="232503" y="224196"/>
                      <a:pt x="253366" y="221221"/>
                    </a:cubicBezTo>
                    <a:cubicBezTo>
                      <a:pt x="249392" y="214279"/>
                      <a:pt x="246412" y="206345"/>
                      <a:pt x="246412" y="197419"/>
                    </a:cubicBezTo>
                    <a:cubicBezTo>
                      <a:pt x="246412" y="174609"/>
                      <a:pt x="265288" y="155766"/>
                      <a:pt x="288138" y="155766"/>
                    </a:cubicBezTo>
                    <a:close/>
                    <a:moveTo>
                      <a:pt x="480872" y="146791"/>
                    </a:moveTo>
                    <a:cubicBezTo>
                      <a:pt x="472925" y="146791"/>
                      <a:pt x="465971" y="153734"/>
                      <a:pt x="465971" y="162661"/>
                    </a:cubicBezTo>
                    <a:lnTo>
                      <a:pt x="465971" y="198367"/>
                    </a:lnTo>
                    <a:cubicBezTo>
                      <a:pt x="465971" y="207294"/>
                      <a:pt x="472925" y="214237"/>
                      <a:pt x="480872" y="214237"/>
                    </a:cubicBezTo>
                    <a:lnTo>
                      <a:pt x="517629" y="214237"/>
                    </a:lnTo>
                    <a:cubicBezTo>
                      <a:pt x="525577" y="214237"/>
                      <a:pt x="532531" y="207294"/>
                      <a:pt x="532531" y="198367"/>
                    </a:cubicBezTo>
                    <a:lnTo>
                      <a:pt x="532531" y="162661"/>
                    </a:lnTo>
                    <a:cubicBezTo>
                      <a:pt x="532531" y="153734"/>
                      <a:pt x="525577" y="146791"/>
                      <a:pt x="517629" y="146791"/>
                    </a:cubicBezTo>
                    <a:close/>
                    <a:moveTo>
                      <a:pt x="452063" y="65460"/>
                    </a:moveTo>
                    <a:lnTo>
                      <a:pt x="547432" y="65460"/>
                    </a:lnTo>
                    <a:cubicBezTo>
                      <a:pt x="574254" y="65460"/>
                      <a:pt x="597103" y="87281"/>
                      <a:pt x="597103" y="115052"/>
                    </a:cubicBezTo>
                    <a:lnTo>
                      <a:pt x="597103" y="579235"/>
                    </a:lnTo>
                    <a:cubicBezTo>
                      <a:pt x="597103" y="587170"/>
                      <a:pt x="590149" y="593121"/>
                      <a:pt x="582202" y="593121"/>
                    </a:cubicBezTo>
                    <a:lnTo>
                      <a:pt x="553392" y="593121"/>
                    </a:lnTo>
                    <a:lnTo>
                      <a:pt x="553392" y="585186"/>
                    </a:lnTo>
                    <a:cubicBezTo>
                      <a:pt x="552399" y="536586"/>
                      <a:pt x="536504" y="489969"/>
                      <a:pt x="511669" y="451287"/>
                    </a:cubicBezTo>
                    <a:cubicBezTo>
                      <a:pt x="483853" y="410622"/>
                      <a:pt x="446103" y="376899"/>
                      <a:pt x="400405" y="357062"/>
                    </a:cubicBezTo>
                    <a:lnTo>
                      <a:pt x="400405" y="117036"/>
                    </a:lnTo>
                    <a:cubicBezTo>
                      <a:pt x="400405" y="88272"/>
                      <a:pt x="423254" y="65460"/>
                      <a:pt x="452063" y="65460"/>
                    </a:cubicBezTo>
                    <a:close/>
                    <a:moveTo>
                      <a:pt x="81490" y="0"/>
                    </a:moveTo>
                    <a:lnTo>
                      <a:pt x="150060" y="0"/>
                    </a:lnTo>
                    <a:lnTo>
                      <a:pt x="151054" y="0"/>
                    </a:lnTo>
                    <a:cubicBezTo>
                      <a:pt x="159998" y="0"/>
                      <a:pt x="167948" y="7937"/>
                      <a:pt x="168942" y="17858"/>
                    </a:cubicBezTo>
                    <a:lnTo>
                      <a:pt x="190805" y="358151"/>
                    </a:lnTo>
                    <a:cubicBezTo>
                      <a:pt x="161986" y="372040"/>
                      <a:pt x="135154" y="389898"/>
                      <a:pt x="113291" y="413709"/>
                    </a:cubicBezTo>
                    <a:cubicBezTo>
                      <a:pt x="69564" y="458353"/>
                      <a:pt x="41738" y="518872"/>
                      <a:pt x="40745" y="585343"/>
                    </a:cubicBezTo>
                    <a:lnTo>
                      <a:pt x="40745" y="593280"/>
                    </a:lnTo>
                    <a:lnTo>
                      <a:pt x="38757" y="593280"/>
                    </a:lnTo>
                    <a:lnTo>
                      <a:pt x="25838" y="593280"/>
                    </a:lnTo>
                    <a:lnTo>
                      <a:pt x="13913" y="593280"/>
                    </a:lnTo>
                    <a:cubicBezTo>
                      <a:pt x="5963" y="593280"/>
                      <a:pt x="0" y="587327"/>
                      <a:pt x="0" y="579391"/>
                    </a:cubicBezTo>
                    <a:lnTo>
                      <a:pt x="0" y="427598"/>
                    </a:lnTo>
                    <a:cubicBezTo>
                      <a:pt x="0" y="419661"/>
                      <a:pt x="5963" y="412717"/>
                      <a:pt x="13913" y="412717"/>
                    </a:cubicBezTo>
                    <a:lnTo>
                      <a:pt x="37763" y="412717"/>
                    </a:lnTo>
                    <a:lnTo>
                      <a:pt x="63602" y="17858"/>
                    </a:lnTo>
                    <a:cubicBezTo>
                      <a:pt x="64595" y="7937"/>
                      <a:pt x="71552" y="0"/>
                      <a:pt x="8149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</p:grpSp>
      <p:cxnSp>
        <p:nvCxnSpPr>
          <p:cNvPr id="42" name="肘形连接符 41"/>
          <p:cNvCxnSpPr>
            <a:stCxn id="33" idx="2"/>
            <a:endCxn id="59" idx="0"/>
          </p:cNvCxnSpPr>
          <p:nvPr/>
        </p:nvCxnSpPr>
        <p:spPr>
          <a:xfrm rot="5400000">
            <a:off x="4180300" y="2138785"/>
            <a:ext cx="951306" cy="2880101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33" idx="2"/>
            <a:endCxn id="47" idx="0"/>
          </p:cNvCxnSpPr>
          <p:nvPr/>
        </p:nvCxnSpPr>
        <p:spPr>
          <a:xfrm rot="16200000" flipH="1">
            <a:off x="7060397" y="2138787"/>
            <a:ext cx="951306" cy="2880095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33" idx="2"/>
            <a:endCxn id="53" idx="0"/>
          </p:cNvCxnSpPr>
          <p:nvPr/>
        </p:nvCxnSpPr>
        <p:spPr>
          <a:xfrm flipH="1">
            <a:off x="6096000" y="3103182"/>
            <a:ext cx="3" cy="951306"/>
          </a:xfrm>
          <a:prstGeom prst="straightConnector1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ïSliďe"/>
          <p:cNvSpPr/>
          <p:nvPr/>
        </p:nvSpPr>
        <p:spPr>
          <a:xfrm>
            <a:off x="4944863" y="1700784"/>
            <a:ext cx="6575626" cy="3931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39" name="îṡḷiďé"/>
          <p:cNvGrpSpPr/>
          <p:nvPr/>
        </p:nvGrpSpPr>
        <p:grpSpPr>
          <a:xfrm>
            <a:off x="667350" y="2732957"/>
            <a:ext cx="4103086" cy="1969043"/>
            <a:chOff x="673101" y="2851532"/>
            <a:chExt cx="4103086" cy="1969043"/>
          </a:xfrm>
        </p:grpSpPr>
        <p:sp>
          <p:nvSpPr>
            <p:cNvPr id="71" name="iṣľïḋe"/>
            <p:cNvSpPr txBox="1"/>
            <p:nvPr/>
          </p:nvSpPr>
          <p:spPr>
            <a:xfrm>
              <a:off x="673101" y="2851532"/>
              <a:ext cx="4103085" cy="8891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buSzPct val="25000"/>
              </a:pPr>
              <a:r>
                <a:rPr lang="en-US" sz="2400" b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Unified fonts make</a:t>
              </a:r>
              <a:endParaRPr 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  <a:p>
              <a:pPr>
                <a:buSzPct val="25000"/>
              </a:pPr>
              <a:r>
                <a:rPr lang="en-US" sz="2400" b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reading more fluent.</a:t>
              </a:r>
              <a:endParaRPr lang="en-US" sz="24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72" name="ïṧľïḋe"/>
            <p:cNvSpPr txBox="1"/>
            <p:nvPr/>
          </p:nvSpPr>
          <p:spPr>
            <a:xfrm>
              <a:off x="673101" y="3740669"/>
              <a:ext cx="4103086" cy="10799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  <a:buSzPct val="25000"/>
              </a:pPr>
              <a:r>
                <a:rPr lang="en-US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Theme color makes PPT more convenient to change.</a:t>
              </a:r>
              <a:endParaRPr lang="en-US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sz="12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Adjust the spacing to adapt to Chinese typesetting, use the reference line in PPT.</a:t>
              </a:r>
              <a:endParaRPr lang="en-US" sz="1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34" name="íšḷîḓe"/>
          <p:cNvGrpSpPr/>
          <p:nvPr/>
        </p:nvGrpSpPr>
        <p:grpSpPr>
          <a:xfrm>
            <a:off x="4944863" y="1948715"/>
            <a:ext cx="6185571" cy="3379671"/>
            <a:chOff x="5078027" y="1948715"/>
            <a:chExt cx="6185571" cy="3379671"/>
          </a:xfrm>
        </p:grpSpPr>
        <p:grpSp>
          <p:nvGrpSpPr>
            <p:cNvPr id="135" name="ï$ļïďe"/>
            <p:cNvGrpSpPr/>
            <p:nvPr/>
          </p:nvGrpSpPr>
          <p:grpSpPr>
            <a:xfrm>
              <a:off x="5078027" y="1948715"/>
              <a:ext cx="3779036" cy="3379671"/>
              <a:chOff x="4944862" y="1833500"/>
              <a:chExt cx="3779036" cy="3379671"/>
            </a:xfrm>
          </p:grpSpPr>
          <p:cxnSp>
            <p:nvCxnSpPr>
              <p:cNvPr id="140" name="直接连接符 139"/>
              <p:cNvCxnSpPr/>
              <p:nvPr/>
            </p:nvCxnSpPr>
            <p:spPr>
              <a:xfrm>
                <a:off x="4944862" y="2901636"/>
                <a:ext cx="2902448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4944862" y="4145034"/>
                <a:ext cx="2902448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2" name="îŝľîḓé"/>
              <p:cNvGrpSpPr/>
              <p:nvPr/>
            </p:nvGrpSpPr>
            <p:grpSpPr>
              <a:xfrm>
                <a:off x="4944862" y="3076898"/>
                <a:ext cx="3779036" cy="892875"/>
                <a:chOff x="4944862" y="3192112"/>
                <a:chExt cx="3779036" cy="892875"/>
              </a:xfrm>
            </p:grpSpPr>
            <p:grpSp>
              <p:nvGrpSpPr>
                <p:cNvPr id="157" name="îṣļïde"/>
                <p:cNvGrpSpPr/>
                <p:nvPr/>
              </p:nvGrpSpPr>
              <p:grpSpPr>
                <a:xfrm>
                  <a:off x="4944862" y="3192112"/>
                  <a:ext cx="2996046" cy="892875"/>
                  <a:chOff x="4944862" y="3192112"/>
                  <a:chExt cx="2996046" cy="892875"/>
                </a:xfrm>
              </p:grpSpPr>
              <p:sp>
                <p:nvSpPr>
                  <p:cNvPr id="161" name="í$liḍe"/>
                  <p:cNvSpPr/>
                  <p:nvPr/>
                </p:nvSpPr>
                <p:spPr bwMode="auto">
                  <a:xfrm>
                    <a:off x="4944862" y="3579710"/>
                    <a:ext cx="2996046" cy="505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r">
                      <a:lnSpc>
                        <a:spcPct val="120000"/>
                      </a:lnSpc>
                    </a:pPr>
                    <a:r>
                      <a:rPr lang="en-US" altLang="zh-CN" sz="1100" dirty="0">
                        <a:latin typeface="字魂36号-正文宋楷" panose="02000000000000000000" pitchFamily="2" charset="-122"/>
                        <a:ea typeface="字魂36号-正文宋楷" panose="02000000000000000000" pitchFamily="2" charset="-122"/>
                        <a:sym typeface="字魂36号-正文宋楷" panose="02000000000000000000" pitchFamily="2" charset="-122"/>
                      </a:rPr>
                      <a:t>Copy paste fonts. Choose the only option to retain text……</a:t>
                    </a:r>
                    <a:endParaRPr lang="en-US" altLang="zh-CN" sz="1100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  <p:sp>
                <p:nvSpPr>
                  <p:cNvPr id="162" name="ïŝlidè"/>
                  <p:cNvSpPr txBox="1"/>
                  <p:nvPr/>
                </p:nvSpPr>
                <p:spPr bwMode="auto">
                  <a:xfrm>
                    <a:off x="4944862" y="3192112"/>
                    <a:ext cx="2996046" cy="3875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000" b="1" dirty="0">
                        <a:latin typeface="字魂36号-正文宋楷" panose="02000000000000000000" pitchFamily="2" charset="-122"/>
                        <a:ea typeface="字魂36号-正文宋楷" panose="02000000000000000000" pitchFamily="2" charset="-122"/>
                        <a:sym typeface="字魂36号-正文宋楷" panose="02000000000000000000" pitchFamily="2" charset="-122"/>
                      </a:rPr>
                      <a:t>Text here</a:t>
                    </a:r>
                    <a:endParaRPr lang="en-US" altLang="zh-CN" sz="2000" b="1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</p:grpSp>
            <p:grpSp>
              <p:nvGrpSpPr>
                <p:cNvPr id="158" name="ïšḻïde"/>
                <p:cNvGrpSpPr/>
                <p:nvPr/>
              </p:nvGrpSpPr>
              <p:grpSpPr>
                <a:xfrm>
                  <a:off x="8134388" y="3343794"/>
                  <a:ext cx="589510" cy="589510"/>
                  <a:chOff x="8134388" y="3343794"/>
                  <a:chExt cx="589510" cy="589510"/>
                </a:xfrm>
              </p:grpSpPr>
              <p:sp>
                <p:nvSpPr>
                  <p:cNvPr id="159" name="ïsľiďe"/>
                  <p:cNvSpPr/>
                  <p:nvPr/>
                </p:nvSpPr>
                <p:spPr>
                  <a:xfrm>
                    <a:off x="8134388" y="3343794"/>
                    <a:ext cx="589510" cy="58951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altLang="en-US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  <p:sp>
                <p:nvSpPr>
                  <p:cNvPr id="160" name="işľíḋè"/>
                  <p:cNvSpPr/>
                  <p:nvPr/>
                </p:nvSpPr>
                <p:spPr bwMode="auto">
                  <a:xfrm>
                    <a:off x="8252435" y="3497904"/>
                    <a:ext cx="353416" cy="281291"/>
                  </a:xfrm>
                  <a:custGeom>
                    <a:avLst/>
                    <a:gdLst>
                      <a:gd name="T0" fmla="*/ 669 w 937"/>
                      <a:gd name="T1" fmla="*/ 37 h 747"/>
                      <a:gd name="T2" fmla="*/ 588 w 937"/>
                      <a:gd name="T3" fmla="*/ 0 h 747"/>
                      <a:gd name="T4" fmla="*/ 487 w 937"/>
                      <a:gd name="T5" fmla="*/ 30 h 747"/>
                      <a:gd name="T6" fmla="*/ 399 w 937"/>
                      <a:gd name="T7" fmla="*/ 16 h 747"/>
                      <a:gd name="T8" fmla="*/ 0 w 937"/>
                      <a:gd name="T9" fmla="*/ 187 h 747"/>
                      <a:gd name="T10" fmla="*/ 348 w 937"/>
                      <a:gd name="T11" fmla="*/ 746 h 747"/>
                      <a:gd name="T12" fmla="*/ 449 w 937"/>
                      <a:gd name="T13" fmla="*/ 717 h 747"/>
                      <a:gd name="T14" fmla="*/ 937 w 937"/>
                      <a:gd name="T15" fmla="*/ 559 h 747"/>
                      <a:gd name="T16" fmla="*/ 456 w 937"/>
                      <a:gd name="T17" fmla="*/ 45 h 747"/>
                      <a:gd name="T18" fmla="*/ 473 w 937"/>
                      <a:gd name="T19" fmla="*/ 50 h 747"/>
                      <a:gd name="T20" fmla="*/ 475 w 937"/>
                      <a:gd name="T21" fmla="*/ 54 h 747"/>
                      <a:gd name="T22" fmla="*/ 478 w 937"/>
                      <a:gd name="T23" fmla="*/ 60 h 747"/>
                      <a:gd name="T24" fmla="*/ 510 w 937"/>
                      <a:gd name="T25" fmla="*/ 127 h 747"/>
                      <a:gd name="T26" fmla="*/ 554 w 937"/>
                      <a:gd name="T27" fmla="*/ 219 h 747"/>
                      <a:gd name="T28" fmla="*/ 711 w 937"/>
                      <a:gd name="T29" fmla="*/ 548 h 747"/>
                      <a:gd name="T30" fmla="*/ 498 w 937"/>
                      <a:gd name="T31" fmla="*/ 650 h 747"/>
                      <a:gd name="T32" fmla="*/ 482 w 937"/>
                      <a:gd name="T33" fmla="*/ 658 h 747"/>
                      <a:gd name="T34" fmla="*/ 438 w 937"/>
                      <a:gd name="T35" fmla="*/ 679 h 747"/>
                      <a:gd name="T36" fmla="*/ 432 w 937"/>
                      <a:gd name="T37" fmla="*/ 681 h 747"/>
                      <a:gd name="T38" fmla="*/ 349 w 937"/>
                      <a:gd name="T39" fmla="*/ 721 h 747"/>
                      <a:gd name="T40" fmla="*/ 334 w 937"/>
                      <a:gd name="T41" fmla="*/ 716 h 747"/>
                      <a:gd name="T42" fmla="*/ 326 w 937"/>
                      <a:gd name="T43" fmla="*/ 713 h 747"/>
                      <a:gd name="T44" fmla="*/ 291 w 937"/>
                      <a:gd name="T45" fmla="*/ 702 h 747"/>
                      <a:gd name="T46" fmla="*/ 319 w 937"/>
                      <a:gd name="T47" fmla="*/ 685 h 747"/>
                      <a:gd name="T48" fmla="*/ 413 w 937"/>
                      <a:gd name="T49" fmla="*/ 640 h 747"/>
                      <a:gd name="T50" fmla="*/ 418 w 937"/>
                      <a:gd name="T51" fmla="*/ 637 h 747"/>
                      <a:gd name="T52" fmla="*/ 484 w 937"/>
                      <a:gd name="T53" fmla="*/ 606 h 747"/>
                      <a:gd name="T54" fmla="*/ 491 w 937"/>
                      <a:gd name="T55" fmla="*/ 603 h 747"/>
                      <a:gd name="T56" fmla="*/ 645 w 937"/>
                      <a:gd name="T57" fmla="*/ 529 h 747"/>
                      <a:gd name="T58" fmla="*/ 539 w 937"/>
                      <a:gd name="T59" fmla="*/ 309 h 747"/>
                      <a:gd name="T60" fmla="*/ 463 w 937"/>
                      <a:gd name="T61" fmla="*/ 149 h 747"/>
                      <a:gd name="T62" fmla="*/ 431 w 937"/>
                      <a:gd name="T63" fmla="*/ 82 h 747"/>
                      <a:gd name="T64" fmla="*/ 428 w 937"/>
                      <a:gd name="T65" fmla="*/ 76 h 747"/>
                      <a:gd name="T66" fmla="*/ 421 w 937"/>
                      <a:gd name="T67" fmla="*/ 62 h 747"/>
                      <a:gd name="T68" fmla="*/ 456 w 937"/>
                      <a:gd name="T69" fmla="*/ 45 h 747"/>
                      <a:gd name="T70" fmla="*/ 652 w 937"/>
                      <a:gd name="T71" fmla="*/ 45 h 747"/>
                      <a:gd name="T72" fmla="*/ 669 w 937"/>
                      <a:gd name="T73" fmla="*/ 51 h 747"/>
                      <a:gd name="T74" fmla="*/ 546 w 937"/>
                      <a:gd name="T75" fmla="*/ 721 h 747"/>
                      <a:gd name="T76" fmla="*/ 544 w 937"/>
                      <a:gd name="T77" fmla="*/ 721 h 747"/>
                      <a:gd name="T78" fmla="*/ 526 w 937"/>
                      <a:gd name="T79" fmla="*/ 715 h 747"/>
                      <a:gd name="T80" fmla="*/ 492 w 937"/>
                      <a:gd name="T81" fmla="*/ 703 h 747"/>
                      <a:gd name="T82" fmla="*/ 484 w 937"/>
                      <a:gd name="T83" fmla="*/ 700 h 747"/>
                      <a:gd name="T84" fmla="*/ 527 w 937"/>
                      <a:gd name="T85" fmla="*/ 680 h 747"/>
                      <a:gd name="T86" fmla="*/ 623 w 937"/>
                      <a:gd name="T87" fmla="*/ 73 h 747"/>
                      <a:gd name="T88" fmla="*/ 603 w 937"/>
                      <a:gd name="T89" fmla="*/ 31 h 7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937" h="747">
                        <a:moveTo>
                          <a:pt x="684" y="30"/>
                        </a:moveTo>
                        <a:lnTo>
                          <a:pt x="669" y="37"/>
                        </a:lnTo>
                        <a:lnTo>
                          <a:pt x="596" y="16"/>
                        </a:lnTo>
                        <a:lnTo>
                          <a:pt x="588" y="0"/>
                        </a:lnTo>
                        <a:lnTo>
                          <a:pt x="494" y="45"/>
                        </a:lnTo>
                        <a:lnTo>
                          <a:pt x="487" y="30"/>
                        </a:lnTo>
                        <a:lnTo>
                          <a:pt x="473" y="37"/>
                        </a:lnTo>
                        <a:lnTo>
                          <a:pt x="399" y="16"/>
                        </a:lnTo>
                        <a:lnTo>
                          <a:pt x="392" y="0"/>
                        </a:lnTo>
                        <a:lnTo>
                          <a:pt x="0" y="187"/>
                        </a:lnTo>
                        <a:lnTo>
                          <a:pt x="253" y="717"/>
                        </a:lnTo>
                        <a:lnTo>
                          <a:pt x="348" y="746"/>
                        </a:lnTo>
                        <a:lnTo>
                          <a:pt x="442" y="702"/>
                        </a:lnTo>
                        <a:lnTo>
                          <a:pt x="449" y="717"/>
                        </a:lnTo>
                        <a:lnTo>
                          <a:pt x="545" y="747"/>
                        </a:lnTo>
                        <a:lnTo>
                          <a:pt x="937" y="559"/>
                        </a:lnTo>
                        <a:lnTo>
                          <a:pt x="684" y="30"/>
                        </a:lnTo>
                        <a:close/>
                        <a:moveTo>
                          <a:pt x="456" y="45"/>
                        </a:moveTo>
                        <a:lnTo>
                          <a:pt x="456" y="45"/>
                        </a:lnTo>
                        <a:lnTo>
                          <a:pt x="473" y="50"/>
                        </a:lnTo>
                        <a:lnTo>
                          <a:pt x="473" y="51"/>
                        </a:lnTo>
                        <a:lnTo>
                          <a:pt x="475" y="54"/>
                        </a:lnTo>
                        <a:lnTo>
                          <a:pt x="476" y="57"/>
                        </a:lnTo>
                        <a:lnTo>
                          <a:pt x="478" y="60"/>
                        </a:lnTo>
                        <a:lnTo>
                          <a:pt x="504" y="116"/>
                        </a:lnTo>
                        <a:lnTo>
                          <a:pt x="510" y="127"/>
                        </a:lnTo>
                        <a:lnTo>
                          <a:pt x="549" y="210"/>
                        </a:lnTo>
                        <a:lnTo>
                          <a:pt x="554" y="219"/>
                        </a:lnTo>
                        <a:lnTo>
                          <a:pt x="559" y="229"/>
                        </a:lnTo>
                        <a:lnTo>
                          <a:pt x="711" y="548"/>
                        </a:lnTo>
                        <a:lnTo>
                          <a:pt x="510" y="644"/>
                        </a:lnTo>
                        <a:lnTo>
                          <a:pt x="498" y="650"/>
                        </a:lnTo>
                        <a:lnTo>
                          <a:pt x="489" y="654"/>
                        </a:lnTo>
                        <a:lnTo>
                          <a:pt x="482" y="658"/>
                        </a:lnTo>
                        <a:lnTo>
                          <a:pt x="475" y="661"/>
                        </a:lnTo>
                        <a:lnTo>
                          <a:pt x="438" y="679"/>
                        </a:lnTo>
                        <a:lnTo>
                          <a:pt x="435" y="680"/>
                        </a:lnTo>
                        <a:lnTo>
                          <a:pt x="432" y="681"/>
                        </a:lnTo>
                        <a:lnTo>
                          <a:pt x="350" y="721"/>
                        </a:lnTo>
                        <a:lnTo>
                          <a:pt x="349" y="721"/>
                        </a:lnTo>
                        <a:lnTo>
                          <a:pt x="348" y="721"/>
                        </a:lnTo>
                        <a:lnTo>
                          <a:pt x="334" y="716"/>
                        </a:lnTo>
                        <a:lnTo>
                          <a:pt x="330" y="715"/>
                        </a:lnTo>
                        <a:lnTo>
                          <a:pt x="326" y="713"/>
                        </a:lnTo>
                        <a:lnTo>
                          <a:pt x="296" y="703"/>
                        </a:lnTo>
                        <a:lnTo>
                          <a:pt x="291" y="702"/>
                        </a:lnTo>
                        <a:lnTo>
                          <a:pt x="287" y="700"/>
                        </a:lnTo>
                        <a:lnTo>
                          <a:pt x="319" y="685"/>
                        </a:lnTo>
                        <a:lnTo>
                          <a:pt x="330" y="680"/>
                        </a:lnTo>
                        <a:lnTo>
                          <a:pt x="413" y="640"/>
                        </a:lnTo>
                        <a:lnTo>
                          <a:pt x="416" y="639"/>
                        </a:lnTo>
                        <a:lnTo>
                          <a:pt x="418" y="637"/>
                        </a:lnTo>
                        <a:lnTo>
                          <a:pt x="479" y="609"/>
                        </a:lnTo>
                        <a:lnTo>
                          <a:pt x="484" y="606"/>
                        </a:lnTo>
                        <a:lnTo>
                          <a:pt x="490" y="603"/>
                        </a:lnTo>
                        <a:lnTo>
                          <a:pt x="491" y="603"/>
                        </a:lnTo>
                        <a:lnTo>
                          <a:pt x="498" y="599"/>
                        </a:lnTo>
                        <a:lnTo>
                          <a:pt x="645" y="529"/>
                        </a:lnTo>
                        <a:lnTo>
                          <a:pt x="544" y="318"/>
                        </a:lnTo>
                        <a:lnTo>
                          <a:pt x="539" y="309"/>
                        </a:lnTo>
                        <a:lnTo>
                          <a:pt x="535" y="299"/>
                        </a:lnTo>
                        <a:lnTo>
                          <a:pt x="463" y="149"/>
                        </a:lnTo>
                        <a:lnTo>
                          <a:pt x="458" y="138"/>
                        </a:lnTo>
                        <a:lnTo>
                          <a:pt x="431" y="82"/>
                        </a:lnTo>
                        <a:lnTo>
                          <a:pt x="430" y="79"/>
                        </a:lnTo>
                        <a:lnTo>
                          <a:pt x="428" y="76"/>
                        </a:lnTo>
                        <a:lnTo>
                          <a:pt x="427" y="73"/>
                        </a:lnTo>
                        <a:lnTo>
                          <a:pt x="421" y="62"/>
                        </a:lnTo>
                        <a:lnTo>
                          <a:pt x="407" y="31"/>
                        </a:lnTo>
                        <a:lnTo>
                          <a:pt x="456" y="45"/>
                        </a:lnTo>
                        <a:close/>
                        <a:moveTo>
                          <a:pt x="652" y="45"/>
                        </a:moveTo>
                        <a:lnTo>
                          <a:pt x="652" y="45"/>
                        </a:lnTo>
                        <a:lnTo>
                          <a:pt x="669" y="50"/>
                        </a:lnTo>
                        <a:lnTo>
                          <a:pt x="669" y="51"/>
                        </a:lnTo>
                        <a:lnTo>
                          <a:pt x="907" y="548"/>
                        </a:lnTo>
                        <a:lnTo>
                          <a:pt x="546" y="721"/>
                        </a:lnTo>
                        <a:lnTo>
                          <a:pt x="546" y="720"/>
                        </a:lnTo>
                        <a:lnTo>
                          <a:pt x="544" y="721"/>
                        </a:lnTo>
                        <a:lnTo>
                          <a:pt x="530" y="716"/>
                        </a:lnTo>
                        <a:lnTo>
                          <a:pt x="526" y="715"/>
                        </a:lnTo>
                        <a:lnTo>
                          <a:pt x="522" y="713"/>
                        </a:lnTo>
                        <a:lnTo>
                          <a:pt x="492" y="703"/>
                        </a:lnTo>
                        <a:lnTo>
                          <a:pt x="488" y="702"/>
                        </a:lnTo>
                        <a:lnTo>
                          <a:pt x="484" y="700"/>
                        </a:lnTo>
                        <a:lnTo>
                          <a:pt x="515" y="685"/>
                        </a:lnTo>
                        <a:lnTo>
                          <a:pt x="527" y="680"/>
                        </a:lnTo>
                        <a:lnTo>
                          <a:pt x="841" y="529"/>
                        </a:lnTo>
                        <a:lnTo>
                          <a:pt x="623" y="73"/>
                        </a:lnTo>
                        <a:lnTo>
                          <a:pt x="618" y="62"/>
                        </a:lnTo>
                        <a:lnTo>
                          <a:pt x="603" y="31"/>
                        </a:lnTo>
                        <a:lnTo>
                          <a:pt x="652" y="45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</p:grpSp>
          </p:grpSp>
          <p:grpSp>
            <p:nvGrpSpPr>
              <p:cNvPr id="143" name="ïşliḑè"/>
              <p:cNvGrpSpPr/>
              <p:nvPr/>
            </p:nvGrpSpPr>
            <p:grpSpPr>
              <a:xfrm>
                <a:off x="4944862" y="1833500"/>
                <a:ext cx="3754232" cy="892875"/>
                <a:chOff x="4944862" y="1946387"/>
                <a:chExt cx="3754232" cy="892875"/>
              </a:xfrm>
            </p:grpSpPr>
            <p:grpSp>
              <p:nvGrpSpPr>
                <p:cNvPr id="151" name="íṧlîḋè"/>
                <p:cNvGrpSpPr/>
                <p:nvPr/>
              </p:nvGrpSpPr>
              <p:grpSpPr>
                <a:xfrm>
                  <a:off x="4944862" y="1946387"/>
                  <a:ext cx="2996046" cy="892875"/>
                  <a:chOff x="4944862" y="1946387"/>
                  <a:chExt cx="2996046" cy="892875"/>
                </a:xfrm>
              </p:grpSpPr>
              <p:sp>
                <p:nvSpPr>
                  <p:cNvPr id="155" name="iṡļïḋè"/>
                  <p:cNvSpPr/>
                  <p:nvPr/>
                </p:nvSpPr>
                <p:spPr bwMode="auto">
                  <a:xfrm>
                    <a:off x="4944862" y="2333985"/>
                    <a:ext cx="2996046" cy="505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r">
                      <a:lnSpc>
                        <a:spcPct val="120000"/>
                      </a:lnSpc>
                    </a:pPr>
                    <a:r>
                      <a:rPr lang="en-US" altLang="zh-CN" sz="1100" dirty="0">
                        <a:latin typeface="字魂36号-正文宋楷" panose="02000000000000000000" pitchFamily="2" charset="-122"/>
                        <a:ea typeface="字魂36号-正文宋楷" panose="02000000000000000000" pitchFamily="2" charset="-122"/>
                        <a:sym typeface="字魂36号-正文宋楷" panose="02000000000000000000" pitchFamily="2" charset="-122"/>
                      </a:rPr>
                      <a:t>Copy paste fonts. Choose the only option to retain text……</a:t>
                    </a:r>
                    <a:endParaRPr lang="en-US" altLang="zh-CN" sz="1100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  <p:sp>
                <p:nvSpPr>
                  <p:cNvPr id="156" name="îṩľîḑè"/>
                  <p:cNvSpPr txBox="1"/>
                  <p:nvPr/>
                </p:nvSpPr>
                <p:spPr bwMode="auto">
                  <a:xfrm>
                    <a:off x="4944862" y="1946387"/>
                    <a:ext cx="2996046" cy="3875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000" b="1" dirty="0">
                        <a:latin typeface="字魂36号-正文宋楷" panose="02000000000000000000" pitchFamily="2" charset="-122"/>
                        <a:ea typeface="字魂36号-正文宋楷" panose="02000000000000000000" pitchFamily="2" charset="-122"/>
                        <a:sym typeface="字魂36号-正文宋楷" panose="02000000000000000000" pitchFamily="2" charset="-122"/>
                      </a:rPr>
                      <a:t>Text here</a:t>
                    </a:r>
                    <a:endParaRPr lang="en-US" altLang="zh-CN" sz="2000" b="1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</p:grpSp>
            <p:grpSp>
              <p:nvGrpSpPr>
                <p:cNvPr id="152" name="îṧ1iďè"/>
                <p:cNvGrpSpPr/>
                <p:nvPr/>
              </p:nvGrpSpPr>
              <p:grpSpPr>
                <a:xfrm>
                  <a:off x="8109584" y="2098069"/>
                  <a:ext cx="589510" cy="589510"/>
                  <a:chOff x="8109584" y="2098069"/>
                  <a:chExt cx="589510" cy="589510"/>
                </a:xfrm>
              </p:grpSpPr>
              <p:sp>
                <p:nvSpPr>
                  <p:cNvPr id="153" name="ïṧḷiḋè"/>
                  <p:cNvSpPr/>
                  <p:nvPr/>
                </p:nvSpPr>
                <p:spPr>
                  <a:xfrm>
                    <a:off x="8109584" y="2098069"/>
                    <a:ext cx="589510" cy="58951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altLang="en-US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  <p:sp>
                <p:nvSpPr>
                  <p:cNvPr id="154" name="ïSļïḋe"/>
                  <p:cNvSpPr/>
                  <p:nvPr/>
                </p:nvSpPr>
                <p:spPr bwMode="auto">
                  <a:xfrm>
                    <a:off x="8239301" y="2227765"/>
                    <a:ext cx="330075" cy="330118"/>
                  </a:xfrm>
                  <a:custGeom>
                    <a:avLst/>
                    <a:gdLst>
                      <a:gd name="connsiteX0" fmla="*/ 533257 w 607489"/>
                      <a:gd name="connsiteY0" fmla="*/ 454864 h 607568"/>
                      <a:gd name="connsiteX1" fmla="*/ 549398 w 607489"/>
                      <a:gd name="connsiteY1" fmla="*/ 464840 h 607568"/>
                      <a:gd name="connsiteX2" fmla="*/ 605663 w 607489"/>
                      <a:gd name="connsiteY2" fmla="*/ 577181 h 607568"/>
                      <a:gd name="connsiteX3" fmla="*/ 597515 w 607489"/>
                      <a:gd name="connsiteY3" fmla="*/ 601429 h 607568"/>
                      <a:gd name="connsiteX4" fmla="*/ 588753 w 607489"/>
                      <a:gd name="connsiteY4" fmla="*/ 605727 h 607568"/>
                      <a:gd name="connsiteX5" fmla="*/ 580913 w 607489"/>
                      <a:gd name="connsiteY5" fmla="*/ 607568 h 607568"/>
                      <a:gd name="connsiteX6" fmla="*/ 564617 w 607489"/>
                      <a:gd name="connsiteY6" fmla="*/ 597593 h 607568"/>
                      <a:gd name="connsiteX7" fmla="*/ 508506 w 607489"/>
                      <a:gd name="connsiteY7" fmla="*/ 485252 h 607568"/>
                      <a:gd name="connsiteX8" fmla="*/ 516654 w 607489"/>
                      <a:gd name="connsiteY8" fmla="*/ 461157 h 607568"/>
                      <a:gd name="connsiteX9" fmla="*/ 525263 w 607489"/>
                      <a:gd name="connsiteY9" fmla="*/ 456706 h 607568"/>
                      <a:gd name="connsiteX10" fmla="*/ 533257 w 607489"/>
                      <a:gd name="connsiteY10" fmla="*/ 454864 h 607568"/>
                      <a:gd name="connsiteX11" fmla="*/ 348909 w 607489"/>
                      <a:gd name="connsiteY11" fmla="*/ 397213 h 607568"/>
                      <a:gd name="connsiteX12" fmla="*/ 410496 w 607489"/>
                      <a:gd name="connsiteY12" fmla="*/ 407800 h 607568"/>
                      <a:gd name="connsiteX13" fmla="*/ 445973 w 607489"/>
                      <a:gd name="connsiteY13" fmla="*/ 403964 h 607568"/>
                      <a:gd name="connsiteX14" fmla="*/ 297151 w 607489"/>
                      <a:gd name="connsiteY14" fmla="*/ 493111 h 607568"/>
                      <a:gd name="connsiteX15" fmla="*/ 337544 w 607489"/>
                      <a:gd name="connsiteY15" fmla="*/ 429895 h 607568"/>
                      <a:gd name="connsiteX16" fmla="*/ 348909 w 607489"/>
                      <a:gd name="connsiteY16" fmla="*/ 397213 h 607568"/>
                      <a:gd name="connsiteX17" fmla="*/ 185234 w 607489"/>
                      <a:gd name="connsiteY17" fmla="*/ 397213 h 607568"/>
                      <a:gd name="connsiteX18" fmla="*/ 315850 w 607489"/>
                      <a:gd name="connsiteY18" fmla="*/ 397213 h 607568"/>
                      <a:gd name="connsiteX19" fmla="*/ 250542 w 607489"/>
                      <a:gd name="connsiteY19" fmla="*/ 481750 h 607568"/>
                      <a:gd name="connsiteX20" fmla="*/ 185234 w 607489"/>
                      <a:gd name="connsiteY20" fmla="*/ 397213 h 607568"/>
                      <a:gd name="connsiteX21" fmla="*/ 49749 w 607489"/>
                      <a:gd name="connsiteY21" fmla="*/ 397213 h 607568"/>
                      <a:gd name="connsiteX22" fmla="*/ 152381 w 607489"/>
                      <a:gd name="connsiteY22" fmla="*/ 397213 h 607568"/>
                      <a:gd name="connsiteX23" fmla="*/ 163597 w 607489"/>
                      <a:gd name="connsiteY23" fmla="*/ 429895 h 607568"/>
                      <a:gd name="connsiteX24" fmla="*/ 204005 w 607489"/>
                      <a:gd name="connsiteY24" fmla="*/ 493111 h 607568"/>
                      <a:gd name="connsiteX25" fmla="*/ 49749 w 607489"/>
                      <a:gd name="connsiteY25" fmla="*/ 397213 h 607568"/>
                      <a:gd name="connsiteX26" fmla="*/ 500241 w 607489"/>
                      <a:gd name="connsiteY26" fmla="*/ 382182 h 607568"/>
                      <a:gd name="connsiteX27" fmla="*/ 521619 w 607489"/>
                      <a:gd name="connsiteY27" fmla="*/ 424810 h 607568"/>
                      <a:gd name="connsiteX28" fmla="*/ 511161 w 607489"/>
                      <a:gd name="connsiteY28" fmla="*/ 428644 h 607568"/>
                      <a:gd name="connsiteX29" fmla="*/ 502548 w 607489"/>
                      <a:gd name="connsiteY29" fmla="*/ 432937 h 607568"/>
                      <a:gd name="connsiteX30" fmla="*/ 493320 w 607489"/>
                      <a:gd name="connsiteY30" fmla="*/ 438917 h 607568"/>
                      <a:gd name="connsiteX31" fmla="*/ 471941 w 607489"/>
                      <a:gd name="connsiteY31" fmla="*/ 396289 h 607568"/>
                      <a:gd name="connsiteX32" fmla="*/ 486399 w 607489"/>
                      <a:gd name="connsiteY32" fmla="*/ 389849 h 607568"/>
                      <a:gd name="connsiteX33" fmla="*/ 500241 w 607489"/>
                      <a:gd name="connsiteY33" fmla="*/ 382182 h 607568"/>
                      <a:gd name="connsiteX34" fmla="*/ 164347 w 607489"/>
                      <a:gd name="connsiteY34" fmla="*/ 262362 h 607568"/>
                      <a:gd name="connsiteX35" fmla="*/ 241626 w 607489"/>
                      <a:gd name="connsiteY35" fmla="*/ 262362 h 607568"/>
                      <a:gd name="connsiteX36" fmla="*/ 257758 w 607489"/>
                      <a:gd name="connsiteY36" fmla="*/ 313443 h 607568"/>
                      <a:gd name="connsiteX37" fmla="*/ 297857 w 607489"/>
                      <a:gd name="connsiteY37" fmla="*/ 365599 h 607568"/>
                      <a:gd name="connsiteX38" fmla="*/ 176638 w 607489"/>
                      <a:gd name="connsiteY38" fmla="*/ 365599 h 607568"/>
                      <a:gd name="connsiteX39" fmla="*/ 164347 w 607489"/>
                      <a:gd name="connsiteY39" fmla="*/ 262362 h 607568"/>
                      <a:gd name="connsiteX40" fmla="*/ 0 w 607489"/>
                      <a:gd name="connsiteY40" fmla="*/ 262362 h 607568"/>
                      <a:gd name="connsiteX41" fmla="*/ 132704 w 607489"/>
                      <a:gd name="connsiteY41" fmla="*/ 262362 h 607568"/>
                      <a:gd name="connsiteX42" fmla="*/ 144377 w 607489"/>
                      <a:gd name="connsiteY42" fmla="*/ 365599 h 607568"/>
                      <a:gd name="connsiteX43" fmla="*/ 29490 w 607489"/>
                      <a:gd name="connsiteY43" fmla="*/ 365599 h 607568"/>
                      <a:gd name="connsiteX44" fmla="*/ 0 w 607489"/>
                      <a:gd name="connsiteY44" fmla="*/ 262362 h 607568"/>
                      <a:gd name="connsiteX45" fmla="*/ 176639 w 607489"/>
                      <a:gd name="connsiteY45" fmla="*/ 127512 h 607568"/>
                      <a:gd name="connsiteX46" fmla="*/ 280356 w 607489"/>
                      <a:gd name="connsiteY46" fmla="*/ 127512 h 607568"/>
                      <a:gd name="connsiteX47" fmla="*/ 240098 w 607489"/>
                      <a:gd name="connsiteY47" fmla="*/ 230749 h 607568"/>
                      <a:gd name="connsiteX48" fmla="*/ 164347 w 607489"/>
                      <a:gd name="connsiteY48" fmla="*/ 230749 h 607568"/>
                      <a:gd name="connsiteX49" fmla="*/ 176639 w 607489"/>
                      <a:gd name="connsiteY49" fmla="*/ 127512 h 607568"/>
                      <a:gd name="connsiteX50" fmla="*/ 29490 w 607489"/>
                      <a:gd name="connsiteY50" fmla="*/ 127512 h 607568"/>
                      <a:gd name="connsiteX51" fmla="*/ 144377 w 607489"/>
                      <a:gd name="connsiteY51" fmla="*/ 127512 h 607568"/>
                      <a:gd name="connsiteX52" fmla="*/ 132704 w 607489"/>
                      <a:gd name="connsiteY52" fmla="*/ 230749 h 607568"/>
                      <a:gd name="connsiteX53" fmla="*/ 0 w 607489"/>
                      <a:gd name="connsiteY53" fmla="*/ 230749 h 607568"/>
                      <a:gd name="connsiteX54" fmla="*/ 29490 w 607489"/>
                      <a:gd name="connsiteY54" fmla="*/ 127512 h 607568"/>
                      <a:gd name="connsiteX55" fmla="*/ 410198 w 607489"/>
                      <a:gd name="connsiteY55" fmla="*/ 98792 h 607568"/>
                      <a:gd name="connsiteX56" fmla="*/ 534660 w 607489"/>
                      <a:gd name="connsiteY56" fmla="*/ 175658 h 607568"/>
                      <a:gd name="connsiteX57" fmla="*/ 542036 w 607489"/>
                      <a:gd name="connsiteY57" fmla="*/ 281521 h 607568"/>
                      <a:gd name="connsiteX58" fmla="*/ 472275 w 607489"/>
                      <a:gd name="connsiteY58" fmla="*/ 361609 h 607568"/>
                      <a:gd name="connsiteX59" fmla="*/ 410505 w 607489"/>
                      <a:gd name="connsiteY59" fmla="*/ 376185 h 607568"/>
                      <a:gd name="connsiteX60" fmla="*/ 286042 w 607489"/>
                      <a:gd name="connsiteY60" fmla="*/ 299472 h 607568"/>
                      <a:gd name="connsiteX61" fmla="*/ 348274 w 607489"/>
                      <a:gd name="connsiteY61" fmla="*/ 113367 h 607568"/>
                      <a:gd name="connsiteX62" fmla="*/ 410198 w 607489"/>
                      <a:gd name="connsiteY62" fmla="*/ 98792 h 607568"/>
                      <a:gd name="connsiteX63" fmla="*/ 250542 w 607489"/>
                      <a:gd name="connsiteY63" fmla="*/ 11502 h 607568"/>
                      <a:gd name="connsiteX64" fmla="*/ 315850 w 607489"/>
                      <a:gd name="connsiteY64" fmla="*/ 95898 h 607568"/>
                      <a:gd name="connsiteX65" fmla="*/ 185234 w 607489"/>
                      <a:gd name="connsiteY65" fmla="*/ 95898 h 607568"/>
                      <a:gd name="connsiteX66" fmla="*/ 250542 w 607489"/>
                      <a:gd name="connsiteY66" fmla="*/ 11502 h 607568"/>
                      <a:gd name="connsiteX67" fmla="*/ 297151 w 607489"/>
                      <a:gd name="connsiteY67" fmla="*/ 0 h 607568"/>
                      <a:gd name="connsiteX68" fmla="*/ 426921 w 607489"/>
                      <a:gd name="connsiteY68" fmla="*/ 68142 h 607568"/>
                      <a:gd name="connsiteX69" fmla="*/ 410182 w 607489"/>
                      <a:gd name="connsiteY69" fmla="*/ 67221 h 607568"/>
                      <a:gd name="connsiteX70" fmla="*/ 343991 w 607489"/>
                      <a:gd name="connsiteY70" fmla="*/ 80727 h 607568"/>
                      <a:gd name="connsiteX71" fmla="*/ 337541 w 607489"/>
                      <a:gd name="connsiteY71" fmla="*/ 63231 h 607568"/>
                      <a:gd name="connsiteX72" fmla="*/ 297151 w 607489"/>
                      <a:gd name="connsiteY72" fmla="*/ 0 h 607568"/>
                      <a:gd name="connsiteX73" fmla="*/ 204005 w 607489"/>
                      <a:gd name="connsiteY73" fmla="*/ 0 h 607568"/>
                      <a:gd name="connsiteX74" fmla="*/ 163597 w 607489"/>
                      <a:gd name="connsiteY74" fmla="*/ 63216 h 607568"/>
                      <a:gd name="connsiteX75" fmla="*/ 152381 w 607489"/>
                      <a:gd name="connsiteY75" fmla="*/ 95898 h 607568"/>
                      <a:gd name="connsiteX76" fmla="*/ 49749 w 607489"/>
                      <a:gd name="connsiteY76" fmla="*/ 95898 h 607568"/>
                      <a:gd name="connsiteX77" fmla="*/ 204005 w 607489"/>
                      <a:gd name="connsiteY77" fmla="*/ 0 h 6075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</a:cxnLst>
                    <a:rect l="l" t="t" r="r" b="b"/>
                    <a:pathLst>
                      <a:path w="607489" h="607568">
                        <a:moveTo>
                          <a:pt x="533257" y="454864"/>
                        </a:moveTo>
                        <a:cubicBezTo>
                          <a:pt x="540021" y="454864"/>
                          <a:pt x="546477" y="458855"/>
                          <a:pt x="549398" y="464840"/>
                        </a:cubicBezTo>
                        <a:lnTo>
                          <a:pt x="605663" y="577181"/>
                        </a:lnTo>
                        <a:cubicBezTo>
                          <a:pt x="609967" y="586082"/>
                          <a:pt x="606431" y="596979"/>
                          <a:pt x="597515" y="601429"/>
                        </a:cubicBezTo>
                        <a:lnTo>
                          <a:pt x="588753" y="605727"/>
                        </a:lnTo>
                        <a:cubicBezTo>
                          <a:pt x="586293" y="606954"/>
                          <a:pt x="583680" y="607568"/>
                          <a:pt x="580913" y="607568"/>
                        </a:cubicBezTo>
                        <a:cubicBezTo>
                          <a:pt x="573995" y="607568"/>
                          <a:pt x="567692" y="603731"/>
                          <a:pt x="564617" y="597593"/>
                        </a:cubicBezTo>
                        <a:lnTo>
                          <a:pt x="508506" y="485252"/>
                        </a:lnTo>
                        <a:cubicBezTo>
                          <a:pt x="504048" y="476350"/>
                          <a:pt x="507738" y="465454"/>
                          <a:pt x="516654" y="461157"/>
                        </a:cubicBezTo>
                        <a:lnTo>
                          <a:pt x="525263" y="456706"/>
                        </a:lnTo>
                        <a:cubicBezTo>
                          <a:pt x="527722" y="455478"/>
                          <a:pt x="530490" y="454864"/>
                          <a:pt x="533257" y="454864"/>
                        </a:cubicBezTo>
                        <a:close/>
                        <a:moveTo>
                          <a:pt x="348909" y="397213"/>
                        </a:moveTo>
                        <a:cubicBezTo>
                          <a:pt x="367492" y="404118"/>
                          <a:pt x="389762" y="407800"/>
                          <a:pt x="410496" y="407800"/>
                        </a:cubicBezTo>
                        <a:cubicBezTo>
                          <a:pt x="422475" y="407800"/>
                          <a:pt x="434455" y="406573"/>
                          <a:pt x="445973" y="403964"/>
                        </a:cubicBezTo>
                        <a:cubicBezTo>
                          <a:pt x="409267" y="449535"/>
                          <a:pt x="356895" y="481910"/>
                          <a:pt x="297151" y="493111"/>
                        </a:cubicBezTo>
                        <a:cubicBezTo>
                          <a:pt x="312510" y="478995"/>
                          <a:pt x="326178" y="457667"/>
                          <a:pt x="337544" y="429895"/>
                        </a:cubicBezTo>
                        <a:cubicBezTo>
                          <a:pt x="341690" y="419615"/>
                          <a:pt x="345530" y="408721"/>
                          <a:pt x="348909" y="397213"/>
                        </a:cubicBezTo>
                        <a:close/>
                        <a:moveTo>
                          <a:pt x="185234" y="397213"/>
                        </a:moveTo>
                        <a:lnTo>
                          <a:pt x="315850" y="397213"/>
                        </a:lnTo>
                        <a:cubicBezTo>
                          <a:pt x="298793" y="450145"/>
                          <a:pt x="273899" y="481750"/>
                          <a:pt x="250542" y="481750"/>
                        </a:cubicBezTo>
                        <a:cubicBezTo>
                          <a:pt x="227185" y="481750"/>
                          <a:pt x="202291" y="450145"/>
                          <a:pt x="185234" y="397213"/>
                        </a:cubicBezTo>
                        <a:close/>
                        <a:moveTo>
                          <a:pt x="49749" y="397213"/>
                        </a:moveTo>
                        <a:lnTo>
                          <a:pt x="152381" y="397213"/>
                        </a:lnTo>
                        <a:cubicBezTo>
                          <a:pt x="155761" y="408721"/>
                          <a:pt x="159449" y="419615"/>
                          <a:pt x="163597" y="429895"/>
                        </a:cubicBezTo>
                        <a:cubicBezTo>
                          <a:pt x="174967" y="457667"/>
                          <a:pt x="188794" y="478995"/>
                          <a:pt x="204005" y="493111"/>
                        </a:cubicBezTo>
                        <a:cubicBezTo>
                          <a:pt x="141319" y="481450"/>
                          <a:pt x="86776" y="446313"/>
                          <a:pt x="49749" y="397213"/>
                        </a:cubicBezTo>
                        <a:close/>
                        <a:moveTo>
                          <a:pt x="500241" y="382182"/>
                        </a:moveTo>
                        <a:lnTo>
                          <a:pt x="521619" y="424810"/>
                        </a:lnTo>
                        <a:cubicBezTo>
                          <a:pt x="517928" y="425730"/>
                          <a:pt x="514544" y="426957"/>
                          <a:pt x="511161" y="428644"/>
                        </a:cubicBezTo>
                        <a:lnTo>
                          <a:pt x="502548" y="432937"/>
                        </a:lnTo>
                        <a:cubicBezTo>
                          <a:pt x="499164" y="434624"/>
                          <a:pt x="496088" y="436617"/>
                          <a:pt x="493320" y="438917"/>
                        </a:cubicBezTo>
                        <a:lnTo>
                          <a:pt x="471941" y="396289"/>
                        </a:lnTo>
                        <a:cubicBezTo>
                          <a:pt x="476863" y="394295"/>
                          <a:pt x="481631" y="392149"/>
                          <a:pt x="486399" y="389849"/>
                        </a:cubicBezTo>
                        <a:cubicBezTo>
                          <a:pt x="491166" y="387549"/>
                          <a:pt x="495781" y="384942"/>
                          <a:pt x="500241" y="382182"/>
                        </a:cubicBezTo>
                        <a:close/>
                        <a:moveTo>
                          <a:pt x="164347" y="262362"/>
                        </a:moveTo>
                        <a:lnTo>
                          <a:pt x="241626" y="262362"/>
                        </a:lnTo>
                        <a:cubicBezTo>
                          <a:pt x="244238" y="279696"/>
                          <a:pt x="249461" y="297030"/>
                          <a:pt x="257758" y="313443"/>
                        </a:cubicBezTo>
                        <a:cubicBezTo>
                          <a:pt x="267898" y="333692"/>
                          <a:pt x="281571" y="351333"/>
                          <a:pt x="297857" y="365599"/>
                        </a:cubicBezTo>
                        <a:lnTo>
                          <a:pt x="176638" y="365599"/>
                        </a:lnTo>
                        <a:cubicBezTo>
                          <a:pt x="169724" y="335686"/>
                          <a:pt x="165269" y="300711"/>
                          <a:pt x="164347" y="262362"/>
                        </a:cubicBezTo>
                        <a:close/>
                        <a:moveTo>
                          <a:pt x="0" y="262362"/>
                        </a:moveTo>
                        <a:lnTo>
                          <a:pt x="132704" y="262362"/>
                        </a:lnTo>
                        <a:cubicBezTo>
                          <a:pt x="133625" y="298717"/>
                          <a:pt x="137619" y="333845"/>
                          <a:pt x="144377" y="365599"/>
                        </a:cubicBezTo>
                        <a:lnTo>
                          <a:pt x="29490" y="365599"/>
                        </a:lnTo>
                        <a:cubicBezTo>
                          <a:pt x="12748" y="334612"/>
                          <a:pt x="2304" y="299484"/>
                          <a:pt x="0" y="262362"/>
                        </a:cubicBezTo>
                        <a:close/>
                        <a:moveTo>
                          <a:pt x="176639" y="127512"/>
                        </a:moveTo>
                        <a:lnTo>
                          <a:pt x="280356" y="127512"/>
                        </a:lnTo>
                        <a:cubicBezTo>
                          <a:pt x="255771" y="156504"/>
                          <a:pt x="241635" y="193013"/>
                          <a:pt x="240098" y="230749"/>
                        </a:cubicBezTo>
                        <a:lnTo>
                          <a:pt x="164347" y="230749"/>
                        </a:lnTo>
                        <a:cubicBezTo>
                          <a:pt x="165269" y="192399"/>
                          <a:pt x="169725" y="157578"/>
                          <a:pt x="176639" y="127512"/>
                        </a:cubicBezTo>
                        <a:close/>
                        <a:moveTo>
                          <a:pt x="29490" y="127512"/>
                        </a:moveTo>
                        <a:lnTo>
                          <a:pt x="144377" y="127512"/>
                        </a:lnTo>
                        <a:cubicBezTo>
                          <a:pt x="137619" y="159265"/>
                          <a:pt x="133625" y="194393"/>
                          <a:pt x="132704" y="230749"/>
                        </a:cubicBezTo>
                        <a:lnTo>
                          <a:pt x="0" y="230749"/>
                        </a:lnTo>
                        <a:cubicBezTo>
                          <a:pt x="2304" y="193626"/>
                          <a:pt x="12748" y="158498"/>
                          <a:pt x="29490" y="127512"/>
                        </a:cubicBezTo>
                        <a:close/>
                        <a:moveTo>
                          <a:pt x="410198" y="98792"/>
                        </a:moveTo>
                        <a:cubicBezTo>
                          <a:pt x="463363" y="98792"/>
                          <a:pt x="510997" y="128249"/>
                          <a:pt x="534660" y="175658"/>
                        </a:cubicBezTo>
                        <a:cubicBezTo>
                          <a:pt x="551255" y="208798"/>
                          <a:pt x="553867" y="246387"/>
                          <a:pt x="542036" y="281521"/>
                        </a:cubicBezTo>
                        <a:cubicBezTo>
                          <a:pt x="530358" y="316656"/>
                          <a:pt x="505465" y="345039"/>
                          <a:pt x="472275" y="361609"/>
                        </a:cubicBezTo>
                        <a:cubicBezTo>
                          <a:pt x="452914" y="371275"/>
                          <a:pt x="432017" y="376185"/>
                          <a:pt x="410505" y="376185"/>
                        </a:cubicBezTo>
                        <a:cubicBezTo>
                          <a:pt x="357340" y="376185"/>
                          <a:pt x="309706" y="346881"/>
                          <a:pt x="286042" y="299472"/>
                        </a:cubicBezTo>
                        <a:cubicBezTo>
                          <a:pt x="251777" y="231044"/>
                          <a:pt x="279742" y="147581"/>
                          <a:pt x="348274" y="113367"/>
                        </a:cubicBezTo>
                        <a:cubicBezTo>
                          <a:pt x="367788" y="103701"/>
                          <a:pt x="388686" y="98792"/>
                          <a:pt x="410198" y="98792"/>
                        </a:cubicBezTo>
                        <a:close/>
                        <a:moveTo>
                          <a:pt x="250542" y="11502"/>
                        </a:moveTo>
                        <a:cubicBezTo>
                          <a:pt x="273899" y="11502"/>
                          <a:pt x="298793" y="42958"/>
                          <a:pt x="315850" y="95898"/>
                        </a:cubicBezTo>
                        <a:lnTo>
                          <a:pt x="185234" y="95898"/>
                        </a:lnTo>
                        <a:cubicBezTo>
                          <a:pt x="202291" y="42958"/>
                          <a:pt x="227185" y="11502"/>
                          <a:pt x="250542" y="11502"/>
                        </a:cubicBezTo>
                        <a:close/>
                        <a:moveTo>
                          <a:pt x="297151" y="0"/>
                        </a:moveTo>
                        <a:cubicBezTo>
                          <a:pt x="347216" y="9362"/>
                          <a:pt x="392060" y="33764"/>
                          <a:pt x="426921" y="68142"/>
                        </a:cubicBezTo>
                        <a:cubicBezTo>
                          <a:pt x="421393" y="67528"/>
                          <a:pt x="415864" y="67221"/>
                          <a:pt x="410182" y="67221"/>
                        </a:cubicBezTo>
                        <a:cubicBezTo>
                          <a:pt x="387299" y="67221"/>
                          <a:pt x="365031" y="71825"/>
                          <a:pt x="343991" y="80727"/>
                        </a:cubicBezTo>
                        <a:cubicBezTo>
                          <a:pt x="341995" y="74741"/>
                          <a:pt x="339845" y="68909"/>
                          <a:pt x="337541" y="63231"/>
                        </a:cubicBezTo>
                        <a:cubicBezTo>
                          <a:pt x="326177" y="35452"/>
                          <a:pt x="312509" y="14119"/>
                          <a:pt x="297151" y="0"/>
                        </a:cubicBezTo>
                        <a:close/>
                        <a:moveTo>
                          <a:pt x="204005" y="0"/>
                        </a:moveTo>
                        <a:cubicBezTo>
                          <a:pt x="188794" y="14116"/>
                          <a:pt x="174967" y="35444"/>
                          <a:pt x="163597" y="63216"/>
                        </a:cubicBezTo>
                        <a:cubicBezTo>
                          <a:pt x="159449" y="73496"/>
                          <a:pt x="155761" y="84390"/>
                          <a:pt x="152381" y="95898"/>
                        </a:cubicBezTo>
                        <a:lnTo>
                          <a:pt x="49749" y="95898"/>
                        </a:lnTo>
                        <a:cubicBezTo>
                          <a:pt x="86776" y="46798"/>
                          <a:pt x="141319" y="11814"/>
                          <a:pt x="204005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</p:grpSp>
          </p:grpSp>
          <p:grpSp>
            <p:nvGrpSpPr>
              <p:cNvPr id="144" name="išḷiḑe"/>
              <p:cNvGrpSpPr/>
              <p:nvPr/>
            </p:nvGrpSpPr>
            <p:grpSpPr>
              <a:xfrm>
                <a:off x="4944862" y="4320296"/>
                <a:ext cx="3779036" cy="892875"/>
                <a:chOff x="4944862" y="4437838"/>
                <a:chExt cx="3779036" cy="892875"/>
              </a:xfrm>
            </p:grpSpPr>
            <p:grpSp>
              <p:nvGrpSpPr>
                <p:cNvPr id="145" name="ïṣḷîḓê"/>
                <p:cNvGrpSpPr/>
                <p:nvPr/>
              </p:nvGrpSpPr>
              <p:grpSpPr>
                <a:xfrm>
                  <a:off x="4944862" y="4437838"/>
                  <a:ext cx="2996046" cy="892875"/>
                  <a:chOff x="4944862" y="4437838"/>
                  <a:chExt cx="2996046" cy="892875"/>
                </a:xfrm>
              </p:grpSpPr>
              <p:sp>
                <p:nvSpPr>
                  <p:cNvPr id="149" name="îŝḻiḓè"/>
                  <p:cNvSpPr/>
                  <p:nvPr/>
                </p:nvSpPr>
                <p:spPr bwMode="auto">
                  <a:xfrm>
                    <a:off x="4944862" y="4825436"/>
                    <a:ext cx="2996046" cy="505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r">
                      <a:lnSpc>
                        <a:spcPct val="120000"/>
                      </a:lnSpc>
                    </a:pPr>
                    <a:r>
                      <a:rPr lang="en-US" altLang="zh-CN" sz="1100" dirty="0">
                        <a:latin typeface="字魂36号-正文宋楷" panose="02000000000000000000" pitchFamily="2" charset="-122"/>
                        <a:ea typeface="字魂36号-正文宋楷" panose="02000000000000000000" pitchFamily="2" charset="-122"/>
                        <a:sym typeface="字魂36号-正文宋楷" panose="02000000000000000000" pitchFamily="2" charset="-122"/>
                      </a:rPr>
                      <a:t>Copy paste fonts. Choose the only option to retain text……</a:t>
                    </a:r>
                    <a:endParaRPr lang="en-US" altLang="zh-CN" sz="1100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  <p:sp>
                <p:nvSpPr>
                  <p:cNvPr id="150" name="îSḻïde"/>
                  <p:cNvSpPr txBox="1"/>
                  <p:nvPr/>
                </p:nvSpPr>
                <p:spPr bwMode="auto">
                  <a:xfrm>
                    <a:off x="4944862" y="4437838"/>
                    <a:ext cx="2996046" cy="3875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000" b="1" dirty="0">
                        <a:latin typeface="字魂36号-正文宋楷" panose="02000000000000000000" pitchFamily="2" charset="-122"/>
                        <a:ea typeface="字魂36号-正文宋楷" panose="02000000000000000000" pitchFamily="2" charset="-122"/>
                        <a:sym typeface="字魂36号-正文宋楷" panose="02000000000000000000" pitchFamily="2" charset="-122"/>
                      </a:rPr>
                      <a:t>Text here</a:t>
                    </a:r>
                    <a:endParaRPr lang="en-US" altLang="zh-CN" sz="2000" b="1" dirty="0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</p:grpSp>
            <p:grpSp>
              <p:nvGrpSpPr>
                <p:cNvPr id="146" name="iş1íde"/>
                <p:cNvGrpSpPr/>
                <p:nvPr/>
              </p:nvGrpSpPr>
              <p:grpSpPr>
                <a:xfrm>
                  <a:off x="8134388" y="4589520"/>
                  <a:ext cx="589510" cy="589510"/>
                  <a:chOff x="8134388" y="4589520"/>
                  <a:chExt cx="589510" cy="589510"/>
                </a:xfrm>
              </p:grpSpPr>
              <p:sp>
                <p:nvSpPr>
                  <p:cNvPr id="147" name="íSľîḑé"/>
                  <p:cNvSpPr/>
                  <p:nvPr/>
                </p:nvSpPr>
                <p:spPr>
                  <a:xfrm>
                    <a:off x="8134388" y="4589520"/>
                    <a:ext cx="589510" cy="58951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altLang="en-US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  <p:sp>
                <p:nvSpPr>
                  <p:cNvPr id="148" name="isļïḋe"/>
                  <p:cNvSpPr/>
                  <p:nvPr/>
                </p:nvSpPr>
                <p:spPr bwMode="auto">
                  <a:xfrm>
                    <a:off x="8271479" y="4734315"/>
                    <a:ext cx="315328" cy="299920"/>
                  </a:xfrm>
                  <a:custGeom>
                    <a:avLst/>
                    <a:gdLst>
                      <a:gd name="T0" fmla="*/ 6313 w 6313"/>
                      <a:gd name="T1" fmla="*/ 2278 h 6013"/>
                      <a:gd name="T2" fmla="*/ 4142 w 6313"/>
                      <a:gd name="T3" fmla="*/ 1956 h 6013"/>
                      <a:gd name="T4" fmla="*/ 3145 w 6313"/>
                      <a:gd name="T5" fmla="*/ 0 h 6013"/>
                      <a:gd name="T6" fmla="*/ 2168 w 6313"/>
                      <a:gd name="T7" fmla="*/ 1966 h 6013"/>
                      <a:gd name="T8" fmla="*/ 0 w 6313"/>
                      <a:gd name="T9" fmla="*/ 2309 h 6013"/>
                      <a:gd name="T10" fmla="*/ 1568 w 6313"/>
                      <a:gd name="T11" fmla="*/ 3845 h 6013"/>
                      <a:gd name="T12" fmla="*/ 1224 w 6313"/>
                      <a:gd name="T13" fmla="*/ 6013 h 6013"/>
                      <a:gd name="T14" fmla="*/ 3170 w 6313"/>
                      <a:gd name="T15" fmla="*/ 4997 h 6013"/>
                      <a:gd name="T16" fmla="*/ 5126 w 6313"/>
                      <a:gd name="T17" fmla="*/ 5994 h 6013"/>
                      <a:gd name="T18" fmla="*/ 4760 w 6313"/>
                      <a:gd name="T19" fmla="*/ 3830 h 6013"/>
                      <a:gd name="T20" fmla="*/ 6313 w 6313"/>
                      <a:gd name="T21" fmla="*/ 2278 h 60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6313" h="6013">
                        <a:moveTo>
                          <a:pt x="6313" y="2278"/>
                        </a:moveTo>
                        <a:lnTo>
                          <a:pt x="4142" y="1956"/>
                        </a:lnTo>
                        <a:lnTo>
                          <a:pt x="3145" y="0"/>
                        </a:lnTo>
                        <a:lnTo>
                          <a:pt x="2168" y="1966"/>
                        </a:lnTo>
                        <a:lnTo>
                          <a:pt x="0" y="2309"/>
                        </a:lnTo>
                        <a:lnTo>
                          <a:pt x="1568" y="3845"/>
                        </a:lnTo>
                        <a:lnTo>
                          <a:pt x="1224" y="6013"/>
                        </a:lnTo>
                        <a:lnTo>
                          <a:pt x="3170" y="4997"/>
                        </a:lnTo>
                        <a:lnTo>
                          <a:pt x="5126" y="5994"/>
                        </a:lnTo>
                        <a:lnTo>
                          <a:pt x="4760" y="3830"/>
                        </a:lnTo>
                        <a:lnTo>
                          <a:pt x="6313" y="2278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 lIns="91440" tIns="45720" rIns="91440" bIns="45720">
                    <a:normAutofit fontScale="925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endParaRPr>
                  </a:p>
                </p:txBody>
              </p:sp>
            </p:grpSp>
          </p:grpSp>
        </p:grpSp>
        <p:sp>
          <p:nvSpPr>
            <p:cNvPr id="136" name="ïS1ídé"/>
            <p:cNvSpPr/>
            <p:nvPr/>
          </p:nvSpPr>
          <p:spPr>
            <a:xfrm>
              <a:off x="9815010" y="2914256"/>
              <a:ext cx="1448588" cy="144858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800" b="1" i="1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Text</a:t>
              </a:r>
              <a:endParaRPr lang="zh-CN" altLang="en-US" sz="2800" b="1" i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cxnSp>
          <p:nvCxnSpPr>
            <p:cNvPr id="137" name="直接连接符 136"/>
            <p:cNvCxnSpPr>
              <a:endCxn id="153" idx="6"/>
            </p:cNvCxnSpPr>
            <p:nvPr/>
          </p:nvCxnSpPr>
          <p:spPr>
            <a:xfrm flipH="1" flipV="1">
              <a:off x="8832259" y="2395152"/>
              <a:ext cx="1100393" cy="692102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>
              <a:endCxn id="147" idx="7"/>
            </p:cNvCxnSpPr>
            <p:nvPr/>
          </p:nvCxnSpPr>
          <p:spPr>
            <a:xfrm flipH="1">
              <a:off x="8770731" y="4189846"/>
              <a:ext cx="1161921" cy="483679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>
              <a:stCxn id="159" idx="6"/>
            </p:cNvCxnSpPr>
            <p:nvPr/>
          </p:nvCxnSpPr>
          <p:spPr>
            <a:xfrm>
              <a:off x="8857063" y="3638550"/>
              <a:ext cx="84723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文本框 72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04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研究方法与思路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methods and ideas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5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4753" y="510988"/>
            <a:ext cx="11201400" cy="579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graduation-cap-variant_30915"/>
          <p:cNvSpPr>
            <a:spLocks noChangeAspect="1"/>
          </p:cNvSpPr>
          <p:nvPr/>
        </p:nvSpPr>
        <p:spPr bwMode="auto">
          <a:xfrm>
            <a:off x="1824276" y="164565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81388" y="1155710"/>
            <a:ext cx="1912703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5</a:t>
            </a:r>
            <a:endParaRPr lang="zh-CN" altLang="en-US" sz="287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81776" y="3404714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结果与结论</a:t>
            </a:r>
            <a:endParaRPr lang="zh-CN" altLang="en-US" sz="48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5223" y="4253999"/>
            <a:ext cx="3135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Results and Conclusions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7918704" y="-13552"/>
            <a:ext cx="4273296" cy="6871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04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研究方法与思路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Research methods and ideas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1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7" name="îşľïḑé"/>
          <p:cNvSpPr/>
          <p:nvPr/>
        </p:nvSpPr>
        <p:spPr>
          <a:xfrm>
            <a:off x="1225053" y="1610042"/>
            <a:ext cx="537820" cy="53782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48" name="íṣlîďè"/>
          <p:cNvGrpSpPr/>
          <p:nvPr/>
        </p:nvGrpSpPr>
        <p:grpSpPr>
          <a:xfrm>
            <a:off x="1225053" y="4907218"/>
            <a:ext cx="537820" cy="537824"/>
            <a:chOff x="5371847" y="2312243"/>
            <a:chExt cx="656438" cy="656442"/>
          </a:xfrm>
        </p:grpSpPr>
        <p:sp>
          <p:nvSpPr>
            <p:cNvPr id="129" name="íśľîdê"/>
            <p:cNvSpPr/>
            <p:nvPr/>
          </p:nvSpPr>
          <p:spPr>
            <a:xfrm>
              <a:off x="5371847" y="2312243"/>
              <a:ext cx="656438" cy="65644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30" name="îŝḷíďê"/>
            <p:cNvSpPr/>
            <p:nvPr/>
          </p:nvSpPr>
          <p:spPr bwMode="auto">
            <a:xfrm>
              <a:off x="5532705" y="2476366"/>
              <a:ext cx="334720" cy="328193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2832" tIns="91416" rIns="182832" bIns="9141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72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49" name="îṧļîḍé"/>
          <p:cNvSpPr/>
          <p:nvPr/>
        </p:nvSpPr>
        <p:spPr>
          <a:xfrm>
            <a:off x="1085088" y="3118664"/>
            <a:ext cx="817750" cy="81775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2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0" name="îṡ1íḑé"/>
          <p:cNvSpPr/>
          <p:nvPr/>
        </p:nvSpPr>
        <p:spPr bwMode="auto">
          <a:xfrm>
            <a:off x="1963640" y="3335101"/>
            <a:ext cx="5098820" cy="943851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Supporting text here.</a:t>
            </a:r>
            <a:endParaRPr lang="en-US" altLang="zh-CN" sz="10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You can use the icon library in </a:t>
            </a:r>
            <a:r>
              <a:rPr lang="en-US" altLang="zh-CN" sz="1000" dirty="0" err="1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iSlide</a:t>
            </a: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  (www.islide.cc) to filter and replace existing icon elements with one click.</a:t>
            </a:r>
            <a:endParaRPr lang="en-US" altLang="zh-CN" sz="10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1" name="îṧḷiďè"/>
          <p:cNvSpPr txBox="1"/>
          <p:nvPr/>
        </p:nvSpPr>
        <p:spPr bwMode="auto">
          <a:xfrm>
            <a:off x="1963639" y="2983962"/>
            <a:ext cx="5098815" cy="35113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18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2" name="iṧ1íḍê"/>
          <p:cNvSpPr/>
          <p:nvPr/>
        </p:nvSpPr>
        <p:spPr bwMode="auto">
          <a:xfrm>
            <a:off x="1963640" y="1703083"/>
            <a:ext cx="5098820" cy="943851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Supporting text here.</a:t>
            </a:r>
            <a:endParaRPr lang="en-US" altLang="zh-CN" sz="10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You can use the icon library in </a:t>
            </a:r>
            <a:r>
              <a:rPr lang="en-US" altLang="zh-CN" sz="1000" dirty="0" err="1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iSlide</a:t>
            </a: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  (www.islide.cc) to filter and replace existing icon elements with one click.</a:t>
            </a:r>
            <a:endParaRPr lang="en-US" altLang="zh-CN" sz="10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3" name="íṣḻïḋê"/>
          <p:cNvSpPr txBox="1"/>
          <p:nvPr/>
        </p:nvSpPr>
        <p:spPr bwMode="auto">
          <a:xfrm>
            <a:off x="1963639" y="1351944"/>
            <a:ext cx="5098815" cy="35113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18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4" name="í$ľíḓé"/>
          <p:cNvSpPr/>
          <p:nvPr/>
        </p:nvSpPr>
        <p:spPr bwMode="auto">
          <a:xfrm>
            <a:off x="1963640" y="4967120"/>
            <a:ext cx="5098820" cy="943851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Supporting text here.</a:t>
            </a:r>
            <a:endParaRPr lang="en-US" altLang="zh-CN" sz="10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You can use the icon library in </a:t>
            </a:r>
            <a:r>
              <a:rPr lang="en-US" altLang="zh-CN" sz="1000" dirty="0" err="1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iSlide</a:t>
            </a:r>
            <a:r>
              <a:rPr lang="en-US" altLang="zh-CN" sz="10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  (www.islide.cc) to filter and replace existing icon elements with one click.</a:t>
            </a:r>
            <a:endParaRPr lang="en-US" altLang="zh-CN" sz="10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5" name="ïsļïḋe"/>
          <p:cNvSpPr txBox="1"/>
          <p:nvPr/>
        </p:nvSpPr>
        <p:spPr bwMode="auto">
          <a:xfrm>
            <a:off x="1963639" y="4615981"/>
            <a:ext cx="5098815" cy="35113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18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6" name="íṧļîďè"/>
          <p:cNvSpPr/>
          <p:nvPr/>
        </p:nvSpPr>
        <p:spPr bwMode="auto">
          <a:xfrm>
            <a:off x="1361494" y="1738523"/>
            <a:ext cx="274236" cy="268889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32" tIns="91416" rIns="182832" bIns="91416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7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8" name="íṣľïdé"/>
          <p:cNvSpPr txBox="1"/>
          <p:nvPr/>
        </p:nvSpPr>
        <p:spPr>
          <a:xfrm>
            <a:off x="8216608" y="3335101"/>
            <a:ext cx="3677488" cy="1980000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Unified fonts make reading more fluent.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Adjust the spacing to adapt to Chinese typesetting, use the reference line in PPT.</a:t>
            </a:r>
            <a:endParaRPr lang="en-US" sz="16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4" name="îṩḷíďè"/>
          <p:cNvSpPr/>
          <p:nvPr/>
        </p:nvSpPr>
        <p:spPr bwMode="auto">
          <a:xfrm>
            <a:off x="1272738" y="3449275"/>
            <a:ext cx="101777" cy="244750"/>
          </a:xfrm>
          <a:custGeom>
            <a:avLst/>
            <a:gdLst>
              <a:gd name="T0" fmla="*/ 47 w 54"/>
              <a:gd name="T1" fmla="*/ 0 h 130"/>
              <a:gd name="T2" fmla="*/ 6 w 54"/>
              <a:gd name="T3" fmla="*/ 0 h 130"/>
              <a:gd name="T4" fmla="*/ 0 w 54"/>
              <a:gd name="T5" fmla="*/ 6 h 130"/>
              <a:gd name="T6" fmla="*/ 0 w 54"/>
              <a:gd name="T7" fmla="*/ 124 h 130"/>
              <a:gd name="T8" fmla="*/ 6 w 54"/>
              <a:gd name="T9" fmla="*/ 130 h 130"/>
              <a:gd name="T10" fmla="*/ 47 w 54"/>
              <a:gd name="T11" fmla="*/ 130 h 130"/>
              <a:gd name="T12" fmla="*/ 54 w 54"/>
              <a:gd name="T13" fmla="*/ 124 h 130"/>
              <a:gd name="T14" fmla="*/ 54 w 54"/>
              <a:gd name="T15" fmla="*/ 6 h 130"/>
              <a:gd name="T16" fmla="*/ 47 w 54"/>
              <a:gd name="T17" fmla="*/ 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4" h="130">
                <a:moveTo>
                  <a:pt x="47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7"/>
                  <a:pt x="3" y="130"/>
                  <a:pt x="6" y="130"/>
                </a:cubicBezTo>
                <a:cubicBezTo>
                  <a:pt x="47" y="130"/>
                  <a:pt x="47" y="130"/>
                  <a:pt x="47" y="130"/>
                </a:cubicBezTo>
                <a:cubicBezTo>
                  <a:pt x="51" y="130"/>
                  <a:pt x="54" y="127"/>
                  <a:pt x="54" y="124"/>
                </a:cubicBezTo>
                <a:cubicBezTo>
                  <a:pt x="54" y="6"/>
                  <a:pt x="54" y="6"/>
                  <a:pt x="54" y="6"/>
                </a:cubicBezTo>
                <a:cubicBezTo>
                  <a:pt x="54" y="3"/>
                  <a:pt x="51" y="0"/>
                  <a:pt x="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5" name="iṧlíḓè"/>
          <p:cNvSpPr/>
          <p:nvPr/>
        </p:nvSpPr>
        <p:spPr bwMode="auto">
          <a:xfrm>
            <a:off x="1407085" y="3251977"/>
            <a:ext cx="306540" cy="430126"/>
          </a:xfrm>
          <a:custGeom>
            <a:avLst/>
            <a:gdLst>
              <a:gd name="T0" fmla="*/ 157 w 162"/>
              <a:gd name="T1" fmla="*/ 151 h 228"/>
              <a:gd name="T2" fmla="*/ 147 w 162"/>
              <a:gd name="T3" fmla="*/ 135 h 228"/>
              <a:gd name="T4" fmla="*/ 162 w 162"/>
              <a:gd name="T5" fmla="*/ 117 h 228"/>
              <a:gd name="T6" fmla="*/ 144 w 162"/>
              <a:gd name="T7" fmla="*/ 99 h 228"/>
              <a:gd name="T8" fmla="*/ 79 w 162"/>
              <a:gd name="T9" fmla="*/ 99 h 228"/>
              <a:gd name="T10" fmla="*/ 95 w 162"/>
              <a:gd name="T11" fmla="*/ 53 h 228"/>
              <a:gd name="T12" fmla="*/ 75 w 162"/>
              <a:gd name="T13" fmla="*/ 2 h 228"/>
              <a:gd name="T14" fmla="*/ 56 w 162"/>
              <a:gd name="T15" fmla="*/ 40 h 228"/>
              <a:gd name="T16" fmla="*/ 1 w 162"/>
              <a:gd name="T17" fmla="*/ 115 h 228"/>
              <a:gd name="T18" fmla="*/ 1 w 162"/>
              <a:gd name="T19" fmla="*/ 208 h 228"/>
              <a:gd name="T20" fmla="*/ 19 w 162"/>
              <a:gd name="T21" fmla="*/ 228 h 228"/>
              <a:gd name="T22" fmla="*/ 21 w 162"/>
              <a:gd name="T23" fmla="*/ 228 h 228"/>
              <a:gd name="T24" fmla="*/ 137 w 162"/>
              <a:gd name="T25" fmla="*/ 228 h 228"/>
              <a:gd name="T26" fmla="*/ 152 w 162"/>
              <a:gd name="T27" fmla="*/ 213 h 228"/>
              <a:gd name="T28" fmla="*/ 137 w 162"/>
              <a:gd name="T29" fmla="*/ 199 h 228"/>
              <a:gd name="T30" fmla="*/ 140 w 162"/>
              <a:gd name="T31" fmla="*/ 199 h 228"/>
              <a:gd name="T32" fmla="*/ 155 w 162"/>
              <a:gd name="T33" fmla="*/ 184 h 228"/>
              <a:gd name="T34" fmla="*/ 140 w 162"/>
              <a:gd name="T35" fmla="*/ 169 h 228"/>
              <a:gd name="T36" fmla="*/ 139 w 162"/>
              <a:gd name="T37" fmla="*/ 169 h 228"/>
              <a:gd name="T38" fmla="*/ 157 w 162"/>
              <a:gd name="T39" fmla="*/ 151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62" h="228">
                <a:moveTo>
                  <a:pt x="157" y="151"/>
                </a:moveTo>
                <a:cubicBezTo>
                  <a:pt x="157" y="144"/>
                  <a:pt x="153" y="138"/>
                  <a:pt x="147" y="135"/>
                </a:cubicBezTo>
                <a:cubicBezTo>
                  <a:pt x="156" y="134"/>
                  <a:pt x="162" y="126"/>
                  <a:pt x="162" y="117"/>
                </a:cubicBezTo>
                <a:cubicBezTo>
                  <a:pt x="162" y="107"/>
                  <a:pt x="154" y="99"/>
                  <a:pt x="144" y="99"/>
                </a:cubicBezTo>
                <a:cubicBezTo>
                  <a:pt x="79" y="99"/>
                  <a:pt x="79" y="99"/>
                  <a:pt x="79" y="99"/>
                </a:cubicBezTo>
                <a:cubicBezTo>
                  <a:pt x="79" y="99"/>
                  <a:pt x="90" y="80"/>
                  <a:pt x="95" y="53"/>
                </a:cubicBezTo>
                <a:cubicBezTo>
                  <a:pt x="99" y="26"/>
                  <a:pt x="92" y="4"/>
                  <a:pt x="75" y="2"/>
                </a:cubicBezTo>
                <a:cubicBezTo>
                  <a:pt x="75" y="2"/>
                  <a:pt x="51" y="0"/>
                  <a:pt x="56" y="40"/>
                </a:cubicBezTo>
                <a:cubicBezTo>
                  <a:pt x="56" y="40"/>
                  <a:pt x="27" y="81"/>
                  <a:pt x="1" y="115"/>
                </a:cubicBezTo>
                <a:cubicBezTo>
                  <a:pt x="1" y="208"/>
                  <a:pt x="1" y="208"/>
                  <a:pt x="1" y="208"/>
                </a:cubicBezTo>
                <a:cubicBezTo>
                  <a:pt x="1" y="208"/>
                  <a:pt x="0" y="227"/>
                  <a:pt x="19" y="228"/>
                </a:cubicBezTo>
                <a:cubicBezTo>
                  <a:pt x="20" y="228"/>
                  <a:pt x="20" y="228"/>
                  <a:pt x="21" y="228"/>
                </a:cubicBezTo>
                <a:cubicBezTo>
                  <a:pt x="137" y="228"/>
                  <a:pt x="137" y="228"/>
                  <a:pt x="137" y="228"/>
                </a:cubicBezTo>
                <a:cubicBezTo>
                  <a:pt x="145" y="228"/>
                  <a:pt x="152" y="222"/>
                  <a:pt x="152" y="213"/>
                </a:cubicBezTo>
                <a:cubicBezTo>
                  <a:pt x="152" y="205"/>
                  <a:pt x="145" y="199"/>
                  <a:pt x="137" y="199"/>
                </a:cubicBezTo>
                <a:cubicBezTo>
                  <a:pt x="140" y="199"/>
                  <a:pt x="140" y="199"/>
                  <a:pt x="140" y="199"/>
                </a:cubicBezTo>
                <a:cubicBezTo>
                  <a:pt x="148" y="199"/>
                  <a:pt x="155" y="192"/>
                  <a:pt x="155" y="184"/>
                </a:cubicBezTo>
                <a:cubicBezTo>
                  <a:pt x="155" y="176"/>
                  <a:pt x="148" y="169"/>
                  <a:pt x="140" y="169"/>
                </a:cubicBezTo>
                <a:cubicBezTo>
                  <a:pt x="139" y="169"/>
                  <a:pt x="139" y="169"/>
                  <a:pt x="139" y="169"/>
                </a:cubicBezTo>
                <a:cubicBezTo>
                  <a:pt x="149" y="169"/>
                  <a:pt x="157" y="161"/>
                  <a:pt x="157" y="1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i$lïḋe"/>
          <p:cNvSpPr/>
          <p:nvPr/>
        </p:nvSpPr>
        <p:spPr>
          <a:xfrm>
            <a:off x="7446883" y="1123953"/>
            <a:ext cx="4073605" cy="2954315"/>
          </a:xfrm>
          <a:prstGeom prst="wedgeRectCallout">
            <a:avLst>
              <a:gd name="adj1" fmla="val -43174"/>
              <a:gd name="adj2" fmla="val 5584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163" name="í$ļiḑê"/>
          <p:cNvGrpSpPr/>
          <p:nvPr/>
        </p:nvGrpSpPr>
        <p:grpSpPr>
          <a:xfrm>
            <a:off x="867272" y="4677435"/>
            <a:ext cx="2232247" cy="1101441"/>
            <a:chOff x="2216052" y="4354443"/>
            <a:chExt cx="2232249" cy="1101442"/>
          </a:xfrm>
        </p:grpSpPr>
        <p:sp>
          <p:nvSpPr>
            <p:cNvPr id="172" name="iṥḷíḑê"/>
            <p:cNvSpPr/>
            <p:nvPr/>
          </p:nvSpPr>
          <p:spPr>
            <a:xfrm>
              <a:off x="2216052" y="4977341"/>
              <a:ext cx="2232248" cy="478544"/>
            </a:xfrm>
            <a:prstGeom prst="rect">
              <a:avLst/>
            </a:prstGeom>
          </p:spPr>
          <p:txBody>
            <a:bodyPr wrap="square" lIns="91440" tIns="45720" rIns="91440" bIns="4572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Copy paste fonts. Choose the only option to retain text.</a:t>
              </a:r>
              <a:endParaRPr lang="zh-CN" altLang="en-US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73" name="îsḷïdè"/>
            <p:cNvSpPr/>
            <p:nvPr/>
          </p:nvSpPr>
          <p:spPr>
            <a:xfrm>
              <a:off x="2216052" y="4354443"/>
              <a:ext cx="1680474" cy="672131"/>
            </a:xfrm>
            <a:prstGeom prst="rect">
              <a:avLst/>
            </a:prstGeom>
          </p:spPr>
          <p:txBody>
            <a:bodyPr wrap="square" lIns="91440" tIns="45720" rIns="91440" bIns="45720">
              <a:normAutofit/>
            </a:bodyPr>
            <a:lstStyle/>
            <a:p>
              <a:r>
                <a:rPr lang="en-US" altLang="zh-CN" sz="3600" dirty="0">
                  <a:solidFill>
                    <a:srgbClr val="000F4C"/>
                  </a:solidFill>
                  <a:effectLst/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71%</a:t>
              </a:r>
              <a:endParaRPr lang="en-US" altLang="zh-CN" sz="3600" dirty="0">
                <a:solidFill>
                  <a:srgbClr val="000F4C"/>
                </a:solidFill>
                <a:effectLst/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74" name="íšļîďe"/>
            <p:cNvSpPr/>
            <p:nvPr/>
          </p:nvSpPr>
          <p:spPr>
            <a:xfrm>
              <a:off x="3238005" y="4593185"/>
              <a:ext cx="1210296" cy="263902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fontScale="92500" lnSpcReduction="20000"/>
            </a:bodyPr>
            <a:lstStyle/>
            <a:p>
              <a:r>
                <a:rPr lang="en-US" altLang="zh-CN" sz="1400" b="1" dirty="0">
                  <a:effectLst/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Text here</a:t>
              </a:r>
              <a:endParaRPr lang="zh-CN" altLang="en-US" sz="1400" b="1" dirty="0">
                <a:effectLst/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64" name="iṡ1îďê"/>
          <p:cNvGrpSpPr/>
          <p:nvPr/>
        </p:nvGrpSpPr>
        <p:grpSpPr>
          <a:xfrm>
            <a:off x="4998380" y="4677435"/>
            <a:ext cx="2232247" cy="1101441"/>
            <a:chOff x="2216052" y="4354443"/>
            <a:chExt cx="2232249" cy="1101442"/>
          </a:xfrm>
        </p:grpSpPr>
        <p:sp>
          <p:nvSpPr>
            <p:cNvPr id="169" name="ïṧ1idê"/>
            <p:cNvSpPr/>
            <p:nvPr/>
          </p:nvSpPr>
          <p:spPr>
            <a:xfrm>
              <a:off x="2216052" y="4977341"/>
              <a:ext cx="2232248" cy="478544"/>
            </a:xfrm>
            <a:prstGeom prst="rect">
              <a:avLst/>
            </a:prstGeom>
          </p:spPr>
          <p:txBody>
            <a:bodyPr wrap="square" lIns="91440" tIns="45720" rIns="91440" bIns="4572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Copy paste fonts. Choose the only option to retain text.</a:t>
              </a:r>
              <a:endParaRPr lang="zh-CN" altLang="en-US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70" name="ïṩľîdê"/>
            <p:cNvSpPr/>
            <p:nvPr/>
          </p:nvSpPr>
          <p:spPr>
            <a:xfrm>
              <a:off x="2216052" y="4354443"/>
              <a:ext cx="1680474" cy="672131"/>
            </a:xfrm>
            <a:prstGeom prst="rect">
              <a:avLst/>
            </a:prstGeom>
          </p:spPr>
          <p:txBody>
            <a:bodyPr wrap="square" lIns="91440" tIns="45720" rIns="91440" bIns="45720">
              <a:normAutofit/>
            </a:bodyPr>
            <a:lstStyle/>
            <a:p>
              <a:r>
                <a:rPr lang="en-US" altLang="zh-CN" sz="3600">
                  <a:solidFill>
                    <a:srgbClr val="000F4C"/>
                  </a:solidFill>
                  <a:effectLst/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36%</a:t>
              </a:r>
              <a:endParaRPr lang="en-US" altLang="zh-CN" sz="3600" dirty="0">
                <a:solidFill>
                  <a:srgbClr val="000F4C"/>
                </a:solidFill>
                <a:effectLst/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71" name="isḻîḍé"/>
            <p:cNvSpPr/>
            <p:nvPr/>
          </p:nvSpPr>
          <p:spPr>
            <a:xfrm>
              <a:off x="3238005" y="4593185"/>
              <a:ext cx="1210296" cy="263902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fontScale="92500" lnSpcReduction="20000"/>
            </a:bodyPr>
            <a:lstStyle/>
            <a:p>
              <a:r>
                <a:rPr lang="en-US" altLang="zh-CN" sz="1400" b="1" dirty="0">
                  <a:effectLst/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Text here</a:t>
              </a:r>
              <a:endParaRPr lang="zh-CN" altLang="en-US" sz="1400" b="1" dirty="0">
                <a:effectLst/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65" name="îs1íḑè"/>
          <p:cNvGrpSpPr/>
          <p:nvPr/>
        </p:nvGrpSpPr>
        <p:grpSpPr>
          <a:xfrm>
            <a:off x="8873455" y="4677435"/>
            <a:ext cx="2232247" cy="1101441"/>
            <a:chOff x="2216052" y="4354443"/>
            <a:chExt cx="2232249" cy="1101442"/>
          </a:xfrm>
        </p:grpSpPr>
        <p:sp>
          <p:nvSpPr>
            <p:cNvPr id="166" name="iṧḷîḋê"/>
            <p:cNvSpPr/>
            <p:nvPr/>
          </p:nvSpPr>
          <p:spPr>
            <a:xfrm>
              <a:off x="2216052" y="4977341"/>
              <a:ext cx="2232248" cy="478544"/>
            </a:xfrm>
            <a:prstGeom prst="rect">
              <a:avLst/>
            </a:prstGeom>
          </p:spPr>
          <p:txBody>
            <a:bodyPr wrap="square" lIns="91440" tIns="45720" rIns="91440" bIns="4572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Copy paste fonts. Choose the only option to retain text.</a:t>
              </a:r>
              <a:endParaRPr lang="zh-CN" altLang="en-US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67" name="îśḷîḍé"/>
            <p:cNvSpPr/>
            <p:nvPr/>
          </p:nvSpPr>
          <p:spPr>
            <a:xfrm>
              <a:off x="2216052" y="4354443"/>
              <a:ext cx="1680474" cy="672131"/>
            </a:xfrm>
            <a:prstGeom prst="rect">
              <a:avLst/>
            </a:prstGeom>
          </p:spPr>
          <p:txBody>
            <a:bodyPr wrap="square" lIns="91440" tIns="45720" rIns="91440" bIns="45720">
              <a:normAutofit/>
            </a:bodyPr>
            <a:lstStyle/>
            <a:p>
              <a:r>
                <a:rPr lang="en-US" altLang="zh-CN" sz="3600" dirty="0">
                  <a:solidFill>
                    <a:srgbClr val="000F4C"/>
                  </a:solidFill>
                  <a:effectLst/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40%</a:t>
              </a:r>
              <a:endParaRPr lang="en-US" altLang="zh-CN" sz="3600" dirty="0">
                <a:solidFill>
                  <a:srgbClr val="000F4C"/>
                </a:solidFill>
                <a:effectLst/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68" name="ïślidé"/>
            <p:cNvSpPr/>
            <p:nvPr/>
          </p:nvSpPr>
          <p:spPr>
            <a:xfrm>
              <a:off x="3238005" y="4593185"/>
              <a:ext cx="1210296" cy="263902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 fontScale="92500" lnSpcReduction="20000"/>
            </a:bodyPr>
            <a:lstStyle/>
            <a:p>
              <a:r>
                <a:rPr lang="en-US" altLang="zh-CN" sz="1400" b="1" dirty="0">
                  <a:effectLst/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Text here</a:t>
              </a:r>
              <a:endParaRPr lang="zh-CN" altLang="en-US" sz="1400" b="1" dirty="0">
                <a:effectLst/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158" name="直接连接符 157"/>
          <p:cNvCxnSpPr/>
          <p:nvPr/>
        </p:nvCxnSpPr>
        <p:spPr>
          <a:xfrm>
            <a:off x="4030807" y="4745719"/>
            <a:ext cx="0" cy="1033157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960237" y="4745719"/>
            <a:ext cx="0" cy="1033157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i$ľîdè"/>
          <p:cNvGrpSpPr/>
          <p:nvPr/>
        </p:nvGrpSpPr>
        <p:grpSpPr>
          <a:xfrm>
            <a:off x="7632541" y="1653944"/>
            <a:ext cx="3702289" cy="1894333"/>
            <a:chOff x="673100" y="1130300"/>
            <a:chExt cx="4275384" cy="1894333"/>
          </a:xfrm>
        </p:grpSpPr>
        <p:sp>
          <p:nvSpPr>
            <p:cNvPr id="161" name="işľïḍe"/>
            <p:cNvSpPr txBox="1"/>
            <p:nvPr/>
          </p:nvSpPr>
          <p:spPr>
            <a:xfrm>
              <a:off x="673102" y="1130300"/>
              <a:ext cx="4275382" cy="8521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buSzPct val="25000"/>
              </a:pPr>
              <a:r>
                <a:rPr lang="en-US" sz="2000" b="1" dirty="0">
                  <a:solidFill>
                    <a:srgbClr val="000F4C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Unified fonts make</a:t>
              </a:r>
              <a:endParaRPr lang="en-US" sz="20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  <a:p>
              <a:pPr>
                <a:buSzPct val="25000"/>
              </a:pPr>
              <a:r>
                <a:rPr lang="en-US" sz="2000" b="1" dirty="0">
                  <a:solidFill>
                    <a:srgbClr val="000F4C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reading more fluent.</a:t>
              </a:r>
              <a:endParaRPr lang="en-US" sz="20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62" name="íš1ïḑê"/>
            <p:cNvSpPr txBox="1"/>
            <p:nvPr/>
          </p:nvSpPr>
          <p:spPr>
            <a:xfrm>
              <a:off x="673100" y="1982461"/>
              <a:ext cx="4275383" cy="1042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  <a:buSzPct val="25000"/>
              </a:pPr>
              <a:r>
                <a:rPr lang="en-US" sz="1100" dirty="0">
                  <a:solidFill>
                    <a:srgbClr val="000F4C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Theme color makes PPT more convenient to change.</a:t>
              </a:r>
              <a:endParaRPr lang="en-US" sz="11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sz="1100" dirty="0">
                  <a:solidFill>
                    <a:srgbClr val="000F4C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rPr>
                <a:t>Adjust the spacing to adapt to Chinese typesetting, use the reference line in PPT.</a:t>
              </a:r>
              <a:endParaRPr lang="en-US" sz="11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75" name="文本框 174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05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结果与结论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Results and Conclusions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77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aphicFrame>
        <p:nvGraphicFramePr>
          <p:cNvPr id="181" name="图表 180"/>
          <p:cNvGraphicFramePr/>
          <p:nvPr/>
        </p:nvGraphicFramePr>
        <p:xfrm>
          <a:off x="886106" y="1306833"/>
          <a:ext cx="5814614" cy="2988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05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结果与结论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Results and Conclusions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24" name="íS1îḍé"/>
          <p:cNvGrpSpPr/>
          <p:nvPr/>
        </p:nvGrpSpPr>
        <p:grpSpPr>
          <a:xfrm>
            <a:off x="663231" y="1123951"/>
            <a:ext cx="10846250" cy="4961651"/>
            <a:chOff x="674239" y="1135775"/>
            <a:chExt cx="10846250" cy="4961651"/>
          </a:xfrm>
        </p:grpSpPr>
        <p:sp>
          <p:nvSpPr>
            <p:cNvPr id="38" name="iṡľíḍè"/>
            <p:cNvSpPr/>
            <p:nvPr/>
          </p:nvSpPr>
          <p:spPr>
            <a:xfrm>
              <a:off x="674239" y="1135775"/>
              <a:ext cx="10846250" cy="2518225"/>
            </a:xfrm>
            <a:prstGeom prst="rect">
              <a:avLst/>
            </a:prstGeom>
            <a:solidFill>
              <a:schemeClr val="bg1">
                <a:lumMod val="95000"/>
                <a:alpha val="7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grpSp>
          <p:nvGrpSpPr>
            <p:cNvPr id="39" name="íṧlîḓè"/>
            <p:cNvGrpSpPr/>
            <p:nvPr/>
          </p:nvGrpSpPr>
          <p:grpSpPr>
            <a:xfrm>
              <a:off x="787595" y="4081202"/>
              <a:ext cx="2976100" cy="2016224"/>
              <a:chOff x="1720275" y="1314000"/>
              <a:chExt cx="2976100" cy="2016224"/>
            </a:xfrm>
          </p:grpSpPr>
          <p:grpSp>
            <p:nvGrpSpPr>
              <p:cNvPr id="53" name="iṧļídê"/>
              <p:cNvGrpSpPr/>
              <p:nvPr/>
            </p:nvGrpSpPr>
            <p:grpSpPr>
              <a:xfrm>
                <a:off x="1720275" y="1314000"/>
                <a:ext cx="2976100" cy="2016224"/>
                <a:chOff x="156613" y="1872171"/>
                <a:chExt cx="3996756" cy="2212723"/>
              </a:xfrm>
            </p:grpSpPr>
            <p:sp>
              <p:nvSpPr>
                <p:cNvPr id="55" name="ïšḻïdé"/>
                <p:cNvSpPr/>
                <p:nvPr/>
              </p:nvSpPr>
              <p:spPr>
                <a:xfrm>
                  <a:off x="156613" y="2118223"/>
                  <a:ext cx="3996756" cy="1966671"/>
                </a:xfrm>
                <a:prstGeom prst="roundRect">
                  <a:avLst>
                    <a:gd name="adj" fmla="val 2415"/>
                  </a:avLst>
                </a:prstGeom>
                <a:solidFill>
                  <a:schemeClr val="bg1">
                    <a:lumMod val="95000"/>
                    <a:alpha val="40000"/>
                  </a:schemeClr>
                </a:solidFill>
                <a:ln w="3175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t">
                  <a:normAutofit/>
                </a:bodyPr>
                <a:lstStyle/>
                <a:p>
                  <a:pPr lvl="0">
                    <a:lnSpc>
                      <a:spcPct val="120000"/>
                    </a:lnSpc>
                    <a:defRPr/>
                  </a:pPr>
                  <a:br>
                    <a:rPr lang="zh-CN" altLang="en-US" sz="1000" dirty="0">
                      <a:solidFill>
                        <a:srgbClr val="333639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</a:br>
                  <a:br>
                    <a:rPr lang="zh-CN" altLang="en-US" sz="1000" dirty="0">
                      <a:solidFill>
                        <a:srgbClr val="333639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</a:br>
                  <a:endParaRPr lang="zh-CN" altLang="en-US" sz="1000" dirty="0">
                    <a:solidFill>
                      <a:srgbClr val="333639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56" name="iṥļíḑê"/>
                <p:cNvSpPr/>
                <p:nvPr/>
              </p:nvSpPr>
              <p:spPr>
                <a:xfrm>
                  <a:off x="507407" y="1872171"/>
                  <a:ext cx="3295169" cy="42282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270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Text here</a:t>
                  </a:r>
                  <a:endParaRPr lang="zh-CN" altLang="en-US" sz="1600" b="1" dirty="0">
                    <a:solidFill>
                      <a:schemeClr val="bg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57" name="íṡlîḋe"/>
                <p:cNvSpPr txBox="1"/>
                <p:nvPr/>
              </p:nvSpPr>
              <p:spPr bwMode="auto">
                <a:xfrm>
                  <a:off x="1163367" y="1979291"/>
                  <a:ext cx="107" cy="243196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algn="ctr"/>
                  <a:endParaRPr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</p:grpSp>
          <p:sp>
            <p:nvSpPr>
              <p:cNvPr id="54" name="işļiḓê"/>
              <p:cNvSpPr/>
              <p:nvPr/>
            </p:nvSpPr>
            <p:spPr bwMode="auto">
              <a:xfrm>
                <a:off x="1888373" y="1915501"/>
                <a:ext cx="2632628" cy="1198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6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10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Supporting text here.</a:t>
                </a:r>
                <a:endParaRPr lang="en-US" altLang="zh-CN" sz="10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  <a:p>
                <a:pPr marL="171450" indent="-171450">
                  <a:lnSpc>
                    <a:spcPct val="16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10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You can use the icon library in iSlide  (www.islide.cc) to filter and replace existing icon elements with one click.</a:t>
                </a:r>
                <a:endParaRPr lang="en-US" altLang="zh-CN" sz="10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40" name="íSḷîḋé"/>
            <p:cNvGrpSpPr/>
            <p:nvPr/>
          </p:nvGrpSpPr>
          <p:grpSpPr>
            <a:xfrm>
              <a:off x="4607950" y="4081202"/>
              <a:ext cx="2976100" cy="2016224"/>
              <a:chOff x="1720275" y="1314000"/>
              <a:chExt cx="2976100" cy="2016224"/>
            </a:xfrm>
          </p:grpSpPr>
          <p:grpSp>
            <p:nvGrpSpPr>
              <p:cNvPr id="48" name="îŝḷîdé"/>
              <p:cNvGrpSpPr/>
              <p:nvPr/>
            </p:nvGrpSpPr>
            <p:grpSpPr>
              <a:xfrm>
                <a:off x="1720275" y="1314000"/>
                <a:ext cx="2976100" cy="2016224"/>
                <a:chOff x="156613" y="1872171"/>
                <a:chExt cx="3996756" cy="2212723"/>
              </a:xfrm>
            </p:grpSpPr>
            <p:sp>
              <p:nvSpPr>
                <p:cNvPr id="50" name="îŝḷïḋé"/>
                <p:cNvSpPr/>
                <p:nvPr/>
              </p:nvSpPr>
              <p:spPr>
                <a:xfrm>
                  <a:off x="156613" y="2118223"/>
                  <a:ext cx="3996756" cy="1966671"/>
                </a:xfrm>
                <a:prstGeom prst="roundRect">
                  <a:avLst>
                    <a:gd name="adj" fmla="val 2415"/>
                  </a:avLst>
                </a:prstGeom>
                <a:solidFill>
                  <a:schemeClr val="bg1">
                    <a:lumMod val="95000"/>
                    <a:alpha val="40000"/>
                  </a:schemeClr>
                </a:solidFill>
                <a:ln w="3175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t">
                  <a:normAutofit/>
                </a:bodyPr>
                <a:lstStyle/>
                <a:p>
                  <a:pPr lvl="0">
                    <a:lnSpc>
                      <a:spcPct val="120000"/>
                    </a:lnSpc>
                    <a:defRPr/>
                  </a:pPr>
                  <a:br>
                    <a:rPr lang="zh-CN" altLang="en-US" sz="1000" dirty="0">
                      <a:solidFill>
                        <a:srgbClr val="333639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</a:br>
                  <a:br>
                    <a:rPr lang="zh-CN" altLang="en-US" sz="1000" dirty="0">
                      <a:solidFill>
                        <a:srgbClr val="333639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</a:br>
                  <a:endParaRPr lang="zh-CN" altLang="en-US" sz="1000" dirty="0">
                    <a:solidFill>
                      <a:srgbClr val="333639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51" name="îṩľiḓé"/>
                <p:cNvSpPr/>
                <p:nvPr/>
              </p:nvSpPr>
              <p:spPr>
                <a:xfrm>
                  <a:off x="507407" y="1872171"/>
                  <a:ext cx="3295169" cy="42282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Text here</a:t>
                  </a:r>
                  <a:endParaRPr lang="zh-CN" altLang="en-US" sz="1600" b="1" dirty="0">
                    <a:solidFill>
                      <a:schemeClr val="bg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52" name="îŝḷîḑé"/>
                <p:cNvSpPr txBox="1"/>
                <p:nvPr/>
              </p:nvSpPr>
              <p:spPr bwMode="auto">
                <a:xfrm>
                  <a:off x="1163367" y="1979291"/>
                  <a:ext cx="107" cy="243196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algn="ctr"/>
                  <a:endParaRPr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</p:grpSp>
          <p:sp>
            <p:nvSpPr>
              <p:cNvPr id="49" name="ïSḷiḓe"/>
              <p:cNvSpPr/>
              <p:nvPr/>
            </p:nvSpPr>
            <p:spPr bwMode="auto">
              <a:xfrm>
                <a:off x="1888373" y="1915501"/>
                <a:ext cx="2632628" cy="1198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6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10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Supporting text here.</a:t>
                </a:r>
                <a:endParaRPr lang="en-US" altLang="zh-CN" sz="10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  <a:p>
                <a:pPr marL="171450" indent="-171450">
                  <a:lnSpc>
                    <a:spcPct val="16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10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You can use the icon library in iSlide  (www.islide.cc) to filter and replace existing icon elements with one click.</a:t>
                </a:r>
                <a:endParaRPr lang="en-US" altLang="zh-CN" sz="10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41" name="isḷïḓe"/>
            <p:cNvGrpSpPr/>
            <p:nvPr/>
          </p:nvGrpSpPr>
          <p:grpSpPr>
            <a:xfrm>
              <a:off x="8428306" y="4081202"/>
              <a:ext cx="2976100" cy="2016224"/>
              <a:chOff x="1720275" y="1314000"/>
              <a:chExt cx="2976100" cy="2016224"/>
            </a:xfrm>
          </p:grpSpPr>
          <p:grpSp>
            <p:nvGrpSpPr>
              <p:cNvPr id="43" name="îṡ1íḋé"/>
              <p:cNvGrpSpPr/>
              <p:nvPr/>
            </p:nvGrpSpPr>
            <p:grpSpPr>
              <a:xfrm>
                <a:off x="1720275" y="1314000"/>
                <a:ext cx="2976100" cy="2016224"/>
                <a:chOff x="156613" y="1872171"/>
                <a:chExt cx="3996756" cy="2212723"/>
              </a:xfrm>
            </p:grpSpPr>
            <p:sp>
              <p:nvSpPr>
                <p:cNvPr id="45" name="íś1ídé"/>
                <p:cNvSpPr/>
                <p:nvPr/>
              </p:nvSpPr>
              <p:spPr>
                <a:xfrm>
                  <a:off x="156613" y="2118223"/>
                  <a:ext cx="3996756" cy="1966671"/>
                </a:xfrm>
                <a:prstGeom prst="roundRect">
                  <a:avLst>
                    <a:gd name="adj" fmla="val 2415"/>
                  </a:avLst>
                </a:prstGeom>
                <a:solidFill>
                  <a:schemeClr val="bg1">
                    <a:lumMod val="95000"/>
                    <a:alpha val="40000"/>
                  </a:schemeClr>
                </a:solidFill>
                <a:ln w="3175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t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br>
                    <a:rPr lang="zh-CN" altLang="en-US" sz="1000" dirty="0">
                      <a:solidFill>
                        <a:srgbClr val="333639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</a:br>
                  <a:br>
                    <a:rPr lang="zh-CN" altLang="en-US" sz="1000" dirty="0">
                      <a:solidFill>
                        <a:srgbClr val="333639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</a:br>
                  <a:endParaRPr lang="zh-CN" altLang="en-US" sz="1000" dirty="0">
                    <a:solidFill>
                      <a:srgbClr val="333639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46" name="ïṧ1iḍè"/>
                <p:cNvSpPr/>
                <p:nvPr/>
              </p:nvSpPr>
              <p:spPr>
                <a:xfrm>
                  <a:off x="507407" y="1872171"/>
                  <a:ext cx="3295169" cy="42282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270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  <a:latin typeface="字魂36号-正文宋楷" panose="02000000000000000000" pitchFamily="2" charset="-122"/>
                      <a:ea typeface="字魂36号-正文宋楷" panose="02000000000000000000" pitchFamily="2" charset="-122"/>
                      <a:sym typeface="字魂36号-正文宋楷" panose="02000000000000000000" pitchFamily="2" charset="-122"/>
                    </a:rPr>
                    <a:t>Text here</a:t>
                  </a:r>
                  <a:endParaRPr lang="zh-CN" altLang="en-US" sz="1600" b="1" dirty="0">
                    <a:solidFill>
                      <a:schemeClr val="bg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  <p:sp>
              <p:nvSpPr>
                <p:cNvPr id="47" name="ï$ľïďe"/>
                <p:cNvSpPr txBox="1"/>
                <p:nvPr/>
              </p:nvSpPr>
              <p:spPr bwMode="auto">
                <a:xfrm>
                  <a:off x="1163367" y="1979291"/>
                  <a:ext cx="107" cy="243196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algn="ctr"/>
                  <a:endParaRPr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endParaRPr>
                </a:p>
              </p:txBody>
            </p:sp>
          </p:grpSp>
          <p:sp>
            <p:nvSpPr>
              <p:cNvPr id="44" name="î$ļîdé"/>
              <p:cNvSpPr/>
              <p:nvPr/>
            </p:nvSpPr>
            <p:spPr bwMode="auto">
              <a:xfrm>
                <a:off x="1888373" y="1915501"/>
                <a:ext cx="2632628" cy="1198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6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10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Supporting text here.</a:t>
                </a:r>
                <a:endParaRPr lang="en-US" altLang="zh-CN" sz="10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  <a:p>
                <a:pPr marL="171450" indent="-171450">
                  <a:lnSpc>
                    <a:spcPct val="16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1000" dirty="0"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You can use the icon library in iSlide  (www.islide.cc) to filter and replace existing icon elements with one click.</a:t>
                </a:r>
                <a:endParaRPr lang="en-US" altLang="zh-CN" sz="1000" dirty="0"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42" name="íṣlïḋê"/>
            <p:cNvSpPr txBox="1"/>
            <p:nvPr/>
          </p:nvSpPr>
          <p:spPr>
            <a:xfrm>
              <a:off x="675445" y="1813651"/>
              <a:ext cx="10841111" cy="1158128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zh-CN" sz="1600" b="1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graphicFrame>
        <p:nvGraphicFramePr>
          <p:cNvPr id="58" name="图表 57"/>
          <p:cNvGraphicFramePr/>
          <p:nvPr/>
        </p:nvGraphicFramePr>
        <p:xfrm>
          <a:off x="6404044" y="1281076"/>
          <a:ext cx="4362704" cy="2361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2" name="图表 61"/>
          <p:cNvGraphicFramePr/>
          <p:nvPr/>
        </p:nvGraphicFramePr>
        <p:xfrm>
          <a:off x="1373395" y="1335024"/>
          <a:ext cx="4236162" cy="2307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05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结果与结论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Results and Conclusions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î$ḷiďé"/>
          <p:cNvSpPr/>
          <p:nvPr/>
        </p:nvSpPr>
        <p:spPr>
          <a:xfrm>
            <a:off x="1260901" y="1897033"/>
            <a:ext cx="2619127" cy="3573687"/>
          </a:xfrm>
          <a:prstGeom prst="roundRect">
            <a:avLst>
              <a:gd name="adj" fmla="val 5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lt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9pPr>
          </a:lstStyle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ïšḷïḓê"/>
          <p:cNvSpPr/>
          <p:nvPr/>
        </p:nvSpPr>
        <p:spPr bwMode="auto">
          <a:xfrm>
            <a:off x="1305966" y="2463095"/>
            <a:ext cx="2545269" cy="89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tx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20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20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20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……</a:t>
            </a:r>
            <a:endParaRPr lang="en-US" altLang="zh-CN" sz="1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9" name="ïṩ1iḑê"/>
          <p:cNvSpPr/>
          <p:nvPr/>
        </p:nvSpPr>
        <p:spPr>
          <a:xfrm>
            <a:off x="4634990" y="1897033"/>
            <a:ext cx="2619127" cy="3573687"/>
          </a:xfrm>
          <a:prstGeom prst="roundRect">
            <a:avLst>
              <a:gd name="adj" fmla="val 5758"/>
            </a:avLst>
          </a:prstGeom>
          <a:solidFill>
            <a:srgbClr val="000F4C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lt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9pPr>
          </a:lstStyle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1" name="îṡlíďe"/>
          <p:cNvSpPr/>
          <p:nvPr/>
        </p:nvSpPr>
        <p:spPr bwMode="auto">
          <a:xfrm>
            <a:off x="4680056" y="2463095"/>
            <a:ext cx="2545268" cy="89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tx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200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……</a:t>
            </a:r>
            <a:endParaRPr lang="en-US" altLang="zh-CN" sz="1200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2" name="íṡ1îḓè"/>
          <p:cNvSpPr/>
          <p:nvPr/>
        </p:nvSpPr>
        <p:spPr>
          <a:xfrm>
            <a:off x="8043981" y="1897033"/>
            <a:ext cx="2619127" cy="3573687"/>
          </a:xfrm>
          <a:prstGeom prst="roundRect">
            <a:avLst>
              <a:gd name="adj" fmla="val 575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lt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lt1"/>
                </a:solidFill>
              </a:defRPr>
            </a:lvl9pPr>
          </a:lstStyle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4" name="íšḷïdé"/>
          <p:cNvSpPr/>
          <p:nvPr/>
        </p:nvSpPr>
        <p:spPr bwMode="auto">
          <a:xfrm>
            <a:off x="8089046" y="2463095"/>
            <a:ext cx="2545269" cy="89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tx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20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20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20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……</a:t>
            </a:r>
            <a:endParaRPr lang="en-US" altLang="zh-CN" sz="1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30" name="išlidè"/>
          <p:cNvGrpSpPr/>
          <p:nvPr/>
        </p:nvGrpSpPr>
        <p:grpSpPr>
          <a:xfrm>
            <a:off x="5581663" y="1483371"/>
            <a:ext cx="677961" cy="696795"/>
            <a:chOff x="2201163" y="1516738"/>
            <a:chExt cx="827326" cy="827324"/>
          </a:xfrm>
        </p:grpSpPr>
        <p:sp>
          <p:nvSpPr>
            <p:cNvPr id="31" name="îṩļïḑe"/>
            <p:cNvSpPr/>
            <p:nvPr/>
          </p:nvSpPr>
          <p:spPr bwMode="gray">
            <a:xfrm>
              <a:off x="2201163" y="1516738"/>
              <a:ext cx="827326" cy="827324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2" name="íşḻïḋê"/>
            <p:cNvSpPr/>
            <p:nvPr/>
          </p:nvSpPr>
          <p:spPr bwMode="gray">
            <a:xfrm>
              <a:off x="2411809" y="1781564"/>
              <a:ext cx="406035" cy="297670"/>
            </a:xfrm>
            <a:custGeom>
              <a:avLst/>
              <a:gdLst>
                <a:gd name="connsiteX0" fmla="*/ 124336 w 608133"/>
                <a:gd name="connsiteY0" fmla="*/ 165476 h 445832"/>
                <a:gd name="connsiteX1" fmla="*/ 304070 w 608133"/>
                <a:gd name="connsiteY1" fmla="*/ 225979 h 445832"/>
                <a:gd name="connsiteX2" fmla="*/ 485772 w 608133"/>
                <a:gd name="connsiteY2" fmla="*/ 165476 h 445832"/>
                <a:gd name="connsiteX3" fmla="*/ 485772 w 608133"/>
                <a:gd name="connsiteY3" fmla="*/ 250808 h 445832"/>
                <a:gd name="connsiteX4" fmla="*/ 305015 w 608133"/>
                <a:gd name="connsiteY4" fmla="*/ 308089 h 445832"/>
                <a:gd name="connsiteX5" fmla="*/ 124336 w 608133"/>
                <a:gd name="connsiteY5" fmla="*/ 250101 h 445832"/>
                <a:gd name="connsiteX6" fmla="*/ 527801 w 608133"/>
                <a:gd name="connsiteY6" fmla="*/ 150728 h 445832"/>
                <a:gd name="connsiteX7" fmla="*/ 527801 w 608133"/>
                <a:gd name="connsiteY7" fmla="*/ 280008 h 445832"/>
                <a:gd name="connsiteX8" fmla="*/ 527801 w 608133"/>
                <a:gd name="connsiteY8" fmla="*/ 280244 h 445832"/>
                <a:gd name="connsiteX9" fmla="*/ 537709 w 608133"/>
                <a:gd name="connsiteY9" fmla="*/ 295962 h 445832"/>
                <a:gd name="connsiteX10" fmla="*/ 530239 w 608133"/>
                <a:gd name="connsiteY10" fmla="*/ 310265 h 445832"/>
                <a:gd name="connsiteX11" fmla="*/ 537709 w 608133"/>
                <a:gd name="connsiteY11" fmla="*/ 323311 h 445832"/>
                <a:gd name="connsiteX12" fmla="*/ 537709 w 608133"/>
                <a:gd name="connsiteY12" fmla="*/ 445832 h 445832"/>
                <a:gd name="connsiteX13" fmla="*/ 502717 w 608133"/>
                <a:gd name="connsiteY13" fmla="*/ 445832 h 445832"/>
                <a:gd name="connsiteX14" fmla="*/ 502717 w 608133"/>
                <a:gd name="connsiteY14" fmla="*/ 323311 h 445832"/>
                <a:gd name="connsiteX15" fmla="*/ 510108 w 608133"/>
                <a:gd name="connsiteY15" fmla="*/ 310265 h 445832"/>
                <a:gd name="connsiteX16" fmla="*/ 502638 w 608133"/>
                <a:gd name="connsiteY16" fmla="*/ 295962 h 445832"/>
                <a:gd name="connsiteX17" fmla="*/ 513018 w 608133"/>
                <a:gd name="connsiteY17" fmla="*/ 280008 h 445832"/>
                <a:gd name="connsiteX18" fmla="*/ 512546 w 608133"/>
                <a:gd name="connsiteY18" fmla="*/ 279379 h 445832"/>
                <a:gd name="connsiteX19" fmla="*/ 512546 w 608133"/>
                <a:gd name="connsiteY19" fmla="*/ 155522 h 445832"/>
                <a:gd name="connsiteX20" fmla="*/ 306663 w 608133"/>
                <a:gd name="connsiteY20" fmla="*/ 0 h 445832"/>
                <a:gd name="connsiteX21" fmla="*/ 608133 w 608133"/>
                <a:gd name="connsiteY21" fmla="*/ 115790 h 445832"/>
                <a:gd name="connsiteX22" fmla="*/ 306663 w 608133"/>
                <a:gd name="connsiteY22" fmla="*/ 215083 h 445832"/>
                <a:gd name="connsiteX23" fmla="*/ 0 w 608133"/>
                <a:gd name="connsiteY23" fmla="*/ 115790 h 44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8133" h="445832">
                  <a:moveTo>
                    <a:pt x="124336" y="165476"/>
                  </a:moveTo>
                  <a:lnTo>
                    <a:pt x="304070" y="225979"/>
                  </a:lnTo>
                  <a:lnTo>
                    <a:pt x="485772" y="165476"/>
                  </a:lnTo>
                  <a:lnTo>
                    <a:pt x="485772" y="250808"/>
                  </a:lnTo>
                  <a:cubicBezTo>
                    <a:pt x="485772" y="250808"/>
                    <a:pt x="404167" y="245701"/>
                    <a:pt x="305015" y="308089"/>
                  </a:cubicBezTo>
                  <a:cubicBezTo>
                    <a:pt x="305015" y="308089"/>
                    <a:pt x="219948" y="252066"/>
                    <a:pt x="124336" y="250101"/>
                  </a:cubicBezTo>
                  <a:close/>
                  <a:moveTo>
                    <a:pt x="527801" y="150728"/>
                  </a:moveTo>
                  <a:lnTo>
                    <a:pt x="527801" y="280008"/>
                  </a:lnTo>
                  <a:lnTo>
                    <a:pt x="527801" y="280244"/>
                  </a:lnTo>
                  <a:cubicBezTo>
                    <a:pt x="533620" y="283073"/>
                    <a:pt x="537709" y="289046"/>
                    <a:pt x="537709" y="295962"/>
                  </a:cubicBezTo>
                  <a:cubicBezTo>
                    <a:pt x="537709" y="301856"/>
                    <a:pt x="534721" y="307043"/>
                    <a:pt x="530239" y="310265"/>
                  </a:cubicBezTo>
                  <a:cubicBezTo>
                    <a:pt x="534721" y="312937"/>
                    <a:pt x="537709" y="317731"/>
                    <a:pt x="537709" y="323311"/>
                  </a:cubicBezTo>
                  <a:lnTo>
                    <a:pt x="537709" y="445832"/>
                  </a:lnTo>
                  <a:lnTo>
                    <a:pt x="502717" y="445832"/>
                  </a:lnTo>
                  <a:lnTo>
                    <a:pt x="502717" y="323311"/>
                  </a:lnTo>
                  <a:cubicBezTo>
                    <a:pt x="502717" y="317731"/>
                    <a:pt x="505705" y="312937"/>
                    <a:pt x="510108" y="310265"/>
                  </a:cubicBezTo>
                  <a:cubicBezTo>
                    <a:pt x="505626" y="307043"/>
                    <a:pt x="502638" y="301856"/>
                    <a:pt x="502638" y="295962"/>
                  </a:cubicBezTo>
                  <a:cubicBezTo>
                    <a:pt x="502638" y="288810"/>
                    <a:pt x="506884" y="282759"/>
                    <a:pt x="513018" y="280008"/>
                  </a:cubicBezTo>
                  <a:lnTo>
                    <a:pt x="512546" y="279379"/>
                  </a:lnTo>
                  <a:lnTo>
                    <a:pt x="512546" y="155522"/>
                  </a:lnTo>
                  <a:close/>
                  <a:moveTo>
                    <a:pt x="306663" y="0"/>
                  </a:moveTo>
                  <a:lnTo>
                    <a:pt x="608133" y="115790"/>
                  </a:lnTo>
                  <a:lnTo>
                    <a:pt x="306663" y="215083"/>
                  </a:lnTo>
                  <a:lnTo>
                    <a:pt x="0" y="115790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  <a:effec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27" name="îšḷiḓé"/>
          <p:cNvGrpSpPr/>
          <p:nvPr/>
        </p:nvGrpSpPr>
        <p:grpSpPr>
          <a:xfrm>
            <a:off x="2170999" y="1483371"/>
            <a:ext cx="677961" cy="696795"/>
            <a:chOff x="2201163" y="1516738"/>
            <a:chExt cx="827326" cy="827324"/>
          </a:xfrm>
        </p:grpSpPr>
        <p:sp>
          <p:nvSpPr>
            <p:cNvPr id="28" name="íṣḻîḑè"/>
            <p:cNvSpPr/>
            <p:nvPr/>
          </p:nvSpPr>
          <p:spPr bwMode="gray">
            <a:xfrm>
              <a:off x="2201163" y="1516738"/>
              <a:ext cx="827326" cy="82732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9" name="î$ḷîḋè"/>
            <p:cNvSpPr/>
            <p:nvPr/>
          </p:nvSpPr>
          <p:spPr bwMode="gray">
            <a:xfrm>
              <a:off x="2411809" y="1804517"/>
              <a:ext cx="406035" cy="251764"/>
            </a:xfrm>
            <a:custGeom>
              <a:avLst/>
              <a:gdLst>
                <a:gd name="T0" fmla="*/ 507 w 507"/>
                <a:gd name="T1" fmla="*/ 122 h 315"/>
                <a:gd name="T2" fmla="*/ 491 w 507"/>
                <a:gd name="T3" fmla="*/ 147 h 315"/>
                <a:gd name="T4" fmla="*/ 480 w 507"/>
                <a:gd name="T5" fmla="*/ 151 h 315"/>
                <a:gd name="T6" fmla="*/ 480 w 507"/>
                <a:gd name="T7" fmla="*/ 210 h 315"/>
                <a:gd name="T8" fmla="*/ 467 w 507"/>
                <a:gd name="T9" fmla="*/ 223 h 315"/>
                <a:gd name="T10" fmla="*/ 454 w 507"/>
                <a:gd name="T11" fmla="*/ 210 h 315"/>
                <a:gd name="T12" fmla="*/ 454 w 507"/>
                <a:gd name="T13" fmla="*/ 162 h 315"/>
                <a:gd name="T14" fmla="*/ 423 w 507"/>
                <a:gd name="T15" fmla="*/ 175 h 315"/>
                <a:gd name="T16" fmla="*/ 423 w 507"/>
                <a:gd name="T17" fmla="*/ 243 h 315"/>
                <a:gd name="T18" fmla="*/ 405 w 507"/>
                <a:gd name="T19" fmla="*/ 268 h 315"/>
                <a:gd name="T20" fmla="*/ 269 w 507"/>
                <a:gd name="T21" fmla="*/ 313 h 315"/>
                <a:gd name="T22" fmla="*/ 260 w 507"/>
                <a:gd name="T23" fmla="*/ 315 h 315"/>
                <a:gd name="T24" fmla="*/ 253 w 507"/>
                <a:gd name="T25" fmla="*/ 313 h 315"/>
                <a:gd name="T26" fmla="*/ 103 w 507"/>
                <a:gd name="T27" fmla="*/ 268 h 315"/>
                <a:gd name="T28" fmla="*/ 84 w 507"/>
                <a:gd name="T29" fmla="*/ 243 h 315"/>
                <a:gd name="T30" fmla="*/ 84 w 507"/>
                <a:gd name="T31" fmla="*/ 175 h 315"/>
                <a:gd name="T32" fmla="*/ 16 w 507"/>
                <a:gd name="T33" fmla="*/ 147 h 315"/>
                <a:gd name="T34" fmla="*/ 0 w 507"/>
                <a:gd name="T35" fmla="*/ 122 h 315"/>
                <a:gd name="T36" fmla="*/ 16 w 507"/>
                <a:gd name="T37" fmla="*/ 97 h 315"/>
                <a:gd name="T38" fmla="*/ 243 w 507"/>
                <a:gd name="T39" fmla="*/ 3 h 315"/>
                <a:gd name="T40" fmla="*/ 264 w 507"/>
                <a:gd name="T41" fmla="*/ 3 h 315"/>
                <a:gd name="T42" fmla="*/ 491 w 507"/>
                <a:gd name="T43" fmla="*/ 97 h 315"/>
                <a:gd name="T44" fmla="*/ 507 w 507"/>
                <a:gd name="T45" fmla="*/ 12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7" h="315">
                  <a:moveTo>
                    <a:pt x="507" y="122"/>
                  </a:moveTo>
                  <a:cubicBezTo>
                    <a:pt x="507" y="133"/>
                    <a:pt x="501" y="142"/>
                    <a:pt x="491" y="147"/>
                  </a:cubicBezTo>
                  <a:lnTo>
                    <a:pt x="480" y="151"/>
                  </a:lnTo>
                  <a:lnTo>
                    <a:pt x="480" y="210"/>
                  </a:lnTo>
                  <a:cubicBezTo>
                    <a:pt x="480" y="217"/>
                    <a:pt x="474" y="223"/>
                    <a:pt x="467" y="223"/>
                  </a:cubicBezTo>
                  <a:cubicBezTo>
                    <a:pt x="460" y="223"/>
                    <a:pt x="454" y="217"/>
                    <a:pt x="454" y="210"/>
                  </a:cubicBezTo>
                  <a:lnTo>
                    <a:pt x="454" y="162"/>
                  </a:lnTo>
                  <a:lnTo>
                    <a:pt x="423" y="175"/>
                  </a:lnTo>
                  <a:lnTo>
                    <a:pt x="423" y="243"/>
                  </a:lnTo>
                  <a:cubicBezTo>
                    <a:pt x="423" y="254"/>
                    <a:pt x="415" y="264"/>
                    <a:pt x="405" y="268"/>
                  </a:cubicBezTo>
                  <a:lnTo>
                    <a:pt x="269" y="313"/>
                  </a:lnTo>
                  <a:cubicBezTo>
                    <a:pt x="266" y="314"/>
                    <a:pt x="263" y="315"/>
                    <a:pt x="260" y="315"/>
                  </a:cubicBezTo>
                  <a:cubicBezTo>
                    <a:pt x="258" y="315"/>
                    <a:pt x="255" y="314"/>
                    <a:pt x="253" y="313"/>
                  </a:cubicBezTo>
                  <a:lnTo>
                    <a:pt x="103" y="268"/>
                  </a:lnTo>
                  <a:cubicBezTo>
                    <a:pt x="92" y="265"/>
                    <a:pt x="84" y="254"/>
                    <a:pt x="84" y="243"/>
                  </a:cubicBezTo>
                  <a:lnTo>
                    <a:pt x="84" y="175"/>
                  </a:lnTo>
                  <a:lnTo>
                    <a:pt x="16" y="147"/>
                  </a:lnTo>
                  <a:cubicBezTo>
                    <a:pt x="6" y="142"/>
                    <a:pt x="0" y="133"/>
                    <a:pt x="0" y="122"/>
                  </a:cubicBezTo>
                  <a:cubicBezTo>
                    <a:pt x="0" y="111"/>
                    <a:pt x="6" y="102"/>
                    <a:pt x="16" y="97"/>
                  </a:cubicBezTo>
                  <a:lnTo>
                    <a:pt x="243" y="3"/>
                  </a:lnTo>
                  <a:cubicBezTo>
                    <a:pt x="250" y="0"/>
                    <a:pt x="257" y="0"/>
                    <a:pt x="264" y="3"/>
                  </a:cubicBezTo>
                  <a:lnTo>
                    <a:pt x="491" y="97"/>
                  </a:lnTo>
                  <a:cubicBezTo>
                    <a:pt x="500" y="102"/>
                    <a:pt x="507" y="111"/>
                    <a:pt x="507" y="122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  <a:effec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4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33" name="îṧḻíďê"/>
          <p:cNvGrpSpPr/>
          <p:nvPr/>
        </p:nvGrpSpPr>
        <p:grpSpPr>
          <a:xfrm>
            <a:off x="9008942" y="1483371"/>
            <a:ext cx="677961" cy="696795"/>
            <a:chOff x="2201163" y="1516738"/>
            <a:chExt cx="827326" cy="827324"/>
          </a:xfrm>
        </p:grpSpPr>
        <p:sp>
          <p:nvSpPr>
            <p:cNvPr id="34" name="ïśľîḋê"/>
            <p:cNvSpPr/>
            <p:nvPr/>
          </p:nvSpPr>
          <p:spPr bwMode="gray">
            <a:xfrm>
              <a:off x="2201163" y="1516738"/>
              <a:ext cx="827326" cy="827324"/>
            </a:xfrm>
            <a:prstGeom prst="ellipse">
              <a:avLst/>
            </a:prstGeom>
            <a:solidFill>
              <a:srgbClr val="000F4C"/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35" name="iṣlîḓè"/>
            <p:cNvSpPr/>
            <p:nvPr/>
          </p:nvSpPr>
          <p:spPr bwMode="gray">
            <a:xfrm>
              <a:off x="2411809" y="1802115"/>
              <a:ext cx="406035" cy="256567"/>
            </a:xfrm>
            <a:custGeom>
              <a:avLst/>
              <a:gdLst>
                <a:gd name="connsiteX0" fmla="*/ 104550 w 604718"/>
                <a:gd name="connsiteY0" fmla="*/ 208330 h 382112"/>
                <a:gd name="connsiteX1" fmla="*/ 156180 w 604718"/>
                <a:gd name="connsiteY1" fmla="*/ 208330 h 382112"/>
                <a:gd name="connsiteX2" fmla="*/ 261642 w 604718"/>
                <a:gd name="connsiteY2" fmla="*/ 248878 h 382112"/>
                <a:gd name="connsiteX3" fmla="*/ 298947 w 604718"/>
                <a:gd name="connsiteY3" fmla="*/ 255007 h 382112"/>
                <a:gd name="connsiteX4" fmla="*/ 340187 w 604718"/>
                <a:gd name="connsiteY4" fmla="*/ 247621 h 382112"/>
                <a:gd name="connsiteX5" fmla="*/ 433687 w 604718"/>
                <a:gd name="connsiteY5" fmla="*/ 208330 h 382112"/>
                <a:gd name="connsiteX6" fmla="*/ 490825 w 604718"/>
                <a:gd name="connsiteY6" fmla="*/ 208330 h 382112"/>
                <a:gd name="connsiteX7" fmla="*/ 490825 w 604718"/>
                <a:gd name="connsiteY7" fmla="*/ 271509 h 382112"/>
                <a:gd name="connsiteX8" fmla="*/ 458400 w 604718"/>
                <a:gd name="connsiteY8" fmla="*/ 320701 h 382112"/>
                <a:gd name="connsiteX9" fmla="*/ 329326 w 604718"/>
                <a:gd name="connsiteY9" fmla="*/ 376337 h 382112"/>
                <a:gd name="connsiteX10" fmla="*/ 264632 w 604718"/>
                <a:gd name="connsiteY10" fmla="*/ 376337 h 382112"/>
                <a:gd name="connsiteX11" fmla="*/ 136819 w 604718"/>
                <a:gd name="connsiteY11" fmla="*/ 320701 h 382112"/>
                <a:gd name="connsiteX12" fmla="*/ 104550 w 604718"/>
                <a:gd name="connsiteY12" fmla="*/ 271509 h 382112"/>
                <a:gd name="connsiteX13" fmla="*/ 300973 w 604718"/>
                <a:gd name="connsiteY13" fmla="*/ 5 h 382112"/>
                <a:gd name="connsiteX14" fmla="*/ 334162 w 604718"/>
                <a:gd name="connsiteY14" fmla="*/ 4701 h 382112"/>
                <a:gd name="connsiteX15" fmla="*/ 581267 w 604718"/>
                <a:gd name="connsiteY15" fmla="*/ 92552 h 382112"/>
                <a:gd name="connsiteX16" fmla="*/ 588822 w 604718"/>
                <a:gd name="connsiteY16" fmla="*/ 114398 h 382112"/>
                <a:gd name="connsiteX17" fmla="*/ 589136 w 604718"/>
                <a:gd name="connsiteY17" fmla="*/ 114398 h 382112"/>
                <a:gd name="connsiteX18" fmla="*/ 589136 w 604718"/>
                <a:gd name="connsiteY18" fmla="*/ 270771 h 382112"/>
                <a:gd name="connsiteX19" fmla="*/ 604718 w 604718"/>
                <a:gd name="connsiteY19" fmla="*/ 321376 h 382112"/>
                <a:gd name="connsiteX20" fmla="*/ 561278 w 604718"/>
                <a:gd name="connsiteY20" fmla="*/ 321376 h 382112"/>
                <a:gd name="connsiteX21" fmla="*/ 576388 w 604718"/>
                <a:gd name="connsiteY21" fmla="*/ 271242 h 382112"/>
                <a:gd name="connsiteX22" fmla="*/ 576388 w 604718"/>
                <a:gd name="connsiteY22" fmla="*/ 120370 h 382112"/>
                <a:gd name="connsiteX23" fmla="*/ 333376 w 604718"/>
                <a:gd name="connsiteY23" fmla="*/ 222680 h 382112"/>
                <a:gd name="connsiteX24" fmla="*/ 268058 w 604718"/>
                <a:gd name="connsiteY24" fmla="*/ 223780 h 382112"/>
                <a:gd name="connsiteX25" fmla="*/ 13556 w 604718"/>
                <a:gd name="connsiteY25" fmla="*/ 125870 h 382112"/>
                <a:gd name="connsiteX26" fmla="*/ 13714 w 604718"/>
                <a:gd name="connsiteY26" fmla="*/ 100882 h 382112"/>
                <a:gd name="connsiteX27" fmla="*/ 267901 w 604718"/>
                <a:gd name="connsiteY27" fmla="*/ 5329 h 382112"/>
                <a:gd name="connsiteX28" fmla="*/ 300973 w 604718"/>
                <a:gd name="connsiteY28" fmla="*/ 5 h 382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04718" h="382112">
                  <a:moveTo>
                    <a:pt x="104550" y="208330"/>
                  </a:moveTo>
                  <a:lnTo>
                    <a:pt x="156180" y="208330"/>
                  </a:lnTo>
                  <a:lnTo>
                    <a:pt x="261642" y="248878"/>
                  </a:lnTo>
                  <a:cubicBezTo>
                    <a:pt x="274864" y="253907"/>
                    <a:pt x="289188" y="255007"/>
                    <a:pt x="298947" y="255007"/>
                  </a:cubicBezTo>
                  <a:cubicBezTo>
                    <a:pt x="314373" y="255007"/>
                    <a:pt x="329012" y="252493"/>
                    <a:pt x="340187" y="247621"/>
                  </a:cubicBezTo>
                  <a:lnTo>
                    <a:pt x="433687" y="208330"/>
                  </a:lnTo>
                  <a:lnTo>
                    <a:pt x="490825" y="208330"/>
                  </a:lnTo>
                  <a:lnTo>
                    <a:pt x="490825" y="271509"/>
                  </a:lnTo>
                  <a:cubicBezTo>
                    <a:pt x="490825" y="290998"/>
                    <a:pt x="476344" y="313000"/>
                    <a:pt x="458400" y="320701"/>
                  </a:cubicBezTo>
                  <a:lnTo>
                    <a:pt x="329326" y="376337"/>
                  </a:lnTo>
                  <a:cubicBezTo>
                    <a:pt x="311382" y="384038"/>
                    <a:pt x="282419" y="384038"/>
                    <a:pt x="264632" y="376337"/>
                  </a:cubicBezTo>
                  <a:lnTo>
                    <a:pt x="136819" y="320701"/>
                  </a:lnTo>
                  <a:cubicBezTo>
                    <a:pt x="119032" y="313000"/>
                    <a:pt x="104550" y="290998"/>
                    <a:pt x="104550" y="271509"/>
                  </a:cubicBezTo>
                  <a:close/>
                  <a:moveTo>
                    <a:pt x="300973" y="5"/>
                  </a:moveTo>
                  <a:cubicBezTo>
                    <a:pt x="312954" y="-93"/>
                    <a:pt x="324955" y="1479"/>
                    <a:pt x="334162" y="4701"/>
                  </a:cubicBezTo>
                  <a:lnTo>
                    <a:pt x="581267" y="92552"/>
                  </a:lnTo>
                  <a:cubicBezTo>
                    <a:pt x="596849" y="98053"/>
                    <a:pt x="599210" y="107168"/>
                    <a:pt x="588822" y="114398"/>
                  </a:cubicBezTo>
                  <a:lnTo>
                    <a:pt x="589136" y="114398"/>
                  </a:lnTo>
                  <a:lnTo>
                    <a:pt x="589136" y="270771"/>
                  </a:lnTo>
                  <a:lnTo>
                    <a:pt x="604718" y="321376"/>
                  </a:lnTo>
                  <a:lnTo>
                    <a:pt x="561278" y="321376"/>
                  </a:lnTo>
                  <a:lnTo>
                    <a:pt x="576388" y="271242"/>
                  </a:lnTo>
                  <a:lnTo>
                    <a:pt x="576388" y="120370"/>
                  </a:lnTo>
                  <a:lnTo>
                    <a:pt x="333376" y="222680"/>
                  </a:lnTo>
                  <a:cubicBezTo>
                    <a:pt x="315433" y="230224"/>
                    <a:pt x="286158" y="230695"/>
                    <a:pt x="268058" y="223780"/>
                  </a:cubicBezTo>
                  <a:lnTo>
                    <a:pt x="13556" y="125870"/>
                  </a:lnTo>
                  <a:cubicBezTo>
                    <a:pt x="-4544" y="118798"/>
                    <a:pt x="-4544" y="107640"/>
                    <a:pt x="13714" y="100882"/>
                  </a:cubicBezTo>
                  <a:lnTo>
                    <a:pt x="267901" y="5329"/>
                  </a:lnTo>
                  <a:cubicBezTo>
                    <a:pt x="277030" y="1872"/>
                    <a:pt x="288991" y="104"/>
                    <a:pt x="300973" y="5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  <a:effec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8" name="îṣḷïḋê"/>
          <p:cNvSpPr/>
          <p:nvPr/>
        </p:nvSpPr>
        <p:spPr bwMode="auto">
          <a:xfrm>
            <a:off x="1305966" y="3769845"/>
            <a:ext cx="2545269" cy="89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tx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20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20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20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……</a:t>
            </a:r>
            <a:endParaRPr lang="en-US" altLang="zh-CN" sz="1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9" name="íşlíďê"/>
          <p:cNvSpPr/>
          <p:nvPr/>
        </p:nvSpPr>
        <p:spPr bwMode="auto">
          <a:xfrm>
            <a:off x="4680056" y="3769845"/>
            <a:ext cx="2545268" cy="89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tx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20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……</a:t>
            </a:r>
            <a:endParaRPr lang="en-US" altLang="zh-CN" sz="1200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0" name="îṧlíḍê"/>
          <p:cNvSpPr/>
          <p:nvPr/>
        </p:nvSpPr>
        <p:spPr bwMode="auto">
          <a:xfrm>
            <a:off x="8089046" y="3769845"/>
            <a:ext cx="2545269" cy="89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2400" kern="1200">
                <a:solidFill>
                  <a:schemeClr val="tx1"/>
                </a:solidFill>
              </a:defRPr>
            </a:lvl1pPr>
            <a:lvl2pPr marL="609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2pPr>
            <a:lvl3pPr marL="1219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3pPr>
            <a:lvl4pPr marL="1828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4pPr>
            <a:lvl5pPr marL="24384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5pPr>
            <a:lvl6pPr marL="30480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6pPr>
            <a:lvl7pPr marL="36576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7pPr>
            <a:lvl8pPr marL="42672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8pPr>
            <a:lvl9pPr marL="4876800" algn="l" defTabSz="609600" rtl="0" eaLnBrk="1" latinLnBrk="0" hangingPunct="1">
              <a:defRPr sz="24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20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20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20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……</a:t>
            </a:r>
            <a:endParaRPr lang="en-US" altLang="zh-CN" sz="12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05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结果与结论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Results and Conclusions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4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grpSp>
        <p:nvGrpSpPr>
          <p:cNvPr id="23" name="329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86251" y="1939263"/>
            <a:ext cx="3619500" cy="3311329"/>
            <a:chOff x="4286251" y="1939263"/>
            <a:chExt cx="3619500" cy="3311329"/>
          </a:xfrm>
        </p:grpSpPr>
        <p:sp>
          <p:nvSpPr>
            <p:cNvPr id="38" name="îŝ1iḍê"/>
            <p:cNvSpPr/>
            <p:nvPr/>
          </p:nvSpPr>
          <p:spPr bwMode="auto">
            <a:xfrm>
              <a:off x="5799403" y="3326043"/>
              <a:ext cx="608436" cy="629211"/>
            </a:xfrm>
            <a:custGeom>
              <a:avLst/>
              <a:gdLst>
                <a:gd name="connsiteX0" fmla="*/ 112713 w 325438"/>
                <a:gd name="connsiteY0" fmla="*/ 266700 h 336550"/>
                <a:gd name="connsiteX1" fmla="*/ 104775 w 325438"/>
                <a:gd name="connsiteY1" fmla="*/ 274638 h 336550"/>
                <a:gd name="connsiteX2" fmla="*/ 112713 w 325438"/>
                <a:gd name="connsiteY2" fmla="*/ 282576 h 336550"/>
                <a:gd name="connsiteX3" fmla="*/ 120651 w 325438"/>
                <a:gd name="connsiteY3" fmla="*/ 274638 h 336550"/>
                <a:gd name="connsiteX4" fmla="*/ 112713 w 325438"/>
                <a:gd name="connsiteY4" fmla="*/ 266700 h 336550"/>
                <a:gd name="connsiteX5" fmla="*/ 125413 w 325438"/>
                <a:gd name="connsiteY5" fmla="*/ 230187 h 336550"/>
                <a:gd name="connsiteX6" fmla="*/ 125413 w 325438"/>
                <a:gd name="connsiteY6" fmla="*/ 319087 h 336550"/>
                <a:gd name="connsiteX7" fmla="*/ 242085 w 325438"/>
                <a:gd name="connsiteY7" fmla="*/ 319087 h 336550"/>
                <a:gd name="connsiteX8" fmla="*/ 246063 w 325438"/>
                <a:gd name="connsiteY8" fmla="*/ 315165 h 336550"/>
                <a:gd name="connsiteX9" fmla="*/ 246063 w 325438"/>
                <a:gd name="connsiteY9" fmla="*/ 234109 h 336550"/>
                <a:gd name="connsiteX10" fmla="*/ 242085 w 325438"/>
                <a:gd name="connsiteY10" fmla="*/ 230187 h 336550"/>
                <a:gd name="connsiteX11" fmla="*/ 125413 w 325438"/>
                <a:gd name="connsiteY11" fmla="*/ 230187 h 336550"/>
                <a:gd name="connsiteX12" fmla="*/ 295031 w 325438"/>
                <a:gd name="connsiteY12" fmla="*/ 222250 h 336550"/>
                <a:gd name="connsiteX13" fmla="*/ 311150 w 325438"/>
                <a:gd name="connsiteY13" fmla="*/ 222250 h 336550"/>
                <a:gd name="connsiteX14" fmla="*/ 311150 w 325438"/>
                <a:gd name="connsiteY14" fmla="*/ 293922 h 336550"/>
                <a:gd name="connsiteX15" fmla="*/ 303091 w 325438"/>
                <a:gd name="connsiteY15" fmla="*/ 303213 h 336550"/>
                <a:gd name="connsiteX16" fmla="*/ 276225 w 325438"/>
                <a:gd name="connsiteY16" fmla="*/ 303213 h 336550"/>
                <a:gd name="connsiteX17" fmla="*/ 276225 w 325438"/>
                <a:gd name="connsiteY17" fmla="*/ 285959 h 336550"/>
                <a:gd name="connsiteX18" fmla="*/ 295031 w 325438"/>
                <a:gd name="connsiteY18" fmla="*/ 285959 h 336550"/>
                <a:gd name="connsiteX19" fmla="*/ 295031 w 325438"/>
                <a:gd name="connsiteY19" fmla="*/ 244814 h 336550"/>
                <a:gd name="connsiteX20" fmla="*/ 119523 w 325438"/>
                <a:gd name="connsiteY20" fmla="*/ 212725 h 336550"/>
                <a:gd name="connsiteX21" fmla="*/ 242158 w 325438"/>
                <a:gd name="connsiteY21" fmla="*/ 212725 h 336550"/>
                <a:gd name="connsiteX22" fmla="*/ 261938 w 325438"/>
                <a:gd name="connsiteY22" fmla="*/ 233802 h 336550"/>
                <a:gd name="connsiteX23" fmla="*/ 261938 w 325438"/>
                <a:gd name="connsiteY23" fmla="*/ 315474 h 336550"/>
                <a:gd name="connsiteX24" fmla="*/ 242158 w 325438"/>
                <a:gd name="connsiteY24" fmla="*/ 336550 h 336550"/>
                <a:gd name="connsiteX25" fmla="*/ 119523 w 325438"/>
                <a:gd name="connsiteY25" fmla="*/ 336550 h 336550"/>
                <a:gd name="connsiteX26" fmla="*/ 98425 w 325438"/>
                <a:gd name="connsiteY26" fmla="*/ 315474 h 336550"/>
                <a:gd name="connsiteX27" fmla="*/ 98425 w 325438"/>
                <a:gd name="connsiteY27" fmla="*/ 233802 h 336550"/>
                <a:gd name="connsiteX28" fmla="*/ 119523 w 325438"/>
                <a:gd name="connsiteY28" fmla="*/ 212725 h 336550"/>
                <a:gd name="connsiteX29" fmla="*/ 290514 w 325438"/>
                <a:gd name="connsiteY29" fmla="*/ 190500 h 336550"/>
                <a:gd name="connsiteX30" fmla="*/ 285750 w 325438"/>
                <a:gd name="connsiteY30" fmla="*/ 196056 h 336550"/>
                <a:gd name="connsiteX31" fmla="*/ 290514 w 325438"/>
                <a:gd name="connsiteY31" fmla="*/ 201613 h 336550"/>
                <a:gd name="connsiteX32" fmla="*/ 295277 w 325438"/>
                <a:gd name="connsiteY32" fmla="*/ 196056 h 336550"/>
                <a:gd name="connsiteX33" fmla="*/ 290514 w 325438"/>
                <a:gd name="connsiteY33" fmla="*/ 190500 h 336550"/>
                <a:gd name="connsiteX34" fmla="*/ 12700 w 325438"/>
                <a:gd name="connsiteY34" fmla="*/ 173037 h 336550"/>
                <a:gd name="connsiteX35" fmla="*/ 29968 w 325438"/>
                <a:gd name="connsiteY35" fmla="*/ 173037 h 336550"/>
                <a:gd name="connsiteX36" fmla="*/ 29968 w 325438"/>
                <a:gd name="connsiteY36" fmla="*/ 286118 h 336550"/>
                <a:gd name="connsiteX37" fmla="*/ 77788 w 325438"/>
                <a:gd name="connsiteY37" fmla="*/ 286118 h 336550"/>
                <a:gd name="connsiteX38" fmla="*/ 77788 w 325438"/>
                <a:gd name="connsiteY38" fmla="*/ 303212 h 336550"/>
                <a:gd name="connsiteX39" fmla="*/ 20670 w 325438"/>
                <a:gd name="connsiteY39" fmla="*/ 303212 h 336550"/>
                <a:gd name="connsiteX40" fmla="*/ 12700 w 325438"/>
                <a:gd name="connsiteY40" fmla="*/ 294008 h 336550"/>
                <a:gd name="connsiteX41" fmla="*/ 12700 w 325438"/>
                <a:gd name="connsiteY41" fmla="*/ 173037 h 336550"/>
                <a:gd name="connsiteX42" fmla="*/ 265113 w 325438"/>
                <a:gd name="connsiteY42" fmla="*/ 103187 h 336550"/>
                <a:gd name="connsiteX43" fmla="*/ 265113 w 325438"/>
                <a:gd name="connsiteY43" fmla="*/ 185737 h 336550"/>
                <a:gd name="connsiteX44" fmla="*/ 314326 w 325438"/>
                <a:gd name="connsiteY44" fmla="*/ 185737 h 336550"/>
                <a:gd name="connsiteX45" fmla="*/ 314326 w 325438"/>
                <a:gd name="connsiteY45" fmla="*/ 103187 h 336550"/>
                <a:gd name="connsiteX46" fmla="*/ 266131 w 325438"/>
                <a:gd name="connsiteY46" fmla="*/ 93662 h 336550"/>
                <a:gd name="connsiteX47" fmla="*/ 314895 w 325438"/>
                <a:gd name="connsiteY47" fmla="*/ 93662 h 336550"/>
                <a:gd name="connsiteX48" fmla="*/ 325438 w 325438"/>
                <a:gd name="connsiteY48" fmla="*/ 104147 h 336550"/>
                <a:gd name="connsiteX49" fmla="*/ 325438 w 325438"/>
                <a:gd name="connsiteY49" fmla="*/ 195890 h 336550"/>
                <a:gd name="connsiteX50" fmla="*/ 314895 w 325438"/>
                <a:gd name="connsiteY50" fmla="*/ 206375 h 336550"/>
                <a:gd name="connsiteX51" fmla="*/ 266131 w 325438"/>
                <a:gd name="connsiteY51" fmla="*/ 206375 h 336550"/>
                <a:gd name="connsiteX52" fmla="*/ 255588 w 325438"/>
                <a:gd name="connsiteY52" fmla="*/ 195890 h 336550"/>
                <a:gd name="connsiteX53" fmla="*/ 255588 w 325438"/>
                <a:gd name="connsiteY53" fmla="*/ 104147 h 336550"/>
                <a:gd name="connsiteX54" fmla="*/ 266131 w 325438"/>
                <a:gd name="connsiteY54" fmla="*/ 93662 h 336550"/>
                <a:gd name="connsiteX55" fmla="*/ 23813 w 325438"/>
                <a:gd name="connsiteY55" fmla="*/ 22225 h 336550"/>
                <a:gd name="connsiteX56" fmla="*/ 23813 w 325438"/>
                <a:gd name="connsiteY56" fmla="*/ 133350 h 336550"/>
                <a:gd name="connsiteX57" fmla="*/ 187326 w 325438"/>
                <a:gd name="connsiteY57" fmla="*/ 133350 h 336550"/>
                <a:gd name="connsiteX58" fmla="*/ 187326 w 325438"/>
                <a:gd name="connsiteY58" fmla="*/ 22225 h 336550"/>
                <a:gd name="connsiteX59" fmla="*/ 21220 w 325438"/>
                <a:gd name="connsiteY59" fmla="*/ 0 h 336550"/>
                <a:gd name="connsiteX60" fmla="*/ 189656 w 325438"/>
                <a:gd name="connsiteY60" fmla="*/ 0 h 336550"/>
                <a:gd name="connsiteX61" fmla="*/ 209550 w 325438"/>
                <a:gd name="connsiteY61" fmla="*/ 21004 h 336550"/>
                <a:gd name="connsiteX62" fmla="*/ 209550 w 325438"/>
                <a:gd name="connsiteY62" fmla="*/ 133900 h 336550"/>
                <a:gd name="connsiteX63" fmla="*/ 189656 w 325438"/>
                <a:gd name="connsiteY63" fmla="*/ 154904 h 336550"/>
                <a:gd name="connsiteX64" fmla="*/ 132626 w 325438"/>
                <a:gd name="connsiteY64" fmla="*/ 154904 h 336550"/>
                <a:gd name="connsiteX65" fmla="*/ 132626 w 325438"/>
                <a:gd name="connsiteY65" fmla="*/ 182471 h 336550"/>
                <a:gd name="connsiteX66" fmla="*/ 141910 w 325438"/>
                <a:gd name="connsiteY66" fmla="*/ 182471 h 336550"/>
                <a:gd name="connsiteX67" fmla="*/ 152520 w 325438"/>
                <a:gd name="connsiteY67" fmla="*/ 192973 h 336550"/>
                <a:gd name="connsiteX68" fmla="*/ 141910 w 325438"/>
                <a:gd name="connsiteY68" fmla="*/ 204788 h 336550"/>
                <a:gd name="connsiteX69" fmla="*/ 67639 w 325438"/>
                <a:gd name="connsiteY69" fmla="*/ 204788 h 336550"/>
                <a:gd name="connsiteX70" fmla="*/ 57029 w 325438"/>
                <a:gd name="connsiteY70" fmla="*/ 192973 h 336550"/>
                <a:gd name="connsiteX71" fmla="*/ 67639 w 325438"/>
                <a:gd name="connsiteY71" fmla="*/ 182471 h 336550"/>
                <a:gd name="connsiteX72" fmla="*/ 76923 w 325438"/>
                <a:gd name="connsiteY72" fmla="*/ 182471 h 336550"/>
                <a:gd name="connsiteX73" fmla="*/ 76923 w 325438"/>
                <a:gd name="connsiteY73" fmla="*/ 154904 h 336550"/>
                <a:gd name="connsiteX74" fmla="*/ 21220 w 325438"/>
                <a:gd name="connsiteY74" fmla="*/ 154904 h 336550"/>
                <a:gd name="connsiteX75" fmla="*/ 0 w 325438"/>
                <a:gd name="connsiteY75" fmla="*/ 133900 h 336550"/>
                <a:gd name="connsiteX76" fmla="*/ 0 w 325438"/>
                <a:gd name="connsiteY76" fmla="*/ 21004 h 336550"/>
                <a:gd name="connsiteX77" fmla="*/ 21220 w 325438"/>
                <a:gd name="connsiteY77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325438" h="336550">
                  <a:moveTo>
                    <a:pt x="112713" y="266700"/>
                  </a:moveTo>
                  <a:cubicBezTo>
                    <a:pt x="108329" y="266700"/>
                    <a:pt x="104775" y="270254"/>
                    <a:pt x="104775" y="274638"/>
                  </a:cubicBezTo>
                  <a:cubicBezTo>
                    <a:pt x="104775" y="279022"/>
                    <a:pt x="108329" y="282576"/>
                    <a:pt x="112713" y="282576"/>
                  </a:cubicBezTo>
                  <a:cubicBezTo>
                    <a:pt x="117097" y="282576"/>
                    <a:pt x="120651" y="279022"/>
                    <a:pt x="120651" y="274638"/>
                  </a:cubicBezTo>
                  <a:cubicBezTo>
                    <a:pt x="120651" y="270254"/>
                    <a:pt x="117097" y="266700"/>
                    <a:pt x="112713" y="266700"/>
                  </a:cubicBezTo>
                  <a:close/>
                  <a:moveTo>
                    <a:pt x="125413" y="230187"/>
                  </a:moveTo>
                  <a:cubicBezTo>
                    <a:pt x="125413" y="230187"/>
                    <a:pt x="125413" y="230187"/>
                    <a:pt x="125413" y="319087"/>
                  </a:cubicBezTo>
                  <a:cubicBezTo>
                    <a:pt x="125413" y="319087"/>
                    <a:pt x="125413" y="319087"/>
                    <a:pt x="242085" y="319087"/>
                  </a:cubicBezTo>
                  <a:cubicBezTo>
                    <a:pt x="243411" y="319087"/>
                    <a:pt x="246063" y="317780"/>
                    <a:pt x="246063" y="315165"/>
                  </a:cubicBezTo>
                  <a:lnTo>
                    <a:pt x="246063" y="234109"/>
                  </a:lnTo>
                  <a:cubicBezTo>
                    <a:pt x="246063" y="231494"/>
                    <a:pt x="243411" y="230187"/>
                    <a:pt x="242085" y="230187"/>
                  </a:cubicBezTo>
                  <a:cubicBezTo>
                    <a:pt x="242085" y="230187"/>
                    <a:pt x="242085" y="230187"/>
                    <a:pt x="125413" y="230187"/>
                  </a:cubicBezTo>
                  <a:close/>
                  <a:moveTo>
                    <a:pt x="295031" y="222250"/>
                  </a:moveTo>
                  <a:cubicBezTo>
                    <a:pt x="295031" y="222250"/>
                    <a:pt x="295031" y="222250"/>
                    <a:pt x="311150" y="222250"/>
                  </a:cubicBezTo>
                  <a:cubicBezTo>
                    <a:pt x="311150" y="222250"/>
                    <a:pt x="311150" y="222250"/>
                    <a:pt x="311150" y="293922"/>
                  </a:cubicBezTo>
                  <a:cubicBezTo>
                    <a:pt x="311150" y="299231"/>
                    <a:pt x="308464" y="303213"/>
                    <a:pt x="303091" y="303213"/>
                  </a:cubicBezTo>
                  <a:cubicBezTo>
                    <a:pt x="303091" y="303213"/>
                    <a:pt x="303091" y="303213"/>
                    <a:pt x="276225" y="303213"/>
                  </a:cubicBezTo>
                  <a:cubicBezTo>
                    <a:pt x="276225" y="303213"/>
                    <a:pt x="276225" y="303213"/>
                    <a:pt x="276225" y="285959"/>
                  </a:cubicBezTo>
                  <a:cubicBezTo>
                    <a:pt x="276225" y="285959"/>
                    <a:pt x="276225" y="285959"/>
                    <a:pt x="295031" y="285959"/>
                  </a:cubicBezTo>
                  <a:cubicBezTo>
                    <a:pt x="295031" y="285959"/>
                    <a:pt x="295031" y="285959"/>
                    <a:pt x="295031" y="244814"/>
                  </a:cubicBezTo>
                  <a:close/>
                  <a:moveTo>
                    <a:pt x="119523" y="212725"/>
                  </a:moveTo>
                  <a:cubicBezTo>
                    <a:pt x="119523" y="212725"/>
                    <a:pt x="119523" y="212725"/>
                    <a:pt x="242158" y="212725"/>
                  </a:cubicBezTo>
                  <a:cubicBezTo>
                    <a:pt x="252707" y="212725"/>
                    <a:pt x="261938" y="221946"/>
                    <a:pt x="261938" y="233802"/>
                  </a:cubicBezTo>
                  <a:cubicBezTo>
                    <a:pt x="261938" y="233802"/>
                    <a:pt x="261938" y="233802"/>
                    <a:pt x="261938" y="315474"/>
                  </a:cubicBezTo>
                  <a:cubicBezTo>
                    <a:pt x="261938" y="327329"/>
                    <a:pt x="252707" y="336550"/>
                    <a:pt x="242158" y="336550"/>
                  </a:cubicBezTo>
                  <a:cubicBezTo>
                    <a:pt x="242158" y="336550"/>
                    <a:pt x="242158" y="336550"/>
                    <a:pt x="119523" y="336550"/>
                  </a:cubicBezTo>
                  <a:cubicBezTo>
                    <a:pt x="107655" y="336550"/>
                    <a:pt x="98425" y="327329"/>
                    <a:pt x="98425" y="315474"/>
                  </a:cubicBezTo>
                  <a:cubicBezTo>
                    <a:pt x="98425" y="315474"/>
                    <a:pt x="98425" y="315474"/>
                    <a:pt x="98425" y="233802"/>
                  </a:cubicBezTo>
                  <a:cubicBezTo>
                    <a:pt x="98425" y="221946"/>
                    <a:pt x="107655" y="212725"/>
                    <a:pt x="119523" y="212725"/>
                  </a:cubicBezTo>
                  <a:close/>
                  <a:moveTo>
                    <a:pt x="290514" y="190500"/>
                  </a:moveTo>
                  <a:cubicBezTo>
                    <a:pt x="287883" y="190500"/>
                    <a:pt x="285750" y="192988"/>
                    <a:pt x="285750" y="196056"/>
                  </a:cubicBezTo>
                  <a:cubicBezTo>
                    <a:pt x="285750" y="199125"/>
                    <a:pt x="287883" y="201613"/>
                    <a:pt x="290514" y="201613"/>
                  </a:cubicBezTo>
                  <a:cubicBezTo>
                    <a:pt x="293144" y="201613"/>
                    <a:pt x="295277" y="199125"/>
                    <a:pt x="295277" y="196056"/>
                  </a:cubicBezTo>
                  <a:cubicBezTo>
                    <a:pt x="295277" y="192988"/>
                    <a:pt x="293144" y="190500"/>
                    <a:pt x="290514" y="190500"/>
                  </a:cubicBezTo>
                  <a:close/>
                  <a:moveTo>
                    <a:pt x="12700" y="173037"/>
                  </a:moveTo>
                  <a:cubicBezTo>
                    <a:pt x="12700" y="173037"/>
                    <a:pt x="12700" y="173037"/>
                    <a:pt x="29968" y="173037"/>
                  </a:cubicBezTo>
                  <a:cubicBezTo>
                    <a:pt x="29968" y="173037"/>
                    <a:pt x="29968" y="173037"/>
                    <a:pt x="29968" y="286118"/>
                  </a:cubicBezTo>
                  <a:lnTo>
                    <a:pt x="77788" y="286118"/>
                  </a:lnTo>
                  <a:cubicBezTo>
                    <a:pt x="77788" y="286118"/>
                    <a:pt x="77788" y="286118"/>
                    <a:pt x="77788" y="303212"/>
                  </a:cubicBezTo>
                  <a:cubicBezTo>
                    <a:pt x="77788" y="303212"/>
                    <a:pt x="77788" y="303212"/>
                    <a:pt x="20670" y="303212"/>
                  </a:cubicBezTo>
                  <a:cubicBezTo>
                    <a:pt x="16685" y="303212"/>
                    <a:pt x="12700" y="299267"/>
                    <a:pt x="12700" y="294008"/>
                  </a:cubicBezTo>
                  <a:cubicBezTo>
                    <a:pt x="12700" y="294008"/>
                    <a:pt x="12700" y="294008"/>
                    <a:pt x="12700" y="173037"/>
                  </a:cubicBezTo>
                  <a:close/>
                  <a:moveTo>
                    <a:pt x="265113" y="103187"/>
                  </a:moveTo>
                  <a:lnTo>
                    <a:pt x="265113" y="185737"/>
                  </a:lnTo>
                  <a:lnTo>
                    <a:pt x="314326" y="185737"/>
                  </a:lnTo>
                  <a:lnTo>
                    <a:pt x="314326" y="103187"/>
                  </a:lnTo>
                  <a:close/>
                  <a:moveTo>
                    <a:pt x="266131" y="93662"/>
                  </a:moveTo>
                  <a:cubicBezTo>
                    <a:pt x="266131" y="93662"/>
                    <a:pt x="266131" y="93662"/>
                    <a:pt x="314895" y="93662"/>
                  </a:cubicBezTo>
                  <a:cubicBezTo>
                    <a:pt x="321484" y="93662"/>
                    <a:pt x="325438" y="97594"/>
                    <a:pt x="325438" y="104147"/>
                  </a:cubicBezTo>
                  <a:cubicBezTo>
                    <a:pt x="325438" y="104147"/>
                    <a:pt x="325438" y="104147"/>
                    <a:pt x="325438" y="195890"/>
                  </a:cubicBezTo>
                  <a:cubicBezTo>
                    <a:pt x="325438" y="201132"/>
                    <a:pt x="321484" y="206375"/>
                    <a:pt x="314895" y="206375"/>
                  </a:cubicBezTo>
                  <a:cubicBezTo>
                    <a:pt x="314895" y="206375"/>
                    <a:pt x="314895" y="206375"/>
                    <a:pt x="266131" y="206375"/>
                  </a:cubicBezTo>
                  <a:cubicBezTo>
                    <a:pt x="260860" y="206375"/>
                    <a:pt x="255588" y="201132"/>
                    <a:pt x="255588" y="195890"/>
                  </a:cubicBezTo>
                  <a:cubicBezTo>
                    <a:pt x="255588" y="195890"/>
                    <a:pt x="255588" y="195890"/>
                    <a:pt x="255588" y="104147"/>
                  </a:cubicBezTo>
                  <a:cubicBezTo>
                    <a:pt x="255588" y="97594"/>
                    <a:pt x="260860" y="93662"/>
                    <a:pt x="266131" y="93662"/>
                  </a:cubicBezTo>
                  <a:close/>
                  <a:moveTo>
                    <a:pt x="23813" y="22225"/>
                  </a:moveTo>
                  <a:lnTo>
                    <a:pt x="23813" y="133350"/>
                  </a:lnTo>
                  <a:lnTo>
                    <a:pt x="187326" y="133350"/>
                  </a:lnTo>
                  <a:lnTo>
                    <a:pt x="187326" y="22225"/>
                  </a:lnTo>
                  <a:close/>
                  <a:moveTo>
                    <a:pt x="21220" y="0"/>
                  </a:moveTo>
                  <a:cubicBezTo>
                    <a:pt x="21220" y="0"/>
                    <a:pt x="21220" y="0"/>
                    <a:pt x="189656" y="0"/>
                  </a:cubicBezTo>
                  <a:cubicBezTo>
                    <a:pt x="200266" y="0"/>
                    <a:pt x="209550" y="9189"/>
                    <a:pt x="209550" y="21004"/>
                  </a:cubicBezTo>
                  <a:cubicBezTo>
                    <a:pt x="209550" y="21004"/>
                    <a:pt x="209550" y="21004"/>
                    <a:pt x="209550" y="133900"/>
                  </a:cubicBezTo>
                  <a:cubicBezTo>
                    <a:pt x="209550" y="145714"/>
                    <a:pt x="200266" y="154904"/>
                    <a:pt x="189656" y="154904"/>
                  </a:cubicBezTo>
                  <a:cubicBezTo>
                    <a:pt x="189656" y="154904"/>
                    <a:pt x="189656" y="154904"/>
                    <a:pt x="132626" y="154904"/>
                  </a:cubicBezTo>
                  <a:cubicBezTo>
                    <a:pt x="132626" y="154904"/>
                    <a:pt x="132626" y="154904"/>
                    <a:pt x="132626" y="182471"/>
                  </a:cubicBezTo>
                  <a:cubicBezTo>
                    <a:pt x="132626" y="182471"/>
                    <a:pt x="132626" y="182471"/>
                    <a:pt x="141910" y="182471"/>
                  </a:cubicBezTo>
                  <a:cubicBezTo>
                    <a:pt x="147215" y="182471"/>
                    <a:pt x="152520" y="186409"/>
                    <a:pt x="152520" y="192973"/>
                  </a:cubicBezTo>
                  <a:cubicBezTo>
                    <a:pt x="152520" y="199537"/>
                    <a:pt x="147215" y="204788"/>
                    <a:pt x="141910" y="204788"/>
                  </a:cubicBezTo>
                  <a:cubicBezTo>
                    <a:pt x="141910" y="204788"/>
                    <a:pt x="141910" y="204788"/>
                    <a:pt x="67639" y="204788"/>
                  </a:cubicBezTo>
                  <a:cubicBezTo>
                    <a:pt x="62334" y="204788"/>
                    <a:pt x="57029" y="199537"/>
                    <a:pt x="57029" y="192973"/>
                  </a:cubicBezTo>
                  <a:cubicBezTo>
                    <a:pt x="57029" y="186409"/>
                    <a:pt x="62334" y="182471"/>
                    <a:pt x="67639" y="182471"/>
                  </a:cubicBezTo>
                  <a:cubicBezTo>
                    <a:pt x="67639" y="182471"/>
                    <a:pt x="67639" y="182471"/>
                    <a:pt x="76923" y="182471"/>
                  </a:cubicBezTo>
                  <a:cubicBezTo>
                    <a:pt x="76923" y="182471"/>
                    <a:pt x="76923" y="182471"/>
                    <a:pt x="76923" y="154904"/>
                  </a:cubicBezTo>
                  <a:lnTo>
                    <a:pt x="21220" y="154904"/>
                  </a:lnTo>
                  <a:cubicBezTo>
                    <a:pt x="9284" y="154904"/>
                    <a:pt x="0" y="145714"/>
                    <a:pt x="0" y="133900"/>
                  </a:cubicBezTo>
                  <a:cubicBezTo>
                    <a:pt x="0" y="133900"/>
                    <a:pt x="0" y="133900"/>
                    <a:pt x="0" y="21004"/>
                  </a:cubicBezTo>
                  <a:cubicBezTo>
                    <a:pt x="0" y="9189"/>
                    <a:pt x="9284" y="0"/>
                    <a:pt x="212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2" name="íṣľiďé"/>
            <p:cNvSpPr/>
            <p:nvPr/>
          </p:nvSpPr>
          <p:spPr>
            <a:xfrm>
              <a:off x="4286251" y="3871735"/>
              <a:ext cx="3619500" cy="1378857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45" name="îṥľiďê"/>
            <p:cNvSpPr/>
            <p:nvPr/>
          </p:nvSpPr>
          <p:spPr>
            <a:xfrm>
              <a:off x="4286251" y="1939263"/>
              <a:ext cx="3619500" cy="1378857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endParaRPr>
            </a:p>
          </p:txBody>
        </p:sp>
        <p:grpSp>
          <p:nvGrpSpPr>
            <p:cNvPr id="48" name="íṧlïdé"/>
            <p:cNvGrpSpPr/>
            <p:nvPr/>
          </p:nvGrpSpPr>
          <p:grpSpPr>
            <a:xfrm>
              <a:off x="4768480" y="2156193"/>
              <a:ext cx="2655041" cy="944997"/>
              <a:chOff x="2551023" y="2265595"/>
              <a:chExt cx="2108063" cy="944997"/>
            </a:xfrm>
          </p:grpSpPr>
          <p:sp>
            <p:nvSpPr>
              <p:cNvPr id="58" name="iṩ1ïḓe"/>
              <p:cNvSpPr/>
              <p:nvPr/>
            </p:nvSpPr>
            <p:spPr bwMode="auto">
              <a:xfrm>
                <a:off x="2551023" y="2653193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solidFill>
                    <a:schemeClr val="bg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9" name="iśļîḋe"/>
              <p:cNvSpPr txBox="1"/>
              <p:nvPr/>
            </p:nvSpPr>
            <p:spPr bwMode="auto">
              <a:xfrm>
                <a:off x="2551023" y="2265595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Text here</a:t>
                </a:r>
                <a:endParaRPr lang="en-US" altLang="zh-CN" sz="1800" b="1" dirty="0">
                  <a:solidFill>
                    <a:schemeClr val="bg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49" name="îŝļiḋê"/>
            <p:cNvGrpSpPr/>
            <p:nvPr/>
          </p:nvGrpSpPr>
          <p:grpSpPr>
            <a:xfrm>
              <a:off x="4768480" y="4088665"/>
              <a:ext cx="2655041" cy="944997"/>
              <a:chOff x="2551023" y="564811"/>
              <a:chExt cx="2108063" cy="944997"/>
            </a:xfrm>
          </p:grpSpPr>
          <p:sp>
            <p:nvSpPr>
              <p:cNvPr id="56" name="ïSľîdê"/>
              <p:cNvSpPr/>
              <p:nvPr/>
            </p:nvSpPr>
            <p:spPr bwMode="auto">
              <a:xfrm>
                <a:off x="2551023" y="952409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Copy paste fonts. Choose the only option to retain text.</a:t>
                </a:r>
                <a:endParaRPr lang="en-US" altLang="zh-CN" sz="1100" dirty="0">
                  <a:solidFill>
                    <a:schemeClr val="bg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7" name="ï$ḷïdé"/>
              <p:cNvSpPr txBox="1"/>
              <p:nvPr/>
            </p:nvSpPr>
            <p:spPr bwMode="auto">
              <a:xfrm>
                <a:off x="2551023" y="564811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字魂36号-正文宋楷" panose="02000000000000000000" pitchFamily="2" charset="-122"/>
                    <a:ea typeface="字魂36号-正文宋楷" panose="02000000000000000000" pitchFamily="2" charset="-122"/>
                    <a:sym typeface="字魂36号-正文宋楷" panose="02000000000000000000" pitchFamily="2" charset="-122"/>
                  </a:rPr>
                  <a:t>Text here</a:t>
                </a:r>
                <a:endParaRPr lang="en-US" altLang="zh-CN" sz="1800" b="1" dirty="0">
                  <a:solidFill>
                    <a:schemeClr val="bg1"/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  <a:sym typeface="字魂36号-正文宋楷" panose="02000000000000000000" pitchFamily="2" charset="-122"/>
                </a:endParaRPr>
              </a:p>
            </p:txBody>
          </p:sp>
        </p:grpSp>
      </p:grpSp>
      <p:sp>
        <p:nvSpPr>
          <p:cNvPr id="64" name="iṩľíḑè"/>
          <p:cNvSpPr/>
          <p:nvPr/>
        </p:nvSpPr>
        <p:spPr>
          <a:xfrm>
            <a:off x="666751" y="3871735"/>
            <a:ext cx="3619500" cy="1378857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5" name="ïŝļîḍé"/>
          <p:cNvSpPr/>
          <p:nvPr/>
        </p:nvSpPr>
        <p:spPr>
          <a:xfrm>
            <a:off x="666751" y="1939263"/>
            <a:ext cx="3619500" cy="1378857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6" name="iṧḻíďè"/>
          <p:cNvSpPr/>
          <p:nvPr/>
        </p:nvSpPr>
        <p:spPr bwMode="auto">
          <a:xfrm>
            <a:off x="1148980" y="2543791"/>
            <a:ext cx="2655041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1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100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7" name="iṡ1îďé"/>
          <p:cNvSpPr txBox="1"/>
          <p:nvPr/>
        </p:nvSpPr>
        <p:spPr bwMode="auto">
          <a:xfrm>
            <a:off x="1148980" y="2156193"/>
            <a:ext cx="265504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1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8" name="íşľïďe"/>
          <p:cNvSpPr/>
          <p:nvPr/>
        </p:nvSpPr>
        <p:spPr bwMode="auto">
          <a:xfrm>
            <a:off x="1148980" y="4476263"/>
            <a:ext cx="2655041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1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100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9" name="ïSlíḋê"/>
          <p:cNvSpPr txBox="1"/>
          <p:nvPr/>
        </p:nvSpPr>
        <p:spPr bwMode="auto">
          <a:xfrm>
            <a:off x="1148980" y="4088665"/>
            <a:ext cx="265504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1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0" name="iṩľíḑè"/>
          <p:cNvSpPr/>
          <p:nvPr/>
        </p:nvSpPr>
        <p:spPr>
          <a:xfrm>
            <a:off x="7919350" y="3879658"/>
            <a:ext cx="3619500" cy="1378857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1" name="ïŝļîḍé"/>
          <p:cNvSpPr/>
          <p:nvPr/>
        </p:nvSpPr>
        <p:spPr>
          <a:xfrm>
            <a:off x="7919350" y="1947186"/>
            <a:ext cx="3619500" cy="1378857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2" name="iṧḻíďè"/>
          <p:cNvSpPr/>
          <p:nvPr/>
        </p:nvSpPr>
        <p:spPr bwMode="auto">
          <a:xfrm>
            <a:off x="8401579" y="2551714"/>
            <a:ext cx="2655041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1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100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3" name="iṡ1îďé"/>
          <p:cNvSpPr txBox="1"/>
          <p:nvPr/>
        </p:nvSpPr>
        <p:spPr bwMode="auto">
          <a:xfrm>
            <a:off x="8401579" y="2164116"/>
            <a:ext cx="265504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1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4" name="íşľïďe"/>
          <p:cNvSpPr/>
          <p:nvPr/>
        </p:nvSpPr>
        <p:spPr bwMode="auto">
          <a:xfrm>
            <a:off x="8401579" y="4484186"/>
            <a:ext cx="2655041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1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Copy paste fonts. Choose the only option to retain text.</a:t>
            </a:r>
            <a:endParaRPr lang="en-US" altLang="zh-CN" sz="1100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5" name="ïSlíḋê"/>
          <p:cNvSpPr txBox="1"/>
          <p:nvPr/>
        </p:nvSpPr>
        <p:spPr bwMode="auto">
          <a:xfrm>
            <a:off x="8401579" y="4096588"/>
            <a:ext cx="265504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18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4753" y="510988"/>
            <a:ext cx="11201400" cy="57983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5" name="graduation-cap-variant_30915"/>
          <p:cNvSpPr>
            <a:spLocks noChangeAspect="1"/>
          </p:cNvSpPr>
          <p:nvPr/>
        </p:nvSpPr>
        <p:spPr bwMode="auto">
          <a:xfrm>
            <a:off x="1824276" y="164565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81388" y="1155710"/>
            <a:ext cx="1912703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6</a:t>
            </a:r>
            <a:endParaRPr lang="zh-CN" altLang="en-US" sz="287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81776" y="3404714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创新与不足</a:t>
            </a:r>
            <a:endParaRPr lang="zh-CN" altLang="en-US" sz="48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5223" y="4235711"/>
            <a:ext cx="3493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Innovation and deficiency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8206610" y="2432304"/>
            <a:ext cx="3319008" cy="2670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39369" y="2432304"/>
            <a:ext cx="3319008" cy="2670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6992" y="2432304"/>
            <a:ext cx="3319008" cy="2670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5551" y="115525"/>
            <a:ext cx="61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06</a:t>
            </a:r>
            <a:endParaRPr lang="zh-CN" altLang="en-US" sz="3600" b="1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3376" y="182880"/>
            <a:ext cx="694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创新与不足 </a:t>
            </a:r>
            <a:r>
              <a:rPr lang="en-US" altLang="zh-CN" sz="3200" dirty="0">
                <a:solidFill>
                  <a:schemeClr val="bg1">
                    <a:lumMod val="8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/ 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Innovation and deficiency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ïṧḻîḓe"/>
          <p:cNvSpPr txBox="1"/>
          <p:nvPr/>
        </p:nvSpPr>
        <p:spPr>
          <a:xfrm>
            <a:off x="631742" y="3670409"/>
            <a:ext cx="3214257" cy="17543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Unified fonts make reading more fluent.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Adjust the spacing to adapt to Chinese typesetting, use the reference line in PPT.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îṧľidê"/>
          <p:cNvSpPr txBox="1"/>
          <p:nvPr/>
        </p:nvSpPr>
        <p:spPr>
          <a:xfrm>
            <a:off x="631742" y="3274802"/>
            <a:ext cx="3214257" cy="39560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sz="20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20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9" name="îŝ1íḍe"/>
          <p:cNvSpPr/>
          <p:nvPr/>
        </p:nvSpPr>
        <p:spPr bwMode="auto">
          <a:xfrm>
            <a:off x="746042" y="2799000"/>
            <a:ext cx="478639" cy="314632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41754 w 607639"/>
              <a:gd name="connsiteY14" fmla="*/ 232583 h 414642"/>
              <a:gd name="connsiteX15" fmla="*/ 161961 w 607639"/>
              <a:gd name="connsiteY15" fmla="*/ 232583 h 414642"/>
              <a:gd name="connsiteX16" fmla="*/ 172110 w 607639"/>
              <a:gd name="connsiteY16" fmla="*/ 242719 h 414642"/>
              <a:gd name="connsiteX17" fmla="*/ 161961 w 607639"/>
              <a:gd name="connsiteY17" fmla="*/ 252765 h 414642"/>
              <a:gd name="connsiteX18" fmla="*/ 141754 w 607639"/>
              <a:gd name="connsiteY18" fmla="*/ 252765 h 414642"/>
              <a:gd name="connsiteX19" fmla="*/ 131605 w 607639"/>
              <a:gd name="connsiteY19" fmla="*/ 242719 h 414642"/>
              <a:gd name="connsiteX20" fmla="*/ 141754 w 607639"/>
              <a:gd name="connsiteY20" fmla="*/ 232583 h 414642"/>
              <a:gd name="connsiteX21" fmla="*/ 141758 w 607639"/>
              <a:gd name="connsiteY21" fmla="*/ 192149 h 414642"/>
              <a:gd name="connsiteX22" fmla="*/ 182279 w 607639"/>
              <a:gd name="connsiteY22" fmla="*/ 192149 h 414642"/>
              <a:gd name="connsiteX23" fmla="*/ 192432 w 607639"/>
              <a:gd name="connsiteY23" fmla="*/ 202196 h 414642"/>
              <a:gd name="connsiteX24" fmla="*/ 182279 w 607639"/>
              <a:gd name="connsiteY24" fmla="*/ 212331 h 414642"/>
              <a:gd name="connsiteX25" fmla="*/ 141758 w 607639"/>
              <a:gd name="connsiteY25" fmla="*/ 212331 h 414642"/>
              <a:gd name="connsiteX26" fmla="*/ 131605 w 607639"/>
              <a:gd name="connsiteY26" fmla="*/ 202196 h 414642"/>
              <a:gd name="connsiteX27" fmla="*/ 141758 w 607639"/>
              <a:gd name="connsiteY27" fmla="*/ 192149 h 414642"/>
              <a:gd name="connsiteX28" fmla="*/ 141754 w 607639"/>
              <a:gd name="connsiteY28" fmla="*/ 151716 h 414642"/>
              <a:gd name="connsiteX29" fmla="*/ 161961 w 607639"/>
              <a:gd name="connsiteY29" fmla="*/ 151716 h 414642"/>
              <a:gd name="connsiteX30" fmla="*/ 172110 w 607639"/>
              <a:gd name="connsiteY30" fmla="*/ 161763 h 414642"/>
              <a:gd name="connsiteX31" fmla="*/ 161961 w 607639"/>
              <a:gd name="connsiteY31" fmla="*/ 171898 h 414642"/>
              <a:gd name="connsiteX32" fmla="*/ 141754 w 607639"/>
              <a:gd name="connsiteY32" fmla="*/ 171898 h 414642"/>
              <a:gd name="connsiteX33" fmla="*/ 131605 w 607639"/>
              <a:gd name="connsiteY33" fmla="*/ 161763 h 414642"/>
              <a:gd name="connsiteX34" fmla="*/ 141754 w 607639"/>
              <a:gd name="connsiteY34" fmla="*/ 151716 h 414642"/>
              <a:gd name="connsiteX35" fmla="*/ 141758 w 607639"/>
              <a:gd name="connsiteY35" fmla="*/ 111211 h 414642"/>
              <a:gd name="connsiteX36" fmla="*/ 182279 w 607639"/>
              <a:gd name="connsiteY36" fmla="*/ 111211 h 414642"/>
              <a:gd name="connsiteX37" fmla="*/ 192432 w 607639"/>
              <a:gd name="connsiteY37" fmla="*/ 121337 h 414642"/>
              <a:gd name="connsiteX38" fmla="*/ 182279 w 607639"/>
              <a:gd name="connsiteY38" fmla="*/ 131463 h 414642"/>
              <a:gd name="connsiteX39" fmla="*/ 141758 w 607639"/>
              <a:gd name="connsiteY39" fmla="*/ 131463 h 414642"/>
              <a:gd name="connsiteX40" fmla="*/ 131605 w 607639"/>
              <a:gd name="connsiteY40" fmla="*/ 121337 h 414642"/>
              <a:gd name="connsiteX41" fmla="*/ 141758 w 607639"/>
              <a:gd name="connsiteY41" fmla="*/ 111211 h 414642"/>
              <a:gd name="connsiteX42" fmla="*/ 425367 w 607639"/>
              <a:gd name="connsiteY42" fmla="*/ 101191 h 414642"/>
              <a:gd name="connsiteX43" fmla="*/ 496228 w 607639"/>
              <a:gd name="connsiteY43" fmla="*/ 101191 h 414642"/>
              <a:gd name="connsiteX44" fmla="*/ 506377 w 607639"/>
              <a:gd name="connsiteY44" fmla="*/ 111231 h 414642"/>
              <a:gd name="connsiteX45" fmla="*/ 506377 w 607639"/>
              <a:gd name="connsiteY45" fmla="*/ 182042 h 414642"/>
              <a:gd name="connsiteX46" fmla="*/ 496228 w 607639"/>
              <a:gd name="connsiteY46" fmla="*/ 192171 h 414642"/>
              <a:gd name="connsiteX47" fmla="*/ 486080 w 607639"/>
              <a:gd name="connsiteY47" fmla="*/ 182042 h 414642"/>
              <a:gd name="connsiteX48" fmla="*/ 486080 w 607639"/>
              <a:gd name="connsiteY48" fmla="*/ 135575 h 414642"/>
              <a:gd name="connsiteX49" fmla="*/ 402043 w 607639"/>
              <a:gd name="connsiteY49" fmla="*/ 219447 h 414642"/>
              <a:gd name="connsiteX50" fmla="*/ 394921 w 607639"/>
              <a:gd name="connsiteY50" fmla="*/ 222468 h 414642"/>
              <a:gd name="connsiteX51" fmla="*/ 387889 w 607639"/>
              <a:gd name="connsiteY51" fmla="*/ 219447 h 414642"/>
              <a:gd name="connsiteX52" fmla="*/ 344268 w 607639"/>
              <a:gd name="connsiteY52" fmla="*/ 176001 h 414642"/>
              <a:gd name="connsiteX53" fmla="*/ 270380 w 607639"/>
              <a:gd name="connsiteY53" fmla="*/ 249744 h 414642"/>
              <a:gd name="connsiteX54" fmla="*/ 263258 w 607639"/>
              <a:gd name="connsiteY54" fmla="*/ 252765 h 414642"/>
              <a:gd name="connsiteX55" fmla="*/ 256225 w 607639"/>
              <a:gd name="connsiteY55" fmla="*/ 249744 h 414642"/>
              <a:gd name="connsiteX56" fmla="*/ 256225 w 607639"/>
              <a:gd name="connsiteY56" fmla="*/ 235617 h 414642"/>
              <a:gd name="connsiteX57" fmla="*/ 337235 w 607639"/>
              <a:gd name="connsiteY57" fmla="*/ 154766 h 414642"/>
              <a:gd name="connsiteX58" fmla="*/ 338837 w 607639"/>
              <a:gd name="connsiteY58" fmla="*/ 153433 h 414642"/>
              <a:gd name="connsiteX59" fmla="*/ 340618 w 607639"/>
              <a:gd name="connsiteY59" fmla="*/ 152456 h 414642"/>
              <a:gd name="connsiteX60" fmla="*/ 341508 w 607639"/>
              <a:gd name="connsiteY60" fmla="*/ 152101 h 414642"/>
              <a:gd name="connsiteX61" fmla="*/ 343378 w 607639"/>
              <a:gd name="connsiteY61" fmla="*/ 151745 h 414642"/>
              <a:gd name="connsiteX62" fmla="*/ 344268 w 607639"/>
              <a:gd name="connsiteY62" fmla="*/ 151745 h 414642"/>
              <a:gd name="connsiteX63" fmla="*/ 346226 w 607639"/>
              <a:gd name="connsiteY63" fmla="*/ 151923 h 414642"/>
              <a:gd name="connsiteX64" fmla="*/ 351390 w 607639"/>
              <a:gd name="connsiteY64" fmla="*/ 154766 h 414642"/>
              <a:gd name="connsiteX65" fmla="*/ 394921 w 607639"/>
              <a:gd name="connsiteY65" fmla="*/ 198213 h 414642"/>
              <a:gd name="connsiteX66" fmla="*/ 471925 w 607639"/>
              <a:gd name="connsiteY66" fmla="*/ 121359 h 414642"/>
              <a:gd name="connsiteX67" fmla="*/ 425367 w 607639"/>
              <a:gd name="connsiteY67" fmla="*/ 121359 h 414642"/>
              <a:gd name="connsiteX68" fmla="*/ 415218 w 607639"/>
              <a:gd name="connsiteY68" fmla="*/ 111231 h 414642"/>
              <a:gd name="connsiteX69" fmla="*/ 425367 w 607639"/>
              <a:gd name="connsiteY69" fmla="*/ 101191 h 414642"/>
              <a:gd name="connsiteX70" fmla="*/ 101297 w 607639"/>
              <a:gd name="connsiteY70" fmla="*/ 91029 h 414642"/>
              <a:gd name="connsiteX71" fmla="*/ 111423 w 607639"/>
              <a:gd name="connsiteY71" fmla="*/ 101159 h 414642"/>
              <a:gd name="connsiteX72" fmla="*/ 111423 w 607639"/>
              <a:gd name="connsiteY72" fmla="*/ 262887 h 414642"/>
              <a:gd name="connsiteX73" fmla="*/ 101297 w 607639"/>
              <a:gd name="connsiteY73" fmla="*/ 273017 h 414642"/>
              <a:gd name="connsiteX74" fmla="*/ 91171 w 607639"/>
              <a:gd name="connsiteY74" fmla="*/ 262887 h 414642"/>
              <a:gd name="connsiteX75" fmla="*/ 91171 w 607639"/>
              <a:gd name="connsiteY75" fmla="*/ 101159 h 414642"/>
              <a:gd name="connsiteX76" fmla="*/ 101297 w 607639"/>
              <a:gd name="connsiteY76" fmla="*/ 91029 h 414642"/>
              <a:gd name="connsiteX77" fmla="*/ 70848 w 607639"/>
              <a:gd name="connsiteY77" fmla="*/ 20177 h 414642"/>
              <a:gd name="connsiteX78" fmla="*/ 60791 w 607639"/>
              <a:gd name="connsiteY78" fmla="*/ 30309 h 414642"/>
              <a:gd name="connsiteX79" fmla="*/ 60791 w 607639"/>
              <a:gd name="connsiteY79" fmla="*/ 343802 h 414642"/>
              <a:gd name="connsiteX80" fmla="*/ 222780 w 607639"/>
              <a:gd name="connsiteY80" fmla="*/ 343802 h 414642"/>
              <a:gd name="connsiteX81" fmla="*/ 232927 w 607639"/>
              <a:gd name="connsiteY81" fmla="*/ 353935 h 414642"/>
              <a:gd name="connsiteX82" fmla="*/ 232927 w 607639"/>
              <a:gd name="connsiteY82" fmla="*/ 364067 h 414642"/>
              <a:gd name="connsiteX83" fmla="*/ 374712 w 607639"/>
              <a:gd name="connsiteY83" fmla="*/ 364067 h 414642"/>
              <a:gd name="connsiteX84" fmla="*/ 374712 w 607639"/>
              <a:gd name="connsiteY84" fmla="*/ 353935 h 414642"/>
              <a:gd name="connsiteX85" fmla="*/ 384859 w 607639"/>
              <a:gd name="connsiteY85" fmla="*/ 343802 h 414642"/>
              <a:gd name="connsiteX86" fmla="*/ 546848 w 607639"/>
              <a:gd name="connsiteY86" fmla="*/ 343802 h 414642"/>
              <a:gd name="connsiteX87" fmla="*/ 546848 w 607639"/>
              <a:gd name="connsiteY87" fmla="*/ 30309 h 414642"/>
              <a:gd name="connsiteX88" fmla="*/ 536702 w 607639"/>
              <a:gd name="connsiteY88" fmla="*/ 20177 h 414642"/>
              <a:gd name="connsiteX89" fmla="*/ 70848 w 607639"/>
              <a:gd name="connsiteY89" fmla="*/ 0 h 414642"/>
              <a:gd name="connsiteX90" fmla="*/ 536702 w 607639"/>
              <a:gd name="connsiteY90" fmla="*/ 0 h 414642"/>
              <a:gd name="connsiteX91" fmla="*/ 567142 w 607639"/>
              <a:gd name="connsiteY91" fmla="*/ 30309 h 414642"/>
              <a:gd name="connsiteX92" fmla="*/ 567142 w 607639"/>
              <a:gd name="connsiteY92" fmla="*/ 343802 h 414642"/>
              <a:gd name="connsiteX93" fmla="*/ 597492 w 607639"/>
              <a:gd name="connsiteY93" fmla="*/ 343802 h 414642"/>
              <a:gd name="connsiteX94" fmla="*/ 607639 w 607639"/>
              <a:gd name="connsiteY94" fmla="*/ 353935 h 414642"/>
              <a:gd name="connsiteX95" fmla="*/ 607639 w 607639"/>
              <a:gd name="connsiteY95" fmla="*/ 384244 h 414642"/>
              <a:gd name="connsiteX96" fmla="*/ 577199 w 607639"/>
              <a:gd name="connsiteY96" fmla="*/ 414642 h 414642"/>
              <a:gd name="connsiteX97" fmla="*/ 30351 w 607639"/>
              <a:gd name="connsiteY97" fmla="*/ 414642 h 414642"/>
              <a:gd name="connsiteX98" fmla="*/ 0 w 607639"/>
              <a:gd name="connsiteY98" fmla="*/ 384244 h 414642"/>
              <a:gd name="connsiteX99" fmla="*/ 0 w 607639"/>
              <a:gd name="connsiteY99" fmla="*/ 353935 h 414642"/>
              <a:gd name="connsiteX100" fmla="*/ 10147 w 607639"/>
              <a:gd name="connsiteY100" fmla="*/ 343802 h 414642"/>
              <a:gd name="connsiteX101" fmla="*/ 40497 w 607639"/>
              <a:gd name="connsiteY101" fmla="*/ 343802 h 414642"/>
              <a:gd name="connsiteX102" fmla="*/ 40497 w 607639"/>
              <a:gd name="connsiteY102" fmla="*/ 30309 h 414642"/>
              <a:gd name="connsiteX103" fmla="*/ 70848 w 607639"/>
              <a:gd name="connsiteY103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41754" y="232583"/>
                </a:moveTo>
                <a:lnTo>
                  <a:pt x="161961" y="232583"/>
                </a:lnTo>
                <a:cubicBezTo>
                  <a:pt x="168104" y="232583"/>
                  <a:pt x="172110" y="236584"/>
                  <a:pt x="172110" y="242719"/>
                </a:cubicBezTo>
                <a:cubicBezTo>
                  <a:pt x="172110" y="248764"/>
                  <a:pt x="168104" y="252765"/>
                  <a:pt x="161961" y="252765"/>
                </a:cubicBezTo>
                <a:lnTo>
                  <a:pt x="141754" y="252765"/>
                </a:lnTo>
                <a:cubicBezTo>
                  <a:pt x="135700" y="252765"/>
                  <a:pt x="131605" y="248764"/>
                  <a:pt x="131605" y="242719"/>
                </a:cubicBezTo>
                <a:cubicBezTo>
                  <a:pt x="131605" y="236584"/>
                  <a:pt x="135700" y="232583"/>
                  <a:pt x="141754" y="232583"/>
                </a:cubicBezTo>
                <a:close/>
                <a:moveTo>
                  <a:pt x="141758" y="192149"/>
                </a:moveTo>
                <a:lnTo>
                  <a:pt x="182279" y="192149"/>
                </a:lnTo>
                <a:cubicBezTo>
                  <a:pt x="188335" y="192149"/>
                  <a:pt x="192432" y="196150"/>
                  <a:pt x="192432" y="202196"/>
                </a:cubicBezTo>
                <a:cubicBezTo>
                  <a:pt x="192432" y="208330"/>
                  <a:pt x="188335" y="212331"/>
                  <a:pt x="182279" y="212331"/>
                </a:cubicBezTo>
                <a:lnTo>
                  <a:pt x="141758" y="212331"/>
                </a:lnTo>
                <a:cubicBezTo>
                  <a:pt x="135702" y="212331"/>
                  <a:pt x="131605" y="208330"/>
                  <a:pt x="131605" y="202196"/>
                </a:cubicBezTo>
                <a:cubicBezTo>
                  <a:pt x="131605" y="196150"/>
                  <a:pt x="135702" y="192149"/>
                  <a:pt x="141758" y="192149"/>
                </a:cubicBezTo>
                <a:close/>
                <a:moveTo>
                  <a:pt x="141754" y="151716"/>
                </a:moveTo>
                <a:lnTo>
                  <a:pt x="161961" y="151716"/>
                </a:lnTo>
                <a:cubicBezTo>
                  <a:pt x="168104" y="151716"/>
                  <a:pt x="172110" y="155717"/>
                  <a:pt x="172110" y="161763"/>
                </a:cubicBezTo>
                <a:cubicBezTo>
                  <a:pt x="172110" y="167897"/>
                  <a:pt x="168104" y="171898"/>
                  <a:pt x="161961" y="171898"/>
                </a:cubicBezTo>
                <a:lnTo>
                  <a:pt x="141754" y="171898"/>
                </a:lnTo>
                <a:cubicBezTo>
                  <a:pt x="135700" y="171898"/>
                  <a:pt x="131605" y="167897"/>
                  <a:pt x="131605" y="161763"/>
                </a:cubicBezTo>
                <a:cubicBezTo>
                  <a:pt x="131605" y="155717"/>
                  <a:pt x="135700" y="151716"/>
                  <a:pt x="141754" y="151716"/>
                </a:cubicBezTo>
                <a:close/>
                <a:moveTo>
                  <a:pt x="141758" y="111211"/>
                </a:moveTo>
                <a:lnTo>
                  <a:pt x="182279" y="111211"/>
                </a:lnTo>
                <a:cubicBezTo>
                  <a:pt x="188335" y="111211"/>
                  <a:pt x="192432" y="115297"/>
                  <a:pt x="192432" y="121337"/>
                </a:cubicBezTo>
                <a:cubicBezTo>
                  <a:pt x="192432" y="127377"/>
                  <a:pt x="188335" y="131463"/>
                  <a:pt x="182279" y="131463"/>
                </a:cubicBezTo>
                <a:lnTo>
                  <a:pt x="141758" y="131463"/>
                </a:lnTo>
                <a:cubicBezTo>
                  <a:pt x="135702" y="131463"/>
                  <a:pt x="131605" y="127377"/>
                  <a:pt x="131605" y="121337"/>
                </a:cubicBezTo>
                <a:cubicBezTo>
                  <a:pt x="131605" y="115297"/>
                  <a:pt x="135702" y="111211"/>
                  <a:pt x="141758" y="111211"/>
                </a:cubicBezTo>
                <a:close/>
                <a:moveTo>
                  <a:pt x="425367" y="101191"/>
                </a:moveTo>
                <a:lnTo>
                  <a:pt x="496228" y="101191"/>
                </a:lnTo>
                <a:cubicBezTo>
                  <a:pt x="502282" y="101191"/>
                  <a:pt x="506377" y="105189"/>
                  <a:pt x="506377" y="111231"/>
                </a:cubicBezTo>
                <a:lnTo>
                  <a:pt x="506377" y="182042"/>
                </a:lnTo>
                <a:cubicBezTo>
                  <a:pt x="506377" y="188084"/>
                  <a:pt x="502282" y="192171"/>
                  <a:pt x="496228" y="192171"/>
                </a:cubicBezTo>
                <a:cubicBezTo>
                  <a:pt x="490175" y="192171"/>
                  <a:pt x="486080" y="188084"/>
                  <a:pt x="486080" y="182042"/>
                </a:cubicBezTo>
                <a:lnTo>
                  <a:pt x="486080" y="135575"/>
                </a:lnTo>
                <a:lnTo>
                  <a:pt x="402043" y="219447"/>
                </a:lnTo>
                <a:cubicBezTo>
                  <a:pt x="399996" y="221491"/>
                  <a:pt x="397948" y="222468"/>
                  <a:pt x="394921" y="222468"/>
                </a:cubicBezTo>
                <a:cubicBezTo>
                  <a:pt x="391895" y="222468"/>
                  <a:pt x="389847" y="221491"/>
                  <a:pt x="387889" y="219447"/>
                </a:cubicBezTo>
                <a:lnTo>
                  <a:pt x="344268" y="176001"/>
                </a:lnTo>
                <a:lnTo>
                  <a:pt x="270380" y="249744"/>
                </a:lnTo>
                <a:cubicBezTo>
                  <a:pt x="268332" y="251788"/>
                  <a:pt x="266285" y="252765"/>
                  <a:pt x="263258" y="252765"/>
                </a:cubicBezTo>
                <a:cubicBezTo>
                  <a:pt x="260231" y="252765"/>
                  <a:pt x="258184" y="251788"/>
                  <a:pt x="256225" y="249744"/>
                </a:cubicBezTo>
                <a:cubicBezTo>
                  <a:pt x="252130" y="245746"/>
                  <a:pt x="252130" y="239616"/>
                  <a:pt x="256225" y="235617"/>
                </a:cubicBezTo>
                <a:lnTo>
                  <a:pt x="337235" y="154766"/>
                </a:lnTo>
                <a:cubicBezTo>
                  <a:pt x="337769" y="154233"/>
                  <a:pt x="338303" y="153789"/>
                  <a:pt x="338837" y="153433"/>
                </a:cubicBezTo>
                <a:cubicBezTo>
                  <a:pt x="339372" y="152989"/>
                  <a:pt x="339995" y="152723"/>
                  <a:pt x="340618" y="152456"/>
                </a:cubicBezTo>
                <a:cubicBezTo>
                  <a:pt x="340885" y="152367"/>
                  <a:pt x="341152" y="152190"/>
                  <a:pt x="341508" y="152101"/>
                </a:cubicBezTo>
                <a:cubicBezTo>
                  <a:pt x="342131" y="151923"/>
                  <a:pt x="342754" y="151834"/>
                  <a:pt x="343378" y="151745"/>
                </a:cubicBezTo>
                <a:cubicBezTo>
                  <a:pt x="343645" y="151745"/>
                  <a:pt x="344001" y="151745"/>
                  <a:pt x="344268" y="151745"/>
                </a:cubicBezTo>
                <a:cubicBezTo>
                  <a:pt x="344980" y="151745"/>
                  <a:pt x="345603" y="151745"/>
                  <a:pt x="346226" y="151923"/>
                </a:cubicBezTo>
                <a:cubicBezTo>
                  <a:pt x="348096" y="152278"/>
                  <a:pt x="349876" y="153256"/>
                  <a:pt x="351390" y="154766"/>
                </a:cubicBezTo>
                <a:lnTo>
                  <a:pt x="394921" y="198213"/>
                </a:lnTo>
                <a:lnTo>
                  <a:pt x="471925" y="121359"/>
                </a:lnTo>
                <a:lnTo>
                  <a:pt x="425367" y="121359"/>
                </a:lnTo>
                <a:cubicBezTo>
                  <a:pt x="419224" y="121359"/>
                  <a:pt x="415218" y="117361"/>
                  <a:pt x="415218" y="111231"/>
                </a:cubicBezTo>
                <a:cubicBezTo>
                  <a:pt x="415218" y="105189"/>
                  <a:pt x="419224" y="101191"/>
                  <a:pt x="425367" y="101191"/>
                </a:cubicBezTo>
                <a:close/>
                <a:moveTo>
                  <a:pt x="101297" y="91029"/>
                </a:moveTo>
                <a:cubicBezTo>
                  <a:pt x="107337" y="91029"/>
                  <a:pt x="111423" y="95028"/>
                  <a:pt x="111423" y="101159"/>
                </a:cubicBezTo>
                <a:lnTo>
                  <a:pt x="111423" y="262887"/>
                </a:lnTo>
                <a:cubicBezTo>
                  <a:pt x="111423" y="268929"/>
                  <a:pt x="107337" y="273017"/>
                  <a:pt x="101297" y="273017"/>
                </a:cubicBezTo>
                <a:cubicBezTo>
                  <a:pt x="95257" y="273017"/>
                  <a:pt x="91171" y="268929"/>
                  <a:pt x="91171" y="262887"/>
                </a:cubicBezTo>
                <a:lnTo>
                  <a:pt x="91171" y="101159"/>
                </a:lnTo>
                <a:cubicBezTo>
                  <a:pt x="91171" y="95028"/>
                  <a:pt x="95257" y="91029"/>
                  <a:pt x="101297" y="91029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0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0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0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0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91440" tIns="45720" rIns="91440" bIns="45720" anchor="ctr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0" name="iśļiḋè"/>
          <p:cNvSpPr txBox="1"/>
          <p:nvPr/>
        </p:nvSpPr>
        <p:spPr>
          <a:xfrm>
            <a:off x="4440864" y="3670409"/>
            <a:ext cx="3214257" cy="17543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Unified fonts make reading more fluent.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Adjust the spacing to adapt to Chinese typesetting, use the reference line in PPT.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1" name="i$ļïḑé"/>
          <p:cNvSpPr txBox="1"/>
          <p:nvPr/>
        </p:nvSpPr>
        <p:spPr>
          <a:xfrm>
            <a:off x="4440864" y="3274802"/>
            <a:ext cx="3214257" cy="39560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sz="20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20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2" name="ïṣľíḓê"/>
          <p:cNvSpPr/>
          <p:nvPr/>
        </p:nvSpPr>
        <p:spPr bwMode="auto">
          <a:xfrm>
            <a:off x="4555164" y="2799000"/>
            <a:ext cx="478639" cy="314632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41754 w 607639"/>
              <a:gd name="connsiteY14" fmla="*/ 232583 h 414642"/>
              <a:gd name="connsiteX15" fmla="*/ 161961 w 607639"/>
              <a:gd name="connsiteY15" fmla="*/ 232583 h 414642"/>
              <a:gd name="connsiteX16" fmla="*/ 172110 w 607639"/>
              <a:gd name="connsiteY16" fmla="*/ 242719 h 414642"/>
              <a:gd name="connsiteX17" fmla="*/ 161961 w 607639"/>
              <a:gd name="connsiteY17" fmla="*/ 252765 h 414642"/>
              <a:gd name="connsiteX18" fmla="*/ 141754 w 607639"/>
              <a:gd name="connsiteY18" fmla="*/ 252765 h 414642"/>
              <a:gd name="connsiteX19" fmla="*/ 131605 w 607639"/>
              <a:gd name="connsiteY19" fmla="*/ 242719 h 414642"/>
              <a:gd name="connsiteX20" fmla="*/ 141754 w 607639"/>
              <a:gd name="connsiteY20" fmla="*/ 232583 h 414642"/>
              <a:gd name="connsiteX21" fmla="*/ 141758 w 607639"/>
              <a:gd name="connsiteY21" fmla="*/ 192149 h 414642"/>
              <a:gd name="connsiteX22" fmla="*/ 182279 w 607639"/>
              <a:gd name="connsiteY22" fmla="*/ 192149 h 414642"/>
              <a:gd name="connsiteX23" fmla="*/ 192432 w 607639"/>
              <a:gd name="connsiteY23" fmla="*/ 202196 h 414642"/>
              <a:gd name="connsiteX24" fmla="*/ 182279 w 607639"/>
              <a:gd name="connsiteY24" fmla="*/ 212331 h 414642"/>
              <a:gd name="connsiteX25" fmla="*/ 141758 w 607639"/>
              <a:gd name="connsiteY25" fmla="*/ 212331 h 414642"/>
              <a:gd name="connsiteX26" fmla="*/ 131605 w 607639"/>
              <a:gd name="connsiteY26" fmla="*/ 202196 h 414642"/>
              <a:gd name="connsiteX27" fmla="*/ 141758 w 607639"/>
              <a:gd name="connsiteY27" fmla="*/ 192149 h 414642"/>
              <a:gd name="connsiteX28" fmla="*/ 141754 w 607639"/>
              <a:gd name="connsiteY28" fmla="*/ 151716 h 414642"/>
              <a:gd name="connsiteX29" fmla="*/ 161961 w 607639"/>
              <a:gd name="connsiteY29" fmla="*/ 151716 h 414642"/>
              <a:gd name="connsiteX30" fmla="*/ 172110 w 607639"/>
              <a:gd name="connsiteY30" fmla="*/ 161763 h 414642"/>
              <a:gd name="connsiteX31" fmla="*/ 161961 w 607639"/>
              <a:gd name="connsiteY31" fmla="*/ 171898 h 414642"/>
              <a:gd name="connsiteX32" fmla="*/ 141754 w 607639"/>
              <a:gd name="connsiteY32" fmla="*/ 171898 h 414642"/>
              <a:gd name="connsiteX33" fmla="*/ 131605 w 607639"/>
              <a:gd name="connsiteY33" fmla="*/ 161763 h 414642"/>
              <a:gd name="connsiteX34" fmla="*/ 141754 w 607639"/>
              <a:gd name="connsiteY34" fmla="*/ 151716 h 414642"/>
              <a:gd name="connsiteX35" fmla="*/ 141758 w 607639"/>
              <a:gd name="connsiteY35" fmla="*/ 111211 h 414642"/>
              <a:gd name="connsiteX36" fmla="*/ 182279 w 607639"/>
              <a:gd name="connsiteY36" fmla="*/ 111211 h 414642"/>
              <a:gd name="connsiteX37" fmla="*/ 192432 w 607639"/>
              <a:gd name="connsiteY37" fmla="*/ 121337 h 414642"/>
              <a:gd name="connsiteX38" fmla="*/ 182279 w 607639"/>
              <a:gd name="connsiteY38" fmla="*/ 131463 h 414642"/>
              <a:gd name="connsiteX39" fmla="*/ 141758 w 607639"/>
              <a:gd name="connsiteY39" fmla="*/ 131463 h 414642"/>
              <a:gd name="connsiteX40" fmla="*/ 131605 w 607639"/>
              <a:gd name="connsiteY40" fmla="*/ 121337 h 414642"/>
              <a:gd name="connsiteX41" fmla="*/ 141758 w 607639"/>
              <a:gd name="connsiteY41" fmla="*/ 111211 h 414642"/>
              <a:gd name="connsiteX42" fmla="*/ 425367 w 607639"/>
              <a:gd name="connsiteY42" fmla="*/ 101191 h 414642"/>
              <a:gd name="connsiteX43" fmla="*/ 496228 w 607639"/>
              <a:gd name="connsiteY43" fmla="*/ 101191 h 414642"/>
              <a:gd name="connsiteX44" fmla="*/ 506377 w 607639"/>
              <a:gd name="connsiteY44" fmla="*/ 111231 h 414642"/>
              <a:gd name="connsiteX45" fmla="*/ 506377 w 607639"/>
              <a:gd name="connsiteY45" fmla="*/ 182042 h 414642"/>
              <a:gd name="connsiteX46" fmla="*/ 496228 w 607639"/>
              <a:gd name="connsiteY46" fmla="*/ 192171 h 414642"/>
              <a:gd name="connsiteX47" fmla="*/ 486080 w 607639"/>
              <a:gd name="connsiteY47" fmla="*/ 182042 h 414642"/>
              <a:gd name="connsiteX48" fmla="*/ 486080 w 607639"/>
              <a:gd name="connsiteY48" fmla="*/ 135575 h 414642"/>
              <a:gd name="connsiteX49" fmla="*/ 402043 w 607639"/>
              <a:gd name="connsiteY49" fmla="*/ 219447 h 414642"/>
              <a:gd name="connsiteX50" fmla="*/ 394921 w 607639"/>
              <a:gd name="connsiteY50" fmla="*/ 222468 h 414642"/>
              <a:gd name="connsiteX51" fmla="*/ 387889 w 607639"/>
              <a:gd name="connsiteY51" fmla="*/ 219447 h 414642"/>
              <a:gd name="connsiteX52" fmla="*/ 344268 w 607639"/>
              <a:gd name="connsiteY52" fmla="*/ 176001 h 414642"/>
              <a:gd name="connsiteX53" fmla="*/ 270380 w 607639"/>
              <a:gd name="connsiteY53" fmla="*/ 249744 h 414642"/>
              <a:gd name="connsiteX54" fmla="*/ 263258 w 607639"/>
              <a:gd name="connsiteY54" fmla="*/ 252765 h 414642"/>
              <a:gd name="connsiteX55" fmla="*/ 256225 w 607639"/>
              <a:gd name="connsiteY55" fmla="*/ 249744 h 414642"/>
              <a:gd name="connsiteX56" fmla="*/ 256225 w 607639"/>
              <a:gd name="connsiteY56" fmla="*/ 235617 h 414642"/>
              <a:gd name="connsiteX57" fmla="*/ 337235 w 607639"/>
              <a:gd name="connsiteY57" fmla="*/ 154766 h 414642"/>
              <a:gd name="connsiteX58" fmla="*/ 338837 w 607639"/>
              <a:gd name="connsiteY58" fmla="*/ 153433 h 414642"/>
              <a:gd name="connsiteX59" fmla="*/ 340618 w 607639"/>
              <a:gd name="connsiteY59" fmla="*/ 152456 h 414642"/>
              <a:gd name="connsiteX60" fmla="*/ 341508 w 607639"/>
              <a:gd name="connsiteY60" fmla="*/ 152101 h 414642"/>
              <a:gd name="connsiteX61" fmla="*/ 343378 w 607639"/>
              <a:gd name="connsiteY61" fmla="*/ 151745 h 414642"/>
              <a:gd name="connsiteX62" fmla="*/ 344268 w 607639"/>
              <a:gd name="connsiteY62" fmla="*/ 151745 h 414642"/>
              <a:gd name="connsiteX63" fmla="*/ 346226 w 607639"/>
              <a:gd name="connsiteY63" fmla="*/ 151923 h 414642"/>
              <a:gd name="connsiteX64" fmla="*/ 351390 w 607639"/>
              <a:gd name="connsiteY64" fmla="*/ 154766 h 414642"/>
              <a:gd name="connsiteX65" fmla="*/ 394921 w 607639"/>
              <a:gd name="connsiteY65" fmla="*/ 198213 h 414642"/>
              <a:gd name="connsiteX66" fmla="*/ 471925 w 607639"/>
              <a:gd name="connsiteY66" fmla="*/ 121359 h 414642"/>
              <a:gd name="connsiteX67" fmla="*/ 425367 w 607639"/>
              <a:gd name="connsiteY67" fmla="*/ 121359 h 414642"/>
              <a:gd name="connsiteX68" fmla="*/ 415218 w 607639"/>
              <a:gd name="connsiteY68" fmla="*/ 111231 h 414642"/>
              <a:gd name="connsiteX69" fmla="*/ 425367 w 607639"/>
              <a:gd name="connsiteY69" fmla="*/ 101191 h 414642"/>
              <a:gd name="connsiteX70" fmla="*/ 101297 w 607639"/>
              <a:gd name="connsiteY70" fmla="*/ 91029 h 414642"/>
              <a:gd name="connsiteX71" fmla="*/ 111423 w 607639"/>
              <a:gd name="connsiteY71" fmla="*/ 101159 h 414642"/>
              <a:gd name="connsiteX72" fmla="*/ 111423 w 607639"/>
              <a:gd name="connsiteY72" fmla="*/ 262887 h 414642"/>
              <a:gd name="connsiteX73" fmla="*/ 101297 w 607639"/>
              <a:gd name="connsiteY73" fmla="*/ 273017 h 414642"/>
              <a:gd name="connsiteX74" fmla="*/ 91171 w 607639"/>
              <a:gd name="connsiteY74" fmla="*/ 262887 h 414642"/>
              <a:gd name="connsiteX75" fmla="*/ 91171 w 607639"/>
              <a:gd name="connsiteY75" fmla="*/ 101159 h 414642"/>
              <a:gd name="connsiteX76" fmla="*/ 101297 w 607639"/>
              <a:gd name="connsiteY76" fmla="*/ 91029 h 414642"/>
              <a:gd name="connsiteX77" fmla="*/ 70848 w 607639"/>
              <a:gd name="connsiteY77" fmla="*/ 20177 h 414642"/>
              <a:gd name="connsiteX78" fmla="*/ 60791 w 607639"/>
              <a:gd name="connsiteY78" fmla="*/ 30309 h 414642"/>
              <a:gd name="connsiteX79" fmla="*/ 60791 w 607639"/>
              <a:gd name="connsiteY79" fmla="*/ 343802 h 414642"/>
              <a:gd name="connsiteX80" fmla="*/ 222780 w 607639"/>
              <a:gd name="connsiteY80" fmla="*/ 343802 h 414642"/>
              <a:gd name="connsiteX81" fmla="*/ 232927 w 607639"/>
              <a:gd name="connsiteY81" fmla="*/ 353935 h 414642"/>
              <a:gd name="connsiteX82" fmla="*/ 232927 w 607639"/>
              <a:gd name="connsiteY82" fmla="*/ 364067 h 414642"/>
              <a:gd name="connsiteX83" fmla="*/ 374712 w 607639"/>
              <a:gd name="connsiteY83" fmla="*/ 364067 h 414642"/>
              <a:gd name="connsiteX84" fmla="*/ 374712 w 607639"/>
              <a:gd name="connsiteY84" fmla="*/ 353935 h 414642"/>
              <a:gd name="connsiteX85" fmla="*/ 384859 w 607639"/>
              <a:gd name="connsiteY85" fmla="*/ 343802 h 414642"/>
              <a:gd name="connsiteX86" fmla="*/ 546848 w 607639"/>
              <a:gd name="connsiteY86" fmla="*/ 343802 h 414642"/>
              <a:gd name="connsiteX87" fmla="*/ 546848 w 607639"/>
              <a:gd name="connsiteY87" fmla="*/ 30309 h 414642"/>
              <a:gd name="connsiteX88" fmla="*/ 536702 w 607639"/>
              <a:gd name="connsiteY88" fmla="*/ 20177 h 414642"/>
              <a:gd name="connsiteX89" fmla="*/ 70848 w 607639"/>
              <a:gd name="connsiteY89" fmla="*/ 0 h 414642"/>
              <a:gd name="connsiteX90" fmla="*/ 536702 w 607639"/>
              <a:gd name="connsiteY90" fmla="*/ 0 h 414642"/>
              <a:gd name="connsiteX91" fmla="*/ 567142 w 607639"/>
              <a:gd name="connsiteY91" fmla="*/ 30309 h 414642"/>
              <a:gd name="connsiteX92" fmla="*/ 567142 w 607639"/>
              <a:gd name="connsiteY92" fmla="*/ 343802 h 414642"/>
              <a:gd name="connsiteX93" fmla="*/ 597492 w 607639"/>
              <a:gd name="connsiteY93" fmla="*/ 343802 h 414642"/>
              <a:gd name="connsiteX94" fmla="*/ 607639 w 607639"/>
              <a:gd name="connsiteY94" fmla="*/ 353935 h 414642"/>
              <a:gd name="connsiteX95" fmla="*/ 607639 w 607639"/>
              <a:gd name="connsiteY95" fmla="*/ 384244 h 414642"/>
              <a:gd name="connsiteX96" fmla="*/ 577199 w 607639"/>
              <a:gd name="connsiteY96" fmla="*/ 414642 h 414642"/>
              <a:gd name="connsiteX97" fmla="*/ 30351 w 607639"/>
              <a:gd name="connsiteY97" fmla="*/ 414642 h 414642"/>
              <a:gd name="connsiteX98" fmla="*/ 0 w 607639"/>
              <a:gd name="connsiteY98" fmla="*/ 384244 h 414642"/>
              <a:gd name="connsiteX99" fmla="*/ 0 w 607639"/>
              <a:gd name="connsiteY99" fmla="*/ 353935 h 414642"/>
              <a:gd name="connsiteX100" fmla="*/ 10147 w 607639"/>
              <a:gd name="connsiteY100" fmla="*/ 343802 h 414642"/>
              <a:gd name="connsiteX101" fmla="*/ 40497 w 607639"/>
              <a:gd name="connsiteY101" fmla="*/ 343802 h 414642"/>
              <a:gd name="connsiteX102" fmla="*/ 40497 w 607639"/>
              <a:gd name="connsiteY102" fmla="*/ 30309 h 414642"/>
              <a:gd name="connsiteX103" fmla="*/ 70848 w 607639"/>
              <a:gd name="connsiteY103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41754" y="232583"/>
                </a:moveTo>
                <a:lnTo>
                  <a:pt x="161961" y="232583"/>
                </a:lnTo>
                <a:cubicBezTo>
                  <a:pt x="168104" y="232583"/>
                  <a:pt x="172110" y="236584"/>
                  <a:pt x="172110" y="242719"/>
                </a:cubicBezTo>
                <a:cubicBezTo>
                  <a:pt x="172110" y="248764"/>
                  <a:pt x="168104" y="252765"/>
                  <a:pt x="161961" y="252765"/>
                </a:cubicBezTo>
                <a:lnTo>
                  <a:pt x="141754" y="252765"/>
                </a:lnTo>
                <a:cubicBezTo>
                  <a:pt x="135700" y="252765"/>
                  <a:pt x="131605" y="248764"/>
                  <a:pt x="131605" y="242719"/>
                </a:cubicBezTo>
                <a:cubicBezTo>
                  <a:pt x="131605" y="236584"/>
                  <a:pt x="135700" y="232583"/>
                  <a:pt x="141754" y="232583"/>
                </a:cubicBezTo>
                <a:close/>
                <a:moveTo>
                  <a:pt x="141758" y="192149"/>
                </a:moveTo>
                <a:lnTo>
                  <a:pt x="182279" y="192149"/>
                </a:lnTo>
                <a:cubicBezTo>
                  <a:pt x="188335" y="192149"/>
                  <a:pt x="192432" y="196150"/>
                  <a:pt x="192432" y="202196"/>
                </a:cubicBezTo>
                <a:cubicBezTo>
                  <a:pt x="192432" y="208330"/>
                  <a:pt x="188335" y="212331"/>
                  <a:pt x="182279" y="212331"/>
                </a:cubicBezTo>
                <a:lnTo>
                  <a:pt x="141758" y="212331"/>
                </a:lnTo>
                <a:cubicBezTo>
                  <a:pt x="135702" y="212331"/>
                  <a:pt x="131605" y="208330"/>
                  <a:pt x="131605" y="202196"/>
                </a:cubicBezTo>
                <a:cubicBezTo>
                  <a:pt x="131605" y="196150"/>
                  <a:pt x="135702" y="192149"/>
                  <a:pt x="141758" y="192149"/>
                </a:cubicBezTo>
                <a:close/>
                <a:moveTo>
                  <a:pt x="141754" y="151716"/>
                </a:moveTo>
                <a:lnTo>
                  <a:pt x="161961" y="151716"/>
                </a:lnTo>
                <a:cubicBezTo>
                  <a:pt x="168104" y="151716"/>
                  <a:pt x="172110" y="155717"/>
                  <a:pt x="172110" y="161763"/>
                </a:cubicBezTo>
                <a:cubicBezTo>
                  <a:pt x="172110" y="167897"/>
                  <a:pt x="168104" y="171898"/>
                  <a:pt x="161961" y="171898"/>
                </a:cubicBezTo>
                <a:lnTo>
                  <a:pt x="141754" y="171898"/>
                </a:lnTo>
                <a:cubicBezTo>
                  <a:pt x="135700" y="171898"/>
                  <a:pt x="131605" y="167897"/>
                  <a:pt x="131605" y="161763"/>
                </a:cubicBezTo>
                <a:cubicBezTo>
                  <a:pt x="131605" y="155717"/>
                  <a:pt x="135700" y="151716"/>
                  <a:pt x="141754" y="151716"/>
                </a:cubicBezTo>
                <a:close/>
                <a:moveTo>
                  <a:pt x="141758" y="111211"/>
                </a:moveTo>
                <a:lnTo>
                  <a:pt x="182279" y="111211"/>
                </a:lnTo>
                <a:cubicBezTo>
                  <a:pt x="188335" y="111211"/>
                  <a:pt x="192432" y="115297"/>
                  <a:pt x="192432" y="121337"/>
                </a:cubicBezTo>
                <a:cubicBezTo>
                  <a:pt x="192432" y="127377"/>
                  <a:pt x="188335" y="131463"/>
                  <a:pt x="182279" y="131463"/>
                </a:cubicBezTo>
                <a:lnTo>
                  <a:pt x="141758" y="131463"/>
                </a:lnTo>
                <a:cubicBezTo>
                  <a:pt x="135702" y="131463"/>
                  <a:pt x="131605" y="127377"/>
                  <a:pt x="131605" y="121337"/>
                </a:cubicBezTo>
                <a:cubicBezTo>
                  <a:pt x="131605" y="115297"/>
                  <a:pt x="135702" y="111211"/>
                  <a:pt x="141758" y="111211"/>
                </a:cubicBezTo>
                <a:close/>
                <a:moveTo>
                  <a:pt x="425367" y="101191"/>
                </a:moveTo>
                <a:lnTo>
                  <a:pt x="496228" y="101191"/>
                </a:lnTo>
                <a:cubicBezTo>
                  <a:pt x="502282" y="101191"/>
                  <a:pt x="506377" y="105189"/>
                  <a:pt x="506377" y="111231"/>
                </a:cubicBezTo>
                <a:lnTo>
                  <a:pt x="506377" y="182042"/>
                </a:lnTo>
                <a:cubicBezTo>
                  <a:pt x="506377" y="188084"/>
                  <a:pt x="502282" y="192171"/>
                  <a:pt x="496228" y="192171"/>
                </a:cubicBezTo>
                <a:cubicBezTo>
                  <a:pt x="490175" y="192171"/>
                  <a:pt x="486080" y="188084"/>
                  <a:pt x="486080" y="182042"/>
                </a:cubicBezTo>
                <a:lnTo>
                  <a:pt x="486080" y="135575"/>
                </a:lnTo>
                <a:lnTo>
                  <a:pt x="402043" y="219447"/>
                </a:lnTo>
                <a:cubicBezTo>
                  <a:pt x="399996" y="221491"/>
                  <a:pt x="397948" y="222468"/>
                  <a:pt x="394921" y="222468"/>
                </a:cubicBezTo>
                <a:cubicBezTo>
                  <a:pt x="391895" y="222468"/>
                  <a:pt x="389847" y="221491"/>
                  <a:pt x="387889" y="219447"/>
                </a:cubicBezTo>
                <a:lnTo>
                  <a:pt x="344268" y="176001"/>
                </a:lnTo>
                <a:lnTo>
                  <a:pt x="270380" y="249744"/>
                </a:lnTo>
                <a:cubicBezTo>
                  <a:pt x="268332" y="251788"/>
                  <a:pt x="266285" y="252765"/>
                  <a:pt x="263258" y="252765"/>
                </a:cubicBezTo>
                <a:cubicBezTo>
                  <a:pt x="260231" y="252765"/>
                  <a:pt x="258184" y="251788"/>
                  <a:pt x="256225" y="249744"/>
                </a:cubicBezTo>
                <a:cubicBezTo>
                  <a:pt x="252130" y="245746"/>
                  <a:pt x="252130" y="239616"/>
                  <a:pt x="256225" y="235617"/>
                </a:cubicBezTo>
                <a:lnTo>
                  <a:pt x="337235" y="154766"/>
                </a:lnTo>
                <a:cubicBezTo>
                  <a:pt x="337769" y="154233"/>
                  <a:pt x="338303" y="153789"/>
                  <a:pt x="338837" y="153433"/>
                </a:cubicBezTo>
                <a:cubicBezTo>
                  <a:pt x="339372" y="152989"/>
                  <a:pt x="339995" y="152723"/>
                  <a:pt x="340618" y="152456"/>
                </a:cubicBezTo>
                <a:cubicBezTo>
                  <a:pt x="340885" y="152367"/>
                  <a:pt x="341152" y="152190"/>
                  <a:pt x="341508" y="152101"/>
                </a:cubicBezTo>
                <a:cubicBezTo>
                  <a:pt x="342131" y="151923"/>
                  <a:pt x="342754" y="151834"/>
                  <a:pt x="343378" y="151745"/>
                </a:cubicBezTo>
                <a:cubicBezTo>
                  <a:pt x="343645" y="151745"/>
                  <a:pt x="344001" y="151745"/>
                  <a:pt x="344268" y="151745"/>
                </a:cubicBezTo>
                <a:cubicBezTo>
                  <a:pt x="344980" y="151745"/>
                  <a:pt x="345603" y="151745"/>
                  <a:pt x="346226" y="151923"/>
                </a:cubicBezTo>
                <a:cubicBezTo>
                  <a:pt x="348096" y="152278"/>
                  <a:pt x="349876" y="153256"/>
                  <a:pt x="351390" y="154766"/>
                </a:cubicBezTo>
                <a:lnTo>
                  <a:pt x="394921" y="198213"/>
                </a:lnTo>
                <a:lnTo>
                  <a:pt x="471925" y="121359"/>
                </a:lnTo>
                <a:lnTo>
                  <a:pt x="425367" y="121359"/>
                </a:lnTo>
                <a:cubicBezTo>
                  <a:pt x="419224" y="121359"/>
                  <a:pt x="415218" y="117361"/>
                  <a:pt x="415218" y="111231"/>
                </a:cubicBezTo>
                <a:cubicBezTo>
                  <a:pt x="415218" y="105189"/>
                  <a:pt x="419224" y="101191"/>
                  <a:pt x="425367" y="101191"/>
                </a:cubicBezTo>
                <a:close/>
                <a:moveTo>
                  <a:pt x="101297" y="91029"/>
                </a:moveTo>
                <a:cubicBezTo>
                  <a:pt x="107337" y="91029"/>
                  <a:pt x="111423" y="95028"/>
                  <a:pt x="111423" y="101159"/>
                </a:cubicBezTo>
                <a:lnTo>
                  <a:pt x="111423" y="262887"/>
                </a:lnTo>
                <a:cubicBezTo>
                  <a:pt x="111423" y="268929"/>
                  <a:pt x="107337" y="273017"/>
                  <a:pt x="101297" y="273017"/>
                </a:cubicBezTo>
                <a:cubicBezTo>
                  <a:pt x="95257" y="273017"/>
                  <a:pt x="91171" y="268929"/>
                  <a:pt x="91171" y="262887"/>
                </a:cubicBezTo>
                <a:lnTo>
                  <a:pt x="91171" y="101159"/>
                </a:lnTo>
                <a:cubicBezTo>
                  <a:pt x="91171" y="95028"/>
                  <a:pt x="95257" y="91029"/>
                  <a:pt x="101297" y="91029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0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0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0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0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3" name="ïŝlïďè"/>
          <p:cNvSpPr txBox="1"/>
          <p:nvPr/>
        </p:nvSpPr>
        <p:spPr>
          <a:xfrm>
            <a:off x="8324593" y="3670409"/>
            <a:ext cx="3214257" cy="17543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Unified fonts make reading more fluent.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Theme color makes PPT more convenient to change.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Adjust the spacing to adapt to Chinese typesetting, use the reference line in PPT.</a:t>
            </a:r>
            <a:endParaRPr lang="en-US" altLang="zh-CN" sz="1100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4" name="îṧľíḋé"/>
          <p:cNvSpPr txBox="1"/>
          <p:nvPr/>
        </p:nvSpPr>
        <p:spPr>
          <a:xfrm>
            <a:off x="8324593" y="3274802"/>
            <a:ext cx="3214257" cy="39560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zh-CN" sz="2000" b="1" dirty="0"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Text here</a:t>
            </a:r>
            <a:endParaRPr lang="en-US" altLang="zh-CN" sz="2000" b="1" dirty="0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5" name="ïsļidê"/>
          <p:cNvSpPr/>
          <p:nvPr/>
        </p:nvSpPr>
        <p:spPr bwMode="auto">
          <a:xfrm>
            <a:off x="8438893" y="2799000"/>
            <a:ext cx="478639" cy="314632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41754 w 607639"/>
              <a:gd name="connsiteY14" fmla="*/ 232583 h 414642"/>
              <a:gd name="connsiteX15" fmla="*/ 161961 w 607639"/>
              <a:gd name="connsiteY15" fmla="*/ 232583 h 414642"/>
              <a:gd name="connsiteX16" fmla="*/ 172110 w 607639"/>
              <a:gd name="connsiteY16" fmla="*/ 242719 h 414642"/>
              <a:gd name="connsiteX17" fmla="*/ 161961 w 607639"/>
              <a:gd name="connsiteY17" fmla="*/ 252765 h 414642"/>
              <a:gd name="connsiteX18" fmla="*/ 141754 w 607639"/>
              <a:gd name="connsiteY18" fmla="*/ 252765 h 414642"/>
              <a:gd name="connsiteX19" fmla="*/ 131605 w 607639"/>
              <a:gd name="connsiteY19" fmla="*/ 242719 h 414642"/>
              <a:gd name="connsiteX20" fmla="*/ 141754 w 607639"/>
              <a:gd name="connsiteY20" fmla="*/ 232583 h 414642"/>
              <a:gd name="connsiteX21" fmla="*/ 141758 w 607639"/>
              <a:gd name="connsiteY21" fmla="*/ 192149 h 414642"/>
              <a:gd name="connsiteX22" fmla="*/ 182279 w 607639"/>
              <a:gd name="connsiteY22" fmla="*/ 192149 h 414642"/>
              <a:gd name="connsiteX23" fmla="*/ 192432 w 607639"/>
              <a:gd name="connsiteY23" fmla="*/ 202196 h 414642"/>
              <a:gd name="connsiteX24" fmla="*/ 182279 w 607639"/>
              <a:gd name="connsiteY24" fmla="*/ 212331 h 414642"/>
              <a:gd name="connsiteX25" fmla="*/ 141758 w 607639"/>
              <a:gd name="connsiteY25" fmla="*/ 212331 h 414642"/>
              <a:gd name="connsiteX26" fmla="*/ 131605 w 607639"/>
              <a:gd name="connsiteY26" fmla="*/ 202196 h 414642"/>
              <a:gd name="connsiteX27" fmla="*/ 141758 w 607639"/>
              <a:gd name="connsiteY27" fmla="*/ 192149 h 414642"/>
              <a:gd name="connsiteX28" fmla="*/ 141754 w 607639"/>
              <a:gd name="connsiteY28" fmla="*/ 151716 h 414642"/>
              <a:gd name="connsiteX29" fmla="*/ 161961 w 607639"/>
              <a:gd name="connsiteY29" fmla="*/ 151716 h 414642"/>
              <a:gd name="connsiteX30" fmla="*/ 172110 w 607639"/>
              <a:gd name="connsiteY30" fmla="*/ 161763 h 414642"/>
              <a:gd name="connsiteX31" fmla="*/ 161961 w 607639"/>
              <a:gd name="connsiteY31" fmla="*/ 171898 h 414642"/>
              <a:gd name="connsiteX32" fmla="*/ 141754 w 607639"/>
              <a:gd name="connsiteY32" fmla="*/ 171898 h 414642"/>
              <a:gd name="connsiteX33" fmla="*/ 131605 w 607639"/>
              <a:gd name="connsiteY33" fmla="*/ 161763 h 414642"/>
              <a:gd name="connsiteX34" fmla="*/ 141754 w 607639"/>
              <a:gd name="connsiteY34" fmla="*/ 151716 h 414642"/>
              <a:gd name="connsiteX35" fmla="*/ 141758 w 607639"/>
              <a:gd name="connsiteY35" fmla="*/ 111211 h 414642"/>
              <a:gd name="connsiteX36" fmla="*/ 182279 w 607639"/>
              <a:gd name="connsiteY36" fmla="*/ 111211 h 414642"/>
              <a:gd name="connsiteX37" fmla="*/ 192432 w 607639"/>
              <a:gd name="connsiteY37" fmla="*/ 121337 h 414642"/>
              <a:gd name="connsiteX38" fmla="*/ 182279 w 607639"/>
              <a:gd name="connsiteY38" fmla="*/ 131463 h 414642"/>
              <a:gd name="connsiteX39" fmla="*/ 141758 w 607639"/>
              <a:gd name="connsiteY39" fmla="*/ 131463 h 414642"/>
              <a:gd name="connsiteX40" fmla="*/ 131605 w 607639"/>
              <a:gd name="connsiteY40" fmla="*/ 121337 h 414642"/>
              <a:gd name="connsiteX41" fmla="*/ 141758 w 607639"/>
              <a:gd name="connsiteY41" fmla="*/ 111211 h 414642"/>
              <a:gd name="connsiteX42" fmla="*/ 425367 w 607639"/>
              <a:gd name="connsiteY42" fmla="*/ 101191 h 414642"/>
              <a:gd name="connsiteX43" fmla="*/ 496228 w 607639"/>
              <a:gd name="connsiteY43" fmla="*/ 101191 h 414642"/>
              <a:gd name="connsiteX44" fmla="*/ 506377 w 607639"/>
              <a:gd name="connsiteY44" fmla="*/ 111231 h 414642"/>
              <a:gd name="connsiteX45" fmla="*/ 506377 w 607639"/>
              <a:gd name="connsiteY45" fmla="*/ 182042 h 414642"/>
              <a:gd name="connsiteX46" fmla="*/ 496228 w 607639"/>
              <a:gd name="connsiteY46" fmla="*/ 192171 h 414642"/>
              <a:gd name="connsiteX47" fmla="*/ 486080 w 607639"/>
              <a:gd name="connsiteY47" fmla="*/ 182042 h 414642"/>
              <a:gd name="connsiteX48" fmla="*/ 486080 w 607639"/>
              <a:gd name="connsiteY48" fmla="*/ 135575 h 414642"/>
              <a:gd name="connsiteX49" fmla="*/ 402043 w 607639"/>
              <a:gd name="connsiteY49" fmla="*/ 219447 h 414642"/>
              <a:gd name="connsiteX50" fmla="*/ 394921 w 607639"/>
              <a:gd name="connsiteY50" fmla="*/ 222468 h 414642"/>
              <a:gd name="connsiteX51" fmla="*/ 387889 w 607639"/>
              <a:gd name="connsiteY51" fmla="*/ 219447 h 414642"/>
              <a:gd name="connsiteX52" fmla="*/ 344268 w 607639"/>
              <a:gd name="connsiteY52" fmla="*/ 176001 h 414642"/>
              <a:gd name="connsiteX53" fmla="*/ 270380 w 607639"/>
              <a:gd name="connsiteY53" fmla="*/ 249744 h 414642"/>
              <a:gd name="connsiteX54" fmla="*/ 263258 w 607639"/>
              <a:gd name="connsiteY54" fmla="*/ 252765 h 414642"/>
              <a:gd name="connsiteX55" fmla="*/ 256225 w 607639"/>
              <a:gd name="connsiteY55" fmla="*/ 249744 h 414642"/>
              <a:gd name="connsiteX56" fmla="*/ 256225 w 607639"/>
              <a:gd name="connsiteY56" fmla="*/ 235617 h 414642"/>
              <a:gd name="connsiteX57" fmla="*/ 337235 w 607639"/>
              <a:gd name="connsiteY57" fmla="*/ 154766 h 414642"/>
              <a:gd name="connsiteX58" fmla="*/ 338837 w 607639"/>
              <a:gd name="connsiteY58" fmla="*/ 153433 h 414642"/>
              <a:gd name="connsiteX59" fmla="*/ 340618 w 607639"/>
              <a:gd name="connsiteY59" fmla="*/ 152456 h 414642"/>
              <a:gd name="connsiteX60" fmla="*/ 341508 w 607639"/>
              <a:gd name="connsiteY60" fmla="*/ 152101 h 414642"/>
              <a:gd name="connsiteX61" fmla="*/ 343378 w 607639"/>
              <a:gd name="connsiteY61" fmla="*/ 151745 h 414642"/>
              <a:gd name="connsiteX62" fmla="*/ 344268 w 607639"/>
              <a:gd name="connsiteY62" fmla="*/ 151745 h 414642"/>
              <a:gd name="connsiteX63" fmla="*/ 346226 w 607639"/>
              <a:gd name="connsiteY63" fmla="*/ 151923 h 414642"/>
              <a:gd name="connsiteX64" fmla="*/ 351390 w 607639"/>
              <a:gd name="connsiteY64" fmla="*/ 154766 h 414642"/>
              <a:gd name="connsiteX65" fmla="*/ 394921 w 607639"/>
              <a:gd name="connsiteY65" fmla="*/ 198213 h 414642"/>
              <a:gd name="connsiteX66" fmla="*/ 471925 w 607639"/>
              <a:gd name="connsiteY66" fmla="*/ 121359 h 414642"/>
              <a:gd name="connsiteX67" fmla="*/ 425367 w 607639"/>
              <a:gd name="connsiteY67" fmla="*/ 121359 h 414642"/>
              <a:gd name="connsiteX68" fmla="*/ 415218 w 607639"/>
              <a:gd name="connsiteY68" fmla="*/ 111231 h 414642"/>
              <a:gd name="connsiteX69" fmla="*/ 425367 w 607639"/>
              <a:gd name="connsiteY69" fmla="*/ 101191 h 414642"/>
              <a:gd name="connsiteX70" fmla="*/ 101297 w 607639"/>
              <a:gd name="connsiteY70" fmla="*/ 91029 h 414642"/>
              <a:gd name="connsiteX71" fmla="*/ 111423 w 607639"/>
              <a:gd name="connsiteY71" fmla="*/ 101159 h 414642"/>
              <a:gd name="connsiteX72" fmla="*/ 111423 w 607639"/>
              <a:gd name="connsiteY72" fmla="*/ 262887 h 414642"/>
              <a:gd name="connsiteX73" fmla="*/ 101297 w 607639"/>
              <a:gd name="connsiteY73" fmla="*/ 273017 h 414642"/>
              <a:gd name="connsiteX74" fmla="*/ 91171 w 607639"/>
              <a:gd name="connsiteY74" fmla="*/ 262887 h 414642"/>
              <a:gd name="connsiteX75" fmla="*/ 91171 w 607639"/>
              <a:gd name="connsiteY75" fmla="*/ 101159 h 414642"/>
              <a:gd name="connsiteX76" fmla="*/ 101297 w 607639"/>
              <a:gd name="connsiteY76" fmla="*/ 91029 h 414642"/>
              <a:gd name="connsiteX77" fmla="*/ 70848 w 607639"/>
              <a:gd name="connsiteY77" fmla="*/ 20177 h 414642"/>
              <a:gd name="connsiteX78" fmla="*/ 60791 w 607639"/>
              <a:gd name="connsiteY78" fmla="*/ 30309 h 414642"/>
              <a:gd name="connsiteX79" fmla="*/ 60791 w 607639"/>
              <a:gd name="connsiteY79" fmla="*/ 343802 h 414642"/>
              <a:gd name="connsiteX80" fmla="*/ 222780 w 607639"/>
              <a:gd name="connsiteY80" fmla="*/ 343802 h 414642"/>
              <a:gd name="connsiteX81" fmla="*/ 232927 w 607639"/>
              <a:gd name="connsiteY81" fmla="*/ 353935 h 414642"/>
              <a:gd name="connsiteX82" fmla="*/ 232927 w 607639"/>
              <a:gd name="connsiteY82" fmla="*/ 364067 h 414642"/>
              <a:gd name="connsiteX83" fmla="*/ 374712 w 607639"/>
              <a:gd name="connsiteY83" fmla="*/ 364067 h 414642"/>
              <a:gd name="connsiteX84" fmla="*/ 374712 w 607639"/>
              <a:gd name="connsiteY84" fmla="*/ 353935 h 414642"/>
              <a:gd name="connsiteX85" fmla="*/ 384859 w 607639"/>
              <a:gd name="connsiteY85" fmla="*/ 343802 h 414642"/>
              <a:gd name="connsiteX86" fmla="*/ 546848 w 607639"/>
              <a:gd name="connsiteY86" fmla="*/ 343802 h 414642"/>
              <a:gd name="connsiteX87" fmla="*/ 546848 w 607639"/>
              <a:gd name="connsiteY87" fmla="*/ 30309 h 414642"/>
              <a:gd name="connsiteX88" fmla="*/ 536702 w 607639"/>
              <a:gd name="connsiteY88" fmla="*/ 20177 h 414642"/>
              <a:gd name="connsiteX89" fmla="*/ 70848 w 607639"/>
              <a:gd name="connsiteY89" fmla="*/ 0 h 414642"/>
              <a:gd name="connsiteX90" fmla="*/ 536702 w 607639"/>
              <a:gd name="connsiteY90" fmla="*/ 0 h 414642"/>
              <a:gd name="connsiteX91" fmla="*/ 567142 w 607639"/>
              <a:gd name="connsiteY91" fmla="*/ 30309 h 414642"/>
              <a:gd name="connsiteX92" fmla="*/ 567142 w 607639"/>
              <a:gd name="connsiteY92" fmla="*/ 343802 h 414642"/>
              <a:gd name="connsiteX93" fmla="*/ 597492 w 607639"/>
              <a:gd name="connsiteY93" fmla="*/ 343802 h 414642"/>
              <a:gd name="connsiteX94" fmla="*/ 607639 w 607639"/>
              <a:gd name="connsiteY94" fmla="*/ 353935 h 414642"/>
              <a:gd name="connsiteX95" fmla="*/ 607639 w 607639"/>
              <a:gd name="connsiteY95" fmla="*/ 384244 h 414642"/>
              <a:gd name="connsiteX96" fmla="*/ 577199 w 607639"/>
              <a:gd name="connsiteY96" fmla="*/ 414642 h 414642"/>
              <a:gd name="connsiteX97" fmla="*/ 30351 w 607639"/>
              <a:gd name="connsiteY97" fmla="*/ 414642 h 414642"/>
              <a:gd name="connsiteX98" fmla="*/ 0 w 607639"/>
              <a:gd name="connsiteY98" fmla="*/ 384244 h 414642"/>
              <a:gd name="connsiteX99" fmla="*/ 0 w 607639"/>
              <a:gd name="connsiteY99" fmla="*/ 353935 h 414642"/>
              <a:gd name="connsiteX100" fmla="*/ 10147 w 607639"/>
              <a:gd name="connsiteY100" fmla="*/ 343802 h 414642"/>
              <a:gd name="connsiteX101" fmla="*/ 40497 w 607639"/>
              <a:gd name="connsiteY101" fmla="*/ 343802 h 414642"/>
              <a:gd name="connsiteX102" fmla="*/ 40497 w 607639"/>
              <a:gd name="connsiteY102" fmla="*/ 30309 h 414642"/>
              <a:gd name="connsiteX103" fmla="*/ 70848 w 607639"/>
              <a:gd name="connsiteY103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41754" y="232583"/>
                </a:moveTo>
                <a:lnTo>
                  <a:pt x="161961" y="232583"/>
                </a:lnTo>
                <a:cubicBezTo>
                  <a:pt x="168104" y="232583"/>
                  <a:pt x="172110" y="236584"/>
                  <a:pt x="172110" y="242719"/>
                </a:cubicBezTo>
                <a:cubicBezTo>
                  <a:pt x="172110" y="248764"/>
                  <a:pt x="168104" y="252765"/>
                  <a:pt x="161961" y="252765"/>
                </a:cubicBezTo>
                <a:lnTo>
                  <a:pt x="141754" y="252765"/>
                </a:lnTo>
                <a:cubicBezTo>
                  <a:pt x="135700" y="252765"/>
                  <a:pt x="131605" y="248764"/>
                  <a:pt x="131605" y="242719"/>
                </a:cubicBezTo>
                <a:cubicBezTo>
                  <a:pt x="131605" y="236584"/>
                  <a:pt x="135700" y="232583"/>
                  <a:pt x="141754" y="232583"/>
                </a:cubicBezTo>
                <a:close/>
                <a:moveTo>
                  <a:pt x="141758" y="192149"/>
                </a:moveTo>
                <a:lnTo>
                  <a:pt x="182279" y="192149"/>
                </a:lnTo>
                <a:cubicBezTo>
                  <a:pt x="188335" y="192149"/>
                  <a:pt x="192432" y="196150"/>
                  <a:pt x="192432" y="202196"/>
                </a:cubicBezTo>
                <a:cubicBezTo>
                  <a:pt x="192432" y="208330"/>
                  <a:pt x="188335" y="212331"/>
                  <a:pt x="182279" y="212331"/>
                </a:cubicBezTo>
                <a:lnTo>
                  <a:pt x="141758" y="212331"/>
                </a:lnTo>
                <a:cubicBezTo>
                  <a:pt x="135702" y="212331"/>
                  <a:pt x="131605" y="208330"/>
                  <a:pt x="131605" y="202196"/>
                </a:cubicBezTo>
                <a:cubicBezTo>
                  <a:pt x="131605" y="196150"/>
                  <a:pt x="135702" y="192149"/>
                  <a:pt x="141758" y="192149"/>
                </a:cubicBezTo>
                <a:close/>
                <a:moveTo>
                  <a:pt x="141754" y="151716"/>
                </a:moveTo>
                <a:lnTo>
                  <a:pt x="161961" y="151716"/>
                </a:lnTo>
                <a:cubicBezTo>
                  <a:pt x="168104" y="151716"/>
                  <a:pt x="172110" y="155717"/>
                  <a:pt x="172110" y="161763"/>
                </a:cubicBezTo>
                <a:cubicBezTo>
                  <a:pt x="172110" y="167897"/>
                  <a:pt x="168104" y="171898"/>
                  <a:pt x="161961" y="171898"/>
                </a:cubicBezTo>
                <a:lnTo>
                  <a:pt x="141754" y="171898"/>
                </a:lnTo>
                <a:cubicBezTo>
                  <a:pt x="135700" y="171898"/>
                  <a:pt x="131605" y="167897"/>
                  <a:pt x="131605" y="161763"/>
                </a:cubicBezTo>
                <a:cubicBezTo>
                  <a:pt x="131605" y="155717"/>
                  <a:pt x="135700" y="151716"/>
                  <a:pt x="141754" y="151716"/>
                </a:cubicBezTo>
                <a:close/>
                <a:moveTo>
                  <a:pt x="141758" y="111211"/>
                </a:moveTo>
                <a:lnTo>
                  <a:pt x="182279" y="111211"/>
                </a:lnTo>
                <a:cubicBezTo>
                  <a:pt x="188335" y="111211"/>
                  <a:pt x="192432" y="115297"/>
                  <a:pt x="192432" y="121337"/>
                </a:cubicBezTo>
                <a:cubicBezTo>
                  <a:pt x="192432" y="127377"/>
                  <a:pt x="188335" y="131463"/>
                  <a:pt x="182279" y="131463"/>
                </a:cubicBezTo>
                <a:lnTo>
                  <a:pt x="141758" y="131463"/>
                </a:lnTo>
                <a:cubicBezTo>
                  <a:pt x="135702" y="131463"/>
                  <a:pt x="131605" y="127377"/>
                  <a:pt x="131605" y="121337"/>
                </a:cubicBezTo>
                <a:cubicBezTo>
                  <a:pt x="131605" y="115297"/>
                  <a:pt x="135702" y="111211"/>
                  <a:pt x="141758" y="111211"/>
                </a:cubicBezTo>
                <a:close/>
                <a:moveTo>
                  <a:pt x="425367" y="101191"/>
                </a:moveTo>
                <a:lnTo>
                  <a:pt x="496228" y="101191"/>
                </a:lnTo>
                <a:cubicBezTo>
                  <a:pt x="502282" y="101191"/>
                  <a:pt x="506377" y="105189"/>
                  <a:pt x="506377" y="111231"/>
                </a:cubicBezTo>
                <a:lnTo>
                  <a:pt x="506377" y="182042"/>
                </a:lnTo>
                <a:cubicBezTo>
                  <a:pt x="506377" y="188084"/>
                  <a:pt x="502282" y="192171"/>
                  <a:pt x="496228" y="192171"/>
                </a:cubicBezTo>
                <a:cubicBezTo>
                  <a:pt x="490175" y="192171"/>
                  <a:pt x="486080" y="188084"/>
                  <a:pt x="486080" y="182042"/>
                </a:cubicBezTo>
                <a:lnTo>
                  <a:pt x="486080" y="135575"/>
                </a:lnTo>
                <a:lnTo>
                  <a:pt x="402043" y="219447"/>
                </a:lnTo>
                <a:cubicBezTo>
                  <a:pt x="399996" y="221491"/>
                  <a:pt x="397948" y="222468"/>
                  <a:pt x="394921" y="222468"/>
                </a:cubicBezTo>
                <a:cubicBezTo>
                  <a:pt x="391895" y="222468"/>
                  <a:pt x="389847" y="221491"/>
                  <a:pt x="387889" y="219447"/>
                </a:cubicBezTo>
                <a:lnTo>
                  <a:pt x="344268" y="176001"/>
                </a:lnTo>
                <a:lnTo>
                  <a:pt x="270380" y="249744"/>
                </a:lnTo>
                <a:cubicBezTo>
                  <a:pt x="268332" y="251788"/>
                  <a:pt x="266285" y="252765"/>
                  <a:pt x="263258" y="252765"/>
                </a:cubicBezTo>
                <a:cubicBezTo>
                  <a:pt x="260231" y="252765"/>
                  <a:pt x="258184" y="251788"/>
                  <a:pt x="256225" y="249744"/>
                </a:cubicBezTo>
                <a:cubicBezTo>
                  <a:pt x="252130" y="245746"/>
                  <a:pt x="252130" y="239616"/>
                  <a:pt x="256225" y="235617"/>
                </a:cubicBezTo>
                <a:lnTo>
                  <a:pt x="337235" y="154766"/>
                </a:lnTo>
                <a:cubicBezTo>
                  <a:pt x="337769" y="154233"/>
                  <a:pt x="338303" y="153789"/>
                  <a:pt x="338837" y="153433"/>
                </a:cubicBezTo>
                <a:cubicBezTo>
                  <a:pt x="339372" y="152989"/>
                  <a:pt x="339995" y="152723"/>
                  <a:pt x="340618" y="152456"/>
                </a:cubicBezTo>
                <a:cubicBezTo>
                  <a:pt x="340885" y="152367"/>
                  <a:pt x="341152" y="152190"/>
                  <a:pt x="341508" y="152101"/>
                </a:cubicBezTo>
                <a:cubicBezTo>
                  <a:pt x="342131" y="151923"/>
                  <a:pt x="342754" y="151834"/>
                  <a:pt x="343378" y="151745"/>
                </a:cubicBezTo>
                <a:cubicBezTo>
                  <a:pt x="343645" y="151745"/>
                  <a:pt x="344001" y="151745"/>
                  <a:pt x="344268" y="151745"/>
                </a:cubicBezTo>
                <a:cubicBezTo>
                  <a:pt x="344980" y="151745"/>
                  <a:pt x="345603" y="151745"/>
                  <a:pt x="346226" y="151923"/>
                </a:cubicBezTo>
                <a:cubicBezTo>
                  <a:pt x="348096" y="152278"/>
                  <a:pt x="349876" y="153256"/>
                  <a:pt x="351390" y="154766"/>
                </a:cubicBezTo>
                <a:lnTo>
                  <a:pt x="394921" y="198213"/>
                </a:lnTo>
                <a:lnTo>
                  <a:pt x="471925" y="121359"/>
                </a:lnTo>
                <a:lnTo>
                  <a:pt x="425367" y="121359"/>
                </a:lnTo>
                <a:cubicBezTo>
                  <a:pt x="419224" y="121359"/>
                  <a:pt x="415218" y="117361"/>
                  <a:pt x="415218" y="111231"/>
                </a:cubicBezTo>
                <a:cubicBezTo>
                  <a:pt x="415218" y="105189"/>
                  <a:pt x="419224" y="101191"/>
                  <a:pt x="425367" y="101191"/>
                </a:cubicBezTo>
                <a:close/>
                <a:moveTo>
                  <a:pt x="101297" y="91029"/>
                </a:moveTo>
                <a:cubicBezTo>
                  <a:pt x="107337" y="91029"/>
                  <a:pt x="111423" y="95028"/>
                  <a:pt x="111423" y="101159"/>
                </a:cubicBezTo>
                <a:lnTo>
                  <a:pt x="111423" y="262887"/>
                </a:lnTo>
                <a:cubicBezTo>
                  <a:pt x="111423" y="268929"/>
                  <a:pt x="107337" y="273017"/>
                  <a:pt x="101297" y="273017"/>
                </a:cubicBezTo>
                <a:cubicBezTo>
                  <a:pt x="95257" y="273017"/>
                  <a:pt x="91171" y="268929"/>
                  <a:pt x="91171" y="262887"/>
                </a:cubicBezTo>
                <a:lnTo>
                  <a:pt x="91171" y="101159"/>
                </a:lnTo>
                <a:cubicBezTo>
                  <a:pt x="91171" y="95028"/>
                  <a:pt x="95257" y="91029"/>
                  <a:pt x="101297" y="91029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0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0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0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0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91440" tIns="45720" rIns="91440" bIns="45720" anchor="ctr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23" name="graduation-cap-variant_30915"/>
          <p:cNvSpPr>
            <a:spLocks noChangeAspect="1"/>
          </p:cNvSpPr>
          <p:nvPr/>
        </p:nvSpPr>
        <p:spPr bwMode="auto">
          <a:xfrm>
            <a:off x="10929165" y="314887"/>
            <a:ext cx="609685" cy="446969"/>
          </a:xfrm>
          <a:custGeom>
            <a:avLst/>
            <a:gdLst>
              <a:gd name="connsiteX0" fmla="*/ 124336 w 608133"/>
              <a:gd name="connsiteY0" fmla="*/ 165476 h 445832"/>
              <a:gd name="connsiteX1" fmla="*/ 304070 w 608133"/>
              <a:gd name="connsiteY1" fmla="*/ 225979 h 445832"/>
              <a:gd name="connsiteX2" fmla="*/ 485772 w 608133"/>
              <a:gd name="connsiteY2" fmla="*/ 165476 h 445832"/>
              <a:gd name="connsiteX3" fmla="*/ 485772 w 608133"/>
              <a:gd name="connsiteY3" fmla="*/ 250808 h 445832"/>
              <a:gd name="connsiteX4" fmla="*/ 305015 w 608133"/>
              <a:gd name="connsiteY4" fmla="*/ 308089 h 445832"/>
              <a:gd name="connsiteX5" fmla="*/ 124336 w 608133"/>
              <a:gd name="connsiteY5" fmla="*/ 250101 h 445832"/>
              <a:gd name="connsiteX6" fmla="*/ 527801 w 608133"/>
              <a:gd name="connsiteY6" fmla="*/ 150728 h 445832"/>
              <a:gd name="connsiteX7" fmla="*/ 527801 w 608133"/>
              <a:gd name="connsiteY7" fmla="*/ 280008 h 445832"/>
              <a:gd name="connsiteX8" fmla="*/ 527801 w 608133"/>
              <a:gd name="connsiteY8" fmla="*/ 280244 h 445832"/>
              <a:gd name="connsiteX9" fmla="*/ 537709 w 608133"/>
              <a:gd name="connsiteY9" fmla="*/ 295962 h 445832"/>
              <a:gd name="connsiteX10" fmla="*/ 530239 w 608133"/>
              <a:gd name="connsiteY10" fmla="*/ 310265 h 445832"/>
              <a:gd name="connsiteX11" fmla="*/ 537709 w 608133"/>
              <a:gd name="connsiteY11" fmla="*/ 323311 h 445832"/>
              <a:gd name="connsiteX12" fmla="*/ 537709 w 608133"/>
              <a:gd name="connsiteY12" fmla="*/ 445832 h 445832"/>
              <a:gd name="connsiteX13" fmla="*/ 502717 w 608133"/>
              <a:gd name="connsiteY13" fmla="*/ 445832 h 445832"/>
              <a:gd name="connsiteX14" fmla="*/ 502717 w 608133"/>
              <a:gd name="connsiteY14" fmla="*/ 323311 h 445832"/>
              <a:gd name="connsiteX15" fmla="*/ 510108 w 608133"/>
              <a:gd name="connsiteY15" fmla="*/ 310265 h 445832"/>
              <a:gd name="connsiteX16" fmla="*/ 502638 w 608133"/>
              <a:gd name="connsiteY16" fmla="*/ 295962 h 445832"/>
              <a:gd name="connsiteX17" fmla="*/ 513018 w 608133"/>
              <a:gd name="connsiteY17" fmla="*/ 280008 h 445832"/>
              <a:gd name="connsiteX18" fmla="*/ 512546 w 608133"/>
              <a:gd name="connsiteY18" fmla="*/ 279379 h 445832"/>
              <a:gd name="connsiteX19" fmla="*/ 512546 w 608133"/>
              <a:gd name="connsiteY19" fmla="*/ 155522 h 445832"/>
              <a:gd name="connsiteX20" fmla="*/ 306663 w 608133"/>
              <a:gd name="connsiteY20" fmla="*/ 0 h 445832"/>
              <a:gd name="connsiteX21" fmla="*/ 608133 w 608133"/>
              <a:gd name="connsiteY21" fmla="*/ 115790 h 445832"/>
              <a:gd name="connsiteX22" fmla="*/ 306663 w 608133"/>
              <a:gd name="connsiteY22" fmla="*/ 215083 h 445832"/>
              <a:gd name="connsiteX23" fmla="*/ 0 w 608133"/>
              <a:gd name="connsiteY23" fmla="*/ 115790 h 44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133" h="445832">
                <a:moveTo>
                  <a:pt x="124336" y="165476"/>
                </a:moveTo>
                <a:lnTo>
                  <a:pt x="304070" y="225979"/>
                </a:lnTo>
                <a:lnTo>
                  <a:pt x="485772" y="165476"/>
                </a:lnTo>
                <a:lnTo>
                  <a:pt x="485772" y="250808"/>
                </a:lnTo>
                <a:cubicBezTo>
                  <a:pt x="485772" y="250808"/>
                  <a:pt x="404167" y="245701"/>
                  <a:pt x="305015" y="308089"/>
                </a:cubicBezTo>
                <a:cubicBezTo>
                  <a:pt x="305015" y="308089"/>
                  <a:pt x="219948" y="252066"/>
                  <a:pt x="124336" y="250101"/>
                </a:cubicBezTo>
                <a:close/>
                <a:moveTo>
                  <a:pt x="527801" y="150728"/>
                </a:moveTo>
                <a:lnTo>
                  <a:pt x="527801" y="280008"/>
                </a:lnTo>
                <a:lnTo>
                  <a:pt x="527801" y="280244"/>
                </a:lnTo>
                <a:cubicBezTo>
                  <a:pt x="533620" y="283073"/>
                  <a:pt x="537709" y="289046"/>
                  <a:pt x="537709" y="295962"/>
                </a:cubicBezTo>
                <a:cubicBezTo>
                  <a:pt x="537709" y="301856"/>
                  <a:pt x="534721" y="307043"/>
                  <a:pt x="530239" y="310265"/>
                </a:cubicBezTo>
                <a:cubicBezTo>
                  <a:pt x="534721" y="312937"/>
                  <a:pt x="537709" y="317731"/>
                  <a:pt x="537709" y="323311"/>
                </a:cubicBezTo>
                <a:lnTo>
                  <a:pt x="537709" y="445832"/>
                </a:lnTo>
                <a:lnTo>
                  <a:pt x="502717" y="445832"/>
                </a:lnTo>
                <a:lnTo>
                  <a:pt x="502717" y="323311"/>
                </a:lnTo>
                <a:cubicBezTo>
                  <a:pt x="502717" y="317731"/>
                  <a:pt x="505705" y="312937"/>
                  <a:pt x="510108" y="310265"/>
                </a:cubicBezTo>
                <a:cubicBezTo>
                  <a:pt x="505626" y="307043"/>
                  <a:pt x="502638" y="301856"/>
                  <a:pt x="502638" y="295962"/>
                </a:cubicBezTo>
                <a:cubicBezTo>
                  <a:pt x="502638" y="288810"/>
                  <a:pt x="506884" y="282759"/>
                  <a:pt x="513018" y="280008"/>
                </a:cubicBezTo>
                <a:lnTo>
                  <a:pt x="512546" y="279379"/>
                </a:lnTo>
                <a:lnTo>
                  <a:pt x="512546" y="155522"/>
                </a:lnTo>
                <a:close/>
                <a:moveTo>
                  <a:pt x="306663" y="0"/>
                </a:moveTo>
                <a:lnTo>
                  <a:pt x="608133" y="115790"/>
                </a:lnTo>
                <a:lnTo>
                  <a:pt x="306663" y="215083"/>
                </a:lnTo>
                <a:lnTo>
                  <a:pt x="0" y="115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1329" y="510988"/>
            <a:ext cx="11201400" cy="4424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59242" y="1904282"/>
            <a:ext cx="864852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恳请各位老师批评指正</a:t>
            </a:r>
            <a:endParaRPr lang="zh-CN" altLang="en-US" sz="6600" dirty="0">
              <a:solidFill>
                <a:schemeClr val="bg1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59242" y="554921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指导老师：</a:t>
            </a:r>
            <a:endParaRPr lang="zh-CN" altLang="en-US" sz="2000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87118" y="554921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答辩人：</a:t>
            </a:r>
            <a:endParaRPr lang="zh-CN" altLang="en-US" sz="2000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20462" y="554921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0F4C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字魂36号-正文宋楷" panose="02000000000000000000" pitchFamily="2" charset="-122"/>
              </a:rPr>
              <a:t>答辩时间：</a:t>
            </a:r>
            <a:endParaRPr lang="zh-CN" altLang="en-US" sz="2000" dirty="0">
              <a:solidFill>
                <a:srgbClr val="000F4C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0" name="流程图: 终止 9"/>
          <p:cNvSpPr/>
          <p:nvPr/>
        </p:nvSpPr>
        <p:spPr>
          <a:xfrm>
            <a:off x="1886090" y="5549214"/>
            <a:ext cx="2009254" cy="400110"/>
          </a:xfrm>
          <a:prstGeom prst="flowChartTerminator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1" name="流程图: 终止 10"/>
          <p:cNvSpPr/>
          <p:nvPr/>
        </p:nvSpPr>
        <p:spPr>
          <a:xfrm>
            <a:off x="5147401" y="5549214"/>
            <a:ext cx="2009254" cy="400110"/>
          </a:xfrm>
          <a:prstGeom prst="flowChartTerminator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  <p:sp>
        <p:nvSpPr>
          <p:cNvPr id="12" name="流程图: 终止 11"/>
          <p:cNvSpPr/>
          <p:nvPr/>
        </p:nvSpPr>
        <p:spPr>
          <a:xfrm>
            <a:off x="8222521" y="5549214"/>
            <a:ext cx="2009254" cy="400110"/>
          </a:xfrm>
          <a:prstGeom prst="flowChartTerminator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tags/tag1.xml><?xml version="1.0" encoding="utf-8"?>
<p:tagLst xmlns:p="http://schemas.openxmlformats.org/presentationml/2006/main">
  <p:tag name="ISLIDE.VECTOR" val="b4534b55-5785-41b2-bf61-042536063a60"/>
</p:tagLst>
</file>

<file path=ppt/tags/tag2.xml><?xml version="1.0" encoding="utf-8"?>
<p:tagLst xmlns:p="http://schemas.openxmlformats.org/presentationml/2006/main">
  <p:tag name="ISLIDE.DIAGRAM" val="241199"/>
</p:tagLst>
</file>

<file path=ppt/tags/tag3.xml><?xml version="1.0" encoding="utf-8"?>
<p:tagLst xmlns:p="http://schemas.openxmlformats.org/presentationml/2006/main">
  <p:tag name="ISLIDE.DIAGRAM" val="243644"/>
</p:tagLst>
</file>

<file path=ppt/tags/tag4.xml><?xml version="1.0" encoding="utf-8"?>
<p:tagLst xmlns:p="http://schemas.openxmlformats.org/presentationml/2006/main">
  <p:tag name="ISLIDE.DIAGRAM" val="3295"/>
</p:tagLst>
</file>

<file path=ppt/tags/tag5.xml><?xml version="1.0" encoding="utf-8"?>
<p:tagLst xmlns:p="http://schemas.openxmlformats.org/presentationml/2006/main">
  <p:tag name="ISPRING_PRESENTATION_TITLE" val="简约大气蓝色毕业论文答辩PPT模板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0F4C"/>
      </a:accent1>
      <a:accent2>
        <a:srgbClr val="256AA5"/>
      </a:accent2>
      <a:accent3>
        <a:srgbClr val="0066BA"/>
      </a:accent3>
      <a:accent4>
        <a:srgbClr val="6888FF"/>
      </a:accent4>
      <a:accent5>
        <a:srgbClr val="7A7A7A"/>
      </a:accent5>
      <a:accent6>
        <a:srgbClr val="ADADAD"/>
      </a:accent6>
      <a:hlink>
        <a:srgbClr val="000F4C"/>
      </a:hlink>
      <a:folHlink>
        <a:srgbClr val="BFBFB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0F4C"/>
    </a:accent1>
    <a:accent2>
      <a:srgbClr val="256AA5"/>
    </a:accent2>
    <a:accent3>
      <a:srgbClr val="0066BA"/>
    </a:accent3>
    <a:accent4>
      <a:srgbClr val="6888FF"/>
    </a:accent4>
    <a:accent5>
      <a:srgbClr val="7A7A7A"/>
    </a:accent5>
    <a:accent6>
      <a:srgbClr val="ADADAD"/>
    </a:accent6>
    <a:hlink>
      <a:srgbClr val="000F4C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0F4C"/>
    </a:accent1>
    <a:accent2>
      <a:srgbClr val="256AA5"/>
    </a:accent2>
    <a:accent3>
      <a:srgbClr val="0066BA"/>
    </a:accent3>
    <a:accent4>
      <a:srgbClr val="6888FF"/>
    </a:accent4>
    <a:accent5>
      <a:srgbClr val="7A7A7A"/>
    </a:accent5>
    <a:accent6>
      <a:srgbClr val="ADADAD"/>
    </a:accent6>
    <a:hlink>
      <a:srgbClr val="000F4C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6004</Words>
  <Application>WPS 表格</Application>
  <PresentationFormat>宽屏</PresentationFormat>
  <Paragraphs>420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3" baseType="lpstr">
      <vt:lpstr>Arial</vt:lpstr>
      <vt:lpstr>宋体</vt:lpstr>
      <vt:lpstr>Wingdings</vt:lpstr>
      <vt:lpstr>字魂36号-正文宋楷</vt:lpstr>
      <vt:lpstr>汉仪书宋二KW</vt:lpstr>
      <vt:lpstr>黑体</vt:lpstr>
      <vt:lpstr>书体坊禚效锋行草体</vt:lpstr>
      <vt:lpstr>Arial Unicode MS</vt:lpstr>
      <vt:lpstr>汉仪中黑KW</vt:lpstr>
      <vt:lpstr>华文宋体</vt:lpstr>
      <vt:lpstr>Calibri</vt:lpstr>
      <vt:lpstr>Helvetica Neue</vt:lpstr>
      <vt:lpstr>微软雅黑</vt:lpstr>
      <vt:lpstr>汉仪旗黑</vt:lpstr>
      <vt:lpstr>宋体</vt:lpstr>
      <vt:lpstr>Calibri Light</vt:lpstr>
      <vt:lpstr>书体坊禚效锋行草体</vt:lpstr>
      <vt:lpstr>字魂36号-正文宋楷</vt:lpstr>
      <vt:lpstr>黑体</vt:lpstr>
      <vt:lpstr>苹方-简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简约大气蓝色毕业论文答辩PPT模板</dc:title>
  <dc:creator>User</dc:creator>
  <cp:lastModifiedBy>涵莜儿</cp:lastModifiedBy>
  <cp:revision>23</cp:revision>
  <dcterms:created xsi:type="dcterms:W3CDTF">2025-05-09T07:12:12Z</dcterms:created>
  <dcterms:modified xsi:type="dcterms:W3CDTF">2025-05-09T07:12:12Z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0D96DA6F95304BB9A5BD00E5585377F7</vt:lpwstr>
  </property>
  <property fmtid="{D5CDD505-2E9C-101B-9397-08002B2CF9AE}" pid="3" name="KSOProductBuildVer">
    <vt:lpwstr>2052-7.2.2.8955</vt:lpwstr>
  </property>
</Properties>
</file>