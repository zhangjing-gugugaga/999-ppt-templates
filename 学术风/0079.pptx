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30"/>
  </p:handoutMasterIdLst>
  <p:sldIdLst>
    <p:sldId id="283" r:id="rId3"/>
    <p:sldId id="285" r:id="rId4"/>
    <p:sldId id="286" r:id="rId5"/>
    <p:sldId id="267" r:id="rId6"/>
    <p:sldId id="269" r:id="rId7"/>
    <p:sldId id="271" r:id="rId8"/>
    <p:sldId id="282" r:id="rId9"/>
    <p:sldId id="265" r:id="rId10"/>
    <p:sldId id="256" r:id="rId12"/>
    <p:sldId id="266" r:id="rId13"/>
    <p:sldId id="259" r:id="rId14"/>
    <p:sldId id="268" r:id="rId15"/>
    <p:sldId id="270" r:id="rId16"/>
    <p:sldId id="272" r:id="rId17"/>
    <p:sldId id="260" r:id="rId18"/>
    <p:sldId id="273" r:id="rId19"/>
    <p:sldId id="274" r:id="rId20"/>
    <p:sldId id="275" r:id="rId21"/>
    <p:sldId id="262" r:id="rId22"/>
    <p:sldId id="276" r:id="rId23"/>
    <p:sldId id="277" r:id="rId24"/>
    <p:sldId id="278" r:id="rId25"/>
    <p:sldId id="263" r:id="rId26"/>
    <p:sldId id="279" r:id="rId27"/>
    <p:sldId id="280" r:id="rId28"/>
    <p:sldId id="284" r:id="rId29"/>
  </p:sldIdLst>
  <p:sldSz cx="12192000" cy="6858000"/>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9" userDrawn="1">
          <p15:clr>
            <a:srgbClr val="A4A3A4"/>
          </p15:clr>
        </p15:guide>
        <p15:guide id="2" pos="438" userDrawn="1">
          <p15:clr>
            <a:srgbClr val="A4A3A4"/>
          </p15:clr>
        </p15:guide>
        <p15:guide id="3" pos="72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C4243"/>
    <a:srgbClr val="AB1E21"/>
    <a:srgbClr val="308ACA"/>
    <a:srgbClr val="EEF0EF"/>
    <a:srgbClr val="E6E6E6"/>
    <a:srgbClr val="C427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92" autoAdjust="0"/>
    <p:restoredTop sz="93320" autoAdjust="0"/>
  </p:normalViewPr>
  <p:slideViewPr>
    <p:cSldViewPr snapToGrid="0" showGuides="1">
      <p:cViewPr varScale="1">
        <p:scale>
          <a:sx n="61" d="100"/>
          <a:sy n="61" d="100"/>
        </p:scale>
        <p:origin x="348" y="42"/>
      </p:cViewPr>
      <p:guideLst>
        <p:guide orient="horz" pos="2069"/>
        <p:guide pos="438"/>
        <p:guide pos="724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gs" Target="tags/tag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handoutMaster" Target="handoutMasters/handoutMaster1.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749E12-936C-4168-A750-6B81F73359E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BF934A-2A99-4710-800F-F319DDB5C6D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链接：https://pan.baidu.com/s/1dBUOykZfGkjoJj8YrmZuTw?pwd=7788 </a:t>
            </a:r>
            <a:endParaRPr lang="zh-CN" altLang="en-US"/>
          </a:p>
          <a:p>
            <a:r>
              <a:rPr lang="zh-CN" altLang="en-US"/>
              <a:t>提取码：7788</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链接：https://pan.baidu.com/s/1dBUOykZfGkjoJj8YrmZuTw?pwd=7788 </a:t>
            </a:r>
            <a:endParaRPr lang="zh-CN" altLang="en-US"/>
          </a:p>
          <a:p>
            <a:r>
              <a:rPr lang="zh-CN" altLang="en-US"/>
              <a:t>提取码：7788</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1_标题幻灯片">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5CE6B-FF6A-471E-9C4A-73362186D6C7}"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A22F73-3844-4250-B3F7-C596D703A3B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椭圆 30"/>
          <p:cNvSpPr/>
          <p:nvPr/>
        </p:nvSpPr>
        <p:spPr>
          <a:xfrm>
            <a:off x="10761323" y="1202532"/>
            <a:ext cx="389278" cy="38927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2826799" y="2753052"/>
            <a:ext cx="6538402" cy="1015663"/>
          </a:xfrm>
          <a:prstGeom prst="rect">
            <a:avLst/>
          </a:prstGeom>
          <a:noFill/>
        </p:spPr>
        <p:txBody>
          <a:bodyPr wrap="square">
            <a:spAutoFit/>
          </a:bodyPr>
          <a:lstStyle/>
          <a:p>
            <a:pPr algn="ctr"/>
            <a:r>
              <a:rPr lang="zh-CN" altLang="en-US" sz="60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毕业论文答辩</a:t>
            </a:r>
            <a:r>
              <a:rPr lang="zh-CN" altLang="en-US" sz="60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模板</a:t>
            </a:r>
            <a:endParaRPr lang="zh-CN" altLang="en-US" sz="60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5" name="椭圆 34"/>
          <p:cNvSpPr/>
          <p:nvPr/>
        </p:nvSpPr>
        <p:spPr>
          <a:xfrm>
            <a:off x="2694741" y="3233939"/>
            <a:ext cx="194120" cy="1941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2501709" y="3286582"/>
            <a:ext cx="94318" cy="9431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9311862" y="3222590"/>
            <a:ext cx="194120" cy="1941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9595972" y="3275233"/>
            <a:ext cx="94318" cy="9431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3344523" y="817902"/>
            <a:ext cx="356620" cy="3566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1646350" y="5476986"/>
            <a:ext cx="603363" cy="603363"/>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10333151" y="3059454"/>
            <a:ext cx="452100" cy="452100"/>
          </a:xfrm>
          <a:prstGeom prst="ellipse">
            <a:avLst/>
          </a:prstGeom>
          <a:solidFill>
            <a:schemeClr val="bg1"/>
          </a:solidFill>
          <a:ln>
            <a:solidFill>
              <a:srgbClr val="AC4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2190637" y="1558131"/>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8787379" y="1478302"/>
            <a:ext cx="153420" cy="1534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形状 47"/>
          <p:cNvSpPr/>
          <p:nvPr/>
        </p:nvSpPr>
        <p:spPr>
          <a:xfrm rot="2001767">
            <a:off x="10705817" y="1962311"/>
            <a:ext cx="979224" cy="985205"/>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6" name="任意多边形: 形状 49"/>
          <p:cNvSpPr/>
          <p:nvPr/>
        </p:nvSpPr>
        <p:spPr>
          <a:xfrm rot="2001767">
            <a:off x="8342563" y="399356"/>
            <a:ext cx="471236" cy="474114"/>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47" name="图片 4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23866" y="1601385"/>
            <a:ext cx="3144268" cy="946060"/>
          </a:xfrm>
          <a:prstGeom prst="rect">
            <a:avLst/>
          </a:prstGeom>
        </p:spPr>
      </p:pic>
      <p:sp>
        <p:nvSpPr>
          <p:cNvPr id="48" name="矩形 47"/>
          <p:cNvSpPr/>
          <p:nvPr/>
        </p:nvSpPr>
        <p:spPr>
          <a:xfrm flipH="1">
            <a:off x="6362463" y="5188145"/>
            <a:ext cx="5242162" cy="398780"/>
          </a:xfrm>
          <a:prstGeom prst="rect">
            <a:avLst/>
          </a:prstGeom>
        </p:spPr>
        <p:txBody>
          <a:bodyPr wrap="square">
            <a:spAutoFit/>
          </a:bodyPr>
          <a:lstStyle/>
          <a:p>
            <a:r>
              <a:rPr lang="zh-CN" altLang="en-US"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rPr>
              <a:t>汇报人：</a:t>
            </a:r>
            <a:r>
              <a:rPr lang="en-US" altLang="zh-CN"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rPr>
              <a:t>xx</a:t>
            </a:r>
            <a:r>
              <a:rPr lang="zh-CN" altLang="en-US"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rPr>
              <a:t>   指导导师：</a:t>
            </a:r>
            <a:r>
              <a:rPr lang="en-US" altLang="zh-CN"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rPr>
              <a:t>XX</a:t>
            </a:r>
            <a:r>
              <a:rPr lang="zh-CN" altLang="en-US"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rPr>
              <a:t>教授</a:t>
            </a:r>
            <a:endParaRPr lang="zh-CN" altLang="en-US"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endParaRPr>
          </a:p>
        </p:txBody>
      </p:sp>
      <p:sp>
        <p:nvSpPr>
          <p:cNvPr id="21" name="任意多边形: 形状 2"/>
          <p:cNvSpPr/>
          <p:nvPr/>
        </p:nvSpPr>
        <p:spPr>
          <a:xfrm>
            <a:off x="-1422399" y="4104616"/>
            <a:ext cx="17613085" cy="1444704"/>
          </a:xfrm>
          <a:custGeom>
            <a:avLst/>
            <a:gdLst>
              <a:gd name="connsiteX0" fmla="*/ 0 w 15210971"/>
              <a:gd name="connsiteY0" fmla="*/ 72097 h 1444704"/>
              <a:gd name="connsiteX1" fmla="*/ 1748971 w 15210971"/>
              <a:gd name="connsiteY1" fmla="*/ 761526 h 1444704"/>
              <a:gd name="connsiteX2" fmla="*/ 3969657 w 15210971"/>
              <a:gd name="connsiteY2" fmla="*/ 188211 h 1444704"/>
              <a:gd name="connsiteX3" fmla="*/ 6328228 w 15210971"/>
              <a:gd name="connsiteY3" fmla="*/ 863126 h 1444704"/>
              <a:gd name="connsiteX4" fmla="*/ 9296400 w 15210971"/>
              <a:gd name="connsiteY4" fmla="*/ 6783 h 1444704"/>
              <a:gd name="connsiteX5" fmla="*/ 11560628 w 15210971"/>
              <a:gd name="connsiteY5" fmla="*/ 1429183 h 1444704"/>
              <a:gd name="connsiteX6" fmla="*/ 15210971 w 15210971"/>
              <a:gd name="connsiteY6" fmla="*/ 638154 h 144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0971" h="1444704">
                <a:moveTo>
                  <a:pt x="0" y="72097"/>
                </a:moveTo>
                <a:cubicBezTo>
                  <a:pt x="543681" y="407135"/>
                  <a:pt x="1087362" y="742174"/>
                  <a:pt x="1748971" y="761526"/>
                </a:cubicBezTo>
                <a:cubicBezTo>
                  <a:pt x="2410580" y="780878"/>
                  <a:pt x="3206448" y="171278"/>
                  <a:pt x="3969657" y="188211"/>
                </a:cubicBezTo>
                <a:cubicBezTo>
                  <a:pt x="4732866" y="205144"/>
                  <a:pt x="5440438" y="893364"/>
                  <a:pt x="6328228" y="863126"/>
                </a:cubicBezTo>
                <a:cubicBezTo>
                  <a:pt x="7216018" y="832888"/>
                  <a:pt x="8424333" y="-87560"/>
                  <a:pt x="9296400" y="6783"/>
                </a:cubicBezTo>
                <a:cubicBezTo>
                  <a:pt x="10168467" y="101126"/>
                  <a:pt x="10574866" y="1323955"/>
                  <a:pt x="11560628" y="1429183"/>
                </a:cubicBezTo>
                <a:cubicBezTo>
                  <a:pt x="12546390" y="1534411"/>
                  <a:pt x="13878680" y="1086282"/>
                  <a:pt x="15210971" y="638154"/>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3"/>
          <p:cNvSpPr/>
          <p:nvPr/>
        </p:nvSpPr>
        <p:spPr>
          <a:xfrm>
            <a:off x="-3047999" y="4133645"/>
            <a:ext cx="17613085" cy="1444704"/>
          </a:xfrm>
          <a:custGeom>
            <a:avLst/>
            <a:gdLst>
              <a:gd name="connsiteX0" fmla="*/ 0 w 15210971"/>
              <a:gd name="connsiteY0" fmla="*/ 72097 h 1444704"/>
              <a:gd name="connsiteX1" fmla="*/ 1748971 w 15210971"/>
              <a:gd name="connsiteY1" fmla="*/ 761526 h 1444704"/>
              <a:gd name="connsiteX2" fmla="*/ 3969657 w 15210971"/>
              <a:gd name="connsiteY2" fmla="*/ 188211 h 1444704"/>
              <a:gd name="connsiteX3" fmla="*/ 6328228 w 15210971"/>
              <a:gd name="connsiteY3" fmla="*/ 863126 h 1444704"/>
              <a:gd name="connsiteX4" fmla="*/ 9296400 w 15210971"/>
              <a:gd name="connsiteY4" fmla="*/ 6783 h 1444704"/>
              <a:gd name="connsiteX5" fmla="*/ 11560628 w 15210971"/>
              <a:gd name="connsiteY5" fmla="*/ 1429183 h 1444704"/>
              <a:gd name="connsiteX6" fmla="*/ 15210971 w 15210971"/>
              <a:gd name="connsiteY6" fmla="*/ 638154 h 144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0971" h="1444704">
                <a:moveTo>
                  <a:pt x="0" y="72097"/>
                </a:moveTo>
                <a:cubicBezTo>
                  <a:pt x="543681" y="407135"/>
                  <a:pt x="1087362" y="742174"/>
                  <a:pt x="1748971" y="761526"/>
                </a:cubicBezTo>
                <a:cubicBezTo>
                  <a:pt x="2410580" y="780878"/>
                  <a:pt x="3206448" y="171278"/>
                  <a:pt x="3969657" y="188211"/>
                </a:cubicBezTo>
                <a:cubicBezTo>
                  <a:pt x="4732866" y="205144"/>
                  <a:pt x="5440438" y="893364"/>
                  <a:pt x="6328228" y="863126"/>
                </a:cubicBezTo>
                <a:cubicBezTo>
                  <a:pt x="7216018" y="832888"/>
                  <a:pt x="8424333" y="-87560"/>
                  <a:pt x="9296400" y="6783"/>
                </a:cubicBezTo>
                <a:cubicBezTo>
                  <a:pt x="10168467" y="101126"/>
                  <a:pt x="10574866" y="1323955"/>
                  <a:pt x="11560628" y="1429183"/>
                </a:cubicBezTo>
                <a:cubicBezTo>
                  <a:pt x="12546390" y="1534411"/>
                  <a:pt x="13878680" y="1086282"/>
                  <a:pt x="15210971" y="638154"/>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2860643" y="3720406"/>
            <a:ext cx="6504558" cy="507831"/>
          </a:xfrm>
          <a:prstGeom prst="rect">
            <a:avLst/>
          </a:prstGeom>
          <a:noFill/>
        </p:spPr>
        <p:txBody>
          <a:bodyPr wrap="square" rtlCol="0">
            <a:spAutoFit/>
          </a:bodyPr>
          <a:lstStyle/>
          <a:p>
            <a:pPr algn="ctr">
              <a:lnSpc>
                <a:spcPct val="150000"/>
              </a:lnSpc>
            </a:pPr>
            <a:r>
              <a:rPr lang="en-GB" altLang="zh-CN" sz="900" dirty="0">
                <a:solidFill>
                  <a:schemeClr val="tx1">
                    <a:lumMod val="50000"/>
                    <a:lumOff val="50000"/>
                  </a:schemeClr>
                </a:solidFill>
                <a:latin typeface="思源黑体 CN Normal" panose="020B0400000000000000" pitchFamily="34" charset="-122"/>
                <a:ea typeface="思源黑体 CN Normal" panose="020B0400000000000000" pitchFamily="34" charset="-122"/>
              </a:rPr>
              <a:t>your content is entered here, or by copying your text, select paste in this box and choose to retain only text. your content is typed here, or by copying your text, select paste in this box.enter the relevant content you need </a:t>
            </a:r>
            <a:r>
              <a:rPr lang="en-GB" altLang="zh-CN" sz="900" dirty="0" smtClean="0">
                <a:solidFill>
                  <a:schemeClr val="tx1">
                    <a:lumMod val="50000"/>
                    <a:lumOff val="50000"/>
                  </a:schemeClr>
                </a:solidFill>
                <a:latin typeface="思源黑体 CN Normal" panose="020B0400000000000000" pitchFamily="34" charset="-122"/>
                <a:ea typeface="思源黑体 CN Normal" panose="020B0400000000000000" pitchFamily="34" charset="-122"/>
              </a:rPr>
              <a:t>here.</a:t>
            </a:r>
            <a:endParaRPr lang="en-GB" altLang="zh-CN" sz="900" dirty="0">
              <a:solidFill>
                <a:schemeClr val="tx1">
                  <a:lumMod val="50000"/>
                  <a:lumOff val="50000"/>
                </a:schemeClr>
              </a:solidFill>
              <a:latin typeface="思源黑体 CN Normal" panose="020B0400000000000000" pitchFamily="34" charset="-122"/>
              <a:ea typeface="思源黑体 CN Normal" panose="020B0400000000000000" pitchFamily="34" charset="-122"/>
            </a:endParaRPr>
          </a:p>
        </p:txBody>
      </p:sp>
      <p:sp>
        <p:nvSpPr>
          <p:cNvPr id="39" name="椭圆 38"/>
          <p:cNvSpPr/>
          <p:nvPr/>
        </p:nvSpPr>
        <p:spPr>
          <a:xfrm>
            <a:off x="-871877" y="2044360"/>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0785251" y="4148461"/>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down)">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 calcmode="lin" valueType="num">
                                      <p:cBhvr additive="base">
                                        <p:cTn id="12" dur="500" fill="hold"/>
                                        <p:tgtEl>
                                          <p:spTgt spid="32"/>
                                        </p:tgtEl>
                                        <p:attrNameLst>
                                          <p:attrName>ppt_x</p:attrName>
                                        </p:attrNameLst>
                                      </p:cBhvr>
                                      <p:tavLst>
                                        <p:tav tm="0">
                                          <p:val>
                                            <p:strVal val="#ppt_x"/>
                                          </p:val>
                                        </p:tav>
                                        <p:tav tm="100000">
                                          <p:val>
                                            <p:strVal val="#ppt_x"/>
                                          </p:val>
                                        </p:tav>
                                      </p:tavLst>
                                    </p:anim>
                                    <p:anim calcmode="lin" valueType="num">
                                      <p:cBhvr additive="base">
                                        <p:cTn id="13"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23">
                                            <p:txEl>
                                              <p:pRg st="0" end="0"/>
                                            </p:txEl>
                                          </p:spTgt>
                                        </p:tgtEl>
                                        <p:attrNameLst>
                                          <p:attrName>style.visibility</p:attrName>
                                        </p:attrNameLst>
                                      </p:cBhvr>
                                      <p:to>
                                        <p:strVal val="visible"/>
                                      </p:to>
                                    </p:set>
                                    <p:animEffect transition="in" filter="fade">
                                      <p:cBhvr>
                                        <p:cTn id="18" dur="1000"/>
                                        <p:tgtEl>
                                          <p:spTgt spid="23">
                                            <p:txEl>
                                              <p:pRg st="0" end="0"/>
                                            </p:txEl>
                                          </p:spTgt>
                                        </p:tgtEl>
                                      </p:cBhvr>
                                    </p:animEffect>
                                    <p:anim calcmode="lin" valueType="num">
                                      <p:cBhvr>
                                        <p:cTn id="19" dur="1000" fill="hold"/>
                                        <p:tgtEl>
                                          <p:spTgt spid="23">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2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27843" y="2874211"/>
            <a:ext cx="954107" cy="369332"/>
          </a:xfrm>
          <a:prstGeom prst="rect">
            <a:avLst/>
          </a:prstGeom>
        </p:spPr>
        <p:txBody>
          <a:bodyPr wrap="none">
            <a:spAutoFit/>
          </a:bodyPr>
          <a:lstStyle/>
          <a:p>
            <a:pPr algn="ctr" defTabSz="914400">
              <a:defRPr/>
            </a:pPr>
            <a:r>
              <a:rPr lang="zh-CN" altLang="en-US" spc="200" dirty="0">
                <a:solidFill>
                  <a:schemeClr val="tx1">
                    <a:lumMod val="65000"/>
                    <a:lumOff val="35000"/>
                  </a:schemeClr>
                </a:solidFill>
                <a:latin typeface="思源黑体 CN Medium" panose="020B0600000000000000" pitchFamily="34" charset="-122"/>
                <a:ea typeface="思源黑体 CN Medium" panose="020B0600000000000000" pitchFamily="34" charset="-122"/>
              </a:rPr>
              <a:t>第一章</a:t>
            </a:r>
            <a:endParaRPr lang="zh-CN" altLang="en-US" spc="200"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4" name="任意多边形: 形状 120"/>
          <p:cNvSpPr/>
          <p:nvPr/>
        </p:nvSpPr>
        <p:spPr>
          <a:xfrm rot="2001767">
            <a:off x="9105615" y="1066962"/>
            <a:ext cx="979224" cy="985205"/>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任意多边形: 形状 122"/>
          <p:cNvSpPr/>
          <p:nvPr/>
        </p:nvSpPr>
        <p:spPr>
          <a:xfrm>
            <a:off x="-2470562" y="3071153"/>
            <a:ext cx="17613085" cy="1444704"/>
          </a:xfrm>
          <a:custGeom>
            <a:avLst/>
            <a:gdLst>
              <a:gd name="connsiteX0" fmla="*/ 0 w 15210971"/>
              <a:gd name="connsiteY0" fmla="*/ 72097 h 1444704"/>
              <a:gd name="connsiteX1" fmla="*/ 1748971 w 15210971"/>
              <a:gd name="connsiteY1" fmla="*/ 761526 h 1444704"/>
              <a:gd name="connsiteX2" fmla="*/ 3969657 w 15210971"/>
              <a:gd name="connsiteY2" fmla="*/ 188211 h 1444704"/>
              <a:gd name="connsiteX3" fmla="*/ 6328228 w 15210971"/>
              <a:gd name="connsiteY3" fmla="*/ 863126 h 1444704"/>
              <a:gd name="connsiteX4" fmla="*/ 9296400 w 15210971"/>
              <a:gd name="connsiteY4" fmla="*/ 6783 h 1444704"/>
              <a:gd name="connsiteX5" fmla="*/ 11560628 w 15210971"/>
              <a:gd name="connsiteY5" fmla="*/ 1429183 h 1444704"/>
              <a:gd name="connsiteX6" fmla="*/ 15210971 w 15210971"/>
              <a:gd name="connsiteY6" fmla="*/ 638154 h 144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0971" h="1444704">
                <a:moveTo>
                  <a:pt x="0" y="72097"/>
                </a:moveTo>
                <a:cubicBezTo>
                  <a:pt x="543681" y="407135"/>
                  <a:pt x="1087362" y="742174"/>
                  <a:pt x="1748971" y="761526"/>
                </a:cubicBezTo>
                <a:cubicBezTo>
                  <a:pt x="2410580" y="780878"/>
                  <a:pt x="3206448" y="171278"/>
                  <a:pt x="3969657" y="188211"/>
                </a:cubicBezTo>
                <a:cubicBezTo>
                  <a:pt x="4732866" y="205144"/>
                  <a:pt x="5440438" y="893364"/>
                  <a:pt x="6328228" y="863126"/>
                </a:cubicBezTo>
                <a:cubicBezTo>
                  <a:pt x="7216018" y="832888"/>
                  <a:pt x="8424333" y="-87560"/>
                  <a:pt x="9296400" y="6783"/>
                </a:cubicBezTo>
                <a:cubicBezTo>
                  <a:pt x="10168467" y="101126"/>
                  <a:pt x="10574866" y="1323955"/>
                  <a:pt x="11560628" y="1429183"/>
                </a:cubicBezTo>
                <a:cubicBezTo>
                  <a:pt x="12546390" y="1534411"/>
                  <a:pt x="13878680" y="1086282"/>
                  <a:pt x="15210971" y="638154"/>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形状 124"/>
          <p:cNvSpPr/>
          <p:nvPr/>
        </p:nvSpPr>
        <p:spPr>
          <a:xfrm>
            <a:off x="-4096162" y="3100182"/>
            <a:ext cx="17613085" cy="1444704"/>
          </a:xfrm>
          <a:custGeom>
            <a:avLst/>
            <a:gdLst>
              <a:gd name="connsiteX0" fmla="*/ 0 w 15210971"/>
              <a:gd name="connsiteY0" fmla="*/ 72097 h 1444704"/>
              <a:gd name="connsiteX1" fmla="*/ 1748971 w 15210971"/>
              <a:gd name="connsiteY1" fmla="*/ 761526 h 1444704"/>
              <a:gd name="connsiteX2" fmla="*/ 3969657 w 15210971"/>
              <a:gd name="connsiteY2" fmla="*/ 188211 h 1444704"/>
              <a:gd name="connsiteX3" fmla="*/ 6328228 w 15210971"/>
              <a:gd name="connsiteY3" fmla="*/ 863126 h 1444704"/>
              <a:gd name="connsiteX4" fmla="*/ 9296400 w 15210971"/>
              <a:gd name="connsiteY4" fmla="*/ 6783 h 1444704"/>
              <a:gd name="connsiteX5" fmla="*/ 11560628 w 15210971"/>
              <a:gd name="connsiteY5" fmla="*/ 1429183 h 1444704"/>
              <a:gd name="connsiteX6" fmla="*/ 15210971 w 15210971"/>
              <a:gd name="connsiteY6" fmla="*/ 638154 h 144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0971" h="1444704">
                <a:moveTo>
                  <a:pt x="0" y="72097"/>
                </a:moveTo>
                <a:cubicBezTo>
                  <a:pt x="543681" y="407135"/>
                  <a:pt x="1087362" y="742174"/>
                  <a:pt x="1748971" y="761526"/>
                </a:cubicBezTo>
                <a:cubicBezTo>
                  <a:pt x="2410580" y="780878"/>
                  <a:pt x="3206448" y="171278"/>
                  <a:pt x="3969657" y="188211"/>
                </a:cubicBezTo>
                <a:cubicBezTo>
                  <a:pt x="4732866" y="205144"/>
                  <a:pt x="5440438" y="893364"/>
                  <a:pt x="6328228" y="863126"/>
                </a:cubicBezTo>
                <a:cubicBezTo>
                  <a:pt x="7216018" y="832888"/>
                  <a:pt x="8424333" y="-87560"/>
                  <a:pt x="9296400" y="6783"/>
                </a:cubicBezTo>
                <a:cubicBezTo>
                  <a:pt x="10168467" y="101126"/>
                  <a:pt x="10574866" y="1323955"/>
                  <a:pt x="11560628" y="1429183"/>
                </a:cubicBezTo>
                <a:cubicBezTo>
                  <a:pt x="12546390" y="1534411"/>
                  <a:pt x="13878680" y="1086282"/>
                  <a:pt x="15210971" y="638154"/>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1128186" y="3375818"/>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8" name="椭圆 7"/>
          <p:cNvSpPr/>
          <p:nvPr/>
        </p:nvSpPr>
        <p:spPr>
          <a:xfrm>
            <a:off x="8787379" y="1478302"/>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185"/>
          <p:cNvSpPr/>
          <p:nvPr/>
        </p:nvSpPr>
        <p:spPr>
          <a:xfrm>
            <a:off x="3805093" y="1"/>
            <a:ext cx="3968423" cy="1933574"/>
          </a:xfrm>
          <a:custGeom>
            <a:avLst/>
            <a:gdLst>
              <a:gd name="connsiteX0" fmla="*/ 0 w 3968423"/>
              <a:gd name="connsiteY0" fmla="*/ 0 h 1933574"/>
              <a:gd name="connsiteX1" fmla="*/ 3968423 w 3968423"/>
              <a:gd name="connsiteY1" fmla="*/ 0 h 1933574"/>
              <a:gd name="connsiteX2" fmla="*/ 3946431 w 3968423"/>
              <a:gd name="connsiteY2" fmla="*/ 161996 h 1933574"/>
              <a:gd name="connsiteX3" fmla="*/ 1984212 w 3968423"/>
              <a:gd name="connsiteY3" fmla="*/ 1933574 h 1933574"/>
              <a:gd name="connsiteX4" fmla="*/ 21992 w 3968423"/>
              <a:gd name="connsiteY4" fmla="*/ 161996 h 1933574"/>
              <a:gd name="connsiteX0-1" fmla="*/ 0 w 3968423"/>
              <a:gd name="connsiteY0-2" fmla="*/ 19051 h 1952625"/>
              <a:gd name="connsiteX1-3" fmla="*/ 304945 w 3968423"/>
              <a:gd name="connsiteY1-4" fmla="*/ 0 h 1952625"/>
              <a:gd name="connsiteX2-5" fmla="*/ 3968423 w 3968423"/>
              <a:gd name="connsiteY2-6" fmla="*/ 19051 h 1952625"/>
              <a:gd name="connsiteX3-7" fmla="*/ 3946431 w 3968423"/>
              <a:gd name="connsiteY3-8" fmla="*/ 181047 h 1952625"/>
              <a:gd name="connsiteX4-9" fmla="*/ 1984212 w 3968423"/>
              <a:gd name="connsiteY4-10" fmla="*/ 1952625 h 1952625"/>
              <a:gd name="connsiteX5" fmla="*/ 21992 w 3968423"/>
              <a:gd name="connsiteY5" fmla="*/ 181047 h 1952625"/>
              <a:gd name="connsiteX6" fmla="*/ 0 w 3968423"/>
              <a:gd name="connsiteY6" fmla="*/ 19051 h 1952625"/>
              <a:gd name="connsiteX0-11" fmla="*/ 0 w 3968423"/>
              <a:gd name="connsiteY0-12" fmla="*/ 0 h 1933574"/>
              <a:gd name="connsiteX1-13" fmla="*/ 3968423 w 3968423"/>
              <a:gd name="connsiteY1-14" fmla="*/ 0 h 1933574"/>
              <a:gd name="connsiteX2-15" fmla="*/ 3946431 w 3968423"/>
              <a:gd name="connsiteY2-16" fmla="*/ 161996 h 1933574"/>
              <a:gd name="connsiteX3-17" fmla="*/ 1984212 w 3968423"/>
              <a:gd name="connsiteY3-18" fmla="*/ 1933574 h 1933574"/>
              <a:gd name="connsiteX4-19" fmla="*/ 21992 w 3968423"/>
              <a:gd name="connsiteY4-20" fmla="*/ 161996 h 1933574"/>
              <a:gd name="connsiteX5-21" fmla="*/ 0 w 3968423"/>
              <a:gd name="connsiteY5-22" fmla="*/ 0 h 1933574"/>
              <a:gd name="connsiteX0-23" fmla="*/ 0 w 3968423"/>
              <a:gd name="connsiteY0-24" fmla="*/ 14289 h 1947863"/>
              <a:gd name="connsiteX1-25" fmla="*/ 328757 w 3968423"/>
              <a:gd name="connsiteY1-26" fmla="*/ 0 h 1947863"/>
              <a:gd name="connsiteX2-27" fmla="*/ 3968423 w 3968423"/>
              <a:gd name="connsiteY2-28" fmla="*/ 14289 h 1947863"/>
              <a:gd name="connsiteX3-29" fmla="*/ 3946431 w 3968423"/>
              <a:gd name="connsiteY3-30" fmla="*/ 176285 h 1947863"/>
              <a:gd name="connsiteX4-31" fmla="*/ 1984212 w 3968423"/>
              <a:gd name="connsiteY4-32" fmla="*/ 1947863 h 1947863"/>
              <a:gd name="connsiteX5-33" fmla="*/ 21992 w 3968423"/>
              <a:gd name="connsiteY5-34" fmla="*/ 176285 h 1947863"/>
              <a:gd name="connsiteX6-35" fmla="*/ 0 w 3968423"/>
              <a:gd name="connsiteY6-36" fmla="*/ 14289 h 1947863"/>
              <a:gd name="connsiteX0-37" fmla="*/ 328757 w 3968423"/>
              <a:gd name="connsiteY0-38" fmla="*/ 0 h 1947863"/>
              <a:gd name="connsiteX1-39" fmla="*/ 3968423 w 3968423"/>
              <a:gd name="connsiteY1-40" fmla="*/ 14289 h 1947863"/>
              <a:gd name="connsiteX2-41" fmla="*/ 3946431 w 3968423"/>
              <a:gd name="connsiteY2-42" fmla="*/ 176285 h 1947863"/>
              <a:gd name="connsiteX3-43" fmla="*/ 1984212 w 3968423"/>
              <a:gd name="connsiteY3-44" fmla="*/ 1947863 h 1947863"/>
              <a:gd name="connsiteX4-45" fmla="*/ 21992 w 3968423"/>
              <a:gd name="connsiteY4-46" fmla="*/ 176285 h 1947863"/>
              <a:gd name="connsiteX5-47" fmla="*/ 0 w 3968423"/>
              <a:gd name="connsiteY5-48" fmla="*/ 14289 h 1947863"/>
              <a:gd name="connsiteX6-49" fmla="*/ 420197 w 3968423"/>
              <a:gd name="connsiteY6-50" fmla="*/ 91440 h 1947863"/>
              <a:gd name="connsiteX0-51" fmla="*/ 328757 w 3968423"/>
              <a:gd name="connsiteY0-52" fmla="*/ 0 h 1947863"/>
              <a:gd name="connsiteX1-53" fmla="*/ 3968423 w 3968423"/>
              <a:gd name="connsiteY1-54" fmla="*/ 14289 h 1947863"/>
              <a:gd name="connsiteX2-55" fmla="*/ 3946431 w 3968423"/>
              <a:gd name="connsiteY2-56" fmla="*/ 176285 h 1947863"/>
              <a:gd name="connsiteX3-57" fmla="*/ 1984212 w 3968423"/>
              <a:gd name="connsiteY3-58" fmla="*/ 1947863 h 1947863"/>
              <a:gd name="connsiteX4-59" fmla="*/ 21992 w 3968423"/>
              <a:gd name="connsiteY4-60" fmla="*/ 176285 h 1947863"/>
              <a:gd name="connsiteX5-61" fmla="*/ 0 w 3968423"/>
              <a:gd name="connsiteY5-62" fmla="*/ 14289 h 1947863"/>
              <a:gd name="connsiteX0-63" fmla="*/ 3968423 w 3968423"/>
              <a:gd name="connsiteY0-64" fmla="*/ 0 h 1933574"/>
              <a:gd name="connsiteX1-65" fmla="*/ 3946431 w 3968423"/>
              <a:gd name="connsiteY1-66" fmla="*/ 161996 h 1933574"/>
              <a:gd name="connsiteX2-67" fmla="*/ 1984212 w 3968423"/>
              <a:gd name="connsiteY2-68" fmla="*/ 1933574 h 1933574"/>
              <a:gd name="connsiteX3-69" fmla="*/ 21992 w 3968423"/>
              <a:gd name="connsiteY3-70" fmla="*/ 161996 h 1933574"/>
              <a:gd name="connsiteX4-71" fmla="*/ 0 w 3968423"/>
              <a:gd name="connsiteY4-72" fmla="*/ 0 h 19335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68423" h="1933574">
                <a:moveTo>
                  <a:pt x="3968423" y="0"/>
                </a:moveTo>
                <a:lnTo>
                  <a:pt x="3946431" y="161996"/>
                </a:lnTo>
                <a:cubicBezTo>
                  <a:pt x="3764638" y="1172055"/>
                  <a:pt x="2955217" y="1933574"/>
                  <a:pt x="1984212" y="1933574"/>
                </a:cubicBezTo>
                <a:cubicBezTo>
                  <a:pt x="1013203" y="1933574"/>
                  <a:pt x="203783" y="1172055"/>
                  <a:pt x="21992" y="161996"/>
                </a:cubicBez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任意多边形: 形状 186"/>
          <p:cNvSpPr/>
          <p:nvPr/>
        </p:nvSpPr>
        <p:spPr>
          <a:xfrm>
            <a:off x="4414949" y="1"/>
            <a:ext cx="3901235" cy="1719263"/>
          </a:xfrm>
          <a:custGeom>
            <a:avLst/>
            <a:gdLst>
              <a:gd name="connsiteX0" fmla="*/ 0 w 3901235"/>
              <a:gd name="connsiteY0" fmla="*/ 0 h 1719263"/>
              <a:gd name="connsiteX1" fmla="*/ 3901235 w 3901235"/>
              <a:gd name="connsiteY1" fmla="*/ 0 h 1719263"/>
              <a:gd name="connsiteX2" fmla="*/ 3871510 w 3901235"/>
              <a:gd name="connsiteY2" fmla="*/ 134033 h 1719263"/>
              <a:gd name="connsiteX3" fmla="*/ 1950618 w 3901235"/>
              <a:gd name="connsiteY3" fmla="*/ 1719263 h 1719263"/>
              <a:gd name="connsiteX4" fmla="*/ 29725 w 3901235"/>
              <a:gd name="connsiteY4" fmla="*/ 134033 h 1719263"/>
              <a:gd name="connsiteX0-1" fmla="*/ 0 w 3901235"/>
              <a:gd name="connsiteY0-2" fmla="*/ 4764 h 1724027"/>
              <a:gd name="connsiteX1-3" fmla="*/ 971439 w 3901235"/>
              <a:gd name="connsiteY1-4" fmla="*/ 0 h 1724027"/>
              <a:gd name="connsiteX2-5" fmla="*/ 3901235 w 3901235"/>
              <a:gd name="connsiteY2-6" fmla="*/ 4764 h 1724027"/>
              <a:gd name="connsiteX3-7" fmla="*/ 3871510 w 3901235"/>
              <a:gd name="connsiteY3-8" fmla="*/ 138797 h 1724027"/>
              <a:gd name="connsiteX4-9" fmla="*/ 1950618 w 3901235"/>
              <a:gd name="connsiteY4-10" fmla="*/ 1724027 h 1724027"/>
              <a:gd name="connsiteX5" fmla="*/ 29725 w 3901235"/>
              <a:gd name="connsiteY5" fmla="*/ 138797 h 1724027"/>
              <a:gd name="connsiteX6" fmla="*/ 0 w 3901235"/>
              <a:gd name="connsiteY6" fmla="*/ 4764 h 1724027"/>
              <a:gd name="connsiteX0-11" fmla="*/ 971439 w 3901235"/>
              <a:gd name="connsiteY0-12" fmla="*/ 0 h 1724027"/>
              <a:gd name="connsiteX1-13" fmla="*/ 3901235 w 3901235"/>
              <a:gd name="connsiteY1-14" fmla="*/ 4764 h 1724027"/>
              <a:gd name="connsiteX2-15" fmla="*/ 3871510 w 3901235"/>
              <a:gd name="connsiteY2-16" fmla="*/ 138797 h 1724027"/>
              <a:gd name="connsiteX3-17" fmla="*/ 1950618 w 3901235"/>
              <a:gd name="connsiteY3-18" fmla="*/ 1724027 h 1724027"/>
              <a:gd name="connsiteX4-19" fmla="*/ 29725 w 3901235"/>
              <a:gd name="connsiteY4-20" fmla="*/ 138797 h 1724027"/>
              <a:gd name="connsiteX5-21" fmla="*/ 0 w 3901235"/>
              <a:gd name="connsiteY5-22" fmla="*/ 4764 h 1724027"/>
              <a:gd name="connsiteX6-23" fmla="*/ 1062879 w 3901235"/>
              <a:gd name="connsiteY6-24" fmla="*/ 91440 h 1724027"/>
              <a:gd name="connsiteX0-25" fmla="*/ 971439 w 3901235"/>
              <a:gd name="connsiteY0-26" fmla="*/ 0 h 1724027"/>
              <a:gd name="connsiteX1-27" fmla="*/ 3901235 w 3901235"/>
              <a:gd name="connsiteY1-28" fmla="*/ 4764 h 1724027"/>
              <a:gd name="connsiteX2-29" fmla="*/ 3871510 w 3901235"/>
              <a:gd name="connsiteY2-30" fmla="*/ 138797 h 1724027"/>
              <a:gd name="connsiteX3-31" fmla="*/ 1950618 w 3901235"/>
              <a:gd name="connsiteY3-32" fmla="*/ 1724027 h 1724027"/>
              <a:gd name="connsiteX4-33" fmla="*/ 29725 w 3901235"/>
              <a:gd name="connsiteY4-34" fmla="*/ 138797 h 1724027"/>
              <a:gd name="connsiteX5-35" fmla="*/ 0 w 3901235"/>
              <a:gd name="connsiteY5-36" fmla="*/ 4764 h 1724027"/>
              <a:gd name="connsiteX0-37" fmla="*/ 3901235 w 3901235"/>
              <a:gd name="connsiteY0-38" fmla="*/ 0 h 1719263"/>
              <a:gd name="connsiteX1-39" fmla="*/ 3871510 w 3901235"/>
              <a:gd name="connsiteY1-40" fmla="*/ 134033 h 1719263"/>
              <a:gd name="connsiteX2-41" fmla="*/ 1950618 w 3901235"/>
              <a:gd name="connsiteY2-42" fmla="*/ 1719263 h 1719263"/>
              <a:gd name="connsiteX3-43" fmla="*/ 29725 w 3901235"/>
              <a:gd name="connsiteY3-44" fmla="*/ 134033 h 1719263"/>
              <a:gd name="connsiteX4-45" fmla="*/ 0 w 3901235"/>
              <a:gd name="connsiteY4-46" fmla="*/ 0 h 17192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01235" h="1719263">
                <a:moveTo>
                  <a:pt x="3901235" y="0"/>
                </a:moveTo>
                <a:lnTo>
                  <a:pt x="3871510" y="134033"/>
                </a:lnTo>
                <a:cubicBezTo>
                  <a:pt x="3629235" y="1049959"/>
                  <a:pt x="2860935" y="1719263"/>
                  <a:pt x="1950618" y="1719263"/>
                </a:cubicBezTo>
                <a:cubicBezTo>
                  <a:pt x="1040298" y="1719263"/>
                  <a:pt x="271998" y="1049959"/>
                  <a:pt x="29725" y="134033"/>
                </a:cubicBezTo>
                <a:lnTo>
                  <a:pt x="0" y="0"/>
                </a:lnTo>
              </a:path>
            </a:pathLst>
          </a:custGeom>
          <a:noFill/>
          <a:ln>
            <a:solidFill>
              <a:srgbClr val="AC424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形状 187"/>
          <p:cNvSpPr/>
          <p:nvPr/>
        </p:nvSpPr>
        <p:spPr>
          <a:xfrm>
            <a:off x="4294786" y="0"/>
            <a:ext cx="3592905" cy="1725984"/>
          </a:xfrm>
          <a:custGeom>
            <a:avLst/>
            <a:gdLst>
              <a:gd name="connsiteX0" fmla="*/ 0 w 3592905"/>
              <a:gd name="connsiteY0" fmla="*/ 0 h 1725984"/>
              <a:gd name="connsiteX1" fmla="*/ 3592905 w 3592905"/>
              <a:gd name="connsiteY1" fmla="*/ 0 h 1725984"/>
              <a:gd name="connsiteX2" fmla="*/ 3587358 w 3592905"/>
              <a:gd name="connsiteY2" fmla="*/ 109844 h 1725984"/>
              <a:gd name="connsiteX3" fmla="*/ 1796452 w 3592905"/>
              <a:gd name="connsiteY3" fmla="*/ 1725984 h 1725984"/>
              <a:gd name="connsiteX4" fmla="*/ 5547 w 3592905"/>
              <a:gd name="connsiteY4" fmla="*/ 109844 h 17259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2905" h="1725984">
                <a:moveTo>
                  <a:pt x="0" y="0"/>
                </a:moveTo>
                <a:lnTo>
                  <a:pt x="3592905" y="0"/>
                </a:lnTo>
                <a:lnTo>
                  <a:pt x="3587358" y="109844"/>
                </a:lnTo>
                <a:cubicBezTo>
                  <a:pt x="3495170" y="1017606"/>
                  <a:pt x="2728536" y="1725984"/>
                  <a:pt x="1796452" y="1725984"/>
                </a:cubicBezTo>
                <a:cubicBezTo>
                  <a:pt x="864368" y="1725984"/>
                  <a:pt x="97735" y="1017606"/>
                  <a:pt x="5547" y="109844"/>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2" name="组合 11"/>
          <p:cNvGrpSpPr/>
          <p:nvPr/>
        </p:nvGrpSpPr>
        <p:grpSpPr>
          <a:xfrm>
            <a:off x="5423012" y="298047"/>
            <a:ext cx="1336454" cy="1005661"/>
            <a:chOff x="5378243" y="298047"/>
            <a:chExt cx="1336454" cy="1005661"/>
          </a:xfrm>
        </p:grpSpPr>
        <p:sp>
          <p:nvSpPr>
            <p:cNvPr id="13" name="矩形 12"/>
            <p:cNvSpPr/>
            <p:nvPr/>
          </p:nvSpPr>
          <p:spPr>
            <a:xfrm>
              <a:off x="5378243" y="298047"/>
              <a:ext cx="764954" cy="769441"/>
            </a:xfrm>
            <a:prstGeom prst="rect">
              <a:avLst/>
            </a:prstGeom>
          </p:spPr>
          <p:txBody>
            <a:bodyPr wrap="none">
              <a:spAutoFit/>
            </a:bodyPr>
            <a:lstStyle/>
            <a:p>
              <a:pPr algn="ctr" defTabSz="914400">
                <a:defRPr/>
              </a:pPr>
              <a:r>
                <a:rPr lang="zh-CN" altLang="en-US" sz="4400" b="1" dirty="0">
                  <a:solidFill>
                    <a:schemeClr val="bg1"/>
                  </a:solidFill>
                  <a:latin typeface="思源黑体 CN Medium" panose="020B0600000000000000" pitchFamily="34" charset="-122"/>
                  <a:ea typeface="思源黑体 CN Medium" panose="020B0600000000000000" pitchFamily="34" charset="-122"/>
                </a:rPr>
                <a:t>目</a:t>
              </a:r>
              <a:endParaRPr lang="zh-CN" altLang="en-US" sz="4400" b="1" dirty="0">
                <a:solidFill>
                  <a:schemeClr val="bg1"/>
                </a:solidFill>
                <a:latin typeface="思源黑体 CN Medium" panose="020B0600000000000000" pitchFamily="34" charset="-122"/>
                <a:ea typeface="思源黑体 CN Medium" panose="020B0600000000000000" pitchFamily="34" charset="-122"/>
              </a:endParaRPr>
            </a:p>
          </p:txBody>
        </p:sp>
        <p:sp>
          <p:nvSpPr>
            <p:cNvPr id="14" name="矩形 13"/>
            <p:cNvSpPr/>
            <p:nvPr/>
          </p:nvSpPr>
          <p:spPr>
            <a:xfrm>
              <a:off x="5949743" y="534267"/>
              <a:ext cx="764954" cy="769441"/>
            </a:xfrm>
            <a:prstGeom prst="rect">
              <a:avLst/>
            </a:prstGeom>
          </p:spPr>
          <p:txBody>
            <a:bodyPr wrap="none">
              <a:spAutoFit/>
            </a:bodyPr>
            <a:lstStyle/>
            <a:p>
              <a:pPr algn="ctr" defTabSz="914400">
                <a:defRPr/>
              </a:pPr>
              <a:r>
                <a:rPr lang="zh-CN" altLang="en-US" sz="4400" b="1" dirty="0">
                  <a:solidFill>
                    <a:schemeClr val="bg1"/>
                  </a:solidFill>
                  <a:latin typeface="思源黑体 CN Medium" panose="020B0600000000000000" pitchFamily="34" charset="-122"/>
                  <a:ea typeface="思源黑体 CN Medium" panose="020B0600000000000000" pitchFamily="34" charset="-122"/>
                </a:rPr>
                <a:t>录</a:t>
              </a:r>
              <a:endParaRPr lang="zh-CN" altLang="en-US" sz="4400" b="1" dirty="0">
                <a:solidFill>
                  <a:schemeClr val="bg1"/>
                </a:solidFill>
                <a:latin typeface="思源黑体 CN Medium" panose="020B0600000000000000" pitchFamily="34" charset="-122"/>
                <a:ea typeface="思源黑体 CN Medium" panose="020B0600000000000000" pitchFamily="34" charset="-122"/>
              </a:endParaRPr>
            </a:p>
          </p:txBody>
        </p:sp>
        <p:cxnSp>
          <p:nvCxnSpPr>
            <p:cNvPr id="15" name="直接连接符 14"/>
            <p:cNvCxnSpPr/>
            <p:nvPr/>
          </p:nvCxnSpPr>
          <p:spPr>
            <a:xfrm flipV="1">
              <a:off x="5603081" y="1001316"/>
              <a:ext cx="279797" cy="21550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6210300" y="379810"/>
              <a:ext cx="279797" cy="21550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7" name="椭圆 16"/>
          <p:cNvSpPr/>
          <p:nvPr/>
        </p:nvSpPr>
        <p:spPr>
          <a:xfrm>
            <a:off x="4218102" y="1144930"/>
            <a:ext cx="140946" cy="140946"/>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2261368" y="3432141"/>
            <a:ext cx="954107" cy="369332"/>
          </a:xfrm>
          <a:prstGeom prst="rect">
            <a:avLst/>
          </a:prstGeom>
        </p:spPr>
        <p:txBody>
          <a:bodyPr wrap="none">
            <a:spAutoFit/>
          </a:bodyPr>
          <a:lstStyle/>
          <a:p>
            <a:pPr algn="ctr" defTabSz="914400">
              <a:defRPr/>
            </a:pPr>
            <a:r>
              <a:rPr lang="zh-CN" altLang="en-US" spc="200" dirty="0">
                <a:solidFill>
                  <a:schemeClr val="tx1">
                    <a:lumMod val="65000"/>
                    <a:lumOff val="35000"/>
                  </a:schemeClr>
                </a:solidFill>
                <a:latin typeface="思源黑体 CN Medium" panose="020B0600000000000000" pitchFamily="34" charset="-122"/>
                <a:ea typeface="思源黑体 CN Medium" panose="020B0600000000000000" pitchFamily="34" charset="-122"/>
              </a:rPr>
              <a:t>第二章</a:t>
            </a:r>
            <a:endParaRPr lang="zh-CN" altLang="en-US" spc="200"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2" name="椭圆 21"/>
          <p:cNvSpPr/>
          <p:nvPr/>
        </p:nvSpPr>
        <p:spPr>
          <a:xfrm>
            <a:off x="2661711" y="3885405"/>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3" name="矩形 22"/>
          <p:cNvSpPr/>
          <p:nvPr/>
        </p:nvSpPr>
        <p:spPr>
          <a:xfrm>
            <a:off x="4640916" y="2869448"/>
            <a:ext cx="954107" cy="369332"/>
          </a:xfrm>
          <a:prstGeom prst="rect">
            <a:avLst/>
          </a:prstGeom>
        </p:spPr>
        <p:txBody>
          <a:bodyPr wrap="none">
            <a:spAutoFit/>
          </a:bodyPr>
          <a:lstStyle/>
          <a:p>
            <a:pPr algn="ctr" defTabSz="914400">
              <a:defRPr/>
            </a:pPr>
            <a:r>
              <a:rPr lang="zh-CN" altLang="en-US" spc="200" dirty="0">
                <a:solidFill>
                  <a:schemeClr val="tx1">
                    <a:lumMod val="65000"/>
                    <a:lumOff val="35000"/>
                  </a:schemeClr>
                </a:solidFill>
                <a:latin typeface="思源黑体 CN Medium" panose="020B0600000000000000" pitchFamily="34" charset="-122"/>
                <a:ea typeface="思源黑体 CN Medium" panose="020B0600000000000000" pitchFamily="34" charset="-122"/>
              </a:rPr>
              <a:t>第三章</a:t>
            </a:r>
            <a:endParaRPr lang="zh-CN" altLang="en-US" spc="200"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4" name="椭圆 23"/>
          <p:cNvSpPr/>
          <p:nvPr/>
        </p:nvSpPr>
        <p:spPr>
          <a:xfrm>
            <a:off x="5041259" y="3371055"/>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5" name="矩形 24"/>
          <p:cNvSpPr/>
          <p:nvPr/>
        </p:nvSpPr>
        <p:spPr>
          <a:xfrm>
            <a:off x="6745941" y="2697998"/>
            <a:ext cx="954107" cy="369332"/>
          </a:xfrm>
          <a:prstGeom prst="rect">
            <a:avLst/>
          </a:prstGeom>
        </p:spPr>
        <p:txBody>
          <a:bodyPr wrap="none">
            <a:spAutoFit/>
          </a:bodyPr>
          <a:lstStyle/>
          <a:p>
            <a:pPr algn="ctr" defTabSz="914400">
              <a:defRPr/>
            </a:pPr>
            <a:r>
              <a:rPr lang="zh-CN" altLang="en-US" spc="200" dirty="0">
                <a:solidFill>
                  <a:schemeClr val="tx1">
                    <a:lumMod val="65000"/>
                    <a:lumOff val="35000"/>
                  </a:schemeClr>
                </a:solidFill>
                <a:latin typeface="思源黑体 CN Medium" panose="020B0600000000000000" pitchFamily="34" charset="-122"/>
                <a:ea typeface="思源黑体 CN Medium" panose="020B0600000000000000" pitchFamily="34" charset="-122"/>
              </a:rPr>
              <a:t>第四章</a:t>
            </a:r>
            <a:endParaRPr lang="zh-CN" altLang="en-US" spc="200"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6" name="椭圆 25"/>
          <p:cNvSpPr/>
          <p:nvPr/>
        </p:nvSpPr>
        <p:spPr>
          <a:xfrm>
            <a:off x="7146284" y="3199605"/>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7" name="矩形 26"/>
          <p:cNvSpPr/>
          <p:nvPr/>
        </p:nvSpPr>
        <p:spPr>
          <a:xfrm>
            <a:off x="8164034" y="3824264"/>
            <a:ext cx="954107" cy="369332"/>
          </a:xfrm>
          <a:prstGeom prst="rect">
            <a:avLst/>
          </a:prstGeom>
        </p:spPr>
        <p:txBody>
          <a:bodyPr wrap="none">
            <a:spAutoFit/>
          </a:bodyPr>
          <a:lstStyle/>
          <a:p>
            <a:pPr algn="ctr" defTabSz="914400">
              <a:defRPr/>
            </a:pPr>
            <a:r>
              <a:rPr lang="zh-CN" altLang="en-US" spc="200" dirty="0">
                <a:solidFill>
                  <a:schemeClr val="tx1">
                    <a:lumMod val="65000"/>
                    <a:lumOff val="35000"/>
                  </a:schemeClr>
                </a:solidFill>
                <a:latin typeface="思源黑体 CN Medium" panose="020B0600000000000000" pitchFamily="34" charset="-122"/>
                <a:ea typeface="思源黑体 CN Medium" panose="020B0600000000000000" pitchFamily="34" charset="-122"/>
              </a:rPr>
              <a:t>第五章</a:t>
            </a:r>
            <a:endParaRPr lang="zh-CN" altLang="en-US" spc="200"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8" name="椭圆 27"/>
          <p:cNvSpPr/>
          <p:nvPr/>
        </p:nvSpPr>
        <p:spPr>
          <a:xfrm>
            <a:off x="8527841" y="4241738"/>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0" name="椭圆 29"/>
          <p:cNvSpPr/>
          <p:nvPr/>
        </p:nvSpPr>
        <p:spPr>
          <a:xfrm>
            <a:off x="9702501" y="2873716"/>
            <a:ext cx="452100" cy="452100"/>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1" name="椭圆 30"/>
          <p:cNvSpPr/>
          <p:nvPr/>
        </p:nvSpPr>
        <p:spPr>
          <a:xfrm>
            <a:off x="10594052" y="4395158"/>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2" name="矩形 31"/>
          <p:cNvSpPr/>
          <p:nvPr/>
        </p:nvSpPr>
        <p:spPr>
          <a:xfrm>
            <a:off x="613717" y="3726180"/>
            <a:ext cx="1210588" cy="400110"/>
          </a:xfrm>
          <a:prstGeom prst="rect">
            <a:avLst/>
          </a:prstGeom>
        </p:spPr>
        <p:txBody>
          <a:bodyPr wrap="none">
            <a:spAutoFit/>
          </a:bodyPr>
          <a:lstStyle/>
          <a:p>
            <a:pPr algn="ctr">
              <a:defRPr/>
            </a:pPr>
            <a:r>
              <a:rPr lang="zh-CN" altLang="en-US" sz="20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论文绪论</a:t>
            </a:r>
            <a:endParaRPr lang="zh-CN" altLang="en-US" sz="20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33" name="矩形 32"/>
          <p:cNvSpPr/>
          <p:nvPr/>
        </p:nvSpPr>
        <p:spPr>
          <a:xfrm>
            <a:off x="2209837" y="4346677"/>
            <a:ext cx="1210588" cy="400110"/>
          </a:xfrm>
          <a:prstGeom prst="rect">
            <a:avLst/>
          </a:prstGeom>
        </p:spPr>
        <p:txBody>
          <a:bodyPr wrap="none">
            <a:spAutoFit/>
          </a:bodyPr>
          <a:lstStyle/>
          <a:p>
            <a:pPr algn="ctr">
              <a:defRPr/>
            </a:pPr>
            <a:r>
              <a:rPr lang="zh-CN" altLang="en-US" sz="20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研究背景</a:t>
            </a:r>
            <a:endParaRPr lang="zh-CN" altLang="en-US" sz="20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34" name="矩形 33"/>
          <p:cNvSpPr/>
          <p:nvPr/>
        </p:nvSpPr>
        <p:spPr>
          <a:xfrm>
            <a:off x="4205390" y="3690687"/>
            <a:ext cx="1901805" cy="400110"/>
          </a:xfrm>
          <a:prstGeom prst="rect">
            <a:avLst/>
          </a:prstGeom>
        </p:spPr>
        <p:txBody>
          <a:bodyPr wrap="square">
            <a:spAutoFit/>
          </a:bodyPr>
          <a:lstStyle/>
          <a:p>
            <a:pPr algn="ctr">
              <a:defRPr/>
            </a:pPr>
            <a:r>
              <a:rPr lang="zh-CN" altLang="en-US" sz="20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研究方法</a:t>
            </a:r>
            <a:endParaRPr lang="zh-CN" altLang="en-US" sz="20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35" name="矩形 34"/>
          <p:cNvSpPr/>
          <p:nvPr/>
        </p:nvSpPr>
        <p:spPr>
          <a:xfrm>
            <a:off x="6617700" y="3547328"/>
            <a:ext cx="1210588" cy="400110"/>
          </a:xfrm>
          <a:prstGeom prst="rect">
            <a:avLst/>
          </a:prstGeom>
        </p:spPr>
        <p:txBody>
          <a:bodyPr wrap="none">
            <a:spAutoFit/>
          </a:bodyPr>
          <a:lstStyle/>
          <a:p>
            <a:pPr algn="ctr">
              <a:defRPr/>
            </a:pPr>
            <a:r>
              <a:rPr lang="zh-CN" altLang="en-US" sz="20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研究结果</a:t>
            </a:r>
            <a:endParaRPr lang="zh-CN" altLang="en-US" sz="20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36" name="矩形 35"/>
          <p:cNvSpPr/>
          <p:nvPr/>
        </p:nvSpPr>
        <p:spPr>
          <a:xfrm>
            <a:off x="7999257" y="4471868"/>
            <a:ext cx="1210588" cy="400110"/>
          </a:xfrm>
          <a:prstGeom prst="rect">
            <a:avLst/>
          </a:prstGeom>
        </p:spPr>
        <p:txBody>
          <a:bodyPr wrap="none">
            <a:spAutoFit/>
          </a:bodyPr>
          <a:lstStyle/>
          <a:p>
            <a:pPr algn="ctr">
              <a:defRPr/>
            </a:pPr>
            <a:r>
              <a:rPr lang="zh-CN" altLang="en-US" sz="20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问题讨论</a:t>
            </a:r>
            <a:endParaRPr lang="zh-CN" altLang="en-US" sz="20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37" name="文本框 36"/>
          <p:cNvSpPr txBox="1"/>
          <p:nvPr/>
        </p:nvSpPr>
        <p:spPr>
          <a:xfrm>
            <a:off x="10008120" y="3793505"/>
            <a:ext cx="2444785" cy="430851"/>
          </a:xfrm>
          <a:prstGeom prst="rect">
            <a:avLst/>
          </a:prstGeom>
          <a:noFill/>
        </p:spPr>
        <p:txBody>
          <a:bodyPr wrap="square" lIns="121882" tIns="60942" rIns="121882" bIns="60942" rtlCol="0">
            <a:spAutoFit/>
          </a:bodyPr>
          <a:lstStyle/>
          <a:p>
            <a:r>
              <a:rPr lang="zh-CN" altLang="en-US" sz="2000" spc="300" dirty="0">
                <a:solidFill>
                  <a:schemeClr val="tx1">
                    <a:lumMod val="65000"/>
                    <a:lumOff val="35000"/>
                  </a:schemeClr>
                </a:solidFill>
                <a:latin typeface="思源黑体 CN Medium" panose="020B0600000000000000" pitchFamily="34" charset="-122"/>
                <a:ea typeface="思源黑体 CN Medium" panose="020B0600000000000000" pitchFamily="34" charset="-122"/>
              </a:rPr>
              <a:t>论文总结</a:t>
            </a:r>
            <a:endParaRPr lang="zh-CN" altLang="en-US" sz="2000" spc="300"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8" name="矩形 37"/>
          <p:cNvSpPr/>
          <p:nvPr/>
        </p:nvSpPr>
        <p:spPr>
          <a:xfrm>
            <a:off x="10193708" y="4712469"/>
            <a:ext cx="954107" cy="369332"/>
          </a:xfrm>
          <a:prstGeom prst="rect">
            <a:avLst/>
          </a:prstGeom>
        </p:spPr>
        <p:txBody>
          <a:bodyPr wrap="none">
            <a:spAutoFit/>
          </a:bodyPr>
          <a:lstStyle/>
          <a:p>
            <a:pPr algn="ctr" defTabSz="914400">
              <a:defRPr/>
            </a:pPr>
            <a:r>
              <a:rPr lang="zh-CN" altLang="en-US" spc="2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第六章</a:t>
            </a:r>
            <a:endParaRPr lang="zh-CN" altLang="en-US" spc="200"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3"/>
                                        </p:tgtEl>
                                        <p:attrNameLst>
                                          <p:attrName>style.visibility</p:attrName>
                                        </p:attrNameLst>
                                      </p:cBhvr>
                                      <p:to>
                                        <p:strVal val="visible"/>
                                      </p:to>
                                    </p:set>
                                    <p:anim calcmode="lin" valueType="num">
                                      <p:cBhvr additive="base">
                                        <p:cTn id="13" dur="500" fill="hold"/>
                                        <p:tgtEl>
                                          <p:spTgt spid="33"/>
                                        </p:tgtEl>
                                        <p:attrNameLst>
                                          <p:attrName>ppt_x</p:attrName>
                                        </p:attrNameLst>
                                      </p:cBhvr>
                                      <p:tavLst>
                                        <p:tav tm="0">
                                          <p:val>
                                            <p:strVal val="#ppt_x"/>
                                          </p:val>
                                        </p:tav>
                                        <p:tav tm="100000">
                                          <p:val>
                                            <p:strVal val="#ppt_x"/>
                                          </p:val>
                                        </p:tav>
                                      </p:tavLst>
                                    </p:anim>
                                    <p:anim calcmode="lin" valueType="num">
                                      <p:cBhvr additive="base">
                                        <p:cTn id="1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additive="base">
                                        <p:cTn id="19" dur="500" fill="hold"/>
                                        <p:tgtEl>
                                          <p:spTgt spid="34"/>
                                        </p:tgtEl>
                                        <p:attrNameLst>
                                          <p:attrName>ppt_x</p:attrName>
                                        </p:attrNameLst>
                                      </p:cBhvr>
                                      <p:tavLst>
                                        <p:tav tm="0">
                                          <p:val>
                                            <p:strVal val="#ppt_x"/>
                                          </p:val>
                                        </p:tav>
                                        <p:tav tm="100000">
                                          <p:val>
                                            <p:strVal val="#ppt_x"/>
                                          </p:val>
                                        </p:tav>
                                      </p:tavLst>
                                    </p:anim>
                                    <p:anim calcmode="lin" valueType="num">
                                      <p:cBhvr additive="base">
                                        <p:cTn id="20"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anim calcmode="lin" valueType="num">
                                      <p:cBhvr additive="base">
                                        <p:cTn id="25" dur="500" fill="hold"/>
                                        <p:tgtEl>
                                          <p:spTgt spid="35"/>
                                        </p:tgtEl>
                                        <p:attrNameLst>
                                          <p:attrName>ppt_x</p:attrName>
                                        </p:attrNameLst>
                                      </p:cBhvr>
                                      <p:tavLst>
                                        <p:tav tm="0">
                                          <p:val>
                                            <p:strVal val="#ppt_x"/>
                                          </p:val>
                                        </p:tav>
                                        <p:tav tm="100000">
                                          <p:val>
                                            <p:strVal val="#ppt_x"/>
                                          </p:val>
                                        </p:tav>
                                      </p:tavLst>
                                    </p:anim>
                                    <p:anim calcmode="lin" valueType="num">
                                      <p:cBhvr additive="base">
                                        <p:cTn id="26"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anim calcmode="lin" valueType="num">
                                      <p:cBhvr additive="base">
                                        <p:cTn id="31" dur="500" fill="hold"/>
                                        <p:tgtEl>
                                          <p:spTgt spid="36"/>
                                        </p:tgtEl>
                                        <p:attrNameLst>
                                          <p:attrName>ppt_x</p:attrName>
                                        </p:attrNameLst>
                                      </p:cBhvr>
                                      <p:tavLst>
                                        <p:tav tm="0">
                                          <p:val>
                                            <p:strVal val="#ppt_x"/>
                                          </p:val>
                                        </p:tav>
                                        <p:tav tm="100000">
                                          <p:val>
                                            <p:strVal val="#ppt_x"/>
                                          </p:val>
                                        </p:tav>
                                      </p:tavLst>
                                    </p:anim>
                                    <p:anim calcmode="lin" valueType="num">
                                      <p:cBhvr additive="base">
                                        <p:cTn id="32"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anim calcmode="lin" valueType="num">
                                      <p:cBhvr additive="base">
                                        <p:cTn id="37" dur="500" fill="hold"/>
                                        <p:tgtEl>
                                          <p:spTgt spid="37"/>
                                        </p:tgtEl>
                                        <p:attrNameLst>
                                          <p:attrName>ppt_x</p:attrName>
                                        </p:attrNameLst>
                                      </p:cBhvr>
                                      <p:tavLst>
                                        <p:tav tm="0">
                                          <p:val>
                                            <p:strVal val="#ppt_x"/>
                                          </p:val>
                                        </p:tav>
                                        <p:tav tm="100000">
                                          <p:val>
                                            <p:strVal val="#ppt_x"/>
                                          </p:val>
                                        </p:tav>
                                      </p:tavLst>
                                    </p:anim>
                                    <p:anim calcmode="lin" valueType="num">
                                      <p:cBhvr additive="base">
                                        <p:cTn id="3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5" grpId="0"/>
      <p:bldP spid="36" grpId="0"/>
      <p:bldP spid="3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nvGrpSpPr>
        <p:grpSpPr>
          <a:xfrm>
            <a:off x="-97121" y="1253167"/>
            <a:ext cx="2559495" cy="4063749"/>
            <a:chOff x="1022470" y="1481251"/>
            <a:chExt cx="2066102" cy="4063749"/>
          </a:xfrm>
        </p:grpSpPr>
        <p:sp>
          <p:nvSpPr>
            <p:cNvPr id="29" name="任意多边形: 形状 185"/>
            <p:cNvSpPr/>
            <p:nvPr/>
          </p:nvSpPr>
          <p:spPr>
            <a:xfrm rot="16200000">
              <a:off x="64703" y="2439018"/>
              <a:ext cx="3981636" cy="2066102"/>
            </a:xfrm>
            <a:custGeom>
              <a:avLst/>
              <a:gdLst>
                <a:gd name="connsiteX0" fmla="*/ 0 w 3968423"/>
                <a:gd name="connsiteY0" fmla="*/ 0 h 1933574"/>
                <a:gd name="connsiteX1" fmla="*/ 3968423 w 3968423"/>
                <a:gd name="connsiteY1" fmla="*/ 0 h 1933574"/>
                <a:gd name="connsiteX2" fmla="*/ 3946431 w 3968423"/>
                <a:gd name="connsiteY2" fmla="*/ 161996 h 1933574"/>
                <a:gd name="connsiteX3" fmla="*/ 1984212 w 3968423"/>
                <a:gd name="connsiteY3" fmla="*/ 1933574 h 1933574"/>
                <a:gd name="connsiteX4" fmla="*/ 21992 w 3968423"/>
                <a:gd name="connsiteY4" fmla="*/ 161996 h 1933574"/>
                <a:gd name="connsiteX0-1" fmla="*/ 0 w 3968423"/>
                <a:gd name="connsiteY0-2" fmla="*/ 19051 h 1952625"/>
                <a:gd name="connsiteX1-3" fmla="*/ 304945 w 3968423"/>
                <a:gd name="connsiteY1-4" fmla="*/ 0 h 1952625"/>
                <a:gd name="connsiteX2-5" fmla="*/ 3968423 w 3968423"/>
                <a:gd name="connsiteY2-6" fmla="*/ 19051 h 1952625"/>
                <a:gd name="connsiteX3-7" fmla="*/ 3946431 w 3968423"/>
                <a:gd name="connsiteY3-8" fmla="*/ 181047 h 1952625"/>
                <a:gd name="connsiteX4-9" fmla="*/ 1984212 w 3968423"/>
                <a:gd name="connsiteY4-10" fmla="*/ 1952625 h 1952625"/>
                <a:gd name="connsiteX5" fmla="*/ 21992 w 3968423"/>
                <a:gd name="connsiteY5" fmla="*/ 181047 h 1952625"/>
                <a:gd name="connsiteX6" fmla="*/ 0 w 3968423"/>
                <a:gd name="connsiteY6" fmla="*/ 19051 h 1952625"/>
                <a:gd name="connsiteX0-11" fmla="*/ 0 w 3968423"/>
                <a:gd name="connsiteY0-12" fmla="*/ 0 h 1933574"/>
                <a:gd name="connsiteX1-13" fmla="*/ 3968423 w 3968423"/>
                <a:gd name="connsiteY1-14" fmla="*/ 0 h 1933574"/>
                <a:gd name="connsiteX2-15" fmla="*/ 3946431 w 3968423"/>
                <a:gd name="connsiteY2-16" fmla="*/ 161996 h 1933574"/>
                <a:gd name="connsiteX3-17" fmla="*/ 1984212 w 3968423"/>
                <a:gd name="connsiteY3-18" fmla="*/ 1933574 h 1933574"/>
                <a:gd name="connsiteX4-19" fmla="*/ 21992 w 3968423"/>
                <a:gd name="connsiteY4-20" fmla="*/ 161996 h 1933574"/>
                <a:gd name="connsiteX5-21" fmla="*/ 0 w 3968423"/>
                <a:gd name="connsiteY5-22" fmla="*/ 0 h 1933574"/>
                <a:gd name="connsiteX0-23" fmla="*/ 0 w 3968423"/>
                <a:gd name="connsiteY0-24" fmla="*/ 14289 h 1947863"/>
                <a:gd name="connsiteX1-25" fmla="*/ 328757 w 3968423"/>
                <a:gd name="connsiteY1-26" fmla="*/ 0 h 1947863"/>
                <a:gd name="connsiteX2-27" fmla="*/ 3968423 w 3968423"/>
                <a:gd name="connsiteY2-28" fmla="*/ 14289 h 1947863"/>
                <a:gd name="connsiteX3-29" fmla="*/ 3946431 w 3968423"/>
                <a:gd name="connsiteY3-30" fmla="*/ 176285 h 1947863"/>
                <a:gd name="connsiteX4-31" fmla="*/ 1984212 w 3968423"/>
                <a:gd name="connsiteY4-32" fmla="*/ 1947863 h 1947863"/>
                <a:gd name="connsiteX5-33" fmla="*/ 21992 w 3968423"/>
                <a:gd name="connsiteY5-34" fmla="*/ 176285 h 1947863"/>
                <a:gd name="connsiteX6-35" fmla="*/ 0 w 3968423"/>
                <a:gd name="connsiteY6-36" fmla="*/ 14289 h 1947863"/>
                <a:gd name="connsiteX0-37" fmla="*/ 328757 w 3968423"/>
                <a:gd name="connsiteY0-38" fmla="*/ 0 h 1947863"/>
                <a:gd name="connsiteX1-39" fmla="*/ 3968423 w 3968423"/>
                <a:gd name="connsiteY1-40" fmla="*/ 14289 h 1947863"/>
                <a:gd name="connsiteX2-41" fmla="*/ 3946431 w 3968423"/>
                <a:gd name="connsiteY2-42" fmla="*/ 176285 h 1947863"/>
                <a:gd name="connsiteX3-43" fmla="*/ 1984212 w 3968423"/>
                <a:gd name="connsiteY3-44" fmla="*/ 1947863 h 1947863"/>
                <a:gd name="connsiteX4-45" fmla="*/ 21992 w 3968423"/>
                <a:gd name="connsiteY4-46" fmla="*/ 176285 h 1947863"/>
                <a:gd name="connsiteX5-47" fmla="*/ 0 w 3968423"/>
                <a:gd name="connsiteY5-48" fmla="*/ 14289 h 1947863"/>
                <a:gd name="connsiteX6-49" fmla="*/ 420197 w 3968423"/>
                <a:gd name="connsiteY6-50" fmla="*/ 91440 h 1947863"/>
                <a:gd name="connsiteX0-51" fmla="*/ 328757 w 3968423"/>
                <a:gd name="connsiteY0-52" fmla="*/ 0 h 1947863"/>
                <a:gd name="connsiteX1-53" fmla="*/ 3968423 w 3968423"/>
                <a:gd name="connsiteY1-54" fmla="*/ 14289 h 1947863"/>
                <a:gd name="connsiteX2-55" fmla="*/ 3946431 w 3968423"/>
                <a:gd name="connsiteY2-56" fmla="*/ 176285 h 1947863"/>
                <a:gd name="connsiteX3-57" fmla="*/ 1984212 w 3968423"/>
                <a:gd name="connsiteY3-58" fmla="*/ 1947863 h 1947863"/>
                <a:gd name="connsiteX4-59" fmla="*/ 21992 w 3968423"/>
                <a:gd name="connsiteY4-60" fmla="*/ 176285 h 1947863"/>
                <a:gd name="connsiteX5-61" fmla="*/ 0 w 3968423"/>
                <a:gd name="connsiteY5-62" fmla="*/ 14289 h 1947863"/>
                <a:gd name="connsiteX0-63" fmla="*/ 3968423 w 3968423"/>
                <a:gd name="connsiteY0-64" fmla="*/ 0 h 1933574"/>
                <a:gd name="connsiteX1-65" fmla="*/ 3946431 w 3968423"/>
                <a:gd name="connsiteY1-66" fmla="*/ 161996 h 1933574"/>
                <a:gd name="connsiteX2-67" fmla="*/ 1984212 w 3968423"/>
                <a:gd name="connsiteY2-68" fmla="*/ 1933574 h 1933574"/>
                <a:gd name="connsiteX3-69" fmla="*/ 21992 w 3968423"/>
                <a:gd name="connsiteY3-70" fmla="*/ 161996 h 1933574"/>
                <a:gd name="connsiteX4-71" fmla="*/ 0 w 3968423"/>
                <a:gd name="connsiteY4-72" fmla="*/ 0 h 19335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68423" h="1933574">
                  <a:moveTo>
                    <a:pt x="3968423" y="0"/>
                  </a:moveTo>
                  <a:lnTo>
                    <a:pt x="3946431" y="161996"/>
                  </a:lnTo>
                  <a:cubicBezTo>
                    <a:pt x="3764638" y="1172055"/>
                    <a:pt x="2955217" y="1933574"/>
                    <a:pt x="1984212" y="1933574"/>
                  </a:cubicBezTo>
                  <a:cubicBezTo>
                    <a:pt x="1013203" y="1933574"/>
                    <a:pt x="203783" y="1172055"/>
                    <a:pt x="21992" y="161996"/>
                  </a:cubicBez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任意多边形: 形状 186"/>
            <p:cNvSpPr/>
            <p:nvPr/>
          </p:nvSpPr>
          <p:spPr>
            <a:xfrm rot="16200000">
              <a:off x="101594" y="2669337"/>
              <a:ext cx="3914225" cy="1837102"/>
            </a:xfrm>
            <a:custGeom>
              <a:avLst/>
              <a:gdLst>
                <a:gd name="connsiteX0" fmla="*/ 0 w 3901235"/>
                <a:gd name="connsiteY0" fmla="*/ 0 h 1719263"/>
                <a:gd name="connsiteX1" fmla="*/ 3901235 w 3901235"/>
                <a:gd name="connsiteY1" fmla="*/ 0 h 1719263"/>
                <a:gd name="connsiteX2" fmla="*/ 3871510 w 3901235"/>
                <a:gd name="connsiteY2" fmla="*/ 134033 h 1719263"/>
                <a:gd name="connsiteX3" fmla="*/ 1950618 w 3901235"/>
                <a:gd name="connsiteY3" fmla="*/ 1719263 h 1719263"/>
                <a:gd name="connsiteX4" fmla="*/ 29725 w 3901235"/>
                <a:gd name="connsiteY4" fmla="*/ 134033 h 1719263"/>
                <a:gd name="connsiteX0-1" fmla="*/ 0 w 3901235"/>
                <a:gd name="connsiteY0-2" fmla="*/ 4764 h 1724027"/>
                <a:gd name="connsiteX1-3" fmla="*/ 971439 w 3901235"/>
                <a:gd name="connsiteY1-4" fmla="*/ 0 h 1724027"/>
                <a:gd name="connsiteX2-5" fmla="*/ 3901235 w 3901235"/>
                <a:gd name="connsiteY2-6" fmla="*/ 4764 h 1724027"/>
                <a:gd name="connsiteX3-7" fmla="*/ 3871510 w 3901235"/>
                <a:gd name="connsiteY3-8" fmla="*/ 138797 h 1724027"/>
                <a:gd name="connsiteX4-9" fmla="*/ 1950618 w 3901235"/>
                <a:gd name="connsiteY4-10" fmla="*/ 1724027 h 1724027"/>
                <a:gd name="connsiteX5" fmla="*/ 29725 w 3901235"/>
                <a:gd name="connsiteY5" fmla="*/ 138797 h 1724027"/>
                <a:gd name="connsiteX6" fmla="*/ 0 w 3901235"/>
                <a:gd name="connsiteY6" fmla="*/ 4764 h 1724027"/>
                <a:gd name="connsiteX0-11" fmla="*/ 971439 w 3901235"/>
                <a:gd name="connsiteY0-12" fmla="*/ 0 h 1724027"/>
                <a:gd name="connsiteX1-13" fmla="*/ 3901235 w 3901235"/>
                <a:gd name="connsiteY1-14" fmla="*/ 4764 h 1724027"/>
                <a:gd name="connsiteX2-15" fmla="*/ 3871510 w 3901235"/>
                <a:gd name="connsiteY2-16" fmla="*/ 138797 h 1724027"/>
                <a:gd name="connsiteX3-17" fmla="*/ 1950618 w 3901235"/>
                <a:gd name="connsiteY3-18" fmla="*/ 1724027 h 1724027"/>
                <a:gd name="connsiteX4-19" fmla="*/ 29725 w 3901235"/>
                <a:gd name="connsiteY4-20" fmla="*/ 138797 h 1724027"/>
                <a:gd name="connsiteX5-21" fmla="*/ 0 w 3901235"/>
                <a:gd name="connsiteY5-22" fmla="*/ 4764 h 1724027"/>
                <a:gd name="connsiteX6-23" fmla="*/ 1062879 w 3901235"/>
                <a:gd name="connsiteY6-24" fmla="*/ 91440 h 1724027"/>
                <a:gd name="connsiteX0-25" fmla="*/ 971439 w 3901235"/>
                <a:gd name="connsiteY0-26" fmla="*/ 0 h 1724027"/>
                <a:gd name="connsiteX1-27" fmla="*/ 3901235 w 3901235"/>
                <a:gd name="connsiteY1-28" fmla="*/ 4764 h 1724027"/>
                <a:gd name="connsiteX2-29" fmla="*/ 3871510 w 3901235"/>
                <a:gd name="connsiteY2-30" fmla="*/ 138797 h 1724027"/>
                <a:gd name="connsiteX3-31" fmla="*/ 1950618 w 3901235"/>
                <a:gd name="connsiteY3-32" fmla="*/ 1724027 h 1724027"/>
                <a:gd name="connsiteX4-33" fmla="*/ 29725 w 3901235"/>
                <a:gd name="connsiteY4-34" fmla="*/ 138797 h 1724027"/>
                <a:gd name="connsiteX5-35" fmla="*/ 0 w 3901235"/>
                <a:gd name="connsiteY5-36" fmla="*/ 4764 h 1724027"/>
                <a:gd name="connsiteX0-37" fmla="*/ 3901235 w 3901235"/>
                <a:gd name="connsiteY0-38" fmla="*/ 0 h 1719263"/>
                <a:gd name="connsiteX1-39" fmla="*/ 3871510 w 3901235"/>
                <a:gd name="connsiteY1-40" fmla="*/ 134033 h 1719263"/>
                <a:gd name="connsiteX2-41" fmla="*/ 1950618 w 3901235"/>
                <a:gd name="connsiteY2-42" fmla="*/ 1719263 h 1719263"/>
                <a:gd name="connsiteX3-43" fmla="*/ 29725 w 3901235"/>
                <a:gd name="connsiteY3-44" fmla="*/ 134033 h 1719263"/>
                <a:gd name="connsiteX4-45" fmla="*/ 0 w 3901235"/>
                <a:gd name="connsiteY4-46" fmla="*/ 0 h 17192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01235" h="1719263">
                  <a:moveTo>
                    <a:pt x="3901235" y="0"/>
                  </a:moveTo>
                  <a:lnTo>
                    <a:pt x="3871510" y="134033"/>
                  </a:lnTo>
                  <a:cubicBezTo>
                    <a:pt x="3629235" y="1049959"/>
                    <a:pt x="2860935" y="1719263"/>
                    <a:pt x="1950618" y="1719263"/>
                  </a:cubicBezTo>
                  <a:cubicBezTo>
                    <a:pt x="1040298" y="1719263"/>
                    <a:pt x="271998" y="1049959"/>
                    <a:pt x="29725" y="134033"/>
                  </a:cubicBezTo>
                  <a:lnTo>
                    <a:pt x="0" y="0"/>
                  </a:lnTo>
                </a:path>
              </a:pathLst>
            </a:custGeom>
            <a:noFill/>
            <a:ln>
              <a:solidFill>
                <a:srgbClr val="AC424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34" name="椭圆 33"/>
          <p:cNvSpPr/>
          <p:nvPr/>
        </p:nvSpPr>
        <p:spPr>
          <a:xfrm>
            <a:off x="-759511" y="1885309"/>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flipV="1">
            <a:off x="4007576" y="1481250"/>
            <a:ext cx="0" cy="3737552"/>
          </a:xfrm>
          <a:prstGeom prst="line">
            <a:avLst/>
          </a:prstGeom>
          <a:ln w="19050">
            <a:solidFill>
              <a:srgbClr val="AC4243"/>
            </a:solidFill>
            <a:prstDash val="dash"/>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4407344" y="2274461"/>
            <a:ext cx="3262432" cy="1015663"/>
          </a:xfrm>
          <a:prstGeom prst="rect">
            <a:avLst/>
          </a:prstGeom>
        </p:spPr>
        <p:txBody>
          <a:bodyPr wrap="none">
            <a:spAutoFit/>
          </a:bodyPr>
          <a:lstStyle/>
          <a:p>
            <a:pPr algn="ctr">
              <a:defRPr/>
            </a:pPr>
            <a:r>
              <a:rPr lang="zh-CN" altLang="en-US" sz="6000" kern="100" dirty="0" smtClean="0">
                <a:solidFill>
                  <a:srgbClr val="AB1E21"/>
                </a:solidFill>
                <a:latin typeface="思源黑体 CN Medium" panose="020B0600000000000000" pitchFamily="34" charset="-122"/>
                <a:ea typeface="思源黑体 CN Medium" panose="020B0600000000000000" pitchFamily="34" charset="-122"/>
                <a:cs typeface="字魂59号-创粗黑" panose="00000500000000000000" charset="-122"/>
              </a:rPr>
              <a:t>论文绪论</a:t>
            </a:r>
            <a:endParaRPr lang="zh-CN" altLang="en-US" sz="6000" kern="100" dirty="0" smtClean="0">
              <a:solidFill>
                <a:srgbClr val="AB1E21"/>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 name="矩形 5"/>
          <p:cNvSpPr/>
          <p:nvPr/>
        </p:nvSpPr>
        <p:spPr>
          <a:xfrm>
            <a:off x="4824431" y="3436308"/>
            <a:ext cx="1210588" cy="400110"/>
          </a:xfrm>
          <a:prstGeom prst="rect">
            <a:avLst/>
          </a:prstGeom>
        </p:spPr>
        <p:txBody>
          <a:bodyPr wrap="none">
            <a:spAutoFit/>
          </a:bodyPr>
          <a:lstStyle/>
          <a:p>
            <a:r>
              <a:rPr lang="zh-CN" altLang="en-US" sz="2000" dirty="0">
                <a:solidFill>
                  <a:srgbClr val="AB1E21"/>
                </a:solidFill>
                <a:latin typeface="思源黑体 CN Medium" panose="020B0600000000000000" pitchFamily="34" charset="-122"/>
                <a:ea typeface="思源黑体 CN Medium" panose="020B0600000000000000" pitchFamily="34" charset="-122"/>
              </a:rPr>
              <a:t>您的</a:t>
            </a:r>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7" name="椭圆 6"/>
          <p:cNvSpPr/>
          <p:nvPr/>
        </p:nvSpPr>
        <p:spPr>
          <a:xfrm>
            <a:off x="4407337" y="34316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1</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8" name="矩形 7"/>
          <p:cNvSpPr/>
          <p:nvPr/>
        </p:nvSpPr>
        <p:spPr>
          <a:xfrm>
            <a:off x="6674766" y="3436308"/>
            <a:ext cx="125867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9" name="椭圆 8"/>
          <p:cNvSpPr/>
          <p:nvPr/>
        </p:nvSpPr>
        <p:spPr>
          <a:xfrm>
            <a:off x="6257672" y="34316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2</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10" name="矩形 9"/>
          <p:cNvSpPr/>
          <p:nvPr/>
        </p:nvSpPr>
        <p:spPr>
          <a:xfrm>
            <a:off x="8554598" y="34363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11" name="椭圆 10"/>
          <p:cNvSpPr/>
          <p:nvPr/>
        </p:nvSpPr>
        <p:spPr>
          <a:xfrm>
            <a:off x="8137504" y="34316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3</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12" name="矩形 11"/>
          <p:cNvSpPr/>
          <p:nvPr/>
        </p:nvSpPr>
        <p:spPr>
          <a:xfrm>
            <a:off x="4824431" y="43344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13" name="椭圆 12"/>
          <p:cNvSpPr/>
          <p:nvPr/>
        </p:nvSpPr>
        <p:spPr>
          <a:xfrm>
            <a:off x="4407337" y="43297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4</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14" name="矩形 13"/>
          <p:cNvSpPr/>
          <p:nvPr/>
        </p:nvSpPr>
        <p:spPr>
          <a:xfrm>
            <a:off x="6674766" y="43344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15" name="椭圆 14"/>
          <p:cNvSpPr/>
          <p:nvPr/>
        </p:nvSpPr>
        <p:spPr>
          <a:xfrm>
            <a:off x="6257672" y="43297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5</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16" name="矩形 15"/>
          <p:cNvSpPr/>
          <p:nvPr/>
        </p:nvSpPr>
        <p:spPr>
          <a:xfrm>
            <a:off x="8554598" y="43344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17" name="椭圆 16"/>
          <p:cNvSpPr/>
          <p:nvPr/>
        </p:nvSpPr>
        <p:spPr>
          <a:xfrm>
            <a:off x="8137504" y="43297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6</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18" name="任意多边形: 形状 120"/>
          <p:cNvSpPr/>
          <p:nvPr/>
        </p:nvSpPr>
        <p:spPr>
          <a:xfrm rot="18201767">
            <a:off x="2498891" y="1017834"/>
            <a:ext cx="979224" cy="985205"/>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9" name="椭圆 18"/>
          <p:cNvSpPr/>
          <p:nvPr/>
        </p:nvSpPr>
        <p:spPr>
          <a:xfrm rot="16200000">
            <a:off x="6536383" y="1404540"/>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rot="16200000">
            <a:off x="1566654" y="4983591"/>
            <a:ext cx="140946" cy="140946"/>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44213" y="2934527"/>
            <a:ext cx="2372539" cy="830997"/>
          </a:xfrm>
          <a:prstGeom prst="rect">
            <a:avLst/>
          </a:prstGeom>
          <a:noFill/>
        </p:spPr>
        <p:txBody>
          <a:bodyPr wrap="square" rtlCol="0">
            <a:spAutoFit/>
          </a:bodyPr>
          <a:lstStyle/>
          <a:p>
            <a:r>
              <a:rPr lang="en-US" altLang="zh-CN" sz="4800" dirty="0" smtClean="0">
                <a:solidFill>
                  <a:schemeClr val="bg1"/>
                </a:solidFill>
                <a:latin typeface="思源黑体 CN Medium" panose="020B0600000000000000" pitchFamily="34" charset="-122"/>
                <a:ea typeface="思源黑体 CN Medium" panose="020B0600000000000000" pitchFamily="34" charset="-122"/>
              </a:rPr>
              <a:t>PART 1</a:t>
            </a:r>
            <a:endParaRPr lang="zh-CN" altLang="en-US" sz="4800" dirty="0">
              <a:solidFill>
                <a:schemeClr val="bg1"/>
              </a:solidFill>
              <a:latin typeface="思源黑体 CN Medium" panose="020B0600000000000000" pitchFamily="34" charset="-122"/>
              <a:ea typeface="思源黑体 CN Medium" panose="020B0600000000000000" pitchFamily="34" charset="-122"/>
            </a:endParaRPr>
          </a:p>
        </p:txBody>
      </p:sp>
      <p:sp>
        <p:nvSpPr>
          <p:cNvPr id="33" name="椭圆 32"/>
          <p:cNvSpPr/>
          <p:nvPr/>
        </p:nvSpPr>
        <p:spPr>
          <a:xfrm>
            <a:off x="2485210" y="5481711"/>
            <a:ext cx="603363" cy="603363"/>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ldLvl="0" animBg="1"/>
      <p:bldP spid="8" grpId="0"/>
      <p:bldP spid="9" grpId="0" bldLvl="0" animBg="1"/>
      <p:bldP spid="10" grpId="0"/>
      <p:bldP spid="11" grpId="0" bldLvl="0" animBg="1"/>
      <p:bldP spid="12" grpId="0"/>
      <p:bldP spid="13" grpId="0" bldLvl="0" animBg="1"/>
      <p:bldP spid="14" grpId="0"/>
      <p:bldP spid="15" grpId="0" bldLvl="0" animBg="1"/>
      <p:bldP spid="16" grpId="0"/>
      <p:bldP spid="17"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p:cNvGrpSpPr/>
          <p:nvPr/>
        </p:nvGrpSpPr>
        <p:grpSpPr>
          <a:xfrm>
            <a:off x="4482278" y="2853422"/>
            <a:ext cx="3149388" cy="3078145"/>
            <a:chOff x="3606127" y="1637198"/>
            <a:chExt cx="4690298" cy="4584198"/>
          </a:xfrm>
        </p:grpSpPr>
        <p:sp>
          <p:nvSpPr>
            <p:cNvPr id="2" name="Arc 3"/>
            <p:cNvSpPr/>
            <p:nvPr/>
          </p:nvSpPr>
          <p:spPr bwMode="auto">
            <a:xfrm rot="7873550">
              <a:off x="5290109" y="4690729"/>
              <a:ext cx="1408344" cy="1404653"/>
            </a:xfrm>
            <a:custGeom>
              <a:avLst/>
              <a:gdLst>
                <a:gd name="G0" fmla="+- 0 0 0"/>
                <a:gd name="G1" fmla="+- 19873 0 0"/>
                <a:gd name="G2" fmla="+- 21600 0 0"/>
                <a:gd name="T0" fmla="*/ 8462 w 19905"/>
                <a:gd name="T1" fmla="*/ 0 h 19873"/>
                <a:gd name="T2" fmla="*/ 19905 w 19905"/>
                <a:gd name="T3" fmla="*/ 11486 h 19873"/>
                <a:gd name="T4" fmla="*/ 0 w 19905"/>
                <a:gd name="T5" fmla="*/ 19873 h 19873"/>
              </a:gdLst>
              <a:ahLst/>
              <a:cxnLst>
                <a:cxn ang="0">
                  <a:pos x="T0" y="T1"/>
                </a:cxn>
                <a:cxn ang="0">
                  <a:pos x="T2" y="T3"/>
                </a:cxn>
                <a:cxn ang="0">
                  <a:pos x="T4" y="T5"/>
                </a:cxn>
              </a:cxnLst>
              <a:rect l="0" t="0" r="r" b="b"/>
              <a:pathLst>
                <a:path w="19905" h="19873" fill="none" extrusionOk="0">
                  <a:moveTo>
                    <a:pt x="8462" y="-1"/>
                  </a:moveTo>
                  <a:cubicBezTo>
                    <a:pt x="13623" y="2197"/>
                    <a:pt x="17727" y="6316"/>
                    <a:pt x="19905" y="11485"/>
                  </a:cubicBezTo>
                </a:path>
                <a:path w="19905" h="19873" stroke="0" extrusionOk="0">
                  <a:moveTo>
                    <a:pt x="8462" y="-1"/>
                  </a:moveTo>
                  <a:cubicBezTo>
                    <a:pt x="13623" y="2197"/>
                    <a:pt x="17727" y="6316"/>
                    <a:pt x="19905" y="11485"/>
                  </a:cubicBezTo>
                  <a:lnTo>
                    <a:pt x="0" y="19873"/>
                  </a:lnTo>
                  <a:close/>
                </a:path>
              </a:pathLst>
            </a:custGeom>
            <a:noFill/>
            <a:ln w="38100" cap="rnd">
              <a:solidFill>
                <a:schemeClr val="tx1">
                  <a:lumMod val="65000"/>
                  <a:lumOff val="35000"/>
                </a:schemeClr>
              </a:solidFill>
              <a:prstDash val="sysDot"/>
              <a:round/>
              <a:tailEnd type="triangle" w="med" len="med"/>
            </a:ln>
            <a:effectLst/>
            <a:extLst>
              <a:ext uri="{909E8E84-426E-40DD-AFC4-6F175D3DCCD1}">
                <a14:hiddenFill xmlns:a14="http://schemas.microsoft.com/office/drawing/2010/main">
                  <a:solidFill>
                    <a:srgbClr val="C8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4000" b="0" i="0" u="none" strike="noStrike" kern="0" cap="none" spc="0" normalizeH="0" baseline="0" noProof="0" dirty="0">
                <a:ln>
                  <a:noFill/>
                </a:ln>
                <a:solidFill>
                  <a:schemeClr val="bg1"/>
                </a:solidFill>
                <a:effectLst/>
                <a:uLnTx/>
                <a:uFillTx/>
                <a:latin typeface="思源黑体 CN Medium" panose="020B0600000000000000" pitchFamily="34" charset="-122"/>
                <a:ea typeface="思源黑体 CN Medium" panose="020B0600000000000000" pitchFamily="34" charset="-122"/>
              </a:endParaRPr>
            </a:p>
          </p:txBody>
        </p:sp>
        <p:sp>
          <p:nvSpPr>
            <p:cNvPr id="3" name="Arc 4"/>
            <p:cNvSpPr/>
            <p:nvPr/>
          </p:nvSpPr>
          <p:spPr bwMode="auto">
            <a:xfrm rot="3306815">
              <a:off x="6411417" y="3727175"/>
              <a:ext cx="1484755" cy="1480865"/>
            </a:xfrm>
            <a:custGeom>
              <a:avLst/>
              <a:gdLst>
                <a:gd name="G0" fmla="+- 0 0 0"/>
                <a:gd name="G1" fmla="+- 19873 0 0"/>
                <a:gd name="G2" fmla="+- 21600 0 0"/>
                <a:gd name="T0" fmla="*/ 8462 w 19905"/>
                <a:gd name="T1" fmla="*/ 0 h 19873"/>
                <a:gd name="T2" fmla="*/ 19905 w 19905"/>
                <a:gd name="T3" fmla="*/ 11486 h 19873"/>
                <a:gd name="T4" fmla="*/ 0 w 19905"/>
                <a:gd name="T5" fmla="*/ 19873 h 19873"/>
              </a:gdLst>
              <a:ahLst/>
              <a:cxnLst>
                <a:cxn ang="0">
                  <a:pos x="T0" y="T1"/>
                </a:cxn>
                <a:cxn ang="0">
                  <a:pos x="T2" y="T3"/>
                </a:cxn>
                <a:cxn ang="0">
                  <a:pos x="T4" y="T5"/>
                </a:cxn>
              </a:cxnLst>
              <a:rect l="0" t="0" r="r" b="b"/>
              <a:pathLst>
                <a:path w="19905" h="19873" fill="none" extrusionOk="0">
                  <a:moveTo>
                    <a:pt x="8462" y="-1"/>
                  </a:moveTo>
                  <a:cubicBezTo>
                    <a:pt x="13623" y="2197"/>
                    <a:pt x="17727" y="6316"/>
                    <a:pt x="19905" y="11485"/>
                  </a:cubicBezTo>
                </a:path>
                <a:path w="19905" h="19873" stroke="0" extrusionOk="0">
                  <a:moveTo>
                    <a:pt x="8462" y="-1"/>
                  </a:moveTo>
                  <a:cubicBezTo>
                    <a:pt x="13623" y="2197"/>
                    <a:pt x="17727" y="6316"/>
                    <a:pt x="19905" y="11485"/>
                  </a:cubicBezTo>
                  <a:lnTo>
                    <a:pt x="0" y="19873"/>
                  </a:lnTo>
                  <a:close/>
                </a:path>
              </a:pathLst>
            </a:custGeom>
            <a:noFill/>
            <a:ln w="38100" cap="rnd">
              <a:solidFill>
                <a:schemeClr val="tx1">
                  <a:lumMod val="65000"/>
                  <a:lumOff val="35000"/>
                </a:schemeClr>
              </a:solidFill>
              <a:prstDash val="sysDot"/>
              <a:round/>
              <a:tailEnd type="triangle" w="med" len="med"/>
            </a:ln>
            <a:effectLst/>
            <a:extLst>
              <a:ext uri="{909E8E84-426E-40DD-AFC4-6F175D3DCCD1}">
                <a14:hiddenFill xmlns:a14="http://schemas.microsoft.com/office/drawing/2010/main">
                  <a:solidFill>
                    <a:srgbClr val="C8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4000" b="0" i="0" u="none" strike="noStrike" kern="0" cap="none" spc="0" normalizeH="0" baseline="0" noProof="0" dirty="0">
                <a:ln>
                  <a:noFill/>
                </a:ln>
                <a:solidFill>
                  <a:schemeClr val="bg1"/>
                </a:solidFill>
                <a:effectLst/>
                <a:uLnTx/>
                <a:uFillTx/>
                <a:latin typeface="思源黑体 CN Medium" panose="020B0600000000000000" pitchFamily="34" charset="-122"/>
                <a:ea typeface="思源黑体 CN Medium" panose="020B0600000000000000" pitchFamily="34" charset="-122"/>
              </a:endParaRPr>
            </a:p>
          </p:txBody>
        </p:sp>
        <p:sp>
          <p:nvSpPr>
            <p:cNvPr id="4" name="Arc 5"/>
            <p:cNvSpPr/>
            <p:nvPr/>
          </p:nvSpPr>
          <p:spPr bwMode="auto">
            <a:xfrm rot="11977892">
              <a:off x="4118026" y="3937643"/>
              <a:ext cx="1408344" cy="1404654"/>
            </a:xfrm>
            <a:custGeom>
              <a:avLst/>
              <a:gdLst>
                <a:gd name="G0" fmla="+- 0 0 0"/>
                <a:gd name="G1" fmla="+- 19873 0 0"/>
                <a:gd name="G2" fmla="+- 21600 0 0"/>
                <a:gd name="T0" fmla="*/ 8462 w 19905"/>
                <a:gd name="T1" fmla="*/ 0 h 19873"/>
                <a:gd name="T2" fmla="*/ 19905 w 19905"/>
                <a:gd name="T3" fmla="*/ 11486 h 19873"/>
                <a:gd name="T4" fmla="*/ 0 w 19905"/>
                <a:gd name="T5" fmla="*/ 19873 h 19873"/>
              </a:gdLst>
              <a:ahLst/>
              <a:cxnLst>
                <a:cxn ang="0">
                  <a:pos x="T0" y="T1"/>
                </a:cxn>
                <a:cxn ang="0">
                  <a:pos x="T2" y="T3"/>
                </a:cxn>
                <a:cxn ang="0">
                  <a:pos x="T4" y="T5"/>
                </a:cxn>
              </a:cxnLst>
              <a:rect l="0" t="0" r="r" b="b"/>
              <a:pathLst>
                <a:path w="19905" h="19873" fill="none" extrusionOk="0">
                  <a:moveTo>
                    <a:pt x="8462" y="-1"/>
                  </a:moveTo>
                  <a:cubicBezTo>
                    <a:pt x="13623" y="2197"/>
                    <a:pt x="17727" y="6316"/>
                    <a:pt x="19905" y="11485"/>
                  </a:cubicBezTo>
                </a:path>
                <a:path w="19905" h="19873" stroke="0" extrusionOk="0">
                  <a:moveTo>
                    <a:pt x="8462" y="-1"/>
                  </a:moveTo>
                  <a:cubicBezTo>
                    <a:pt x="13623" y="2197"/>
                    <a:pt x="17727" y="6316"/>
                    <a:pt x="19905" y="11485"/>
                  </a:cubicBezTo>
                  <a:lnTo>
                    <a:pt x="0" y="19873"/>
                  </a:lnTo>
                  <a:close/>
                </a:path>
              </a:pathLst>
            </a:custGeom>
            <a:noFill/>
            <a:ln w="38100" cap="rnd">
              <a:solidFill>
                <a:schemeClr val="tx1">
                  <a:lumMod val="65000"/>
                  <a:lumOff val="35000"/>
                </a:schemeClr>
              </a:solidFill>
              <a:prstDash val="sysDot"/>
              <a:round/>
              <a:tailEnd type="triangle" w="med" len="med"/>
            </a:ln>
            <a:effectLst/>
            <a:extLst>
              <a:ext uri="{909E8E84-426E-40DD-AFC4-6F175D3DCCD1}">
                <a14:hiddenFill xmlns:a14="http://schemas.microsoft.com/office/drawing/2010/main">
                  <a:solidFill>
                    <a:srgbClr val="C8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4000" b="0" i="0" u="none" strike="noStrike" kern="0" cap="none" spc="0" normalizeH="0" baseline="0" noProof="0" dirty="0">
                <a:ln>
                  <a:noFill/>
                </a:ln>
                <a:solidFill>
                  <a:schemeClr val="bg1"/>
                </a:solidFill>
                <a:effectLst/>
                <a:uLnTx/>
                <a:uFillTx/>
                <a:latin typeface="思源黑体 CN Medium" panose="020B0600000000000000" pitchFamily="34" charset="-122"/>
                <a:ea typeface="思源黑体 CN Medium" panose="020B0600000000000000" pitchFamily="34" charset="-122"/>
              </a:endParaRPr>
            </a:p>
          </p:txBody>
        </p:sp>
        <p:grpSp>
          <p:nvGrpSpPr>
            <p:cNvPr id="5" name="Group 6"/>
            <p:cNvGrpSpPr/>
            <p:nvPr/>
          </p:nvGrpSpPr>
          <p:grpSpPr bwMode="auto">
            <a:xfrm>
              <a:off x="4202933" y="2095564"/>
              <a:ext cx="3514402" cy="3514402"/>
              <a:chOff x="3923" y="1888"/>
              <a:chExt cx="1406" cy="1406"/>
            </a:xfrm>
          </p:grpSpPr>
          <p:sp>
            <p:nvSpPr>
              <p:cNvPr id="6" name="Line 7"/>
              <p:cNvSpPr>
                <a:spLocks noChangeShapeType="1"/>
              </p:cNvSpPr>
              <p:nvPr/>
            </p:nvSpPr>
            <p:spPr bwMode="auto">
              <a:xfrm flipH="1">
                <a:off x="4150" y="1888"/>
                <a:ext cx="499" cy="1406"/>
              </a:xfrm>
              <a:prstGeom prst="lin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bg1"/>
                  </a:solidFill>
                  <a:latin typeface="思源黑体 CN Medium" panose="020B0600000000000000" pitchFamily="34" charset="-122"/>
                  <a:ea typeface="思源黑体 CN Medium" panose="020B0600000000000000" pitchFamily="34" charset="-122"/>
                </a:endParaRPr>
              </a:p>
            </p:txBody>
          </p:sp>
          <p:sp>
            <p:nvSpPr>
              <p:cNvPr id="7" name="Line 8"/>
              <p:cNvSpPr>
                <a:spLocks noChangeShapeType="1"/>
              </p:cNvSpPr>
              <p:nvPr/>
            </p:nvSpPr>
            <p:spPr bwMode="auto">
              <a:xfrm>
                <a:off x="4649" y="1888"/>
                <a:ext cx="454" cy="1406"/>
              </a:xfrm>
              <a:prstGeom prst="lin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bg1"/>
                  </a:solidFill>
                  <a:latin typeface="思源黑体 CN Medium" panose="020B0600000000000000" pitchFamily="34" charset="-122"/>
                  <a:ea typeface="思源黑体 CN Medium" panose="020B0600000000000000" pitchFamily="34" charset="-122"/>
                </a:endParaRPr>
              </a:p>
            </p:txBody>
          </p:sp>
          <p:sp>
            <p:nvSpPr>
              <p:cNvPr id="8" name="Line 9"/>
              <p:cNvSpPr>
                <a:spLocks noChangeShapeType="1"/>
              </p:cNvSpPr>
              <p:nvPr/>
            </p:nvSpPr>
            <p:spPr bwMode="auto">
              <a:xfrm flipH="1">
                <a:off x="4150" y="2432"/>
                <a:ext cx="1179" cy="862"/>
              </a:xfrm>
              <a:prstGeom prst="lin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bg1"/>
                  </a:solidFill>
                  <a:latin typeface="思源黑体 CN Medium" panose="020B0600000000000000" pitchFamily="34" charset="-122"/>
                  <a:ea typeface="思源黑体 CN Medium" panose="020B0600000000000000" pitchFamily="34" charset="-122"/>
                </a:endParaRPr>
              </a:p>
            </p:txBody>
          </p:sp>
          <p:sp>
            <p:nvSpPr>
              <p:cNvPr id="9" name="Line 10"/>
              <p:cNvSpPr>
                <a:spLocks noChangeShapeType="1"/>
              </p:cNvSpPr>
              <p:nvPr/>
            </p:nvSpPr>
            <p:spPr bwMode="auto">
              <a:xfrm>
                <a:off x="3923" y="2432"/>
                <a:ext cx="1180" cy="862"/>
              </a:xfrm>
              <a:prstGeom prst="lin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bg1"/>
                  </a:solidFill>
                  <a:latin typeface="思源黑体 CN Medium" panose="020B0600000000000000" pitchFamily="34" charset="-122"/>
                  <a:ea typeface="思源黑体 CN Medium" panose="020B0600000000000000" pitchFamily="34" charset="-122"/>
                </a:endParaRPr>
              </a:p>
            </p:txBody>
          </p:sp>
          <p:sp>
            <p:nvSpPr>
              <p:cNvPr id="10" name="Line 11"/>
              <p:cNvSpPr>
                <a:spLocks noChangeShapeType="1"/>
              </p:cNvSpPr>
              <p:nvPr/>
            </p:nvSpPr>
            <p:spPr bwMode="auto">
              <a:xfrm flipV="1">
                <a:off x="3923" y="2432"/>
                <a:ext cx="1391" cy="0"/>
              </a:xfrm>
              <a:prstGeom prst="lin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bg1"/>
                  </a:solidFill>
                  <a:latin typeface="思源黑体 CN Medium" panose="020B0600000000000000" pitchFamily="34" charset="-122"/>
                  <a:ea typeface="思源黑体 CN Medium" panose="020B0600000000000000" pitchFamily="34" charset="-122"/>
                </a:endParaRPr>
              </a:p>
            </p:txBody>
          </p:sp>
        </p:grpSp>
        <p:sp>
          <p:nvSpPr>
            <p:cNvPr id="11" name="Arc 12"/>
            <p:cNvSpPr/>
            <p:nvPr/>
          </p:nvSpPr>
          <p:spPr bwMode="auto">
            <a:xfrm rot="16542568">
              <a:off x="4367209" y="2209975"/>
              <a:ext cx="1408344" cy="1404653"/>
            </a:xfrm>
            <a:custGeom>
              <a:avLst/>
              <a:gdLst>
                <a:gd name="G0" fmla="+- 0 0 0"/>
                <a:gd name="G1" fmla="+- 19873 0 0"/>
                <a:gd name="G2" fmla="+- 21600 0 0"/>
                <a:gd name="T0" fmla="*/ 8462 w 19905"/>
                <a:gd name="T1" fmla="*/ 0 h 19873"/>
                <a:gd name="T2" fmla="*/ 19905 w 19905"/>
                <a:gd name="T3" fmla="*/ 11486 h 19873"/>
                <a:gd name="T4" fmla="*/ 0 w 19905"/>
                <a:gd name="T5" fmla="*/ 19873 h 19873"/>
              </a:gdLst>
              <a:ahLst/>
              <a:cxnLst>
                <a:cxn ang="0">
                  <a:pos x="T0" y="T1"/>
                </a:cxn>
                <a:cxn ang="0">
                  <a:pos x="T2" y="T3"/>
                </a:cxn>
                <a:cxn ang="0">
                  <a:pos x="T4" y="T5"/>
                </a:cxn>
              </a:cxnLst>
              <a:rect l="0" t="0" r="r" b="b"/>
              <a:pathLst>
                <a:path w="19905" h="19873" fill="none" extrusionOk="0">
                  <a:moveTo>
                    <a:pt x="8462" y="-1"/>
                  </a:moveTo>
                  <a:cubicBezTo>
                    <a:pt x="13623" y="2197"/>
                    <a:pt x="17727" y="6316"/>
                    <a:pt x="19905" y="11485"/>
                  </a:cubicBezTo>
                </a:path>
                <a:path w="19905" h="19873" stroke="0" extrusionOk="0">
                  <a:moveTo>
                    <a:pt x="8462" y="-1"/>
                  </a:moveTo>
                  <a:cubicBezTo>
                    <a:pt x="13623" y="2197"/>
                    <a:pt x="17727" y="6316"/>
                    <a:pt x="19905" y="11485"/>
                  </a:cubicBezTo>
                  <a:lnTo>
                    <a:pt x="0" y="19873"/>
                  </a:lnTo>
                  <a:close/>
                </a:path>
              </a:pathLst>
            </a:custGeom>
            <a:noFill/>
            <a:ln w="38100" cap="rnd">
              <a:solidFill>
                <a:schemeClr val="tx1">
                  <a:lumMod val="65000"/>
                  <a:lumOff val="35000"/>
                </a:schemeClr>
              </a:solidFill>
              <a:prstDash val="sysDot"/>
              <a:round/>
              <a:tailEnd type="triangle" w="med" len="med"/>
            </a:ln>
            <a:effectLst/>
            <a:extLst>
              <a:ext uri="{909E8E84-426E-40DD-AFC4-6F175D3DCCD1}">
                <a14:hiddenFill xmlns:a14="http://schemas.microsoft.com/office/drawing/2010/main">
                  <a:solidFill>
                    <a:srgbClr val="C8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4000" b="0" i="0" u="none" strike="noStrike" kern="0" cap="none" spc="0" normalizeH="0" baseline="0" noProof="0" dirty="0">
                <a:ln>
                  <a:noFill/>
                </a:ln>
                <a:solidFill>
                  <a:schemeClr val="bg1"/>
                </a:solidFill>
                <a:effectLst/>
                <a:uLnTx/>
                <a:uFillTx/>
                <a:latin typeface="思源黑体 CN Medium" panose="020B0600000000000000" pitchFamily="34" charset="-122"/>
                <a:ea typeface="思源黑体 CN Medium" panose="020B0600000000000000" pitchFamily="34" charset="-122"/>
              </a:endParaRPr>
            </a:p>
          </p:txBody>
        </p:sp>
        <p:sp>
          <p:nvSpPr>
            <p:cNvPr id="12" name="Oval 68"/>
            <p:cNvSpPr>
              <a:spLocks noChangeArrowheads="1"/>
            </p:cNvSpPr>
            <p:nvPr/>
          </p:nvSpPr>
          <p:spPr bwMode="gray">
            <a:xfrm>
              <a:off x="7132216" y="3032448"/>
              <a:ext cx="1164209" cy="1149932"/>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bg1"/>
                  </a:solidFill>
                  <a:latin typeface="思源黑体 CN Medium" panose="020B0600000000000000" pitchFamily="34" charset="-122"/>
                  <a:ea typeface="思源黑体 CN Medium" panose="020B0600000000000000" pitchFamily="34" charset="-122"/>
                </a:rPr>
                <a:t>2</a:t>
              </a:r>
              <a:endParaRPr lang="zh-CN" altLang="en-US" sz="3600" dirty="0">
                <a:solidFill>
                  <a:schemeClr val="bg1"/>
                </a:solidFill>
                <a:latin typeface="思源黑体 CN Medium" panose="020B0600000000000000" pitchFamily="34" charset="-122"/>
                <a:ea typeface="思源黑体 CN Medium" panose="020B0600000000000000" pitchFamily="34" charset="-122"/>
              </a:endParaRPr>
            </a:p>
          </p:txBody>
        </p:sp>
        <p:sp>
          <p:nvSpPr>
            <p:cNvPr id="13" name="Arc 98"/>
            <p:cNvSpPr/>
            <p:nvPr/>
          </p:nvSpPr>
          <p:spPr bwMode="auto">
            <a:xfrm rot="21229832">
              <a:off x="6128101" y="2198900"/>
              <a:ext cx="1408346" cy="1404654"/>
            </a:xfrm>
            <a:custGeom>
              <a:avLst/>
              <a:gdLst>
                <a:gd name="G0" fmla="+- 0 0 0"/>
                <a:gd name="G1" fmla="+- 19873 0 0"/>
                <a:gd name="G2" fmla="+- 21600 0 0"/>
                <a:gd name="T0" fmla="*/ 8462 w 19905"/>
                <a:gd name="T1" fmla="*/ 0 h 19873"/>
                <a:gd name="T2" fmla="*/ 19905 w 19905"/>
                <a:gd name="T3" fmla="*/ 11486 h 19873"/>
                <a:gd name="T4" fmla="*/ 0 w 19905"/>
                <a:gd name="T5" fmla="*/ 19873 h 19873"/>
              </a:gdLst>
              <a:ahLst/>
              <a:cxnLst>
                <a:cxn ang="0">
                  <a:pos x="T0" y="T1"/>
                </a:cxn>
                <a:cxn ang="0">
                  <a:pos x="T2" y="T3"/>
                </a:cxn>
                <a:cxn ang="0">
                  <a:pos x="T4" y="T5"/>
                </a:cxn>
              </a:cxnLst>
              <a:rect l="0" t="0" r="r" b="b"/>
              <a:pathLst>
                <a:path w="19905" h="19873" fill="none" extrusionOk="0">
                  <a:moveTo>
                    <a:pt x="8462" y="-1"/>
                  </a:moveTo>
                  <a:cubicBezTo>
                    <a:pt x="13623" y="2197"/>
                    <a:pt x="17727" y="6316"/>
                    <a:pt x="19905" y="11485"/>
                  </a:cubicBezTo>
                </a:path>
                <a:path w="19905" h="19873" stroke="0" extrusionOk="0">
                  <a:moveTo>
                    <a:pt x="8462" y="-1"/>
                  </a:moveTo>
                  <a:cubicBezTo>
                    <a:pt x="13623" y="2197"/>
                    <a:pt x="17727" y="6316"/>
                    <a:pt x="19905" y="11485"/>
                  </a:cubicBezTo>
                  <a:lnTo>
                    <a:pt x="0" y="19873"/>
                  </a:lnTo>
                  <a:close/>
                </a:path>
              </a:pathLst>
            </a:custGeom>
            <a:noFill/>
            <a:ln w="38100" cap="rnd">
              <a:solidFill>
                <a:schemeClr val="tx1">
                  <a:lumMod val="65000"/>
                  <a:lumOff val="35000"/>
                </a:schemeClr>
              </a:solidFill>
              <a:prstDash val="sysDot"/>
              <a:round/>
              <a:tailEnd type="triangle" w="med" len="med"/>
            </a:ln>
            <a:effectLst/>
            <a:extLst>
              <a:ext uri="{909E8E84-426E-40DD-AFC4-6F175D3DCCD1}">
                <a14:hiddenFill xmlns:a14="http://schemas.microsoft.com/office/drawing/2010/main">
                  <a:solidFill>
                    <a:srgbClr val="C8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4000" b="0" i="0" u="none" strike="noStrike" kern="0" cap="none" spc="0" normalizeH="0" baseline="0" noProof="0" dirty="0">
                <a:ln>
                  <a:noFill/>
                </a:ln>
                <a:solidFill>
                  <a:schemeClr val="bg1"/>
                </a:solidFill>
                <a:effectLst/>
                <a:uLnTx/>
                <a:uFillTx/>
                <a:latin typeface="思源黑体 CN Medium" panose="020B0600000000000000" pitchFamily="34" charset="-122"/>
                <a:ea typeface="思源黑体 CN Medium" panose="020B0600000000000000" pitchFamily="34" charset="-122"/>
              </a:endParaRPr>
            </a:p>
          </p:txBody>
        </p:sp>
        <p:sp>
          <p:nvSpPr>
            <p:cNvPr id="14" name="Oval 68"/>
            <p:cNvSpPr>
              <a:spLocks noChangeArrowheads="1"/>
            </p:cNvSpPr>
            <p:nvPr/>
          </p:nvSpPr>
          <p:spPr bwMode="gray">
            <a:xfrm>
              <a:off x="5415092" y="1637198"/>
              <a:ext cx="1164209" cy="1149932"/>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bg1"/>
                  </a:solidFill>
                  <a:latin typeface="思源黑体 CN Medium" panose="020B0600000000000000" pitchFamily="34" charset="-122"/>
                  <a:ea typeface="思源黑体 CN Medium" panose="020B0600000000000000" pitchFamily="34" charset="-122"/>
                </a:rPr>
                <a:t>1</a:t>
              </a:r>
              <a:endParaRPr lang="zh-CN" altLang="en-US" sz="3600" dirty="0">
                <a:solidFill>
                  <a:schemeClr val="bg1"/>
                </a:solidFill>
                <a:latin typeface="思源黑体 CN Medium" panose="020B0600000000000000" pitchFamily="34" charset="-122"/>
                <a:ea typeface="思源黑体 CN Medium" panose="020B0600000000000000" pitchFamily="34" charset="-122"/>
              </a:endParaRPr>
            </a:p>
          </p:txBody>
        </p:sp>
        <p:sp>
          <p:nvSpPr>
            <p:cNvPr id="15" name="Oval 68"/>
            <p:cNvSpPr>
              <a:spLocks noChangeArrowheads="1"/>
            </p:cNvSpPr>
            <p:nvPr/>
          </p:nvSpPr>
          <p:spPr bwMode="gray">
            <a:xfrm>
              <a:off x="6618778" y="5071464"/>
              <a:ext cx="1164209" cy="1149932"/>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bg1"/>
                  </a:solidFill>
                  <a:latin typeface="思源黑体 CN Medium" panose="020B0600000000000000" pitchFamily="34" charset="-122"/>
                  <a:ea typeface="思源黑体 CN Medium" panose="020B0600000000000000" pitchFamily="34" charset="-122"/>
                </a:rPr>
                <a:t>3</a:t>
              </a:r>
              <a:endParaRPr lang="zh-CN" altLang="en-US" sz="3600" dirty="0">
                <a:solidFill>
                  <a:schemeClr val="bg1"/>
                </a:solidFill>
                <a:latin typeface="思源黑体 CN Medium" panose="020B0600000000000000" pitchFamily="34" charset="-122"/>
                <a:ea typeface="思源黑体 CN Medium" panose="020B0600000000000000" pitchFamily="34" charset="-122"/>
              </a:endParaRPr>
            </a:p>
          </p:txBody>
        </p:sp>
        <p:sp>
          <p:nvSpPr>
            <p:cNvPr id="16" name="Oval 68"/>
            <p:cNvSpPr>
              <a:spLocks noChangeArrowheads="1"/>
            </p:cNvSpPr>
            <p:nvPr/>
          </p:nvSpPr>
          <p:spPr bwMode="gray">
            <a:xfrm>
              <a:off x="4323981" y="5071464"/>
              <a:ext cx="1164209" cy="1149932"/>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bg1"/>
                  </a:solidFill>
                  <a:latin typeface="思源黑体 CN Medium" panose="020B0600000000000000" pitchFamily="34" charset="-122"/>
                  <a:ea typeface="思源黑体 CN Medium" panose="020B0600000000000000" pitchFamily="34" charset="-122"/>
                </a:rPr>
                <a:t>4</a:t>
              </a:r>
              <a:endParaRPr lang="zh-CN" altLang="en-US" sz="3600" dirty="0">
                <a:solidFill>
                  <a:schemeClr val="bg1"/>
                </a:solidFill>
                <a:latin typeface="思源黑体 CN Medium" panose="020B0600000000000000" pitchFamily="34" charset="-122"/>
                <a:ea typeface="思源黑体 CN Medium" panose="020B0600000000000000" pitchFamily="34" charset="-122"/>
              </a:endParaRPr>
            </a:p>
          </p:txBody>
        </p:sp>
        <p:sp>
          <p:nvSpPr>
            <p:cNvPr id="17" name="Oval 68"/>
            <p:cNvSpPr>
              <a:spLocks noChangeArrowheads="1"/>
            </p:cNvSpPr>
            <p:nvPr/>
          </p:nvSpPr>
          <p:spPr bwMode="gray">
            <a:xfrm>
              <a:off x="3606127" y="3032448"/>
              <a:ext cx="1164209" cy="1149932"/>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bg1"/>
                  </a:solidFill>
                  <a:latin typeface="思源黑体 CN Medium" panose="020B0600000000000000" pitchFamily="34" charset="-122"/>
                  <a:ea typeface="思源黑体 CN Medium" panose="020B0600000000000000" pitchFamily="34" charset="-122"/>
                </a:rPr>
                <a:t>5</a:t>
              </a:r>
              <a:endParaRPr lang="zh-CN" altLang="en-US" sz="3600" dirty="0">
                <a:solidFill>
                  <a:schemeClr val="bg1"/>
                </a:solidFill>
                <a:latin typeface="思源黑体 CN Medium" panose="020B0600000000000000" pitchFamily="34" charset="-122"/>
                <a:ea typeface="思源黑体 CN Medium" panose="020B0600000000000000" pitchFamily="34" charset="-122"/>
              </a:endParaRPr>
            </a:p>
          </p:txBody>
        </p:sp>
      </p:grpSp>
      <p:grpSp>
        <p:nvGrpSpPr>
          <p:cNvPr id="31" name="组合 30"/>
          <p:cNvGrpSpPr/>
          <p:nvPr/>
        </p:nvGrpSpPr>
        <p:grpSpPr>
          <a:xfrm>
            <a:off x="1613239" y="3236870"/>
            <a:ext cx="2514311" cy="1295905"/>
            <a:chOff x="-1743928" y="4919298"/>
            <a:chExt cx="2514311" cy="1295905"/>
          </a:xfrm>
        </p:grpSpPr>
        <p:sp>
          <p:nvSpPr>
            <p:cNvPr id="32"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3"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34" name="组合 33"/>
          <p:cNvGrpSpPr/>
          <p:nvPr/>
        </p:nvGrpSpPr>
        <p:grpSpPr>
          <a:xfrm>
            <a:off x="4883015" y="1557516"/>
            <a:ext cx="2514311" cy="1295905"/>
            <a:chOff x="-1743928" y="4919298"/>
            <a:chExt cx="2514311" cy="1295905"/>
          </a:xfrm>
        </p:grpSpPr>
        <p:sp>
          <p:nvSpPr>
            <p:cNvPr id="35"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6"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40" name="组合 39"/>
          <p:cNvGrpSpPr/>
          <p:nvPr/>
        </p:nvGrpSpPr>
        <p:grpSpPr>
          <a:xfrm>
            <a:off x="1613239" y="4928137"/>
            <a:ext cx="2514311" cy="1295905"/>
            <a:chOff x="-1743928" y="4919298"/>
            <a:chExt cx="2514311" cy="1295905"/>
          </a:xfrm>
        </p:grpSpPr>
        <p:sp>
          <p:nvSpPr>
            <p:cNvPr id="41"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42"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46" name="组合 45"/>
          <p:cNvGrpSpPr/>
          <p:nvPr/>
        </p:nvGrpSpPr>
        <p:grpSpPr>
          <a:xfrm>
            <a:off x="7847756" y="3236870"/>
            <a:ext cx="2514311" cy="1295905"/>
            <a:chOff x="-1743928" y="4919298"/>
            <a:chExt cx="2514311" cy="1295905"/>
          </a:xfrm>
        </p:grpSpPr>
        <p:sp>
          <p:nvSpPr>
            <p:cNvPr id="47"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48"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49" name="组合 48"/>
          <p:cNvGrpSpPr/>
          <p:nvPr/>
        </p:nvGrpSpPr>
        <p:grpSpPr>
          <a:xfrm>
            <a:off x="7847756" y="4928137"/>
            <a:ext cx="2514311" cy="1295905"/>
            <a:chOff x="-1743928" y="4919298"/>
            <a:chExt cx="2514311" cy="1295905"/>
          </a:xfrm>
        </p:grpSpPr>
        <p:sp>
          <p:nvSpPr>
            <p:cNvPr id="50"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51"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72" name="组合 71"/>
          <p:cNvGrpSpPr/>
          <p:nvPr/>
        </p:nvGrpSpPr>
        <p:grpSpPr>
          <a:xfrm>
            <a:off x="6262928" y="266844"/>
            <a:ext cx="5929072" cy="330008"/>
            <a:chOff x="5025390" y="266844"/>
            <a:chExt cx="6259830" cy="330008"/>
          </a:xfrm>
        </p:grpSpPr>
        <p:cxnSp>
          <p:nvCxnSpPr>
            <p:cNvPr id="73" name="直接连接符 7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0" y="266844"/>
            <a:ext cx="487680" cy="330008"/>
            <a:chOff x="5025390" y="266844"/>
            <a:chExt cx="6259830" cy="330008"/>
          </a:xfrm>
        </p:grpSpPr>
        <p:cxnSp>
          <p:nvCxnSpPr>
            <p:cNvPr id="79" name="直接连接符 7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84" name="矩形 83"/>
          <p:cNvSpPr/>
          <p:nvPr/>
        </p:nvSpPr>
        <p:spPr>
          <a:xfrm>
            <a:off x="496522"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论文绪论</a:t>
            </a:r>
            <a:endPar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85" name="矩形 84"/>
          <p:cNvSpPr/>
          <p:nvPr/>
        </p:nvSpPr>
        <p:spPr>
          <a:xfrm>
            <a:off x="1465866"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研究背景</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90" name="矩形 89"/>
          <p:cNvSpPr/>
          <p:nvPr/>
        </p:nvSpPr>
        <p:spPr>
          <a:xfrm>
            <a:off x="3404554"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研究结果</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91" name="矩形 90"/>
          <p:cNvSpPr/>
          <p:nvPr/>
        </p:nvSpPr>
        <p:spPr>
          <a:xfrm>
            <a:off x="4373898"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问题讨论</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93" name="矩形 92"/>
          <p:cNvSpPr/>
          <p:nvPr/>
        </p:nvSpPr>
        <p:spPr>
          <a:xfrm>
            <a:off x="2435210"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a:t>
            </a: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方法</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94" name="矩形 93"/>
          <p:cNvSpPr/>
          <p:nvPr/>
        </p:nvSpPr>
        <p:spPr>
          <a:xfrm>
            <a:off x="5343244"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论文总结</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cxnSp>
        <p:nvCxnSpPr>
          <p:cNvPr id="95" name="直接连接符 94"/>
          <p:cNvCxnSpPr/>
          <p:nvPr/>
        </p:nvCxnSpPr>
        <p:spPr>
          <a:xfrm>
            <a:off x="587833" y="554554"/>
            <a:ext cx="657739" cy="0"/>
          </a:xfrm>
          <a:prstGeom prst="line">
            <a:avLst/>
          </a:prstGeom>
          <a:ln w="6350">
            <a:solidFill>
              <a:srgbClr val="AC4243"/>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500" fill="hold"/>
                                        <p:tgtEl>
                                          <p:spTgt spid="34"/>
                                        </p:tgtEl>
                                        <p:attrNameLst>
                                          <p:attrName>ppt_x</p:attrName>
                                        </p:attrNameLst>
                                      </p:cBhvr>
                                      <p:tavLst>
                                        <p:tav tm="0">
                                          <p:val>
                                            <p:strVal val="#ppt_x"/>
                                          </p:val>
                                        </p:tav>
                                        <p:tav tm="100000">
                                          <p:val>
                                            <p:strVal val="#ppt_x"/>
                                          </p:val>
                                        </p:tav>
                                      </p:tavLst>
                                    </p:anim>
                                    <p:anim calcmode="lin" valueType="num">
                                      <p:cBhvr additive="base">
                                        <p:cTn id="12" dur="500" fill="hold"/>
                                        <p:tgtEl>
                                          <p:spTgt spid="3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0"/>
                                        </p:tgtEl>
                                        <p:attrNameLst>
                                          <p:attrName>style.visibility</p:attrName>
                                        </p:attrNameLst>
                                      </p:cBhvr>
                                      <p:to>
                                        <p:strVal val="visible"/>
                                      </p:to>
                                    </p:set>
                                    <p:anim calcmode="lin" valueType="num">
                                      <p:cBhvr additive="base">
                                        <p:cTn id="15" dur="500" fill="hold"/>
                                        <p:tgtEl>
                                          <p:spTgt spid="40"/>
                                        </p:tgtEl>
                                        <p:attrNameLst>
                                          <p:attrName>ppt_x</p:attrName>
                                        </p:attrNameLst>
                                      </p:cBhvr>
                                      <p:tavLst>
                                        <p:tav tm="0">
                                          <p:val>
                                            <p:strVal val="#ppt_x"/>
                                          </p:val>
                                        </p:tav>
                                        <p:tav tm="100000">
                                          <p:val>
                                            <p:strVal val="#ppt_x"/>
                                          </p:val>
                                        </p:tav>
                                      </p:tavLst>
                                    </p:anim>
                                    <p:anim calcmode="lin" valueType="num">
                                      <p:cBhvr additive="base">
                                        <p:cTn id="16" dur="500" fill="hold"/>
                                        <p:tgtEl>
                                          <p:spTgt spid="4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6"/>
                                        </p:tgtEl>
                                        <p:attrNameLst>
                                          <p:attrName>style.visibility</p:attrName>
                                        </p:attrNameLst>
                                      </p:cBhvr>
                                      <p:to>
                                        <p:strVal val="visible"/>
                                      </p:to>
                                    </p:set>
                                    <p:anim calcmode="lin" valueType="num">
                                      <p:cBhvr additive="base">
                                        <p:cTn id="19" dur="500" fill="hold"/>
                                        <p:tgtEl>
                                          <p:spTgt spid="46"/>
                                        </p:tgtEl>
                                        <p:attrNameLst>
                                          <p:attrName>ppt_x</p:attrName>
                                        </p:attrNameLst>
                                      </p:cBhvr>
                                      <p:tavLst>
                                        <p:tav tm="0">
                                          <p:val>
                                            <p:strVal val="#ppt_x"/>
                                          </p:val>
                                        </p:tav>
                                        <p:tav tm="100000">
                                          <p:val>
                                            <p:strVal val="#ppt_x"/>
                                          </p:val>
                                        </p:tav>
                                      </p:tavLst>
                                    </p:anim>
                                    <p:anim calcmode="lin" valueType="num">
                                      <p:cBhvr additive="base">
                                        <p:cTn id="20" dur="500" fill="hold"/>
                                        <p:tgtEl>
                                          <p:spTgt spid="4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9"/>
                                        </p:tgtEl>
                                        <p:attrNameLst>
                                          <p:attrName>style.visibility</p:attrName>
                                        </p:attrNameLst>
                                      </p:cBhvr>
                                      <p:to>
                                        <p:strVal val="visible"/>
                                      </p:to>
                                    </p:set>
                                    <p:anim calcmode="lin" valueType="num">
                                      <p:cBhvr additive="base">
                                        <p:cTn id="23" dur="500" fill="hold"/>
                                        <p:tgtEl>
                                          <p:spTgt spid="49"/>
                                        </p:tgtEl>
                                        <p:attrNameLst>
                                          <p:attrName>ppt_x</p:attrName>
                                        </p:attrNameLst>
                                      </p:cBhvr>
                                      <p:tavLst>
                                        <p:tav tm="0">
                                          <p:val>
                                            <p:strVal val="#ppt_x"/>
                                          </p:val>
                                        </p:tav>
                                        <p:tav tm="100000">
                                          <p:val>
                                            <p:strVal val="#ppt_x"/>
                                          </p:val>
                                        </p:tav>
                                      </p:tavLst>
                                    </p:anim>
                                    <p:anim calcmode="lin" valueType="num">
                                      <p:cBhvr additive="base">
                                        <p:cTn id="24" dur="500" fill="hold"/>
                                        <p:tgtEl>
                                          <p:spTgt spid="49"/>
                                        </p:tgtEl>
                                        <p:attrNameLst>
                                          <p:attrName>ppt_y</p:attrName>
                                        </p:attrNameLst>
                                      </p:cBhvr>
                                      <p:tavLst>
                                        <p:tav tm="0">
                                          <p:val>
                                            <p:strVal val="1+#ppt_h/2"/>
                                          </p:val>
                                        </p:tav>
                                        <p:tav tm="100000">
                                          <p:val>
                                            <p:strVal val="#ppt_y"/>
                                          </p:val>
                                        </p:tav>
                                      </p:tavLst>
                                    </p:anim>
                                  </p:childTnLst>
                                </p:cTn>
                              </p:par>
                              <p:par>
                                <p:cTn id="25" presetID="22" presetClass="entr" presetSubtype="8" fill="hold" grpId="0" nodeType="withEffect">
                                  <p:stCondLst>
                                    <p:cond delay="250"/>
                                  </p:stCondLst>
                                  <p:childTnLst>
                                    <p:set>
                                      <p:cBhvr>
                                        <p:cTn id="26" dur="1" fill="hold">
                                          <p:stCondLst>
                                            <p:cond delay="0"/>
                                          </p:stCondLst>
                                        </p:cTn>
                                        <p:tgtEl>
                                          <p:spTgt spid="84"/>
                                        </p:tgtEl>
                                        <p:attrNameLst>
                                          <p:attrName>style.visibility</p:attrName>
                                        </p:attrNameLst>
                                      </p:cBhvr>
                                      <p:to>
                                        <p:strVal val="visible"/>
                                      </p:to>
                                    </p:set>
                                    <p:animEffect transition="in" filter="wipe(left)">
                                      <p:cBhvr>
                                        <p:cTn id="27" dur="500"/>
                                        <p:tgtEl>
                                          <p:spTgt spid="84"/>
                                        </p:tgtEl>
                                      </p:cBhvr>
                                    </p:animEffect>
                                  </p:childTnLst>
                                </p:cTn>
                              </p:par>
                              <p:par>
                                <p:cTn id="28" presetID="22" presetClass="entr" presetSubtype="8" fill="hold" grpId="0" nodeType="withEffect">
                                  <p:stCondLst>
                                    <p:cond delay="500"/>
                                  </p:stCondLst>
                                  <p:childTnLst>
                                    <p:set>
                                      <p:cBhvr>
                                        <p:cTn id="29" dur="1" fill="hold">
                                          <p:stCondLst>
                                            <p:cond delay="0"/>
                                          </p:stCondLst>
                                        </p:cTn>
                                        <p:tgtEl>
                                          <p:spTgt spid="85"/>
                                        </p:tgtEl>
                                        <p:attrNameLst>
                                          <p:attrName>style.visibility</p:attrName>
                                        </p:attrNameLst>
                                      </p:cBhvr>
                                      <p:to>
                                        <p:strVal val="visible"/>
                                      </p:to>
                                    </p:set>
                                    <p:animEffect transition="in" filter="wipe(left)">
                                      <p:cBhvr>
                                        <p:cTn id="30" dur="500"/>
                                        <p:tgtEl>
                                          <p:spTgt spid="85"/>
                                        </p:tgtEl>
                                      </p:cBhvr>
                                    </p:animEffect>
                                  </p:childTnLst>
                                </p:cTn>
                              </p:par>
                              <p:par>
                                <p:cTn id="31" presetID="22" presetClass="entr" presetSubtype="8" fill="hold" grpId="0" nodeType="withEffect">
                                  <p:stCondLst>
                                    <p:cond delay="1000"/>
                                  </p:stCondLst>
                                  <p:childTnLst>
                                    <p:set>
                                      <p:cBhvr>
                                        <p:cTn id="32" dur="1" fill="hold">
                                          <p:stCondLst>
                                            <p:cond delay="0"/>
                                          </p:stCondLst>
                                        </p:cTn>
                                        <p:tgtEl>
                                          <p:spTgt spid="90"/>
                                        </p:tgtEl>
                                        <p:attrNameLst>
                                          <p:attrName>style.visibility</p:attrName>
                                        </p:attrNameLst>
                                      </p:cBhvr>
                                      <p:to>
                                        <p:strVal val="visible"/>
                                      </p:to>
                                    </p:set>
                                    <p:animEffect transition="in" filter="wipe(left)">
                                      <p:cBhvr>
                                        <p:cTn id="33" dur="500"/>
                                        <p:tgtEl>
                                          <p:spTgt spid="90"/>
                                        </p:tgtEl>
                                      </p:cBhvr>
                                    </p:animEffect>
                                  </p:childTnLst>
                                </p:cTn>
                              </p:par>
                              <p:par>
                                <p:cTn id="34" presetID="22" presetClass="entr" presetSubtype="8" fill="hold" grpId="0" nodeType="withEffect">
                                  <p:stCondLst>
                                    <p:cond delay="1250"/>
                                  </p:stCondLst>
                                  <p:childTnLst>
                                    <p:set>
                                      <p:cBhvr>
                                        <p:cTn id="35" dur="1" fill="hold">
                                          <p:stCondLst>
                                            <p:cond delay="0"/>
                                          </p:stCondLst>
                                        </p:cTn>
                                        <p:tgtEl>
                                          <p:spTgt spid="91"/>
                                        </p:tgtEl>
                                        <p:attrNameLst>
                                          <p:attrName>style.visibility</p:attrName>
                                        </p:attrNameLst>
                                      </p:cBhvr>
                                      <p:to>
                                        <p:strVal val="visible"/>
                                      </p:to>
                                    </p:set>
                                    <p:animEffect transition="in" filter="wipe(left)">
                                      <p:cBhvr>
                                        <p:cTn id="36" dur="500"/>
                                        <p:tgtEl>
                                          <p:spTgt spid="91"/>
                                        </p:tgtEl>
                                      </p:cBhvr>
                                    </p:animEffect>
                                  </p:childTnLst>
                                </p:cTn>
                              </p:par>
                              <p:par>
                                <p:cTn id="37" presetID="22" presetClass="entr" presetSubtype="8" fill="hold" grpId="0" nodeType="withEffect">
                                  <p:stCondLst>
                                    <p:cond delay="500"/>
                                  </p:stCondLst>
                                  <p:childTnLst>
                                    <p:set>
                                      <p:cBhvr>
                                        <p:cTn id="38" dur="1" fill="hold">
                                          <p:stCondLst>
                                            <p:cond delay="0"/>
                                          </p:stCondLst>
                                        </p:cTn>
                                        <p:tgtEl>
                                          <p:spTgt spid="93"/>
                                        </p:tgtEl>
                                        <p:attrNameLst>
                                          <p:attrName>style.visibility</p:attrName>
                                        </p:attrNameLst>
                                      </p:cBhvr>
                                      <p:to>
                                        <p:strVal val="visible"/>
                                      </p:to>
                                    </p:set>
                                    <p:animEffect transition="in" filter="wipe(left)">
                                      <p:cBhvr>
                                        <p:cTn id="39" dur="500"/>
                                        <p:tgtEl>
                                          <p:spTgt spid="93"/>
                                        </p:tgtEl>
                                      </p:cBhvr>
                                    </p:animEffect>
                                  </p:childTnLst>
                                </p:cTn>
                              </p:par>
                              <p:par>
                                <p:cTn id="40" presetID="22" presetClass="entr" presetSubtype="8" fill="hold" grpId="0" nodeType="withEffect">
                                  <p:stCondLst>
                                    <p:cond delay="500"/>
                                  </p:stCondLst>
                                  <p:childTnLst>
                                    <p:set>
                                      <p:cBhvr>
                                        <p:cTn id="41" dur="1" fill="hold">
                                          <p:stCondLst>
                                            <p:cond delay="0"/>
                                          </p:stCondLst>
                                        </p:cTn>
                                        <p:tgtEl>
                                          <p:spTgt spid="94"/>
                                        </p:tgtEl>
                                        <p:attrNameLst>
                                          <p:attrName>style.visibility</p:attrName>
                                        </p:attrNameLst>
                                      </p:cBhvr>
                                      <p:to>
                                        <p:strVal val="visible"/>
                                      </p:to>
                                    </p:set>
                                    <p:animEffect transition="in" filter="wipe(left)">
                                      <p:cBhvr>
                                        <p:cTn id="42"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P spid="85" grpId="0"/>
      <p:bldP spid="90" grpId="0"/>
      <p:bldP spid="91" grpId="0"/>
      <p:bldP spid="93" grpId="0"/>
      <p:bldP spid="9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箭头3"/>
          <p:cNvSpPr/>
          <p:nvPr/>
        </p:nvSpPr>
        <p:spPr bwMode="gray">
          <a:xfrm flipV="1">
            <a:off x="1523158" y="4161348"/>
            <a:ext cx="1289892" cy="1794616"/>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65000"/>
            </a:schemeClr>
          </a:solidFill>
          <a:ln>
            <a:noFill/>
          </a:ln>
          <a:effectLst/>
        </p:spPr>
        <p:txBody>
          <a:bodyPr wrap="none" lIns="62118" tIns="31058" rIns="62118" bIns="31058"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900">
              <a:solidFill>
                <a:sysClr val="windowText" lastClr="000000"/>
              </a:solidFill>
              <a:latin typeface="Calibri" panose="020F0502020204030204"/>
              <a:ea typeface="宋体" pitchFamily="2" charset="-122"/>
            </a:endParaRPr>
          </a:p>
        </p:txBody>
      </p:sp>
      <p:sp>
        <p:nvSpPr>
          <p:cNvPr id="3" name="箭头2"/>
          <p:cNvSpPr/>
          <p:nvPr/>
        </p:nvSpPr>
        <p:spPr bwMode="gray">
          <a:xfrm rot="16200000">
            <a:off x="1863049" y="3414482"/>
            <a:ext cx="383377" cy="1533215"/>
          </a:xfrm>
          <a:custGeom>
            <a:avLst/>
            <a:gdLst>
              <a:gd name="T0" fmla="*/ 37 w 142"/>
              <a:gd name="T1" fmla="*/ 1 h 604"/>
              <a:gd name="T2" fmla="*/ 45 w 142"/>
              <a:gd name="T3" fmla="*/ 472 h 604"/>
              <a:gd name="T4" fmla="*/ 0 w 142"/>
              <a:gd name="T5" fmla="*/ 474 h 604"/>
              <a:gd name="T6" fmla="*/ 72 w 142"/>
              <a:gd name="T7" fmla="*/ 604 h 604"/>
              <a:gd name="T8" fmla="*/ 142 w 142"/>
              <a:gd name="T9" fmla="*/ 474 h 604"/>
              <a:gd name="T10" fmla="*/ 100 w 142"/>
              <a:gd name="T11" fmla="*/ 474 h 604"/>
              <a:gd name="T12" fmla="*/ 99 w 142"/>
              <a:gd name="T13" fmla="*/ 0 h 604"/>
              <a:gd name="T14" fmla="*/ 37 w 142"/>
              <a:gd name="T15" fmla="*/ 1 h 6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2" h="604">
                <a:moveTo>
                  <a:pt x="37" y="1"/>
                </a:moveTo>
                <a:lnTo>
                  <a:pt x="45" y="472"/>
                </a:lnTo>
                <a:lnTo>
                  <a:pt x="0" y="474"/>
                </a:lnTo>
                <a:lnTo>
                  <a:pt x="72" y="604"/>
                </a:lnTo>
                <a:lnTo>
                  <a:pt x="142" y="474"/>
                </a:lnTo>
                <a:lnTo>
                  <a:pt x="100" y="474"/>
                </a:lnTo>
                <a:lnTo>
                  <a:pt x="99" y="0"/>
                </a:lnTo>
                <a:lnTo>
                  <a:pt x="37" y="1"/>
                </a:lnTo>
                <a:close/>
              </a:path>
            </a:pathLst>
          </a:custGeom>
          <a:solidFill>
            <a:schemeClr val="bg1">
              <a:lumMod val="65000"/>
            </a:schemeClr>
          </a:solidFill>
          <a:ln>
            <a:noFill/>
          </a:ln>
          <a:effectLst/>
        </p:spPr>
        <p:txBody>
          <a:bodyPr wrap="none" lIns="62118" tIns="31058" rIns="62118" bIns="31058"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900">
              <a:solidFill>
                <a:sysClr val="windowText" lastClr="000000"/>
              </a:solidFill>
              <a:latin typeface="Calibri" panose="020F0502020204030204"/>
              <a:ea typeface="宋体" pitchFamily="2" charset="-122"/>
            </a:endParaRPr>
          </a:p>
        </p:txBody>
      </p:sp>
      <p:sp>
        <p:nvSpPr>
          <p:cNvPr id="4" name="箭头1"/>
          <p:cNvSpPr/>
          <p:nvPr/>
        </p:nvSpPr>
        <p:spPr bwMode="gray">
          <a:xfrm>
            <a:off x="1514864" y="2200922"/>
            <a:ext cx="1289892" cy="2078883"/>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65000"/>
            </a:schemeClr>
          </a:solidFill>
          <a:ln>
            <a:noFill/>
          </a:ln>
          <a:effectLst/>
        </p:spPr>
        <p:txBody>
          <a:bodyPr wrap="none" lIns="62118" tIns="31058" rIns="62118" bIns="31058"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900">
              <a:solidFill>
                <a:sysClr val="windowText" lastClr="000000"/>
              </a:solidFill>
              <a:latin typeface="Calibri" panose="020F0502020204030204"/>
              <a:ea typeface="宋体" pitchFamily="2" charset="-122"/>
            </a:endParaRPr>
          </a:p>
        </p:txBody>
      </p:sp>
      <p:sp>
        <p:nvSpPr>
          <p:cNvPr id="6" name="标题1"/>
          <p:cNvSpPr>
            <a:spLocks noChangeArrowheads="1"/>
          </p:cNvSpPr>
          <p:nvPr/>
        </p:nvSpPr>
        <p:spPr bwMode="gray">
          <a:xfrm>
            <a:off x="2962058" y="1734940"/>
            <a:ext cx="1466422" cy="1418637"/>
          </a:xfrm>
          <a:prstGeom prst="roundRect">
            <a:avLst>
              <a:gd name="adj" fmla="val 11921"/>
            </a:avLst>
          </a:prstGeom>
          <a:solidFill>
            <a:srgbClr val="AC4243"/>
          </a:solidFill>
          <a:ln w="25400" cap="flat" cmpd="sng" algn="ctr">
            <a:noFill/>
            <a:prstDash val="solid"/>
          </a:ln>
          <a:effectLst/>
        </p:spPr>
        <p:txBody>
          <a:bodyPr lIns="62118" tIns="31058" rIns="62118" bIns="31058"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lnSpc>
                <a:spcPct val="120000"/>
              </a:lnSpc>
              <a:spcBef>
                <a:spcPct val="0"/>
              </a:spcBef>
              <a:spcAft>
                <a:spcPct val="0"/>
              </a:spcAft>
              <a:defRPr/>
            </a:pPr>
            <a:r>
              <a:rPr lang="zh-CN" altLang="en-US" sz="2400" b="1" dirty="0" smtClean="0">
                <a:solidFill>
                  <a:sysClr val="window" lastClr="FFFFFF">
                    <a:lumMod val="95000"/>
                  </a:sysClr>
                </a:solidFill>
                <a:latin typeface="思源黑体 CN Medium" panose="020B0600000000000000" pitchFamily="34" charset="-122"/>
                <a:ea typeface="思源黑体 CN Medium" panose="020B0600000000000000" pitchFamily="34" charset="-122"/>
              </a:rPr>
              <a:t>文本</a:t>
            </a:r>
            <a:endParaRPr lang="zh-CN" altLang="zh-CN" sz="2400" b="1" dirty="0">
              <a:solidFill>
                <a:sysClr val="window" lastClr="FFFFFF">
                  <a:lumMod val="95000"/>
                </a:sysClr>
              </a:solidFill>
              <a:latin typeface="思源黑体 CN Medium" panose="020B0600000000000000" pitchFamily="34" charset="-122"/>
              <a:ea typeface="思源黑体 CN Medium" panose="020B0600000000000000" pitchFamily="34" charset="-122"/>
            </a:endParaRPr>
          </a:p>
        </p:txBody>
      </p:sp>
      <p:sp>
        <p:nvSpPr>
          <p:cNvPr id="8" name="标题2"/>
          <p:cNvSpPr>
            <a:spLocks noChangeArrowheads="1"/>
          </p:cNvSpPr>
          <p:nvPr/>
        </p:nvSpPr>
        <p:spPr bwMode="gray">
          <a:xfrm>
            <a:off x="2962058" y="3457322"/>
            <a:ext cx="1466424" cy="1406744"/>
          </a:xfrm>
          <a:prstGeom prst="roundRect">
            <a:avLst>
              <a:gd name="adj" fmla="val 11921"/>
            </a:avLst>
          </a:prstGeom>
          <a:solidFill>
            <a:srgbClr val="AC4243"/>
          </a:solidFill>
          <a:ln w="25400" cap="flat" cmpd="sng" algn="ctr">
            <a:noFill/>
            <a:prstDash val="solid"/>
          </a:ln>
          <a:effectLst/>
        </p:spPr>
        <p:txBody>
          <a:bodyPr lIns="62118" tIns="31058" rIns="62118" bIns="31058" anchor="ctr"/>
          <a:lstStyle/>
          <a:p>
            <a:pPr algn="ctr" fontAlgn="base">
              <a:lnSpc>
                <a:spcPct val="120000"/>
              </a:lnSpc>
              <a:spcBef>
                <a:spcPct val="0"/>
              </a:spcBef>
              <a:spcAft>
                <a:spcPct val="0"/>
              </a:spcAft>
            </a:pPr>
            <a:r>
              <a:rPr lang="zh-CN" altLang="en-US" sz="2400" b="1" dirty="0">
                <a:solidFill>
                  <a:sysClr val="window" lastClr="FFFFFF">
                    <a:lumMod val="95000"/>
                  </a:sysClr>
                </a:solidFill>
                <a:latin typeface="思源黑体 CN Medium" panose="020B0600000000000000" pitchFamily="34" charset="-122"/>
                <a:ea typeface="思源黑体 CN Medium" panose="020B0600000000000000" pitchFamily="34" charset="-122"/>
              </a:rPr>
              <a:t>文本</a:t>
            </a:r>
            <a:endParaRPr lang="zh-CN" altLang="zh-CN" sz="2400" b="1" dirty="0">
              <a:solidFill>
                <a:sysClr val="window" lastClr="FFFFFF">
                  <a:lumMod val="95000"/>
                </a:sysClr>
              </a:solidFill>
              <a:latin typeface="思源黑体 CN Medium" panose="020B0600000000000000" pitchFamily="34" charset="-122"/>
              <a:ea typeface="思源黑体 CN Medium" panose="020B0600000000000000" pitchFamily="34" charset="-122"/>
            </a:endParaRPr>
          </a:p>
        </p:txBody>
      </p:sp>
      <p:sp>
        <p:nvSpPr>
          <p:cNvPr id="10" name="标题3"/>
          <p:cNvSpPr>
            <a:spLocks noChangeArrowheads="1"/>
          </p:cNvSpPr>
          <p:nvPr/>
        </p:nvSpPr>
        <p:spPr bwMode="gray">
          <a:xfrm>
            <a:off x="2962058" y="5157958"/>
            <a:ext cx="1466422" cy="1394194"/>
          </a:xfrm>
          <a:prstGeom prst="roundRect">
            <a:avLst>
              <a:gd name="adj" fmla="val 11921"/>
            </a:avLst>
          </a:prstGeom>
          <a:solidFill>
            <a:srgbClr val="AC4243"/>
          </a:solidFill>
          <a:ln w="25400" cap="flat" cmpd="sng" algn="ctr">
            <a:noFill/>
            <a:prstDash val="solid"/>
          </a:ln>
          <a:effectLst/>
        </p:spPr>
        <p:txBody>
          <a:bodyPr lIns="62118" tIns="31058" rIns="62118" bIns="31058" anchor="ctr"/>
          <a:lstStyle/>
          <a:p>
            <a:pPr algn="ctr" fontAlgn="base">
              <a:lnSpc>
                <a:spcPct val="120000"/>
              </a:lnSpc>
              <a:spcBef>
                <a:spcPct val="0"/>
              </a:spcBef>
              <a:spcAft>
                <a:spcPct val="0"/>
              </a:spcAft>
            </a:pPr>
            <a:r>
              <a:rPr lang="zh-CN" altLang="en-US" sz="2400" b="1" dirty="0">
                <a:solidFill>
                  <a:sysClr val="window" lastClr="FFFFFF">
                    <a:lumMod val="95000"/>
                  </a:sysClr>
                </a:solidFill>
                <a:latin typeface="思源黑体 CN Medium" panose="020B0600000000000000" pitchFamily="34" charset="-122"/>
                <a:ea typeface="思源黑体 CN Medium" panose="020B0600000000000000" pitchFamily="34" charset="-122"/>
              </a:rPr>
              <a:t>文本</a:t>
            </a:r>
            <a:endParaRPr lang="zh-CN" altLang="zh-CN" sz="2400" b="1" dirty="0">
              <a:solidFill>
                <a:sysClr val="window" lastClr="FFFFFF">
                  <a:lumMod val="95000"/>
                </a:sysClr>
              </a:solidFill>
              <a:latin typeface="思源黑体 CN Medium" panose="020B0600000000000000" pitchFamily="34" charset="-122"/>
              <a:ea typeface="思源黑体 CN Medium" panose="020B0600000000000000" pitchFamily="34" charset="-122"/>
            </a:endParaRPr>
          </a:p>
        </p:txBody>
      </p:sp>
      <p:sp>
        <p:nvSpPr>
          <p:cNvPr id="11" name="Oval 19"/>
          <p:cNvSpPr>
            <a:spLocks noChangeArrowheads="1"/>
          </p:cNvSpPr>
          <p:nvPr/>
        </p:nvSpPr>
        <p:spPr bwMode="auto">
          <a:xfrm>
            <a:off x="862414" y="3457322"/>
            <a:ext cx="1404988" cy="1406744"/>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bg1"/>
                </a:solidFill>
                <a:latin typeface="思源黑体 CN Medium" panose="020B0600000000000000" pitchFamily="34" charset="-122"/>
                <a:ea typeface="思源黑体 CN Medium" panose="020B0600000000000000" pitchFamily="34" charset="-122"/>
              </a:rPr>
              <a:t>标题</a:t>
            </a:r>
            <a:endParaRPr lang="zh-CN" altLang="en-US" sz="2400" b="1" dirty="0">
              <a:solidFill>
                <a:schemeClr val="bg1"/>
              </a:solidFill>
              <a:latin typeface="思源黑体 CN Medium" panose="020B0600000000000000" pitchFamily="34" charset="-122"/>
              <a:ea typeface="思源黑体 CN Medium" panose="020B0600000000000000" pitchFamily="34" charset="-122"/>
            </a:endParaRPr>
          </a:p>
        </p:txBody>
      </p:sp>
      <p:grpSp>
        <p:nvGrpSpPr>
          <p:cNvPr id="16" name="组合 15"/>
          <p:cNvGrpSpPr/>
          <p:nvPr/>
        </p:nvGrpSpPr>
        <p:grpSpPr>
          <a:xfrm>
            <a:off x="4585782" y="1934222"/>
            <a:ext cx="4726682" cy="899641"/>
            <a:chOff x="6027771" y="1424449"/>
            <a:chExt cx="4726682" cy="899641"/>
          </a:xfrm>
        </p:grpSpPr>
        <p:sp>
          <p:nvSpPr>
            <p:cNvPr id="17" name="TextBox 18"/>
            <p:cNvSpPr txBox="1"/>
            <p:nvPr/>
          </p:nvSpPr>
          <p:spPr>
            <a:xfrm>
              <a:off x="6027771" y="1424449"/>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18" name="学论网-www.xuelun.me"/>
            <p:cNvSpPr txBox="1"/>
            <p:nvPr/>
          </p:nvSpPr>
          <p:spPr>
            <a:xfrm>
              <a:off x="6256371" y="1770092"/>
              <a:ext cx="4498082"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文本</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19" name="组合 18"/>
          <p:cNvGrpSpPr/>
          <p:nvPr/>
        </p:nvGrpSpPr>
        <p:grpSpPr>
          <a:xfrm>
            <a:off x="4585782" y="3779649"/>
            <a:ext cx="4726682" cy="899641"/>
            <a:chOff x="6027771" y="1424449"/>
            <a:chExt cx="4726682" cy="899641"/>
          </a:xfrm>
        </p:grpSpPr>
        <p:sp>
          <p:nvSpPr>
            <p:cNvPr id="20" name="TextBox 18"/>
            <p:cNvSpPr txBox="1"/>
            <p:nvPr/>
          </p:nvSpPr>
          <p:spPr>
            <a:xfrm>
              <a:off x="6027771" y="1424449"/>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1" name="学论网-www.xuelun.me"/>
            <p:cNvSpPr txBox="1"/>
            <p:nvPr/>
          </p:nvSpPr>
          <p:spPr>
            <a:xfrm>
              <a:off x="6256371" y="1770092"/>
              <a:ext cx="4498082"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文本</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22" name="组合 21"/>
          <p:cNvGrpSpPr/>
          <p:nvPr/>
        </p:nvGrpSpPr>
        <p:grpSpPr>
          <a:xfrm>
            <a:off x="4585782" y="5625076"/>
            <a:ext cx="4726682" cy="899641"/>
            <a:chOff x="6027771" y="1424449"/>
            <a:chExt cx="4726682" cy="899641"/>
          </a:xfrm>
        </p:grpSpPr>
        <p:sp>
          <p:nvSpPr>
            <p:cNvPr id="23" name="TextBox 18"/>
            <p:cNvSpPr txBox="1"/>
            <p:nvPr/>
          </p:nvSpPr>
          <p:spPr>
            <a:xfrm>
              <a:off x="6027771" y="1424449"/>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4" name="学论网-www.xuelun.me"/>
            <p:cNvSpPr txBox="1"/>
            <p:nvPr/>
          </p:nvSpPr>
          <p:spPr>
            <a:xfrm>
              <a:off x="6256371" y="1770092"/>
              <a:ext cx="4498082"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文本</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43" name="组合 42"/>
          <p:cNvGrpSpPr/>
          <p:nvPr/>
        </p:nvGrpSpPr>
        <p:grpSpPr>
          <a:xfrm>
            <a:off x="6262928" y="266844"/>
            <a:ext cx="5929072" cy="330008"/>
            <a:chOff x="5025390" y="266844"/>
            <a:chExt cx="6259830" cy="330008"/>
          </a:xfrm>
        </p:grpSpPr>
        <p:cxnSp>
          <p:nvCxnSpPr>
            <p:cNvPr id="44" name="直接连接符 43"/>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49" name="组合 48"/>
          <p:cNvGrpSpPr/>
          <p:nvPr/>
        </p:nvGrpSpPr>
        <p:grpSpPr>
          <a:xfrm>
            <a:off x="0" y="266844"/>
            <a:ext cx="487680" cy="330008"/>
            <a:chOff x="5025390" y="266844"/>
            <a:chExt cx="6259830" cy="330008"/>
          </a:xfrm>
        </p:grpSpPr>
        <p:cxnSp>
          <p:nvCxnSpPr>
            <p:cNvPr id="50" name="直接连接符 49"/>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55" name="矩形 54"/>
          <p:cNvSpPr/>
          <p:nvPr/>
        </p:nvSpPr>
        <p:spPr>
          <a:xfrm>
            <a:off x="496522"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论文绪论</a:t>
            </a:r>
            <a:endPar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56" name="矩形 55"/>
          <p:cNvSpPr/>
          <p:nvPr/>
        </p:nvSpPr>
        <p:spPr>
          <a:xfrm>
            <a:off x="1465866"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研究背景</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57" name="矩形 56"/>
          <p:cNvSpPr/>
          <p:nvPr/>
        </p:nvSpPr>
        <p:spPr>
          <a:xfrm>
            <a:off x="3404554"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研究结果</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58" name="矩形 57"/>
          <p:cNvSpPr/>
          <p:nvPr/>
        </p:nvSpPr>
        <p:spPr>
          <a:xfrm>
            <a:off x="4373898"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问题讨论</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59" name="矩形 58"/>
          <p:cNvSpPr/>
          <p:nvPr/>
        </p:nvSpPr>
        <p:spPr>
          <a:xfrm>
            <a:off x="2435210"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a:t>
            </a: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方法</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0" name="矩形 59"/>
          <p:cNvSpPr/>
          <p:nvPr/>
        </p:nvSpPr>
        <p:spPr>
          <a:xfrm>
            <a:off x="5343244"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论文总结</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cxnSp>
        <p:nvCxnSpPr>
          <p:cNvPr id="61" name="直接连接符 60"/>
          <p:cNvCxnSpPr/>
          <p:nvPr/>
        </p:nvCxnSpPr>
        <p:spPr>
          <a:xfrm>
            <a:off x="587833" y="554554"/>
            <a:ext cx="657739" cy="0"/>
          </a:xfrm>
          <a:prstGeom prst="line">
            <a:avLst/>
          </a:prstGeom>
          <a:ln w="6350">
            <a:solidFill>
              <a:srgbClr val="AC4243"/>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par>
                                <p:cTn id="17" presetID="22" presetClass="entr" presetSubtype="8" fill="hold" grpId="0" nodeType="withEffect">
                                  <p:stCondLst>
                                    <p:cond delay="250"/>
                                  </p:stCondLst>
                                  <p:childTnLst>
                                    <p:set>
                                      <p:cBhvr>
                                        <p:cTn id="18" dur="1" fill="hold">
                                          <p:stCondLst>
                                            <p:cond delay="0"/>
                                          </p:stCondLst>
                                        </p:cTn>
                                        <p:tgtEl>
                                          <p:spTgt spid="55"/>
                                        </p:tgtEl>
                                        <p:attrNameLst>
                                          <p:attrName>style.visibility</p:attrName>
                                        </p:attrNameLst>
                                      </p:cBhvr>
                                      <p:to>
                                        <p:strVal val="visible"/>
                                      </p:to>
                                    </p:set>
                                    <p:animEffect transition="in" filter="wipe(left)">
                                      <p:cBhvr>
                                        <p:cTn id="19" dur="500"/>
                                        <p:tgtEl>
                                          <p:spTgt spid="55"/>
                                        </p:tgtEl>
                                      </p:cBhvr>
                                    </p:animEffect>
                                  </p:childTnLst>
                                </p:cTn>
                              </p:par>
                              <p:par>
                                <p:cTn id="20" presetID="22" presetClass="entr" presetSubtype="8" fill="hold" grpId="0" nodeType="withEffect">
                                  <p:stCondLst>
                                    <p:cond delay="500"/>
                                  </p:stCondLst>
                                  <p:childTnLst>
                                    <p:set>
                                      <p:cBhvr>
                                        <p:cTn id="21" dur="1" fill="hold">
                                          <p:stCondLst>
                                            <p:cond delay="0"/>
                                          </p:stCondLst>
                                        </p:cTn>
                                        <p:tgtEl>
                                          <p:spTgt spid="56"/>
                                        </p:tgtEl>
                                        <p:attrNameLst>
                                          <p:attrName>style.visibility</p:attrName>
                                        </p:attrNameLst>
                                      </p:cBhvr>
                                      <p:to>
                                        <p:strVal val="visible"/>
                                      </p:to>
                                    </p:set>
                                    <p:animEffect transition="in" filter="wipe(left)">
                                      <p:cBhvr>
                                        <p:cTn id="22" dur="500"/>
                                        <p:tgtEl>
                                          <p:spTgt spid="56"/>
                                        </p:tgtEl>
                                      </p:cBhvr>
                                    </p:animEffect>
                                  </p:childTnLst>
                                </p:cTn>
                              </p:par>
                              <p:par>
                                <p:cTn id="23" presetID="22" presetClass="entr" presetSubtype="8" fill="hold" grpId="0" nodeType="withEffect">
                                  <p:stCondLst>
                                    <p:cond delay="1000"/>
                                  </p:stCondLst>
                                  <p:childTnLst>
                                    <p:set>
                                      <p:cBhvr>
                                        <p:cTn id="24" dur="1" fill="hold">
                                          <p:stCondLst>
                                            <p:cond delay="0"/>
                                          </p:stCondLst>
                                        </p:cTn>
                                        <p:tgtEl>
                                          <p:spTgt spid="57"/>
                                        </p:tgtEl>
                                        <p:attrNameLst>
                                          <p:attrName>style.visibility</p:attrName>
                                        </p:attrNameLst>
                                      </p:cBhvr>
                                      <p:to>
                                        <p:strVal val="visible"/>
                                      </p:to>
                                    </p:set>
                                    <p:animEffect transition="in" filter="wipe(left)">
                                      <p:cBhvr>
                                        <p:cTn id="25" dur="500"/>
                                        <p:tgtEl>
                                          <p:spTgt spid="57"/>
                                        </p:tgtEl>
                                      </p:cBhvr>
                                    </p:animEffect>
                                  </p:childTnLst>
                                </p:cTn>
                              </p:par>
                              <p:par>
                                <p:cTn id="26" presetID="22" presetClass="entr" presetSubtype="8" fill="hold" grpId="0" nodeType="withEffect">
                                  <p:stCondLst>
                                    <p:cond delay="1250"/>
                                  </p:stCondLst>
                                  <p:childTnLst>
                                    <p:set>
                                      <p:cBhvr>
                                        <p:cTn id="27" dur="1" fill="hold">
                                          <p:stCondLst>
                                            <p:cond delay="0"/>
                                          </p:stCondLst>
                                        </p:cTn>
                                        <p:tgtEl>
                                          <p:spTgt spid="58"/>
                                        </p:tgtEl>
                                        <p:attrNameLst>
                                          <p:attrName>style.visibility</p:attrName>
                                        </p:attrNameLst>
                                      </p:cBhvr>
                                      <p:to>
                                        <p:strVal val="visible"/>
                                      </p:to>
                                    </p:set>
                                    <p:animEffect transition="in" filter="wipe(left)">
                                      <p:cBhvr>
                                        <p:cTn id="28" dur="500"/>
                                        <p:tgtEl>
                                          <p:spTgt spid="58"/>
                                        </p:tgtEl>
                                      </p:cBhvr>
                                    </p:animEffect>
                                  </p:childTnLst>
                                </p:cTn>
                              </p:par>
                              <p:par>
                                <p:cTn id="29" presetID="22" presetClass="entr" presetSubtype="8" fill="hold" grpId="0" nodeType="withEffect">
                                  <p:stCondLst>
                                    <p:cond delay="500"/>
                                  </p:stCondLst>
                                  <p:childTnLst>
                                    <p:set>
                                      <p:cBhvr>
                                        <p:cTn id="30" dur="1" fill="hold">
                                          <p:stCondLst>
                                            <p:cond delay="0"/>
                                          </p:stCondLst>
                                        </p:cTn>
                                        <p:tgtEl>
                                          <p:spTgt spid="59"/>
                                        </p:tgtEl>
                                        <p:attrNameLst>
                                          <p:attrName>style.visibility</p:attrName>
                                        </p:attrNameLst>
                                      </p:cBhvr>
                                      <p:to>
                                        <p:strVal val="visible"/>
                                      </p:to>
                                    </p:set>
                                    <p:animEffect transition="in" filter="wipe(left)">
                                      <p:cBhvr>
                                        <p:cTn id="31" dur="500"/>
                                        <p:tgtEl>
                                          <p:spTgt spid="59"/>
                                        </p:tgtEl>
                                      </p:cBhvr>
                                    </p:animEffect>
                                  </p:childTnLst>
                                </p:cTn>
                              </p:par>
                              <p:par>
                                <p:cTn id="32" presetID="22" presetClass="entr" presetSubtype="8" fill="hold" grpId="0" nodeType="withEffect">
                                  <p:stCondLst>
                                    <p:cond delay="500"/>
                                  </p:stCondLst>
                                  <p:childTnLst>
                                    <p:set>
                                      <p:cBhvr>
                                        <p:cTn id="33" dur="1" fill="hold">
                                          <p:stCondLst>
                                            <p:cond delay="0"/>
                                          </p:stCondLst>
                                        </p:cTn>
                                        <p:tgtEl>
                                          <p:spTgt spid="60"/>
                                        </p:tgtEl>
                                        <p:attrNameLst>
                                          <p:attrName>style.visibility</p:attrName>
                                        </p:attrNameLst>
                                      </p:cBhvr>
                                      <p:to>
                                        <p:strVal val="visible"/>
                                      </p:to>
                                    </p:set>
                                    <p:animEffect transition="in" filter="wipe(left)">
                                      <p:cBhvr>
                                        <p:cTn id="34"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6" grpId="0"/>
      <p:bldP spid="57" grpId="0"/>
      <p:bldP spid="58" grpId="0"/>
      <p:bldP spid="59" grpId="0"/>
      <p:bldP spid="6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p:cNvGrpSpPr/>
          <p:nvPr/>
        </p:nvGrpSpPr>
        <p:grpSpPr>
          <a:xfrm>
            <a:off x="3181890" y="2637015"/>
            <a:ext cx="5820099" cy="2540827"/>
            <a:chOff x="1924590" y="1768736"/>
            <a:chExt cx="8514127" cy="3716934"/>
          </a:xfrm>
        </p:grpSpPr>
        <p:cxnSp>
          <p:nvCxnSpPr>
            <p:cNvPr id="2" name="直接连接符 1"/>
            <p:cNvCxnSpPr/>
            <p:nvPr/>
          </p:nvCxnSpPr>
          <p:spPr>
            <a:xfrm>
              <a:off x="3449926" y="2903928"/>
              <a:ext cx="2699693" cy="834243"/>
            </a:xfrm>
            <a:prstGeom prst="lin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3175">
              <a:solidFill>
                <a:schemeClr val="tx1">
                  <a:lumMod val="50000"/>
                  <a:lumOff val="50000"/>
                </a:schemeClr>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3" name="直接连接符 2"/>
            <p:cNvCxnSpPr/>
            <p:nvPr/>
          </p:nvCxnSpPr>
          <p:spPr>
            <a:xfrm flipV="1">
              <a:off x="4207206" y="3763544"/>
              <a:ext cx="1955099" cy="983716"/>
            </a:xfrm>
            <a:prstGeom prst="lin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3175">
              <a:solidFill>
                <a:schemeClr val="tx1">
                  <a:lumMod val="50000"/>
                  <a:lumOff val="50000"/>
                </a:schemeClr>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4" name="直接连接符 3"/>
            <p:cNvCxnSpPr/>
            <p:nvPr/>
          </p:nvCxnSpPr>
          <p:spPr>
            <a:xfrm flipV="1">
              <a:off x="6074733" y="2402086"/>
              <a:ext cx="2543730" cy="1361459"/>
            </a:xfrm>
            <a:prstGeom prst="lin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3175">
              <a:solidFill>
                <a:schemeClr val="tx1">
                  <a:lumMod val="50000"/>
                  <a:lumOff val="50000"/>
                </a:schemeClr>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5" name="直接连接符 4"/>
            <p:cNvCxnSpPr/>
            <p:nvPr/>
          </p:nvCxnSpPr>
          <p:spPr>
            <a:xfrm>
              <a:off x="6136933" y="3738172"/>
              <a:ext cx="3303987" cy="632145"/>
            </a:xfrm>
            <a:prstGeom prst="lin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3175">
              <a:solidFill>
                <a:schemeClr val="tx1">
                  <a:lumMod val="50000"/>
                  <a:lumOff val="50000"/>
                </a:schemeClr>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cxnSp>
        <p:grpSp>
          <p:nvGrpSpPr>
            <p:cNvPr id="7" name="组合 6"/>
            <p:cNvGrpSpPr/>
            <p:nvPr/>
          </p:nvGrpSpPr>
          <p:grpSpPr>
            <a:xfrm>
              <a:off x="5132885" y="2697073"/>
              <a:ext cx="2104365" cy="2104365"/>
              <a:chOff x="3761296" y="1104900"/>
              <a:chExt cx="1549400" cy="1549400"/>
            </a:xfrm>
          </p:grpSpPr>
          <p:sp>
            <p:nvSpPr>
              <p:cNvPr id="8" name="椭圆 7"/>
              <p:cNvSpPr/>
              <p:nvPr/>
            </p:nvSpPr>
            <p:spPr>
              <a:xfrm>
                <a:off x="3761296" y="1104900"/>
                <a:ext cx="1549400" cy="1549400"/>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CN Medium" panose="020B0600000000000000" pitchFamily="34" charset="-122"/>
                  <a:ea typeface="思源黑体 CN Medium" panose="020B0600000000000000" pitchFamily="34" charset="-122"/>
                </a:endParaRPr>
              </a:p>
            </p:txBody>
          </p:sp>
          <p:sp>
            <p:nvSpPr>
              <p:cNvPr id="9" name="文本框 34"/>
              <p:cNvSpPr txBox="1"/>
              <p:nvPr/>
            </p:nvSpPr>
            <p:spPr>
              <a:xfrm>
                <a:off x="3761296" y="1528754"/>
                <a:ext cx="1549400" cy="724328"/>
              </a:xfrm>
              <a:prstGeom prst="rect">
                <a:avLst/>
              </a:prstGeom>
              <a:noFill/>
              <a:ln w="25400">
                <a:no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600" b="1">
                    <a:solidFill>
                      <a:schemeClr val="tx1">
                        <a:lumMod val="65000"/>
                        <a:lumOff val="35000"/>
                      </a:schemeClr>
                    </a:solidFill>
                    <a:latin typeface="思源黑体 CN Medium" panose="020B0600000000000000" pitchFamily="34" charset="-122"/>
                    <a:ea typeface="思源黑体 CN Medium" panose="020B0600000000000000" pitchFamily="34" charset="-122"/>
                  </a:defRPr>
                </a:lvl1pPr>
              </a:lstStyle>
              <a:p>
                <a:r>
                  <a:rPr lang="zh-CN" altLang="en-US" b="0" dirty="0" smtClean="0">
                    <a:solidFill>
                      <a:schemeClr val="bg1"/>
                    </a:solidFill>
                  </a:rPr>
                  <a:t>输入您的标题</a:t>
                </a:r>
                <a:endParaRPr lang="zh-CN" altLang="en-US" b="0" dirty="0">
                  <a:solidFill>
                    <a:schemeClr val="bg1"/>
                  </a:solidFill>
                </a:endParaRPr>
              </a:p>
            </p:txBody>
          </p:sp>
        </p:grpSp>
        <p:grpSp>
          <p:nvGrpSpPr>
            <p:cNvPr id="10" name="组合 9"/>
            <p:cNvGrpSpPr/>
            <p:nvPr/>
          </p:nvGrpSpPr>
          <p:grpSpPr>
            <a:xfrm>
              <a:off x="8006175" y="1768736"/>
              <a:ext cx="1653910" cy="1107169"/>
              <a:chOff x="6352096" y="889280"/>
              <a:chExt cx="1549400" cy="1037208"/>
            </a:xfrm>
          </p:grpSpPr>
          <p:sp>
            <p:nvSpPr>
              <p:cNvPr id="11" name="椭圆 10"/>
              <p:cNvSpPr/>
              <p:nvPr/>
            </p:nvSpPr>
            <p:spPr>
              <a:xfrm>
                <a:off x="6608191" y="889280"/>
                <a:ext cx="1037208" cy="1037208"/>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CN Medium" panose="020B0600000000000000" pitchFamily="34" charset="-122"/>
                  <a:ea typeface="思源黑体 CN Medium" panose="020B0600000000000000" pitchFamily="34" charset="-122"/>
                </a:endParaRPr>
              </a:p>
            </p:txBody>
          </p:sp>
          <p:sp>
            <p:nvSpPr>
              <p:cNvPr id="12" name="文本框 40"/>
              <p:cNvSpPr txBox="1"/>
              <p:nvPr/>
            </p:nvSpPr>
            <p:spPr>
              <a:xfrm>
                <a:off x="6352096" y="1094603"/>
                <a:ext cx="1549400" cy="547824"/>
              </a:xfrm>
              <a:prstGeom prst="rect">
                <a:avLst/>
              </a:prstGeom>
              <a:noFill/>
              <a:ln w="25400">
                <a:no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600" b="1">
                    <a:solidFill>
                      <a:schemeClr val="tx1">
                        <a:lumMod val="65000"/>
                        <a:lumOff val="35000"/>
                      </a:schemeClr>
                    </a:solidFill>
                    <a:latin typeface="思源黑体 CN Medium" panose="020B0600000000000000" pitchFamily="34" charset="-122"/>
                    <a:ea typeface="思源黑体 CN Medium" panose="020B0600000000000000" pitchFamily="34" charset="-122"/>
                  </a:defRPr>
                </a:lvl1pPr>
              </a:lstStyle>
              <a:p>
                <a:r>
                  <a:rPr lang="en-US" altLang="zh-CN" b="0" dirty="0" smtClean="0">
                    <a:solidFill>
                      <a:schemeClr val="bg1"/>
                    </a:solidFill>
                  </a:rPr>
                  <a:t>03</a:t>
                </a:r>
                <a:endParaRPr lang="en-US" altLang="zh-CN" b="0" dirty="0">
                  <a:solidFill>
                    <a:schemeClr val="bg1"/>
                  </a:solidFill>
                </a:endParaRPr>
              </a:p>
            </p:txBody>
          </p:sp>
        </p:grpSp>
        <p:grpSp>
          <p:nvGrpSpPr>
            <p:cNvPr id="13" name="组合 12"/>
            <p:cNvGrpSpPr/>
            <p:nvPr/>
          </p:nvGrpSpPr>
          <p:grpSpPr>
            <a:xfrm>
              <a:off x="1924590" y="1987907"/>
              <a:ext cx="2173676" cy="1455114"/>
              <a:chOff x="1277256" y="1121088"/>
              <a:chExt cx="1549400" cy="1037208"/>
            </a:xfrm>
          </p:grpSpPr>
          <p:sp>
            <p:nvSpPr>
              <p:cNvPr id="14" name="椭圆 13"/>
              <p:cNvSpPr/>
              <p:nvPr/>
            </p:nvSpPr>
            <p:spPr>
              <a:xfrm>
                <a:off x="1533352" y="1121088"/>
                <a:ext cx="1037208" cy="1037208"/>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CN Medium" panose="020B0600000000000000" pitchFamily="34" charset="-122"/>
                  <a:ea typeface="思源黑体 CN Medium" panose="020B0600000000000000" pitchFamily="34" charset="-122"/>
                </a:endParaRPr>
              </a:p>
            </p:txBody>
          </p:sp>
          <p:sp>
            <p:nvSpPr>
              <p:cNvPr id="15" name="文本框 43"/>
              <p:cNvSpPr txBox="1"/>
              <p:nvPr/>
            </p:nvSpPr>
            <p:spPr>
              <a:xfrm>
                <a:off x="1277256" y="1387687"/>
                <a:ext cx="1549400" cy="525924"/>
              </a:xfrm>
              <a:prstGeom prst="rect">
                <a:avLst/>
              </a:prstGeom>
              <a:noFill/>
              <a:ln w="25400">
                <a:no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600" b="1">
                    <a:solidFill>
                      <a:schemeClr val="tx1">
                        <a:lumMod val="65000"/>
                        <a:lumOff val="35000"/>
                      </a:schemeClr>
                    </a:solidFill>
                    <a:latin typeface="思源黑体 CN Medium" panose="020B0600000000000000" pitchFamily="34" charset="-122"/>
                    <a:ea typeface="思源黑体 CN Medium" panose="020B0600000000000000"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b="0" dirty="0" smtClean="0">
                    <a:solidFill>
                      <a:schemeClr val="bg1"/>
                    </a:solidFill>
                  </a:rPr>
                  <a:t>01</a:t>
                </a:r>
                <a:endParaRPr lang="en-US" altLang="zh-CN" b="0" dirty="0">
                  <a:solidFill>
                    <a:schemeClr val="bg1"/>
                  </a:solidFill>
                </a:endParaRPr>
              </a:p>
            </p:txBody>
          </p:sp>
        </p:grpSp>
        <p:grpSp>
          <p:nvGrpSpPr>
            <p:cNvPr id="16" name="组合 15"/>
            <p:cNvGrpSpPr/>
            <p:nvPr/>
          </p:nvGrpSpPr>
          <p:grpSpPr>
            <a:xfrm>
              <a:off x="8449341" y="3738172"/>
              <a:ext cx="1989376" cy="1331738"/>
              <a:chOff x="7645400" y="1877556"/>
              <a:chExt cx="1549400" cy="1037208"/>
            </a:xfrm>
          </p:grpSpPr>
          <p:sp>
            <p:nvSpPr>
              <p:cNvPr id="17" name="椭圆 16"/>
              <p:cNvSpPr/>
              <p:nvPr/>
            </p:nvSpPr>
            <p:spPr>
              <a:xfrm>
                <a:off x="7901496" y="1877556"/>
                <a:ext cx="1037208" cy="1037208"/>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CN Medium" panose="020B0600000000000000" pitchFamily="34" charset="-122"/>
                  <a:ea typeface="思源黑体 CN Medium" panose="020B0600000000000000" pitchFamily="34" charset="-122"/>
                </a:endParaRPr>
              </a:p>
            </p:txBody>
          </p:sp>
          <p:sp>
            <p:nvSpPr>
              <p:cNvPr id="18" name="文本框 46"/>
              <p:cNvSpPr txBox="1"/>
              <p:nvPr/>
            </p:nvSpPr>
            <p:spPr>
              <a:xfrm>
                <a:off x="7645400" y="2144752"/>
                <a:ext cx="1549400" cy="542722"/>
              </a:xfrm>
              <a:prstGeom prst="rect">
                <a:avLst/>
              </a:prstGeom>
              <a:noFill/>
              <a:ln w="25400">
                <a:no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600" b="1">
                    <a:solidFill>
                      <a:schemeClr val="tx1">
                        <a:lumMod val="65000"/>
                        <a:lumOff val="35000"/>
                      </a:schemeClr>
                    </a:solidFill>
                    <a:latin typeface="思源黑体 CN Medium" panose="020B0600000000000000" pitchFamily="34" charset="-122"/>
                    <a:ea typeface="思源黑体 CN Medium" panose="020B0600000000000000"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b="0" dirty="0" smtClean="0">
                    <a:solidFill>
                      <a:schemeClr val="bg1"/>
                    </a:solidFill>
                  </a:rPr>
                  <a:t>04</a:t>
                </a:r>
                <a:endParaRPr lang="en-US" altLang="zh-CN" b="0" dirty="0">
                  <a:solidFill>
                    <a:schemeClr val="bg1"/>
                  </a:solidFill>
                </a:endParaRPr>
              </a:p>
            </p:txBody>
          </p:sp>
        </p:grpSp>
        <p:grpSp>
          <p:nvGrpSpPr>
            <p:cNvPr id="19" name="组合 18"/>
            <p:cNvGrpSpPr/>
            <p:nvPr/>
          </p:nvGrpSpPr>
          <p:grpSpPr>
            <a:xfrm>
              <a:off x="2673541" y="4117205"/>
              <a:ext cx="2044237" cy="1368465"/>
              <a:chOff x="5056696" y="2183559"/>
              <a:chExt cx="1549400" cy="1037208"/>
            </a:xfrm>
          </p:grpSpPr>
          <p:sp>
            <p:nvSpPr>
              <p:cNvPr id="20" name="椭圆 19"/>
              <p:cNvSpPr/>
              <p:nvPr/>
            </p:nvSpPr>
            <p:spPr>
              <a:xfrm>
                <a:off x="5312792" y="2183559"/>
                <a:ext cx="1037208" cy="1037208"/>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CN Medium" panose="020B0600000000000000" pitchFamily="34" charset="-122"/>
                  <a:ea typeface="思源黑体 CN Medium" panose="020B0600000000000000" pitchFamily="34" charset="-122"/>
                </a:endParaRPr>
              </a:p>
            </p:txBody>
          </p:sp>
          <p:sp>
            <p:nvSpPr>
              <p:cNvPr id="21" name="文本框 49"/>
              <p:cNvSpPr txBox="1"/>
              <p:nvPr/>
            </p:nvSpPr>
            <p:spPr>
              <a:xfrm>
                <a:off x="5056696" y="2457502"/>
                <a:ext cx="1549400" cy="443222"/>
              </a:xfrm>
              <a:prstGeom prst="rect">
                <a:avLst/>
              </a:prstGeom>
              <a:noFill/>
              <a:ln w="25400">
                <a:no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600" b="1">
                    <a:solidFill>
                      <a:schemeClr val="tx1">
                        <a:lumMod val="65000"/>
                        <a:lumOff val="35000"/>
                      </a:schemeClr>
                    </a:solidFill>
                    <a:latin typeface="思源黑体 CN Medium" panose="020B0600000000000000" pitchFamily="34" charset="-122"/>
                    <a:ea typeface="思源黑体 CN Medium" panose="020B0600000000000000" pitchFamily="34" charset="-122"/>
                  </a:defRPr>
                </a:lvl1pPr>
              </a:lstStyle>
              <a:p>
                <a:r>
                  <a:rPr lang="en-US" altLang="zh-CN" b="0" dirty="0" smtClean="0">
                    <a:solidFill>
                      <a:schemeClr val="bg1"/>
                    </a:solidFill>
                  </a:rPr>
                  <a:t>02</a:t>
                </a:r>
                <a:endParaRPr lang="en-US" altLang="zh-CN" b="0" dirty="0">
                  <a:solidFill>
                    <a:schemeClr val="bg1"/>
                  </a:solidFill>
                </a:endParaRPr>
              </a:p>
            </p:txBody>
          </p:sp>
        </p:grpSp>
      </p:grpSp>
      <p:grpSp>
        <p:nvGrpSpPr>
          <p:cNvPr id="24" name="组合 23"/>
          <p:cNvGrpSpPr/>
          <p:nvPr/>
        </p:nvGrpSpPr>
        <p:grpSpPr>
          <a:xfrm>
            <a:off x="719929" y="2637015"/>
            <a:ext cx="2514311" cy="1295905"/>
            <a:chOff x="-1743928" y="4919298"/>
            <a:chExt cx="2514311" cy="1295905"/>
          </a:xfrm>
        </p:grpSpPr>
        <p:sp>
          <p:nvSpPr>
            <p:cNvPr id="25"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6"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27" name="组合 26"/>
          <p:cNvGrpSpPr/>
          <p:nvPr/>
        </p:nvGrpSpPr>
        <p:grpSpPr>
          <a:xfrm>
            <a:off x="719929" y="4328282"/>
            <a:ext cx="2514311" cy="1295905"/>
            <a:chOff x="-1743928" y="4919298"/>
            <a:chExt cx="2514311" cy="1295905"/>
          </a:xfrm>
        </p:grpSpPr>
        <p:sp>
          <p:nvSpPr>
            <p:cNvPr id="28"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9"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31" name="组合 30"/>
          <p:cNvGrpSpPr/>
          <p:nvPr/>
        </p:nvGrpSpPr>
        <p:grpSpPr>
          <a:xfrm>
            <a:off x="8889320" y="2637015"/>
            <a:ext cx="2514311" cy="1295905"/>
            <a:chOff x="-1743928" y="4919298"/>
            <a:chExt cx="2514311" cy="1295905"/>
          </a:xfrm>
        </p:grpSpPr>
        <p:sp>
          <p:nvSpPr>
            <p:cNvPr id="32"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3"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34" name="组合 33"/>
          <p:cNvGrpSpPr/>
          <p:nvPr/>
        </p:nvGrpSpPr>
        <p:grpSpPr>
          <a:xfrm>
            <a:off x="8889320" y="4328282"/>
            <a:ext cx="2514311" cy="1295905"/>
            <a:chOff x="-1743928" y="4919298"/>
            <a:chExt cx="2514311" cy="1295905"/>
          </a:xfrm>
        </p:grpSpPr>
        <p:sp>
          <p:nvSpPr>
            <p:cNvPr id="35"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6"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55" name="组合 54"/>
          <p:cNvGrpSpPr/>
          <p:nvPr/>
        </p:nvGrpSpPr>
        <p:grpSpPr>
          <a:xfrm>
            <a:off x="6262928" y="266844"/>
            <a:ext cx="5929072" cy="330008"/>
            <a:chOff x="5025390" y="266844"/>
            <a:chExt cx="6259830" cy="330008"/>
          </a:xfrm>
        </p:grpSpPr>
        <p:cxnSp>
          <p:nvCxnSpPr>
            <p:cNvPr id="56" name="直接连接符 55"/>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61" name="组合 60"/>
          <p:cNvGrpSpPr/>
          <p:nvPr/>
        </p:nvGrpSpPr>
        <p:grpSpPr>
          <a:xfrm>
            <a:off x="0" y="266844"/>
            <a:ext cx="487680" cy="330008"/>
            <a:chOff x="5025390" y="266844"/>
            <a:chExt cx="6259830" cy="330008"/>
          </a:xfrm>
        </p:grpSpPr>
        <p:cxnSp>
          <p:nvCxnSpPr>
            <p:cNvPr id="62" name="直接连接符 61"/>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67" name="矩形 66"/>
          <p:cNvSpPr/>
          <p:nvPr/>
        </p:nvSpPr>
        <p:spPr>
          <a:xfrm>
            <a:off x="496522"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论文绪论</a:t>
            </a:r>
            <a:endPar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8" name="矩形 67"/>
          <p:cNvSpPr/>
          <p:nvPr/>
        </p:nvSpPr>
        <p:spPr>
          <a:xfrm>
            <a:off x="1465866"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研究背景</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9" name="矩形 68"/>
          <p:cNvSpPr/>
          <p:nvPr/>
        </p:nvSpPr>
        <p:spPr>
          <a:xfrm>
            <a:off x="3404554"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研究结果</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0" name="矩形 69"/>
          <p:cNvSpPr/>
          <p:nvPr/>
        </p:nvSpPr>
        <p:spPr>
          <a:xfrm>
            <a:off x="4373898"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问题讨论</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1" name="矩形 70"/>
          <p:cNvSpPr/>
          <p:nvPr/>
        </p:nvSpPr>
        <p:spPr>
          <a:xfrm>
            <a:off x="2435210"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a:t>
            </a: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方法</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2" name="矩形 71"/>
          <p:cNvSpPr/>
          <p:nvPr/>
        </p:nvSpPr>
        <p:spPr>
          <a:xfrm>
            <a:off x="5343244"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论文总结</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cxnSp>
        <p:nvCxnSpPr>
          <p:cNvPr id="73" name="直接连接符 72"/>
          <p:cNvCxnSpPr/>
          <p:nvPr/>
        </p:nvCxnSpPr>
        <p:spPr>
          <a:xfrm>
            <a:off x="587833" y="554554"/>
            <a:ext cx="657739" cy="0"/>
          </a:xfrm>
          <a:prstGeom prst="line">
            <a:avLst/>
          </a:prstGeom>
          <a:ln w="6350">
            <a:solidFill>
              <a:srgbClr val="AC4243"/>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500" fill="hold"/>
                                        <p:tgtEl>
                                          <p:spTgt spid="27"/>
                                        </p:tgtEl>
                                        <p:attrNameLst>
                                          <p:attrName>ppt_x</p:attrName>
                                        </p:attrNameLst>
                                      </p:cBhvr>
                                      <p:tavLst>
                                        <p:tav tm="0">
                                          <p:val>
                                            <p:strVal val="#ppt_x"/>
                                          </p:val>
                                        </p:tav>
                                        <p:tav tm="100000">
                                          <p:val>
                                            <p:strVal val="#ppt_x"/>
                                          </p:val>
                                        </p:tav>
                                      </p:tavLst>
                                    </p:anim>
                                    <p:anim calcmode="lin" valueType="num">
                                      <p:cBhvr additive="base">
                                        <p:cTn id="12" dur="500" fill="hold"/>
                                        <p:tgtEl>
                                          <p:spTgt spid="2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anim calcmode="lin" valueType="num">
                                      <p:cBhvr additive="base">
                                        <p:cTn id="15" dur="500" fill="hold"/>
                                        <p:tgtEl>
                                          <p:spTgt spid="31"/>
                                        </p:tgtEl>
                                        <p:attrNameLst>
                                          <p:attrName>ppt_x</p:attrName>
                                        </p:attrNameLst>
                                      </p:cBhvr>
                                      <p:tavLst>
                                        <p:tav tm="0">
                                          <p:val>
                                            <p:strVal val="#ppt_x"/>
                                          </p:val>
                                        </p:tav>
                                        <p:tav tm="100000">
                                          <p:val>
                                            <p:strVal val="#ppt_x"/>
                                          </p:val>
                                        </p:tav>
                                      </p:tavLst>
                                    </p:anim>
                                    <p:anim calcmode="lin" valueType="num">
                                      <p:cBhvr additive="base">
                                        <p:cTn id="16" dur="500" fill="hold"/>
                                        <p:tgtEl>
                                          <p:spTgt spid="3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additive="base">
                                        <p:cTn id="19" dur="500" fill="hold"/>
                                        <p:tgtEl>
                                          <p:spTgt spid="34"/>
                                        </p:tgtEl>
                                        <p:attrNameLst>
                                          <p:attrName>ppt_x</p:attrName>
                                        </p:attrNameLst>
                                      </p:cBhvr>
                                      <p:tavLst>
                                        <p:tav tm="0">
                                          <p:val>
                                            <p:strVal val="#ppt_x"/>
                                          </p:val>
                                        </p:tav>
                                        <p:tav tm="100000">
                                          <p:val>
                                            <p:strVal val="#ppt_x"/>
                                          </p:val>
                                        </p:tav>
                                      </p:tavLst>
                                    </p:anim>
                                    <p:anim calcmode="lin" valueType="num">
                                      <p:cBhvr additive="base">
                                        <p:cTn id="20" dur="500" fill="hold"/>
                                        <p:tgtEl>
                                          <p:spTgt spid="34"/>
                                        </p:tgtEl>
                                        <p:attrNameLst>
                                          <p:attrName>ppt_y</p:attrName>
                                        </p:attrNameLst>
                                      </p:cBhvr>
                                      <p:tavLst>
                                        <p:tav tm="0">
                                          <p:val>
                                            <p:strVal val="1+#ppt_h/2"/>
                                          </p:val>
                                        </p:tav>
                                        <p:tav tm="100000">
                                          <p:val>
                                            <p:strVal val="#ppt_y"/>
                                          </p:val>
                                        </p:tav>
                                      </p:tavLst>
                                    </p:anim>
                                  </p:childTnLst>
                                </p:cTn>
                              </p:par>
                              <p:par>
                                <p:cTn id="21" presetID="22" presetClass="entr" presetSubtype="8" fill="hold" grpId="0" nodeType="withEffect">
                                  <p:stCondLst>
                                    <p:cond delay="250"/>
                                  </p:stCondLst>
                                  <p:childTnLst>
                                    <p:set>
                                      <p:cBhvr>
                                        <p:cTn id="22" dur="1" fill="hold">
                                          <p:stCondLst>
                                            <p:cond delay="0"/>
                                          </p:stCondLst>
                                        </p:cTn>
                                        <p:tgtEl>
                                          <p:spTgt spid="67"/>
                                        </p:tgtEl>
                                        <p:attrNameLst>
                                          <p:attrName>style.visibility</p:attrName>
                                        </p:attrNameLst>
                                      </p:cBhvr>
                                      <p:to>
                                        <p:strVal val="visible"/>
                                      </p:to>
                                    </p:set>
                                    <p:animEffect transition="in" filter="wipe(left)">
                                      <p:cBhvr>
                                        <p:cTn id="23" dur="500"/>
                                        <p:tgtEl>
                                          <p:spTgt spid="67"/>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68"/>
                                        </p:tgtEl>
                                        <p:attrNameLst>
                                          <p:attrName>style.visibility</p:attrName>
                                        </p:attrNameLst>
                                      </p:cBhvr>
                                      <p:to>
                                        <p:strVal val="visible"/>
                                      </p:to>
                                    </p:set>
                                    <p:animEffect transition="in" filter="wipe(left)">
                                      <p:cBhvr>
                                        <p:cTn id="26" dur="500"/>
                                        <p:tgtEl>
                                          <p:spTgt spid="68"/>
                                        </p:tgtEl>
                                      </p:cBhvr>
                                    </p:animEffect>
                                  </p:childTnLst>
                                </p:cTn>
                              </p:par>
                              <p:par>
                                <p:cTn id="27" presetID="22" presetClass="entr" presetSubtype="8" fill="hold" grpId="0" nodeType="withEffect">
                                  <p:stCondLst>
                                    <p:cond delay="1000"/>
                                  </p:stCondLst>
                                  <p:childTnLst>
                                    <p:set>
                                      <p:cBhvr>
                                        <p:cTn id="28" dur="1" fill="hold">
                                          <p:stCondLst>
                                            <p:cond delay="0"/>
                                          </p:stCondLst>
                                        </p:cTn>
                                        <p:tgtEl>
                                          <p:spTgt spid="69"/>
                                        </p:tgtEl>
                                        <p:attrNameLst>
                                          <p:attrName>style.visibility</p:attrName>
                                        </p:attrNameLst>
                                      </p:cBhvr>
                                      <p:to>
                                        <p:strVal val="visible"/>
                                      </p:to>
                                    </p:set>
                                    <p:animEffect transition="in" filter="wipe(left)">
                                      <p:cBhvr>
                                        <p:cTn id="29" dur="500"/>
                                        <p:tgtEl>
                                          <p:spTgt spid="69"/>
                                        </p:tgtEl>
                                      </p:cBhvr>
                                    </p:animEffect>
                                  </p:childTnLst>
                                </p:cTn>
                              </p:par>
                              <p:par>
                                <p:cTn id="30" presetID="22" presetClass="entr" presetSubtype="8" fill="hold" grpId="0" nodeType="withEffect">
                                  <p:stCondLst>
                                    <p:cond delay="1250"/>
                                  </p:stCondLst>
                                  <p:childTnLst>
                                    <p:set>
                                      <p:cBhvr>
                                        <p:cTn id="31" dur="1" fill="hold">
                                          <p:stCondLst>
                                            <p:cond delay="0"/>
                                          </p:stCondLst>
                                        </p:cTn>
                                        <p:tgtEl>
                                          <p:spTgt spid="70"/>
                                        </p:tgtEl>
                                        <p:attrNameLst>
                                          <p:attrName>style.visibility</p:attrName>
                                        </p:attrNameLst>
                                      </p:cBhvr>
                                      <p:to>
                                        <p:strVal val="visible"/>
                                      </p:to>
                                    </p:set>
                                    <p:animEffect transition="in" filter="wipe(left)">
                                      <p:cBhvr>
                                        <p:cTn id="32" dur="500"/>
                                        <p:tgtEl>
                                          <p:spTgt spid="70"/>
                                        </p:tgtEl>
                                      </p:cBhvr>
                                    </p:animEffect>
                                  </p:childTnLst>
                                </p:cTn>
                              </p:par>
                              <p:par>
                                <p:cTn id="33" presetID="22" presetClass="entr" presetSubtype="8" fill="hold" grpId="0" nodeType="withEffect">
                                  <p:stCondLst>
                                    <p:cond delay="500"/>
                                  </p:stCondLst>
                                  <p:childTnLst>
                                    <p:set>
                                      <p:cBhvr>
                                        <p:cTn id="34" dur="1" fill="hold">
                                          <p:stCondLst>
                                            <p:cond delay="0"/>
                                          </p:stCondLst>
                                        </p:cTn>
                                        <p:tgtEl>
                                          <p:spTgt spid="71"/>
                                        </p:tgtEl>
                                        <p:attrNameLst>
                                          <p:attrName>style.visibility</p:attrName>
                                        </p:attrNameLst>
                                      </p:cBhvr>
                                      <p:to>
                                        <p:strVal val="visible"/>
                                      </p:to>
                                    </p:set>
                                    <p:animEffect transition="in" filter="wipe(left)">
                                      <p:cBhvr>
                                        <p:cTn id="35" dur="500"/>
                                        <p:tgtEl>
                                          <p:spTgt spid="71"/>
                                        </p:tgtEl>
                                      </p:cBhvr>
                                    </p:animEffect>
                                  </p:childTnLst>
                                </p:cTn>
                              </p:par>
                              <p:par>
                                <p:cTn id="36" presetID="22" presetClass="entr" presetSubtype="8" fill="hold" grpId="0" nodeType="withEffect">
                                  <p:stCondLst>
                                    <p:cond delay="500"/>
                                  </p:stCondLst>
                                  <p:childTnLst>
                                    <p:set>
                                      <p:cBhvr>
                                        <p:cTn id="37" dur="1" fill="hold">
                                          <p:stCondLst>
                                            <p:cond delay="0"/>
                                          </p:stCondLst>
                                        </p:cTn>
                                        <p:tgtEl>
                                          <p:spTgt spid="72"/>
                                        </p:tgtEl>
                                        <p:attrNameLst>
                                          <p:attrName>style.visibility</p:attrName>
                                        </p:attrNameLst>
                                      </p:cBhvr>
                                      <p:to>
                                        <p:strVal val="visible"/>
                                      </p:to>
                                    </p:set>
                                    <p:animEffect transition="in" filter="wipe(left)">
                                      <p:cBhvr>
                                        <p:cTn id="38"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8" grpId="0"/>
      <p:bldP spid="69" grpId="0"/>
      <p:bldP spid="70" grpId="0"/>
      <p:bldP spid="71" grpId="0"/>
      <p:bldP spid="7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97121" y="1253167"/>
            <a:ext cx="2559495" cy="4063749"/>
            <a:chOff x="1022470" y="1481251"/>
            <a:chExt cx="2066102" cy="4063749"/>
          </a:xfrm>
        </p:grpSpPr>
        <p:sp>
          <p:nvSpPr>
            <p:cNvPr id="19" name="任意多边形: 形状 185"/>
            <p:cNvSpPr/>
            <p:nvPr/>
          </p:nvSpPr>
          <p:spPr>
            <a:xfrm rot="16200000">
              <a:off x="64703" y="2439018"/>
              <a:ext cx="3981636" cy="2066102"/>
            </a:xfrm>
            <a:custGeom>
              <a:avLst/>
              <a:gdLst>
                <a:gd name="connsiteX0" fmla="*/ 0 w 3968423"/>
                <a:gd name="connsiteY0" fmla="*/ 0 h 1933574"/>
                <a:gd name="connsiteX1" fmla="*/ 3968423 w 3968423"/>
                <a:gd name="connsiteY1" fmla="*/ 0 h 1933574"/>
                <a:gd name="connsiteX2" fmla="*/ 3946431 w 3968423"/>
                <a:gd name="connsiteY2" fmla="*/ 161996 h 1933574"/>
                <a:gd name="connsiteX3" fmla="*/ 1984212 w 3968423"/>
                <a:gd name="connsiteY3" fmla="*/ 1933574 h 1933574"/>
                <a:gd name="connsiteX4" fmla="*/ 21992 w 3968423"/>
                <a:gd name="connsiteY4" fmla="*/ 161996 h 1933574"/>
                <a:gd name="connsiteX0-1" fmla="*/ 0 w 3968423"/>
                <a:gd name="connsiteY0-2" fmla="*/ 19051 h 1952625"/>
                <a:gd name="connsiteX1-3" fmla="*/ 304945 w 3968423"/>
                <a:gd name="connsiteY1-4" fmla="*/ 0 h 1952625"/>
                <a:gd name="connsiteX2-5" fmla="*/ 3968423 w 3968423"/>
                <a:gd name="connsiteY2-6" fmla="*/ 19051 h 1952625"/>
                <a:gd name="connsiteX3-7" fmla="*/ 3946431 w 3968423"/>
                <a:gd name="connsiteY3-8" fmla="*/ 181047 h 1952625"/>
                <a:gd name="connsiteX4-9" fmla="*/ 1984212 w 3968423"/>
                <a:gd name="connsiteY4-10" fmla="*/ 1952625 h 1952625"/>
                <a:gd name="connsiteX5" fmla="*/ 21992 w 3968423"/>
                <a:gd name="connsiteY5" fmla="*/ 181047 h 1952625"/>
                <a:gd name="connsiteX6" fmla="*/ 0 w 3968423"/>
                <a:gd name="connsiteY6" fmla="*/ 19051 h 1952625"/>
                <a:gd name="connsiteX0-11" fmla="*/ 0 w 3968423"/>
                <a:gd name="connsiteY0-12" fmla="*/ 0 h 1933574"/>
                <a:gd name="connsiteX1-13" fmla="*/ 3968423 w 3968423"/>
                <a:gd name="connsiteY1-14" fmla="*/ 0 h 1933574"/>
                <a:gd name="connsiteX2-15" fmla="*/ 3946431 w 3968423"/>
                <a:gd name="connsiteY2-16" fmla="*/ 161996 h 1933574"/>
                <a:gd name="connsiteX3-17" fmla="*/ 1984212 w 3968423"/>
                <a:gd name="connsiteY3-18" fmla="*/ 1933574 h 1933574"/>
                <a:gd name="connsiteX4-19" fmla="*/ 21992 w 3968423"/>
                <a:gd name="connsiteY4-20" fmla="*/ 161996 h 1933574"/>
                <a:gd name="connsiteX5-21" fmla="*/ 0 w 3968423"/>
                <a:gd name="connsiteY5-22" fmla="*/ 0 h 1933574"/>
                <a:gd name="connsiteX0-23" fmla="*/ 0 w 3968423"/>
                <a:gd name="connsiteY0-24" fmla="*/ 14289 h 1947863"/>
                <a:gd name="connsiteX1-25" fmla="*/ 328757 w 3968423"/>
                <a:gd name="connsiteY1-26" fmla="*/ 0 h 1947863"/>
                <a:gd name="connsiteX2-27" fmla="*/ 3968423 w 3968423"/>
                <a:gd name="connsiteY2-28" fmla="*/ 14289 h 1947863"/>
                <a:gd name="connsiteX3-29" fmla="*/ 3946431 w 3968423"/>
                <a:gd name="connsiteY3-30" fmla="*/ 176285 h 1947863"/>
                <a:gd name="connsiteX4-31" fmla="*/ 1984212 w 3968423"/>
                <a:gd name="connsiteY4-32" fmla="*/ 1947863 h 1947863"/>
                <a:gd name="connsiteX5-33" fmla="*/ 21992 w 3968423"/>
                <a:gd name="connsiteY5-34" fmla="*/ 176285 h 1947863"/>
                <a:gd name="connsiteX6-35" fmla="*/ 0 w 3968423"/>
                <a:gd name="connsiteY6-36" fmla="*/ 14289 h 1947863"/>
                <a:gd name="connsiteX0-37" fmla="*/ 328757 w 3968423"/>
                <a:gd name="connsiteY0-38" fmla="*/ 0 h 1947863"/>
                <a:gd name="connsiteX1-39" fmla="*/ 3968423 w 3968423"/>
                <a:gd name="connsiteY1-40" fmla="*/ 14289 h 1947863"/>
                <a:gd name="connsiteX2-41" fmla="*/ 3946431 w 3968423"/>
                <a:gd name="connsiteY2-42" fmla="*/ 176285 h 1947863"/>
                <a:gd name="connsiteX3-43" fmla="*/ 1984212 w 3968423"/>
                <a:gd name="connsiteY3-44" fmla="*/ 1947863 h 1947863"/>
                <a:gd name="connsiteX4-45" fmla="*/ 21992 w 3968423"/>
                <a:gd name="connsiteY4-46" fmla="*/ 176285 h 1947863"/>
                <a:gd name="connsiteX5-47" fmla="*/ 0 w 3968423"/>
                <a:gd name="connsiteY5-48" fmla="*/ 14289 h 1947863"/>
                <a:gd name="connsiteX6-49" fmla="*/ 420197 w 3968423"/>
                <a:gd name="connsiteY6-50" fmla="*/ 91440 h 1947863"/>
                <a:gd name="connsiteX0-51" fmla="*/ 328757 w 3968423"/>
                <a:gd name="connsiteY0-52" fmla="*/ 0 h 1947863"/>
                <a:gd name="connsiteX1-53" fmla="*/ 3968423 w 3968423"/>
                <a:gd name="connsiteY1-54" fmla="*/ 14289 h 1947863"/>
                <a:gd name="connsiteX2-55" fmla="*/ 3946431 w 3968423"/>
                <a:gd name="connsiteY2-56" fmla="*/ 176285 h 1947863"/>
                <a:gd name="connsiteX3-57" fmla="*/ 1984212 w 3968423"/>
                <a:gd name="connsiteY3-58" fmla="*/ 1947863 h 1947863"/>
                <a:gd name="connsiteX4-59" fmla="*/ 21992 w 3968423"/>
                <a:gd name="connsiteY4-60" fmla="*/ 176285 h 1947863"/>
                <a:gd name="connsiteX5-61" fmla="*/ 0 w 3968423"/>
                <a:gd name="connsiteY5-62" fmla="*/ 14289 h 1947863"/>
                <a:gd name="connsiteX0-63" fmla="*/ 3968423 w 3968423"/>
                <a:gd name="connsiteY0-64" fmla="*/ 0 h 1933574"/>
                <a:gd name="connsiteX1-65" fmla="*/ 3946431 w 3968423"/>
                <a:gd name="connsiteY1-66" fmla="*/ 161996 h 1933574"/>
                <a:gd name="connsiteX2-67" fmla="*/ 1984212 w 3968423"/>
                <a:gd name="connsiteY2-68" fmla="*/ 1933574 h 1933574"/>
                <a:gd name="connsiteX3-69" fmla="*/ 21992 w 3968423"/>
                <a:gd name="connsiteY3-70" fmla="*/ 161996 h 1933574"/>
                <a:gd name="connsiteX4-71" fmla="*/ 0 w 3968423"/>
                <a:gd name="connsiteY4-72" fmla="*/ 0 h 19335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68423" h="1933574">
                  <a:moveTo>
                    <a:pt x="3968423" y="0"/>
                  </a:moveTo>
                  <a:lnTo>
                    <a:pt x="3946431" y="161996"/>
                  </a:lnTo>
                  <a:cubicBezTo>
                    <a:pt x="3764638" y="1172055"/>
                    <a:pt x="2955217" y="1933574"/>
                    <a:pt x="1984212" y="1933574"/>
                  </a:cubicBezTo>
                  <a:cubicBezTo>
                    <a:pt x="1013203" y="1933574"/>
                    <a:pt x="203783" y="1172055"/>
                    <a:pt x="21992" y="161996"/>
                  </a:cubicBez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 name="任意多边形: 形状 186"/>
            <p:cNvSpPr/>
            <p:nvPr/>
          </p:nvSpPr>
          <p:spPr>
            <a:xfrm rot="16200000">
              <a:off x="101594" y="2669337"/>
              <a:ext cx="3914225" cy="1837102"/>
            </a:xfrm>
            <a:custGeom>
              <a:avLst/>
              <a:gdLst>
                <a:gd name="connsiteX0" fmla="*/ 0 w 3901235"/>
                <a:gd name="connsiteY0" fmla="*/ 0 h 1719263"/>
                <a:gd name="connsiteX1" fmla="*/ 3901235 w 3901235"/>
                <a:gd name="connsiteY1" fmla="*/ 0 h 1719263"/>
                <a:gd name="connsiteX2" fmla="*/ 3871510 w 3901235"/>
                <a:gd name="connsiteY2" fmla="*/ 134033 h 1719263"/>
                <a:gd name="connsiteX3" fmla="*/ 1950618 w 3901235"/>
                <a:gd name="connsiteY3" fmla="*/ 1719263 h 1719263"/>
                <a:gd name="connsiteX4" fmla="*/ 29725 w 3901235"/>
                <a:gd name="connsiteY4" fmla="*/ 134033 h 1719263"/>
                <a:gd name="connsiteX0-1" fmla="*/ 0 w 3901235"/>
                <a:gd name="connsiteY0-2" fmla="*/ 4764 h 1724027"/>
                <a:gd name="connsiteX1-3" fmla="*/ 971439 w 3901235"/>
                <a:gd name="connsiteY1-4" fmla="*/ 0 h 1724027"/>
                <a:gd name="connsiteX2-5" fmla="*/ 3901235 w 3901235"/>
                <a:gd name="connsiteY2-6" fmla="*/ 4764 h 1724027"/>
                <a:gd name="connsiteX3-7" fmla="*/ 3871510 w 3901235"/>
                <a:gd name="connsiteY3-8" fmla="*/ 138797 h 1724027"/>
                <a:gd name="connsiteX4-9" fmla="*/ 1950618 w 3901235"/>
                <a:gd name="connsiteY4-10" fmla="*/ 1724027 h 1724027"/>
                <a:gd name="connsiteX5" fmla="*/ 29725 w 3901235"/>
                <a:gd name="connsiteY5" fmla="*/ 138797 h 1724027"/>
                <a:gd name="connsiteX6" fmla="*/ 0 w 3901235"/>
                <a:gd name="connsiteY6" fmla="*/ 4764 h 1724027"/>
                <a:gd name="connsiteX0-11" fmla="*/ 971439 w 3901235"/>
                <a:gd name="connsiteY0-12" fmla="*/ 0 h 1724027"/>
                <a:gd name="connsiteX1-13" fmla="*/ 3901235 w 3901235"/>
                <a:gd name="connsiteY1-14" fmla="*/ 4764 h 1724027"/>
                <a:gd name="connsiteX2-15" fmla="*/ 3871510 w 3901235"/>
                <a:gd name="connsiteY2-16" fmla="*/ 138797 h 1724027"/>
                <a:gd name="connsiteX3-17" fmla="*/ 1950618 w 3901235"/>
                <a:gd name="connsiteY3-18" fmla="*/ 1724027 h 1724027"/>
                <a:gd name="connsiteX4-19" fmla="*/ 29725 w 3901235"/>
                <a:gd name="connsiteY4-20" fmla="*/ 138797 h 1724027"/>
                <a:gd name="connsiteX5-21" fmla="*/ 0 w 3901235"/>
                <a:gd name="connsiteY5-22" fmla="*/ 4764 h 1724027"/>
                <a:gd name="connsiteX6-23" fmla="*/ 1062879 w 3901235"/>
                <a:gd name="connsiteY6-24" fmla="*/ 91440 h 1724027"/>
                <a:gd name="connsiteX0-25" fmla="*/ 971439 w 3901235"/>
                <a:gd name="connsiteY0-26" fmla="*/ 0 h 1724027"/>
                <a:gd name="connsiteX1-27" fmla="*/ 3901235 w 3901235"/>
                <a:gd name="connsiteY1-28" fmla="*/ 4764 h 1724027"/>
                <a:gd name="connsiteX2-29" fmla="*/ 3871510 w 3901235"/>
                <a:gd name="connsiteY2-30" fmla="*/ 138797 h 1724027"/>
                <a:gd name="connsiteX3-31" fmla="*/ 1950618 w 3901235"/>
                <a:gd name="connsiteY3-32" fmla="*/ 1724027 h 1724027"/>
                <a:gd name="connsiteX4-33" fmla="*/ 29725 w 3901235"/>
                <a:gd name="connsiteY4-34" fmla="*/ 138797 h 1724027"/>
                <a:gd name="connsiteX5-35" fmla="*/ 0 w 3901235"/>
                <a:gd name="connsiteY5-36" fmla="*/ 4764 h 1724027"/>
                <a:gd name="connsiteX0-37" fmla="*/ 3901235 w 3901235"/>
                <a:gd name="connsiteY0-38" fmla="*/ 0 h 1719263"/>
                <a:gd name="connsiteX1-39" fmla="*/ 3871510 w 3901235"/>
                <a:gd name="connsiteY1-40" fmla="*/ 134033 h 1719263"/>
                <a:gd name="connsiteX2-41" fmla="*/ 1950618 w 3901235"/>
                <a:gd name="connsiteY2-42" fmla="*/ 1719263 h 1719263"/>
                <a:gd name="connsiteX3-43" fmla="*/ 29725 w 3901235"/>
                <a:gd name="connsiteY3-44" fmla="*/ 134033 h 1719263"/>
                <a:gd name="connsiteX4-45" fmla="*/ 0 w 3901235"/>
                <a:gd name="connsiteY4-46" fmla="*/ 0 h 17192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01235" h="1719263">
                  <a:moveTo>
                    <a:pt x="3901235" y="0"/>
                  </a:moveTo>
                  <a:lnTo>
                    <a:pt x="3871510" y="134033"/>
                  </a:lnTo>
                  <a:cubicBezTo>
                    <a:pt x="3629235" y="1049959"/>
                    <a:pt x="2860935" y="1719263"/>
                    <a:pt x="1950618" y="1719263"/>
                  </a:cubicBezTo>
                  <a:cubicBezTo>
                    <a:pt x="1040298" y="1719263"/>
                    <a:pt x="271998" y="1049959"/>
                    <a:pt x="29725" y="134033"/>
                  </a:cubicBezTo>
                  <a:lnTo>
                    <a:pt x="0" y="0"/>
                  </a:lnTo>
                </a:path>
              </a:pathLst>
            </a:custGeom>
            <a:noFill/>
            <a:ln>
              <a:solidFill>
                <a:srgbClr val="AC424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33" name="椭圆 32"/>
          <p:cNvSpPr/>
          <p:nvPr/>
        </p:nvSpPr>
        <p:spPr>
          <a:xfrm>
            <a:off x="-759511" y="1885309"/>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p:nvPr/>
        </p:nvCxnSpPr>
        <p:spPr>
          <a:xfrm flipV="1">
            <a:off x="4007576" y="1481250"/>
            <a:ext cx="0" cy="3737552"/>
          </a:xfrm>
          <a:prstGeom prst="line">
            <a:avLst/>
          </a:prstGeom>
          <a:ln w="19050">
            <a:solidFill>
              <a:srgbClr val="AC4243"/>
            </a:solidFill>
            <a:prstDash val="dash"/>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4381699" y="2274461"/>
            <a:ext cx="3313728" cy="1015663"/>
          </a:xfrm>
          <a:prstGeom prst="rect">
            <a:avLst/>
          </a:prstGeom>
        </p:spPr>
        <p:txBody>
          <a:bodyPr wrap="none">
            <a:spAutoFit/>
          </a:bodyPr>
          <a:lstStyle/>
          <a:p>
            <a:pPr algn="ctr">
              <a:defRPr/>
            </a:pPr>
            <a:r>
              <a:rPr lang="zh-CN" altLang="en-US" sz="6000" kern="100" dirty="0" smtClean="0">
                <a:solidFill>
                  <a:srgbClr val="AB1E21"/>
                </a:solidFill>
                <a:latin typeface="思源黑体 CN Medium" panose="020B0600000000000000" pitchFamily="34" charset="-122"/>
                <a:ea typeface="思源黑体 CN Medium" panose="020B0600000000000000" pitchFamily="34" charset="-122"/>
                <a:cs typeface="字魂59号-创粗黑" panose="00000500000000000000" charset="-122"/>
              </a:rPr>
              <a:t>研究背景</a:t>
            </a:r>
            <a:endParaRPr lang="zh-CN" altLang="en-US" sz="6000" kern="100" dirty="0" smtClean="0">
              <a:solidFill>
                <a:srgbClr val="AB1E21"/>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36" name="矩形 35"/>
          <p:cNvSpPr/>
          <p:nvPr/>
        </p:nvSpPr>
        <p:spPr>
          <a:xfrm>
            <a:off x="4824431" y="3436308"/>
            <a:ext cx="1210588" cy="400110"/>
          </a:xfrm>
          <a:prstGeom prst="rect">
            <a:avLst/>
          </a:prstGeom>
        </p:spPr>
        <p:txBody>
          <a:bodyPr wrap="none">
            <a:spAutoFit/>
          </a:bodyPr>
          <a:lstStyle/>
          <a:p>
            <a:r>
              <a:rPr lang="zh-CN" altLang="en-US" sz="2000" dirty="0">
                <a:solidFill>
                  <a:srgbClr val="AB1E21"/>
                </a:solidFill>
                <a:latin typeface="思源黑体 CN Medium" panose="020B0600000000000000" pitchFamily="34" charset="-122"/>
                <a:ea typeface="思源黑体 CN Medium" panose="020B0600000000000000" pitchFamily="34" charset="-122"/>
              </a:rPr>
              <a:t>您的</a:t>
            </a:r>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37" name="椭圆 36"/>
          <p:cNvSpPr/>
          <p:nvPr/>
        </p:nvSpPr>
        <p:spPr>
          <a:xfrm>
            <a:off x="4407337" y="34316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1</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38" name="矩形 37"/>
          <p:cNvSpPr/>
          <p:nvPr/>
        </p:nvSpPr>
        <p:spPr>
          <a:xfrm>
            <a:off x="6674766" y="3436308"/>
            <a:ext cx="125867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39" name="椭圆 38"/>
          <p:cNvSpPr/>
          <p:nvPr/>
        </p:nvSpPr>
        <p:spPr>
          <a:xfrm>
            <a:off x="6257672" y="34316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2</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40" name="矩形 39"/>
          <p:cNvSpPr/>
          <p:nvPr/>
        </p:nvSpPr>
        <p:spPr>
          <a:xfrm>
            <a:off x="8554598" y="34363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41" name="椭圆 40"/>
          <p:cNvSpPr/>
          <p:nvPr/>
        </p:nvSpPr>
        <p:spPr>
          <a:xfrm>
            <a:off x="8137504" y="34316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3</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42" name="矩形 41"/>
          <p:cNvSpPr/>
          <p:nvPr/>
        </p:nvSpPr>
        <p:spPr>
          <a:xfrm>
            <a:off x="4824431" y="43344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43" name="椭圆 42"/>
          <p:cNvSpPr/>
          <p:nvPr/>
        </p:nvSpPr>
        <p:spPr>
          <a:xfrm>
            <a:off x="4407337" y="43297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4</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44" name="矩形 43"/>
          <p:cNvSpPr/>
          <p:nvPr/>
        </p:nvSpPr>
        <p:spPr>
          <a:xfrm>
            <a:off x="6674766" y="43344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45" name="椭圆 44"/>
          <p:cNvSpPr/>
          <p:nvPr/>
        </p:nvSpPr>
        <p:spPr>
          <a:xfrm>
            <a:off x="6257672" y="43297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5</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46" name="矩形 45"/>
          <p:cNvSpPr/>
          <p:nvPr/>
        </p:nvSpPr>
        <p:spPr>
          <a:xfrm>
            <a:off x="8554598" y="43344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47" name="椭圆 46"/>
          <p:cNvSpPr/>
          <p:nvPr/>
        </p:nvSpPr>
        <p:spPr>
          <a:xfrm>
            <a:off x="8137504" y="43297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6</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48" name="任意多边形: 形状 120"/>
          <p:cNvSpPr/>
          <p:nvPr/>
        </p:nvSpPr>
        <p:spPr>
          <a:xfrm rot="18201767">
            <a:off x="2498891" y="1017834"/>
            <a:ext cx="979224" cy="985205"/>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9" name="椭圆 48"/>
          <p:cNvSpPr/>
          <p:nvPr/>
        </p:nvSpPr>
        <p:spPr>
          <a:xfrm rot="16200000">
            <a:off x="6536383" y="1404540"/>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rot="16200000">
            <a:off x="1566654" y="4983591"/>
            <a:ext cx="140946" cy="140946"/>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44213" y="2934527"/>
            <a:ext cx="2372539" cy="830997"/>
          </a:xfrm>
          <a:prstGeom prst="rect">
            <a:avLst/>
          </a:prstGeom>
          <a:noFill/>
        </p:spPr>
        <p:txBody>
          <a:bodyPr wrap="square" rtlCol="0">
            <a:spAutoFit/>
          </a:bodyPr>
          <a:lstStyle/>
          <a:p>
            <a:r>
              <a:rPr lang="en-US" altLang="zh-CN" sz="4800" dirty="0" smtClean="0">
                <a:solidFill>
                  <a:schemeClr val="bg1"/>
                </a:solidFill>
                <a:latin typeface="思源黑体 CN Medium" panose="020B0600000000000000" pitchFamily="34" charset="-122"/>
                <a:ea typeface="思源黑体 CN Medium" panose="020B0600000000000000" pitchFamily="34" charset="-122"/>
              </a:rPr>
              <a:t>PART 2</a:t>
            </a:r>
            <a:endParaRPr lang="zh-CN" altLang="en-US" sz="4800" dirty="0">
              <a:solidFill>
                <a:schemeClr val="bg1"/>
              </a:solidFill>
              <a:latin typeface="思源黑体 CN Medium" panose="020B0600000000000000" pitchFamily="34" charset="-122"/>
              <a:ea typeface="思源黑体 CN Medium" panose="020B0600000000000000" pitchFamily="34" charset="-122"/>
            </a:endParaRPr>
          </a:p>
        </p:txBody>
      </p:sp>
      <p:sp>
        <p:nvSpPr>
          <p:cNvPr id="52" name="椭圆 51"/>
          <p:cNvSpPr/>
          <p:nvPr/>
        </p:nvSpPr>
        <p:spPr>
          <a:xfrm>
            <a:off x="2485210" y="5481711"/>
            <a:ext cx="603363" cy="603363"/>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500"/>
                                        <p:tgtEl>
                                          <p:spTgt spid="3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500"/>
                                        <p:tgtEl>
                                          <p:spTgt spid="3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500"/>
                                        <p:tgtEl>
                                          <p:spTgt spid="3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500"/>
                                        <p:tgtEl>
                                          <p:spTgt spid="4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fade">
                                      <p:cBhvr>
                                        <p:cTn id="25" dur="500"/>
                                        <p:tgtEl>
                                          <p:spTgt spid="4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fade">
                                      <p:cBhvr>
                                        <p:cTn id="28" dur="500"/>
                                        <p:tgtEl>
                                          <p:spTgt spid="4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fade">
                                      <p:cBhvr>
                                        <p:cTn id="31" dur="500"/>
                                        <p:tgtEl>
                                          <p:spTgt spid="4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fade">
                                      <p:cBhvr>
                                        <p:cTn id="34" dur="500"/>
                                        <p:tgtEl>
                                          <p:spTgt spid="4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fade">
                                      <p:cBhvr>
                                        <p:cTn id="37" dur="500"/>
                                        <p:tgtEl>
                                          <p:spTgt spid="4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7"/>
                                        </p:tgtEl>
                                        <p:attrNameLst>
                                          <p:attrName>style.visibility</p:attrName>
                                        </p:attrNameLst>
                                      </p:cBhvr>
                                      <p:to>
                                        <p:strVal val="visible"/>
                                      </p:to>
                                    </p:set>
                                    <p:animEffect transition="in" filter="fade">
                                      <p:cBhvr>
                                        <p:cTn id="4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bldLvl="0" animBg="1"/>
      <p:bldP spid="38" grpId="0"/>
      <p:bldP spid="39" grpId="0" bldLvl="0" animBg="1"/>
      <p:bldP spid="40" grpId="0"/>
      <p:bldP spid="41" grpId="0" bldLvl="0" animBg="1"/>
      <p:bldP spid="42" grpId="0"/>
      <p:bldP spid="43" grpId="0" bldLvl="0" animBg="1"/>
      <p:bldP spid="44" grpId="0"/>
      <p:bldP spid="45" grpId="0" bldLvl="0" animBg="1"/>
      <p:bldP spid="46" grpId="0"/>
      <p:bldP spid="47"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350392" y="3645285"/>
            <a:ext cx="1528701" cy="1528701"/>
            <a:chOff x="4925095" y="2135348"/>
            <a:chExt cx="1364456" cy="1364456"/>
          </a:xfrm>
        </p:grpSpPr>
        <p:sp>
          <p:nvSpPr>
            <p:cNvPr id="3" name="矩形 2"/>
            <p:cNvSpPr/>
            <p:nvPr/>
          </p:nvSpPr>
          <p:spPr>
            <a:xfrm rot="2703315">
              <a:off x="4925095" y="2135348"/>
              <a:ext cx="1364456" cy="1364456"/>
            </a:xfrm>
            <a:prstGeom prst="rect">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4" name="Freeform 15"/>
            <p:cNvSpPr>
              <a:spLocks noEditPoints="1"/>
            </p:cNvSpPr>
            <p:nvPr/>
          </p:nvSpPr>
          <p:spPr bwMode="black">
            <a:xfrm>
              <a:off x="5220354" y="2431840"/>
              <a:ext cx="675584" cy="666660"/>
            </a:xfrm>
            <a:custGeom>
              <a:avLst/>
              <a:gdLst>
                <a:gd name="T0" fmla="*/ 455 w 708"/>
                <a:gd name="T1" fmla="*/ 121 h 709"/>
                <a:gd name="T2" fmla="*/ 392 w 708"/>
                <a:gd name="T3" fmla="*/ 121 h 709"/>
                <a:gd name="T4" fmla="*/ 392 w 708"/>
                <a:gd name="T5" fmla="*/ 206 h 709"/>
                <a:gd name="T6" fmla="*/ 316 w 708"/>
                <a:gd name="T7" fmla="*/ 206 h 709"/>
                <a:gd name="T8" fmla="*/ 316 w 708"/>
                <a:gd name="T9" fmla="*/ 121 h 709"/>
                <a:gd name="T10" fmla="*/ 250 w 708"/>
                <a:gd name="T11" fmla="*/ 121 h 709"/>
                <a:gd name="T12" fmla="*/ 354 w 708"/>
                <a:gd name="T13" fmla="*/ 0 h 709"/>
                <a:gd name="T14" fmla="*/ 455 w 708"/>
                <a:gd name="T15" fmla="*/ 121 h 709"/>
                <a:gd name="T16" fmla="*/ 205 w 708"/>
                <a:gd name="T17" fmla="*/ 371 h 709"/>
                <a:gd name="T18" fmla="*/ 139 w 708"/>
                <a:gd name="T19" fmla="*/ 371 h 709"/>
                <a:gd name="T20" fmla="*/ 139 w 708"/>
                <a:gd name="T21" fmla="*/ 456 h 709"/>
                <a:gd name="T22" fmla="*/ 63 w 708"/>
                <a:gd name="T23" fmla="*/ 456 h 709"/>
                <a:gd name="T24" fmla="*/ 63 w 708"/>
                <a:gd name="T25" fmla="*/ 371 h 709"/>
                <a:gd name="T26" fmla="*/ 0 w 708"/>
                <a:gd name="T27" fmla="*/ 371 h 709"/>
                <a:gd name="T28" fmla="*/ 101 w 708"/>
                <a:gd name="T29" fmla="*/ 251 h 709"/>
                <a:gd name="T30" fmla="*/ 205 w 708"/>
                <a:gd name="T31" fmla="*/ 371 h 709"/>
                <a:gd name="T32" fmla="*/ 205 w 708"/>
                <a:gd name="T33" fmla="*/ 503 h 709"/>
                <a:gd name="T34" fmla="*/ 0 w 708"/>
                <a:gd name="T35" fmla="*/ 503 h 709"/>
                <a:gd name="T36" fmla="*/ 0 w 708"/>
                <a:gd name="T37" fmla="*/ 709 h 709"/>
                <a:gd name="T38" fmla="*/ 205 w 708"/>
                <a:gd name="T39" fmla="*/ 709 h 709"/>
                <a:gd name="T40" fmla="*/ 205 w 708"/>
                <a:gd name="T41" fmla="*/ 503 h 709"/>
                <a:gd name="T42" fmla="*/ 708 w 708"/>
                <a:gd name="T43" fmla="*/ 503 h 709"/>
                <a:gd name="T44" fmla="*/ 503 w 708"/>
                <a:gd name="T45" fmla="*/ 503 h 709"/>
                <a:gd name="T46" fmla="*/ 503 w 708"/>
                <a:gd name="T47" fmla="*/ 709 h 709"/>
                <a:gd name="T48" fmla="*/ 708 w 708"/>
                <a:gd name="T49" fmla="*/ 709 h 709"/>
                <a:gd name="T50" fmla="*/ 708 w 708"/>
                <a:gd name="T51" fmla="*/ 503 h 709"/>
                <a:gd name="T52" fmla="*/ 708 w 708"/>
                <a:gd name="T53" fmla="*/ 0 h 709"/>
                <a:gd name="T54" fmla="*/ 503 w 708"/>
                <a:gd name="T55" fmla="*/ 0 h 709"/>
                <a:gd name="T56" fmla="*/ 503 w 708"/>
                <a:gd name="T57" fmla="*/ 206 h 709"/>
                <a:gd name="T58" fmla="*/ 708 w 708"/>
                <a:gd name="T59" fmla="*/ 206 h 709"/>
                <a:gd name="T60" fmla="*/ 708 w 708"/>
                <a:gd name="T61" fmla="*/ 0 h 709"/>
                <a:gd name="T62" fmla="*/ 708 w 708"/>
                <a:gd name="T63" fmla="*/ 251 h 709"/>
                <a:gd name="T64" fmla="*/ 503 w 708"/>
                <a:gd name="T65" fmla="*/ 251 h 709"/>
                <a:gd name="T66" fmla="*/ 503 w 708"/>
                <a:gd name="T67" fmla="*/ 456 h 709"/>
                <a:gd name="T68" fmla="*/ 708 w 708"/>
                <a:gd name="T69" fmla="*/ 456 h 709"/>
                <a:gd name="T70" fmla="*/ 708 w 708"/>
                <a:gd name="T71" fmla="*/ 251 h 709"/>
                <a:gd name="T72" fmla="*/ 455 w 708"/>
                <a:gd name="T73" fmla="*/ 251 h 709"/>
                <a:gd name="T74" fmla="*/ 250 w 708"/>
                <a:gd name="T75" fmla="*/ 251 h 709"/>
                <a:gd name="T76" fmla="*/ 250 w 708"/>
                <a:gd name="T77" fmla="*/ 456 h 709"/>
                <a:gd name="T78" fmla="*/ 455 w 708"/>
                <a:gd name="T79" fmla="*/ 456 h 709"/>
                <a:gd name="T80" fmla="*/ 455 w 708"/>
                <a:gd name="T81" fmla="*/ 251 h 709"/>
                <a:gd name="T82" fmla="*/ 455 w 708"/>
                <a:gd name="T83" fmla="*/ 503 h 709"/>
                <a:gd name="T84" fmla="*/ 250 w 708"/>
                <a:gd name="T85" fmla="*/ 503 h 709"/>
                <a:gd name="T86" fmla="*/ 250 w 708"/>
                <a:gd name="T87" fmla="*/ 709 h 709"/>
                <a:gd name="T88" fmla="*/ 455 w 708"/>
                <a:gd name="T89" fmla="*/ 709 h 709"/>
                <a:gd name="T90" fmla="*/ 455 w 708"/>
                <a:gd name="T91" fmla="*/ 503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08" h="709">
                  <a:moveTo>
                    <a:pt x="455" y="121"/>
                  </a:moveTo>
                  <a:lnTo>
                    <a:pt x="392" y="121"/>
                  </a:lnTo>
                  <a:lnTo>
                    <a:pt x="392" y="206"/>
                  </a:lnTo>
                  <a:lnTo>
                    <a:pt x="316" y="206"/>
                  </a:lnTo>
                  <a:lnTo>
                    <a:pt x="316" y="121"/>
                  </a:lnTo>
                  <a:lnTo>
                    <a:pt x="250" y="121"/>
                  </a:lnTo>
                  <a:lnTo>
                    <a:pt x="354" y="0"/>
                  </a:lnTo>
                  <a:lnTo>
                    <a:pt x="455" y="121"/>
                  </a:lnTo>
                  <a:close/>
                  <a:moveTo>
                    <a:pt x="205" y="371"/>
                  </a:moveTo>
                  <a:lnTo>
                    <a:pt x="139" y="371"/>
                  </a:lnTo>
                  <a:lnTo>
                    <a:pt x="139" y="456"/>
                  </a:lnTo>
                  <a:lnTo>
                    <a:pt x="63" y="456"/>
                  </a:lnTo>
                  <a:lnTo>
                    <a:pt x="63" y="371"/>
                  </a:lnTo>
                  <a:lnTo>
                    <a:pt x="0" y="371"/>
                  </a:lnTo>
                  <a:lnTo>
                    <a:pt x="101" y="251"/>
                  </a:lnTo>
                  <a:lnTo>
                    <a:pt x="205" y="371"/>
                  </a:lnTo>
                  <a:close/>
                  <a:moveTo>
                    <a:pt x="205" y="503"/>
                  </a:moveTo>
                  <a:lnTo>
                    <a:pt x="0" y="503"/>
                  </a:lnTo>
                  <a:lnTo>
                    <a:pt x="0" y="709"/>
                  </a:lnTo>
                  <a:lnTo>
                    <a:pt x="205" y="709"/>
                  </a:lnTo>
                  <a:lnTo>
                    <a:pt x="205" y="503"/>
                  </a:lnTo>
                  <a:close/>
                  <a:moveTo>
                    <a:pt x="708" y="503"/>
                  </a:moveTo>
                  <a:lnTo>
                    <a:pt x="503" y="503"/>
                  </a:lnTo>
                  <a:lnTo>
                    <a:pt x="503" y="709"/>
                  </a:lnTo>
                  <a:lnTo>
                    <a:pt x="708" y="709"/>
                  </a:lnTo>
                  <a:lnTo>
                    <a:pt x="708" y="503"/>
                  </a:lnTo>
                  <a:close/>
                  <a:moveTo>
                    <a:pt x="708" y="0"/>
                  </a:moveTo>
                  <a:lnTo>
                    <a:pt x="503" y="0"/>
                  </a:lnTo>
                  <a:lnTo>
                    <a:pt x="503" y="206"/>
                  </a:lnTo>
                  <a:lnTo>
                    <a:pt x="708" y="206"/>
                  </a:lnTo>
                  <a:lnTo>
                    <a:pt x="708" y="0"/>
                  </a:lnTo>
                  <a:close/>
                  <a:moveTo>
                    <a:pt x="708" y="251"/>
                  </a:moveTo>
                  <a:lnTo>
                    <a:pt x="503" y="251"/>
                  </a:lnTo>
                  <a:lnTo>
                    <a:pt x="503" y="456"/>
                  </a:lnTo>
                  <a:lnTo>
                    <a:pt x="708" y="456"/>
                  </a:lnTo>
                  <a:lnTo>
                    <a:pt x="708" y="251"/>
                  </a:lnTo>
                  <a:close/>
                  <a:moveTo>
                    <a:pt x="455" y="251"/>
                  </a:moveTo>
                  <a:lnTo>
                    <a:pt x="250" y="251"/>
                  </a:lnTo>
                  <a:lnTo>
                    <a:pt x="250" y="456"/>
                  </a:lnTo>
                  <a:lnTo>
                    <a:pt x="455" y="456"/>
                  </a:lnTo>
                  <a:lnTo>
                    <a:pt x="455" y="251"/>
                  </a:lnTo>
                  <a:close/>
                  <a:moveTo>
                    <a:pt x="455" y="503"/>
                  </a:moveTo>
                  <a:lnTo>
                    <a:pt x="250" y="503"/>
                  </a:lnTo>
                  <a:lnTo>
                    <a:pt x="250" y="709"/>
                  </a:lnTo>
                  <a:lnTo>
                    <a:pt x="455" y="709"/>
                  </a:lnTo>
                  <a:lnTo>
                    <a:pt x="455" y="503"/>
                  </a:lnTo>
                  <a:close/>
                </a:path>
              </a:pathLst>
            </a:custGeom>
            <a:solidFill>
              <a:schemeClr val="bg1"/>
            </a:solidFill>
            <a:ln w="25400">
              <a:no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grpSp>
      <p:grpSp>
        <p:nvGrpSpPr>
          <p:cNvPr id="6" name="组合 5"/>
          <p:cNvGrpSpPr/>
          <p:nvPr/>
        </p:nvGrpSpPr>
        <p:grpSpPr>
          <a:xfrm>
            <a:off x="1554254" y="4615247"/>
            <a:ext cx="2807182" cy="289627"/>
            <a:chOff x="859010" y="4001457"/>
            <a:chExt cx="3340768" cy="344678"/>
          </a:xfrm>
        </p:grpSpPr>
        <p:cxnSp>
          <p:nvCxnSpPr>
            <p:cNvPr id="9" name="直接连接符 8"/>
            <p:cNvCxnSpPr/>
            <p:nvPr/>
          </p:nvCxnSpPr>
          <p:spPr>
            <a:xfrm flipV="1">
              <a:off x="3675903" y="4001457"/>
              <a:ext cx="523875" cy="344678"/>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859010" y="4346135"/>
              <a:ext cx="282892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a:xfrm>
            <a:off x="2864119" y="6147270"/>
            <a:ext cx="2817293" cy="289627"/>
            <a:chOff x="2417853" y="5824691"/>
            <a:chExt cx="3352800" cy="344678"/>
          </a:xfrm>
        </p:grpSpPr>
        <p:cxnSp>
          <p:nvCxnSpPr>
            <p:cNvPr id="15" name="直接连接符 14"/>
            <p:cNvCxnSpPr/>
            <p:nvPr/>
          </p:nvCxnSpPr>
          <p:spPr>
            <a:xfrm flipV="1">
              <a:off x="5246778" y="5824691"/>
              <a:ext cx="523875" cy="344678"/>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417853" y="6169369"/>
              <a:ext cx="282892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6231977" y="2513635"/>
            <a:ext cx="2817293" cy="289627"/>
            <a:chOff x="6425869" y="1500376"/>
            <a:chExt cx="3352800" cy="344678"/>
          </a:xfrm>
        </p:grpSpPr>
        <p:cxnSp>
          <p:nvCxnSpPr>
            <p:cNvPr id="21" name="直接连接符 20"/>
            <p:cNvCxnSpPr/>
            <p:nvPr/>
          </p:nvCxnSpPr>
          <p:spPr>
            <a:xfrm flipV="1">
              <a:off x="6425869" y="1500376"/>
              <a:ext cx="523875" cy="344678"/>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6949744" y="1500376"/>
              <a:ext cx="282892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7918448" y="3943341"/>
            <a:ext cx="2585804" cy="178950"/>
            <a:chOff x="8432904" y="3201844"/>
            <a:chExt cx="3077310" cy="212965"/>
          </a:xfrm>
        </p:grpSpPr>
        <p:cxnSp>
          <p:nvCxnSpPr>
            <p:cNvPr id="27" name="直接连接符 26"/>
            <p:cNvCxnSpPr/>
            <p:nvPr/>
          </p:nvCxnSpPr>
          <p:spPr>
            <a:xfrm flipV="1">
              <a:off x="8432904" y="3201845"/>
              <a:ext cx="248385" cy="212964"/>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8681289" y="3201844"/>
              <a:ext cx="282892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32" name="组合 31"/>
          <p:cNvGrpSpPr/>
          <p:nvPr/>
        </p:nvGrpSpPr>
        <p:grpSpPr>
          <a:xfrm>
            <a:off x="4072166" y="3657768"/>
            <a:ext cx="1528701" cy="1528701"/>
            <a:chOff x="2891643" y="2146489"/>
            <a:chExt cx="1364456" cy="1364456"/>
          </a:xfrm>
        </p:grpSpPr>
        <p:sp>
          <p:nvSpPr>
            <p:cNvPr id="33" name="矩形 32"/>
            <p:cNvSpPr/>
            <p:nvPr/>
          </p:nvSpPr>
          <p:spPr>
            <a:xfrm rot="2703315">
              <a:off x="2891643" y="2146489"/>
              <a:ext cx="1364456" cy="1364456"/>
            </a:xfrm>
            <a:prstGeom prst="rect">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4" name="Freeform 34"/>
            <p:cNvSpPr>
              <a:spLocks noEditPoints="1"/>
            </p:cNvSpPr>
            <p:nvPr/>
          </p:nvSpPr>
          <p:spPr bwMode="auto">
            <a:xfrm>
              <a:off x="3368323" y="2561108"/>
              <a:ext cx="548723" cy="644192"/>
            </a:xfrm>
            <a:custGeom>
              <a:avLst/>
              <a:gdLst>
                <a:gd name="T0" fmla="*/ 379 w 498"/>
                <a:gd name="T1" fmla="*/ 0 h 586"/>
                <a:gd name="T2" fmla="*/ 444 w 498"/>
                <a:gd name="T3" fmla="*/ 65 h 586"/>
                <a:gd name="T4" fmla="*/ 416 w 498"/>
                <a:gd name="T5" fmla="*/ 231 h 586"/>
                <a:gd name="T6" fmla="*/ 405 w 498"/>
                <a:gd name="T7" fmla="*/ 38 h 586"/>
                <a:gd name="T8" fmla="*/ 125 w 498"/>
                <a:gd name="T9" fmla="*/ 27 h 586"/>
                <a:gd name="T10" fmla="*/ 167 w 498"/>
                <a:gd name="T11" fmla="*/ 81 h 586"/>
                <a:gd name="T12" fmla="*/ 27 w 498"/>
                <a:gd name="T13" fmla="*/ 249 h 586"/>
                <a:gd name="T14" fmla="*/ 39 w 498"/>
                <a:gd name="T15" fmla="*/ 531 h 586"/>
                <a:gd name="T16" fmla="*/ 148 w 498"/>
                <a:gd name="T17" fmla="*/ 542 h 586"/>
                <a:gd name="T18" fmla="*/ 65 w 498"/>
                <a:gd name="T19" fmla="*/ 570 h 586"/>
                <a:gd name="T20" fmla="*/ 0 w 498"/>
                <a:gd name="T21" fmla="*/ 505 h 586"/>
                <a:gd name="T22" fmla="*/ 1 w 498"/>
                <a:gd name="T23" fmla="*/ 238 h 586"/>
                <a:gd name="T24" fmla="*/ 76 w 498"/>
                <a:gd name="T25" fmla="*/ 7 h 586"/>
                <a:gd name="T26" fmla="*/ 76 w 498"/>
                <a:gd name="T27" fmla="*/ 7 h 586"/>
                <a:gd name="T28" fmla="*/ 76 w 498"/>
                <a:gd name="T29" fmla="*/ 6 h 586"/>
                <a:gd name="T30" fmla="*/ 79 w 498"/>
                <a:gd name="T31" fmla="*/ 3 h 586"/>
                <a:gd name="T32" fmla="*/ 79 w 498"/>
                <a:gd name="T33" fmla="*/ 3 h 586"/>
                <a:gd name="T34" fmla="*/ 79 w 498"/>
                <a:gd name="T35" fmla="*/ 3 h 586"/>
                <a:gd name="T36" fmla="*/ 80 w 498"/>
                <a:gd name="T37" fmla="*/ 3 h 586"/>
                <a:gd name="T38" fmla="*/ 84 w 498"/>
                <a:gd name="T39" fmla="*/ 0 h 586"/>
                <a:gd name="T40" fmla="*/ 84 w 498"/>
                <a:gd name="T41" fmla="*/ 0 h 586"/>
                <a:gd name="T42" fmla="*/ 85 w 498"/>
                <a:gd name="T43" fmla="*/ 0 h 586"/>
                <a:gd name="T44" fmla="*/ 85 w 498"/>
                <a:gd name="T45" fmla="*/ 0 h 586"/>
                <a:gd name="T46" fmla="*/ 85 w 498"/>
                <a:gd name="T47" fmla="*/ 0 h 586"/>
                <a:gd name="T48" fmla="*/ 86 w 498"/>
                <a:gd name="T49" fmla="*/ 0 h 586"/>
                <a:gd name="T50" fmla="*/ 88 w 498"/>
                <a:gd name="T51" fmla="*/ 0 h 586"/>
                <a:gd name="T52" fmla="*/ 82 w 498"/>
                <a:gd name="T53" fmla="*/ 398 h 586"/>
                <a:gd name="T54" fmla="*/ 225 w 498"/>
                <a:gd name="T55" fmla="*/ 376 h 586"/>
                <a:gd name="T56" fmla="*/ 82 w 498"/>
                <a:gd name="T57" fmla="*/ 316 h 586"/>
                <a:gd name="T58" fmla="*/ 225 w 498"/>
                <a:gd name="T59" fmla="*/ 338 h 586"/>
                <a:gd name="T60" fmla="*/ 82 w 498"/>
                <a:gd name="T61" fmla="*/ 316 h 586"/>
                <a:gd name="T62" fmla="*/ 82 w 498"/>
                <a:gd name="T63" fmla="*/ 282 h 586"/>
                <a:gd name="T64" fmla="*/ 369 w 498"/>
                <a:gd name="T65" fmla="*/ 260 h 586"/>
                <a:gd name="T66" fmla="*/ 230 w 498"/>
                <a:gd name="T67" fmla="*/ 191 h 586"/>
                <a:gd name="T68" fmla="*/ 369 w 498"/>
                <a:gd name="T69" fmla="*/ 213 h 586"/>
                <a:gd name="T70" fmla="*/ 230 w 498"/>
                <a:gd name="T71" fmla="*/ 191 h 586"/>
                <a:gd name="T72" fmla="*/ 230 w 498"/>
                <a:gd name="T73" fmla="*/ 152 h 586"/>
                <a:gd name="T74" fmla="*/ 369 w 498"/>
                <a:gd name="T75" fmla="*/ 130 h 586"/>
                <a:gd name="T76" fmla="*/ 230 w 498"/>
                <a:gd name="T77" fmla="*/ 75 h 586"/>
                <a:gd name="T78" fmla="*/ 369 w 498"/>
                <a:gd name="T79" fmla="*/ 97 h 586"/>
                <a:gd name="T80" fmla="*/ 230 w 498"/>
                <a:gd name="T81" fmla="*/ 75 h 586"/>
                <a:gd name="T82" fmla="*/ 208 w 498"/>
                <a:gd name="T83" fmla="*/ 482 h 586"/>
                <a:gd name="T84" fmla="*/ 498 w 498"/>
                <a:gd name="T85" fmla="*/ 326 h 586"/>
                <a:gd name="T86" fmla="*/ 200 w 498"/>
                <a:gd name="T87" fmla="*/ 492 h 586"/>
                <a:gd name="T88" fmla="*/ 196 w 498"/>
                <a:gd name="T89" fmla="*/ 586 h 586"/>
                <a:gd name="T90" fmla="*/ 200 w 498"/>
                <a:gd name="T91" fmla="*/ 492 h 586"/>
                <a:gd name="T92" fmla="*/ 416 w 498"/>
                <a:gd name="T93" fmla="*/ 453 h 586"/>
                <a:gd name="T94" fmla="*/ 405 w 498"/>
                <a:gd name="T95" fmla="*/ 531 h 586"/>
                <a:gd name="T96" fmla="*/ 326 w 498"/>
                <a:gd name="T97" fmla="*/ 542 h 586"/>
                <a:gd name="T98" fmla="*/ 322 w 498"/>
                <a:gd name="T99" fmla="*/ 570 h 586"/>
                <a:gd name="T100" fmla="*/ 425 w 498"/>
                <a:gd name="T101" fmla="*/ 551 h 586"/>
                <a:gd name="T102" fmla="*/ 444 w 498"/>
                <a:gd name="T103" fmla="*/ 426 h 586"/>
                <a:gd name="T104" fmla="*/ 137 w 498"/>
                <a:gd name="T105" fmla="*/ 74 h 586"/>
                <a:gd name="T106" fmla="*/ 49 w 498"/>
                <a:gd name="T107" fmla="*/ 180 h 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98" h="586">
                  <a:moveTo>
                    <a:pt x="88" y="0"/>
                  </a:moveTo>
                  <a:cubicBezTo>
                    <a:pt x="379" y="0"/>
                    <a:pt x="379" y="0"/>
                    <a:pt x="379" y="0"/>
                  </a:cubicBezTo>
                  <a:cubicBezTo>
                    <a:pt x="397" y="0"/>
                    <a:pt x="413" y="7"/>
                    <a:pt x="425" y="19"/>
                  </a:cubicBezTo>
                  <a:cubicBezTo>
                    <a:pt x="437" y="31"/>
                    <a:pt x="444" y="47"/>
                    <a:pt x="444" y="65"/>
                  </a:cubicBezTo>
                  <a:cubicBezTo>
                    <a:pt x="444" y="204"/>
                    <a:pt x="444" y="204"/>
                    <a:pt x="444" y="204"/>
                  </a:cubicBezTo>
                  <a:cubicBezTo>
                    <a:pt x="416" y="231"/>
                    <a:pt x="416" y="231"/>
                    <a:pt x="416" y="231"/>
                  </a:cubicBezTo>
                  <a:cubicBezTo>
                    <a:pt x="416" y="65"/>
                    <a:pt x="416" y="65"/>
                    <a:pt x="416" y="65"/>
                  </a:cubicBezTo>
                  <a:cubicBezTo>
                    <a:pt x="416" y="55"/>
                    <a:pt x="412" y="45"/>
                    <a:pt x="405" y="38"/>
                  </a:cubicBezTo>
                  <a:cubicBezTo>
                    <a:pt x="398" y="31"/>
                    <a:pt x="389" y="27"/>
                    <a:pt x="379" y="27"/>
                  </a:cubicBezTo>
                  <a:cubicBezTo>
                    <a:pt x="125" y="27"/>
                    <a:pt x="125" y="27"/>
                    <a:pt x="125" y="27"/>
                  </a:cubicBezTo>
                  <a:cubicBezTo>
                    <a:pt x="166" y="62"/>
                    <a:pt x="166" y="62"/>
                    <a:pt x="166" y="62"/>
                  </a:cubicBezTo>
                  <a:cubicBezTo>
                    <a:pt x="171" y="67"/>
                    <a:pt x="172" y="75"/>
                    <a:pt x="167" y="81"/>
                  </a:cubicBezTo>
                  <a:cubicBezTo>
                    <a:pt x="167" y="81"/>
                    <a:pt x="167" y="81"/>
                    <a:pt x="167" y="81"/>
                  </a:cubicBezTo>
                  <a:cubicBezTo>
                    <a:pt x="27" y="249"/>
                    <a:pt x="27" y="249"/>
                    <a:pt x="27" y="249"/>
                  </a:cubicBezTo>
                  <a:cubicBezTo>
                    <a:pt x="27" y="505"/>
                    <a:pt x="27" y="505"/>
                    <a:pt x="27" y="505"/>
                  </a:cubicBezTo>
                  <a:cubicBezTo>
                    <a:pt x="27" y="515"/>
                    <a:pt x="32" y="524"/>
                    <a:pt x="39" y="531"/>
                  </a:cubicBezTo>
                  <a:cubicBezTo>
                    <a:pt x="45" y="538"/>
                    <a:pt x="55" y="542"/>
                    <a:pt x="65" y="542"/>
                  </a:cubicBezTo>
                  <a:cubicBezTo>
                    <a:pt x="148" y="542"/>
                    <a:pt x="148" y="542"/>
                    <a:pt x="148" y="542"/>
                  </a:cubicBezTo>
                  <a:cubicBezTo>
                    <a:pt x="139" y="570"/>
                    <a:pt x="139" y="570"/>
                    <a:pt x="139" y="570"/>
                  </a:cubicBezTo>
                  <a:cubicBezTo>
                    <a:pt x="65" y="570"/>
                    <a:pt x="65" y="570"/>
                    <a:pt x="65" y="570"/>
                  </a:cubicBezTo>
                  <a:cubicBezTo>
                    <a:pt x="47" y="570"/>
                    <a:pt x="31" y="563"/>
                    <a:pt x="19" y="551"/>
                  </a:cubicBezTo>
                  <a:cubicBezTo>
                    <a:pt x="7" y="539"/>
                    <a:pt x="0" y="522"/>
                    <a:pt x="0" y="505"/>
                  </a:cubicBezTo>
                  <a:cubicBezTo>
                    <a:pt x="0" y="244"/>
                    <a:pt x="0" y="244"/>
                    <a:pt x="0" y="244"/>
                  </a:cubicBezTo>
                  <a:cubicBezTo>
                    <a:pt x="0" y="242"/>
                    <a:pt x="0" y="240"/>
                    <a:pt x="1" y="238"/>
                  </a:cubicBezTo>
                  <a:cubicBezTo>
                    <a:pt x="75" y="9"/>
                    <a:pt x="75" y="9"/>
                    <a:pt x="75" y="9"/>
                  </a:cubicBezTo>
                  <a:cubicBezTo>
                    <a:pt x="75" y="8"/>
                    <a:pt x="76" y="8"/>
                    <a:pt x="76" y="7"/>
                  </a:cubicBezTo>
                  <a:cubicBezTo>
                    <a:pt x="76" y="7"/>
                    <a:pt x="76" y="7"/>
                    <a:pt x="76" y="7"/>
                  </a:cubicBezTo>
                  <a:cubicBezTo>
                    <a:pt x="76" y="7"/>
                    <a:pt x="76" y="7"/>
                    <a:pt x="76" y="7"/>
                  </a:cubicBezTo>
                  <a:cubicBezTo>
                    <a:pt x="76" y="7"/>
                    <a:pt x="76" y="7"/>
                    <a:pt x="76" y="7"/>
                  </a:cubicBezTo>
                  <a:cubicBezTo>
                    <a:pt x="76" y="6"/>
                    <a:pt x="76" y="6"/>
                    <a:pt x="76" y="6"/>
                  </a:cubicBezTo>
                  <a:cubicBezTo>
                    <a:pt x="76" y="6"/>
                    <a:pt x="76" y="6"/>
                    <a:pt x="76" y="6"/>
                  </a:cubicBezTo>
                  <a:cubicBezTo>
                    <a:pt x="77" y="5"/>
                    <a:pt x="78" y="4"/>
                    <a:pt x="79" y="3"/>
                  </a:cubicBezTo>
                  <a:cubicBezTo>
                    <a:pt x="79" y="3"/>
                    <a:pt x="79" y="3"/>
                    <a:pt x="79" y="3"/>
                  </a:cubicBezTo>
                  <a:cubicBezTo>
                    <a:pt x="79" y="3"/>
                    <a:pt x="79" y="3"/>
                    <a:pt x="79" y="3"/>
                  </a:cubicBezTo>
                  <a:cubicBezTo>
                    <a:pt x="79" y="3"/>
                    <a:pt x="79" y="3"/>
                    <a:pt x="79" y="3"/>
                  </a:cubicBezTo>
                  <a:cubicBezTo>
                    <a:pt x="79" y="3"/>
                    <a:pt x="79" y="3"/>
                    <a:pt x="79" y="3"/>
                  </a:cubicBezTo>
                  <a:cubicBezTo>
                    <a:pt x="80" y="3"/>
                    <a:pt x="80" y="3"/>
                    <a:pt x="80" y="3"/>
                  </a:cubicBezTo>
                  <a:cubicBezTo>
                    <a:pt x="80" y="3"/>
                    <a:pt x="80" y="3"/>
                    <a:pt x="80" y="3"/>
                  </a:cubicBezTo>
                  <a:cubicBezTo>
                    <a:pt x="80" y="2"/>
                    <a:pt x="80" y="2"/>
                    <a:pt x="80" y="2"/>
                  </a:cubicBezTo>
                  <a:cubicBezTo>
                    <a:pt x="81" y="2"/>
                    <a:pt x="82" y="1"/>
                    <a:pt x="84" y="0"/>
                  </a:cubicBezTo>
                  <a:cubicBezTo>
                    <a:pt x="84" y="0"/>
                    <a:pt x="84" y="0"/>
                    <a:pt x="84" y="0"/>
                  </a:cubicBezTo>
                  <a:cubicBezTo>
                    <a:pt x="84" y="0"/>
                    <a:pt x="84" y="0"/>
                    <a:pt x="84" y="0"/>
                  </a:cubicBezTo>
                  <a:cubicBezTo>
                    <a:pt x="84" y="0"/>
                    <a:pt x="84" y="0"/>
                    <a:pt x="84" y="0"/>
                  </a:cubicBezTo>
                  <a:cubicBezTo>
                    <a:pt x="85" y="0"/>
                    <a:pt x="85" y="0"/>
                    <a:pt x="85" y="0"/>
                  </a:cubicBezTo>
                  <a:cubicBezTo>
                    <a:pt x="85" y="0"/>
                    <a:pt x="85" y="0"/>
                    <a:pt x="85" y="0"/>
                  </a:cubicBezTo>
                  <a:cubicBezTo>
                    <a:pt x="85" y="0"/>
                    <a:pt x="85" y="0"/>
                    <a:pt x="85" y="0"/>
                  </a:cubicBezTo>
                  <a:cubicBezTo>
                    <a:pt x="85" y="0"/>
                    <a:pt x="85" y="0"/>
                    <a:pt x="85" y="0"/>
                  </a:cubicBezTo>
                  <a:cubicBezTo>
                    <a:pt x="85" y="0"/>
                    <a:pt x="85" y="0"/>
                    <a:pt x="85" y="0"/>
                  </a:cubicBezTo>
                  <a:cubicBezTo>
                    <a:pt x="86" y="0"/>
                    <a:pt x="86" y="0"/>
                    <a:pt x="86" y="0"/>
                  </a:cubicBezTo>
                  <a:cubicBezTo>
                    <a:pt x="86" y="0"/>
                    <a:pt x="86" y="0"/>
                    <a:pt x="86" y="0"/>
                  </a:cubicBezTo>
                  <a:cubicBezTo>
                    <a:pt x="87" y="0"/>
                    <a:pt x="87" y="0"/>
                    <a:pt x="88" y="0"/>
                  </a:cubicBezTo>
                  <a:cubicBezTo>
                    <a:pt x="88" y="0"/>
                    <a:pt x="88" y="0"/>
                    <a:pt x="88" y="0"/>
                  </a:cubicBezTo>
                  <a:close/>
                  <a:moveTo>
                    <a:pt x="82" y="376"/>
                  </a:moveTo>
                  <a:cubicBezTo>
                    <a:pt x="82" y="398"/>
                    <a:pt x="82" y="398"/>
                    <a:pt x="82" y="398"/>
                  </a:cubicBezTo>
                  <a:cubicBezTo>
                    <a:pt x="225" y="398"/>
                    <a:pt x="225" y="398"/>
                    <a:pt x="225" y="398"/>
                  </a:cubicBezTo>
                  <a:cubicBezTo>
                    <a:pt x="225" y="376"/>
                    <a:pt x="225" y="376"/>
                    <a:pt x="225" y="376"/>
                  </a:cubicBezTo>
                  <a:cubicBezTo>
                    <a:pt x="82" y="376"/>
                    <a:pt x="82" y="376"/>
                    <a:pt x="82" y="376"/>
                  </a:cubicBezTo>
                  <a:close/>
                  <a:moveTo>
                    <a:pt x="82" y="316"/>
                  </a:moveTo>
                  <a:cubicBezTo>
                    <a:pt x="82" y="338"/>
                    <a:pt x="82" y="338"/>
                    <a:pt x="82" y="338"/>
                  </a:cubicBezTo>
                  <a:cubicBezTo>
                    <a:pt x="225" y="338"/>
                    <a:pt x="225" y="338"/>
                    <a:pt x="225" y="338"/>
                  </a:cubicBezTo>
                  <a:cubicBezTo>
                    <a:pt x="225" y="316"/>
                    <a:pt x="225" y="316"/>
                    <a:pt x="225" y="316"/>
                  </a:cubicBezTo>
                  <a:cubicBezTo>
                    <a:pt x="82" y="316"/>
                    <a:pt x="82" y="316"/>
                    <a:pt x="82" y="316"/>
                  </a:cubicBezTo>
                  <a:close/>
                  <a:moveTo>
                    <a:pt x="82" y="260"/>
                  </a:moveTo>
                  <a:cubicBezTo>
                    <a:pt x="82" y="282"/>
                    <a:pt x="82" y="282"/>
                    <a:pt x="82" y="282"/>
                  </a:cubicBezTo>
                  <a:cubicBezTo>
                    <a:pt x="369" y="282"/>
                    <a:pt x="369" y="282"/>
                    <a:pt x="369" y="282"/>
                  </a:cubicBezTo>
                  <a:cubicBezTo>
                    <a:pt x="369" y="260"/>
                    <a:pt x="369" y="260"/>
                    <a:pt x="369" y="260"/>
                  </a:cubicBezTo>
                  <a:cubicBezTo>
                    <a:pt x="82" y="260"/>
                    <a:pt x="82" y="260"/>
                    <a:pt x="82" y="260"/>
                  </a:cubicBezTo>
                  <a:close/>
                  <a:moveTo>
                    <a:pt x="230" y="191"/>
                  </a:moveTo>
                  <a:cubicBezTo>
                    <a:pt x="230" y="213"/>
                    <a:pt x="230" y="213"/>
                    <a:pt x="230" y="213"/>
                  </a:cubicBezTo>
                  <a:cubicBezTo>
                    <a:pt x="369" y="213"/>
                    <a:pt x="369" y="213"/>
                    <a:pt x="369" y="213"/>
                  </a:cubicBezTo>
                  <a:cubicBezTo>
                    <a:pt x="369" y="191"/>
                    <a:pt x="369" y="191"/>
                    <a:pt x="369" y="191"/>
                  </a:cubicBezTo>
                  <a:cubicBezTo>
                    <a:pt x="230" y="191"/>
                    <a:pt x="230" y="191"/>
                    <a:pt x="230" y="191"/>
                  </a:cubicBezTo>
                  <a:close/>
                  <a:moveTo>
                    <a:pt x="230" y="130"/>
                  </a:moveTo>
                  <a:cubicBezTo>
                    <a:pt x="230" y="152"/>
                    <a:pt x="230" y="152"/>
                    <a:pt x="230" y="152"/>
                  </a:cubicBezTo>
                  <a:cubicBezTo>
                    <a:pt x="369" y="152"/>
                    <a:pt x="369" y="152"/>
                    <a:pt x="369" y="152"/>
                  </a:cubicBezTo>
                  <a:cubicBezTo>
                    <a:pt x="369" y="130"/>
                    <a:pt x="369" y="130"/>
                    <a:pt x="369" y="130"/>
                  </a:cubicBezTo>
                  <a:cubicBezTo>
                    <a:pt x="230" y="130"/>
                    <a:pt x="230" y="130"/>
                    <a:pt x="230" y="130"/>
                  </a:cubicBezTo>
                  <a:close/>
                  <a:moveTo>
                    <a:pt x="230" y="75"/>
                  </a:moveTo>
                  <a:cubicBezTo>
                    <a:pt x="230" y="97"/>
                    <a:pt x="230" y="97"/>
                    <a:pt x="230" y="97"/>
                  </a:cubicBezTo>
                  <a:cubicBezTo>
                    <a:pt x="369" y="97"/>
                    <a:pt x="369" y="97"/>
                    <a:pt x="369" y="97"/>
                  </a:cubicBezTo>
                  <a:cubicBezTo>
                    <a:pt x="369" y="75"/>
                    <a:pt x="369" y="75"/>
                    <a:pt x="369" y="75"/>
                  </a:cubicBezTo>
                  <a:cubicBezTo>
                    <a:pt x="230" y="75"/>
                    <a:pt x="230" y="75"/>
                    <a:pt x="230" y="75"/>
                  </a:cubicBezTo>
                  <a:close/>
                  <a:moveTo>
                    <a:pt x="431" y="259"/>
                  </a:moveTo>
                  <a:cubicBezTo>
                    <a:pt x="208" y="482"/>
                    <a:pt x="208" y="482"/>
                    <a:pt x="208" y="482"/>
                  </a:cubicBezTo>
                  <a:cubicBezTo>
                    <a:pt x="275" y="549"/>
                    <a:pt x="275" y="549"/>
                    <a:pt x="275" y="549"/>
                  </a:cubicBezTo>
                  <a:cubicBezTo>
                    <a:pt x="498" y="326"/>
                    <a:pt x="498" y="326"/>
                    <a:pt x="498" y="326"/>
                  </a:cubicBezTo>
                  <a:cubicBezTo>
                    <a:pt x="431" y="259"/>
                    <a:pt x="431" y="259"/>
                    <a:pt x="431" y="259"/>
                  </a:cubicBezTo>
                  <a:close/>
                  <a:moveTo>
                    <a:pt x="200" y="492"/>
                  </a:moveTo>
                  <a:cubicBezTo>
                    <a:pt x="174" y="565"/>
                    <a:pt x="174" y="565"/>
                    <a:pt x="174" y="565"/>
                  </a:cubicBezTo>
                  <a:cubicBezTo>
                    <a:pt x="196" y="586"/>
                    <a:pt x="196" y="586"/>
                    <a:pt x="196" y="586"/>
                  </a:cubicBezTo>
                  <a:cubicBezTo>
                    <a:pt x="266" y="558"/>
                    <a:pt x="266" y="558"/>
                    <a:pt x="266" y="558"/>
                  </a:cubicBezTo>
                  <a:cubicBezTo>
                    <a:pt x="200" y="492"/>
                    <a:pt x="200" y="492"/>
                    <a:pt x="200" y="492"/>
                  </a:cubicBezTo>
                  <a:close/>
                  <a:moveTo>
                    <a:pt x="444" y="426"/>
                  </a:moveTo>
                  <a:cubicBezTo>
                    <a:pt x="416" y="453"/>
                    <a:pt x="416" y="453"/>
                    <a:pt x="416" y="453"/>
                  </a:cubicBezTo>
                  <a:cubicBezTo>
                    <a:pt x="416" y="505"/>
                    <a:pt x="416" y="505"/>
                    <a:pt x="416" y="505"/>
                  </a:cubicBezTo>
                  <a:cubicBezTo>
                    <a:pt x="416" y="515"/>
                    <a:pt x="412" y="524"/>
                    <a:pt x="405" y="531"/>
                  </a:cubicBezTo>
                  <a:cubicBezTo>
                    <a:pt x="398" y="538"/>
                    <a:pt x="389" y="542"/>
                    <a:pt x="379" y="542"/>
                  </a:cubicBezTo>
                  <a:cubicBezTo>
                    <a:pt x="326" y="542"/>
                    <a:pt x="326" y="542"/>
                    <a:pt x="326" y="542"/>
                  </a:cubicBezTo>
                  <a:cubicBezTo>
                    <a:pt x="310" y="558"/>
                    <a:pt x="310" y="558"/>
                    <a:pt x="310" y="558"/>
                  </a:cubicBezTo>
                  <a:cubicBezTo>
                    <a:pt x="322" y="570"/>
                    <a:pt x="322" y="570"/>
                    <a:pt x="322" y="570"/>
                  </a:cubicBezTo>
                  <a:cubicBezTo>
                    <a:pt x="379" y="570"/>
                    <a:pt x="379" y="570"/>
                    <a:pt x="379" y="570"/>
                  </a:cubicBezTo>
                  <a:cubicBezTo>
                    <a:pt x="397" y="570"/>
                    <a:pt x="413" y="563"/>
                    <a:pt x="425" y="551"/>
                  </a:cubicBezTo>
                  <a:cubicBezTo>
                    <a:pt x="437" y="539"/>
                    <a:pt x="444" y="522"/>
                    <a:pt x="444" y="505"/>
                  </a:cubicBezTo>
                  <a:cubicBezTo>
                    <a:pt x="444" y="426"/>
                    <a:pt x="444" y="426"/>
                    <a:pt x="444" y="426"/>
                  </a:cubicBezTo>
                  <a:close/>
                  <a:moveTo>
                    <a:pt x="49" y="180"/>
                  </a:moveTo>
                  <a:cubicBezTo>
                    <a:pt x="137" y="74"/>
                    <a:pt x="137" y="74"/>
                    <a:pt x="137" y="74"/>
                  </a:cubicBezTo>
                  <a:cubicBezTo>
                    <a:pt x="95" y="37"/>
                    <a:pt x="95" y="37"/>
                    <a:pt x="95" y="37"/>
                  </a:cubicBezTo>
                  <a:lnTo>
                    <a:pt x="49" y="180"/>
                  </a:lnTo>
                  <a:close/>
                </a:path>
              </a:pathLst>
            </a:custGeom>
            <a:solidFill>
              <a:schemeClr val="bg1"/>
            </a:solidFill>
            <a:ln w="25400">
              <a:no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grpSp>
      <p:sp>
        <p:nvSpPr>
          <p:cNvPr id="36" name="矩形 35"/>
          <p:cNvSpPr/>
          <p:nvPr/>
        </p:nvSpPr>
        <p:spPr>
          <a:xfrm rot="2703315">
            <a:off x="5218458" y="2518511"/>
            <a:ext cx="1528701" cy="1528701"/>
          </a:xfrm>
          <a:prstGeom prst="rect">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grpSp>
        <p:nvGrpSpPr>
          <p:cNvPr id="38" name="组合 37"/>
          <p:cNvGrpSpPr/>
          <p:nvPr/>
        </p:nvGrpSpPr>
        <p:grpSpPr>
          <a:xfrm>
            <a:off x="5191446" y="4785933"/>
            <a:ext cx="1528701" cy="1528701"/>
            <a:chOff x="3890667" y="3153443"/>
            <a:chExt cx="1364456" cy="1364456"/>
          </a:xfrm>
        </p:grpSpPr>
        <p:sp>
          <p:nvSpPr>
            <p:cNvPr id="39" name="矩形 38"/>
            <p:cNvSpPr/>
            <p:nvPr/>
          </p:nvSpPr>
          <p:spPr>
            <a:xfrm rot="2703315">
              <a:off x="3890667" y="3153443"/>
              <a:ext cx="1364456" cy="1364456"/>
            </a:xfrm>
            <a:prstGeom prst="rect">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46" name="Oval 24"/>
            <p:cNvSpPr>
              <a:spLocks noChangeArrowheads="1"/>
            </p:cNvSpPr>
            <p:nvPr/>
          </p:nvSpPr>
          <p:spPr bwMode="auto">
            <a:xfrm>
              <a:off x="4600670" y="3713295"/>
              <a:ext cx="18452" cy="18923"/>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grpSp>
      <p:grpSp>
        <p:nvGrpSpPr>
          <p:cNvPr id="50" name="组合 49"/>
          <p:cNvGrpSpPr/>
          <p:nvPr/>
        </p:nvGrpSpPr>
        <p:grpSpPr>
          <a:xfrm>
            <a:off x="1257259" y="3399090"/>
            <a:ext cx="2252671" cy="1161053"/>
            <a:chOff x="-1743928" y="4919298"/>
            <a:chExt cx="2514311" cy="1295905"/>
          </a:xfrm>
        </p:grpSpPr>
        <p:sp>
          <p:nvSpPr>
            <p:cNvPr id="51"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52"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53" name="组合 52"/>
          <p:cNvGrpSpPr/>
          <p:nvPr/>
        </p:nvGrpSpPr>
        <p:grpSpPr>
          <a:xfrm>
            <a:off x="7086130" y="1020690"/>
            <a:ext cx="2252671" cy="1161053"/>
            <a:chOff x="-1743928" y="4919298"/>
            <a:chExt cx="2514311" cy="1295905"/>
          </a:xfrm>
        </p:grpSpPr>
        <p:sp>
          <p:nvSpPr>
            <p:cNvPr id="54"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55"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56" name="组合 55"/>
          <p:cNvGrpSpPr/>
          <p:nvPr/>
        </p:nvGrpSpPr>
        <p:grpSpPr>
          <a:xfrm>
            <a:off x="2163927" y="4920393"/>
            <a:ext cx="2252671" cy="1161053"/>
            <a:chOff x="-1743928" y="4919298"/>
            <a:chExt cx="2514311" cy="1295905"/>
          </a:xfrm>
        </p:grpSpPr>
        <p:sp>
          <p:nvSpPr>
            <p:cNvPr id="57"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58"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59" name="组合 58"/>
          <p:cNvGrpSpPr/>
          <p:nvPr/>
        </p:nvGrpSpPr>
        <p:grpSpPr>
          <a:xfrm>
            <a:off x="8399486" y="2454617"/>
            <a:ext cx="2252671" cy="1161053"/>
            <a:chOff x="-1743928" y="4919298"/>
            <a:chExt cx="2514311" cy="1295905"/>
          </a:xfrm>
        </p:grpSpPr>
        <p:sp>
          <p:nvSpPr>
            <p:cNvPr id="60"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61"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62" name="组合 61"/>
          <p:cNvGrpSpPr/>
          <p:nvPr/>
        </p:nvGrpSpPr>
        <p:grpSpPr>
          <a:xfrm>
            <a:off x="5603160" y="5105538"/>
            <a:ext cx="714967" cy="713392"/>
            <a:chOff x="19788188" y="8402638"/>
            <a:chExt cx="720725" cy="719137"/>
          </a:xfrm>
          <a:solidFill>
            <a:schemeClr val="bg1"/>
          </a:solidFill>
        </p:grpSpPr>
        <p:sp>
          <p:nvSpPr>
            <p:cNvPr id="63" name="Freeform 57"/>
            <p:cNvSpPr/>
            <p:nvPr/>
          </p:nvSpPr>
          <p:spPr bwMode="auto">
            <a:xfrm>
              <a:off x="19788188" y="8582025"/>
              <a:ext cx="720725" cy="539750"/>
            </a:xfrm>
            <a:custGeom>
              <a:avLst/>
              <a:gdLst>
                <a:gd name="T0" fmla="*/ 188 w 192"/>
                <a:gd name="T1" fmla="*/ 136 h 144"/>
                <a:gd name="T2" fmla="*/ 184 w 192"/>
                <a:gd name="T3" fmla="*/ 136 h 144"/>
                <a:gd name="T4" fmla="*/ 184 w 192"/>
                <a:gd name="T5" fmla="*/ 4 h 144"/>
                <a:gd name="T6" fmla="*/ 180 w 192"/>
                <a:gd name="T7" fmla="*/ 0 h 144"/>
                <a:gd name="T8" fmla="*/ 156 w 192"/>
                <a:gd name="T9" fmla="*/ 0 h 144"/>
                <a:gd name="T10" fmla="*/ 152 w 192"/>
                <a:gd name="T11" fmla="*/ 4 h 144"/>
                <a:gd name="T12" fmla="*/ 152 w 192"/>
                <a:gd name="T13" fmla="*/ 136 h 144"/>
                <a:gd name="T14" fmla="*/ 136 w 192"/>
                <a:gd name="T15" fmla="*/ 136 h 144"/>
                <a:gd name="T16" fmla="*/ 136 w 192"/>
                <a:gd name="T17" fmla="*/ 44 h 144"/>
                <a:gd name="T18" fmla="*/ 132 w 192"/>
                <a:gd name="T19" fmla="*/ 40 h 144"/>
                <a:gd name="T20" fmla="*/ 108 w 192"/>
                <a:gd name="T21" fmla="*/ 40 h 144"/>
                <a:gd name="T22" fmla="*/ 104 w 192"/>
                <a:gd name="T23" fmla="*/ 44 h 144"/>
                <a:gd name="T24" fmla="*/ 104 w 192"/>
                <a:gd name="T25" fmla="*/ 136 h 144"/>
                <a:gd name="T26" fmla="*/ 88 w 192"/>
                <a:gd name="T27" fmla="*/ 136 h 144"/>
                <a:gd name="T28" fmla="*/ 88 w 192"/>
                <a:gd name="T29" fmla="*/ 84 h 144"/>
                <a:gd name="T30" fmla="*/ 84 w 192"/>
                <a:gd name="T31" fmla="*/ 80 h 144"/>
                <a:gd name="T32" fmla="*/ 60 w 192"/>
                <a:gd name="T33" fmla="*/ 80 h 144"/>
                <a:gd name="T34" fmla="*/ 56 w 192"/>
                <a:gd name="T35" fmla="*/ 84 h 144"/>
                <a:gd name="T36" fmla="*/ 56 w 192"/>
                <a:gd name="T37" fmla="*/ 136 h 144"/>
                <a:gd name="T38" fmla="*/ 40 w 192"/>
                <a:gd name="T39" fmla="*/ 136 h 144"/>
                <a:gd name="T40" fmla="*/ 40 w 192"/>
                <a:gd name="T41" fmla="*/ 116 h 144"/>
                <a:gd name="T42" fmla="*/ 36 w 192"/>
                <a:gd name="T43" fmla="*/ 112 h 144"/>
                <a:gd name="T44" fmla="*/ 12 w 192"/>
                <a:gd name="T45" fmla="*/ 112 h 144"/>
                <a:gd name="T46" fmla="*/ 8 w 192"/>
                <a:gd name="T47" fmla="*/ 116 h 144"/>
                <a:gd name="T48" fmla="*/ 8 w 192"/>
                <a:gd name="T49" fmla="*/ 136 h 144"/>
                <a:gd name="T50" fmla="*/ 4 w 192"/>
                <a:gd name="T51" fmla="*/ 136 h 144"/>
                <a:gd name="T52" fmla="*/ 0 w 192"/>
                <a:gd name="T53" fmla="*/ 140 h 144"/>
                <a:gd name="T54" fmla="*/ 4 w 192"/>
                <a:gd name="T55" fmla="*/ 144 h 144"/>
                <a:gd name="T56" fmla="*/ 12 w 192"/>
                <a:gd name="T57" fmla="*/ 144 h 144"/>
                <a:gd name="T58" fmla="*/ 36 w 192"/>
                <a:gd name="T59" fmla="*/ 144 h 144"/>
                <a:gd name="T60" fmla="*/ 60 w 192"/>
                <a:gd name="T61" fmla="*/ 144 h 144"/>
                <a:gd name="T62" fmla="*/ 84 w 192"/>
                <a:gd name="T63" fmla="*/ 144 h 144"/>
                <a:gd name="T64" fmla="*/ 108 w 192"/>
                <a:gd name="T65" fmla="*/ 144 h 144"/>
                <a:gd name="T66" fmla="*/ 132 w 192"/>
                <a:gd name="T67" fmla="*/ 144 h 144"/>
                <a:gd name="T68" fmla="*/ 156 w 192"/>
                <a:gd name="T69" fmla="*/ 144 h 144"/>
                <a:gd name="T70" fmla="*/ 180 w 192"/>
                <a:gd name="T71" fmla="*/ 144 h 144"/>
                <a:gd name="T72" fmla="*/ 188 w 192"/>
                <a:gd name="T73" fmla="*/ 144 h 144"/>
                <a:gd name="T74" fmla="*/ 192 w 192"/>
                <a:gd name="T75" fmla="*/ 140 h 144"/>
                <a:gd name="T76" fmla="*/ 188 w 192"/>
                <a:gd name="T77" fmla="*/ 13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2" h="144">
                  <a:moveTo>
                    <a:pt x="188" y="136"/>
                  </a:moveTo>
                  <a:cubicBezTo>
                    <a:pt x="184" y="136"/>
                    <a:pt x="184" y="136"/>
                    <a:pt x="184" y="136"/>
                  </a:cubicBezTo>
                  <a:cubicBezTo>
                    <a:pt x="184" y="4"/>
                    <a:pt x="184" y="4"/>
                    <a:pt x="184" y="4"/>
                  </a:cubicBezTo>
                  <a:cubicBezTo>
                    <a:pt x="184" y="2"/>
                    <a:pt x="182" y="0"/>
                    <a:pt x="180" y="0"/>
                  </a:cubicBezTo>
                  <a:cubicBezTo>
                    <a:pt x="156" y="0"/>
                    <a:pt x="156" y="0"/>
                    <a:pt x="156" y="0"/>
                  </a:cubicBezTo>
                  <a:cubicBezTo>
                    <a:pt x="154" y="0"/>
                    <a:pt x="152" y="2"/>
                    <a:pt x="152" y="4"/>
                  </a:cubicBezTo>
                  <a:cubicBezTo>
                    <a:pt x="152" y="136"/>
                    <a:pt x="152" y="136"/>
                    <a:pt x="152" y="136"/>
                  </a:cubicBezTo>
                  <a:cubicBezTo>
                    <a:pt x="136" y="136"/>
                    <a:pt x="136" y="136"/>
                    <a:pt x="136" y="136"/>
                  </a:cubicBezTo>
                  <a:cubicBezTo>
                    <a:pt x="136" y="44"/>
                    <a:pt x="136" y="44"/>
                    <a:pt x="136" y="44"/>
                  </a:cubicBezTo>
                  <a:cubicBezTo>
                    <a:pt x="136" y="42"/>
                    <a:pt x="134" y="40"/>
                    <a:pt x="132" y="40"/>
                  </a:cubicBezTo>
                  <a:cubicBezTo>
                    <a:pt x="108" y="40"/>
                    <a:pt x="108" y="40"/>
                    <a:pt x="108" y="40"/>
                  </a:cubicBezTo>
                  <a:cubicBezTo>
                    <a:pt x="106" y="40"/>
                    <a:pt x="104" y="42"/>
                    <a:pt x="104" y="44"/>
                  </a:cubicBezTo>
                  <a:cubicBezTo>
                    <a:pt x="104" y="136"/>
                    <a:pt x="104" y="136"/>
                    <a:pt x="104" y="136"/>
                  </a:cubicBezTo>
                  <a:cubicBezTo>
                    <a:pt x="88" y="136"/>
                    <a:pt x="88" y="136"/>
                    <a:pt x="88" y="136"/>
                  </a:cubicBezTo>
                  <a:cubicBezTo>
                    <a:pt x="88" y="84"/>
                    <a:pt x="88" y="84"/>
                    <a:pt x="88" y="84"/>
                  </a:cubicBezTo>
                  <a:cubicBezTo>
                    <a:pt x="88" y="82"/>
                    <a:pt x="86" y="80"/>
                    <a:pt x="84" y="80"/>
                  </a:cubicBezTo>
                  <a:cubicBezTo>
                    <a:pt x="60" y="80"/>
                    <a:pt x="60" y="80"/>
                    <a:pt x="60" y="80"/>
                  </a:cubicBezTo>
                  <a:cubicBezTo>
                    <a:pt x="58" y="80"/>
                    <a:pt x="56" y="82"/>
                    <a:pt x="56" y="84"/>
                  </a:cubicBezTo>
                  <a:cubicBezTo>
                    <a:pt x="56" y="136"/>
                    <a:pt x="56" y="136"/>
                    <a:pt x="56" y="136"/>
                  </a:cubicBezTo>
                  <a:cubicBezTo>
                    <a:pt x="40" y="136"/>
                    <a:pt x="40" y="136"/>
                    <a:pt x="40" y="136"/>
                  </a:cubicBezTo>
                  <a:cubicBezTo>
                    <a:pt x="40" y="116"/>
                    <a:pt x="40" y="116"/>
                    <a:pt x="40" y="116"/>
                  </a:cubicBezTo>
                  <a:cubicBezTo>
                    <a:pt x="40" y="114"/>
                    <a:pt x="38" y="112"/>
                    <a:pt x="36" y="112"/>
                  </a:cubicBezTo>
                  <a:cubicBezTo>
                    <a:pt x="12" y="112"/>
                    <a:pt x="12" y="112"/>
                    <a:pt x="12" y="112"/>
                  </a:cubicBezTo>
                  <a:cubicBezTo>
                    <a:pt x="10" y="112"/>
                    <a:pt x="8" y="114"/>
                    <a:pt x="8" y="116"/>
                  </a:cubicBezTo>
                  <a:cubicBezTo>
                    <a:pt x="8" y="136"/>
                    <a:pt x="8" y="136"/>
                    <a:pt x="8" y="136"/>
                  </a:cubicBezTo>
                  <a:cubicBezTo>
                    <a:pt x="4" y="136"/>
                    <a:pt x="4" y="136"/>
                    <a:pt x="4" y="136"/>
                  </a:cubicBezTo>
                  <a:cubicBezTo>
                    <a:pt x="2" y="136"/>
                    <a:pt x="0" y="138"/>
                    <a:pt x="0" y="140"/>
                  </a:cubicBezTo>
                  <a:cubicBezTo>
                    <a:pt x="0" y="142"/>
                    <a:pt x="2" y="144"/>
                    <a:pt x="4" y="144"/>
                  </a:cubicBezTo>
                  <a:cubicBezTo>
                    <a:pt x="12" y="144"/>
                    <a:pt x="12" y="144"/>
                    <a:pt x="12" y="144"/>
                  </a:cubicBezTo>
                  <a:cubicBezTo>
                    <a:pt x="36" y="144"/>
                    <a:pt x="36" y="144"/>
                    <a:pt x="36" y="144"/>
                  </a:cubicBezTo>
                  <a:cubicBezTo>
                    <a:pt x="60" y="144"/>
                    <a:pt x="60" y="144"/>
                    <a:pt x="60" y="144"/>
                  </a:cubicBezTo>
                  <a:cubicBezTo>
                    <a:pt x="84" y="144"/>
                    <a:pt x="84" y="144"/>
                    <a:pt x="84" y="144"/>
                  </a:cubicBezTo>
                  <a:cubicBezTo>
                    <a:pt x="108" y="144"/>
                    <a:pt x="108" y="144"/>
                    <a:pt x="108" y="144"/>
                  </a:cubicBezTo>
                  <a:cubicBezTo>
                    <a:pt x="132" y="144"/>
                    <a:pt x="132" y="144"/>
                    <a:pt x="132" y="144"/>
                  </a:cubicBezTo>
                  <a:cubicBezTo>
                    <a:pt x="156" y="144"/>
                    <a:pt x="156" y="144"/>
                    <a:pt x="156" y="144"/>
                  </a:cubicBezTo>
                  <a:cubicBezTo>
                    <a:pt x="180" y="144"/>
                    <a:pt x="180" y="144"/>
                    <a:pt x="180" y="144"/>
                  </a:cubicBezTo>
                  <a:cubicBezTo>
                    <a:pt x="188" y="144"/>
                    <a:pt x="188" y="144"/>
                    <a:pt x="188" y="144"/>
                  </a:cubicBezTo>
                  <a:cubicBezTo>
                    <a:pt x="190" y="144"/>
                    <a:pt x="192" y="142"/>
                    <a:pt x="192" y="140"/>
                  </a:cubicBezTo>
                  <a:cubicBezTo>
                    <a:pt x="192" y="138"/>
                    <a:pt x="190" y="136"/>
                    <a:pt x="188" y="136"/>
                  </a:cubicBezTo>
                  <a:close/>
                </a:path>
              </a:pathLst>
            </a:custGeom>
            <a:grpFill/>
            <a:ln>
              <a:noFill/>
            </a:ln>
          </p:spPr>
          <p:txBody>
            <a:bodyPr vert="horz" wrap="square" lIns="91440" tIns="45720" rIns="91440" bIns="45720" numCol="1" anchor="t" anchorCtr="0" compatLnSpc="1"/>
            <a:lstStyle/>
            <a:p>
              <a:endParaRPr lang="zh-CN" altLang="en-US"/>
            </a:p>
          </p:txBody>
        </p:sp>
        <p:sp>
          <p:nvSpPr>
            <p:cNvPr id="64" name="Freeform 58"/>
            <p:cNvSpPr/>
            <p:nvPr/>
          </p:nvSpPr>
          <p:spPr bwMode="auto">
            <a:xfrm>
              <a:off x="19818351" y="8402638"/>
              <a:ext cx="661988" cy="569913"/>
            </a:xfrm>
            <a:custGeom>
              <a:avLst/>
              <a:gdLst>
                <a:gd name="T0" fmla="*/ 4 w 176"/>
                <a:gd name="T1" fmla="*/ 152 h 152"/>
                <a:gd name="T2" fmla="*/ 7 w 176"/>
                <a:gd name="T3" fmla="*/ 151 h 152"/>
                <a:gd name="T4" fmla="*/ 168 w 176"/>
                <a:gd name="T5" fmla="*/ 13 h 152"/>
                <a:gd name="T6" fmla="*/ 168 w 176"/>
                <a:gd name="T7" fmla="*/ 28 h 152"/>
                <a:gd name="T8" fmla="*/ 172 w 176"/>
                <a:gd name="T9" fmla="*/ 32 h 152"/>
                <a:gd name="T10" fmla="*/ 176 w 176"/>
                <a:gd name="T11" fmla="*/ 28 h 152"/>
                <a:gd name="T12" fmla="*/ 176 w 176"/>
                <a:gd name="T13" fmla="*/ 4 h 152"/>
                <a:gd name="T14" fmla="*/ 176 w 176"/>
                <a:gd name="T15" fmla="*/ 3 h 152"/>
                <a:gd name="T16" fmla="*/ 176 w 176"/>
                <a:gd name="T17" fmla="*/ 2 h 152"/>
                <a:gd name="T18" fmla="*/ 175 w 176"/>
                <a:gd name="T19" fmla="*/ 2 h 152"/>
                <a:gd name="T20" fmla="*/ 175 w 176"/>
                <a:gd name="T21" fmla="*/ 1 h 152"/>
                <a:gd name="T22" fmla="*/ 175 w 176"/>
                <a:gd name="T23" fmla="*/ 1 h 152"/>
                <a:gd name="T24" fmla="*/ 174 w 176"/>
                <a:gd name="T25" fmla="*/ 1 h 152"/>
                <a:gd name="T26" fmla="*/ 174 w 176"/>
                <a:gd name="T27" fmla="*/ 0 h 152"/>
                <a:gd name="T28" fmla="*/ 173 w 176"/>
                <a:gd name="T29" fmla="*/ 0 h 152"/>
                <a:gd name="T30" fmla="*/ 172 w 176"/>
                <a:gd name="T31" fmla="*/ 0 h 152"/>
                <a:gd name="T32" fmla="*/ 172 w 176"/>
                <a:gd name="T33" fmla="*/ 0 h 152"/>
                <a:gd name="T34" fmla="*/ 148 w 176"/>
                <a:gd name="T35" fmla="*/ 0 h 152"/>
                <a:gd name="T36" fmla="*/ 144 w 176"/>
                <a:gd name="T37" fmla="*/ 4 h 152"/>
                <a:gd name="T38" fmla="*/ 148 w 176"/>
                <a:gd name="T39" fmla="*/ 8 h 152"/>
                <a:gd name="T40" fmla="*/ 161 w 176"/>
                <a:gd name="T41" fmla="*/ 8 h 152"/>
                <a:gd name="T42" fmla="*/ 2 w 176"/>
                <a:gd name="T43" fmla="*/ 145 h 152"/>
                <a:gd name="T44" fmla="*/ 1 w 176"/>
                <a:gd name="T45" fmla="*/ 150 h 152"/>
                <a:gd name="T46" fmla="*/ 4 w 176"/>
                <a:gd name="T47"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6" h="152">
                  <a:moveTo>
                    <a:pt x="4" y="152"/>
                  </a:moveTo>
                  <a:cubicBezTo>
                    <a:pt x="5" y="152"/>
                    <a:pt x="6" y="152"/>
                    <a:pt x="7" y="151"/>
                  </a:cubicBezTo>
                  <a:cubicBezTo>
                    <a:pt x="168" y="13"/>
                    <a:pt x="168" y="13"/>
                    <a:pt x="168" y="13"/>
                  </a:cubicBezTo>
                  <a:cubicBezTo>
                    <a:pt x="168" y="28"/>
                    <a:pt x="168" y="28"/>
                    <a:pt x="168" y="28"/>
                  </a:cubicBezTo>
                  <a:cubicBezTo>
                    <a:pt x="168" y="30"/>
                    <a:pt x="170" y="32"/>
                    <a:pt x="172" y="32"/>
                  </a:cubicBezTo>
                  <a:cubicBezTo>
                    <a:pt x="174" y="32"/>
                    <a:pt x="176" y="30"/>
                    <a:pt x="176" y="28"/>
                  </a:cubicBezTo>
                  <a:cubicBezTo>
                    <a:pt x="176" y="4"/>
                    <a:pt x="176" y="4"/>
                    <a:pt x="176" y="4"/>
                  </a:cubicBezTo>
                  <a:cubicBezTo>
                    <a:pt x="176" y="4"/>
                    <a:pt x="176" y="4"/>
                    <a:pt x="176" y="3"/>
                  </a:cubicBezTo>
                  <a:cubicBezTo>
                    <a:pt x="176" y="3"/>
                    <a:pt x="176" y="3"/>
                    <a:pt x="176" y="2"/>
                  </a:cubicBezTo>
                  <a:cubicBezTo>
                    <a:pt x="176" y="2"/>
                    <a:pt x="176" y="2"/>
                    <a:pt x="175" y="2"/>
                  </a:cubicBezTo>
                  <a:cubicBezTo>
                    <a:pt x="175" y="2"/>
                    <a:pt x="175" y="1"/>
                    <a:pt x="175" y="1"/>
                  </a:cubicBezTo>
                  <a:cubicBezTo>
                    <a:pt x="175" y="1"/>
                    <a:pt x="175" y="1"/>
                    <a:pt x="175" y="1"/>
                  </a:cubicBezTo>
                  <a:cubicBezTo>
                    <a:pt x="175" y="1"/>
                    <a:pt x="175" y="1"/>
                    <a:pt x="174" y="1"/>
                  </a:cubicBezTo>
                  <a:cubicBezTo>
                    <a:pt x="174" y="1"/>
                    <a:pt x="174" y="0"/>
                    <a:pt x="174" y="0"/>
                  </a:cubicBezTo>
                  <a:cubicBezTo>
                    <a:pt x="174" y="0"/>
                    <a:pt x="173" y="0"/>
                    <a:pt x="173" y="0"/>
                  </a:cubicBezTo>
                  <a:cubicBezTo>
                    <a:pt x="173" y="0"/>
                    <a:pt x="173" y="0"/>
                    <a:pt x="172" y="0"/>
                  </a:cubicBezTo>
                  <a:cubicBezTo>
                    <a:pt x="172" y="0"/>
                    <a:pt x="172" y="0"/>
                    <a:pt x="172" y="0"/>
                  </a:cubicBezTo>
                  <a:cubicBezTo>
                    <a:pt x="148" y="0"/>
                    <a:pt x="148" y="0"/>
                    <a:pt x="148" y="0"/>
                  </a:cubicBezTo>
                  <a:cubicBezTo>
                    <a:pt x="146" y="0"/>
                    <a:pt x="144" y="2"/>
                    <a:pt x="144" y="4"/>
                  </a:cubicBezTo>
                  <a:cubicBezTo>
                    <a:pt x="144" y="6"/>
                    <a:pt x="146" y="8"/>
                    <a:pt x="148" y="8"/>
                  </a:cubicBezTo>
                  <a:cubicBezTo>
                    <a:pt x="161" y="8"/>
                    <a:pt x="161" y="8"/>
                    <a:pt x="161" y="8"/>
                  </a:cubicBezTo>
                  <a:cubicBezTo>
                    <a:pt x="2" y="145"/>
                    <a:pt x="2" y="145"/>
                    <a:pt x="2" y="145"/>
                  </a:cubicBezTo>
                  <a:cubicBezTo>
                    <a:pt x="0" y="146"/>
                    <a:pt x="0" y="149"/>
                    <a:pt x="1" y="150"/>
                  </a:cubicBezTo>
                  <a:cubicBezTo>
                    <a:pt x="2" y="151"/>
                    <a:pt x="3" y="152"/>
                    <a:pt x="4" y="152"/>
                  </a:cubicBezTo>
                  <a:close/>
                </a:path>
              </a:pathLst>
            </a:custGeom>
            <a:grpFill/>
            <a:ln>
              <a:noFill/>
            </a:ln>
          </p:spPr>
          <p:txBody>
            <a:bodyPr vert="horz" wrap="square" lIns="91440" tIns="45720" rIns="91440" bIns="45720" numCol="1" anchor="t" anchorCtr="0" compatLnSpc="1"/>
            <a:lstStyle/>
            <a:p>
              <a:endParaRPr lang="zh-CN" altLang="en-US"/>
            </a:p>
          </p:txBody>
        </p:sp>
      </p:grpSp>
      <p:grpSp>
        <p:nvGrpSpPr>
          <p:cNvPr id="65" name="组合 64"/>
          <p:cNvGrpSpPr/>
          <p:nvPr/>
        </p:nvGrpSpPr>
        <p:grpSpPr>
          <a:xfrm>
            <a:off x="5541264" y="2887574"/>
            <a:ext cx="963546" cy="937558"/>
            <a:chOff x="8670925" y="1412875"/>
            <a:chExt cx="1530351" cy="1489076"/>
          </a:xfrm>
          <a:solidFill>
            <a:schemeClr val="bg1"/>
          </a:solidFill>
        </p:grpSpPr>
        <p:sp>
          <p:nvSpPr>
            <p:cNvPr id="66" name="Freeform 91"/>
            <p:cNvSpPr/>
            <p:nvPr/>
          </p:nvSpPr>
          <p:spPr bwMode="auto">
            <a:xfrm>
              <a:off x="8685213" y="1590675"/>
              <a:ext cx="1516063" cy="1016000"/>
            </a:xfrm>
            <a:custGeom>
              <a:avLst/>
              <a:gdLst>
                <a:gd name="T0" fmla="*/ 0 w 401"/>
                <a:gd name="T1" fmla="*/ 248 h 269"/>
                <a:gd name="T2" fmla="*/ 0 w 401"/>
                <a:gd name="T3" fmla="*/ 247 h 269"/>
                <a:gd name="T4" fmla="*/ 193 w 401"/>
                <a:gd name="T5" fmla="*/ 77 h 269"/>
                <a:gd name="T6" fmla="*/ 258 w 401"/>
                <a:gd name="T7" fmla="*/ 27 h 269"/>
                <a:gd name="T8" fmla="*/ 363 w 401"/>
                <a:gd name="T9" fmla="*/ 5 h 269"/>
                <a:gd name="T10" fmla="*/ 399 w 401"/>
                <a:gd name="T11" fmla="*/ 13 h 269"/>
                <a:gd name="T12" fmla="*/ 387 w 401"/>
                <a:gd name="T13" fmla="*/ 32 h 269"/>
                <a:gd name="T14" fmla="*/ 253 w 401"/>
                <a:gd name="T15" fmla="*/ 41 h 269"/>
                <a:gd name="T16" fmla="*/ 24 w 401"/>
                <a:gd name="T17" fmla="*/ 269 h 269"/>
                <a:gd name="T18" fmla="*/ 23 w 401"/>
                <a:gd name="T19" fmla="*/ 269 h 269"/>
                <a:gd name="T20" fmla="*/ 0 w 401"/>
                <a:gd name="T21" fmla="*/ 248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1" h="269">
                  <a:moveTo>
                    <a:pt x="0" y="248"/>
                  </a:moveTo>
                  <a:cubicBezTo>
                    <a:pt x="0" y="247"/>
                    <a:pt x="0" y="247"/>
                    <a:pt x="0" y="247"/>
                  </a:cubicBezTo>
                  <a:cubicBezTo>
                    <a:pt x="193" y="77"/>
                    <a:pt x="193" y="77"/>
                    <a:pt x="193" y="77"/>
                  </a:cubicBezTo>
                  <a:cubicBezTo>
                    <a:pt x="193" y="77"/>
                    <a:pt x="231" y="36"/>
                    <a:pt x="258" y="27"/>
                  </a:cubicBezTo>
                  <a:cubicBezTo>
                    <a:pt x="285" y="19"/>
                    <a:pt x="340" y="11"/>
                    <a:pt x="363" y="5"/>
                  </a:cubicBezTo>
                  <a:cubicBezTo>
                    <a:pt x="387" y="0"/>
                    <a:pt x="395" y="0"/>
                    <a:pt x="399" y="13"/>
                  </a:cubicBezTo>
                  <a:cubicBezTo>
                    <a:pt x="399" y="13"/>
                    <a:pt x="401" y="29"/>
                    <a:pt x="387" y="32"/>
                  </a:cubicBezTo>
                  <a:cubicBezTo>
                    <a:pt x="373" y="36"/>
                    <a:pt x="268" y="34"/>
                    <a:pt x="253" y="41"/>
                  </a:cubicBezTo>
                  <a:cubicBezTo>
                    <a:pt x="238" y="48"/>
                    <a:pt x="38" y="254"/>
                    <a:pt x="24" y="269"/>
                  </a:cubicBezTo>
                  <a:cubicBezTo>
                    <a:pt x="23" y="269"/>
                    <a:pt x="23" y="269"/>
                    <a:pt x="23" y="269"/>
                  </a:cubicBezTo>
                  <a:lnTo>
                    <a:pt x="0" y="2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92"/>
            <p:cNvSpPr/>
            <p:nvPr/>
          </p:nvSpPr>
          <p:spPr bwMode="auto">
            <a:xfrm>
              <a:off x="8832850" y="1423988"/>
              <a:ext cx="1085850" cy="1477963"/>
            </a:xfrm>
            <a:custGeom>
              <a:avLst/>
              <a:gdLst>
                <a:gd name="T0" fmla="*/ 267 w 287"/>
                <a:gd name="T1" fmla="*/ 0 h 391"/>
                <a:gd name="T2" fmla="*/ 266 w 287"/>
                <a:gd name="T3" fmla="*/ 1 h 391"/>
                <a:gd name="T4" fmla="*/ 87 w 287"/>
                <a:gd name="T5" fmla="*/ 185 h 391"/>
                <a:gd name="T6" fmla="*/ 34 w 287"/>
                <a:gd name="T7" fmla="*/ 248 h 391"/>
                <a:gd name="T8" fmla="*/ 7 w 287"/>
                <a:gd name="T9" fmla="*/ 352 h 391"/>
                <a:gd name="T10" fmla="*/ 13 w 287"/>
                <a:gd name="T11" fmla="*/ 388 h 391"/>
                <a:gd name="T12" fmla="*/ 33 w 287"/>
                <a:gd name="T13" fmla="*/ 377 h 391"/>
                <a:gd name="T14" fmla="*/ 48 w 287"/>
                <a:gd name="T15" fmla="*/ 243 h 391"/>
                <a:gd name="T16" fmla="*/ 286 w 287"/>
                <a:gd name="T17" fmla="*/ 25 h 391"/>
                <a:gd name="T18" fmla="*/ 287 w 287"/>
                <a:gd name="T19" fmla="*/ 24 h 391"/>
                <a:gd name="T20" fmla="*/ 267 w 287"/>
                <a:gd name="T21" fmla="*/ 0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7" h="391">
                  <a:moveTo>
                    <a:pt x="267" y="0"/>
                  </a:moveTo>
                  <a:cubicBezTo>
                    <a:pt x="266" y="1"/>
                    <a:pt x="266" y="1"/>
                    <a:pt x="266" y="1"/>
                  </a:cubicBezTo>
                  <a:cubicBezTo>
                    <a:pt x="87" y="185"/>
                    <a:pt x="87" y="185"/>
                    <a:pt x="87" y="185"/>
                  </a:cubicBezTo>
                  <a:cubicBezTo>
                    <a:pt x="87" y="185"/>
                    <a:pt x="43" y="221"/>
                    <a:pt x="34" y="248"/>
                  </a:cubicBezTo>
                  <a:cubicBezTo>
                    <a:pt x="24" y="274"/>
                    <a:pt x="14" y="329"/>
                    <a:pt x="7" y="352"/>
                  </a:cubicBezTo>
                  <a:cubicBezTo>
                    <a:pt x="1" y="375"/>
                    <a:pt x="0" y="384"/>
                    <a:pt x="13" y="388"/>
                  </a:cubicBezTo>
                  <a:cubicBezTo>
                    <a:pt x="13" y="388"/>
                    <a:pt x="29" y="391"/>
                    <a:pt x="33" y="377"/>
                  </a:cubicBezTo>
                  <a:cubicBezTo>
                    <a:pt x="37" y="363"/>
                    <a:pt x="40" y="258"/>
                    <a:pt x="48" y="243"/>
                  </a:cubicBezTo>
                  <a:cubicBezTo>
                    <a:pt x="56" y="229"/>
                    <a:pt x="271" y="39"/>
                    <a:pt x="286" y="25"/>
                  </a:cubicBezTo>
                  <a:cubicBezTo>
                    <a:pt x="287" y="25"/>
                    <a:pt x="287" y="24"/>
                    <a:pt x="287" y="24"/>
                  </a:cubicBezTo>
                  <a:lnTo>
                    <a:pt x="26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93"/>
            <p:cNvSpPr>
              <a:spLocks noEditPoints="1"/>
            </p:cNvSpPr>
            <p:nvPr/>
          </p:nvSpPr>
          <p:spPr bwMode="auto">
            <a:xfrm>
              <a:off x="8670925" y="1412875"/>
              <a:ext cx="1376363" cy="1341438"/>
            </a:xfrm>
            <a:custGeom>
              <a:avLst/>
              <a:gdLst>
                <a:gd name="T0" fmla="*/ 257 w 364"/>
                <a:gd name="T1" fmla="*/ 33 h 355"/>
                <a:gd name="T2" fmla="*/ 178 w 364"/>
                <a:gd name="T3" fmla="*/ 109 h 355"/>
                <a:gd name="T4" fmla="*/ 151 w 364"/>
                <a:gd name="T5" fmla="*/ 144 h 355"/>
                <a:gd name="T6" fmla="*/ 115 w 364"/>
                <a:gd name="T7" fmla="*/ 169 h 355"/>
                <a:gd name="T8" fmla="*/ 35 w 364"/>
                <a:gd name="T9" fmla="*/ 244 h 355"/>
                <a:gd name="T10" fmla="*/ 0 w 364"/>
                <a:gd name="T11" fmla="*/ 294 h 355"/>
                <a:gd name="T12" fmla="*/ 25 w 364"/>
                <a:gd name="T13" fmla="*/ 319 h 355"/>
                <a:gd name="T14" fmla="*/ 61 w 364"/>
                <a:gd name="T15" fmla="*/ 331 h 355"/>
                <a:gd name="T16" fmla="*/ 142 w 364"/>
                <a:gd name="T17" fmla="*/ 323 h 355"/>
                <a:gd name="T18" fmla="*/ 165 w 364"/>
                <a:gd name="T19" fmla="*/ 185 h 355"/>
                <a:gd name="T20" fmla="*/ 169 w 364"/>
                <a:gd name="T21" fmla="*/ 164 h 355"/>
                <a:gd name="T22" fmla="*/ 169 w 364"/>
                <a:gd name="T23" fmla="*/ 163 h 355"/>
                <a:gd name="T24" fmla="*/ 170 w 364"/>
                <a:gd name="T25" fmla="*/ 162 h 355"/>
                <a:gd name="T26" fmla="*/ 192 w 364"/>
                <a:gd name="T27" fmla="*/ 159 h 355"/>
                <a:gd name="T28" fmla="*/ 330 w 364"/>
                <a:gd name="T29" fmla="*/ 143 h 355"/>
                <a:gd name="T30" fmla="*/ 342 w 364"/>
                <a:gd name="T31" fmla="*/ 62 h 355"/>
                <a:gd name="T32" fmla="*/ 332 w 364"/>
                <a:gd name="T33" fmla="*/ 25 h 355"/>
                <a:gd name="T34" fmla="*/ 308 w 364"/>
                <a:gd name="T35" fmla="*/ 0 h 355"/>
                <a:gd name="T36" fmla="*/ 257 w 364"/>
                <a:gd name="T37" fmla="*/ 33 h 355"/>
                <a:gd name="T38" fmla="*/ 155 w 364"/>
                <a:gd name="T39" fmla="*/ 298 h 355"/>
                <a:gd name="T40" fmla="*/ 92 w 364"/>
                <a:gd name="T41" fmla="*/ 332 h 355"/>
                <a:gd name="T42" fmla="*/ 37 w 364"/>
                <a:gd name="T43" fmla="*/ 282 h 355"/>
                <a:gd name="T44" fmla="*/ 89 w 364"/>
                <a:gd name="T45" fmla="*/ 203 h 355"/>
                <a:gd name="T46" fmla="*/ 140 w 364"/>
                <a:gd name="T47" fmla="*/ 189 h 355"/>
                <a:gd name="T48" fmla="*/ 155 w 364"/>
                <a:gd name="T49" fmla="*/ 298 h 355"/>
                <a:gd name="T50" fmla="*/ 342 w 364"/>
                <a:gd name="T51" fmla="*/ 94 h 355"/>
                <a:gd name="T52" fmla="*/ 305 w 364"/>
                <a:gd name="T53" fmla="*/ 154 h 355"/>
                <a:gd name="T54" fmla="*/ 197 w 364"/>
                <a:gd name="T55" fmla="*/ 135 h 355"/>
                <a:gd name="T56" fmla="*/ 213 w 364"/>
                <a:gd name="T57" fmla="*/ 85 h 355"/>
                <a:gd name="T58" fmla="*/ 295 w 364"/>
                <a:gd name="T59" fmla="*/ 37 h 355"/>
                <a:gd name="T60" fmla="*/ 342 w 364"/>
                <a:gd name="T61" fmla="*/ 94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64" h="355">
                  <a:moveTo>
                    <a:pt x="257" y="33"/>
                  </a:moveTo>
                  <a:cubicBezTo>
                    <a:pt x="223" y="54"/>
                    <a:pt x="189" y="88"/>
                    <a:pt x="178" y="109"/>
                  </a:cubicBezTo>
                  <a:cubicBezTo>
                    <a:pt x="168" y="126"/>
                    <a:pt x="156" y="139"/>
                    <a:pt x="151" y="144"/>
                  </a:cubicBezTo>
                  <a:cubicBezTo>
                    <a:pt x="146" y="148"/>
                    <a:pt x="132" y="160"/>
                    <a:pt x="115" y="169"/>
                  </a:cubicBezTo>
                  <a:cubicBezTo>
                    <a:pt x="93" y="179"/>
                    <a:pt x="58" y="211"/>
                    <a:pt x="35" y="244"/>
                  </a:cubicBezTo>
                  <a:cubicBezTo>
                    <a:pt x="13" y="277"/>
                    <a:pt x="0" y="294"/>
                    <a:pt x="0" y="294"/>
                  </a:cubicBezTo>
                  <a:cubicBezTo>
                    <a:pt x="25" y="319"/>
                    <a:pt x="25" y="319"/>
                    <a:pt x="25" y="319"/>
                  </a:cubicBezTo>
                  <a:cubicBezTo>
                    <a:pt x="25" y="319"/>
                    <a:pt x="39" y="321"/>
                    <a:pt x="61" y="331"/>
                  </a:cubicBezTo>
                  <a:cubicBezTo>
                    <a:pt x="82" y="341"/>
                    <a:pt x="102" y="355"/>
                    <a:pt x="142" y="323"/>
                  </a:cubicBezTo>
                  <a:cubicBezTo>
                    <a:pt x="183" y="291"/>
                    <a:pt x="215" y="251"/>
                    <a:pt x="165" y="185"/>
                  </a:cubicBezTo>
                  <a:cubicBezTo>
                    <a:pt x="165" y="185"/>
                    <a:pt x="158" y="174"/>
                    <a:pt x="169" y="164"/>
                  </a:cubicBezTo>
                  <a:cubicBezTo>
                    <a:pt x="169" y="163"/>
                    <a:pt x="169" y="163"/>
                    <a:pt x="169" y="163"/>
                  </a:cubicBezTo>
                  <a:cubicBezTo>
                    <a:pt x="170" y="163"/>
                    <a:pt x="170" y="163"/>
                    <a:pt x="170" y="162"/>
                  </a:cubicBezTo>
                  <a:cubicBezTo>
                    <a:pt x="181" y="153"/>
                    <a:pt x="192" y="159"/>
                    <a:pt x="192" y="159"/>
                  </a:cubicBezTo>
                  <a:cubicBezTo>
                    <a:pt x="255" y="212"/>
                    <a:pt x="296" y="182"/>
                    <a:pt x="330" y="143"/>
                  </a:cubicBezTo>
                  <a:cubicBezTo>
                    <a:pt x="364" y="104"/>
                    <a:pt x="351" y="84"/>
                    <a:pt x="342" y="62"/>
                  </a:cubicBezTo>
                  <a:cubicBezTo>
                    <a:pt x="334" y="40"/>
                    <a:pt x="332" y="25"/>
                    <a:pt x="332" y="25"/>
                  </a:cubicBezTo>
                  <a:cubicBezTo>
                    <a:pt x="308" y="0"/>
                    <a:pt x="308" y="0"/>
                    <a:pt x="308" y="0"/>
                  </a:cubicBezTo>
                  <a:cubicBezTo>
                    <a:pt x="308" y="0"/>
                    <a:pt x="291" y="12"/>
                    <a:pt x="257" y="33"/>
                  </a:cubicBezTo>
                  <a:close/>
                  <a:moveTo>
                    <a:pt x="155" y="298"/>
                  </a:moveTo>
                  <a:cubicBezTo>
                    <a:pt x="133" y="322"/>
                    <a:pt x="106" y="333"/>
                    <a:pt x="92" y="332"/>
                  </a:cubicBezTo>
                  <a:cubicBezTo>
                    <a:pt x="78" y="330"/>
                    <a:pt x="47" y="303"/>
                    <a:pt x="37" y="282"/>
                  </a:cubicBezTo>
                  <a:cubicBezTo>
                    <a:pt x="28" y="261"/>
                    <a:pt x="60" y="228"/>
                    <a:pt x="89" y="203"/>
                  </a:cubicBezTo>
                  <a:cubicBezTo>
                    <a:pt x="118" y="179"/>
                    <a:pt x="140" y="189"/>
                    <a:pt x="140" y="189"/>
                  </a:cubicBezTo>
                  <a:cubicBezTo>
                    <a:pt x="202" y="228"/>
                    <a:pt x="177" y="275"/>
                    <a:pt x="155" y="298"/>
                  </a:cubicBezTo>
                  <a:close/>
                  <a:moveTo>
                    <a:pt x="342" y="94"/>
                  </a:moveTo>
                  <a:cubicBezTo>
                    <a:pt x="343" y="108"/>
                    <a:pt x="330" y="134"/>
                    <a:pt x="305" y="154"/>
                  </a:cubicBezTo>
                  <a:cubicBezTo>
                    <a:pt x="281" y="175"/>
                    <a:pt x="233" y="198"/>
                    <a:pt x="197" y="135"/>
                  </a:cubicBezTo>
                  <a:cubicBezTo>
                    <a:pt x="197" y="135"/>
                    <a:pt x="188" y="112"/>
                    <a:pt x="213" y="85"/>
                  </a:cubicBezTo>
                  <a:cubicBezTo>
                    <a:pt x="239" y="57"/>
                    <a:pt x="274" y="26"/>
                    <a:pt x="295" y="37"/>
                  </a:cubicBezTo>
                  <a:cubicBezTo>
                    <a:pt x="315" y="47"/>
                    <a:pt x="341" y="79"/>
                    <a:pt x="342" y="9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69" name="组合 68"/>
          <p:cNvGrpSpPr/>
          <p:nvPr/>
        </p:nvGrpSpPr>
        <p:grpSpPr>
          <a:xfrm>
            <a:off x="6262928" y="266844"/>
            <a:ext cx="5929072" cy="330008"/>
            <a:chOff x="5025390" y="266844"/>
            <a:chExt cx="6259830" cy="330008"/>
          </a:xfrm>
        </p:grpSpPr>
        <p:cxnSp>
          <p:nvCxnSpPr>
            <p:cNvPr id="70" name="直接连接符 69"/>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5" name="组合 74"/>
          <p:cNvGrpSpPr/>
          <p:nvPr/>
        </p:nvGrpSpPr>
        <p:grpSpPr>
          <a:xfrm>
            <a:off x="0" y="266844"/>
            <a:ext cx="487680" cy="330008"/>
            <a:chOff x="5025390" y="266844"/>
            <a:chExt cx="6259830" cy="330008"/>
          </a:xfrm>
        </p:grpSpPr>
        <p:cxnSp>
          <p:nvCxnSpPr>
            <p:cNvPr id="76" name="直接连接符 75"/>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81" name="矩形 80"/>
          <p:cNvSpPr/>
          <p:nvPr/>
        </p:nvSpPr>
        <p:spPr>
          <a:xfrm>
            <a:off x="496522"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论文绪论</a:t>
            </a:r>
            <a:endPar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100" name="矩形 99"/>
          <p:cNvSpPr/>
          <p:nvPr/>
        </p:nvSpPr>
        <p:spPr>
          <a:xfrm>
            <a:off x="1465866"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研究背景</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101" name="矩形 100"/>
          <p:cNvSpPr/>
          <p:nvPr/>
        </p:nvSpPr>
        <p:spPr>
          <a:xfrm>
            <a:off x="3404554"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研究结果</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102" name="矩形 101"/>
          <p:cNvSpPr/>
          <p:nvPr/>
        </p:nvSpPr>
        <p:spPr>
          <a:xfrm>
            <a:off x="4373898"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问题讨论</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103" name="矩形 102"/>
          <p:cNvSpPr/>
          <p:nvPr/>
        </p:nvSpPr>
        <p:spPr>
          <a:xfrm>
            <a:off x="2435210"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a:t>
            </a: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方法</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104" name="矩形 103"/>
          <p:cNvSpPr/>
          <p:nvPr/>
        </p:nvSpPr>
        <p:spPr>
          <a:xfrm>
            <a:off x="5343244"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论文总结</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cxnSp>
        <p:nvCxnSpPr>
          <p:cNvPr id="105" name="直接连接符 104"/>
          <p:cNvCxnSpPr/>
          <p:nvPr/>
        </p:nvCxnSpPr>
        <p:spPr>
          <a:xfrm>
            <a:off x="1578433" y="554554"/>
            <a:ext cx="657739" cy="0"/>
          </a:xfrm>
          <a:prstGeom prst="line">
            <a:avLst/>
          </a:prstGeom>
          <a:ln w="6350">
            <a:solidFill>
              <a:srgbClr val="AC4243"/>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p:cTn id="7" dur="500" fill="hold"/>
                                        <p:tgtEl>
                                          <p:spTgt spid="62"/>
                                        </p:tgtEl>
                                        <p:attrNameLst>
                                          <p:attrName>ppt_w</p:attrName>
                                        </p:attrNameLst>
                                      </p:cBhvr>
                                      <p:tavLst>
                                        <p:tav tm="0">
                                          <p:val>
                                            <p:fltVal val="0"/>
                                          </p:val>
                                        </p:tav>
                                        <p:tav tm="100000">
                                          <p:val>
                                            <p:strVal val="#ppt_w"/>
                                          </p:val>
                                        </p:tav>
                                      </p:tavLst>
                                    </p:anim>
                                    <p:anim calcmode="lin" valueType="num">
                                      <p:cBhvr>
                                        <p:cTn id="8" dur="500" fill="hold"/>
                                        <p:tgtEl>
                                          <p:spTgt spid="62"/>
                                        </p:tgtEl>
                                        <p:attrNameLst>
                                          <p:attrName>ppt_h</p:attrName>
                                        </p:attrNameLst>
                                      </p:cBhvr>
                                      <p:tavLst>
                                        <p:tav tm="0">
                                          <p:val>
                                            <p:fltVal val="0"/>
                                          </p:val>
                                        </p:tav>
                                        <p:tav tm="100000">
                                          <p:val>
                                            <p:strVal val="#ppt_h"/>
                                          </p:val>
                                        </p:tav>
                                      </p:tavLst>
                                    </p:anim>
                                    <p:animEffect transition="in" filter="fade">
                                      <p:cBhvr>
                                        <p:cTn id="9" dur="500"/>
                                        <p:tgtEl>
                                          <p:spTgt spid="62"/>
                                        </p:tgtEl>
                                      </p:cBhvr>
                                    </p:animEffect>
                                  </p:childTnLst>
                                </p:cTn>
                              </p:par>
                              <p:par>
                                <p:cTn id="10" presetID="53" presetClass="entr" presetSubtype="16" fill="hold" nodeType="withEffect">
                                  <p:stCondLst>
                                    <p:cond delay="500"/>
                                  </p:stCondLst>
                                  <p:childTnLst>
                                    <p:set>
                                      <p:cBhvr>
                                        <p:cTn id="11" dur="1" fill="hold">
                                          <p:stCondLst>
                                            <p:cond delay="0"/>
                                          </p:stCondLst>
                                        </p:cTn>
                                        <p:tgtEl>
                                          <p:spTgt spid="65"/>
                                        </p:tgtEl>
                                        <p:attrNameLst>
                                          <p:attrName>style.visibility</p:attrName>
                                        </p:attrNameLst>
                                      </p:cBhvr>
                                      <p:to>
                                        <p:strVal val="visible"/>
                                      </p:to>
                                    </p:set>
                                    <p:anim calcmode="lin" valueType="num">
                                      <p:cBhvr>
                                        <p:cTn id="12" dur="500" fill="hold"/>
                                        <p:tgtEl>
                                          <p:spTgt spid="65"/>
                                        </p:tgtEl>
                                        <p:attrNameLst>
                                          <p:attrName>ppt_w</p:attrName>
                                        </p:attrNameLst>
                                      </p:cBhvr>
                                      <p:tavLst>
                                        <p:tav tm="0">
                                          <p:val>
                                            <p:fltVal val="0"/>
                                          </p:val>
                                        </p:tav>
                                        <p:tav tm="100000">
                                          <p:val>
                                            <p:strVal val="#ppt_w"/>
                                          </p:val>
                                        </p:tav>
                                      </p:tavLst>
                                    </p:anim>
                                    <p:anim calcmode="lin" valueType="num">
                                      <p:cBhvr>
                                        <p:cTn id="13" dur="500" fill="hold"/>
                                        <p:tgtEl>
                                          <p:spTgt spid="65"/>
                                        </p:tgtEl>
                                        <p:attrNameLst>
                                          <p:attrName>ppt_h</p:attrName>
                                        </p:attrNameLst>
                                      </p:cBhvr>
                                      <p:tavLst>
                                        <p:tav tm="0">
                                          <p:val>
                                            <p:fltVal val="0"/>
                                          </p:val>
                                        </p:tav>
                                        <p:tav tm="100000">
                                          <p:val>
                                            <p:strVal val="#ppt_h"/>
                                          </p:val>
                                        </p:tav>
                                      </p:tavLst>
                                    </p:anim>
                                    <p:animEffect transition="in" filter="fade">
                                      <p:cBhvr>
                                        <p:cTn id="14" dur="500"/>
                                        <p:tgtEl>
                                          <p:spTgt spid="65"/>
                                        </p:tgtEl>
                                      </p:cBhvr>
                                    </p:animEffect>
                                  </p:childTnLst>
                                </p:cTn>
                              </p:par>
                              <p:par>
                                <p:cTn id="15" presetID="22" presetClass="entr" presetSubtype="8" fill="hold" grpId="0" nodeType="withEffect">
                                  <p:stCondLst>
                                    <p:cond delay="250"/>
                                  </p:stCondLst>
                                  <p:childTnLst>
                                    <p:set>
                                      <p:cBhvr>
                                        <p:cTn id="16" dur="1" fill="hold">
                                          <p:stCondLst>
                                            <p:cond delay="0"/>
                                          </p:stCondLst>
                                        </p:cTn>
                                        <p:tgtEl>
                                          <p:spTgt spid="81"/>
                                        </p:tgtEl>
                                        <p:attrNameLst>
                                          <p:attrName>style.visibility</p:attrName>
                                        </p:attrNameLst>
                                      </p:cBhvr>
                                      <p:to>
                                        <p:strVal val="visible"/>
                                      </p:to>
                                    </p:set>
                                    <p:animEffect transition="in" filter="wipe(left)">
                                      <p:cBhvr>
                                        <p:cTn id="17" dur="500"/>
                                        <p:tgtEl>
                                          <p:spTgt spid="81"/>
                                        </p:tgtEl>
                                      </p:cBhvr>
                                    </p:animEffect>
                                  </p:childTnLst>
                                </p:cTn>
                              </p:par>
                              <p:par>
                                <p:cTn id="18" presetID="22" presetClass="entr" presetSubtype="8" fill="hold" grpId="0" nodeType="withEffect">
                                  <p:stCondLst>
                                    <p:cond delay="500"/>
                                  </p:stCondLst>
                                  <p:childTnLst>
                                    <p:set>
                                      <p:cBhvr>
                                        <p:cTn id="19" dur="1" fill="hold">
                                          <p:stCondLst>
                                            <p:cond delay="0"/>
                                          </p:stCondLst>
                                        </p:cTn>
                                        <p:tgtEl>
                                          <p:spTgt spid="100"/>
                                        </p:tgtEl>
                                        <p:attrNameLst>
                                          <p:attrName>style.visibility</p:attrName>
                                        </p:attrNameLst>
                                      </p:cBhvr>
                                      <p:to>
                                        <p:strVal val="visible"/>
                                      </p:to>
                                    </p:set>
                                    <p:animEffect transition="in" filter="wipe(left)">
                                      <p:cBhvr>
                                        <p:cTn id="20" dur="500"/>
                                        <p:tgtEl>
                                          <p:spTgt spid="100"/>
                                        </p:tgtEl>
                                      </p:cBhvr>
                                    </p:animEffect>
                                  </p:childTnLst>
                                </p:cTn>
                              </p:par>
                              <p:par>
                                <p:cTn id="21" presetID="22" presetClass="entr" presetSubtype="8" fill="hold" grpId="0" nodeType="withEffect">
                                  <p:stCondLst>
                                    <p:cond delay="1000"/>
                                  </p:stCondLst>
                                  <p:childTnLst>
                                    <p:set>
                                      <p:cBhvr>
                                        <p:cTn id="22" dur="1" fill="hold">
                                          <p:stCondLst>
                                            <p:cond delay="0"/>
                                          </p:stCondLst>
                                        </p:cTn>
                                        <p:tgtEl>
                                          <p:spTgt spid="101"/>
                                        </p:tgtEl>
                                        <p:attrNameLst>
                                          <p:attrName>style.visibility</p:attrName>
                                        </p:attrNameLst>
                                      </p:cBhvr>
                                      <p:to>
                                        <p:strVal val="visible"/>
                                      </p:to>
                                    </p:set>
                                    <p:animEffect transition="in" filter="wipe(left)">
                                      <p:cBhvr>
                                        <p:cTn id="23" dur="500"/>
                                        <p:tgtEl>
                                          <p:spTgt spid="101"/>
                                        </p:tgtEl>
                                      </p:cBhvr>
                                    </p:animEffect>
                                  </p:childTnLst>
                                </p:cTn>
                              </p:par>
                              <p:par>
                                <p:cTn id="24" presetID="22" presetClass="entr" presetSubtype="8" fill="hold" grpId="0" nodeType="withEffect">
                                  <p:stCondLst>
                                    <p:cond delay="1250"/>
                                  </p:stCondLst>
                                  <p:childTnLst>
                                    <p:set>
                                      <p:cBhvr>
                                        <p:cTn id="25" dur="1" fill="hold">
                                          <p:stCondLst>
                                            <p:cond delay="0"/>
                                          </p:stCondLst>
                                        </p:cTn>
                                        <p:tgtEl>
                                          <p:spTgt spid="102"/>
                                        </p:tgtEl>
                                        <p:attrNameLst>
                                          <p:attrName>style.visibility</p:attrName>
                                        </p:attrNameLst>
                                      </p:cBhvr>
                                      <p:to>
                                        <p:strVal val="visible"/>
                                      </p:to>
                                    </p:set>
                                    <p:animEffect transition="in" filter="wipe(left)">
                                      <p:cBhvr>
                                        <p:cTn id="26" dur="500"/>
                                        <p:tgtEl>
                                          <p:spTgt spid="102"/>
                                        </p:tgtEl>
                                      </p:cBhvr>
                                    </p:animEffect>
                                  </p:childTnLst>
                                </p:cTn>
                              </p:par>
                              <p:par>
                                <p:cTn id="27" presetID="22" presetClass="entr" presetSubtype="8" fill="hold" grpId="0" nodeType="withEffect">
                                  <p:stCondLst>
                                    <p:cond delay="500"/>
                                  </p:stCondLst>
                                  <p:childTnLst>
                                    <p:set>
                                      <p:cBhvr>
                                        <p:cTn id="28" dur="1" fill="hold">
                                          <p:stCondLst>
                                            <p:cond delay="0"/>
                                          </p:stCondLst>
                                        </p:cTn>
                                        <p:tgtEl>
                                          <p:spTgt spid="103"/>
                                        </p:tgtEl>
                                        <p:attrNameLst>
                                          <p:attrName>style.visibility</p:attrName>
                                        </p:attrNameLst>
                                      </p:cBhvr>
                                      <p:to>
                                        <p:strVal val="visible"/>
                                      </p:to>
                                    </p:set>
                                    <p:animEffect transition="in" filter="wipe(left)">
                                      <p:cBhvr>
                                        <p:cTn id="29" dur="500"/>
                                        <p:tgtEl>
                                          <p:spTgt spid="103"/>
                                        </p:tgtEl>
                                      </p:cBhvr>
                                    </p:animEffect>
                                  </p:childTnLst>
                                </p:cTn>
                              </p:par>
                              <p:par>
                                <p:cTn id="30" presetID="22" presetClass="entr" presetSubtype="8" fill="hold" grpId="0" nodeType="withEffect">
                                  <p:stCondLst>
                                    <p:cond delay="500"/>
                                  </p:stCondLst>
                                  <p:childTnLst>
                                    <p:set>
                                      <p:cBhvr>
                                        <p:cTn id="31" dur="1" fill="hold">
                                          <p:stCondLst>
                                            <p:cond delay="0"/>
                                          </p:stCondLst>
                                        </p:cTn>
                                        <p:tgtEl>
                                          <p:spTgt spid="104"/>
                                        </p:tgtEl>
                                        <p:attrNameLst>
                                          <p:attrName>style.visibility</p:attrName>
                                        </p:attrNameLst>
                                      </p:cBhvr>
                                      <p:to>
                                        <p:strVal val="visible"/>
                                      </p:to>
                                    </p:set>
                                    <p:animEffect transition="in" filter="wipe(left)">
                                      <p:cBhvr>
                                        <p:cTn id="32"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100" grpId="0"/>
      <p:bldP spid="101" grpId="0"/>
      <p:bldP spid="102" grpId="0"/>
      <p:bldP spid="103" grpId="0"/>
      <p:bldP spid="10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1138949" y="1533832"/>
            <a:ext cx="9874434" cy="5085897"/>
            <a:chOff x="1385646" y="1167594"/>
            <a:chExt cx="6291263" cy="3240360"/>
          </a:xfrm>
        </p:grpSpPr>
        <p:sp>
          <p:nvSpPr>
            <p:cNvPr id="4" name="矩形 4"/>
            <p:cNvSpPr/>
            <p:nvPr/>
          </p:nvSpPr>
          <p:spPr bwMode="auto">
            <a:xfrm>
              <a:off x="2917980" y="1167594"/>
              <a:ext cx="1553766" cy="2121694"/>
            </a:xfrm>
            <a:custGeom>
              <a:avLst/>
              <a:gdLst/>
              <a:ahLst/>
              <a:cxnLst/>
              <a:rect l="l" t="t" r="r" b="b"/>
              <a:pathLst>
                <a:path w="2071340" h="2828404">
                  <a:moveTo>
                    <a:pt x="0" y="0"/>
                  </a:moveTo>
                  <a:lnTo>
                    <a:pt x="2071340" y="0"/>
                  </a:lnTo>
                  <a:lnTo>
                    <a:pt x="2071340" y="902778"/>
                  </a:lnTo>
                  <a:cubicBezTo>
                    <a:pt x="1815192" y="931760"/>
                    <a:pt x="1617104" y="1149848"/>
                    <a:pt x="1617104" y="1414202"/>
                  </a:cubicBezTo>
                  <a:cubicBezTo>
                    <a:pt x="1617104" y="1678556"/>
                    <a:pt x="1815192" y="1896645"/>
                    <a:pt x="2071340" y="1925626"/>
                  </a:cubicBezTo>
                  <a:lnTo>
                    <a:pt x="2071340" y="2828404"/>
                  </a:lnTo>
                  <a:lnTo>
                    <a:pt x="0" y="2828404"/>
                  </a:lnTo>
                  <a:lnTo>
                    <a:pt x="0" y="1925626"/>
                  </a:lnTo>
                  <a:cubicBezTo>
                    <a:pt x="256148" y="1896644"/>
                    <a:pt x="454235" y="1678556"/>
                    <a:pt x="454235" y="1414202"/>
                  </a:cubicBezTo>
                  <a:cubicBezTo>
                    <a:pt x="454235" y="1149849"/>
                    <a:pt x="256148" y="931760"/>
                    <a:pt x="0" y="902779"/>
                  </a:cubicBezTo>
                  <a:close/>
                </a:path>
              </a:pathLst>
            </a:custGeom>
            <a:solidFill>
              <a:schemeClr val="bg1">
                <a:lumMod val="95000"/>
              </a:schemeClr>
            </a:solidFill>
            <a:ln w="3175" cap="flat" cmpd="sng" algn="ctr">
              <a:solidFill>
                <a:srgbClr val="EAEAEA"/>
              </a:solidFill>
              <a:prstDash val="solid"/>
            </a:ln>
            <a:effectLst/>
          </p:spPr>
          <p:txBody>
            <a:bodyPr lIns="337500" rIns="337500" anchor="ctr"/>
            <a:lstStyle/>
            <a:p>
              <a:pPr algn="ctr">
                <a:lnSpc>
                  <a:spcPct val="150000"/>
                </a:lnSpc>
                <a:defRPr/>
              </a:pPr>
              <a:endParaRPr lang="zh-CN" altLang="en-US" sz="900" kern="0" dirty="0">
                <a:solidFill>
                  <a:srgbClr val="314865"/>
                </a:solidFill>
                <a:latin typeface="微软雅黑" panose="020B0503020204020204" pitchFamily="34" charset="-122"/>
                <a:ea typeface="造字工房悦黑体验版常规体" pitchFamily="50" charset="-122"/>
              </a:endParaRPr>
            </a:p>
          </p:txBody>
        </p:sp>
        <p:sp>
          <p:nvSpPr>
            <p:cNvPr id="5" name="矩形 6"/>
            <p:cNvSpPr/>
            <p:nvPr/>
          </p:nvSpPr>
          <p:spPr bwMode="auto">
            <a:xfrm>
              <a:off x="6204105" y="1167594"/>
              <a:ext cx="1472804" cy="2121694"/>
            </a:xfrm>
            <a:custGeom>
              <a:avLst/>
              <a:gdLst/>
              <a:ahLst/>
              <a:cxnLst/>
              <a:rect l="l" t="t" r="r" b="b"/>
              <a:pathLst>
                <a:path w="1963712" h="2828404">
                  <a:moveTo>
                    <a:pt x="0" y="0"/>
                  </a:moveTo>
                  <a:lnTo>
                    <a:pt x="1963712" y="0"/>
                  </a:lnTo>
                  <a:lnTo>
                    <a:pt x="1963712" y="2828404"/>
                  </a:lnTo>
                  <a:lnTo>
                    <a:pt x="0" y="2828404"/>
                  </a:lnTo>
                  <a:lnTo>
                    <a:pt x="0" y="1925626"/>
                  </a:lnTo>
                  <a:cubicBezTo>
                    <a:pt x="256149" y="1896645"/>
                    <a:pt x="454236" y="1678556"/>
                    <a:pt x="454236" y="1414202"/>
                  </a:cubicBezTo>
                  <a:cubicBezTo>
                    <a:pt x="454236" y="1149848"/>
                    <a:pt x="256149" y="931760"/>
                    <a:pt x="0" y="902778"/>
                  </a:cubicBezTo>
                  <a:close/>
                </a:path>
              </a:pathLst>
            </a:custGeom>
            <a:solidFill>
              <a:schemeClr val="bg1">
                <a:lumMod val="95000"/>
              </a:schemeClr>
            </a:solidFill>
            <a:ln w="3175" cap="flat" cmpd="sng" algn="ctr">
              <a:solidFill>
                <a:srgbClr val="EAEAEA"/>
              </a:solidFill>
              <a:prstDash val="solid"/>
            </a:ln>
            <a:effectLst/>
          </p:spPr>
          <p:txBody>
            <a:bodyPr lIns="405000" rIns="135000" anchor="ctr"/>
            <a:lstStyle/>
            <a:p>
              <a:pPr algn="r">
                <a:lnSpc>
                  <a:spcPct val="150000"/>
                </a:lnSpc>
                <a:defRPr/>
              </a:pPr>
              <a:endParaRPr lang="zh-CN" altLang="en-US" sz="900" kern="0" dirty="0">
                <a:solidFill>
                  <a:srgbClr val="314865"/>
                </a:solidFill>
                <a:latin typeface="微软雅黑" panose="020B0503020204020204" pitchFamily="34" charset="-122"/>
                <a:ea typeface="造字工房悦黑体验版常规体" pitchFamily="50" charset="-122"/>
              </a:endParaRPr>
            </a:p>
          </p:txBody>
        </p:sp>
        <p:sp>
          <p:nvSpPr>
            <p:cNvPr id="8" name="矩形 5"/>
            <p:cNvSpPr/>
            <p:nvPr/>
          </p:nvSpPr>
          <p:spPr bwMode="auto">
            <a:xfrm>
              <a:off x="4566996" y="1167594"/>
              <a:ext cx="1541859" cy="2121694"/>
            </a:xfrm>
            <a:custGeom>
              <a:avLst/>
              <a:gdLst/>
              <a:ahLst/>
              <a:cxnLst/>
              <a:rect l="l" t="t" r="r" b="b"/>
              <a:pathLst>
                <a:path w="2055564" h="2828404">
                  <a:moveTo>
                    <a:pt x="0" y="0"/>
                  </a:moveTo>
                  <a:lnTo>
                    <a:pt x="2055564" y="0"/>
                  </a:lnTo>
                  <a:lnTo>
                    <a:pt x="2055564" y="902778"/>
                  </a:lnTo>
                  <a:cubicBezTo>
                    <a:pt x="1799416" y="931760"/>
                    <a:pt x="1601328" y="1149848"/>
                    <a:pt x="1601328" y="1414202"/>
                  </a:cubicBezTo>
                  <a:cubicBezTo>
                    <a:pt x="1601328" y="1678556"/>
                    <a:pt x="1799416" y="1896645"/>
                    <a:pt x="2055564" y="1925626"/>
                  </a:cubicBezTo>
                  <a:lnTo>
                    <a:pt x="2055564" y="2828404"/>
                  </a:lnTo>
                  <a:lnTo>
                    <a:pt x="0" y="2828404"/>
                  </a:lnTo>
                  <a:lnTo>
                    <a:pt x="0" y="1925626"/>
                  </a:lnTo>
                  <a:cubicBezTo>
                    <a:pt x="256148" y="1896644"/>
                    <a:pt x="454235" y="1678556"/>
                    <a:pt x="454235" y="1414202"/>
                  </a:cubicBezTo>
                  <a:cubicBezTo>
                    <a:pt x="454235" y="1149849"/>
                    <a:pt x="256148" y="931760"/>
                    <a:pt x="0" y="902779"/>
                  </a:cubicBezTo>
                  <a:close/>
                </a:path>
              </a:pathLst>
            </a:custGeom>
            <a:solidFill>
              <a:schemeClr val="bg1">
                <a:lumMod val="95000"/>
              </a:schemeClr>
            </a:solidFill>
            <a:ln w="3175" cap="flat" cmpd="sng" algn="ctr">
              <a:solidFill>
                <a:srgbClr val="EAEAEA"/>
              </a:solidFill>
              <a:prstDash val="solid"/>
            </a:ln>
            <a:effectLst/>
          </p:spPr>
          <p:txBody>
            <a:bodyPr lIns="337500" rIns="337500" anchor="ctr"/>
            <a:lstStyle/>
            <a:p>
              <a:pPr algn="ctr">
                <a:lnSpc>
                  <a:spcPct val="150000"/>
                </a:lnSpc>
                <a:defRPr/>
              </a:pPr>
              <a:endParaRPr lang="zh-CN" altLang="en-US" sz="900" kern="0" dirty="0">
                <a:solidFill>
                  <a:srgbClr val="314865"/>
                </a:solidFill>
                <a:latin typeface="微软雅黑" panose="020B0503020204020204" pitchFamily="34" charset="-122"/>
                <a:ea typeface="造字工房悦黑体验版常规体" pitchFamily="50" charset="-122"/>
              </a:endParaRPr>
            </a:p>
          </p:txBody>
        </p:sp>
        <p:sp>
          <p:nvSpPr>
            <p:cNvPr id="11" name="矩形 3"/>
            <p:cNvSpPr/>
            <p:nvPr/>
          </p:nvSpPr>
          <p:spPr bwMode="auto">
            <a:xfrm>
              <a:off x="1385646" y="1167594"/>
              <a:ext cx="1437084" cy="2121694"/>
            </a:xfrm>
            <a:custGeom>
              <a:avLst/>
              <a:gdLst/>
              <a:ahLst/>
              <a:cxnLst/>
              <a:rect l="l" t="t" r="r" b="b"/>
              <a:pathLst>
                <a:path w="1915864" h="2828404">
                  <a:moveTo>
                    <a:pt x="0" y="0"/>
                  </a:moveTo>
                  <a:lnTo>
                    <a:pt x="1915864" y="0"/>
                  </a:lnTo>
                  <a:lnTo>
                    <a:pt x="1915864" y="902778"/>
                  </a:lnTo>
                  <a:cubicBezTo>
                    <a:pt x="1659716" y="931760"/>
                    <a:pt x="1461628" y="1149848"/>
                    <a:pt x="1461628" y="1414202"/>
                  </a:cubicBezTo>
                  <a:cubicBezTo>
                    <a:pt x="1461628" y="1678556"/>
                    <a:pt x="1659716" y="1896645"/>
                    <a:pt x="1915864" y="1925626"/>
                  </a:cubicBezTo>
                  <a:lnTo>
                    <a:pt x="1915864" y="2828404"/>
                  </a:lnTo>
                  <a:lnTo>
                    <a:pt x="0" y="2828404"/>
                  </a:lnTo>
                  <a:close/>
                </a:path>
              </a:pathLst>
            </a:custGeom>
            <a:solidFill>
              <a:schemeClr val="bg1">
                <a:lumMod val="95000"/>
              </a:schemeClr>
            </a:solidFill>
            <a:ln w="3175" cap="flat" cmpd="sng" algn="ctr">
              <a:noFill/>
              <a:prstDash val="solid"/>
            </a:ln>
            <a:effectLst/>
          </p:spPr>
          <p:txBody>
            <a:bodyPr lIns="135000" rIns="337500" anchor="ctr"/>
            <a:lstStyle/>
            <a:p>
              <a:pPr>
                <a:lnSpc>
                  <a:spcPct val="150000"/>
                </a:lnSpc>
                <a:defRPr/>
              </a:pPr>
              <a:endParaRPr lang="zh-CN" altLang="en-US" sz="900" kern="0" dirty="0">
                <a:solidFill>
                  <a:srgbClr val="314865"/>
                </a:solidFill>
                <a:latin typeface="微软雅黑" panose="020B0503020204020204" pitchFamily="34" charset="-122"/>
                <a:ea typeface="造字工房悦黑体验版常规体" pitchFamily="50" charset="-122"/>
              </a:endParaRPr>
            </a:p>
          </p:txBody>
        </p:sp>
        <p:sp>
          <p:nvSpPr>
            <p:cNvPr id="12" name="矩形 11"/>
            <p:cNvSpPr/>
            <p:nvPr/>
          </p:nvSpPr>
          <p:spPr>
            <a:xfrm>
              <a:off x="1385646" y="3597864"/>
              <a:ext cx="6291263" cy="810090"/>
            </a:xfrm>
            <a:prstGeom prst="rect">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grpSp>
      <p:sp>
        <p:nvSpPr>
          <p:cNvPr id="24" name="椭圆 23"/>
          <p:cNvSpPr/>
          <p:nvPr/>
        </p:nvSpPr>
        <p:spPr>
          <a:xfrm>
            <a:off x="2979185" y="2693374"/>
            <a:ext cx="980169" cy="980170"/>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5" name="椭圆 24"/>
          <p:cNvSpPr/>
          <p:nvPr/>
        </p:nvSpPr>
        <p:spPr>
          <a:xfrm>
            <a:off x="5595424" y="2693374"/>
            <a:ext cx="980169" cy="980170"/>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6" name="椭圆 25"/>
          <p:cNvSpPr/>
          <p:nvPr/>
        </p:nvSpPr>
        <p:spPr>
          <a:xfrm>
            <a:off x="8211663" y="2693374"/>
            <a:ext cx="980169" cy="980170"/>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grpSp>
        <p:nvGrpSpPr>
          <p:cNvPr id="2" name="组合 1"/>
          <p:cNvGrpSpPr/>
          <p:nvPr/>
        </p:nvGrpSpPr>
        <p:grpSpPr>
          <a:xfrm>
            <a:off x="1250574" y="2292339"/>
            <a:ext cx="1728611" cy="1849903"/>
            <a:chOff x="1250574" y="2331238"/>
            <a:chExt cx="1728611" cy="1849903"/>
          </a:xfrm>
        </p:grpSpPr>
        <p:sp>
          <p:nvSpPr>
            <p:cNvPr id="28" name="TextBox 18"/>
            <p:cNvSpPr txBox="1"/>
            <p:nvPr/>
          </p:nvSpPr>
          <p:spPr>
            <a:xfrm>
              <a:off x="1250574" y="233123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9" name="学论网-www.xuelun.me"/>
            <p:cNvSpPr txBox="1"/>
            <p:nvPr/>
          </p:nvSpPr>
          <p:spPr>
            <a:xfrm>
              <a:off x="1327571" y="2796146"/>
              <a:ext cx="1574617" cy="1384995"/>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30" name="组合 29"/>
          <p:cNvGrpSpPr/>
          <p:nvPr/>
        </p:nvGrpSpPr>
        <p:grpSpPr>
          <a:xfrm>
            <a:off x="3906336" y="2292339"/>
            <a:ext cx="1728611" cy="1849903"/>
            <a:chOff x="1250574" y="2331238"/>
            <a:chExt cx="1728611" cy="1849903"/>
          </a:xfrm>
        </p:grpSpPr>
        <p:sp>
          <p:nvSpPr>
            <p:cNvPr id="31" name="TextBox 18"/>
            <p:cNvSpPr txBox="1"/>
            <p:nvPr/>
          </p:nvSpPr>
          <p:spPr>
            <a:xfrm>
              <a:off x="1250574" y="233123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2" name="学论网-www.xuelun.me"/>
            <p:cNvSpPr txBox="1"/>
            <p:nvPr/>
          </p:nvSpPr>
          <p:spPr>
            <a:xfrm>
              <a:off x="1327571" y="2796146"/>
              <a:ext cx="1574617" cy="1384995"/>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33" name="组合 32"/>
          <p:cNvGrpSpPr/>
          <p:nvPr/>
        </p:nvGrpSpPr>
        <p:grpSpPr>
          <a:xfrm>
            <a:off x="6562098" y="2292339"/>
            <a:ext cx="1728611" cy="1849903"/>
            <a:chOff x="1250574" y="2331238"/>
            <a:chExt cx="1728611" cy="1849903"/>
          </a:xfrm>
        </p:grpSpPr>
        <p:sp>
          <p:nvSpPr>
            <p:cNvPr id="34" name="TextBox 18"/>
            <p:cNvSpPr txBox="1"/>
            <p:nvPr/>
          </p:nvSpPr>
          <p:spPr>
            <a:xfrm>
              <a:off x="1250574" y="233123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5" name="学论网-www.xuelun.me"/>
            <p:cNvSpPr txBox="1"/>
            <p:nvPr/>
          </p:nvSpPr>
          <p:spPr>
            <a:xfrm>
              <a:off x="1327571" y="2796146"/>
              <a:ext cx="1574617" cy="1384995"/>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36" name="组合 35"/>
          <p:cNvGrpSpPr/>
          <p:nvPr/>
        </p:nvGrpSpPr>
        <p:grpSpPr>
          <a:xfrm>
            <a:off x="9217860" y="2292339"/>
            <a:ext cx="1728611" cy="1849903"/>
            <a:chOff x="1250574" y="2331238"/>
            <a:chExt cx="1728611" cy="1849903"/>
          </a:xfrm>
        </p:grpSpPr>
        <p:sp>
          <p:nvSpPr>
            <p:cNvPr id="37" name="TextBox 18"/>
            <p:cNvSpPr txBox="1"/>
            <p:nvPr/>
          </p:nvSpPr>
          <p:spPr>
            <a:xfrm>
              <a:off x="1250574" y="233123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8" name="学论网-www.xuelun.me"/>
            <p:cNvSpPr txBox="1"/>
            <p:nvPr/>
          </p:nvSpPr>
          <p:spPr>
            <a:xfrm>
              <a:off x="1327571" y="2796146"/>
              <a:ext cx="1574617" cy="1384995"/>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sp>
        <p:nvSpPr>
          <p:cNvPr id="3" name="文本框 2"/>
          <p:cNvSpPr txBox="1"/>
          <p:nvPr/>
        </p:nvSpPr>
        <p:spPr>
          <a:xfrm>
            <a:off x="3159126" y="2981335"/>
            <a:ext cx="646331" cy="369332"/>
          </a:xfrm>
          <a:prstGeom prst="rect">
            <a:avLst/>
          </a:prstGeom>
          <a:noFill/>
        </p:spPr>
        <p:txBody>
          <a:bodyPr wrap="none" rtlCol="0">
            <a:spAutoFit/>
          </a:bodyPr>
          <a:lstStyle/>
          <a:p>
            <a:r>
              <a:rPr lang="zh-CN" altLang="en-US" dirty="0" smtClean="0">
                <a:solidFill>
                  <a:schemeClr val="bg1"/>
                </a:solidFill>
                <a:latin typeface="思源黑体 CN Medium" panose="020B0600000000000000" pitchFamily="34" charset="-122"/>
                <a:ea typeface="思源黑体 CN Medium" panose="020B0600000000000000" pitchFamily="34" charset="-122"/>
              </a:rPr>
              <a:t>文本</a:t>
            </a:r>
            <a:endParaRPr lang="zh-CN" altLang="en-US" dirty="0">
              <a:solidFill>
                <a:schemeClr val="bg1"/>
              </a:solidFill>
              <a:latin typeface="思源黑体 CN Medium" panose="020B0600000000000000" pitchFamily="34" charset="-122"/>
              <a:ea typeface="思源黑体 CN Medium" panose="020B0600000000000000" pitchFamily="34" charset="-122"/>
            </a:endParaRPr>
          </a:p>
        </p:txBody>
      </p:sp>
      <p:sp>
        <p:nvSpPr>
          <p:cNvPr id="39" name="文本框 38"/>
          <p:cNvSpPr txBox="1"/>
          <p:nvPr/>
        </p:nvSpPr>
        <p:spPr>
          <a:xfrm>
            <a:off x="5759653" y="2981335"/>
            <a:ext cx="646331" cy="369332"/>
          </a:xfrm>
          <a:prstGeom prst="rect">
            <a:avLst/>
          </a:prstGeom>
          <a:noFill/>
        </p:spPr>
        <p:txBody>
          <a:bodyPr wrap="none" rtlCol="0">
            <a:spAutoFit/>
          </a:bodyPr>
          <a:lstStyle/>
          <a:p>
            <a:r>
              <a:rPr lang="zh-CN" altLang="en-US" dirty="0" smtClean="0">
                <a:solidFill>
                  <a:schemeClr val="bg1"/>
                </a:solidFill>
                <a:latin typeface="思源黑体 CN Medium" panose="020B0600000000000000" pitchFamily="34" charset="-122"/>
                <a:ea typeface="思源黑体 CN Medium" panose="020B0600000000000000" pitchFamily="34" charset="-122"/>
              </a:rPr>
              <a:t>文本</a:t>
            </a:r>
            <a:endParaRPr lang="zh-CN" altLang="en-US" dirty="0">
              <a:solidFill>
                <a:schemeClr val="bg1"/>
              </a:solidFill>
              <a:latin typeface="思源黑体 CN Medium" panose="020B0600000000000000" pitchFamily="34" charset="-122"/>
              <a:ea typeface="思源黑体 CN Medium" panose="020B0600000000000000" pitchFamily="34" charset="-122"/>
            </a:endParaRPr>
          </a:p>
        </p:txBody>
      </p:sp>
      <p:sp>
        <p:nvSpPr>
          <p:cNvPr id="40" name="文本框 39"/>
          <p:cNvSpPr txBox="1"/>
          <p:nvPr/>
        </p:nvSpPr>
        <p:spPr>
          <a:xfrm>
            <a:off x="8360179" y="2981335"/>
            <a:ext cx="646331" cy="369332"/>
          </a:xfrm>
          <a:prstGeom prst="rect">
            <a:avLst/>
          </a:prstGeom>
          <a:noFill/>
        </p:spPr>
        <p:txBody>
          <a:bodyPr wrap="none" rtlCol="0">
            <a:spAutoFit/>
          </a:bodyPr>
          <a:lstStyle/>
          <a:p>
            <a:r>
              <a:rPr lang="zh-CN" altLang="en-US" dirty="0" smtClean="0">
                <a:solidFill>
                  <a:schemeClr val="bg1"/>
                </a:solidFill>
                <a:latin typeface="思源黑体 CN Medium" panose="020B0600000000000000" pitchFamily="34" charset="-122"/>
                <a:ea typeface="思源黑体 CN Medium" panose="020B0600000000000000" pitchFamily="34" charset="-122"/>
              </a:rPr>
              <a:t>文本</a:t>
            </a:r>
            <a:endParaRPr lang="zh-CN" altLang="en-US" dirty="0">
              <a:solidFill>
                <a:schemeClr val="bg1"/>
              </a:solidFill>
              <a:latin typeface="思源黑体 CN Medium" panose="020B0600000000000000" pitchFamily="34" charset="-122"/>
              <a:ea typeface="思源黑体 CN Medium" panose="020B0600000000000000" pitchFamily="34" charset="-122"/>
            </a:endParaRPr>
          </a:p>
        </p:txBody>
      </p:sp>
      <p:grpSp>
        <p:nvGrpSpPr>
          <p:cNvPr id="47" name="组合 46"/>
          <p:cNvGrpSpPr/>
          <p:nvPr/>
        </p:nvGrpSpPr>
        <p:grpSpPr>
          <a:xfrm>
            <a:off x="1327571" y="5505236"/>
            <a:ext cx="4726682" cy="870980"/>
            <a:chOff x="6027771" y="1424449"/>
            <a:chExt cx="4726682" cy="870980"/>
          </a:xfrm>
        </p:grpSpPr>
        <p:sp>
          <p:nvSpPr>
            <p:cNvPr id="48" name="TextBox 18"/>
            <p:cNvSpPr txBox="1"/>
            <p:nvPr/>
          </p:nvSpPr>
          <p:spPr>
            <a:xfrm>
              <a:off x="6027771" y="1424449"/>
              <a:ext cx="1728611" cy="363048"/>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bg1"/>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bg1"/>
                </a:solidFill>
                <a:latin typeface="思源黑体 CN Medium" panose="020B0600000000000000" pitchFamily="34" charset="-122"/>
                <a:ea typeface="思源黑体 CN Medium" panose="020B0600000000000000" pitchFamily="34" charset="-122"/>
              </a:endParaRPr>
            </a:p>
          </p:txBody>
        </p:sp>
        <p:sp>
          <p:nvSpPr>
            <p:cNvPr id="49" name="学论网-www.xuelun.me"/>
            <p:cNvSpPr txBox="1"/>
            <p:nvPr/>
          </p:nvSpPr>
          <p:spPr>
            <a:xfrm>
              <a:off x="6256371" y="1770092"/>
              <a:ext cx="4498082" cy="525337"/>
            </a:xfrm>
            <a:prstGeom prst="rect">
              <a:avLst/>
            </a:prstGeom>
            <a:noFill/>
            <a:ln>
              <a:noFill/>
            </a:ln>
          </p:spPr>
          <p:txBody>
            <a:bodyPr wrap="square" lIns="0" tIns="0" rIns="0" bIns="0" rtlCol="0">
              <a:spAutoFit/>
            </a:bodyPr>
            <a:lstStyle/>
            <a:p>
              <a:pPr>
                <a:lnSpc>
                  <a:spcPct val="150000"/>
                </a:lnSpc>
              </a:pP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文本</a:t>
              </a:r>
              <a:endPar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62" name="组合 61"/>
          <p:cNvGrpSpPr/>
          <p:nvPr/>
        </p:nvGrpSpPr>
        <p:grpSpPr>
          <a:xfrm>
            <a:off x="6262928" y="266844"/>
            <a:ext cx="5929072" cy="330008"/>
            <a:chOff x="5025390" y="266844"/>
            <a:chExt cx="6259830" cy="330008"/>
          </a:xfrm>
        </p:grpSpPr>
        <p:cxnSp>
          <p:nvCxnSpPr>
            <p:cNvPr id="63" name="直接连接符 6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68" name="组合 67"/>
          <p:cNvGrpSpPr/>
          <p:nvPr/>
        </p:nvGrpSpPr>
        <p:grpSpPr>
          <a:xfrm>
            <a:off x="0" y="266844"/>
            <a:ext cx="487680" cy="330008"/>
            <a:chOff x="5025390" y="266844"/>
            <a:chExt cx="6259830" cy="330008"/>
          </a:xfrm>
        </p:grpSpPr>
        <p:cxnSp>
          <p:nvCxnSpPr>
            <p:cNvPr id="69" name="直接连接符 6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74" name="矩形 73"/>
          <p:cNvSpPr/>
          <p:nvPr/>
        </p:nvSpPr>
        <p:spPr>
          <a:xfrm>
            <a:off x="496522"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论文绪论</a:t>
            </a:r>
            <a:endPar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5" name="矩形 74"/>
          <p:cNvSpPr/>
          <p:nvPr/>
        </p:nvSpPr>
        <p:spPr>
          <a:xfrm>
            <a:off x="1465866"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研究背景</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6" name="矩形 75"/>
          <p:cNvSpPr/>
          <p:nvPr/>
        </p:nvSpPr>
        <p:spPr>
          <a:xfrm>
            <a:off x="3404554"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研究结果</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7" name="矩形 76"/>
          <p:cNvSpPr/>
          <p:nvPr/>
        </p:nvSpPr>
        <p:spPr>
          <a:xfrm>
            <a:off x="4373898"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问题讨论</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8" name="矩形 77"/>
          <p:cNvSpPr/>
          <p:nvPr/>
        </p:nvSpPr>
        <p:spPr>
          <a:xfrm>
            <a:off x="2435210"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a:t>
            </a: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方法</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9" name="矩形 78"/>
          <p:cNvSpPr/>
          <p:nvPr/>
        </p:nvSpPr>
        <p:spPr>
          <a:xfrm>
            <a:off x="5343244"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论文总结</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cxnSp>
        <p:nvCxnSpPr>
          <p:cNvPr id="80" name="直接连接符 79"/>
          <p:cNvCxnSpPr/>
          <p:nvPr/>
        </p:nvCxnSpPr>
        <p:spPr>
          <a:xfrm>
            <a:off x="1578433" y="554554"/>
            <a:ext cx="657739" cy="0"/>
          </a:xfrm>
          <a:prstGeom prst="line">
            <a:avLst/>
          </a:prstGeom>
          <a:ln w="6350">
            <a:solidFill>
              <a:srgbClr val="AC4243"/>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ppt_x"/>
                                          </p:val>
                                        </p:tav>
                                        <p:tav tm="100000">
                                          <p:val>
                                            <p:strVal val="#ppt_x"/>
                                          </p:val>
                                        </p:tav>
                                      </p:tavLst>
                                    </p:anim>
                                    <p:anim calcmode="lin" valueType="num">
                                      <p:cBhvr additive="base">
                                        <p:cTn id="16" dur="500" fill="hold"/>
                                        <p:tgtEl>
                                          <p:spTgt spid="2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500" fill="hold"/>
                                        <p:tgtEl>
                                          <p:spTgt spid="30"/>
                                        </p:tgtEl>
                                        <p:attrNameLst>
                                          <p:attrName>ppt_x</p:attrName>
                                        </p:attrNameLst>
                                      </p:cBhvr>
                                      <p:tavLst>
                                        <p:tav tm="0">
                                          <p:val>
                                            <p:strVal val="#ppt_x"/>
                                          </p:val>
                                        </p:tav>
                                        <p:tav tm="100000">
                                          <p:val>
                                            <p:strVal val="#ppt_x"/>
                                          </p:val>
                                        </p:tav>
                                      </p:tavLst>
                                    </p:anim>
                                    <p:anim calcmode="lin" valueType="num">
                                      <p:cBhvr additive="base">
                                        <p:cTn id="24" dur="500" fill="hold"/>
                                        <p:tgtEl>
                                          <p:spTgt spid="30"/>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3"/>
                                        </p:tgtEl>
                                        <p:attrNameLst>
                                          <p:attrName>style.visibility</p:attrName>
                                        </p:attrNameLst>
                                      </p:cBhvr>
                                      <p:to>
                                        <p:strVal val="visible"/>
                                      </p:to>
                                    </p:set>
                                    <p:anim calcmode="lin" valueType="num">
                                      <p:cBhvr additive="base">
                                        <p:cTn id="27" dur="500" fill="hold"/>
                                        <p:tgtEl>
                                          <p:spTgt spid="33"/>
                                        </p:tgtEl>
                                        <p:attrNameLst>
                                          <p:attrName>ppt_x</p:attrName>
                                        </p:attrNameLst>
                                      </p:cBhvr>
                                      <p:tavLst>
                                        <p:tav tm="0">
                                          <p:val>
                                            <p:strVal val="#ppt_x"/>
                                          </p:val>
                                        </p:tav>
                                        <p:tav tm="100000">
                                          <p:val>
                                            <p:strVal val="#ppt_x"/>
                                          </p:val>
                                        </p:tav>
                                      </p:tavLst>
                                    </p:anim>
                                    <p:anim calcmode="lin" valueType="num">
                                      <p:cBhvr additive="base">
                                        <p:cTn id="28" dur="500" fill="hold"/>
                                        <p:tgtEl>
                                          <p:spTgt spid="33"/>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6"/>
                                        </p:tgtEl>
                                        <p:attrNameLst>
                                          <p:attrName>style.visibility</p:attrName>
                                        </p:attrNameLst>
                                      </p:cBhvr>
                                      <p:to>
                                        <p:strVal val="visible"/>
                                      </p:to>
                                    </p:set>
                                    <p:anim calcmode="lin" valueType="num">
                                      <p:cBhvr additive="base">
                                        <p:cTn id="31" dur="500" fill="hold"/>
                                        <p:tgtEl>
                                          <p:spTgt spid="36"/>
                                        </p:tgtEl>
                                        <p:attrNameLst>
                                          <p:attrName>ppt_x</p:attrName>
                                        </p:attrNameLst>
                                      </p:cBhvr>
                                      <p:tavLst>
                                        <p:tav tm="0">
                                          <p:val>
                                            <p:strVal val="#ppt_x"/>
                                          </p:val>
                                        </p:tav>
                                        <p:tav tm="100000">
                                          <p:val>
                                            <p:strVal val="#ppt_x"/>
                                          </p:val>
                                        </p:tav>
                                      </p:tavLst>
                                    </p:anim>
                                    <p:anim calcmode="lin" valueType="num">
                                      <p:cBhvr additive="base">
                                        <p:cTn id="32" dur="500" fill="hold"/>
                                        <p:tgtEl>
                                          <p:spTgt spid="3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ppt_x"/>
                                          </p:val>
                                        </p:tav>
                                        <p:tav tm="100000">
                                          <p:val>
                                            <p:strVal val="#ppt_x"/>
                                          </p:val>
                                        </p:tav>
                                      </p:tavLst>
                                    </p:anim>
                                    <p:anim calcmode="lin" valueType="num">
                                      <p:cBhvr additive="base">
                                        <p:cTn id="36" dur="500" fill="hold"/>
                                        <p:tgtEl>
                                          <p:spTgt spid="3"/>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 calcmode="lin" valueType="num">
                                      <p:cBhvr additive="base">
                                        <p:cTn id="39" dur="500" fill="hold"/>
                                        <p:tgtEl>
                                          <p:spTgt spid="39"/>
                                        </p:tgtEl>
                                        <p:attrNameLst>
                                          <p:attrName>ppt_x</p:attrName>
                                        </p:attrNameLst>
                                      </p:cBhvr>
                                      <p:tavLst>
                                        <p:tav tm="0">
                                          <p:val>
                                            <p:strVal val="#ppt_x"/>
                                          </p:val>
                                        </p:tav>
                                        <p:tav tm="100000">
                                          <p:val>
                                            <p:strVal val="#ppt_x"/>
                                          </p:val>
                                        </p:tav>
                                      </p:tavLst>
                                    </p:anim>
                                    <p:anim calcmode="lin" valueType="num">
                                      <p:cBhvr additive="base">
                                        <p:cTn id="40" dur="500" fill="hold"/>
                                        <p:tgtEl>
                                          <p:spTgt spid="39"/>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anim calcmode="lin" valueType="num">
                                      <p:cBhvr additive="base">
                                        <p:cTn id="43" dur="500" fill="hold"/>
                                        <p:tgtEl>
                                          <p:spTgt spid="40"/>
                                        </p:tgtEl>
                                        <p:attrNameLst>
                                          <p:attrName>ppt_x</p:attrName>
                                        </p:attrNameLst>
                                      </p:cBhvr>
                                      <p:tavLst>
                                        <p:tav tm="0">
                                          <p:val>
                                            <p:strVal val="#ppt_x"/>
                                          </p:val>
                                        </p:tav>
                                        <p:tav tm="100000">
                                          <p:val>
                                            <p:strVal val="#ppt_x"/>
                                          </p:val>
                                        </p:tav>
                                      </p:tavLst>
                                    </p:anim>
                                    <p:anim calcmode="lin" valueType="num">
                                      <p:cBhvr additive="base">
                                        <p:cTn id="44" dur="500" fill="hold"/>
                                        <p:tgtEl>
                                          <p:spTgt spid="40"/>
                                        </p:tgtEl>
                                        <p:attrNameLst>
                                          <p:attrName>ppt_y</p:attrName>
                                        </p:attrNameLst>
                                      </p:cBhvr>
                                      <p:tavLst>
                                        <p:tav tm="0">
                                          <p:val>
                                            <p:strVal val="1+#ppt_h/2"/>
                                          </p:val>
                                        </p:tav>
                                        <p:tav tm="100000">
                                          <p:val>
                                            <p:strVal val="#ppt_y"/>
                                          </p:val>
                                        </p:tav>
                                      </p:tavLst>
                                    </p:anim>
                                  </p:childTnLst>
                                </p:cTn>
                              </p:par>
                              <p:par>
                                <p:cTn id="45" presetID="22" presetClass="entr" presetSubtype="8" fill="hold" grpId="0" nodeType="withEffect">
                                  <p:stCondLst>
                                    <p:cond delay="250"/>
                                  </p:stCondLst>
                                  <p:childTnLst>
                                    <p:set>
                                      <p:cBhvr>
                                        <p:cTn id="46" dur="1" fill="hold">
                                          <p:stCondLst>
                                            <p:cond delay="0"/>
                                          </p:stCondLst>
                                        </p:cTn>
                                        <p:tgtEl>
                                          <p:spTgt spid="74"/>
                                        </p:tgtEl>
                                        <p:attrNameLst>
                                          <p:attrName>style.visibility</p:attrName>
                                        </p:attrNameLst>
                                      </p:cBhvr>
                                      <p:to>
                                        <p:strVal val="visible"/>
                                      </p:to>
                                    </p:set>
                                    <p:animEffect transition="in" filter="wipe(left)">
                                      <p:cBhvr>
                                        <p:cTn id="47" dur="500"/>
                                        <p:tgtEl>
                                          <p:spTgt spid="74"/>
                                        </p:tgtEl>
                                      </p:cBhvr>
                                    </p:animEffect>
                                  </p:childTnLst>
                                </p:cTn>
                              </p:par>
                              <p:par>
                                <p:cTn id="48" presetID="22" presetClass="entr" presetSubtype="8" fill="hold" grpId="0" nodeType="withEffect">
                                  <p:stCondLst>
                                    <p:cond delay="500"/>
                                  </p:stCondLst>
                                  <p:childTnLst>
                                    <p:set>
                                      <p:cBhvr>
                                        <p:cTn id="49" dur="1" fill="hold">
                                          <p:stCondLst>
                                            <p:cond delay="0"/>
                                          </p:stCondLst>
                                        </p:cTn>
                                        <p:tgtEl>
                                          <p:spTgt spid="75"/>
                                        </p:tgtEl>
                                        <p:attrNameLst>
                                          <p:attrName>style.visibility</p:attrName>
                                        </p:attrNameLst>
                                      </p:cBhvr>
                                      <p:to>
                                        <p:strVal val="visible"/>
                                      </p:to>
                                    </p:set>
                                    <p:animEffect transition="in" filter="wipe(left)">
                                      <p:cBhvr>
                                        <p:cTn id="50" dur="500"/>
                                        <p:tgtEl>
                                          <p:spTgt spid="75"/>
                                        </p:tgtEl>
                                      </p:cBhvr>
                                    </p:animEffect>
                                  </p:childTnLst>
                                </p:cTn>
                              </p:par>
                              <p:par>
                                <p:cTn id="51" presetID="22" presetClass="entr" presetSubtype="8" fill="hold" grpId="0" nodeType="withEffect">
                                  <p:stCondLst>
                                    <p:cond delay="1000"/>
                                  </p:stCondLst>
                                  <p:childTnLst>
                                    <p:set>
                                      <p:cBhvr>
                                        <p:cTn id="52" dur="1" fill="hold">
                                          <p:stCondLst>
                                            <p:cond delay="0"/>
                                          </p:stCondLst>
                                        </p:cTn>
                                        <p:tgtEl>
                                          <p:spTgt spid="76"/>
                                        </p:tgtEl>
                                        <p:attrNameLst>
                                          <p:attrName>style.visibility</p:attrName>
                                        </p:attrNameLst>
                                      </p:cBhvr>
                                      <p:to>
                                        <p:strVal val="visible"/>
                                      </p:to>
                                    </p:set>
                                    <p:animEffect transition="in" filter="wipe(left)">
                                      <p:cBhvr>
                                        <p:cTn id="53" dur="500"/>
                                        <p:tgtEl>
                                          <p:spTgt spid="76"/>
                                        </p:tgtEl>
                                      </p:cBhvr>
                                    </p:animEffect>
                                  </p:childTnLst>
                                </p:cTn>
                              </p:par>
                              <p:par>
                                <p:cTn id="54" presetID="22" presetClass="entr" presetSubtype="8" fill="hold" grpId="0" nodeType="withEffect">
                                  <p:stCondLst>
                                    <p:cond delay="1250"/>
                                  </p:stCondLst>
                                  <p:childTnLst>
                                    <p:set>
                                      <p:cBhvr>
                                        <p:cTn id="55" dur="1" fill="hold">
                                          <p:stCondLst>
                                            <p:cond delay="0"/>
                                          </p:stCondLst>
                                        </p:cTn>
                                        <p:tgtEl>
                                          <p:spTgt spid="77"/>
                                        </p:tgtEl>
                                        <p:attrNameLst>
                                          <p:attrName>style.visibility</p:attrName>
                                        </p:attrNameLst>
                                      </p:cBhvr>
                                      <p:to>
                                        <p:strVal val="visible"/>
                                      </p:to>
                                    </p:set>
                                    <p:animEffect transition="in" filter="wipe(left)">
                                      <p:cBhvr>
                                        <p:cTn id="56" dur="500"/>
                                        <p:tgtEl>
                                          <p:spTgt spid="77"/>
                                        </p:tgtEl>
                                      </p:cBhvr>
                                    </p:animEffect>
                                  </p:childTnLst>
                                </p:cTn>
                              </p:par>
                              <p:par>
                                <p:cTn id="57" presetID="22" presetClass="entr" presetSubtype="8" fill="hold" grpId="0" nodeType="withEffect">
                                  <p:stCondLst>
                                    <p:cond delay="500"/>
                                  </p:stCondLst>
                                  <p:childTnLst>
                                    <p:set>
                                      <p:cBhvr>
                                        <p:cTn id="58" dur="1" fill="hold">
                                          <p:stCondLst>
                                            <p:cond delay="0"/>
                                          </p:stCondLst>
                                        </p:cTn>
                                        <p:tgtEl>
                                          <p:spTgt spid="78"/>
                                        </p:tgtEl>
                                        <p:attrNameLst>
                                          <p:attrName>style.visibility</p:attrName>
                                        </p:attrNameLst>
                                      </p:cBhvr>
                                      <p:to>
                                        <p:strVal val="visible"/>
                                      </p:to>
                                    </p:set>
                                    <p:animEffect transition="in" filter="wipe(left)">
                                      <p:cBhvr>
                                        <p:cTn id="59" dur="500"/>
                                        <p:tgtEl>
                                          <p:spTgt spid="78"/>
                                        </p:tgtEl>
                                      </p:cBhvr>
                                    </p:animEffect>
                                  </p:childTnLst>
                                </p:cTn>
                              </p:par>
                              <p:par>
                                <p:cTn id="60" presetID="22" presetClass="entr" presetSubtype="8" fill="hold" grpId="0" nodeType="withEffect">
                                  <p:stCondLst>
                                    <p:cond delay="500"/>
                                  </p:stCondLst>
                                  <p:childTnLst>
                                    <p:set>
                                      <p:cBhvr>
                                        <p:cTn id="61" dur="1" fill="hold">
                                          <p:stCondLst>
                                            <p:cond delay="0"/>
                                          </p:stCondLst>
                                        </p:cTn>
                                        <p:tgtEl>
                                          <p:spTgt spid="79"/>
                                        </p:tgtEl>
                                        <p:attrNameLst>
                                          <p:attrName>style.visibility</p:attrName>
                                        </p:attrNameLst>
                                      </p:cBhvr>
                                      <p:to>
                                        <p:strVal val="visible"/>
                                      </p:to>
                                    </p:set>
                                    <p:animEffect transition="in" filter="wipe(left)">
                                      <p:cBhvr>
                                        <p:cTn id="62"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3" grpId="0"/>
      <p:bldP spid="39" grpId="0"/>
      <p:bldP spid="40" grpId="0"/>
      <p:bldP spid="74" grpId="0"/>
      <p:bldP spid="75" grpId="0"/>
      <p:bldP spid="76" grpId="0"/>
      <p:bldP spid="77" grpId="0"/>
      <p:bldP spid="78" grpId="0"/>
      <p:bldP spid="7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深色1"/>
          <p:cNvSpPr/>
          <p:nvPr/>
        </p:nvSpPr>
        <p:spPr>
          <a:xfrm>
            <a:off x="840191" y="2170471"/>
            <a:ext cx="5194002" cy="446159"/>
          </a:xfrm>
          <a:prstGeom prst="flowChartProcess">
            <a:avLst/>
          </a:prstGeom>
          <a:solidFill>
            <a:srgbClr val="AC4243"/>
          </a:solidFill>
          <a:ln w="3175" cap="flat" cmpd="sng" algn="ctr">
            <a:noFill/>
            <a:prstDash val="solid"/>
          </a:ln>
          <a:effectLst/>
        </p:spPr>
        <p:txBody>
          <a:bodyPr anchor="ctr"/>
          <a:lstStyle/>
          <a:p>
            <a:pPr algn="ctr">
              <a:lnSpc>
                <a:spcPct val="120000"/>
              </a:lnSpc>
              <a:defRPr/>
            </a:pPr>
            <a:r>
              <a:rPr lang="zh-CN" altLang="en-US" sz="1050" b="1" kern="0" dirty="0">
                <a:solidFill>
                  <a:srgbClr val="FFFFFF"/>
                </a:solidFill>
                <a:latin typeface="微软雅黑" panose="020B0503020204020204" pitchFamily="34" charset="-122"/>
                <a:ea typeface="微软雅黑" panose="020B0503020204020204" pitchFamily="34" charset="-122"/>
              </a:rPr>
              <a:t>单击此处添加标题</a:t>
            </a:r>
            <a:endParaRPr lang="zh-CN" altLang="en-US" sz="1050" b="1" kern="0" dirty="0">
              <a:solidFill>
                <a:srgbClr val="FFFFFF"/>
              </a:solidFill>
              <a:latin typeface="微软雅黑" panose="020B0503020204020204" pitchFamily="34" charset="-122"/>
              <a:ea typeface="微软雅黑" panose="020B0503020204020204" pitchFamily="34" charset="-122"/>
            </a:endParaRPr>
          </a:p>
        </p:txBody>
      </p:sp>
      <p:sp>
        <p:nvSpPr>
          <p:cNvPr id="3" name="深色2"/>
          <p:cNvSpPr/>
          <p:nvPr/>
        </p:nvSpPr>
        <p:spPr>
          <a:xfrm>
            <a:off x="6302675" y="2170471"/>
            <a:ext cx="5194000" cy="446159"/>
          </a:xfrm>
          <a:prstGeom prst="flowChartProcess">
            <a:avLst/>
          </a:prstGeom>
          <a:solidFill>
            <a:srgbClr val="AC4243"/>
          </a:solidFill>
          <a:ln w="3175" cap="flat" cmpd="sng" algn="ctr">
            <a:noFill/>
            <a:prstDash val="solid"/>
          </a:ln>
          <a:effectLst/>
        </p:spPr>
        <p:txBody>
          <a:bodyPr anchor="ctr"/>
          <a:lstStyle/>
          <a:p>
            <a:pPr algn="ctr">
              <a:lnSpc>
                <a:spcPct val="120000"/>
              </a:lnSpc>
            </a:pPr>
            <a:r>
              <a:rPr lang="zh-CN" altLang="en-US" sz="1050" b="1" kern="0" dirty="0">
                <a:solidFill>
                  <a:srgbClr val="FFFFFF"/>
                </a:solidFill>
                <a:latin typeface="微软雅黑" panose="020B0503020204020204" pitchFamily="34" charset="-122"/>
                <a:ea typeface="微软雅黑" panose="020B0503020204020204" pitchFamily="34" charset="-122"/>
              </a:rPr>
              <a:t>单击此处添加标题</a:t>
            </a:r>
            <a:endParaRPr lang="zh-CN" altLang="en-US" sz="1050" b="1" kern="0" dirty="0">
              <a:solidFill>
                <a:srgbClr val="FFFFFF"/>
              </a:solidFill>
              <a:latin typeface="微软雅黑" panose="020B0503020204020204" pitchFamily="34" charset="-122"/>
              <a:ea typeface="微软雅黑" panose="020B0503020204020204" pitchFamily="34" charset="-122"/>
            </a:endParaRPr>
          </a:p>
        </p:txBody>
      </p:sp>
      <p:sp>
        <p:nvSpPr>
          <p:cNvPr id="4" name="深色3"/>
          <p:cNvSpPr/>
          <p:nvPr/>
        </p:nvSpPr>
        <p:spPr>
          <a:xfrm>
            <a:off x="840191" y="4946131"/>
            <a:ext cx="5194002" cy="448133"/>
          </a:xfrm>
          <a:prstGeom prst="flowChartProcess">
            <a:avLst/>
          </a:prstGeom>
          <a:solidFill>
            <a:srgbClr val="AC4243"/>
          </a:solidFill>
          <a:ln w="3175" cap="flat" cmpd="sng" algn="ctr">
            <a:noFill/>
            <a:prstDash val="solid"/>
          </a:ln>
          <a:effectLst/>
        </p:spPr>
        <p:txBody>
          <a:bodyPr anchor="ctr"/>
          <a:lstStyle/>
          <a:p>
            <a:pPr algn="ctr">
              <a:lnSpc>
                <a:spcPct val="120000"/>
              </a:lnSpc>
            </a:pPr>
            <a:r>
              <a:rPr lang="zh-CN" altLang="en-US" sz="1050" b="1" kern="0" dirty="0">
                <a:solidFill>
                  <a:srgbClr val="FFFFFF"/>
                </a:solidFill>
                <a:latin typeface="微软雅黑" panose="020B0503020204020204" pitchFamily="34" charset="-122"/>
                <a:ea typeface="微软雅黑" panose="020B0503020204020204" pitchFamily="34" charset="-122"/>
              </a:rPr>
              <a:t>单击此处添加标题</a:t>
            </a:r>
            <a:endParaRPr lang="zh-CN" altLang="en-US" sz="1050" b="1" kern="0" dirty="0">
              <a:solidFill>
                <a:srgbClr val="FFFFFF"/>
              </a:solidFill>
              <a:latin typeface="微软雅黑" panose="020B0503020204020204" pitchFamily="34" charset="-122"/>
              <a:ea typeface="微软雅黑" panose="020B0503020204020204" pitchFamily="34" charset="-122"/>
            </a:endParaRPr>
          </a:p>
        </p:txBody>
      </p:sp>
      <p:sp>
        <p:nvSpPr>
          <p:cNvPr id="5" name="深色4"/>
          <p:cNvSpPr/>
          <p:nvPr/>
        </p:nvSpPr>
        <p:spPr>
          <a:xfrm>
            <a:off x="6302675" y="4946131"/>
            <a:ext cx="5194000" cy="448133"/>
          </a:xfrm>
          <a:prstGeom prst="flowChartProcess">
            <a:avLst/>
          </a:prstGeom>
          <a:solidFill>
            <a:srgbClr val="AC4243"/>
          </a:solidFill>
          <a:ln w="3175" cap="flat" cmpd="sng" algn="ctr">
            <a:noFill/>
            <a:prstDash val="solid"/>
          </a:ln>
          <a:effectLst/>
        </p:spPr>
        <p:txBody>
          <a:bodyPr anchor="ctr"/>
          <a:lstStyle/>
          <a:p>
            <a:pPr algn="ctr">
              <a:lnSpc>
                <a:spcPct val="120000"/>
              </a:lnSpc>
            </a:pPr>
            <a:r>
              <a:rPr lang="zh-CN" altLang="en-US" sz="1050" b="1" kern="0" dirty="0">
                <a:solidFill>
                  <a:srgbClr val="FFFFFF"/>
                </a:solidFill>
                <a:latin typeface="微软雅黑" panose="020B0503020204020204" pitchFamily="34" charset="-122"/>
                <a:ea typeface="微软雅黑" panose="020B0503020204020204" pitchFamily="34" charset="-122"/>
              </a:rPr>
              <a:t>单击此处添加标题</a:t>
            </a:r>
            <a:endParaRPr lang="zh-CN" altLang="en-US" sz="1050" b="1" kern="0" dirty="0">
              <a:solidFill>
                <a:srgbClr val="FFFFFF"/>
              </a:solidFill>
              <a:latin typeface="微软雅黑" panose="020B0503020204020204" pitchFamily="34" charset="-122"/>
              <a:ea typeface="微软雅黑" panose="020B0503020204020204" pitchFamily="34" charset="-122"/>
            </a:endParaRPr>
          </a:p>
        </p:txBody>
      </p:sp>
      <p:sp>
        <p:nvSpPr>
          <p:cNvPr id="11" name="椭圆 10"/>
          <p:cNvSpPr/>
          <p:nvPr/>
        </p:nvSpPr>
        <p:spPr>
          <a:xfrm>
            <a:off x="4871414" y="3296933"/>
            <a:ext cx="2507177" cy="2507177"/>
          </a:xfrm>
          <a:prstGeom prst="ellipse">
            <a:avLst/>
          </a:prstGeom>
          <a:solidFill>
            <a:schemeClr val="bg1"/>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19" name="学论网-www.xuelun.me"/>
          <p:cNvSpPr txBox="1"/>
          <p:nvPr/>
        </p:nvSpPr>
        <p:spPr>
          <a:xfrm>
            <a:off x="1011641" y="3044051"/>
            <a:ext cx="4498082"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文本</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sp>
        <p:nvSpPr>
          <p:cNvPr id="20" name="学论网-www.xuelun.me"/>
          <p:cNvSpPr txBox="1"/>
          <p:nvPr/>
        </p:nvSpPr>
        <p:spPr>
          <a:xfrm>
            <a:off x="6650634" y="2950383"/>
            <a:ext cx="4498082"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文本</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sp>
        <p:nvSpPr>
          <p:cNvPr id="21" name="学论网-www.xuelun.me"/>
          <p:cNvSpPr txBox="1"/>
          <p:nvPr/>
        </p:nvSpPr>
        <p:spPr>
          <a:xfrm>
            <a:off x="1011641" y="5813250"/>
            <a:ext cx="4498082"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文本</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sp>
        <p:nvSpPr>
          <p:cNvPr id="22" name="学论网-www.xuelun.me"/>
          <p:cNvSpPr txBox="1"/>
          <p:nvPr/>
        </p:nvSpPr>
        <p:spPr>
          <a:xfrm>
            <a:off x="6650634" y="5719582"/>
            <a:ext cx="4498082"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文本</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sp>
        <p:nvSpPr>
          <p:cNvPr id="23" name="文本框 22"/>
          <p:cNvSpPr txBox="1"/>
          <p:nvPr/>
        </p:nvSpPr>
        <p:spPr>
          <a:xfrm>
            <a:off x="5509723" y="4184273"/>
            <a:ext cx="1313180" cy="769441"/>
          </a:xfrm>
          <a:prstGeom prst="rect">
            <a:avLst/>
          </a:prstGeom>
          <a:noFill/>
        </p:spPr>
        <p:txBody>
          <a:bodyPr wrap="none" rtlCol="0">
            <a:spAutoFit/>
          </a:bodyPr>
          <a:lstStyle/>
          <a:p>
            <a:r>
              <a:rPr lang="zh-CN" altLang="en-US" sz="4400" dirty="0">
                <a:solidFill>
                  <a:schemeClr val="tx1">
                    <a:lumMod val="65000"/>
                    <a:lumOff val="35000"/>
                  </a:schemeClr>
                </a:solidFill>
                <a:latin typeface="思源黑体 CN Medium" panose="020B0600000000000000" pitchFamily="34" charset="-122"/>
                <a:ea typeface="思源黑体 CN Medium" panose="020B0600000000000000" pitchFamily="34" charset="-122"/>
              </a:rPr>
              <a:t>标题</a:t>
            </a:r>
            <a:endParaRPr lang="zh-CN" altLang="en-US" sz="4400"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grpSp>
        <p:nvGrpSpPr>
          <p:cNvPr id="35" name="组合 34"/>
          <p:cNvGrpSpPr/>
          <p:nvPr/>
        </p:nvGrpSpPr>
        <p:grpSpPr>
          <a:xfrm>
            <a:off x="6262928" y="266844"/>
            <a:ext cx="5929072" cy="330008"/>
            <a:chOff x="5025390" y="266844"/>
            <a:chExt cx="6259830" cy="330008"/>
          </a:xfrm>
        </p:grpSpPr>
        <p:cxnSp>
          <p:nvCxnSpPr>
            <p:cNvPr id="36" name="直接连接符 35"/>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41" name="组合 40"/>
          <p:cNvGrpSpPr/>
          <p:nvPr/>
        </p:nvGrpSpPr>
        <p:grpSpPr>
          <a:xfrm>
            <a:off x="0" y="266844"/>
            <a:ext cx="487680" cy="330008"/>
            <a:chOff x="5025390" y="266844"/>
            <a:chExt cx="6259830" cy="330008"/>
          </a:xfrm>
        </p:grpSpPr>
        <p:cxnSp>
          <p:nvCxnSpPr>
            <p:cNvPr id="42" name="直接连接符 41"/>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7" name="矩形 46"/>
          <p:cNvSpPr/>
          <p:nvPr/>
        </p:nvSpPr>
        <p:spPr>
          <a:xfrm>
            <a:off x="496522"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论文绪论</a:t>
            </a:r>
            <a:endPar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48" name="矩形 47"/>
          <p:cNvSpPr/>
          <p:nvPr/>
        </p:nvSpPr>
        <p:spPr>
          <a:xfrm>
            <a:off x="1465866"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研究背景</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49" name="矩形 48"/>
          <p:cNvSpPr/>
          <p:nvPr/>
        </p:nvSpPr>
        <p:spPr>
          <a:xfrm>
            <a:off x="3404554"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研究结果</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50" name="矩形 49"/>
          <p:cNvSpPr/>
          <p:nvPr/>
        </p:nvSpPr>
        <p:spPr>
          <a:xfrm>
            <a:off x="4373898"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问题讨论</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51" name="矩形 50"/>
          <p:cNvSpPr/>
          <p:nvPr/>
        </p:nvSpPr>
        <p:spPr>
          <a:xfrm>
            <a:off x="2435210"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a:t>
            </a: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方法</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52" name="矩形 51"/>
          <p:cNvSpPr/>
          <p:nvPr/>
        </p:nvSpPr>
        <p:spPr>
          <a:xfrm>
            <a:off x="5343244"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论文总结</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cxnSp>
        <p:nvCxnSpPr>
          <p:cNvPr id="53" name="直接连接符 52"/>
          <p:cNvCxnSpPr/>
          <p:nvPr/>
        </p:nvCxnSpPr>
        <p:spPr>
          <a:xfrm>
            <a:off x="1578433" y="554554"/>
            <a:ext cx="657739" cy="0"/>
          </a:xfrm>
          <a:prstGeom prst="line">
            <a:avLst/>
          </a:prstGeom>
          <a:ln w="6350">
            <a:solidFill>
              <a:srgbClr val="AC4243"/>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ppt_x"/>
                                          </p:val>
                                        </p:tav>
                                        <p:tav tm="100000">
                                          <p:val>
                                            <p:strVal val="#ppt_x"/>
                                          </p:val>
                                        </p:tav>
                                      </p:tavLst>
                                    </p:anim>
                                    <p:anim calcmode="lin" valueType="num">
                                      <p:cBhvr additive="base">
                                        <p:cTn id="32" dur="500" fill="hold"/>
                                        <p:tgtEl>
                                          <p:spTgt spid="20"/>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cBhvr additive="base">
                                        <p:cTn id="35" dur="500" fill="hold"/>
                                        <p:tgtEl>
                                          <p:spTgt spid="21"/>
                                        </p:tgtEl>
                                        <p:attrNameLst>
                                          <p:attrName>ppt_x</p:attrName>
                                        </p:attrNameLst>
                                      </p:cBhvr>
                                      <p:tavLst>
                                        <p:tav tm="0">
                                          <p:val>
                                            <p:strVal val="#ppt_x"/>
                                          </p:val>
                                        </p:tav>
                                        <p:tav tm="100000">
                                          <p:val>
                                            <p:strVal val="#ppt_x"/>
                                          </p:val>
                                        </p:tav>
                                      </p:tavLst>
                                    </p:anim>
                                    <p:anim calcmode="lin" valueType="num">
                                      <p:cBhvr additive="base">
                                        <p:cTn id="36" dur="500" fill="hold"/>
                                        <p:tgtEl>
                                          <p:spTgt spid="2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additive="base">
                                        <p:cTn id="39" dur="500" fill="hold"/>
                                        <p:tgtEl>
                                          <p:spTgt spid="22"/>
                                        </p:tgtEl>
                                        <p:attrNameLst>
                                          <p:attrName>ppt_x</p:attrName>
                                        </p:attrNameLst>
                                      </p:cBhvr>
                                      <p:tavLst>
                                        <p:tav tm="0">
                                          <p:val>
                                            <p:strVal val="#ppt_x"/>
                                          </p:val>
                                        </p:tav>
                                        <p:tav tm="100000">
                                          <p:val>
                                            <p:strVal val="#ppt_x"/>
                                          </p:val>
                                        </p:tav>
                                      </p:tavLst>
                                    </p:anim>
                                    <p:anim calcmode="lin" valueType="num">
                                      <p:cBhvr additive="base">
                                        <p:cTn id="40" dur="500" fill="hold"/>
                                        <p:tgtEl>
                                          <p:spTgt spid="22"/>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ppt_x"/>
                                          </p:val>
                                        </p:tav>
                                        <p:tav tm="100000">
                                          <p:val>
                                            <p:strVal val="#ppt_x"/>
                                          </p:val>
                                        </p:tav>
                                      </p:tavLst>
                                    </p:anim>
                                    <p:anim calcmode="lin" valueType="num">
                                      <p:cBhvr additive="base">
                                        <p:cTn id="44" dur="500" fill="hold"/>
                                        <p:tgtEl>
                                          <p:spTgt spid="23"/>
                                        </p:tgtEl>
                                        <p:attrNameLst>
                                          <p:attrName>ppt_y</p:attrName>
                                        </p:attrNameLst>
                                      </p:cBhvr>
                                      <p:tavLst>
                                        <p:tav tm="0">
                                          <p:val>
                                            <p:strVal val="1+#ppt_h/2"/>
                                          </p:val>
                                        </p:tav>
                                        <p:tav tm="100000">
                                          <p:val>
                                            <p:strVal val="#ppt_y"/>
                                          </p:val>
                                        </p:tav>
                                      </p:tavLst>
                                    </p:anim>
                                  </p:childTnLst>
                                </p:cTn>
                              </p:par>
                              <p:par>
                                <p:cTn id="45" presetID="22" presetClass="entr" presetSubtype="8" fill="hold" grpId="0" nodeType="withEffect">
                                  <p:stCondLst>
                                    <p:cond delay="250"/>
                                  </p:stCondLst>
                                  <p:childTnLst>
                                    <p:set>
                                      <p:cBhvr>
                                        <p:cTn id="46" dur="1" fill="hold">
                                          <p:stCondLst>
                                            <p:cond delay="0"/>
                                          </p:stCondLst>
                                        </p:cTn>
                                        <p:tgtEl>
                                          <p:spTgt spid="47"/>
                                        </p:tgtEl>
                                        <p:attrNameLst>
                                          <p:attrName>style.visibility</p:attrName>
                                        </p:attrNameLst>
                                      </p:cBhvr>
                                      <p:to>
                                        <p:strVal val="visible"/>
                                      </p:to>
                                    </p:set>
                                    <p:animEffect transition="in" filter="wipe(left)">
                                      <p:cBhvr>
                                        <p:cTn id="47" dur="500"/>
                                        <p:tgtEl>
                                          <p:spTgt spid="47"/>
                                        </p:tgtEl>
                                      </p:cBhvr>
                                    </p:animEffect>
                                  </p:childTnLst>
                                </p:cTn>
                              </p:par>
                              <p:par>
                                <p:cTn id="48" presetID="22" presetClass="entr" presetSubtype="8" fill="hold" grpId="0" nodeType="withEffect">
                                  <p:stCondLst>
                                    <p:cond delay="500"/>
                                  </p:stCondLst>
                                  <p:childTnLst>
                                    <p:set>
                                      <p:cBhvr>
                                        <p:cTn id="49" dur="1" fill="hold">
                                          <p:stCondLst>
                                            <p:cond delay="0"/>
                                          </p:stCondLst>
                                        </p:cTn>
                                        <p:tgtEl>
                                          <p:spTgt spid="48"/>
                                        </p:tgtEl>
                                        <p:attrNameLst>
                                          <p:attrName>style.visibility</p:attrName>
                                        </p:attrNameLst>
                                      </p:cBhvr>
                                      <p:to>
                                        <p:strVal val="visible"/>
                                      </p:to>
                                    </p:set>
                                    <p:animEffect transition="in" filter="wipe(left)">
                                      <p:cBhvr>
                                        <p:cTn id="50" dur="500"/>
                                        <p:tgtEl>
                                          <p:spTgt spid="48"/>
                                        </p:tgtEl>
                                      </p:cBhvr>
                                    </p:animEffect>
                                  </p:childTnLst>
                                </p:cTn>
                              </p:par>
                              <p:par>
                                <p:cTn id="51" presetID="22" presetClass="entr" presetSubtype="8" fill="hold" grpId="0" nodeType="withEffect">
                                  <p:stCondLst>
                                    <p:cond delay="1000"/>
                                  </p:stCondLst>
                                  <p:childTnLst>
                                    <p:set>
                                      <p:cBhvr>
                                        <p:cTn id="52" dur="1" fill="hold">
                                          <p:stCondLst>
                                            <p:cond delay="0"/>
                                          </p:stCondLst>
                                        </p:cTn>
                                        <p:tgtEl>
                                          <p:spTgt spid="49"/>
                                        </p:tgtEl>
                                        <p:attrNameLst>
                                          <p:attrName>style.visibility</p:attrName>
                                        </p:attrNameLst>
                                      </p:cBhvr>
                                      <p:to>
                                        <p:strVal val="visible"/>
                                      </p:to>
                                    </p:set>
                                    <p:animEffect transition="in" filter="wipe(left)">
                                      <p:cBhvr>
                                        <p:cTn id="53" dur="500"/>
                                        <p:tgtEl>
                                          <p:spTgt spid="49"/>
                                        </p:tgtEl>
                                      </p:cBhvr>
                                    </p:animEffect>
                                  </p:childTnLst>
                                </p:cTn>
                              </p:par>
                              <p:par>
                                <p:cTn id="54" presetID="22" presetClass="entr" presetSubtype="8" fill="hold" grpId="0" nodeType="withEffect">
                                  <p:stCondLst>
                                    <p:cond delay="1250"/>
                                  </p:stCondLst>
                                  <p:childTnLst>
                                    <p:set>
                                      <p:cBhvr>
                                        <p:cTn id="55" dur="1" fill="hold">
                                          <p:stCondLst>
                                            <p:cond delay="0"/>
                                          </p:stCondLst>
                                        </p:cTn>
                                        <p:tgtEl>
                                          <p:spTgt spid="50"/>
                                        </p:tgtEl>
                                        <p:attrNameLst>
                                          <p:attrName>style.visibility</p:attrName>
                                        </p:attrNameLst>
                                      </p:cBhvr>
                                      <p:to>
                                        <p:strVal val="visible"/>
                                      </p:to>
                                    </p:set>
                                    <p:animEffect transition="in" filter="wipe(left)">
                                      <p:cBhvr>
                                        <p:cTn id="56" dur="500"/>
                                        <p:tgtEl>
                                          <p:spTgt spid="50"/>
                                        </p:tgtEl>
                                      </p:cBhvr>
                                    </p:animEffect>
                                  </p:childTnLst>
                                </p:cTn>
                              </p:par>
                              <p:par>
                                <p:cTn id="57" presetID="22" presetClass="entr" presetSubtype="8" fill="hold" grpId="0" nodeType="withEffect">
                                  <p:stCondLst>
                                    <p:cond delay="500"/>
                                  </p:stCondLst>
                                  <p:childTnLst>
                                    <p:set>
                                      <p:cBhvr>
                                        <p:cTn id="58" dur="1" fill="hold">
                                          <p:stCondLst>
                                            <p:cond delay="0"/>
                                          </p:stCondLst>
                                        </p:cTn>
                                        <p:tgtEl>
                                          <p:spTgt spid="51"/>
                                        </p:tgtEl>
                                        <p:attrNameLst>
                                          <p:attrName>style.visibility</p:attrName>
                                        </p:attrNameLst>
                                      </p:cBhvr>
                                      <p:to>
                                        <p:strVal val="visible"/>
                                      </p:to>
                                    </p:set>
                                    <p:animEffect transition="in" filter="wipe(left)">
                                      <p:cBhvr>
                                        <p:cTn id="59" dur="500"/>
                                        <p:tgtEl>
                                          <p:spTgt spid="51"/>
                                        </p:tgtEl>
                                      </p:cBhvr>
                                    </p:animEffect>
                                  </p:childTnLst>
                                </p:cTn>
                              </p:par>
                              <p:par>
                                <p:cTn id="60" presetID="22" presetClass="entr" presetSubtype="8" fill="hold" grpId="0" nodeType="withEffect">
                                  <p:stCondLst>
                                    <p:cond delay="500"/>
                                  </p:stCondLst>
                                  <p:childTnLst>
                                    <p:set>
                                      <p:cBhvr>
                                        <p:cTn id="61" dur="1" fill="hold">
                                          <p:stCondLst>
                                            <p:cond delay="0"/>
                                          </p:stCondLst>
                                        </p:cTn>
                                        <p:tgtEl>
                                          <p:spTgt spid="52"/>
                                        </p:tgtEl>
                                        <p:attrNameLst>
                                          <p:attrName>style.visibility</p:attrName>
                                        </p:attrNameLst>
                                      </p:cBhvr>
                                      <p:to>
                                        <p:strVal val="visible"/>
                                      </p:to>
                                    </p:set>
                                    <p:animEffect transition="in" filter="wipe(left)">
                                      <p:cBhvr>
                                        <p:cTn id="6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11" grpId="0" animBg="1"/>
      <p:bldP spid="19" grpId="0"/>
      <p:bldP spid="20" grpId="0"/>
      <p:bldP spid="21" grpId="0"/>
      <p:bldP spid="22" grpId="0"/>
      <p:bldP spid="23" grpId="0"/>
      <p:bldP spid="47" grpId="0"/>
      <p:bldP spid="48" grpId="0"/>
      <p:bldP spid="49" grpId="0"/>
      <p:bldP spid="50" grpId="0"/>
      <p:bldP spid="51" grpId="0"/>
      <p:bldP spid="5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97121" y="1253167"/>
            <a:ext cx="2559495" cy="4063749"/>
            <a:chOff x="1022470" y="1481251"/>
            <a:chExt cx="2066102" cy="4063749"/>
          </a:xfrm>
        </p:grpSpPr>
        <p:sp>
          <p:nvSpPr>
            <p:cNvPr id="19" name="任意多边形: 形状 185"/>
            <p:cNvSpPr/>
            <p:nvPr/>
          </p:nvSpPr>
          <p:spPr>
            <a:xfrm rot="16200000">
              <a:off x="64703" y="2439018"/>
              <a:ext cx="3981636" cy="2066102"/>
            </a:xfrm>
            <a:custGeom>
              <a:avLst/>
              <a:gdLst>
                <a:gd name="connsiteX0" fmla="*/ 0 w 3968423"/>
                <a:gd name="connsiteY0" fmla="*/ 0 h 1933574"/>
                <a:gd name="connsiteX1" fmla="*/ 3968423 w 3968423"/>
                <a:gd name="connsiteY1" fmla="*/ 0 h 1933574"/>
                <a:gd name="connsiteX2" fmla="*/ 3946431 w 3968423"/>
                <a:gd name="connsiteY2" fmla="*/ 161996 h 1933574"/>
                <a:gd name="connsiteX3" fmla="*/ 1984212 w 3968423"/>
                <a:gd name="connsiteY3" fmla="*/ 1933574 h 1933574"/>
                <a:gd name="connsiteX4" fmla="*/ 21992 w 3968423"/>
                <a:gd name="connsiteY4" fmla="*/ 161996 h 1933574"/>
                <a:gd name="connsiteX0-1" fmla="*/ 0 w 3968423"/>
                <a:gd name="connsiteY0-2" fmla="*/ 19051 h 1952625"/>
                <a:gd name="connsiteX1-3" fmla="*/ 304945 w 3968423"/>
                <a:gd name="connsiteY1-4" fmla="*/ 0 h 1952625"/>
                <a:gd name="connsiteX2-5" fmla="*/ 3968423 w 3968423"/>
                <a:gd name="connsiteY2-6" fmla="*/ 19051 h 1952625"/>
                <a:gd name="connsiteX3-7" fmla="*/ 3946431 w 3968423"/>
                <a:gd name="connsiteY3-8" fmla="*/ 181047 h 1952625"/>
                <a:gd name="connsiteX4-9" fmla="*/ 1984212 w 3968423"/>
                <a:gd name="connsiteY4-10" fmla="*/ 1952625 h 1952625"/>
                <a:gd name="connsiteX5" fmla="*/ 21992 w 3968423"/>
                <a:gd name="connsiteY5" fmla="*/ 181047 h 1952625"/>
                <a:gd name="connsiteX6" fmla="*/ 0 w 3968423"/>
                <a:gd name="connsiteY6" fmla="*/ 19051 h 1952625"/>
                <a:gd name="connsiteX0-11" fmla="*/ 0 w 3968423"/>
                <a:gd name="connsiteY0-12" fmla="*/ 0 h 1933574"/>
                <a:gd name="connsiteX1-13" fmla="*/ 3968423 w 3968423"/>
                <a:gd name="connsiteY1-14" fmla="*/ 0 h 1933574"/>
                <a:gd name="connsiteX2-15" fmla="*/ 3946431 w 3968423"/>
                <a:gd name="connsiteY2-16" fmla="*/ 161996 h 1933574"/>
                <a:gd name="connsiteX3-17" fmla="*/ 1984212 w 3968423"/>
                <a:gd name="connsiteY3-18" fmla="*/ 1933574 h 1933574"/>
                <a:gd name="connsiteX4-19" fmla="*/ 21992 w 3968423"/>
                <a:gd name="connsiteY4-20" fmla="*/ 161996 h 1933574"/>
                <a:gd name="connsiteX5-21" fmla="*/ 0 w 3968423"/>
                <a:gd name="connsiteY5-22" fmla="*/ 0 h 1933574"/>
                <a:gd name="connsiteX0-23" fmla="*/ 0 w 3968423"/>
                <a:gd name="connsiteY0-24" fmla="*/ 14289 h 1947863"/>
                <a:gd name="connsiteX1-25" fmla="*/ 328757 w 3968423"/>
                <a:gd name="connsiteY1-26" fmla="*/ 0 h 1947863"/>
                <a:gd name="connsiteX2-27" fmla="*/ 3968423 w 3968423"/>
                <a:gd name="connsiteY2-28" fmla="*/ 14289 h 1947863"/>
                <a:gd name="connsiteX3-29" fmla="*/ 3946431 w 3968423"/>
                <a:gd name="connsiteY3-30" fmla="*/ 176285 h 1947863"/>
                <a:gd name="connsiteX4-31" fmla="*/ 1984212 w 3968423"/>
                <a:gd name="connsiteY4-32" fmla="*/ 1947863 h 1947863"/>
                <a:gd name="connsiteX5-33" fmla="*/ 21992 w 3968423"/>
                <a:gd name="connsiteY5-34" fmla="*/ 176285 h 1947863"/>
                <a:gd name="connsiteX6-35" fmla="*/ 0 w 3968423"/>
                <a:gd name="connsiteY6-36" fmla="*/ 14289 h 1947863"/>
                <a:gd name="connsiteX0-37" fmla="*/ 328757 w 3968423"/>
                <a:gd name="connsiteY0-38" fmla="*/ 0 h 1947863"/>
                <a:gd name="connsiteX1-39" fmla="*/ 3968423 w 3968423"/>
                <a:gd name="connsiteY1-40" fmla="*/ 14289 h 1947863"/>
                <a:gd name="connsiteX2-41" fmla="*/ 3946431 w 3968423"/>
                <a:gd name="connsiteY2-42" fmla="*/ 176285 h 1947863"/>
                <a:gd name="connsiteX3-43" fmla="*/ 1984212 w 3968423"/>
                <a:gd name="connsiteY3-44" fmla="*/ 1947863 h 1947863"/>
                <a:gd name="connsiteX4-45" fmla="*/ 21992 w 3968423"/>
                <a:gd name="connsiteY4-46" fmla="*/ 176285 h 1947863"/>
                <a:gd name="connsiteX5-47" fmla="*/ 0 w 3968423"/>
                <a:gd name="connsiteY5-48" fmla="*/ 14289 h 1947863"/>
                <a:gd name="connsiteX6-49" fmla="*/ 420197 w 3968423"/>
                <a:gd name="connsiteY6-50" fmla="*/ 91440 h 1947863"/>
                <a:gd name="connsiteX0-51" fmla="*/ 328757 w 3968423"/>
                <a:gd name="connsiteY0-52" fmla="*/ 0 h 1947863"/>
                <a:gd name="connsiteX1-53" fmla="*/ 3968423 w 3968423"/>
                <a:gd name="connsiteY1-54" fmla="*/ 14289 h 1947863"/>
                <a:gd name="connsiteX2-55" fmla="*/ 3946431 w 3968423"/>
                <a:gd name="connsiteY2-56" fmla="*/ 176285 h 1947863"/>
                <a:gd name="connsiteX3-57" fmla="*/ 1984212 w 3968423"/>
                <a:gd name="connsiteY3-58" fmla="*/ 1947863 h 1947863"/>
                <a:gd name="connsiteX4-59" fmla="*/ 21992 w 3968423"/>
                <a:gd name="connsiteY4-60" fmla="*/ 176285 h 1947863"/>
                <a:gd name="connsiteX5-61" fmla="*/ 0 w 3968423"/>
                <a:gd name="connsiteY5-62" fmla="*/ 14289 h 1947863"/>
                <a:gd name="connsiteX0-63" fmla="*/ 3968423 w 3968423"/>
                <a:gd name="connsiteY0-64" fmla="*/ 0 h 1933574"/>
                <a:gd name="connsiteX1-65" fmla="*/ 3946431 w 3968423"/>
                <a:gd name="connsiteY1-66" fmla="*/ 161996 h 1933574"/>
                <a:gd name="connsiteX2-67" fmla="*/ 1984212 w 3968423"/>
                <a:gd name="connsiteY2-68" fmla="*/ 1933574 h 1933574"/>
                <a:gd name="connsiteX3-69" fmla="*/ 21992 w 3968423"/>
                <a:gd name="connsiteY3-70" fmla="*/ 161996 h 1933574"/>
                <a:gd name="connsiteX4-71" fmla="*/ 0 w 3968423"/>
                <a:gd name="connsiteY4-72" fmla="*/ 0 h 19335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68423" h="1933574">
                  <a:moveTo>
                    <a:pt x="3968423" y="0"/>
                  </a:moveTo>
                  <a:lnTo>
                    <a:pt x="3946431" y="161996"/>
                  </a:lnTo>
                  <a:cubicBezTo>
                    <a:pt x="3764638" y="1172055"/>
                    <a:pt x="2955217" y="1933574"/>
                    <a:pt x="1984212" y="1933574"/>
                  </a:cubicBezTo>
                  <a:cubicBezTo>
                    <a:pt x="1013203" y="1933574"/>
                    <a:pt x="203783" y="1172055"/>
                    <a:pt x="21992" y="161996"/>
                  </a:cubicBez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 name="任意多边形: 形状 186"/>
            <p:cNvSpPr/>
            <p:nvPr/>
          </p:nvSpPr>
          <p:spPr>
            <a:xfrm rot="16200000">
              <a:off x="101594" y="2669337"/>
              <a:ext cx="3914225" cy="1837102"/>
            </a:xfrm>
            <a:custGeom>
              <a:avLst/>
              <a:gdLst>
                <a:gd name="connsiteX0" fmla="*/ 0 w 3901235"/>
                <a:gd name="connsiteY0" fmla="*/ 0 h 1719263"/>
                <a:gd name="connsiteX1" fmla="*/ 3901235 w 3901235"/>
                <a:gd name="connsiteY1" fmla="*/ 0 h 1719263"/>
                <a:gd name="connsiteX2" fmla="*/ 3871510 w 3901235"/>
                <a:gd name="connsiteY2" fmla="*/ 134033 h 1719263"/>
                <a:gd name="connsiteX3" fmla="*/ 1950618 w 3901235"/>
                <a:gd name="connsiteY3" fmla="*/ 1719263 h 1719263"/>
                <a:gd name="connsiteX4" fmla="*/ 29725 w 3901235"/>
                <a:gd name="connsiteY4" fmla="*/ 134033 h 1719263"/>
                <a:gd name="connsiteX0-1" fmla="*/ 0 w 3901235"/>
                <a:gd name="connsiteY0-2" fmla="*/ 4764 h 1724027"/>
                <a:gd name="connsiteX1-3" fmla="*/ 971439 w 3901235"/>
                <a:gd name="connsiteY1-4" fmla="*/ 0 h 1724027"/>
                <a:gd name="connsiteX2-5" fmla="*/ 3901235 w 3901235"/>
                <a:gd name="connsiteY2-6" fmla="*/ 4764 h 1724027"/>
                <a:gd name="connsiteX3-7" fmla="*/ 3871510 w 3901235"/>
                <a:gd name="connsiteY3-8" fmla="*/ 138797 h 1724027"/>
                <a:gd name="connsiteX4-9" fmla="*/ 1950618 w 3901235"/>
                <a:gd name="connsiteY4-10" fmla="*/ 1724027 h 1724027"/>
                <a:gd name="connsiteX5" fmla="*/ 29725 w 3901235"/>
                <a:gd name="connsiteY5" fmla="*/ 138797 h 1724027"/>
                <a:gd name="connsiteX6" fmla="*/ 0 w 3901235"/>
                <a:gd name="connsiteY6" fmla="*/ 4764 h 1724027"/>
                <a:gd name="connsiteX0-11" fmla="*/ 971439 w 3901235"/>
                <a:gd name="connsiteY0-12" fmla="*/ 0 h 1724027"/>
                <a:gd name="connsiteX1-13" fmla="*/ 3901235 w 3901235"/>
                <a:gd name="connsiteY1-14" fmla="*/ 4764 h 1724027"/>
                <a:gd name="connsiteX2-15" fmla="*/ 3871510 w 3901235"/>
                <a:gd name="connsiteY2-16" fmla="*/ 138797 h 1724027"/>
                <a:gd name="connsiteX3-17" fmla="*/ 1950618 w 3901235"/>
                <a:gd name="connsiteY3-18" fmla="*/ 1724027 h 1724027"/>
                <a:gd name="connsiteX4-19" fmla="*/ 29725 w 3901235"/>
                <a:gd name="connsiteY4-20" fmla="*/ 138797 h 1724027"/>
                <a:gd name="connsiteX5-21" fmla="*/ 0 w 3901235"/>
                <a:gd name="connsiteY5-22" fmla="*/ 4764 h 1724027"/>
                <a:gd name="connsiteX6-23" fmla="*/ 1062879 w 3901235"/>
                <a:gd name="connsiteY6-24" fmla="*/ 91440 h 1724027"/>
                <a:gd name="connsiteX0-25" fmla="*/ 971439 w 3901235"/>
                <a:gd name="connsiteY0-26" fmla="*/ 0 h 1724027"/>
                <a:gd name="connsiteX1-27" fmla="*/ 3901235 w 3901235"/>
                <a:gd name="connsiteY1-28" fmla="*/ 4764 h 1724027"/>
                <a:gd name="connsiteX2-29" fmla="*/ 3871510 w 3901235"/>
                <a:gd name="connsiteY2-30" fmla="*/ 138797 h 1724027"/>
                <a:gd name="connsiteX3-31" fmla="*/ 1950618 w 3901235"/>
                <a:gd name="connsiteY3-32" fmla="*/ 1724027 h 1724027"/>
                <a:gd name="connsiteX4-33" fmla="*/ 29725 w 3901235"/>
                <a:gd name="connsiteY4-34" fmla="*/ 138797 h 1724027"/>
                <a:gd name="connsiteX5-35" fmla="*/ 0 w 3901235"/>
                <a:gd name="connsiteY5-36" fmla="*/ 4764 h 1724027"/>
                <a:gd name="connsiteX0-37" fmla="*/ 3901235 w 3901235"/>
                <a:gd name="connsiteY0-38" fmla="*/ 0 h 1719263"/>
                <a:gd name="connsiteX1-39" fmla="*/ 3871510 w 3901235"/>
                <a:gd name="connsiteY1-40" fmla="*/ 134033 h 1719263"/>
                <a:gd name="connsiteX2-41" fmla="*/ 1950618 w 3901235"/>
                <a:gd name="connsiteY2-42" fmla="*/ 1719263 h 1719263"/>
                <a:gd name="connsiteX3-43" fmla="*/ 29725 w 3901235"/>
                <a:gd name="connsiteY3-44" fmla="*/ 134033 h 1719263"/>
                <a:gd name="connsiteX4-45" fmla="*/ 0 w 3901235"/>
                <a:gd name="connsiteY4-46" fmla="*/ 0 h 17192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01235" h="1719263">
                  <a:moveTo>
                    <a:pt x="3901235" y="0"/>
                  </a:moveTo>
                  <a:lnTo>
                    <a:pt x="3871510" y="134033"/>
                  </a:lnTo>
                  <a:cubicBezTo>
                    <a:pt x="3629235" y="1049959"/>
                    <a:pt x="2860935" y="1719263"/>
                    <a:pt x="1950618" y="1719263"/>
                  </a:cubicBezTo>
                  <a:cubicBezTo>
                    <a:pt x="1040298" y="1719263"/>
                    <a:pt x="271998" y="1049959"/>
                    <a:pt x="29725" y="134033"/>
                  </a:cubicBezTo>
                  <a:lnTo>
                    <a:pt x="0" y="0"/>
                  </a:lnTo>
                </a:path>
              </a:pathLst>
            </a:custGeom>
            <a:noFill/>
            <a:ln>
              <a:solidFill>
                <a:srgbClr val="AC424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21" name="椭圆 20"/>
          <p:cNvSpPr/>
          <p:nvPr/>
        </p:nvSpPr>
        <p:spPr>
          <a:xfrm>
            <a:off x="-759511" y="1885309"/>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p:nvPr/>
        </p:nvCxnSpPr>
        <p:spPr>
          <a:xfrm flipV="1">
            <a:off x="4007576" y="1481250"/>
            <a:ext cx="0" cy="3737552"/>
          </a:xfrm>
          <a:prstGeom prst="line">
            <a:avLst/>
          </a:prstGeom>
          <a:ln w="19050">
            <a:solidFill>
              <a:srgbClr val="AC4243"/>
            </a:solidFill>
            <a:prstDash val="dash"/>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407346" y="2274461"/>
            <a:ext cx="3262432" cy="1015663"/>
          </a:xfrm>
          <a:prstGeom prst="rect">
            <a:avLst/>
          </a:prstGeom>
        </p:spPr>
        <p:txBody>
          <a:bodyPr wrap="none">
            <a:spAutoFit/>
          </a:bodyPr>
          <a:lstStyle/>
          <a:p>
            <a:pPr algn="ctr">
              <a:defRPr/>
            </a:pPr>
            <a:r>
              <a:rPr lang="zh-CN" altLang="en-US" sz="6000" kern="100" dirty="0" smtClean="0">
                <a:solidFill>
                  <a:srgbClr val="AB1E21"/>
                </a:solidFill>
                <a:latin typeface="思源黑体 CN Medium" panose="020B0600000000000000" pitchFamily="34" charset="-122"/>
                <a:ea typeface="思源黑体 CN Medium" panose="020B0600000000000000" pitchFamily="34" charset="-122"/>
                <a:cs typeface="字魂59号-创粗黑" panose="00000500000000000000" charset="-122"/>
              </a:rPr>
              <a:t>研究方法</a:t>
            </a:r>
            <a:endParaRPr lang="zh-CN" altLang="en-US" sz="6000" kern="100" dirty="0" smtClean="0">
              <a:solidFill>
                <a:srgbClr val="AB1E21"/>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24" name="矩形 23"/>
          <p:cNvSpPr/>
          <p:nvPr/>
        </p:nvSpPr>
        <p:spPr>
          <a:xfrm>
            <a:off x="4824431" y="3436308"/>
            <a:ext cx="1210588" cy="400110"/>
          </a:xfrm>
          <a:prstGeom prst="rect">
            <a:avLst/>
          </a:prstGeom>
        </p:spPr>
        <p:txBody>
          <a:bodyPr wrap="none">
            <a:spAutoFit/>
          </a:bodyPr>
          <a:lstStyle/>
          <a:p>
            <a:r>
              <a:rPr lang="zh-CN" altLang="en-US" sz="2000" dirty="0">
                <a:solidFill>
                  <a:srgbClr val="AB1E21"/>
                </a:solidFill>
                <a:latin typeface="思源黑体 CN Medium" panose="020B0600000000000000" pitchFamily="34" charset="-122"/>
                <a:ea typeface="思源黑体 CN Medium" panose="020B0600000000000000" pitchFamily="34" charset="-122"/>
              </a:rPr>
              <a:t>您的</a:t>
            </a:r>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25" name="椭圆 24"/>
          <p:cNvSpPr/>
          <p:nvPr/>
        </p:nvSpPr>
        <p:spPr>
          <a:xfrm>
            <a:off x="4407337" y="34316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1</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26" name="矩形 25"/>
          <p:cNvSpPr/>
          <p:nvPr/>
        </p:nvSpPr>
        <p:spPr>
          <a:xfrm>
            <a:off x="6674766" y="3436308"/>
            <a:ext cx="125867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27" name="椭圆 26"/>
          <p:cNvSpPr/>
          <p:nvPr/>
        </p:nvSpPr>
        <p:spPr>
          <a:xfrm>
            <a:off x="6257672" y="34316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2</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28" name="矩形 27"/>
          <p:cNvSpPr/>
          <p:nvPr/>
        </p:nvSpPr>
        <p:spPr>
          <a:xfrm>
            <a:off x="8554598" y="34363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29" name="椭圆 28"/>
          <p:cNvSpPr/>
          <p:nvPr/>
        </p:nvSpPr>
        <p:spPr>
          <a:xfrm>
            <a:off x="8137504" y="34316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3</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30" name="矩形 29"/>
          <p:cNvSpPr/>
          <p:nvPr/>
        </p:nvSpPr>
        <p:spPr>
          <a:xfrm>
            <a:off x="4824431" y="43344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31" name="椭圆 30"/>
          <p:cNvSpPr/>
          <p:nvPr/>
        </p:nvSpPr>
        <p:spPr>
          <a:xfrm>
            <a:off x="4407337" y="43297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4</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32" name="矩形 31"/>
          <p:cNvSpPr/>
          <p:nvPr/>
        </p:nvSpPr>
        <p:spPr>
          <a:xfrm>
            <a:off x="6674766" y="43344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33" name="椭圆 32"/>
          <p:cNvSpPr/>
          <p:nvPr/>
        </p:nvSpPr>
        <p:spPr>
          <a:xfrm>
            <a:off x="6257672" y="43297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5</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34" name="矩形 33"/>
          <p:cNvSpPr/>
          <p:nvPr/>
        </p:nvSpPr>
        <p:spPr>
          <a:xfrm>
            <a:off x="8554598" y="43344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35" name="椭圆 34"/>
          <p:cNvSpPr/>
          <p:nvPr/>
        </p:nvSpPr>
        <p:spPr>
          <a:xfrm>
            <a:off x="8137504" y="43297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6</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40" name="任意多边形: 形状 120"/>
          <p:cNvSpPr/>
          <p:nvPr/>
        </p:nvSpPr>
        <p:spPr>
          <a:xfrm rot="18201767">
            <a:off x="2498891" y="1017834"/>
            <a:ext cx="979224" cy="985205"/>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1" name="椭圆 40"/>
          <p:cNvSpPr/>
          <p:nvPr/>
        </p:nvSpPr>
        <p:spPr>
          <a:xfrm rot="16200000">
            <a:off x="6536383" y="1404540"/>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rot="16200000">
            <a:off x="1566654" y="4983591"/>
            <a:ext cx="140946" cy="140946"/>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44213" y="2934527"/>
            <a:ext cx="2372539" cy="830997"/>
          </a:xfrm>
          <a:prstGeom prst="rect">
            <a:avLst/>
          </a:prstGeom>
          <a:noFill/>
        </p:spPr>
        <p:txBody>
          <a:bodyPr wrap="square" rtlCol="0">
            <a:spAutoFit/>
          </a:bodyPr>
          <a:lstStyle/>
          <a:p>
            <a:r>
              <a:rPr lang="en-US" altLang="zh-CN" sz="4800" dirty="0" smtClean="0">
                <a:solidFill>
                  <a:schemeClr val="bg1"/>
                </a:solidFill>
                <a:latin typeface="思源黑体 CN Medium" panose="020B0600000000000000" pitchFamily="34" charset="-122"/>
                <a:ea typeface="思源黑体 CN Medium" panose="020B0600000000000000" pitchFamily="34" charset="-122"/>
              </a:rPr>
              <a:t>PART 3</a:t>
            </a:r>
            <a:endParaRPr lang="zh-CN" altLang="en-US" sz="4800" dirty="0">
              <a:solidFill>
                <a:schemeClr val="bg1"/>
              </a:solidFill>
              <a:latin typeface="思源黑体 CN Medium" panose="020B0600000000000000" pitchFamily="34" charset="-122"/>
              <a:ea typeface="思源黑体 CN Medium" panose="020B0600000000000000" pitchFamily="34" charset="-122"/>
            </a:endParaRPr>
          </a:p>
        </p:txBody>
      </p:sp>
      <p:sp>
        <p:nvSpPr>
          <p:cNvPr id="44" name="椭圆 43"/>
          <p:cNvSpPr/>
          <p:nvPr/>
        </p:nvSpPr>
        <p:spPr>
          <a:xfrm>
            <a:off x="2485210" y="5481711"/>
            <a:ext cx="603363" cy="603363"/>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500"/>
                                        <p:tgtEl>
                                          <p:spTgt spid="3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500"/>
                                        <p:tgtEl>
                                          <p:spTgt spid="3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500"/>
                                        <p:tgtEl>
                                          <p:spTgt spid="3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bldLvl="0" animBg="1"/>
      <p:bldP spid="26" grpId="0"/>
      <p:bldP spid="27" grpId="0" bldLvl="0" animBg="1"/>
      <p:bldP spid="28" grpId="0"/>
      <p:bldP spid="29" grpId="0" bldLvl="0" animBg="1"/>
      <p:bldP spid="30" grpId="0"/>
      <p:bldP spid="31" grpId="0" bldLvl="0" animBg="1"/>
      <p:bldP spid="32" grpId="0"/>
      <p:bldP spid="33" grpId="0" bldLvl="0" animBg="1"/>
      <p:bldP spid="34" grpId="0"/>
      <p:bldP spid="35"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4472073" y="3154744"/>
            <a:ext cx="6830423" cy="0"/>
          </a:xfrm>
          <a:prstGeom prst="line">
            <a:avLst/>
          </a:prstGeom>
          <a:ln w="3175">
            <a:solidFill>
              <a:srgbClr val="414455"/>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H="1">
            <a:off x="5123835" y="4092409"/>
            <a:ext cx="6178661" cy="0"/>
          </a:xfrm>
          <a:prstGeom prst="line">
            <a:avLst/>
          </a:prstGeom>
          <a:ln w="3175">
            <a:solidFill>
              <a:srgbClr val="414455"/>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flipH="1">
            <a:off x="2211742" y="5013268"/>
            <a:ext cx="9090754" cy="0"/>
          </a:xfrm>
          <a:prstGeom prst="line">
            <a:avLst/>
          </a:prstGeom>
          <a:ln w="3175">
            <a:solidFill>
              <a:srgbClr val="414455"/>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H="1">
            <a:off x="3811121" y="5930684"/>
            <a:ext cx="7491375" cy="0"/>
          </a:xfrm>
          <a:prstGeom prst="line">
            <a:avLst/>
          </a:prstGeom>
          <a:ln w="3175">
            <a:solidFill>
              <a:srgbClr val="414455"/>
            </a:solidFill>
          </a:ln>
        </p:spPr>
        <p:style>
          <a:lnRef idx="1">
            <a:schemeClr val="accent1"/>
          </a:lnRef>
          <a:fillRef idx="0">
            <a:schemeClr val="accent1"/>
          </a:fillRef>
          <a:effectRef idx="0">
            <a:schemeClr val="accent1"/>
          </a:effectRef>
          <a:fontRef idx="minor">
            <a:schemeClr val="tx1"/>
          </a:fontRef>
        </p:style>
      </p:cxnSp>
      <p:sp>
        <p:nvSpPr>
          <p:cNvPr id="6" name="流程图: 决策 5"/>
          <p:cNvSpPr/>
          <p:nvPr/>
        </p:nvSpPr>
        <p:spPr>
          <a:xfrm>
            <a:off x="2628749" y="2054327"/>
            <a:ext cx="1911276" cy="1787446"/>
          </a:xfrm>
          <a:prstGeom prst="flowChartDecision">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思源黑体 CN Medium" panose="020B0600000000000000" pitchFamily="34" charset="-122"/>
                <a:ea typeface="思源黑体 CN Medium" panose="020B0600000000000000" pitchFamily="34" charset="-122"/>
              </a:rPr>
              <a:t>20%</a:t>
            </a:r>
            <a:endParaRPr lang="zh-CN" altLang="en-US" sz="2400">
              <a:latin typeface="思源黑体 CN Medium" panose="020B0600000000000000" pitchFamily="34" charset="-122"/>
              <a:ea typeface="思源黑体 CN Medium" panose="020B0600000000000000" pitchFamily="34" charset="-122"/>
            </a:endParaRPr>
          </a:p>
        </p:txBody>
      </p:sp>
      <p:sp>
        <p:nvSpPr>
          <p:cNvPr id="7" name="流程图: 决策 6"/>
          <p:cNvSpPr/>
          <p:nvPr/>
        </p:nvSpPr>
        <p:spPr>
          <a:xfrm>
            <a:off x="2385453" y="4046375"/>
            <a:ext cx="2321374" cy="2261424"/>
          </a:xfrm>
          <a:prstGeom prst="flowChartDecision">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思源黑体 CN Medium" panose="020B0600000000000000" pitchFamily="34" charset="-122"/>
                <a:ea typeface="思源黑体 CN Medium" panose="020B0600000000000000" pitchFamily="34" charset="-122"/>
              </a:rPr>
              <a:t>35%</a:t>
            </a:r>
            <a:endParaRPr lang="zh-CN" altLang="en-US" sz="2400" dirty="0">
              <a:latin typeface="思源黑体 CN Medium" panose="020B0600000000000000" pitchFamily="34" charset="-122"/>
              <a:ea typeface="思源黑体 CN Medium" panose="020B0600000000000000" pitchFamily="34" charset="-122"/>
            </a:endParaRPr>
          </a:p>
        </p:txBody>
      </p:sp>
      <p:sp>
        <p:nvSpPr>
          <p:cNvPr id="8" name="流程图: 决策 7"/>
          <p:cNvSpPr/>
          <p:nvPr/>
        </p:nvSpPr>
        <p:spPr>
          <a:xfrm>
            <a:off x="471079" y="2503449"/>
            <a:ext cx="2915215" cy="2839928"/>
          </a:xfrm>
          <a:prstGeom prst="flowChartDecision">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smtClean="0">
                <a:solidFill>
                  <a:schemeClr val="bg1"/>
                </a:solidFill>
                <a:latin typeface="思源黑体 CN Medium" panose="020B0600000000000000" pitchFamily="34" charset="-122"/>
                <a:ea typeface="思源黑体 CN Medium" panose="020B0600000000000000" pitchFamily="34" charset="-122"/>
              </a:rPr>
              <a:t>50%</a:t>
            </a:r>
            <a:endParaRPr lang="zh-CN" altLang="en-US" sz="3600" b="1" dirty="0">
              <a:solidFill>
                <a:schemeClr val="bg1"/>
              </a:solidFill>
              <a:latin typeface="思源黑体 CN Medium" panose="020B0600000000000000" pitchFamily="34" charset="-122"/>
              <a:ea typeface="思源黑体 CN Medium" panose="020B0600000000000000" pitchFamily="34" charset="-122"/>
            </a:endParaRPr>
          </a:p>
        </p:txBody>
      </p:sp>
      <p:sp>
        <p:nvSpPr>
          <p:cNvPr id="9" name="流程图: 决策 8"/>
          <p:cNvSpPr/>
          <p:nvPr/>
        </p:nvSpPr>
        <p:spPr>
          <a:xfrm>
            <a:off x="3691626" y="3234905"/>
            <a:ext cx="1560894" cy="1459764"/>
          </a:xfrm>
          <a:prstGeom prst="flowChartDecision">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smtClean="0">
                <a:solidFill>
                  <a:schemeClr val="bg1"/>
                </a:solidFill>
                <a:latin typeface="思源黑体 CN Medium" panose="020B0600000000000000" pitchFamily="34" charset="-122"/>
                <a:ea typeface="思源黑体 CN Medium" panose="020B0600000000000000" pitchFamily="34" charset="-122"/>
              </a:rPr>
              <a:t>20</a:t>
            </a:r>
            <a:r>
              <a:rPr lang="en-US" altLang="zh-CN" b="1" dirty="0">
                <a:solidFill>
                  <a:schemeClr val="bg1"/>
                </a:solidFill>
                <a:latin typeface="思源黑体 CN Medium" panose="020B0600000000000000" pitchFamily="34" charset="-122"/>
                <a:ea typeface="思源黑体 CN Medium" panose="020B0600000000000000" pitchFamily="34" charset="-122"/>
              </a:rPr>
              <a:t>%</a:t>
            </a:r>
            <a:endParaRPr lang="zh-CN" altLang="en-US" b="1" dirty="0">
              <a:solidFill>
                <a:schemeClr val="bg1"/>
              </a:solidFill>
              <a:latin typeface="思源黑体 CN Medium" panose="020B0600000000000000" pitchFamily="34" charset="-122"/>
              <a:ea typeface="思源黑体 CN Medium" panose="020B0600000000000000" pitchFamily="34" charset="-122"/>
            </a:endParaRPr>
          </a:p>
        </p:txBody>
      </p:sp>
      <p:grpSp>
        <p:nvGrpSpPr>
          <p:cNvPr id="16" name="组合 15"/>
          <p:cNvGrpSpPr/>
          <p:nvPr/>
        </p:nvGrpSpPr>
        <p:grpSpPr>
          <a:xfrm>
            <a:off x="6290064" y="2174943"/>
            <a:ext cx="4719461" cy="870980"/>
            <a:chOff x="6256371" y="1424449"/>
            <a:chExt cx="4719461" cy="870980"/>
          </a:xfrm>
        </p:grpSpPr>
        <p:sp>
          <p:nvSpPr>
            <p:cNvPr id="17" name="TextBox 18"/>
            <p:cNvSpPr txBox="1"/>
            <p:nvPr/>
          </p:nvSpPr>
          <p:spPr>
            <a:xfrm>
              <a:off x="9247221" y="1424449"/>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18" name="学论网-www.xuelun.me"/>
            <p:cNvSpPr txBox="1"/>
            <p:nvPr/>
          </p:nvSpPr>
          <p:spPr>
            <a:xfrm>
              <a:off x="6256371" y="1770092"/>
              <a:ext cx="4498082" cy="525337"/>
            </a:xfrm>
            <a:prstGeom prst="rect">
              <a:avLst/>
            </a:prstGeom>
            <a:noFill/>
            <a:ln>
              <a:noFill/>
            </a:ln>
          </p:spPr>
          <p:txBody>
            <a:bodyPr wrap="square" lIns="0" tIns="0" rIns="0" bIns="0" rtlCol="0">
              <a:spAutoFit/>
            </a:bodyPr>
            <a:lstStyle/>
            <a:p>
              <a:pPr algn="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文本</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19" name="组合 18"/>
          <p:cNvGrpSpPr/>
          <p:nvPr/>
        </p:nvGrpSpPr>
        <p:grpSpPr>
          <a:xfrm>
            <a:off x="6290064" y="3119904"/>
            <a:ext cx="4719461" cy="870980"/>
            <a:chOff x="6256371" y="1424449"/>
            <a:chExt cx="4719461" cy="870980"/>
          </a:xfrm>
        </p:grpSpPr>
        <p:sp>
          <p:nvSpPr>
            <p:cNvPr id="20" name="TextBox 18"/>
            <p:cNvSpPr txBox="1"/>
            <p:nvPr/>
          </p:nvSpPr>
          <p:spPr>
            <a:xfrm>
              <a:off x="9247221" y="1424449"/>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1" name="学论网-www.xuelun.me"/>
            <p:cNvSpPr txBox="1"/>
            <p:nvPr/>
          </p:nvSpPr>
          <p:spPr>
            <a:xfrm>
              <a:off x="6256371" y="1770092"/>
              <a:ext cx="4498082" cy="525337"/>
            </a:xfrm>
            <a:prstGeom prst="rect">
              <a:avLst/>
            </a:prstGeom>
            <a:noFill/>
            <a:ln>
              <a:noFill/>
            </a:ln>
          </p:spPr>
          <p:txBody>
            <a:bodyPr wrap="square" lIns="0" tIns="0" rIns="0" bIns="0" rtlCol="0">
              <a:spAutoFit/>
            </a:bodyPr>
            <a:lstStyle/>
            <a:p>
              <a:pPr algn="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文本</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22" name="组合 21"/>
          <p:cNvGrpSpPr/>
          <p:nvPr/>
        </p:nvGrpSpPr>
        <p:grpSpPr>
          <a:xfrm>
            <a:off x="6290064" y="4064865"/>
            <a:ext cx="4719461" cy="870980"/>
            <a:chOff x="6256371" y="1424449"/>
            <a:chExt cx="4719461" cy="870980"/>
          </a:xfrm>
        </p:grpSpPr>
        <p:sp>
          <p:nvSpPr>
            <p:cNvPr id="23" name="TextBox 18"/>
            <p:cNvSpPr txBox="1"/>
            <p:nvPr/>
          </p:nvSpPr>
          <p:spPr>
            <a:xfrm>
              <a:off x="9247221" y="1424449"/>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4" name="学论网-www.xuelun.me"/>
            <p:cNvSpPr txBox="1"/>
            <p:nvPr/>
          </p:nvSpPr>
          <p:spPr>
            <a:xfrm>
              <a:off x="6256371" y="1770092"/>
              <a:ext cx="4498082" cy="525337"/>
            </a:xfrm>
            <a:prstGeom prst="rect">
              <a:avLst/>
            </a:prstGeom>
            <a:noFill/>
            <a:ln>
              <a:noFill/>
            </a:ln>
          </p:spPr>
          <p:txBody>
            <a:bodyPr wrap="square" lIns="0" tIns="0" rIns="0" bIns="0" rtlCol="0">
              <a:spAutoFit/>
            </a:bodyPr>
            <a:lstStyle/>
            <a:p>
              <a:pPr algn="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文本</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25" name="组合 24"/>
          <p:cNvGrpSpPr/>
          <p:nvPr/>
        </p:nvGrpSpPr>
        <p:grpSpPr>
          <a:xfrm>
            <a:off x="6290064" y="5009825"/>
            <a:ext cx="4719461" cy="870980"/>
            <a:chOff x="6256371" y="1424449"/>
            <a:chExt cx="4719461" cy="870980"/>
          </a:xfrm>
        </p:grpSpPr>
        <p:sp>
          <p:nvSpPr>
            <p:cNvPr id="26" name="TextBox 18"/>
            <p:cNvSpPr txBox="1"/>
            <p:nvPr/>
          </p:nvSpPr>
          <p:spPr>
            <a:xfrm>
              <a:off x="9247221" y="1424449"/>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7" name="学论网-www.xuelun.me"/>
            <p:cNvSpPr txBox="1"/>
            <p:nvPr/>
          </p:nvSpPr>
          <p:spPr>
            <a:xfrm>
              <a:off x="6256371" y="1770092"/>
              <a:ext cx="4498082" cy="525337"/>
            </a:xfrm>
            <a:prstGeom prst="rect">
              <a:avLst/>
            </a:prstGeom>
            <a:noFill/>
            <a:ln>
              <a:noFill/>
            </a:ln>
          </p:spPr>
          <p:txBody>
            <a:bodyPr wrap="square" lIns="0" tIns="0" rIns="0" bIns="0" rtlCol="0">
              <a:spAutoFit/>
            </a:bodyPr>
            <a:lstStyle/>
            <a:p>
              <a:pPr algn="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文本</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46" name="组合 45"/>
          <p:cNvGrpSpPr/>
          <p:nvPr/>
        </p:nvGrpSpPr>
        <p:grpSpPr>
          <a:xfrm>
            <a:off x="6262928" y="266844"/>
            <a:ext cx="5929072" cy="330008"/>
            <a:chOff x="5025390" y="266844"/>
            <a:chExt cx="6259830" cy="330008"/>
          </a:xfrm>
        </p:grpSpPr>
        <p:cxnSp>
          <p:nvCxnSpPr>
            <p:cNvPr id="47" name="直接连接符 46"/>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52" name="组合 51"/>
          <p:cNvGrpSpPr/>
          <p:nvPr/>
        </p:nvGrpSpPr>
        <p:grpSpPr>
          <a:xfrm>
            <a:off x="0" y="266844"/>
            <a:ext cx="487680" cy="330008"/>
            <a:chOff x="5025390" y="266844"/>
            <a:chExt cx="6259830" cy="330008"/>
          </a:xfrm>
        </p:grpSpPr>
        <p:cxnSp>
          <p:nvCxnSpPr>
            <p:cNvPr id="53" name="直接连接符 5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58" name="矩形 57"/>
          <p:cNvSpPr/>
          <p:nvPr/>
        </p:nvSpPr>
        <p:spPr>
          <a:xfrm>
            <a:off x="496522"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论文绪论</a:t>
            </a:r>
            <a:endPar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59" name="矩形 58"/>
          <p:cNvSpPr/>
          <p:nvPr/>
        </p:nvSpPr>
        <p:spPr>
          <a:xfrm>
            <a:off x="1465866"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研究背景</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0" name="矩形 59"/>
          <p:cNvSpPr/>
          <p:nvPr/>
        </p:nvSpPr>
        <p:spPr>
          <a:xfrm>
            <a:off x="3404554"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研究结果</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1" name="矩形 60"/>
          <p:cNvSpPr/>
          <p:nvPr/>
        </p:nvSpPr>
        <p:spPr>
          <a:xfrm>
            <a:off x="4373898"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问题讨论</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2" name="矩形 61"/>
          <p:cNvSpPr/>
          <p:nvPr/>
        </p:nvSpPr>
        <p:spPr>
          <a:xfrm>
            <a:off x="2435210"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a:t>
            </a: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方法</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3" name="矩形 62"/>
          <p:cNvSpPr/>
          <p:nvPr/>
        </p:nvSpPr>
        <p:spPr>
          <a:xfrm>
            <a:off x="5343244"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论文总结</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cxnSp>
        <p:nvCxnSpPr>
          <p:cNvPr id="64" name="直接连接符 63"/>
          <p:cNvCxnSpPr/>
          <p:nvPr/>
        </p:nvCxnSpPr>
        <p:spPr>
          <a:xfrm>
            <a:off x="2550889" y="554554"/>
            <a:ext cx="657739" cy="0"/>
          </a:xfrm>
          <a:prstGeom prst="line">
            <a:avLst/>
          </a:prstGeom>
          <a:ln w="6350">
            <a:solidFill>
              <a:srgbClr val="AC4243"/>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fill="hold"/>
                                        <p:tgtEl>
                                          <p:spTgt spid="25"/>
                                        </p:tgtEl>
                                        <p:attrNameLst>
                                          <p:attrName>ppt_x</p:attrName>
                                        </p:attrNameLst>
                                      </p:cBhvr>
                                      <p:tavLst>
                                        <p:tav tm="0">
                                          <p:val>
                                            <p:strVal val="#ppt_x"/>
                                          </p:val>
                                        </p:tav>
                                        <p:tav tm="100000">
                                          <p:val>
                                            <p:strVal val="#ppt_x"/>
                                          </p:val>
                                        </p:tav>
                                      </p:tavLst>
                                    </p:anim>
                                    <p:anim calcmode="lin" valueType="num">
                                      <p:cBhvr additive="base">
                                        <p:cTn id="20" dur="500" fill="hold"/>
                                        <p:tgtEl>
                                          <p:spTgt spid="25"/>
                                        </p:tgtEl>
                                        <p:attrNameLst>
                                          <p:attrName>ppt_y</p:attrName>
                                        </p:attrNameLst>
                                      </p:cBhvr>
                                      <p:tavLst>
                                        <p:tav tm="0">
                                          <p:val>
                                            <p:strVal val="1+#ppt_h/2"/>
                                          </p:val>
                                        </p:tav>
                                        <p:tav tm="100000">
                                          <p:val>
                                            <p:strVal val="#ppt_y"/>
                                          </p:val>
                                        </p:tav>
                                      </p:tavLst>
                                    </p:anim>
                                  </p:childTnLst>
                                </p:cTn>
                              </p:par>
                              <p:par>
                                <p:cTn id="21" presetID="22" presetClass="entr" presetSubtype="8" fill="hold" grpId="0" nodeType="withEffect">
                                  <p:stCondLst>
                                    <p:cond delay="250"/>
                                  </p:stCondLst>
                                  <p:childTnLst>
                                    <p:set>
                                      <p:cBhvr>
                                        <p:cTn id="22" dur="1" fill="hold">
                                          <p:stCondLst>
                                            <p:cond delay="0"/>
                                          </p:stCondLst>
                                        </p:cTn>
                                        <p:tgtEl>
                                          <p:spTgt spid="58"/>
                                        </p:tgtEl>
                                        <p:attrNameLst>
                                          <p:attrName>style.visibility</p:attrName>
                                        </p:attrNameLst>
                                      </p:cBhvr>
                                      <p:to>
                                        <p:strVal val="visible"/>
                                      </p:to>
                                    </p:set>
                                    <p:animEffect transition="in" filter="wipe(left)">
                                      <p:cBhvr>
                                        <p:cTn id="23" dur="500"/>
                                        <p:tgtEl>
                                          <p:spTgt spid="58"/>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59"/>
                                        </p:tgtEl>
                                        <p:attrNameLst>
                                          <p:attrName>style.visibility</p:attrName>
                                        </p:attrNameLst>
                                      </p:cBhvr>
                                      <p:to>
                                        <p:strVal val="visible"/>
                                      </p:to>
                                    </p:set>
                                    <p:animEffect transition="in" filter="wipe(left)">
                                      <p:cBhvr>
                                        <p:cTn id="26" dur="500"/>
                                        <p:tgtEl>
                                          <p:spTgt spid="59"/>
                                        </p:tgtEl>
                                      </p:cBhvr>
                                    </p:animEffect>
                                  </p:childTnLst>
                                </p:cTn>
                              </p:par>
                              <p:par>
                                <p:cTn id="27" presetID="22" presetClass="entr" presetSubtype="8" fill="hold" grpId="0" nodeType="withEffect">
                                  <p:stCondLst>
                                    <p:cond delay="1000"/>
                                  </p:stCondLst>
                                  <p:childTnLst>
                                    <p:set>
                                      <p:cBhvr>
                                        <p:cTn id="28" dur="1" fill="hold">
                                          <p:stCondLst>
                                            <p:cond delay="0"/>
                                          </p:stCondLst>
                                        </p:cTn>
                                        <p:tgtEl>
                                          <p:spTgt spid="60"/>
                                        </p:tgtEl>
                                        <p:attrNameLst>
                                          <p:attrName>style.visibility</p:attrName>
                                        </p:attrNameLst>
                                      </p:cBhvr>
                                      <p:to>
                                        <p:strVal val="visible"/>
                                      </p:to>
                                    </p:set>
                                    <p:animEffect transition="in" filter="wipe(left)">
                                      <p:cBhvr>
                                        <p:cTn id="29" dur="500"/>
                                        <p:tgtEl>
                                          <p:spTgt spid="60"/>
                                        </p:tgtEl>
                                      </p:cBhvr>
                                    </p:animEffect>
                                  </p:childTnLst>
                                </p:cTn>
                              </p:par>
                              <p:par>
                                <p:cTn id="30" presetID="22" presetClass="entr" presetSubtype="8" fill="hold" grpId="0" nodeType="withEffect">
                                  <p:stCondLst>
                                    <p:cond delay="1250"/>
                                  </p:stCondLst>
                                  <p:childTnLst>
                                    <p:set>
                                      <p:cBhvr>
                                        <p:cTn id="31" dur="1" fill="hold">
                                          <p:stCondLst>
                                            <p:cond delay="0"/>
                                          </p:stCondLst>
                                        </p:cTn>
                                        <p:tgtEl>
                                          <p:spTgt spid="61"/>
                                        </p:tgtEl>
                                        <p:attrNameLst>
                                          <p:attrName>style.visibility</p:attrName>
                                        </p:attrNameLst>
                                      </p:cBhvr>
                                      <p:to>
                                        <p:strVal val="visible"/>
                                      </p:to>
                                    </p:set>
                                    <p:animEffect transition="in" filter="wipe(left)">
                                      <p:cBhvr>
                                        <p:cTn id="32" dur="500"/>
                                        <p:tgtEl>
                                          <p:spTgt spid="61"/>
                                        </p:tgtEl>
                                      </p:cBhvr>
                                    </p:animEffect>
                                  </p:childTnLst>
                                </p:cTn>
                              </p:par>
                              <p:par>
                                <p:cTn id="33" presetID="22" presetClass="entr" presetSubtype="8" fill="hold" grpId="0" nodeType="withEffect">
                                  <p:stCondLst>
                                    <p:cond delay="500"/>
                                  </p:stCondLst>
                                  <p:childTnLst>
                                    <p:set>
                                      <p:cBhvr>
                                        <p:cTn id="34" dur="1" fill="hold">
                                          <p:stCondLst>
                                            <p:cond delay="0"/>
                                          </p:stCondLst>
                                        </p:cTn>
                                        <p:tgtEl>
                                          <p:spTgt spid="62"/>
                                        </p:tgtEl>
                                        <p:attrNameLst>
                                          <p:attrName>style.visibility</p:attrName>
                                        </p:attrNameLst>
                                      </p:cBhvr>
                                      <p:to>
                                        <p:strVal val="visible"/>
                                      </p:to>
                                    </p:set>
                                    <p:animEffect transition="in" filter="wipe(left)">
                                      <p:cBhvr>
                                        <p:cTn id="35" dur="500"/>
                                        <p:tgtEl>
                                          <p:spTgt spid="62"/>
                                        </p:tgtEl>
                                      </p:cBhvr>
                                    </p:animEffect>
                                  </p:childTnLst>
                                </p:cTn>
                              </p:par>
                              <p:par>
                                <p:cTn id="36" presetID="22" presetClass="entr" presetSubtype="8" fill="hold" grpId="0" nodeType="withEffect">
                                  <p:stCondLst>
                                    <p:cond delay="500"/>
                                  </p:stCondLst>
                                  <p:childTnLst>
                                    <p:set>
                                      <p:cBhvr>
                                        <p:cTn id="37" dur="1" fill="hold">
                                          <p:stCondLst>
                                            <p:cond delay="0"/>
                                          </p:stCondLst>
                                        </p:cTn>
                                        <p:tgtEl>
                                          <p:spTgt spid="63"/>
                                        </p:tgtEl>
                                        <p:attrNameLst>
                                          <p:attrName>style.visibility</p:attrName>
                                        </p:attrNameLst>
                                      </p:cBhvr>
                                      <p:to>
                                        <p:strVal val="visible"/>
                                      </p:to>
                                    </p:set>
                                    <p:animEffect transition="in" filter="wipe(left)">
                                      <p:cBhvr>
                                        <p:cTn id="38"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9" grpId="0"/>
      <p:bldP spid="60" grpId="0"/>
      <p:bldP spid="61" grpId="0"/>
      <p:bldP spid="62" grpId="0"/>
      <p:bldP spid="6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4419495" y="2524526"/>
            <a:ext cx="1530389" cy="511438"/>
          </a:xfrm>
          <a:prstGeom prst="lin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3175">
            <a:solidFill>
              <a:schemeClr val="tx1">
                <a:lumMod val="50000"/>
                <a:lumOff val="50000"/>
              </a:schemeClr>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4" name="直接连接符 3"/>
          <p:cNvCxnSpPr/>
          <p:nvPr/>
        </p:nvCxnSpPr>
        <p:spPr>
          <a:xfrm flipH="1">
            <a:off x="6076931" y="5095873"/>
            <a:ext cx="1227437" cy="582603"/>
          </a:xfrm>
          <a:prstGeom prst="lin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3175">
            <a:solidFill>
              <a:schemeClr val="tx1">
                <a:lumMod val="50000"/>
                <a:lumOff val="50000"/>
              </a:schemeClr>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5" name="直接连接符 4"/>
          <p:cNvCxnSpPr/>
          <p:nvPr/>
        </p:nvCxnSpPr>
        <p:spPr>
          <a:xfrm flipH="1">
            <a:off x="4583675" y="4501699"/>
            <a:ext cx="1375983" cy="484721"/>
          </a:xfrm>
          <a:prstGeom prst="lin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6" name="直接连接符 5"/>
          <p:cNvCxnSpPr/>
          <p:nvPr/>
        </p:nvCxnSpPr>
        <p:spPr>
          <a:xfrm flipH="1">
            <a:off x="5951841" y="3110080"/>
            <a:ext cx="1368163" cy="598239"/>
          </a:xfrm>
          <a:prstGeom prst="lin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3175">
            <a:solidFill>
              <a:schemeClr val="tx1">
                <a:lumMod val="50000"/>
                <a:lumOff val="50000"/>
              </a:schemeClr>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7" name="直接连接符 6"/>
          <p:cNvCxnSpPr/>
          <p:nvPr/>
        </p:nvCxnSpPr>
        <p:spPr>
          <a:xfrm flipH="1" flipV="1">
            <a:off x="4646219" y="5111509"/>
            <a:ext cx="1188349" cy="531630"/>
          </a:xfrm>
          <a:prstGeom prst="lin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3175">
            <a:solidFill>
              <a:schemeClr val="tx1">
                <a:lumMod val="50000"/>
                <a:lumOff val="50000"/>
              </a:schemeClr>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8" name="直接连接符 7"/>
          <p:cNvCxnSpPr/>
          <p:nvPr/>
        </p:nvCxnSpPr>
        <p:spPr>
          <a:xfrm flipH="1" flipV="1">
            <a:off x="5930447" y="4487667"/>
            <a:ext cx="1452101" cy="514389"/>
          </a:xfrm>
          <a:prstGeom prst="lin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9" name="直接连接符 8"/>
          <p:cNvCxnSpPr/>
          <p:nvPr/>
        </p:nvCxnSpPr>
        <p:spPr>
          <a:xfrm flipH="1" flipV="1">
            <a:off x="5992992" y="2533146"/>
            <a:ext cx="1452101" cy="514389"/>
          </a:xfrm>
          <a:prstGeom prst="lin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3175">
            <a:solidFill>
              <a:schemeClr val="tx1">
                <a:lumMod val="50000"/>
                <a:lumOff val="50000"/>
              </a:schemeClr>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10" name="直接连接符 9"/>
          <p:cNvCxnSpPr/>
          <p:nvPr/>
        </p:nvCxnSpPr>
        <p:spPr>
          <a:xfrm flipH="1" flipV="1">
            <a:off x="4552402" y="3078807"/>
            <a:ext cx="1313438" cy="594174"/>
          </a:xfrm>
          <a:prstGeom prst="lin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3175">
            <a:solidFill>
              <a:schemeClr val="tx1">
                <a:lumMod val="50000"/>
                <a:lumOff val="50000"/>
              </a:schemeClr>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11" name="直接连接符 10"/>
          <p:cNvCxnSpPr/>
          <p:nvPr/>
        </p:nvCxnSpPr>
        <p:spPr>
          <a:xfrm>
            <a:off x="4465102" y="3108777"/>
            <a:ext cx="6513" cy="1961036"/>
          </a:xfrm>
          <a:prstGeom prst="lin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3175">
            <a:solidFill>
              <a:schemeClr val="tx1">
                <a:lumMod val="50000"/>
                <a:lumOff val="50000"/>
              </a:schemeClr>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12" name="直接连接符 11"/>
          <p:cNvCxnSpPr/>
          <p:nvPr/>
        </p:nvCxnSpPr>
        <p:spPr>
          <a:xfrm>
            <a:off x="7488095" y="3108777"/>
            <a:ext cx="6513" cy="1961036"/>
          </a:xfrm>
          <a:prstGeom prst="lin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3175">
            <a:solidFill>
              <a:schemeClr val="tx1">
                <a:lumMod val="50000"/>
                <a:lumOff val="50000"/>
              </a:schemeClr>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13" name="直接连接符 12"/>
          <p:cNvCxnSpPr/>
          <p:nvPr/>
        </p:nvCxnSpPr>
        <p:spPr>
          <a:xfrm>
            <a:off x="5970084" y="2672267"/>
            <a:ext cx="0" cy="3022992"/>
          </a:xfrm>
          <a:prstGeom prst="lin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3175">
            <a:solidFill>
              <a:schemeClr val="tx1">
                <a:lumMod val="50000"/>
                <a:lumOff val="50000"/>
              </a:schemeClr>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14" name="椭圆 13"/>
          <p:cNvSpPr>
            <a:spLocks noChangeAspect="1"/>
          </p:cNvSpPr>
          <p:nvPr/>
        </p:nvSpPr>
        <p:spPr>
          <a:xfrm>
            <a:off x="7125824" y="4814424"/>
            <a:ext cx="664845" cy="664845"/>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solidFill>
                <a:latin typeface="思源黑体 CN Medium" panose="020B0600000000000000" pitchFamily="34" charset="-122"/>
                <a:ea typeface="思源黑体 CN Medium" panose="020B0600000000000000" pitchFamily="34" charset="-122"/>
              </a:rPr>
              <a:t>4</a:t>
            </a:r>
            <a:endParaRPr lang="zh-CN" altLang="en-US" sz="1600" b="1" dirty="0">
              <a:solidFill>
                <a:schemeClr val="bg1"/>
              </a:solidFill>
              <a:latin typeface="思源黑体 CN Medium" panose="020B0600000000000000" pitchFamily="34" charset="-122"/>
              <a:ea typeface="思源黑体 CN Medium" panose="020B0600000000000000" pitchFamily="34" charset="-122"/>
            </a:endParaRPr>
          </a:p>
        </p:txBody>
      </p:sp>
      <p:sp>
        <p:nvSpPr>
          <p:cNvPr id="15" name="椭圆 14"/>
          <p:cNvSpPr>
            <a:spLocks noChangeAspect="1"/>
          </p:cNvSpPr>
          <p:nvPr/>
        </p:nvSpPr>
        <p:spPr>
          <a:xfrm>
            <a:off x="7125824" y="2703541"/>
            <a:ext cx="664845" cy="664845"/>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solidFill>
                <a:latin typeface="思源黑体 CN Medium" panose="020B0600000000000000" pitchFamily="34" charset="-122"/>
                <a:ea typeface="思源黑体 CN Medium" panose="020B0600000000000000" pitchFamily="34" charset="-122"/>
              </a:rPr>
              <a:t>2</a:t>
            </a:r>
            <a:endParaRPr lang="zh-CN" altLang="en-US" sz="1600" b="1" dirty="0">
              <a:solidFill>
                <a:schemeClr val="bg1"/>
              </a:solidFill>
              <a:latin typeface="思源黑体 CN Medium" panose="020B0600000000000000" pitchFamily="34" charset="-122"/>
              <a:ea typeface="思源黑体 CN Medium" panose="020B0600000000000000" pitchFamily="34" charset="-122"/>
            </a:endParaRPr>
          </a:p>
        </p:txBody>
      </p:sp>
      <p:sp>
        <p:nvSpPr>
          <p:cNvPr id="16" name="椭圆 15"/>
          <p:cNvSpPr>
            <a:spLocks noChangeAspect="1"/>
          </p:cNvSpPr>
          <p:nvPr/>
        </p:nvSpPr>
        <p:spPr>
          <a:xfrm>
            <a:off x="4123680" y="4814424"/>
            <a:ext cx="664845" cy="664845"/>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solidFill>
                <a:latin typeface="思源黑体 CN Medium" panose="020B0600000000000000" pitchFamily="34" charset="-122"/>
                <a:ea typeface="思源黑体 CN Medium" panose="020B0600000000000000" pitchFamily="34" charset="-122"/>
              </a:rPr>
              <a:t>3</a:t>
            </a:r>
            <a:endParaRPr lang="zh-CN" altLang="en-US" sz="1600" b="1" dirty="0">
              <a:solidFill>
                <a:schemeClr val="bg1"/>
              </a:solidFill>
              <a:latin typeface="思源黑体 CN Medium" panose="020B0600000000000000" pitchFamily="34" charset="-122"/>
              <a:ea typeface="思源黑体 CN Medium" panose="020B0600000000000000" pitchFamily="34" charset="-122"/>
            </a:endParaRPr>
          </a:p>
        </p:txBody>
      </p:sp>
      <p:sp>
        <p:nvSpPr>
          <p:cNvPr id="17" name="椭圆 16"/>
          <p:cNvSpPr>
            <a:spLocks noChangeAspect="1"/>
          </p:cNvSpPr>
          <p:nvPr/>
        </p:nvSpPr>
        <p:spPr>
          <a:xfrm>
            <a:off x="4123680" y="2703541"/>
            <a:ext cx="664845" cy="664845"/>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solidFill>
                <a:latin typeface="思源黑体 CN Medium" panose="020B0600000000000000" pitchFamily="34" charset="-122"/>
                <a:ea typeface="思源黑体 CN Medium" panose="020B0600000000000000" pitchFamily="34" charset="-122"/>
              </a:rPr>
              <a:t>1</a:t>
            </a:r>
            <a:endParaRPr lang="zh-CN" altLang="en-US" sz="1600" b="1" dirty="0">
              <a:solidFill>
                <a:schemeClr val="bg1"/>
              </a:solidFill>
              <a:latin typeface="思源黑体 CN Medium" panose="020B0600000000000000" pitchFamily="34" charset="-122"/>
              <a:ea typeface="思源黑体 CN Medium" panose="020B0600000000000000" pitchFamily="34" charset="-122"/>
            </a:endParaRPr>
          </a:p>
        </p:txBody>
      </p:sp>
      <p:sp>
        <p:nvSpPr>
          <p:cNvPr id="18" name="椭圆 17"/>
          <p:cNvSpPr>
            <a:spLocks noChangeAspect="1"/>
          </p:cNvSpPr>
          <p:nvPr/>
        </p:nvSpPr>
        <p:spPr>
          <a:xfrm>
            <a:off x="5628540" y="2203184"/>
            <a:ext cx="642683" cy="642683"/>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latin typeface="思源黑体 CN Medium" panose="020B0600000000000000" pitchFamily="34" charset="-122"/>
              <a:ea typeface="思源黑体 CN Medium" panose="020B0600000000000000" pitchFamily="34" charset="-122"/>
            </a:endParaRPr>
          </a:p>
        </p:txBody>
      </p:sp>
      <p:sp>
        <p:nvSpPr>
          <p:cNvPr id="19" name="椭圆 18"/>
          <p:cNvSpPr>
            <a:spLocks noChangeAspect="1"/>
          </p:cNvSpPr>
          <p:nvPr/>
        </p:nvSpPr>
        <p:spPr>
          <a:xfrm>
            <a:off x="5628540" y="3422805"/>
            <a:ext cx="642683" cy="642683"/>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latin typeface="思源黑体 CN Medium" panose="020B0600000000000000" pitchFamily="34" charset="-122"/>
              <a:ea typeface="思源黑体 CN Medium" panose="020B0600000000000000" pitchFamily="34" charset="-122"/>
            </a:endParaRPr>
          </a:p>
        </p:txBody>
      </p:sp>
      <p:sp>
        <p:nvSpPr>
          <p:cNvPr id="20" name="椭圆 19"/>
          <p:cNvSpPr>
            <a:spLocks noChangeAspect="1"/>
          </p:cNvSpPr>
          <p:nvPr/>
        </p:nvSpPr>
        <p:spPr>
          <a:xfrm>
            <a:off x="5628540" y="5518052"/>
            <a:ext cx="642683" cy="642683"/>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latin typeface="思源黑体 CN Medium" panose="020B0600000000000000" pitchFamily="34" charset="-122"/>
              <a:ea typeface="思源黑体 CN Medium" panose="020B0600000000000000" pitchFamily="34" charset="-122"/>
            </a:endParaRPr>
          </a:p>
        </p:txBody>
      </p:sp>
      <p:grpSp>
        <p:nvGrpSpPr>
          <p:cNvPr id="35" name="组合 34"/>
          <p:cNvGrpSpPr/>
          <p:nvPr/>
        </p:nvGrpSpPr>
        <p:grpSpPr>
          <a:xfrm>
            <a:off x="1342355" y="2720433"/>
            <a:ext cx="2514311" cy="1295905"/>
            <a:chOff x="-1743928" y="4919298"/>
            <a:chExt cx="2514311" cy="1295905"/>
          </a:xfrm>
        </p:grpSpPr>
        <p:sp>
          <p:nvSpPr>
            <p:cNvPr id="36"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7"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38" name="组合 37"/>
          <p:cNvGrpSpPr/>
          <p:nvPr/>
        </p:nvGrpSpPr>
        <p:grpSpPr>
          <a:xfrm>
            <a:off x="1342355" y="4411700"/>
            <a:ext cx="2514311" cy="1295905"/>
            <a:chOff x="-1743928" y="4919298"/>
            <a:chExt cx="2514311" cy="1295905"/>
          </a:xfrm>
        </p:grpSpPr>
        <p:sp>
          <p:nvSpPr>
            <p:cNvPr id="39"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40"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41" name="组合 40"/>
          <p:cNvGrpSpPr/>
          <p:nvPr/>
        </p:nvGrpSpPr>
        <p:grpSpPr>
          <a:xfrm>
            <a:off x="8150243" y="2720433"/>
            <a:ext cx="2514311" cy="1295905"/>
            <a:chOff x="-1743928" y="4919298"/>
            <a:chExt cx="2514311" cy="1295905"/>
          </a:xfrm>
        </p:grpSpPr>
        <p:sp>
          <p:nvSpPr>
            <p:cNvPr id="42"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43"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44" name="组合 43"/>
          <p:cNvGrpSpPr/>
          <p:nvPr/>
        </p:nvGrpSpPr>
        <p:grpSpPr>
          <a:xfrm>
            <a:off x="8150243" y="4411700"/>
            <a:ext cx="2514311" cy="1295905"/>
            <a:chOff x="-1743928" y="4919298"/>
            <a:chExt cx="2514311" cy="1295905"/>
          </a:xfrm>
        </p:grpSpPr>
        <p:sp>
          <p:nvSpPr>
            <p:cNvPr id="45"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46"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63" name="组合 62"/>
          <p:cNvGrpSpPr/>
          <p:nvPr/>
        </p:nvGrpSpPr>
        <p:grpSpPr>
          <a:xfrm>
            <a:off x="6262928" y="266844"/>
            <a:ext cx="5929072" cy="330008"/>
            <a:chOff x="5025390" y="266844"/>
            <a:chExt cx="6259830" cy="330008"/>
          </a:xfrm>
        </p:grpSpPr>
        <p:cxnSp>
          <p:nvCxnSpPr>
            <p:cNvPr id="64" name="直接连接符 63"/>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69" name="组合 68"/>
          <p:cNvGrpSpPr/>
          <p:nvPr/>
        </p:nvGrpSpPr>
        <p:grpSpPr>
          <a:xfrm>
            <a:off x="0" y="266844"/>
            <a:ext cx="487680" cy="330008"/>
            <a:chOff x="5025390" y="266844"/>
            <a:chExt cx="6259830" cy="330008"/>
          </a:xfrm>
        </p:grpSpPr>
        <p:cxnSp>
          <p:nvCxnSpPr>
            <p:cNvPr id="70" name="直接连接符 69"/>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75" name="矩形 74"/>
          <p:cNvSpPr/>
          <p:nvPr/>
        </p:nvSpPr>
        <p:spPr>
          <a:xfrm>
            <a:off x="496522"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论文绪论</a:t>
            </a:r>
            <a:endPar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6" name="矩形 75"/>
          <p:cNvSpPr/>
          <p:nvPr/>
        </p:nvSpPr>
        <p:spPr>
          <a:xfrm>
            <a:off x="1465866"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研究背景</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7" name="矩形 76"/>
          <p:cNvSpPr/>
          <p:nvPr/>
        </p:nvSpPr>
        <p:spPr>
          <a:xfrm>
            <a:off x="3404554"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研究结果</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8" name="矩形 77"/>
          <p:cNvSpPr/>
          <p:nvPr/>
        </p:nvSpPr>
        <p:spPr>
          <a:xfrm>
            <a:off x="4373898"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问题讨论</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9" name="矩形 78"/>
          <p:cNvSpPr/>
          <p:nvPr/>
        </p:nvSpPr>
        <p:spPr>
          <a:xfrm>
            <a:off x="2435210"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a:t>
            </a: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方法</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80" name="矩形 79"/>
          <p:cNvSpPr/>
          <p:nvPr/>
        </p:nvSpPr>
        <p:spPr>
          <a:xfrm>
            <a:off x="5343244"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论文总结</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cxnSp>
        <p:nvCxnSpPr>
          <p:cNvPr id="81" name="直接连接符 80"/>
          <p:cNvCxnSpPr/>
          <p:nvPr/>
        </p:nvCxnSpPr>
        <p:spPr>
          <a:xfrm>
            <a:off x="2550889" y="554554"/>
            <a:ext cx="657739" cy="0"/>
          </a:xfrm>
          <a:prstGeom prst="line">
            <a:avLst/>
          </a:prstGeom>
          <a:ln w="6350">
            <a:solidFill>
              <a:srgbClr val="AC4243"/>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8"/>
                                        </p:tgtEl>
                                        <p:attrNameLst>
                                          <p:attrName>style.visibility</p:attrName>
                                        </p:attrNameLst>
                                      </p:cBhvr>
                                      <p:to>
                                        <p:strVal val="visible"/>
                                      </p:to>
                                    </p:set>
                                    <p:anim calcmode="lin" valueType="num">
                                      <p:cBhvr additive="base">
                                        <p:cTn id="11" dur="500" fill="hold"/>
                                        <p:tgtEl>
                                          <p:spTgt spid="38"/>
                                        </p:tgtEl>
                                        <p:attrNameLst>
                                          <p:attrName>ppt_x</p:attrName>
                                        </p:attrNameLst>
                                      </p:cBhvr>
                                      <p:tavLst>
                                        <p:tav tm="0">
                                          <p:val>
                                            <p:strVal val="#ppt_x"/>
                                          </p:val>
                                        </p:tav>
                                        <p:tav tm="100000">
                                          <p:val>
                                            <p:strVal val="#ppt_x"/>
                                          </p:val>
                                        </p:tav>
                                      </p:tavLst>
                                    </p:anim>
                                    <p:anim calcmode="lin" valueType="num">
                                      <p:cBhvr additive="base">
                                        <p:cTn id="12" dur="500" fill="hold"/>
                                        <p:tgtEl>
                                          <p:spTgt spid="3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ppt_x"/>
                                          </p:val>
                                        </p:tav>
                                        <p:tav tm="100000">
                                          <p:val>
                                            <p:strVal val="#ppt_x"/>
                                          </p:val>
                                        </p:tav>
                                      </p:tavLst>
                                    </p:anim>
                                    <p:anim calcmode="lin" valueType="num">
                                      <p:cBhvr additive="base">
                                        <p:cTn id="16" dur="500" fill="hold"/>
                                        <p:tgtEl>
                                          <p:spTgt spid="4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4"/>
                                        </p:tgtEl>
                                        <p:attrNameLst>
                                          <p:attrName>style.visibility</p:attrName>
                                        </p:attrNameLst>
                                      </p:cBhvr>
                                      <p:to>
                                        <p:strVal val="visible"/>
                                      </p:to>
                                    </p:set>
                                    <p:anim calcmode="lin" valueType="num">
                                      <p:cBhvr additive="base">
                                        <p:cTn id="19" dur="500" fill="hold"/>
                                        <p:tgtEl>
                                          <p:spTgt spid="44"/>
                                        </p:tgtEl>
                                        <p:attrNameLst>
                                          <p:attrName>ppt_x</p:attrName>
                                        </p:attrNameLst>
                                      </p:cBhvr>
                                      <p:tavLst>
                                        <p:tav tm="0">
                                          <p:val>
                                            <p:strVal val="#ppt_x"/>
                                          </p:val>
                                        </p:tav>
                                        <p:tav tm="100000">
                                          <p:val>
                                            <p:strVal val="#ppt_x"/>
                                          </p:val>
                                        </p:tav>
                                      </p:tavLst>
                                    </p:anim>
                                    <p:anim calcmode="lin" valueType="num">
                                      <p:cBhvr additive="base">
                                        <p:cTn id="20" dur="500" fill="hold"/>
                                        <p:tgtEl>
                                          <p:spTgt spid="44"/>
                                        </p:tgtEl>
                                        <p:attrNameLst>
                                          <p:attrName>ppt_y</p:attrName>
                                        </p:attrNameLst>
                                      </p:cBhvr>
                                      <p:tavLst>
                                        <p:tav tm="0">
                                          <p:val>
                                            <p:strVal val="1+#ppt_h/2"/>
                                          </p:val>
                                        </p:tav>
                                        <p:tav tm="100000">
                                          <p:val>
                                            <p:strVal val="#ppt_y"/>
                                          </p:val>
                                        </p:tav>
                                      </p:tavLst>
                                    </p:anim>
                                  </p:childTnLst>
                                </p:cTn>
                              </p:par>
                              <p:par>
                                <p:cTn id="21" presetID="22" presetClass="entr" presetSubtype="8" fill="hold" grpId="0" nodeType="withEffect">
                                  <p:stCondLst>
                                    <p:cond delay="250"/>
                                  </p:stCondLst>
                                  <p:childTnLst>
                                    <p:set>
                                      <p:cBhvr>
                                        <p:cTn id="22" dur="1" fill="hold">
                                          <p:stCondLst>
                                            <p:cond delay="0"/>
                                          </p:stCondLst>
                                        </p:cTn>
                                        <p:tgtEl>
                                          <p:spTgt spid="75"/>
                                        </p:tgtEl>
                                        <p:attrNameLst>
                                          <p:attrName>style.visibility</p:attrName>
                                        </p:attrNameLst>
                                      </p:cBhvr>
                                      <p:to>
                                        <p:strVal val="visible"/>
                                      </p:to>
                                    </p:set>
                                    <p:animEffect transition="in" filter="wipe(left)">
                                      <p:cBhvr>
                                        <p:cTn id="23" dur="500"/>
                                        <p:tgtEl>
                                          <p:spTgt spid="75"/>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76"/>
                                        </p:tgtEl>
                                        <p:attrNameLst>
                                          <p:attrName>style.visibility</p:attrName>
                                        </p:attrNameLst>
                                      </p:cBhvr>
                                      <p:to>
                                        <p:strVal val="visible"/>
                                      </p:to>
                                    </p:set>
                                    <p:animEffect transition="in" filter="wipe(left)">
                                      <p:cBhvr>
                                        <p:cTn id="26" dur="500"/>
                                        <p:tgtEl>
                                          <p:spTgt spid="76"/>
                                        </p:tgtEl>
                                      </p:cBhvr>
                                    </p:animEffect>
                                  </p:childTnLst>
                                </p:cTn>
                              </p:par>
                              <p:par>
                                <p:cTn id="27" presetID="22" presetClass="entr" presetSubtype="8" fill="hold" grpId="0" nodeType="withEffect">
                                  <p:stCondLst>
                                    <p:cond delay="1000"/>
                                  </p:stCondLst>
                                  <p:childTnLst>
                                    <p:set>
                                      <p:cBhvr>
                                        <p:cTn id="28" dur="1" fill="hold">
                                          <p:stCondLst>
                                            <p:cond delay="0"/>
                                          </p:stCondLst>
                                        </p:cTn>
                                        <p:tgtEl>
                                          <p:spTgt spid="77"/>
                                        </p:tgtEl>
                                        <p:attrNameLst>
                                          <p:attrName>style.visibility</p:attrName>
                                        </p:attrNameLst>
                                      </p:cBhvr>
                                      <p:to>
                                        <p:strVal val="visible"/>
                                      </p:to>
                                    </p:set>
                                    <p:animEffect transition="in" filter="wipe(left)">
                                      <p:cBhvr>
                                        <p:cTn id="29" dur="500"/>
                                        <p:tgtEl>
                                          <p:spTgt spid="77"/>
                                        </p:tgtEl>
                                      </p:cBhvr>
                                    </p:animEffect>
                                  </p:childTnLst>
                                </p:cTn>
                              </p:par>
                              <p:par>
                                <p:cTn id="30" presetID="22" presetClass="entr" presetSubtype="8" fill="hold" grpId="0" nodeType="withEffect">
                                  <p:stCondLst>
                                    <p:cond delay="1250"/>
                                  </p:stCondLst>
                                  <p:childTnLst>
                                    <p:set>
                                      <p:cBhvr>
                                        <p:cTn id="31" dur="1" fill="hold">
                                          <p:stCondLst>
                                            <p:cond delay="0"/>
                                          </p:stCondLst>
                                        </p:cTn>
                                        <p:tgtEl>
                                          <p:spTgt spid="78"/>
                                        </p:tgtEl>
                                        <p:attrNameLst>
                                          <p:attrName>style.visibility</p:attrName>
                                        </p:attrNameLst>
                                      </p:cBhvr>
                                      <p:to>
                                        <p:strVal val="visible"/>
                                      </p:to>
                                    </p:set>
                                    <p:animEffect transition="in" filter="wipe(left)">
                                      <p:cBhvr>
                                        <p:cTn id="32" dur="500"/>
                                        <p:tgtEl>
                                          <p:spTgt spid="78"/>
                                        </p:tgtEl>
                                      </p:cBhvr>
                                    </p:animEffect>
                                  </p:childTnLst>
                                </p:cTn>
                              </p:par>
                              <p:par>
                                <p:cTn id="33" presetID="22" presetClass="entr" presetSubtype="8" fill="hold" grpId="0" nodeType="withEffect">
                                  <p:stCondLst>
                                    <p:cond delay="500"/>
                                  </p:stCondLst>
                                  <p:childTnLst>
                                    <p:set>
                                      <p:cBhvr>
                                        <p:cTn id="34" dur="1" fill="hold">
                                          <p:stCondLst>
                                            <p:cond delay="0"/>
                                          </p:stCondLst>
                                        </p:cTn>
                                        <p:tgtEl>
                                          <p:spTgt spid="79"/>
                                        </p:tgtEl>
                                        <p:attrNameLst>
                                          <p:attrName>style.visibility</p:attrName>
                                        </p:attrNameLst>
                                      </p:cBhvr>
                                      <p:to>
                                        <p:strVal val="visible"/>
                                      </p:to>
                                    </p:set>
                                    <p:animEffect transition="in" filter="wipe(left)">
                                      <p:cBhvr>
                                        <p:cTn id="35" dur="500"/>
                                        <p:tgtEl>
                                          <p:spTgt spid="79"/>
                                        </p:tgtEl>
                                      </p:cBhvr>
                                    </p:animEffect>
                                  </p:childTnLst>
                                </p:cTn>
                              </p:par>
                              <p:par>
                                <p:cTn id="36" presetID="22" presetClass="entr" presetSubtype="8" fill="hold" grpId="0" nodeType="withEffect">
                                  <p:stCondLst>
                                    <p:cond delay="500"/>
                                  </p:stCondLst>
                                  <p:childTnLst>
                                    <p:set>
                                      <p:cBhvr>
                                        <p:cTn id="37" dur="1" fill="hold">
                                          <p:stCondLst>
                                            <p:cond delay="0"/>
                                          </p:stCondLst>
                                        </p:cTn>
                                        <p:tgtEl>
                                          <p:spTgt spid="80"/>
                                        </p:tgtEl>
                                        <p:attrNameLst>
                                          <p:attrName>style.visibility</p:attrName>
                                        </p:attrNameLst>
                                      </p:cBhvr>
                                      <p:to>
                                        <p:strVal val="visible"/>
                                      </p:to>
                                    </p:set>
                                    <p:animEffect transition="in" filter="wipe(left)">
                                      <p:cBhvr>
                                        <p:cTn id="38"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6" grpId="0"/>
      <p:bldP spid="77" grpId="0"/>
      <p:bldP spid="78" grpId="0"/>
      <p:bldP spid="79" grpId="0"/>
      <p:bldP spid="8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p:nvPr/>
        </p:nvSpPr>
        <p:spPr bwMode="auto">
          <a:xfrm>
            <a:off x="515938" y="2883124"/>
            <a:ext cx="2825120" cy="254715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latin typeface="思源黑体 CN Medium" panose="020B0600000000000000" pitchFamily="34" charset="-122"/>
              <a:ea typeface="思源黑体 CN Medium" panose="020B0600000000000000" pitchFamily="34" charset="-122"/>
            </a:endParaRPr>
          </a:p>
        </p:txBody>
      </p:sp>
      <p:sp>
        <p:nvSpPr>
          <p:cNvPr id="4" name="圆角矩形 3"/>
          <p:cNvSpPr/>
          <p:nvPr/>
        </p:nvSpPr>
        <p:spPr>
          <a:xfrm>
            <a:off x="4557834" y="1923349"/>
            <a:ext cx="6929215" cy="759848"/>
          </a:xfrm>
          <a:prstGeom prst="roundRect">
            <a:avLst>
              <a:gd name="adj" fmla="val 50000"/>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latin typeface="思源黑体 CN Medium" panose="020B0600000000000000" pitchFamily="34" charset="-122"/>
              <a:ea typeface="思源黑体 CN Medium" panose="020B0600000000000000" pitchFamily="34" charset="-122"/>
            </a:endParaRPr>
          </a:p>
        </p:txBody>
      </p:sp>
      <p:sp>
        <p:nvSpPr>
          <p:cNvPr id="5" name="Freeform 5"/>
          <p:cNvSpPr/>
          <p:nvPr/>
        </p:nvSpPr>
        <p:spPr bwMode="auto">
          <a:xfrm>
            <a:off x="3471745" y="2266678"/>
            <a:ext cx="921060" cy="3780050"/>
          </a:xfrm>
          <a:custGeom>
            <a:avLst/>
            <a:gdLst>
              <a:gd name="T0" fmla="*/ 1999 w 3544"/>
              <a:gd name="T1" fmla="*/ 9150 h 14563"/>
              <a:gd name="T2" fmla="*/ 1999 w 3544"/>
              <a:gd name="T3" fmla="*/ 12306 h 14563"/>
              <a:gd name="T4" fmla="*/ 2353 w 3544"/>
              <a:gd name="T5" fmla="*/ 13628 h 14563"/>
              <a:gd name="T6" fmla="*/ 3544 w 3544"/>
              <a:gd name="T7" fmla="*/ 14112 h 14563"/>
              <a:gd name="T8" fmla="*/ 3544 w 3544"/>
              <a:gd name="T9" fmla="*/ 14563 h 14563"/>
              <a:gd name="T10" fmla="*/ 1933 w 3544"/>
              <a:gd name="T11" fmla="*/ 14016 h 14563"/>
              <a:gd name="T12" fmla="*/ 1419 w 3544"/>
              <a:gd name="T13" fmla="*/ 12050 h 14563"/>
              <a:gd name="T14" fmla="*/ 1419 w 3544"/>
              <a:gd name="T15" fmla="*/ 9279 h 14563"/>
              <a:gd name="T16" fmla="*/ 1160 w 3544"/>
              <a:gd name="T17" fmla="*/ 8022 h 14563"/>
              <a:gd name="T18" fmla="*/ 0 w 3544"/>
              <a:gd name="T19" fmla="*/ 7475 h 14563"/>
              <a:gd name="T20" fmla="*/ 0 w 3544"/>
              <a:gd name="T21" fmla="*/ 7088 h 14563"/>
              <a:gd name="T22" fmla="*/ 1127 w 3544"/>
              <a:gd name="T23" fmla="*/ 6571 h 14563"/>
              <a:gd name="T24" fmla="*/ 1419 w 3544"/>
              <a:gd name="T25" fmla="*/ 5284 h 14563"/>
              <a:gd name="T26" fmla="*/ 1419 w 3544"/>
              <a:gd name="T27" fmla="*/ 2513 h 14563"/>
              <a:gd name="T28" fmla="*/ 1933 w 3544"/>
              <a:gd name="T29" fmla="*/ 547 h 14563"/>
              <a:gd name="T30" fmla="*/ 3544 w 3544"/>
              <a:gd name="T31" fmla="*/ 0 h 14563"/>
              <a:gd name="T32" fmla="*/ 3544 w 3544"/>
              <a:gd name="T33" fmla="*/ 451 h 14563"/>
              <a:gd name="T34" fmla="*/ 2353 w 3544"/>
              <a:gd name="T35" fmla="*/ 902 h 14563"/>
              <a:gd name="T36" fmla="*/ 1999 w 3544"/>
              <a:gd name="T37" fmla="*/ 2254 h 14563"/>
              <a:gd name="T38" fmla="*/ 1999 w 3544"/>
              <a:gd name="T39" fmla="*/ 5413 h 14563"/>
              <a:gd name="T40" fmla="*/ 580 w 3544"/>
              <a:gd name="T41" fmla="*/ 7275 h 14563"/>
              <a:gd name="T42" fmla="*/ 580 w 3544"/>
              <a:gd name="T43" fmla="*/ 7304 h 14563"/>
              <a:gd name="T44" fmla="*/ 1999 w 3544"/>
              <a:gd name="T45" fmla="*/ 9150 h 14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544" h="14563">
                <a:moveTo>
                  <a:pt x="1999" y="9150"/>
                </a:moveTo>
                <a:lnTo>
                  <a:pt x="1999" y="12306"/>
                </a:lnTo>
                <a:cubicBezTo>
                  <a:pt x="1999" y="12867"/>
                  <a:pt x="2117" y="13306"/>
                  <a:pt x="2353" y="13628"/>
                </a:cubicBezTo>
                <a:cubicBezTo>
                  <a:pt x="2590" y="13950"/>
                  <a:pt x="2986" y="14112"/>
                  <a:pt x="3544" y="14112"/>
                </a:cubicBezTo>
                <a:lnTo>
                  <a:pt x="3544" y="14563"/>
                </a:lnTo>
                <a:cubicBezTo>
                  <a:pt x="2815" y="14563"/>
                  <a:pt x="2276" y="14379"/>
                  <a:pt x="1933" y="14016"/>
                </a:cubicBezTo>
                <a:cubicBezTo>
                  <a:pt x="1589" y="13650"/>
                  <a:pt x="1419" y="12993"/>
                  <a:pt x="1419" y="12050"/>
                </a:cubicBezTo>
                <a:lnTo>
                  <a:pt x="1419" y="9279"/>
                </a:lnTo>
                <a:cubicBezTo>
                  <a:pt x="1419" y="8762"/>
                  <a:pt x="1333" y="8344"/>
                  <a:pt x="1160" y="8022"/>
                </a:cubicBezTo>
                <a:cubicBezTo>
                  <a:pt x="990" y="7701"/>
                  <a:pt x="602" y="7516"/>
                  <a:pt x="0" y="7475"/>
                </a:cubicBezTo>
                <a:lnTo>
                  <a:pt x="0" y="7088"/>
                </a:lnTo>
                <a:cubicBezTo>
                  <a:pt x="558" y="7002"/>
                  <a:pt x="935" y="6829"/>
                  <a:pt x="1127" y="6571"/>
                </a:cubicBezTo>
                <a:cubicBezTo>
                  <a:pt x="1322" y="6315"/>
                  <a:pt x="1419" y="5883"/>
                  <a:pt x="1419" y="5284"/>
                </a:cubicBezTo>
                <a:lnTo>
                  <a:pt x="1419" y="2513"/>
                </a:lnTo>
                <a:cubicBezTo>
                  <a:pt x="1419" y="1567"/>
                  <a:pt x="1589" y="913"/>
                  <a:pt x="1933" y="547"/>
                </a:cubicBezTo>
                <a:cubicBezTo>
                  <a:pt x="2276" y="181"/>
                  <a:pt x="2815" y="0"/>
                  <a:pt x="3544" y="0"/>
                </a:cubicBezTo>
                <a:lnTo>
                  <a:pt x="3544" y="451"/>
                </a:lnTo>
                <a:cubicBezTo>
                  <a:pt x="2986" y="451"/>
                  <a:pt x="2590" y="602"/>
                  <a:pt x="2353" y="902"/>
                </a:cubicBezTo>
                <a:cubicBezTo>
                  <a:pt x="2117" y="1201"/>
                  <a:pt x="1999" y="1652"/>
                  <a:pt x="1999" y="2254"/>
                </a:cubicBezTo>
                <a:lnTo>
                  <a:pt x="1999" y="5413"/>
                </a:lnTo>
                <a:cubicBezTo>
                  <a:pt x="1999" y="6265"/>
                  <a:pt x="1592" y="7275"/>
                  <a:pt x="580" y="7275"/>
                </a:cubicBezTo>
                <a:lnTo>
                  <a:pt x="580" y="7304"/>
                </a:lnTo>
                <a:cubicBezTo>
                  <a:pt x="1565" y="7304"/>
                  <a:pt x="1999" y="8309"/>
                  <a:pt x="1999" y="9150"/>
                </a:cubicBezTo>
                <a:close/>
              </a:path>
            </a:pathLst>
          </a:custGeom>
          <a:solidFill>
            <a:srgbClr val="AC4243"/>
          </a:solidFill>
          <a:ln>
            <a:noFill/>
          </a:ln>
        </p:spPr>
        <p:txBody>
          <a:bodyPr vert="horz" wrap="square" lIns="91440" tIns="45720" rIns="91440" bIns="45720" numCol="1" anchor="t" anchorCtr="0" compatLnSpc="1"/>
          <a:lstStyle/>
          <a:p>
            <a:endParaRPr lang="zh-CN" altLang="en-US">
              <a:solidFill>
                <a:schemeClr val="bg1"/>
              </a:solidFill>
            </a:endParaRPr>
          </a:p>
        </p:txBody>
      </p:sp>
      <p:sp>
        <p:nvSpPr>
          <p:cNvPr id="6" name="圆角矩形 5"/>
          <p:cNvSpPr/>
          <p:nvPr/>
        </p:nvSpPr>
        <p:spPr>
          <a:xfrm>
            <a:off x="4567460" y="3158785"/>
            <a:ext cx="6929215" cy="759848"/>
          </a:xfrm>
          <a:prstGeom prst="roundRect">
            <a:avLst>
              <a:gd name="adj" fmla="val 50000"/>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latin typeface="思源黑体 CN Medium" panose="020B0600000000000000" pitchFamily="34" charset="-122"/>
              <a:ea typeface="思源黑体 CN Medium" panose="020B0600000000000000" pitchFamily="34" charset="-122"/>
            </a:endParaRPr>
          </a:p>
        </p:txBody>
      </p:sp>
      <p:sp>
        <p:nvSpPr>
          <p:cNvPr id="7" name="圆角矩形 6"/>
          <p:cNvSpPr/>
          <p:nvPr/>
        </p:nvSpPr>
        <p:spPr>
          <a:xfrm>
            <a:off x="4557834" y="4394220"/>
            <a:ext cx="6929215" cy="759848"/>
          </a:xfrm>
          <a:prstGeom prst="roundRect">
            <a:avLst>
              <a:gd name="adj" fmla="val 50000"/>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latin typeface="思源黑体 CN Medium" panose="020B0600000000000000" pitchFamily="34" charset="-122"/>
              <a:ea typeface="思源黑体 CN Medium" panose="020B0600000000000000" pitchFamily="34" charset="-122"/>
            </a:endParaRPr>
          </a:p>
        </p:txBody>
      </p:sp>
      <p:sp>
        <p:nvSpPr>
          <p:cNvPr id="8" name="圆角矩形 7"/>
          <p:cNvSpPr/>
          <p:nvPr/>
        </p:nvSpPr>
        <p:spPr>
          <a:xfrm>
            <a:off x="4557834" y="5629654"/>
            <a:ext cx="6929215" cy="759848"/>
          </a:xfrm>
          <a:prstGeom prst="roundRect">
            <a:avLst>
              <a:gd name="adj" fmla="val 50000"/>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1"/>
              </a:solidFill>
              <a:latin typeface="思源黑体 CN Medium" panose="020B0600000000000000" pitchFamily="34" charset="-122"/>
              <a:ea typeface="思源黑体 CN Medium" panose="020B0600000000000000" pitchFamily="34" charset="-122"/>
            </a:endParaRPr>
          </a:p>
        </p:txBody>
      </p:sp>
      <p:sp>
        <p:nvSpPr>
          <p:cNvPr id="17" name="学论网-www.xuelun.me"/>
          <p:cNvSpPr txBox="1"/>
          <p:nvPr/>
        </p:nvSpPr>
        <p:spPr>
          <a:xfrm>
            <a:off x="4877697" y="2031472"/>
            <a:ext cx="4498082" cy="525337"/>
          </a:xfrm>
          <a:prstGeom prst="rect">
            <a:avLst/>
          </a:prstGeom>
          <a:noFill/>
          <a:ln>
            <a:noFill/>
          </a:ln>
        </p:spPr>
        <p:txBody>
          <a:bodyPr wrap="square" lIns="0" tIns="0" rIns="0" bIns="0" rtlCol="0">
            <a:spAutoFit/>
          </a:bodyPr>
          <a:lstStyle/>
          <a:p>
            <a:pPr>
              <a:lnSpc>
                <a:spcPct val="150000"/>
              </a:lnSpc>
            </a:pP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文本</a:t>
            </a:r>
            <a:endPar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sp>
        <p:nvSpPr>
          <p:cNvPr id="19" name="学论网-www.xuelun.me"/>
          <p:cNvSpPr txBox="1"/>
          <p:nvPr/>
        </p:nvSpPr>
        <p:spPr>
          <a:xfrm>
            <a:off x="4877697" y="4523644"/>
            <a:ext cx="4498082" cy="525337"/>
          </a:xfrm>
          <a:prstGeom prst="rect">
            <a:avLst/>
          </a:prstGeom>
          <a:noFill/>
          <a:ln>
            <a:noFill/>
          </a:ln>
        </p:spPr>
        <p:txBody>
          <a:bodyPr wrap="square" lIns="0" tIns="0" rIns="0" bIns="0" rtlCol="0">
            <a:spAutoFit/>
          </a:bodyPr>
          <a:lstStyle/>
          <a:p>
            <a:pPr>
              <a:lnSpc>
                <a:spcPct val="150000"/>
              </a:lnSpc>
            </a:pP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文本</a:t>
            </a:r>
            <a:endPar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sp>
        <p:nvSpPr>
          <p:cNvPr id="20" name="学论网-www.xuelun.me"/>
          <p:cNvSpPr txBox="1"/>
          <p:nvPr/>
        </p:nvSpPr>
        <p:spPr>
          <a:xfrm>
            <a:off x="4877697" y="3277558"/>
            <a:ext cx="4498082" cy="525337"/>
          </a:xfrm>
          <a:prstGeom prst="rect">
            <a:avLst/>
          </a:prstGeom>
          <a:noFill/>
          <a:ln>
            <a:noFill/>
          </a:ln>
        </p:spPr>
        <p:txBody>
          <a:bodyPr wrap="square" lIns="0" tIns="0" rIns="0" bIns="0" rtlCol="0">
            <a:spAutoFit/>
          </a:bodyPr>
          <a:lstStyle/>
          <a:p>
            <a:pPr>
              <a:lnSpc>
                <a:spcPct val="150000"/>
              </a:lnSpc>
            </a:pP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文本</a:t>
            </a:r>
            <a:endPar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sp>
        <p:nvSpPr>
          <p:cNvPr id="21" name="学论网-www.xuelun.me"/>
          <p:cNvSpPr txBox="1"/>
          <p:nvPr/>
        </p:nvSpPr>
        <p:spPr>
          <a:xfrm>
            <a:off x="4877697" y="5769729"/>
            <a:ext cx="4498082" cy="525337"/>
          </a:xfrm>
          <a:prstGeom prst="rect">
            <a:avLst/>
          </a:prstGeom>
          <a:noFill/>
          <a:ln>
            <a:noFill/>
          </a:ln>
        </p:spPr>
        <p:txBody>
          <a:bodyPr wrap="square" lIns="0" tIns="0" rIns="0" bIns="0" rtlCol="0">
            <a:spAutoFit/>
          </a:bodyPr>
          <a:lstStyle/>
          <a:p>
            <a:pPr>
              <a:lnSpc>
                <a:spcPct val="150000"/>
              </a:lnSpc>
            </a:pP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a:t>
            </a:r>
            <a:r>
              <a:rPr lang="zh-CN" altLang="en-US" sz="1200" dirty="0" smtClean="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文本</a:t>
            </a:r>
            <a:endParaRPr lang="zh-CN" altLang="en-US" sz="1200" dirty="0">
              <a:solidFill>
                <a:schemeClr val="bg1"/>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sp>
        <p:nvSpPr>
          <p:cNvPr id="22" name="文本框 21"/>
          <p:cNvSpPr txBox="1"/>
          <p:nvPr/>
        </p:nvSpPr>
        <p:spPr>
          <a:xfrm flipH="1">
            <a:off x="992606" y="4013037"/>
            <a:ext cx="2150644" cy="461665"/>
          </a:xfrm>
          <a:prstGeom prst="rect">
            <a:avLst/>
          </a:prstGeom>
          <a:noFill/>
        </p:spPr>
        <p:txBody>
          <a:bodyPr wrap="square" rtlCol="0">
            <a:spAutoFit/>
          </a:bodyPr>
          <a:lstStyle/>
          <a:p>
            <a:r>
              <a:rPr lang="zh-CN" altLang="en-US" sz="2400" dirty="0" smtClean="0">
                <a:solidFill>
                  <a:schemeClr val="bg1"/>
                </a:solidFill>
                <a:latin typeface="思源黑体 CN Medium" panose="020B0600000000000000" pitchFamily="34" charset="-122"/>
                <a:ea typeface="思源黑体 CN Medium" panose="020B0600000000000000" pitchFamily="34" charset="-122"/>
              </a:rPr>
              <a:t>输入您的标题</a:t>
            </a:r>
            <a:endParaRPr lang="zh-CN" altLang="en-US" sz="2400" dirty="0">
              <a:solidFill>
                <a:schemeClr val="bg1"/>
              </a:solidFill>
              <a:latin typeface="思源黑体 CN Medium" panose="020B0600000000000000" pitchFamily="34" charset="-122"/>
              <a:ea typeface="思源黑体 CN Medium" panose="020B0600000000000000" pitchFamily="34" charset="-122"/>
            </a:endParaRPr>
          </a:p>
        </p:txBody>
      </p:sp>
      <p:grpSp>
        <p:nvGrpSpPr>
          <p:cNvPr id="36" name="组合 35"/>
          <p:cNvGrpSpPr/>
          <p:nvPr/>
        </p:nvGrpSpPr>
        <p:grpSpPr>
          <a:xfrm>
            <a:off x="6262928" y="266844"/>
            <a:ext cx="5929072" cy="330008"/>
            <a:chOff x="5025390" y="266844"/>
            <a:chExt cx="6259830" cy="330008"/>
          </a:xfrm>
        </p:grpSpPr>
        <p:cxnSp>
          <p:nvCxnSpPr>
            <p:cNvPr id="37" name="直接连接符 36"/>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42" name="组合 41"/>
          <p:cNvGrpSpPr/>
          <p:nvPr/>
        </p:nvGrpSpPr>
        <p:grpSpPr>
          <a:xfrm>
            <a:off x="0" y="266844"/>
            <a:ext cx="487680" cy="330008"/>
            <a:chOff x="5025390" y="266844"/>
            <a:chExt cx="6259830" cy="330008"/>
          </a:xfrm>
        </p:grpSpPr>
        <p:cxnSp>
          <p:nvCxnSpPr>
            <p:cNvPr id="43" name="直接连接符 4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8" name="矩形 47"/>
          <p:cNvSpPr/>
          <p:nvPr/>
        </p:nvSpPr>
        <p:spPr>
          <a:xfrm>
            <a:off x="496522"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论文绪论</a:t>
            </a:r>
            <a:endPar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49" name="矩形 48"/>
          <p:cNvSpPr/>
          <p:nvPr/>
        </p:nvSpPr>
        <p:spPr>
          <a:xfrm>
            <a:off x="1465866"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研究背景</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50" name="矩形 49"/>
          <p:cNvSpPr/>
          <p:nvPr/>
        </p:nvSpPr>
        <p:spPr>
          <a:xfrm>
            <a:off x="3404554"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研究结果</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51" name="矩形 50"/>
          <p:cNvSpPr/>
          <p:nvPr/>
        </p:nvSpPr>
        <p:spPr>
          <a:xfrm>
            <a:off x="4373898"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问题讨论</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52" name="矩形 51"/>
          <p:cNvSpPr/>
          <p:nvPr/>
        </p:nvSpPr>
        <p:spPr>
          <a:xfrm>
            <a:off x="2435210"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a:t>
            </a: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方法</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53" name="矩形 52"/>
          <p:cNvSpPr/>
          <p:nvPr/>
        </p:nvSpPr>
        <p:spPr>
          <a:xfrm>
            <a:off x="5343244"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论文总结</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cxnSp>
        <p:nvCxnSpPr>
          <p:cNvPr id="54" name="直接连接符 53"/>
          <p:cNvCxnSpPr/>
          <p:nvPr/>
        </p:nvCxnSpPr>
        <p:spPr>
          <a:xfrm>
            <a:off x="2550889" y="554554"/>
            <a:ext cx="657739" cy="0"/>
          </a:xfrm>
          <a:prstGeom prst="line">
            <a:avLst/>
          </a:prstGeom>
          <a:ln w="6350">
            <a:solidFill>
              <a:srgbClr val="AC4243"/>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ppt_x"/>
                                          </p:val>
                                        </p:tav>
                                        <p:tav tm="100000">
                                          <p:val>
                                            <p:strVal val="#ppt_x"/>
                                          </p:val>
                                        </p:tav>
                                      </p:tavLst>
                                    </p:anim>
                                    <p:anim calcmode="lin" valueType="num">
                                      <p:cBhvr additive="base">
                                        <p:cTn id="24" dur="500" fill="hold"/>
                                        <p:tgtEl>
                                          <p:spTgt spid="1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ppt_x"/>
                                          </p:val>
                                        </p:tav>
                                        <p:tav tm="100000">
                                          <p:val>
                                            <p:strVal val="#ppt_x"/>
                                          </p:val>
                                        </p:tav>
                                      </p:tavLst>
                                    </p:anim>
                                    <p:anim calcmode="lin" valueType="num">
                                      <p:cBhvr additive="base">
                                        <p:cTn id="32" dur="500" fill="hold"/>
                                        <p:tgtEl>
                                          <p:spTgt spid="20"/>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cBhvr additive="base">
                                        <p:cTn id="35" dur="500" fill="hold"/>
                                        <p:tgtEl>
                                          <p:spTgt spid="21"/>
                                        </p:tgtEl>
                                        <p:attrNameLst>
                                          <p:attrName>ppt_x</p:attrName>
                                        </p:attrNameLst>
                                      </p:cBhvr>
                                      <p:tavLst>
                                        <p:tav tm="0">
                                          <p:val>
                                            <p:strVal val="#ppt_x"/>
                                          </p:val>
                                        </p:tav>
                                        <p:tav tm="100000">
                                          <p:val>
                                            <p:strVal val="#ppt_x"/>
                                          </p:val>
                                        </p:tav>
                                      </p:tavLst>
                                    </p:anim>
                                    <p:anim calcmode="lin" valueType="num">
                                      <p:cBhvr additive="base">
                                        <p:cTn id="36" dur="500" fill="hold"/>
                                        <p:tgtEl>
                                          <p:spTgt spid="21"/>
                                        </p:tgtEl>
                                        <p:attrNameLst>
                                          <p:attrName>ppt_y</p:attrName>
                                        </p:attrNameLst>
                                      </p:cBhvr>
                                      <p:tavLst>
                                        <p:tav tm="0">
                                          <p:val>
                                            <p:strVal val="1+#ppt_h/2"/>
                                          </p:val>
                                        </p:tav>
                                        <p:tav tm="100000">
                                          <p:val>
                                            <p:strVal val="#ppt_y"/>
                                          </p:val>
                                        </p:tav>
                                      </p:tavLst>
                                    </p:anim>
                                  </p:childTnLst>
                                </p:cTn>
                              </p:par>
                              <p:par>
                                <p:cTn id="37" presetID="22" presetClass="entr" presetSubtype="8" fill="hold" grpId="0" nodeType="withEffect">
                                  <p:stCondLst>
                                    <p:cond delay="250"/>
                                  </p:stCondLst>
                                  <p:childTnLst>
                                    <p:set>
                                      <p:cBhvr>
                                        <p:cTn id="38" dur="1" fill="hold">
                                          <p:stCondLst>
                                            <p:cond delay="0"/>
                                          </p:stCondLst>
                                        </p:cTn>
                                        <p:tgtEl>
                                          <p:spTgt spid="48"/>
                                        </p:tgtEl>
                                        <p:attrNameLst>
                                          <p:attrName>style.visibility</p:attrName>
                                        </p:attrNameLst>
                                      </p:cBhvr>
                                      <p:to>
                                        <p:strVal val="visible"/>
                                      </p:to>
                                    </p:set>
                                    <p:animEffect transition="in" filter="wipe(left)">
                                      <p:cBhvr>
                                        <p:cTn id="39" dur="500"/>
                                        <p:tgtEl>
                                          <p:spTgt spid="48"/>
                                        </p:tgtEl>
                                      </p:cBhvr>
                                    </p:animEffect>
                                  </p:childTnLst>
                                </p:cTn>
                              </p:par>
                              <p:par>
                                <p:cTn id="40" presetID="22" presetClass="entr" presetSubtype="8" fill="hold" grpId="0" nodeType="withEffect">
                                  <p:stCondLst>
                                    <p:cond delay="500"/>
                                  </p:stCondLst>
                                  <p:childTnLst>
                                    <p:set>
                                      <p:cBhvr>
                                        <p:cTn id="41" dur="1" fill="hold">
                                          <p:stCondLst>
                                            <p:cond delay="0"/>
                                          </p:stCondLst>
                                        </p:cTn>
                                        <p:tgtEl>
                                          <p:spTgt spid="49"/>
                                        </p:tgtEl>
                                        <p:attrNameLst>
                                          <p:attrName>style.visibility</p:attrName>
                                        </p:attrNameLst>
                                      </p:cBhvr>
                                      <p:to>
                                        <p:strVal val="visible"/>
                                      </p:to>
                                    </p:set>
                                    <p:animEffect transition="in" filter="wipe(left)">
                                      <p:cBhvr>
                                        <p:cTn id="42" dur="500"/>
                                        <p:tgtEl>
                                          <p:spTgt spid="49"/>
                                        </p:tgtEl>
                                      </p:cBhvr>
                                    </p:animEffect>
                                  </p:childTnLst>
                                </p:cTn>
                              </p:par>
                              <p:par>
                                <p:cTn id="43" presetID="22" presetClass="entr" presetSubtype="8" fill="hold" grpId="0" nodeType="withEffect">
                                  <p:stCondLst>
                                    <p:cond delay="1000"/>
                                  </p:stCondLst>
                                  <p:childTnLst>
                                    <p:set>
                                      <p:cBhvr>
                                        <p:cTn id="44" dur="1" fill="hold">
                                          <p:stCondLst>
                                            <p:cond delay="0"/>
                                          </p:stCondLst>
                                        </p:cTn>
                                        <p:tgtEl>
                                          <p:spTgt spid="50"/>
                                        </p:tgtEl>
                                        <p:attrNameLst>
                                          <p:attrName>style.visibility</p:attrName>
                                        </p:attrNameLst>
                                      </p:cBhvr>
                                      <p:to>
                                        <p:strVal val="visible"/>
                                      </p:to>
                                    </p:set>
                                    <p:animEffect transition="in" filter="wipe(left)">
                                      <p:cBhvr>
                                        <p:cTn id="45" dur="500"/>
                                        <p:tgtEl>
                                          <p:spTgt spid="50"/>
                                        </p:tgtEl>
                                      </p:cBhvr>
                                    </p:animEffect>
                                  </p:childTnLst>
                                </p:cTn>
                              </p:par>
                              <p:par>
                                <p:cTn id="46" presetID="22" presetClass="entr" presetSubtype="8" fill="hold" grpId="0" nodeType="withEffect">
                                  <p:stCondLst>
                                    <p:cond delay="1250"/>
                                  </p:stCondLst>
                                  <p:childTnLst>
                                    <p:set>
                                      <p:cBhvr>
                                        <p:cTn id="47" dur="1" fill="hold">
                                          <p:stCondLst>
                                            <p:cond delay="0"/>
                                          </p:stCondLst>
                                        </p:cTn>
                                        <p:tgtEl>
                                          <p:spTgt spid="51"/>
                                        </p:tgtEl>
                                        <p:attrNameLst>
                                          <p:attrName>style.visibility</p:attrName>
                                        </p:attrNameLst>
                                      </p:cBhvr>
                                      <p:to>
                                        <p:strVal val="visible"/>
                                      </p:to>
                                    </p:set>
                                    <p:animEffect transition="in" filter="wipe(left)">
                                      <p:cBhvr>
                                        <p:cTn id="48" dur="500"/>
                                        <p:tgtEl>
                                          <p:spTgt spid="51"/>
                                        </p:tgtEl>
                                      </p:cBhvr>
                                    </p:animEffect>
                                  </p:childTnLst>
                                </p:cTn>
                              </p:par>
                              <p:par>
                                <p:cTn id="49" presetID="22" presetClass="entr" presetSubtype="8" fill="hold" grpId="0" nodeType="withEffect">
                                  <p:stCondLst>
                                    <p:cond delay="500"/>
                                  </p:stCondLst>
                                  <p:childTnLst>
                                    <p:set>
                                      <p:cBhvr>
                                        <p:cTn id="50" dur="1" fill="hold">
                                          <p:stCondLst>
                                            <p:cond delay="0"/>
                                          </p:stCondLst>
                                        </p:cTn>
                                        <p:tgtEl>
                                          <p:spTgt spid="52"/>
                                        </p:tgtEl>
                                        <p:attrNameLst>
                                          <p:attrName>style.visibility</p:attrName>
                                        </p:attrNameLst>
                                      </p:cBhvr>
                                      <p:to>
                                        <p:strVal val="visible"/>
                                      </p:to>
                                    </p:set>
                                    <p:animEffect transition="in" filter="wipe(left)">
                                      <p:cBhvr>
                                        <p:cTn id="51" dur="500"/>
                                        <p:tgtEl>
                                          <p:spTgt spid="52"/>
                                        </p:tgtEl>
                                      </p:cBhvr>
                                    </p:animEffect>
                                  </p:childTnLst>
                                </p:cTn>
                              </p:par>
                              <p:par>
                                <p:cTn id="52" presetID="22" presetClass="entr" presetSubtype="8" fill="hold" grpId="0" nodeType="withEffect">
                                  <p:stCondLst>
                                    <p:cond delay="500"/>
                                  </p:stCondLst>
                                  <p:childTnLst>
                                    <p:set>
                                      <p:cBhvr>
                                        <p:cTn id="53" dur="1" fill="hold">
                                          <p:stCondLst>
                                            <p:cond delay="0"/>
                                          </p:stCondLst>
                                        </p:cTn>
                                        <p:tgtEl>
                                          <p:spTgt spid="53"/>
                                        </p:tgtEl>
                                        <p:attrNameLst>
                                          <p:attrName>style.visibility</p:attrName>
                                        </p:attrNameLst>
                                      </p:cBhvr>
                                      <p:to>
                                        <p:strVal val="visible"/>
                                      </p:to>
                                    </p:set>
                                    <p:animEffect transition="in" filter="wipe(left)">
                                      <p:cBhvr>
                                        <p:cTn id="54"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7" grpId="0"/>
      <p:bldP spid="19" grpId="0"/>
      <p:bldP spid="20" grpId="0"/>
      <p:bldP spid="21" grpId="0"/>
      <p:bldP spid="48" grpId="0"/>
      <p:bldP spid="49" grpId="0"/>
      <p:bldP spid="50" grpId="0"/>
      <p:bldP spid="51" grpId="0"/>
      <p:bldP spid="52" grpId="0"/>
      <p:bldP spid="5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97121" y="1253167"/>
            <a:ext cx="2559495" cy="4063749"/>
            <a:chOff x="1022470" y="1481251"/>
            <a:chExt cx="2066102" cy="4063749"/>
          </a:xfrm>
        </p:grpSpPr>
        <p:sp>
          <p:nvSpPr>
            <p:cNvPr id="19" name="任意多边形: 形状 185"/>
            <p:cNvSpPr/>
            <p:nvPr/>
          </p:nvSpPr>
          <p:spPr>
            <a:xfrm rot="16200000">
              <a:off x="64703" y="2439018"/>
              <a:ext cx="3981636" cy="2066102"/>
            </a:xfrm>
            <a:custGeom>
              <a:avLst/>
              <a:gdLst>
                <a:gd name="connsiteX0" fmla="*/ 0 w 3968423"/>
                <a:gd name="connsiteY0" fmla="*/ 0 h 1933574"/>
                <a:gd name="connsiteX1" fmla="*/ 3968423 w 3968423"/>
                <a:gd name="connsiteY1" fmla="*/ 0 h 1933574"/>
                <a:gd name="connsiteX2" fmla="*/ 3946431 w 3968423"/>
                <a:gd name="connsiteY2" fmla="*/ 161996 h 1933574"/>
                <a:gd name="connsiteX3" fmla="*/ 1984212 w 3968423"/>
                <a:gd name="connsiteY3" fmla="*/ 1933574 h 1933574"/>
                <a:gd name="connsiteX4" fmla="*/ 21992 w 3968423"/>
                <a:gd name="connsiteY4" fmla="*/ 161996 h 1933574"/>
                <a:gd name="connsiteX0-1" fmla="*/ 0 w 3968423"/>
                <a:gd name="connsiteY0-2" fmla="*/ 19051 h 1952625"/>
                <a:gd name="connsiteX1-3" fmla="*/ 304945 w 3968423"/>
                <a:gd name="connsiteY1-4" fmla="*/ 0 h 1952625"/>
                <a:gd name="connsiteX2-5" fmla="*/ 3968423 w 3968423"/>
                <a:gd name="connsiteY2-6" fmla="*/ 19051 h 1952625"/>
                <a:gd name="connsiteX3-7" fmla="*/ 3946431 w 3968423"/>
                <a:gd name="connsiteY3-8" fmla="*/ 181047 h 1952625"/>
                <a:gd name="connsiteX4-9" fmla="*/ 1984212 w 3968423"/>
                <a:gd name="connsiteY4-10" fmla="*/ 1952625 h 1952625"/>
                <a:gd name="connsiteX5" fmla="*/ 21992 w 3968423"/>
                <a:gd name="connsiteY5" fmla="*/ 181047 h 1952625"/>
                <a:gd name="connsiteX6" fmla="*/ 0 w 3968423"/>
                <a:gd name="connsiteY6" fmla="*/ 19051 h 1952625"/>
                <a:gd name="connsiteX0-11" fmla="*/ 0 w 3968423"/>
                <a:gd name="connsiteY0-12" fmla="*/ 0 h 1933574"/>
                <a:gd name="connsiteX1-13" fmla="*/ 3968423 w 3968423"/>
                <a:gd name="connsiteY1-14" fmla="*/ 0 h 1933574"/>
                <a:gd name="connsiteX2-15" fmla="*/ 3946431 w 3968423"/>
                <a:gd name="connsiteY2-16" fmla="*/ 161996 h 1933574"/>
                <a:gd name="connsiteX3-17" fmla="*/ 1984212 w 3968423"/>
                <a:gd name="connsiteY3-18" fmla="*/ 1933574 h 1933574"/>
                <a:gd name="connsiteX4-19" fmla="*/ 21992 w 3968423"/>
                <a:gd name="connsiteY4-20" fmla="*/ 161996 h 1933574"/>
                <a:gd name="connsiteX5-21" fmla="*/ 0 w 3968423"/>
                <a:gd name="connsiteY5-22" fmla="*/ 0 h 1933574"/>
                <a:gd name="connsiteX0-23" fmla="*/ 0 w 3968423"/>
                <a:gd name="connsiteY0-24" fmla="*/ 14289 h 1947863"/>
                <a:gd name="connsiteX1-25" fmla="*/ 328757 w 3968423"/>
                <a:gd name="connsiteY1-26" fmla="*/ 0 h 1947863"/>
                <a:gd name="connsiteX2-27" fmla="*/ 3968423 w 3968423"/>
                <a:gd name="connsiteY2-28" fmla="*/ 14289 h 1947863"/>
                <a:gd name="connsiteX3-29" fmla="*/ 3946431 w 3968423"/>
                <a:gd name="connsiteY3-30" fmla="*/ 176285 h 1947863"/>
                <a:gd name="connsiteX4-31" fmla="*/ 1984212 w 3968423"/>
                <a:gd name="connsiteY4-32" fmla="*/ 1947863 h 1947863"/>
                <a:gd name="connsiteX5-33" fmla="*/ 21992 w 3968423"/>
                <a:gd name="connsiteY5-34" fmla="*/ 176285 h 1947863"/>
                <a:gd name="connsiteX6-35" fmla="*/ 0 w 3968423"/>
                <a:gd name="connsiteY6-36" fmla="*/ 14289 h 1947863"/>
                <a:gd name="connsiteX0-37" fmla="*/ 328757 w 3968423"/>
                <a:gd name="connsiteY0-38" fmla="*/ 0 h 1947863"/>
                <a:gd name="connsiteX1-39" fmla="*/ 3968423 w 3968423"/>
                <a:gd name="connsiteY1-40" fmla="*/ 14289 h 1947863"/>
                <a:gd name="connsiteX2-41" fmla="*/ 3946431 w 3968423"/>
                <a:gd name="connsiteY2-42" fmla="*/ 176285 h 1947863"/>
                <a:gd name="connsiteX3-43" fmla="*/ 1984212 w 3968423"/>
                <a:gd name="connsiteY3-44" fmla="*/ 1947863 h 1947863"/>
                <a:gd name="connsiteX4-45" fmla="*/ 21992 w 3968423"/>
                <a:gd name="connsiteY4-46" fmla="*/ 176285 h 1947863"/>
                <a:gd name="connsiteX5-47" fmla="*/ 0 w 3968423"/>
                <a:gd name="connsiteY5-48" fmla="*/ 14289 h 1947863"/>
                <a:gd name="connsiteX6-49" fmla="*/ 420197 w 3968423"/>
                <a:gd name="connsiteY6-50" fmla="*/ 91440 h 1947863"/>
                <a:gd name="connsiteX0-51" fmla="*/ 328757 w 3968423"/>
                <a:gd name="connsiteY0-52" fmla="*/ 0 h 1947863"/>
                <a:gd name="connsiteX1-53" fmla="*/ 3968423 w 3968423"/>
                <a:gd name="connsiteY1-54" fmla="*/ 14289 h 1947863"/>
                <a:gd name="connsiteX2-55" fmla="*/ 3946431 w 3968423"/>
                <a:gd name="connsiteY2-56" fmla="*/ 176285 h 1947863"/>
                <a:gd name="connsiteX3-57" fmla="*/ 1984212 w 3968423"/>
                <a:gd name="connsiteY3-58" fmla="*/ 1947863 h 1947863"/>
                <a:gd name="connsiteX4-59" fmla="*/ 21992 w 3968423"/>
                <a:gd name="connsiteY4-60" fmla="*/ 176285 h 1947863"/>
                <a:gd name="connsiteX5-61" fmla="*/ 0 w 3968423"/>
                <a:gd name="connsiteY5-62" fmla="*/ 14289 h 1947863"/>
                <a:gd name="connsiteX0-63" fmla="*/ 3968423 w 3968423"/>
                <a:gd name="connsiteY0-64" fmla="*/ 0 h 1933574"/>
                <a:gd name="connsiteX1-65" fmla="*/ 3946431 w 3968423"/>
                <a:gd name="connsiteY1-66" fmla="*/ 161996 h 1933574"/>
                <a:gd name="connsiteX2-67" fmla="*/ 1984212 w 3968423"/>
                <a:gd name="connsiteY2-68" fmla="*/ 1933574 h 1933574"/>
                <a:gd name="connsiteX3-69" fmla="*/ 21992 w 3968423"/>
                <a:gd name="connsiteY3-70" fmla="*/ 161996 h 1933574"/>
                <a:gd name="connsiteX4-71" fmla="*/ 0 w 3968423"/>
                <a:gd name="connsiteY4-72" fmla="*/ 0 h 19335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68423" h="1933574">
                  <a:moveTo>
                    <a:pt x="3968423" y="0"/>
                  </a:moveTo>
                  <a:lnTo>
                    <a:pt x="3946431" y="161996"/>
                  </a:lnTo>
                  <a:cubicBezTo>
                    <a:pt x="3764638" y="1172055"/>
                    <a:pt x="2955217" y="1933574"/>
                    <a:pt x="1984212" y="1933574"/>
                  </a:cubicBezTo>
                  <a:cubicBezTo>
                    <a:pt x="1013203" y="1933574"/>
                    <a:pt x="203783" y="1172055"/>
                    <a:pt x="21992" y="161996"/>
                  </a:cubicBez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 name="任意多边形: 形状 186"/>
            <p:cNvSpPr/>
            <p:nvPr/>
          </p:nvSpPr>
          <p:spPr>
            <a:xfrm rot="16200000">
              <a:off x="101594" y="2669337"/>
              <a:ext cx="3914225" cy="1837102"/>
            </a:xfrm>
            <a:custGeom>
              <a:avLst/>
              <a:gdLst>
                <a:gd name="connsiteX0" fmla="*/ 0 w 3901235"/>
                <a:gd name="connsiteY0" fmla="*/ 0 h 1719263"/>
                <a:gd name="connsiteX1" fmla="*/ 3901235 w 3901235"/>
                <a:gd name="connsiteY1" fmla="*/ 0 h 1719263"/>
                <a:gd name="connsiteX2" fmla="*/ 3871510 w 3901235"/>
                <a:gd name="connsiteY2" fmla="*/ 134033 h 1719263"/>
                <a:gd name="connsiteX3" fmla="*/ 1950618 w 3901235"/>
                <a:gd name="connsiteY3" fmla="*/ 1719263 h 1719263"/>
                <a:gd name="connsiteX4" fmla="*/ 29725 w 3901235"/>
                <a:gd name="connsiteY4" fmla="*/ 134033 h 1719263"/>
                <a:gd name="connsiteX0-1" fmla="*/ 0 w 3901235"/>
                <a:gd name="connsiteY0-2" fmla="*/ 4764 h 1724027"/>
                <a:gd name="connsiteX1-3" fmla="*/ 971439 w 3901235"/>
                <a:gd name="connsiteY1-4" fmla="*/ 0 h 1724027"/>
                <a:gd name="connsiteX2-5" fmla="*/ 3901235 w 3901235"/>
                <a:gd name="connsiteY2-6" fmla="*/ 4764 h 1724027"/>
                <a:gd name="connsiteX3-7" fmla="*/ 3871510 w 3901235"/>
                <a:gd name="connsiteY3-8" fmla="*/ 138797 h 1724027"/>
                <a:gd name="connsiteX4-9" fmla="*/ 1950618 w 3901235"/>
                <a:gd name="connsiteY4-10" fmla="*/ 1724027 h 1724027"/>
                <a:gd name="connsiteX5" fmla="*/ 29725 w 3901235"/>
                <a:gd name="connsiteY5" fmla="*/ 138797 h 1724027"/>
                <a:gd name="connsiteX6" fmla="*/ 0 w 3901235"/>
                <a:gd name="connsiteY6" fmla="*/ 4764 h 1724027"/>
                <a:gd name="connsiteX0-11" fmla="*/ 971439 w 3901235"/>
                <a:gd name="connsiteY0-12" fmla="*/ 0 h 1724027"/>
                <a:gd name="connsiteX1-13" fmla="*/ 3901235 w 3901235"/>
                <a:gd name="connsiteY1-14" fmla="*/ 4764 h 1724027"/>
                <a:gd name="connsiteX2-15" fmla="*/ 3871510 w 3901235"/>
                <a:gd name="connsiteY2-16" fmla="*/ 138797 h 1724027"/>
                <a:gd name="connsiteX3-17" fmla="*/ 1950618 w 3901235"/>
                <a:gd name="connsiteY3-18" fmla="*/ 1724027 h 1724027"/>
                <a:gd name="connsiteX4-19" fmla="*/ 29725 w 3901235"/>
                <a:gd name="connsiteY4-20" fmla="*/ 138797 h 1724027"/>
                <a:gd name="connsiteX5-21" fmla="*/ 0 w 3901235"/>
                <a:gd name="connsiteY5-22" fmla="*/ 4764 h 1724027"/>
                <a:gd name="connsiteX6-23" fmla="*/ 1062879 w 3901235"/>
                <a:gd name="connsiteY6-24" fmla="*/ 91440 h 1724027"/>
                <a:gd name="connsiteX0-25" fmla="*/ 971439 w 3901235"/>
                <a:gd name="connsiteY0-26" fmla="*/ 0 h 1724027"/>
                <a:gd name="connsiteX1-27" fmla="*/ 3901235 w 3901235"/>
                <a:gd name="connsiteY1-28" fmla="*/ 4764 h 1724027"/>
                <a:gd name="connsiteX2-29" fmla="*/ 3871510 w 3901235"/>
                <a:gd name="connsiteY2-30" fmla="*/ 138797 h 1724027"/>
                <a:gd name="connsiteX3-31" fmla="*/ 1950618 w 3901235"/>
                <a:gd name="connsiteY3-32" fmla="*/ 1724027 h 1724027"/>
                <a:gd name="connsiteX4-33" fmla="*/ 29725 w 3901235"/>
                <a:gd name="connsiteY4-34" fmla="*/ 138797 h 1724027"/>
                <a:gd name="connsiteX5-35" fmla="*/ 0 w 3901235"/>
                <a:gd name="connsiteY5-36" fmla="*/ 4764 h 1724027"/>
                <a:gd name="connsiteX0-37" fmla="*/ 3901235 w 3901235"/>
                <a:gd name="connsiteY0-38" fmla="*/ 0 h 1719263"/>
                <a:gd name="connsiteX1-39" fmla="*/ 3871510 w 3901235"/>
                <a:gd name="connsiteY1-40" fmla="*/ 134033 h 1719263"/>
                <a:gd name="connsiteX2-41" fmla="*/ 1950618 w 3901235"/>
                <a:gd name="connsiteY2-42" fmla="*/ 1719263 h 1719263"/>
                <a:gd name="connsiteX3-43" fmla="*/ 29725 w 3901235"/>
                <a:gd name="connsiteY3-44" fmla="*/ 134033 h 1719263"/>
                <a:gd name="connsiteX4-45" fmla="*/ 0 w 3901235"/>
                <a:gd name="connsiteY4-46" fmla="*/ 0 h 17192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01235" h="1719263">
                  <a:moveTo>
                    <a:pt x="3901235" y="0"/>
                  </a:moveTo>
                  <a:lnTo>
                    <a:pt x="3871510" y="134033"/>
                  </a:lnTo>
                  <a:cubicBezTo>
                    <a:pt x="3629235" y="1049959"/>
                    <a:pt x="2860935" y="1719263"/>
                    <a:pt x="1950618" y="1719263"/>
                  </a:cubicBezTo>
                  <a:cubicBezTo>
                    <a:pt x="1040298" y="1719263"/>
                    <a:pt x="271998" y="1049959"/>
                    <a:pt x="29725" y="134033"/>
                  </a:cubicBezTo>
                  <a:lnTo>
                    <a:pt x="0" y="0"/>
                  </a:lnTo>
                </a:path>
              </a:pathLst>
            </a:custGeom>
            <a:noFill/>
            <a:ln>
              <a:solidFill>
                <a:srgbClr val="AC424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25" name="椭圆 24"/>
          <p:cNvSpPr/>
          <p:nvPr/>
        </p:nvSpPr>
        <p:spPr>
          <a:xfrm>
            <a:off x="-759511" y="1885309"/>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p:nvCxnSpPr>
        <p:spPr>
          <a:xfrm flipV="1">
            <a:off x="4007576" y="1481250"/>
            <a:ext cx="0" cy="3737552"/>
          </a:xfrm>
          <a:prstGeom prst="line">
            <a:avLst/>
          </a:prstGeom>
          <a:ln w="19050">
            <a:solidFill>
              <a:srgbClr val="AC4243"/>
            </a:solidFill>
            <a:prstDash val="dash"/>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4401736" y="2274461"/>
            <a:ext cx="3273653" cy="1015663"/>
          </a:xfrm>
          <a:prstGeom prst="rect">
            <a:avLst/>
          </a:prstGeom>
        </p:spPr>
        <p:txBody>
          <a:bodyPr wrap="none">
            <a:spAutoFit/>
          </a:bodyPr>
          <a:lstStyle/>
          <a:p>
            <a:pPr algn="ctr">
              <a:defRPr/>
            </a:pPr>
            <a:r>
              <a:rPr lang="zh-CN" altLang="en-US" sz="6000" kern="100" dirty="0" smtClean="0">
                <a:solidFill>
                  <a:srgbClr val="AB1E21"/>
                </a:solidFill>
                <a:latin typeface="思源黑体 CN Medium" panose="020B0600000000000000" pitchFamily="34" charset="-122"/>
                <a:ea typeface="思源黑体 CN Medium" panose="020B0600000000000000" pitchFamily="34" charset="-122"/>
                <a:cs typeface="字魂59号-创粗黑" panose="00000500000000000000" charset="-122"/>
              </a:rPr>
              <a:t>研究结果</a:t>
            </a:r>
            <a:endParaRPr lang="zh-CN" altLang="en-US" sz="6000" kern="100" dirty="0" smtClean="0">
              <a:solidFill>
                <a:srgbClr val="AB1E21"/>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28" name="矩形 27"/>
          <p:cNvSpPr/>
          <p:nvPr/>
        </p:nvSpPr>
        <p:spPr>
          <a:xfrm>
            <a:off x="4824431" y="3436308"/>
            <a:ext cx="1210588" cy="400110"/>
          </a:xfrm>
          <a:prstGeom prst="rect">
            <a:avLst/>
          </a:prstGeom>
        </p:spPr>
        <p:txBody>
          <a:bodyPr wrap="none">
            <a:spAutoFit/>
          </a:bodyPr>
          <a:lstStyle/>
          <a:p>
            <a:r>
              <a:rPr lang="zh-CN" altLang="en-US" sz="2000" dirty="0">
                <a:solidFill>
                  <a:srgbClr val="AB1E21"/>
                </a:solidFill>
                <a:latin typeface="思源黑体 CN Medium" panose="020B0600000000000000" pitchFamily="34" charset="-122"/>
                <a:ea typeface="思源黑体 CN Medium" panose="020B0600000000000000" pitchFamily="34" charset="-122"/>
              </a:rPr>
              <a:t>您的</a:t>
            </a:r>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29" name="椭圆 28"/>
          <p:cNvSpPr/>
          <p:nvPr/>
        </p:nvSpPr>
        <p:spPr>
          <a:xfrm>
            <a:off x="4407337" y="34316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1</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30" name="矩形 29"/>
          <p:cNvSpPr/>
          <p:nvPr/>
        </p:nvSpPr>
        <p:spPr>
          <a:xfrm>
            <a:off x="6674766" y="3436308"/>
            <a:ext cx="125867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31" name="椭圆 30"/>
          <p:cNvSpPr/>
          <p:nvPr/>
        </p:nvSpPr>
        <p:spPr>
          <a:xfrm>
            <a:off x="6257672" y="34316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2</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32" name="矩形 31"/>
          <p:cNvSpPr/>
          <p:nvPr/>
        </p:nvSpPr>
        <p:spPr>
          <a:xfrm>
            <a:off x="8554598" y="34363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33" name="椭圆 32"/>
          <p:cNvSpPr/>
          <p:nvPr/>
        </p:nvSpPr>
        <p:spPr>
          <a:xfrm>
            <a:off x="8137504" y="34316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3</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34" name="矩形 33"/>
          <p:cNvSpPr/>
          <p:nvPr/>
        </p:nvSpPr>
        <p:spPr>
          <a:xfrm>
            <a:off x="4824431" y="43344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35" name="椭圆 34"/>
          <p:cNvSpPr/>
          <p:nvPr/>
        </p:nvSpPr>
        <p:spPr>
          <a:xfrm>
            <a:off x="4407337" y="43297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4</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36" name="矩形 35"/>
          <p:cNvSpPr/>
          <p:nvPr/>
        </p:nvSpPr>
        <p:spPr>
          <a:xfrm>
            <a:off x="6674766" y="43344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49" name="椭圆 48"/>
          <p:cNvSpPr/>
          <p:nvPr/>
        </p:nvSpPr>
        <p:spPr>
          <a:xfrm>
            <a:off x="6257672" y="43297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5</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50" name="矩形 49"/>
          <p:cNvSpPr/>
          <p:nvPr/>
        </p:nvSpPr>
        <p:spPr>
          <a:xfrm>
            <a:off x="8554598" y="43344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51" name="椭圆 50"/>
          <p:cNvSpPr/>
          <p:nvPr/>
        </p:nvSpPr>
        <p:spPr>
          <a:xfrm>
            <a:off x="8137504" y="43297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6</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52" name="任意多边形: 形状 120"/>
          <p:cNvSpPr/>
          <p:nvPr/>
        </p:nvSpPr>
        <p:spPr>
          <a:xfrm rot="18201767">
            <a:off x="2498891" y="1017834"/>
            <a:ext cx="979224" cy="985205"/>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3" name="椭圆 52"/>
          <p:cNvSpPr/>
          <p:nvPr/>
        </p:nvSpPr>
        <p:spPr>
          <a:xfrm rot="16200000">
            <a:off x="6536383" y="1404540"/>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rot="16200000">
            <a:off x="1566654" y="4983591"/>
            <a:ext cx="140946" cy="140946"/>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44213" y="2934527"/>
            <a:ext cx="2372539" cy="830997"/>
          </a:xfrm>
          <a:prstGeom prst="rect">
            <a:avLst/>
          </a:prstGeom>
          <a:noFill/>
        </p:spPr>
        <p:txBody>
          <a:bodyPr wrap="square" rtlCol="0">
            <a:spAutoFit/>
          </a:bodyPr>
          <a:lstStyle/>
          <a:p>
            <a:r>
              <a:rPr lang="en-US" altLang="zh-CN" sz="4800" dirty="0" smtClean="0">
                <a:solidFill>
                  <a:schemeClr val="bg1"/>
                </a:solidFill>
                <a:latin typeface="思源黑体 CN Medium" panose="020B0600000000000000" pitchFamily="34" charset="-122"/>
                <a:ea typeface="思源黑体 CN Medium" panose="020B0600000000000000" pitchFamily="34" charset="-122"/>
              </a:rPr>
              <a:t>PART 4</a:t>
            </a:r>
            <a:endParaRPr lang="zh-CN" altLang="en-US" sz="4800" dirty="0">
              <a:solidFill>
                <a:schemeClr val="bg1"/>
              </a:solidFill>
              <a:latin typeface="思源黑体 CN Medium" panose="020B0600000000000000" pitchFamily="34" charset="-122"/>
              <a:ea typeface="思源黑体 CN Medium" panose="020B0600000000000000" pitchFamily="34" charset="-122"/>
            </a:endParaRPr>
          </a:p>
        </p:txBody>
      </p:sp>
      <p:sp>
        <p:nvSpPr>
          <p:cNvPr id="56" name="椭圆 55"/>
          <p:cNvSpPr/>
          <p:nvPr/>
        </p:nvSpPr>
        <p:spPr>
          <a:xfrm>
            <a:off x="2485210" y="5481711"/>
            <a:ext cx="603363" cy="603363"/>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500"/>
                                        <p:tgtEl>
                                          <p:spTgt spid="3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500"/>
                                        <p:tgtEl>
                                          <p:spTgt spid="3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500"/>
                                        <p:tgtEl>
                                          <p:spTgt spid="3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500"/>
                                        <p:tgtEl>
                                          <p:spTgt spid="3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9"/>
                                        </p:tgtEl>
                                        <p:attrNameLst>
                                          <p:attrName>style.visibility</p:attrName>
                                        </p:attrNameLst>
                                      </p:cBhvr>
                                      <p:to>
                                        <p:strVal val="visible"/>
                                      </p:to>
                                    </p:set>
                                    <p:animEffect transition="in" filter="fade">
                                      <p:cBhvr>
                                        <p:cTn id="34" dur="500"/>
                                        <p:tgtEl>
                                          <p:spTgt spid="4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0"/>
                                        </p:tgtEl>
                                        <p:attrNameLst>
                                          <p:attrName>style.visibility</p:attrName>
                                        </p:attrNameLst>
                                      </p:cBhvr>
                                      <p:to>
                                        <p:strVal val="visible"/>
                                      </p:to>
                                    </p:set>
                                    <p:animEffect transition="in" filter="fade">
                                      <p:cBhvr>
                                        <p:cTn id="37" dur="500"/>
                                        <p:tgtEl>
                                          <p:spTgt spid="5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1"/>
                                        </p:tgtEl>
                                        <p:attrNameLst>
                                          <p:attrName>style.visibility</p:attrName>
                                        </p:attrNameLst>
                                      </p:cBhvr>
                                      <p:to>
                                        <p:strVal val="visible"/>
                                      </p:to>
                                    </p:set>
                                    <p:animEffect transition="in" filter="fade">
                                      <p:cBhvr>
                                        <p:cTn id="40"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bldLvl="0" animBg="1"/>
      <p:bldP spid="30" grpId="0"/>
      <p:bldP spid="31" grpId="0" bldLvl="0" animBg="1"/>
      <p:bldP spid="32" grpId="0"/>
      <p:bldP spid="33" grpId="0" bldLvl="0" animBg="1"/>
      <p:bldP spid="34" grpId="0"/>
      <p:bldP spid="35" grpId="0" bldLvl="0" animBg="1"/>
      <p:bldP spid="36" grpId="0"/>
      <p:bldP spid="49" grpId="0" bldLvl="0" animBg="1"/>
      <p:bldP spid="50" grpId="0"/>
      <p:bldP spid="51"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4808164" y="2856670"/>
            <a:ext cx="2506990" cy="2506990"/>
          </a:xfrm>
          <a:prstGeom prst="ellipse">
            <a:avLst/>
          </a:prstGeom>
          <a:solidFill>
            <a:srgbClr val="AC4243"/>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endParaRPr>
          </a:p>
        </p:txBody>
      </p:sp>
      <p:cxnSp>
        <p:nvCxnSpPr>
          <p:cNvPr id="3" name="直接连接符 2"/>
          <p:cNvCxnSpPr/>
          <p:nvPr/>
        </p:nvCxnSpPr>
        <p:spPr>
          <a:xfrm>
            <a:off x="6061660" y="2326252"/>
            <a:ext cx="0" cy="784061"/>
          </a:xfrm>
          <a:prstGeom prst="line">
            <a:avLst/>
          </a:prstGeom>
          <a:ln w="63500">
            <a:solidFill>
              <a:srgbClr val="AC4243"/>
            </a:solidFill>
            <a:headEnd type="arrow"/>
          </a:ln>
        </p:spPr>
        <p:style>
          <a:lnRef idx="2">
            <a:schemeClr val="accent1">
              <a:shade val="50000"/>
            </a:schemeClr>
          </a:lnRef>
          <a:fillRef idx="1">
            <a:schemeClr val="accent1"/>
          </a:fillRef>
          <a:effectRef idx="0">
            <a:schemeClr val="accent1"/>
          </a:effectRef>
          <a:fontRef idx="minor">
            <a:schemeClr val="lt1"/>
          </a:fontRef>
        </p:style>
      </p:cxnSp>
      <p:cxnSp>
        <p:nvCxnSpPr>
          <p:cNvPr id="4" name="直接连接符 3"/>
          <p:cNvCxnSpPr/>
          <p:nvPr/>
        </p:nvCxnSpPr>
        <p:spPr>
          <a:xfrm>
            <a:off x="6061660" y="5083502"/>
            <a:ext cx="0" cy="782717"/>
          </a:xfrm>
          <a:prstGeom prst="line">
            <a:avLst/>
          </a:prstGeom>
          <a:ln w="63500">
            <a:solidFill>
              <a:srgbClr val="AC4243"/>
            </a:solidFill>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5" name="直接连接符 4"/>
          <p:cNvCxnSpPr/>
          <p:nvPr/>
        </p:nvCxnSpPr>
        <p:spPr>
          <a:xfrm rot="5400000">
            <a:off x="7463087" y="3718807"/>
            <a:ext cx="0" cy="782717"/>
          </a:xfrm>
          <a:prstGeom prst="line">
            <a:avLst/>
          </a:prstGeom>
          <a:ln w="63500">
            <a:solidFill>
              <a:srgbClr val="AC4243"/>
            </a:solidFill>
            <a:headEnd type="arrow"/>
          </a:ln>
        </p:spPr>
        <p:style>
          <a:lnRef idx="2">
            <a:schemeClr val="accent1">
              <a:shade val="50000"/>
            </a:schemeClr>
          </a:lnRef>
          <a:fillRef idx="1">
            <a:schemeClr val="accent1"/>
          </a:fillRef>
          <a:effectRef idx="0">
            <a:schemeClr val="accent1"/>
          </a:effectRef>
          <a:fontRef idx="minor">
            <a:schemeClr val="lt1"/>
          </a:fontRef>
        </p:style>
      </p:cxnSp>
      <p:cxnSp>
        <p:nvCxnSpPr>
          <p:cNvPr id="6" name="直接连接符 5"/>
          <p:cNvCxnSpPr/>
          <p:nvPr/>
        </p:nvCxnSpPr>
        <p:spPr>
          <a:xfrm rot="5400000">
            <a:off x="4658156" y="3718807"/>
            <a:ext cx="0" cy="782717"/>
          </a:xfrm>
          <a:prstGeom prst="line">
            <a:avLst/>
          </a:prstGeom>
          <a:ln w="63500">
            <a:solidFill>
              <a:srgbClr val="AC4243"/>
            </a:solidFill>
            <a:tailEnd type="arrow"/>
          </a:ln>
        </p:spPr>
        <p:style>
          <a:lnRef idx="2">
            <a:schemeClr val="accent1">
              <a:shade val="50000"/>
            </a:schemeClr>
          </a:lnRef>
          <a:fillRef idx="1">
            <a:schemeClr val="accent1"/>
          </a:fillRef>
          <a:effectRef idx="0">
            <a:schemeClr val="accent1"/>
          </a:effectRef>
          <a:fontRef idx="minor">
            <a:schemeClr val="lt1"/>
          </a:fontRef>
        </p:style>
      </p:cxnSp>
      <p:sp>
        <p:nvSpPr>
          <p:cNvPr id="9" name="TextBox 32"/>
          <p:cNvSpPr txBox="1"/>
          <p:nvPr/>
        </p:nvSpPr>
        <p:spPr>
          <a:xfrm>
            <a:off x="5725926" y="1627073"/>
            <a:ext cx="671466" cy="369332"/>
          </a:xfrm>
          <a:prstGeom prst="rect">
            <a:avLst/>
          </a:prstGeom>
          <a:noFill/>
        </p:spPr>
        <p:txBody>
          <a:bodyPr wrap="square" lIns="0" tIns="0" rIns="0" bIns="0" rtlCol="0">
            <a:spAutoFit/>
          </a:bodyPr>
          <a:lstStyle/>
          <a:p>
            <a:pPr algn="ctr"/>
            <a:r>
              <a:rPr lang="en-US" altLang="zh-CN" sz="2400" dirty="0">
                <a:solidFill>
                  <a:schemeClr val="tx1">
                    <a:lumMod val="65000"/>
                    <a:lumOff val="35000"/>
                  </a:schemeClr>
                </a:solidFill>
                <a:latin typeface="思源黑体 CN Medium" panose="020B0600000000000000" pitchFamily="34" charset="-122"/>
                <a:ea typeface="思源黑体 CN Medium" panose="020B0600000000000000" pitchFamily="34" charset="-122"/>
              </a:rPr>
              <a:t>01</a:t>
            </a:r>
            <a:endParaRPr lang="zh-CN" altLang="en-US" sz="2400"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10" name="TextBox 33"/>
          <p:cNvSpPr txBox="1"/>
          <p:nvPr/>
        </p:nvSpPr>
        <p:spPr>
          <a:xfrm>
            <a:off x="7955453" y="3851132"/>
            <a:ext cx="671466" cy="369332"/>
          </a:xfrm>
          <a:prstGeom prst="rect">
            <a:avLst/>
          </a:prstGeom>
          <a:noFill/>
        </p:spPr>
        <p:txBody>
          <a:bodyPr wrap="square" lIns="0" tIns="0" rIns="0" bIns="0" rtlCol="0">
            <a:spAutoFit/>
          </a:bodyPr>
          <a:lstStyle>
            <a:defPPr>
              <a:defRPr lang="zh-CN"/>
            </a:defPPr>
            <a:lvl1pPr algn="ctr">
              <a:defRPr sz="2400">
                <a:solidFill>
                  <a:schemeClr val="tx1">
                    <a:lumMod val="65000"/>
                    <a:lumOff val="35000"/>
                  </a:schemeClr>
                </a:solidFill>
                <a:latin typeface="思源黑体 CN Medium" panose="020B0600000000000000" pitchFamily="34" charset="-122"/>
                <a:ea typeface="思源黑体 CN Medium" panose="020B0600000000000000" pitchFamily="34" charset="-122"/>
              </a:defRPr>
            </a:lvl1pPr>
          </a:lstStyle>
          <a:p>
            <a:r>
              <a:rPr lang="en-US" altLang="zh-CN" dirty="0"/>
              <a:t>02</a:t>
            </a:r>
            <a:endParaRPr lang="zh-CN" altLang="en-US" dirty="0"/>
          </a:p>
        </p:txBody>
      </p:sp>
      <p:sp>
        <p:nvSpPr>
          <p:cNvPr id="13" name="TextBox 36"/>
          <p:cNvSpPr txBox="1"/>
          <p:nvPr/>
        </p:nvSpPr>
        <p:spPr>
          <a:xfrm>
            <a:off x="5725926" y="5982819"/>
            <a:ext cx="671466" cy="369332"/>
          </a:xfrm>
          <a:prstGeom prst="rect">
            <a:avLst/>
          </a:prstGeom>
          <a:noFill/>
        </p:spPr>
        <p:txBody>
          <a:bodyPr wrap="square" lIns="0" tIns="0" rIns="0" bIns="0" rtlCol="0">
            <a:spAutoFit/>
          </a:bodyPr>
          <a:lstStyle>
            <a:defPPr>
              <a:defRPr lang="zh-CN"/>
            </a:defPPr>
            <a:lvl1pPr algn="ctr">
              <a:defRPr sz="2400">
                <a:solidFill>
                  <a:schemeClr val="tx1">
                    <a:lumMod val="65000"/>
                    <a:lumOff val="35000"/>
                  </a:schemeClr>
                </a:solidFill>
                <a:latin typeface="思源黑体 CN Medium" panose="020B0600000000000000" pitchFamily="34" charset="-122"/>
                <a:ea typeface="思源黑体 CN Medium" panose="020B0600000000000000" pitchFamily="34" charset="-122"/>
              </a:defRPr>
            </a:lvl1pPr>
          </a:lstStyle>
          <a:p>
            <a:r>
              <a:rPr lang="en-US" altLang="zh-CN" dirty="0"/>
              <a:t>03</a:t>
            </a:r>
            <a:endParaRPr lang="zh-CN" altLang="en-US" dirty="0"/>
          </a:p>
        </p:txBody>
      </p:sp>
      <p:sp>
        <p:nvSpPr>
          <p:cNvPr id="14" name="TextBox 37"/>
          <p:cNvSpPr txBox="1"/>
          <p:nvPr/>
        </p:nvSpPr>
        <p:spPr>
          <a:xfrm>
            <a:off x="3556465" y="3851132"/>
            <a:ext cx="671466" cy="369332"/>
          </a:xfrm>
          <a:prstGeom prst="rect">
            <a:avLst/>
          </a:prstGeom>
          <a:noFill/>
        </p:spPr>
        <p:txBody>
          <a:bodyPr wrap="square" lIns="0" tIns="0" rIns="0" bIns="0" rtlCol="0">
            <a:spAutoFit/>
          </a:bodyPr>
          <a:lstStyle>
            <a:defPPr>
              <a:defRPr lang="zh-CN"/>
            </a:defPPr>
            <a:lvl1pPr algn="ctr">
              <a:defRPr sz="2400">
                <a:solidFill>
                  <a:schemeClr val="tx1">
                    <a:lumMod val="65000"/>
                    <a:lumOff val="35000"/>
                  </a:schemeClr>
                </a:solidFill>
                <a:latin typeface="思源黑体 CN Medium" panose="020B0600000000000000" pitchFamily="34" charset="-122"/>
                <a:ea typeface="思源黑体 CN Medium" panose="020B0600000000000000" pitchFamily="34" charset="-122"/>
              </a:defRPr>
            </a:lvl1pPr>
          </a:lstStyle>
          <a:p>
            <a:r>
              <a:rPr lang="en-US" altLang="zh-CN" dirty="0"/>
              <a:t>04</a:t>
            </a:r>
            <a:endParaRPr lang="zh-CN" altLang="en-US" dirty="0"/>
          </a:p>
        </p:txBody>
      </p:sp>
      <p:cxnSp>
        <p:nvCxnSpPr>
          <p:cNvPr id="15" name="直接连接符 14"/>
          <p:cNvCxnSpPr/>
          <p:nvPr/>
        </p:nvCxnSpPr>
        <p:spPr>
          <a:xfrm>
            <a:off x="6762802" y="1537319"/>
            <a:ext cx="0" cy="118096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9" idx="3"/>
          </p:cNvCxnSpPr>
          <p:nvPr/>
        </p:nvCxnSpPr>
        <p:spPr>
          <a:xfrm>
            <a:off x="6397392" y="1811739"/>
            <a:ext cx="371317" cy="74369"/>
          </a:xfrm>
          <a:prstGeom prst="line">
            <a:avLst/>
          </a:prstGeom>
          <a:ln>
            <a:solidFill>
              <a:schemeClr val="bg1">
                <a:lumMod val="65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8974133" y="3506160"/>
            <a:ext cx="0" cy="202333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8608721" y="4079320"/>
            <a:ext cx="371317" cy="0"/>
          </a:xfrm>
          <a:prstGeom prst="line">
            <a:avLst/>
          </a:prstGeom>
          <a:ln>
            <a:solidFill>
              <a:schemeClr val="bg1">
                <a:lumMod val="65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296308" y="5591460"/>
            <a:ext cx="0" cy="111858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5296308" y="6241854"/>
            <a:ext cx="371317" cy="0"/>
          </a:xfrm>
          <a:prstGeom prst="line">
            <a:avLst/>
          </a:prstGeom>
          <a:ln>
            <a:solidFill>
              <a:schemeClr val="bg1">
                <a:lumMod val="65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148613" y="2853638"/>
            <a:ext cx="0" cy="211124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3148613" y="4079320"/>
            <a:ext cx="371317" cy="0"/>
          </a:xfrm>
          <a:prstGeom prst="line">
            <a:avLst/>
          </a:prstGeom>
          <a:ln>
            <a:solidFill>
              <a:schemeClr val="bg1">
                <a:lumMod val="65000"/>
              </a:schemeClr>
            </a:solidFill>
            <a:headEnd type="ova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4905942" y="2954448"/>
            <a:ext cx="2311434" cy="2311434"/>
          </a:xfrm>
          <a:prstGeom prst="ellipse">
            <a:avLst/>
          </a:prstGeom>
          <a:solidFill>
            <a:schemeClr val="bg1"/>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grpSp>
        <p:nvGrpSpPr>
          <p:cNvPr id="31" name="组合 30"/>
          <p:cNvGrpSpPr/>
          <p:nvPr/>
        </p:nvGrpSpPr>
        <p:grpSpPr>
          <a:xfrm>
            <a:off x="637964" y="3190271"/>
            <a:ext cx="2514311" cy="1295905"/>
            <a:chOff x="-1743928" y="4919298"/>
            <a:chExt cx="2514311" cy="1295905"/>
          </a:xfrm>
        </p:grpSpPr>
        <p:sp>
          <p:nvSpPr>
            <p:cNvPr id="32"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3"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34" name="组合 33"/>
          <p:cNvGrpSpPr/>
          <p:nvPr/>
        </p:nvGrpSpPr>
        <p:grpSpPr>
          <a:xfrm>
            <a:off x="2723696" y="5461438"/>
            <a:ext cx="2514311" cy="1295905"/>
            <a:chOff x="-1743928" y="4919298"/>
            <a:chExt cx="2514311" cy="1295905"/>
          </a:xfrm>
        </p:grpSpPr>
        <p:sp>
          <p:nvSpPr>
            <p:cNvPr id="35"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6"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37" name="组合 36"/>
          <p:cNvGrpSpPr/>
          <p:nvPr/>
        </p:nvGrpSpPr>
        <p:grpSpPr>
          <a:xfrm>
            <a:off x="9066848" y="3190271"/>
            <a:ext cx="2514311" cy="1295905"/>
            <a:chOff x="-1743928" y="4919298"/>
            <a:chExt cx="2514311" cy="1295905"/>
          </a:xfrm>
        </p:grpSpPr>
        <p:sp>
          <p:nvSpPr>
            <p:cNvPr id="38"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9"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40" name="组合 39"/>
          <p:cNvGrpSpPr/>
          <p:nvPr/>
        </p:nvGrpSpPr>
        <p:grpSpPr>
          <a:xfrm>
            <a:off x="6945387" y="1075484"/>
            <a:ext cx="2514311" cy="1295905"/>
            <a:chOff x="-1743928" y="4919298"/>
            <a:chExt cx="2514311" cy="1295905"/>
          </a:xfrm>
        </p:grpSpPr>
        <p:sp>
          <p:nvSpPr>
            <p:cNvPr id="41"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42"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Medium" panose="020B0600000000000000" pitchFamily="34" charset="-122"/>
                  <a:ea typeface="思源黑体 CN Medium" panose="020B06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Medium" panose="020B0600000000000000" pitchFamily="34" charset="-122"/>
                  <a:ea typeface="思源黑体 CN Medium" panose="020B06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Medium" panose="020B0600000000000000" pitchFamily="34" charset="-122"/>
                  <a:ea typeface="思源黑体 CN Medium" panose="020B06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Medium" panose="020B0600000000000000" pitchFamily="34" charset="-122"/>
                  <a:ea typeface="思源黑体 CN Medium" panose="020B06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Medium" panose="020B0600000000000000" pitchFamily="34" charset="-122"/>
                  <a:ea typeface="思源黑体 CN Medium" panose="020B06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Medium" panose="020B0600000000000000" pitchFamily="34" charset="-122"/>
                <a:ea typeface="思源黑体 CN Medium" panose="020B0600000000000000" pitchFamily="34" charset="-122"/>
                <a:sym typeface="字魂105号-简雅黑" panose="00000500000000000000" pitchFamily="2" charset="-122"/>
              </a:endParaRPr>
            </a:p>
          </p:txBody>
        </p:sp>
      </p:grpSp>
      <p:sp>
        <p:nvSpPr>
          <p:cNvPr id="43" name="文本框 42"/>
          <p:cNvSpPr txBox="1"/>
          <p:nvPr/>
        </p:nvSpPr>
        <p:spPr>
          <a:xfrm>
            <a:off x="5506623" y="3729630"/>
            <a:ext cx="1107996" cy="646331"/>
          </a:xfrm>
          <a:prstGeom prst="rect">
            <a:avLst/>
          </a:prstGeom>
          <a:noFill/>
        </p:spPr>
        <p:txBody>
          <a:bodyPr wrap="none" rtlCol="0">
            <a:spAutoFit/>
          </a:bodyPr>
          <a:lstStyle/>
          <a:p>
            <a:r>
              <a:rPr lang="zh-CN" altLang="en-US" sz="36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标题</a:t>
            </a:r>
            <a:endParaRPr lang="zh-CN" altLang="en-US" sz="3600"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grpSp>
        <p:nvGrpSpPr>
          <p:cNvPr id="62" name="组合 61"/>
          <p:cNvGrpSpPr/>
          <p:nvPr/>
        </p:nvGrpSpPr>
        <p:grpSpPr>
          <a:xfrm>
            <a:off x="6262928" y="266844"/>
            <a:ext cx="5929072" cy="330008"/>
            <a:chOff x="5025390" y="266844"/>
            <a:chExt cx="6259830" cy="330008"/>
          </a:xfrm>
        </p:grpSpPr>
        <p:cxnSp>
          <p:nvCxnSpPr>
            <p:cNvPr id="63" name="直接连接符 6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68" name="组合 67"/>
          <p:cNvGrpSpPr/>
          <p:nvPr/>
        </p:nvGrpSpPr>
        <p:grpSpPr>
          <a:xfrm>
            <a:off x="0" y="266844"/>
            <a:ext cx="487680" cy="330008"/>
            <a:chOff x="5025390" y="266844"/>
            <a:chExt cx="6259830" cy="330008"/>
          </a:xfrm>
        </p:grpSpPr>
        <p:cxnSp>
          <p:nvCxnSpPr>
            <p:cNvPr id="69" name="直接连接符 6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74" name="矩形 73"/>
          <p:cNvSpPr/>
          <p:nvPr/>
        </p:nvSpPr>
        <p:spPr>
          <a:xfrm>
            <a:off x="496522"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论文绪论</a:t>
            </a:r>
            <a:endPar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5" name="矩形 74"/>
          <p:cNvSpPr/>
          <p:nvPr/>
        </p:nvSpPr>
        <p:spPr>
          <a:xfrm>
            <a:off x="1465866"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研究背景</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6" name="矩形 75"/>
          <p:cNvSpPr/>
          <p:nvPr/>
        </p:nvSpPr>
        <p:spPr>
          <a:xfrm>
            <a:off x="3404554"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研究结果</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7" name="矩形 76"/>
          <p:cNvSpPr/>
          <p:nvPr/>
        </p:nvSpPr>
        <p:spPr>
          <a:xfrm>
            <a:off x="4373898"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问题讨论</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8" name="矩形 77"/>
          <p:cNvSpPr/>
          <p:nvPr/>
        </p:nvSpPr>
        <p:spPr>
          <a:xfrm>
            <a:off x="2435210"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a:t>
            </a: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方法</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9" name="矩形 78"/>
          <p:cNvSpPr/>
          <p:nvPr/>
        </p:nvSpPr>
        <p:spPr>
          <a:xfrm>
            <a:off x="5343244"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论文总结</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cxnSp>
        <p:nvCxnSpPr>
          <p:cNvPr id="80" name="直接连接符 79"/>
          <p:cNvCxnSpPr/>
          <p:nvPr/>
        </p:nvCxnSpPr>
        <p:spPr>
          <a:xfrm>
            <a:off x="3522439" y="554554"/>
            <a:ext cx="657739" cy="0"/>
          </a:xfrm>
          <a:prstGeom prst="line">
            <a:avLst/>
          </a:prstGeom>
          <a:ln w="6350">
            <a:solidFill>
              <a:srgbClr val="AC4243"/>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500" fill="hold"/>
                                        <p:tgtEl>
                                          <p:spTgt spid="34"/>
                                        </p:tgtEl>
                                        <p:attrNameLst>
                                          <p:attrName>ppt_x</p:attrName>
                                        </p:attrNameLst>
                                      </p:cBhvr>
                                      <p:tavLst>
                                        <p:tav tm="0">
                                          <p:val>
                                            <p:strVal val="#ppt_x"/>
                                          </p:val>
                                        </p:tav>
                                        <p:tav tm="100000">
                                          <p:val>
                                            <p:strVal val="#ppt_x"/>
                                          </p:val>
                                        </p:tav>
                                      </p:tavLst>
                                    </p:anim>
                                    <p:anim calcmode="lin" valueType="num">
                                      <p:cBhvr additive="base">
                                        <p:cTn id="12" dur="500" fill="hold"/>
                                        <p:tgtEl>
                                          <p:spTgt spid="3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anim calcmode="lin" valueType="num">
                                      <p:cBhvr additive="base">
                                        <p:cTn id="15" dur="500" fill="hold"/>
                                        <p:tgtEl>
                                          <p:spTgt spid="37"/>
                                        </p:tgtEl>
                                        <p:attrNameLst>
                                          <p:attrName>ppt_x</p:attrName>
                                        </p:attrNameLst>
                                      </p:cBhvr>
                                      <p:tavLst>
                                        <p:tav tm="0">
                                          <p:val>
                                            <p:strVal val="#ppt_x"/>
                                          </p:val>
                                        </p:tav>
                                        <p:tav tm="100000">
                                          <p:val>
                                            <p:strVal val="#ppt_x"/>
                                          </p:val>
                                        </p:tav>
                                      </p:tavLst>
                                    </p:anim>
                                    <p:anim calcmode="lin" valueType="num">
                                      <p:cBhvr additive="base">
                                        <p:cTn id="16" dur="500" fill="hold"/>
                                        <p:tgtEl>
                                          <p:spTgt spid="3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0"/>
                                        </p:tgtEl>
                                        <p:attrNameLst>
                                          <p:attrName>style.visibility</p:attrName>
                                        </p:attrNameLst>
                                      </p:cBhvr>
                                      <p:to>
                                        <p:strVal val="visible"/>
                                      </p:to>
                                    </p:set>
                                    <p:anim calcmode="lin" valueType="num">
                                      <p:cBhvr additive="base">
                                        <p:cTn id="19" dur="500" fill="hold"/>
                                        <p:tgtEl>
                                          <p:spTgt spid="40"/>
                                        </p:tgtEl>
                                        <p:attrNameLst>
                                          <p:attrName>ppt_x</p:attrName>
                                        </p:attrNameLst>
                                      </p:cBhvr>
                                      <p:tavLst>
                                        <p:tav tm="0">
                                          <p:val>
                                            <p:strVal val="#ppt_x"/>
                                          </p:val>
                                        </p:tav>
                                        <p:tav tm="100000">
                                          <p:val>
                                            <p:strVal val="#ppt_x"/>
                                          </p:val>
                                        </p:tav>
                                      </p:tavLst>
                                    </p:anim>
                                    <p:anim calcmode="lin" valueType="num">
                                      <p:cBhvr additive="base">
                                        <p:cTn id="20" dur="500" fill="hold"/>
                                        <p:tgtEl>
                                          <p:spTgt spid="40"/>
                                        </p:tgtEl>
                                        <p:attrNameLst>
                                          <p:attrName>ppt_y</p:attrName>
                                        </p:attrNameLst>
                                      </p:cBhvr>
                                      <p:tavLst>
                                        <p:tav tm="0">
                                          <p:val>
                                            <p:strVal val="1+#ppt_h/2"/>
                                          </p:val>
                                        </p:tav>
                                        <p:tav tm="100000">
                                          <p:val>
                                            <p:strVal val="#ppt_y"/>
                                          </p:val>
                                        </p:tav>
                                      </p:tavLst>
                                    </p:anim>
                                  </p:childTnLst>
                                </p:cTn>
                              </p:par>
                              <p:par>
                                <p:cTn id="21" presetID="22" presetClass="entr" presetSubtype="8" fill="hold" grpId="0" nodeType="withEffect">
                                  <p:stCondLst>
                                    <p:cond delay="250"/>
                                  </p:stCondLst>
                                  <p:childTnLst>
                                    <p:set>
                                      <p:cBhvr>
                                        <p:cTn id="22" dur="1" fill="hold">
                                          <p:stCondLst>
                                            <p:cond delay="0"/>
                                          </p:stCondLst>
                                        </p:cTn>
                                        <p:tgtEl>
                                          <p:spTgt spid="74"/>
                                        </p:tgtEl>
                                        <p:attrNameLst>
                                          <p:attrName>style.visibility</p:attrName>
                                        </p:attrNameLst>
                                      </p:cBhvr>
                                      <p:to>
                                        <p:strVal val="visible"/>
                                      </p:to>
                                    </p:set>
                                    <p:animEffect transition="in" filter="wipe(left)">
                                      <p:cBhvr>
                                        <p:cTn id="23" dur="500"/>
                                        <p:tgtEl>
                                          <p:spTgt spid="74"/>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75"/>
                                        </p:tgtEl>
                                        <p:attrNameLst>
                                          <p:attrName>style.visibility</p:attrName>
                                        </p:attrNameLst>
                                      </p:cBhvr>
                                      <p:to>
                                        <p:strVal val="visible"/>
                                      </p:to>
                                    </p:set>
                                    <p:animEffect transition="in" filter="wipe(left)">
                                      <p:cBhvr>
                                        <p:cTn id="26" dur="500"/>
                                        <p:tgtEl>
                                          <p:spTgt spid="75"/>
                                        </p:tgtEl>
                                      </p:cBhvr>
                                    </p:animEffect>
                                  </p:childTnLst>
                                </p:cTn>
                              </p:par>
                              <p:par>
                                <p:cTn id="27" presetID="22" presetClass="entr" presetSubtype="8" fill="hold" grpId="0" nodeType="withEffect">
                                  <p:stCondLst>
                                    <p:cond delay="1000"/>
                                  </p:stCondLst>
                                  <p:childTnLst>
                                    <p:set>
                                      <p:cBhvr>
                                        <p:cTn id="28" dur="1" fill="hold">
                                          <p:stCondLst>
                                            <p:cond delay="0"/>
                                          </p:stCondLst>
                                        </p:cTn>
                                        <p:tgtEl>
                                          <p:spTgt spid="76"/>
                                        </p:tgtEl>
                                        <p:attrNameLst>
                                          <p:attrName>style.visibility</p:attrName>
                                        </p:attrNameLst>
                                      </p:cBhvr>
                                      <p:to>
                                        <p:strVal val="visible"/>
                                      </p:to>
                                    </p:set>
                                    <p:animEffect transition="in" filter="wipe(left)">
                                      <p:cBhvr>
                                        <p:cTn id="29" dur="500"/>
                                        <p:tgtEl>
                                          <p:spTgt spid="76"/>
                                        </p:tgtEl>
                                      </p:cBhvr>
                                    </p:animEffect>
                                  </p:childTnLst>
                                </p:cTn>
                              </p:par>
                              <p:par>
                                <p:cTn id="30" presetID="22" presetClass="entr" presetSubtype="8" fill="hold" grpId="0" nodeType="withEffect">
                                  <p:stCondLst>
                                    <p:cond delay="1250"/>
                                  </p:stCondLst>
                                  <p:childTnLst>
                                    <p:set>
                                      <p:cBhvr>
                                        <p:cTn id="31" dur="1" fill="hold">
                                          <p:stCondLst>
                                            <p:cond delay="0"/>
                                          </p:stCondLst>
                                        </p:cTn>
                                        <p:tgtEl>
                                          <p:spTgt spid="77"/>
                                        </p:tgtEl>
                                        <p:attrNameLst>
                                          <p:attrName>style.visibility</p:attrName>
                                        </p:attrNameLst>
                                      </p:cBhvr>
                                      <p:to>
                                        <p:strVal val="visible"/>
                                      </p:to>
                                    </p:set>
                                    <p:animEffect transition="in" filter="wipe(left)">
                                      <p:cBhvr>
                                        <p:cTn id="32" dur="500"/>
                                        <p:tgtEl>
                                          <p:spTgt spid="77"/>
                                        </p:tgtEl>
                                      </p:cBhvr>
                                    </p:animEffect>
                                  </p:childTnLst>
                                </p:cTn>
                              </p:par>
                              <p:par>
                                <p:cTn id="33" presetID="22" presetClass="entr" presetSubtype="8" fill="hold" grpId="0" nodeType="withEffect">
                                  <p:stCondLst>
                                    <p:cond delay="500"/>
                                  </p:stCondLst>
                                  <p:childTnLst>
                                    <p:set>
                                      <p:cBhvr>
                                        <p:cTn id="34" dur="1" fill="hold">
                                          <p:stCondLst>
                                            <p:cond delay="0"/>
                                          </p:stCondLst>
                                        </p:cTn>
                                        <p:tgtEl>
                                          <p:spTgt spid="78"/>
                                        </p:tgtEl>
                                        <p:attrNameLst>
                                          <p:attrName>style.visibility</p:attrName>
                                        </p:attrNameLst>
                                      </p:cBhvr>
                                      <p:to>
                                        <p:strVal val="visible"/>
                                      </p:to>
                                    </p:set>
                                    <p:animEffect transition="in" filter="wipe(left)">
                                      <p:cBhvr>
                                        <p:cTn id="35" dur="500"/>
                                        <p:tgtEl>
                                          <p:spTgt spid="78"/>
                                        </p:tgtEl>
                                      </p:cBhvr>
                                    </p:animEffect>
                                  </p:childTnLst>
                                </p:cTn>
                              </p:par>
                              <p:par>
                                <p:cTn id="36" presetID="22" presetClass="entr" presetSubtype="8" fill="hold" grpId="0" nodeType="withEffect">
                                  <p:stCondLst>
                                    <p:cond delay="500"/>
                                  </p:stCondLst>
                                  <p:childTnLst>
                                    <p:set>
                                      <p:cBhvr>
                                        <p:cTn id="37" dur="1" fill="hold">
                                          <p:stCondLst>
                                            <p:cond delay="0"/>
                                          </p:stCondLst>
                                        </p:cTn>
                                        <p:tgtEl>
                                          <p:spTgt spid="79"/>
                                        </p:tgtEl>
                                        <p:attrNameLst>
                                          <p:attrName>style.visibility</p:attrName>
                                        </p:attrNameLst>
                                      </p:cBhvr>
                                      <p:to>
                                        <p:strVal val="visible"/>
                                      </p:to>
                                    </p:set>
                                    <p:animEffect transition="in" filter="wipe(left)">
                                      <p:cBhvr>
                                        <p:cTn id="38"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5" grpId="0"/>
      <p:bldP spid="76" grpId="0"/>
      <p:bldP spid="77" grpId="0"/>
      <p:bldP spid="78" grpId="0"/>
      <p:bldP spid="7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874249" y="2788859"/>
            <a:ext cx="1452057" cy="1450598"/>
            <a:chOff x="5305425" y="2638424"/>
            <a:chExt cx="1579563" cy="1577975"/>
          </a:xfrm>
          <a:solidFill>
            <a:srgbClr val="000000">
              <a:alpha val="60000"/>
            </a:srgbClr>
          </a:solidFill>
        </p:grpSpPr>
        <p:sp>
          <p:nvSpPr>
            <p:cNvPr id="7" name="Freeform 6"/>
            <p:cNvSpPr>
              <a:spLocks noEditPoints="1"/>
            </p:cNvSpPr>
            <p:nvPr/>
          </p:nvSpPr>
          <p:spPr bwMode="auto">
            <a:xfrm>
              <a:off x="5305425" y="2638424"/>
              <a:ext cx="1579563" cy="1577975"/>
            </a:xfrm>
            <a:custGeom>
              <a:avLst/>
              <a:gdLst>
                <a:gd name="T0" fmla="*/ 421 w 421"/>
                <a:gd name="T1" fmla="*/ 229 h 421"/>
                <a:gd name="T2" fmla="*/ 398 w 421"/>
                <a:gd name="T3" fmla="*/ 188 h 421"/>
                <a:gd name="T4" fmla="*/ 367 w 421"/>
                <a:gd name="T5" fmla="*/ 146 h 421"/>
                <a:gd name="T6" fmla="*/ 402 w 421"/>
                <a:gd name="T7" fmla="*/ 122 h 421"/>
                <a:gd name="T8" fmla="*/ 361 w 421"/>
                <a:gd name="T9" fmla="*/ 97 h 421"/>
                <a:gd name="T10" fmla="*/ 314 w 421"/>
                <a:gd name="T11" fmla="*/ 77 h 421"/>
                <a:gd name="T12" fmla="*/ 332 w 421"/>
                <a:gd name="T13" fmla="*/ 38 h 421"/>
                <a:gd name="T14" fmla="*/ 285 w 421"/>
                <a:gd name="T15" fmla="*/ 37 h 421"/>
                <a:gd name="T16" fmla="*/ 233 w 421"/>
                <a:gd name="T17" fmla="*/ 43 h 421"/>
                <a:gd name="T18" fmla="*/ 229 w 421"/>
                <a:gd name="T19" fmla="*/ 0 h 421"/>
                <a:gd name="T20" fmla="*/ 188 w 421"/>
                <a:gd name="T21" fmla="*/ 23 h 421"/>
                <a:gd name="T22" fmla="*/ 146 w 421"/>
                <a:gd name="T23" fmla="*/ 54 h 421"/>
                <a:gd name="T24" fmla="*/ 122 w 421"/>
                <a:gd name="T25" fmla="*/ 19 h 421"/>
                <a:gd name="T26" fmla="*/ 98 w 421"/>
                <a:gd name="T27" fmla="*/ 60 h 421"/>
                <a:gd name="T28" fmla="*/ 77 w 421"/>
                <a:gd name="T29" fmla="*/ 107 h 421"/>
                <a:gd name="T30" fmla="*/ 38 w 421"/>
                <a:gd name="T31" fmla="*/ 89 h 421"/>
                <a:gd name="T32" fmla="*/ 37 w 421"/>
                <a:gd name="T33" fmla="*/ 136 h 421"/>
                <a:gd name="T34" fmla="*/ 43 w 421"/>
                <a:gd name="T35" fmla="*/ 188 h 421"/>
                <a:gd name="T36" fmla="*/ 0 w 421"/>
                <a:gd name="T37" fmla="*/ 192 h 421"/>
                <a:gd name="T38" fmla="*/ 24 w 421"/>
                <a:gd name="T39" fmla="*/ 233 h 421"/>
                <a:gd name="T40" fmla="*/ 54 w 421"/>
                <a:gd name="T41" fmla="*/ 274 h 421"/>
                <a:gd name="T42" fmla="*/ 19 w 421"/>
                <a:gd name="T43" fmla="*/ 299 h 421"/>
                <a:gd name="T44" fmla="*/ 60 w 421"/>
                <a:gd name="T45" fmla="*/ 323 h 421"/>
                <a:gd name="T46" fmla="*/ 107 w 421"/>
                <a:gd name="T47" fmla="*/ 344 h 421"/>
                <a:gd name="T48" fmla="*/ 89 w 421"/>
                <a:gd name="T49" fmla="*/ 383 h 421"/>
                <a:gd name="T50" fmla="*/ 137 w 421"/>
                <a:gd name="T51" fmla="*/ 384 h 421"/>
                <a:gd name="T52" fmla="*/ 188 w 421"/>
                <a:gd name="T53" fmla="*/ 378 h 421"/>
                <a:gd name="T54" fmla="*/ 192 w 421"/>
                <a:gd name="T55" fmla="*/ 421 h 421"/>
                <a:gd name="T56" fmla="*/ 233 w 421"/>
                <a:gd name="T57" fmla="*/ 397 h 421"/>
                <a:gd name="T58" fmla="*/ 275 w 421"/>
                <a:gd name="T59" fmla="*/ 367 h 421"/>
                <a:gd name="T60" fmla="*/ 299 w 421"/>
                <a:gd name="T61" fmla="*/ 402 h 421"/>
                <a:gd name="T62" fmla="*/ 324 w 421"/>
                <a:gd name="T63" fmla="*/ 361 h 421"/>
                <a:gd name="T64" fmla="*/ 344 w 421"/>
                <a:gd name="T65" fmla="*/ 314 h 421"/>
                <a:gd name="T66" fmla="*/ 383 w 421"/>
                <a:gd name="T67" fmla="*/ 332 h 421"/>
                <a:gd name="T68" fmla="*/ 384 w 421"/>
                <a:gd name="T69" fmla="*/ 284 h 421"/>
                <a:gd name="T70" fmla="*/ 378 w 421"/>
                <a:gd name="T71" fmla="*/ 233 h 421"/>
                <a:gd name="T72" fmla="*/ 211 w 421"/>
                <a:gd name="T73" fmla="*/ 236 h 421"/>
                <a:gd name="T74" fmla="*/ 211 w 421"/>
                <a:gd name="T75" fmla="*/ 185 h 421"/>
                <a:gd name="T76" fmla="*/ 211 w 421"/>
                <a:gd name="T77" fmla="*/ 236 h 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421">
                  <a:moveTo>
                    <a:pt x="398" y="233"/>
                  </a:moveTo>
                  <a:cubicBezTo>
                    <a:pt x="421" y="229"/>
                    <a:pt x="421" y="229"/>
                    <a:pt x="421" y="229"/>
                  </a:cubicBezTo>
                  <a:cubicBezTo>
                    <a:pt x="421" y="192"/>
                    <a:pt x="421" y="192"/>
                    <a:pt x="421" y="192"/>
                  </a:cubicBezTo>
                  <a:cubicBezTo>
                    <a:pt x="398" y="188"/>
                    <a:pt x="398" y="188"/>
                    <a:pt x="398" y="188"/>
                  </a:cubicBezTo>
                  <a:cubicBezTo>
                    <a:pt x="378" y="188"/>
                    <a:pt x="378" y="188"/>
                    <a:pt x="378" y="188"/>
                  </a:cubicBezTo>
                  <a:cubicBezTo>
                    <a:pt x="376" y="173"/>
                    <a:pt x="372" y="159"/>
                    <a:pt x="367" y="146"/>
                  </a:cubicBezTo>
                  <a:cubicBezTo>
                    <a:pt x="384" y="136"/>
                    <a:pt x="384" y="136"/>
                    <a:pt x="384" y="136"/>
                  </a:cubicBezTo>
                  <a:cubicBezTo>
                    <a:pt x="402" y="122"/>
                    <a:pt x="402" y="122"/>
                    <a:pt x="402" y="122"/>
                  </a:cubicBezTo>
                  <a:cubicBezTo>
                    <a:pt x="383" y="89"/>
                    <a:pt x="383" y="89"/>
                    <a:pt x="383" y="89"/>
                  </a:cubicBezTo>
                  <a:cubicBezTo>
                    <a:pt x="361" y="97"/>
                    <a:pt x="361" y="97"/>
                    <a:pt x="361" y="97"/>
                  </a:cubicBezTo>
                  <a:cubicBezTo>
                    <a:pt x="344" y="107"/>
                    <a:pt x="344" y="107"/>
                    <a:pt x="344" y="107"/>
                  </a:cubicBezTo>
                  <a:cubicBezTo>
                    <a:pt x="336" y="96"/>
                    <a:pt x="325" y="85"/>
                    <a:pt x="314" y="77"/>
                  </a:cubicBezTo>
                  <a:cubicBezTo>
                    <a:pt x="324" y="60"/>
                    <a:pt x="324" y="60"/>
                    <a:pt x="324" y="60"/>
                  </a:cubicBezTo>
                  <a:cubicBezTo>
                    <a:pt x="332" y="38"/>
                    <a:pt x="332" y="38"/>
                    <a:pt x="332" y="38"/>
                  </a:cubicBezTo>
                  <a:cubicBezTo>
                    <a:pt x="299" y="19"/>
                    <a:pt x="299" y="19"/>
                    <a:pt x="299" y="19"/>
                  </a:cubicBezTo>
                  <a:cubicBezTo>
                    <a:pt x="285" y="37"/>
                    <a:pt x="285" y="37"/>
                    <a:pt x="285" y="37"/>
                  </a:cubicBezTo>
                  <a:cubicBezTo>
                    <a:pt x="275" y="54"/>
                    <a:pt x="275" y="54"/>
                    <a:pt x="275" y="54"/>
                  </a:cubicBezTo>
                  <a:cubicBezTo>
                    <a:pt x="262" y="49"/>
                    <a:pt x="248" y="45"/>
                    <a:pt x="233" y="43"/>
                  </a:cubicBezTo>
                  <a:cubicBezTo>
                    <a:pt x="233" y="23"/>
                    <a:pt x="233" y="23"/>
                    <a:pt x="233" y="23"/>
                  </a:cubicBezTo>
                  <a:cubicBezTo>
                    <a:pt x="229" y="0"/>
                    <a:pt x="229" y="0"/>
                    <a:pt x="229" y="0"/>
                  </a:cubicBezTo>
                  <a:cubicBezTo>
                    <a:pt x="192" y="0"/>
                    <a:pt x="192" y="0"/>
                    <a:pt x="192" y="0"/>
                  </a:cubicBezTo>
                  <a:cubicBezTo>
                    <a:pt x="188" y="23"/>
                    <a:pt x="188" y="23"/>
                    <a:pt x="188" y="23"/>
                  </a:cubicBezTo>
                  <a:cubicBezTo>
                    <a:pt x="188" y="43"/>
                    <a:pt x="188" y="43"/>
                    <a:pt x="188" y="43"/>
                  </a:cubicBezTo>
                  <a:cubicBezTo>
                    <a:pt x="173" y="45"/>
                    <a:pt x="160" y="49"/>
                    <a:pt x="146" y="54"/>
                  </a:cubicBezTo>
                  <a:cubicBezTo>
                    <a:pt x="137" y="37"/>
                    <a:pt x="137" y="37"/>
                    <a:pt x="137" y="37"/>
                  </a:cubicBezTo>
                  <a:cubicBezTo>
                    <a:pt x="122" y="19"/>
                    <a:pt x="122" y="19"/>
                    <a:pt x="122" y="19"/>
                  </a:cubicBezTo>
                  <a:cubicBezTo>
                    <a:pt x="89" y="38"/>
                    <a:pt x="89" y="38"/>
                    <a:pt x="89" y="38"/>
                  </a:cubicBezTo>
                  <a:cubicBezTo>
                    <a:pt x="98" y="60"/>
                    <a:pt x="98" y="60"/>
                    <a:pt x="98" y="60"/>
                  </a:cubicBezTo>
                  <a:cubicBezTo>
                    <a:pt x="107" y="77"/>
                    <a:pt x="107" y="77"/>
                    <a:pt x="107" y="77"/>
                  </a:cubicBezTo>
                  <a:cubicBezTo>
                    <a:pt x="96" y="85"/>
                    <a:pt x="86" y="96"/>
                    <a:pt x="77" y="107"/>
                  </a:cubicBezTo>
                  <a:cubicBezTo>
                    <a:pt x="60" y="97"/>
                    <a:pt x="60" y="97"/>
                    <a:pt x="60" y="97"/>
                  </a:cubicBezTo>
                  <a:cubicBezTo>
                    <a:pt x="38" y="89"/>
                    <a:pt x="38" y="89"/>
                    <a:pt x="38" y="89"/>
                  </a:cubicBezTo>
                  <a:cubicBezTo>
                    <a:pt x="19" y="122"/>
                    <a:pt x="19" y="122"/>
                    <a:pt x="19" y="122"/>
                  </a:cubicBezTo>
                  <a:cubicBezTo>
                    <a:pt x="37" y="136"/>
                    <a:pt x="37" y="136"/>
                    <a:pt x="37" y="136"/>
                  </a:cubicBezTo>
                  <a:cubicBezTo>
                    <a:pt x="54" y="146"/>
                    <a:pt x="54" y="146"/>
                    <a:pt x="54" y="146"/>
                  </a:cubicBezTo>
                  <a:cubicBezTo>
                    <a:pt x="49" y="159"/>
                    <a:pt x="45" y="173"/>
                    <a:pt x="43" y="188"/>
                  </a:cubicBezTo>
                  <a:cubicBezTo>
                    <a:pt x="24" y="188"/>
                    <a:pt x="24" y="188"/>
                    <a:pt x="24" y="188"/>
                  </a:cubicBezTo>
                  <a:cubicBezTo>
                    <a:pt x="0" y="192"/>
                    <a:pt x="0" y="192"/>
                    <a:pt x="0" y="192"/>
                  </a:cubicBezTo>
                  <a:cubicBezTo>
                    <a:pt x="0" y="229"/>
                    <a:pt x="0" y="229"/>
                    <a:pt x="0" y="229"/>
                  </a:cubicBezTo>
                  <a:cubicBezTo>
                    <a:pt x="24" y="233"/>
                    <a:pt x="24" y="233"/>
                    <a:pt x="24" y="233"/>
                  </a:cubicBezTo>
                  <a:cubicBezTo>
                    <a:pt x="43" y="233"/>
                    <a:pt x="43" y="233"/>
                    <a:pt x="43" y="233"/>
                  </a:cubicBezTo>
                  <a:cubicBezTo>
                    <a:pt x="45" y="247"/>
                    <a:pt x="49" y="261"/>
                    <a:pt x="54" y="274"/>
                  </a:cubicBezTo>
                  <a:cubicBezTo>
                    <a:pt x="37" y="284"/>
                    <a:pt x="37" y="284"/>
                    <a:pt x="37" y="284"/>
                  </a:cubicBezTo>
                  <a:cubicBezTo>
                    <a:pt x="19" y="299"/>
                    <a:pt x="19" y="299"/>
                    <a:pt x="19" y="299"/>
                  </a:cubicBezTo>
                  <a:cubicBezTo>
                    <a:pt x="38" y="332"/>
                    <a:pt x="38" y="332"/>
                    <a:pt x="38" y="332"/>
                  </a:cubicBezTo>
                  <a:cubicBezTo>
                    <a:pt x="60" y="323"/>
                    <a:pt x="60" y="323"/>
                    <a:pt x="60" y="323"/>
                  </a:cubicBezTo>
                  <a:cubicBezTo>
                    <a:pt x="77" y="314"/>
                    <a:pt x="77" y="314"/>
                    <a:pt x="77" y="314"/>
                  </a:cubicBezTo>
                  <a:cubicBezTo>
                    <a:pt x="86" y="325"/>
                    <a:pt x="96" y="335"/>
                    <a:pt x="107" y="344"/>
                  </a:cubicBezTo>
                  <a:cubicBezTo>
                    <a:pt x="98" y="361"/>
                    <a:pt x="98" y="361"/>
                    <a:pt x="98" y="361"/>
                  </a:cubicBezTo>
                  <a:cubicBezTo>
                    <a:pt x="89" y="383"/>
                    <a:pt x="89" y="383"/>
                    <a:pt x="89" y="383"/>
                  </a:cubicBezTo>
                  <a:cubicBezTo>
                    <a:pt x="122" y="402"/>
                    <a:pt x="122" y="402"/>
                    <a:pt x="122" y="402"/>
                  </a:cubicBezTo>
                  <a:cubicBezTo>
                    <a:pt x="137" y="384"/>
                    <a:pt x="137" y="384"/>
                    <a:pt x="137" y="384"/>
                  </a:cubicBezTo>
                  <a:cubicBezTo>
                    <a:pt x="146" y="367"/>
                    <a:pt x="146" y="367"/>
                    <a:pt x="146" y="367"/>
                  </a:cubicBezTo>
                  <a:cubicBezTo>
                    <a:pt x="160" y="372"/>
                    <a:pt x="173" y="376"/>
                    <a:pt x="188" y="378"/>
                  </a:cubicBezTo>
                  <a:cubicBezTo>
                    <a:pt x="188" y="397"/>
                    <a:pt x="188" y="397"/>
                    <a:pt x="188" y="397"/>
                  </a:cubicBezTo>
                  <a:cubicBezTo>
                    <a:pt x="192" y="421"/>
                    <a:pt x="192" y="421"/>
                    <a:pt x="192" y="421"/>
                  </a:cubicBezTo>
                  <a:cubicBezTo>
                    <a:pt x="229" y="421"/>
                    <a:pt x="229" y="421"/>
                    <a:pt x="229" y="421"/>
                  </a:cubicBezTo>
                  <a:cubicBezTo>
                    <a:pt x="233" y="397"/>
                    <a:pt x="233" y="397"/>
                    <a:pt x="233" y="397"/>
                  </a:cubicBezTo>
                  <a:cubicBezTo>
                    <a:pt x="233" y="378"/>
                    <a:pt x="233" y="378"/>
                    <a:pt x="233" y="378"/>
                  </a:cubicBezTo>
                  <a:cubicBezTo>
                    <a:pt x="248" y="376"/>
                    <a:pt x="262" y="372"/>
                    <a:pt x="275" y="367"/>
                  </a:cubicBezTo>
                  <a:cubicBezTo>
                    <a:pt x="285" y="384"/>
                    <a:pt x="285" y="384"/>
                    <a:pt x="285" y="384"/>
                  </a:cubicBezTo>
                  <a:cubicBezTo>
                    <a:pt x="299" y="402"/>
                    <a:pt x="299" y="402"/>
                    <a:pt x="299" y="402"/>
                  </a:cubicBezTo>
                  <a:cubicBezTo>
                    <a:pt x="332" y="383"/>
                    <a:pt x="332" y="383"/>
                    <a:pt x="332" y="383"/>
                  </a:cubicBezTo>
                  <a:cubicBezTo>
                    <a:pt x="324" y="361"/>
                    <a:pt x="324" y="361"/>
                    <a:pt x="324" y="361"/>
                  </a:cubicBezTo>
                  <a:cubicBezTo>
                    <a:pt x="314" y="344"/>
                    <a:pt x="314" y="344"/>
                    <a:pt x="314" y="344"/>
                  </a:cubicBezTo>
                  <a:cubicBezTo>
                    <a:pt x="325" y="335"/>
                    <a:pt x="336" y="325"/>
                    <a:pt x="344" y="314"/>
                  </a:cubicBezTo>
                  <a:cubicBezTo>
                    <a:pt x="361" y="323"/>
                    <a:pt x="361" y="323"/>
                    <a:pt x="361" y="323"/>
                  </a:cubicBezTo>
                  <a:cubicBezTo>
                    <a:pt x="383" y="332"/>
                    <a:pt x="383" y="332"/>
                    <a:pt x="383" y="332"/>
                  </a:cubicBezTo>
                  <a:cubicBezTo>
                    <a:pt x="402" y="299"/>
                    <a:pt x="402" y="299"/>
                    <a:pt x="402" y="299"/>
                  </a:cubicBezTo>
                  <a:cubicBezTo>
                    <a:pt x="384" y="284"/>
                    <a:pt x="384" y="284"/>
                    <a:pt x="384" y="284"/>
                  </a:cubicBezTo>
                  <a:cubicBezTo>
                    <a:pt x="367" y="274"/>
                    <a:pt x="367" y="274"/>
                    <a:pt x="367" y="274"/>
                  </a:cubicBezTo>
                  <a:cubicBezTo>
                    <a:pt x="372" y="261"/>
                    <a:pt x="376" y="247"/>
                    <a:pt x="378" y="233"/>
                  </a:cubicBezTo>
                  <a:lnTo>
                    <a:pt x="398" y="233"/>
                  </a:lnTo>
                  <a:close/>
                  <a:moveTo>
                    <a:pt x="211" y="236"/>
                  </a:moveTo>
                  <a:cubicBezTo>
                    <a:pt x="197" y="236"/>
                    <a:pt x="185" y="224"/>
                    <a:pt x="185" y="210"/>
                  </a:cubicBezTo>
                  <a:cubicBezTo>
                    <a:pt x="185" y="196"/>
                    <a:pt x="197" y="185"/>
                    <a:pt x="211" y="185"/>
                  </a:cubicBezTo>
                  <a:cubicBezTo>
                    <a:pt x="225" y="185"/>
                    <a:pt x="236" y="196"/>
                    <a:pt x="236" y="210"/>
                  </a:cubicBezTo>
                  <a:cubicBezTo>
                    <a:pt x="236" y="224"/>
                    <a:pt x="225" y="236"/>
                    <a:pt x="211" y="236"/>
                  </a:cubicBezTo>
                  <a:close/>
                </a:path>
              </a:pathLst>
            </a:custGeom>
            <a:solidFill>
              <a:srgbClr val="AC4243"/>
            </a:solidFill>
            <a:ln>
              <a:noFill/>
            </a:ln>
            <a:effectLst/>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7"/>
            <p:cNvSpPr>
              <a:spLocks noEditPoints="1"/>
            </p:cNvSpPr>
            <p:nvPr/>
          </p:nvSpPr>
          <p:spPr bwMode="auto">
            <a:xfrm>
              <a:off x="5602288" y="2933700"/>
              <a:ext cx="985838" cy="985838"/>
            </a:xfrm>
            <a:custGeom>
              <a:avLst/>
              <a:gdLst>
                <a:gd name="T0" fmla="*/ 132 w 263"/>
                <a:gd name="T1" fmla="*/ 0 h 263"/>
                <a:gd name="T2" fmla="*/ 0 w 263"/>
                <a:gd name="T3" fmla="*/ 131 h 263"/>
                <a:gd name="T4" fmla="*/ 132 w 263"/>
                <a:gd name="T5" fmla="*/ 263 h 263"/>
                <a:gd name="T6" fmla="*/ 263 w 263"/>
                <a:gd name="T7" fmla="*/ 131 h 263"/>
                <a:gd name="T8" fmla="*/ 132 w 263"/>
                <a:gd name="T9" fmla="*/ 0 h 263"/>
                <a:gd name="T10" fmla="*/ 132 w 263"/>
                <a:gd name="T11" fmla="*/ 190 h 263"/>
                <a:gd name="T12" fmla="*/ 73 w 263"/>
                <a:gd name="T13" fmla="*/ 131 h 263"/>
                <a:gd name="T14" fmla="*/ 132 w 263"/>
                <a:gd name="T15" fmla="*/ 73 h 263"/>
                <a:gd name="T16" fmla="*/ 190 w 263"/>
                <a:gd name="T17" fmla="*/ 131 h 263"/>
                <a:gd name="T18" fmla="*/ 132 w 263"/>
                <a:gd name="T19" fmla="*/ 19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3" h="263">
                  <a:moveTo>
                    <a:pt x="132" y="0"/>
                  </a:moveTo>
                  <a:cubicBezTo>
                    <a:pt x="59" y="0"/>
                    <a:pt x="0" y="59"/>
                    <a:pt x="0" y="131"/>
                  </a:cubicBezTo>
                  <a:cubicBezTo>
                    <a:pt x="0" y="204"/>
                    <a:pt x="59" y="263"/>
                    <a:pt x="132" y="263"/>
                  </a:cubicBezTo>
                  <a:cubicBezTo>
                    <a:pt x="204" y="263"/>
                    <a:pt x="263" y="204"/>
                    <a:pt x="263" y="131"/>
                  </a:cubicBezTo>
                  <a:cubicBezTo>
                    <a:pt x="263" y="59"/>
                    <a:pt x="204" y="0"/>
                    <a:pt x="132" y="0"/>
                  </a:cubicBezTo>
                  <a:close/>
                  <a:moveTo>
                    <a:pt x="132" y="190"/>
                  </a:moveTo>
                  <a:cubicBezTo>
                    <a:pt x="99" y="190"/>
                    <a:pt x="73" y="164"/>
                    <a:pt x="73" y="131"/>
                  </a:cubicBezTo>
                  <a:cubicBezTo>
                    <a:pt x="73" y="99"/>
                    <a:pt x="99" y="73"/>
                    <a:pt x="132" y="73"/>
                  </a:cubicBezTo>
                  <a:cubicBezTo>
                    <a:pt x="164" y="73"/>
                    <a:pt x="190" y="99"/>
                    <a:pt x="190" y="131"/>
                  </a:cubicBezTo>
                  <a:cubicBezTo>
                    <a:pt x="190" y="164"/>
                    <a:pt x="164" y="190"/>
                    <a:pt x="132" y="19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9" name="组合 8"/>
          <p:cNvGrpSpPr/>
          <p:nvPr/>
        </p:nvGrpSpPr>
        <p:grpSpPr>
          <a:xfrm>
            <a:off x="4761563" y="3674774"/>
            <a:ext cx="1822733" cy="1819815"/>
            <a:chOff x="5102225" y="2441575"/>
            <a:chExt cx="1982788" cy="1979613"/>
          </a:xfrm>
          <a:solidFill>
            <a:srgbClr val="000000">
              <a:alpha val="60000"/>
            </a:srgbClr>
          </a:solidFill>
        </p:grpSpPr>
        <p:sp>
          <p:nvSpPr>
            <p:cNvPr id="10" name="Freeform 12"/>
            <p:cNvSpPr>
              <a:spLocks noEditPoints="1"/>
            </p:cNvSpPr>
            <p:nvPr/>
          </p:nvSpPr>
          <p:spPr bwMode="auto">
            <a:xfrm>
              <a:off x="5102225" y="2441575"/>
              <a:ext cx="1982788" cy="1979613"/>
            </a:xfrm>
            <a:custGeom>
              <a:avLst/>
              <a:gdLst>
                <a:gd name="T0" fmla="*/ 529 w 529"/>
                <a:gd name="T1" fmla="*/ 283 h 528"/>
                <a:gd name="T2" fmla="*/ 506 w 529"/>
                <a:gd name="T3" fmla="*/ 241 h 528"/>
                <a:gd name="T4" fmla="*/ 479 w 529"/>
                <a:gd name="T5" fmla="*/ 200 h 528"/>
                <a:gd name="T6" fmla="*/ 516 w 529"/>
                <a:gd name="T7" fmla="*/ 180 h 528"/>
                <a:gd name="T8" fmla="*/ 479 w 529"/>
                <a:gd name="T9" fmla="*/ 151 h 528"/>
                <a:gd name="T10" fmla="*/ 438 w 529"/>
                <a:gd name="T11" fmla="*/ 123 h 528"/>
                <a:gd name="T12" fmla="*/ 465 w 529"/>
                <a:gd name="T13" fmla="*/ 90 h 528"/>
                <a:gd name="T14" fmla="*/ 420 w 529"/>
                <a:gd name="T15" fmla="*/ 77 h 528"/>
                <a:gd name="T16" fmla="*/ 371 w 529"/>
                <a:gd name="T17" fmla="*/ 67 h 528"/>
                <a:gd name="T18" fmla="*/ 383 w 529"/>
                <a:gd name="T19" fmla="*/ 27 h 528"/>
                <a:gd name="T20" fmla="*/ 336 w 529"/>
                <a:gd name="T21" fmla="*/ 32 h 528"/>
                <a:gd name="T22" fmla="*/ 288 w 529"/>
                <a:gd name="T23" fmla="*/ 42 h 528"/>
                <a:gd name="T24" fmla="*/ 284 w 529"/>
                <a:gd name="T25" fmla="*/ 0 h 528"/>
                <a:gd name="T26" fmla="*/ 242 w 529"/>
                <a:gd name="T27" fmla="*/ 23 h 528"/>
                <a:gd name="T28" fmla="*/ 201 w 529"/>
                <a:gd name="T29" fmla="*/ 50 h 528"/>
                <a:gd name="T30" fmla="*/ 181 w 529"/>
                <a:gd name="T31" fmla="*/ 13 h 528"/>
                <a:gd name="T32" fmla="*/ 152 w 529"/>
                <a:gd name="T33" fmla="*/ 50 h 528"/>
                <a:gd name="T34" fmla="*/ 124 w 529"/>
                <a:gd name="T35" fmla="*/ 91 h 528"/>
                <a:gd name="T36" fmla="*/ 91 w 529"/>
                <a:gd name="T37" fmla="*/ 64 h 528"/>
                <a:gd name="T38" fmla="*/ 78 w 529"/>
                <a:gd name="T39" fmla="*/ 109 h 528"/>
                <a:gd name="T40" fmla="*/ 68 w 529"/>
                <a:gd name="T41" fmla="*/ 158 h 528"/>
                <a:gd name="T42" fmla="*/ 28 w 529"/>
                <a:gd name="T43" fmla="*/ 145 h 528"/>
                <a:gd name="T44" fmla="*/ 33 w 529"/>
                <a:gd name="T45" fmla="*/ 193 h 528"/>
                <a:gd name="T46" fmla="*/ 42 w 529"/>
                <a:gd name="T47" fmla="*/ 241 h 528"/>
                <a:gd name="T48" fmla="*/ 0 w 529"/>
                <a:gd name="T49" fmla="*/ 245 h 528"/>
                <a:gd name="T50" fmla="*/ 24 w 529"/>
                <a:gd name="T51" fmla="*/ 287 h 528"/>
                <a:gd name="T52" fmla="*/ 51 w 529"/>
                <a:gd name="T53" fmla="*/ 328 h 528"/>
                <a:gd name="T54" fmla="*/ 13 w 529"/>
                <a:gd name="T55" fmla="*/ 348 h 528"/>
                <a:gd name="T56" fmla="*/ 51 w 529"/>
                <a:gd name="T57" fmla="*/ 377 h 528"/>
                <a:gd name="T58" fmla="*/ 92 w 529"/>
                <a:gd name="T59" fmla="*/ 405 h 528"/>
                <a:gd name="T60" fmla="*/ 65 w 529"/>
                <a:gd name="T61" fmla="*/ 438 h 528"/>
                <a:gd name="T62" fmla="*/ 110 w 529"/>
                <a:gd name="T63" fmla="*/ 451 h 528"/>
                <a:gd name="T64" fmla="*/ 159 w 529"/>
                <a:gd name="T65" fmla="*/ 461 h 528"/>
                <a:gd name="T66" fmla="*/ 146 w 529"/>
                <a:gd name="T67" fmla="*/ 501 h 528"/>
                <a:gd name="T68" fmla="*/ 193 w 529"/>
                <a:gd name="T69" fmla="*/ 496 h 528"/>
                <a:gd name="T70" fmla="*/ 242 w 529"/>
                <a:gd name="T71" fmla="*/ 486 h 528"/>
                <a:gd name="T72" fmla="*/ 246 w 529"/>
                <a:gd name="T73" fmla="*/ 528 h 528"/>
                <a:gd name="T74" fmla="*/ 288 w 529"/>
                <a:gd name="T75" fmla="*/ 505 h 528"/>
                <a:gd name="T76" fmla="*/ 329 w 529"/>
                <a:gd name="T77" fmla="*/ 478 h 528"/>
                <a:gd name="T78" fmla="*/ 349 w 529"/>
                <a:gd name="T79" fmla="*/ 516 h 528"/>
                <a:gd name="T80" fmla="*/ 378 w 529"/>
                <a:gd name="T81" fmla="*/ 478 h 528"/>
                <a:gd name="T82" fmla="*/ 406 w 529"/>
                <a:gd name="T83" fmla="*/ 437 h 528"/>
                <a:gd name="T84" fmla="*/ 439 w 529"/>
                <a:gd name="T85" fmla="*/ 464 h 528"/>
                <a:gd name="T86" fmla="*/ 452 w 529"/>
                <a:gd name="T87" fmla="*/ 419 h 528"/>
                <a:gd name="T88" fmla="*/ 462 w 529"/>
                <a:gd name="T89" fmla="*/ 370 h 528"/>
                <a:gd name="T90" fmla="*/ 502 w 529"/>
                <a:gd name="T91" fmla="*/ 383 h 528"/>
                <a:gd name="T92" fmla="*/ 496 w 529"/>
                <a:gd name="T93" fmla="*/ 335 h 528"/>
                <a:gd name="T94" fmla="*/ 487 w 529"/>
                <a:gd name="T95" fmla="*/ 287 h 528"/>
                <a:gd name="T96" fmla="*/ 265 w 529"/>
                <a:gd name="T97" fmla="*/ 290 h 528"/>
                <a:gd name="T98" fmla="*/ 265 w 529"/>
                <a:gd name="T99" fmla="*/ 238 h 528"/>
                <a:gd name="T100" fmla="*/ 265 w 529"/>
                <a:gd name="T101" fmla="*/ 29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29" h="528">
                  <a:moveTo>
                    <a:pt x="506" y="287"/>
                  </a:moveTo>
                  <a:cubicBezTo>
                    <a:pt x="529" y="283"/>
                    <a:pt x="529" y="283"/>
                    <a:pt x="529" y="283"/>
                  </a:cubicBezTo>
                  <a:cubicBezTo>
                    <a:pt x="529" y="245"/>
                    <a:pt x="529" y="245"/>
                    <a:pt x="529" y="245"/>
                  </a:cubicBezTo>
                  <a:cubicBezTo>
                    <a:pt x="506" y="241"/>
                    <a:pt x="506" y="241"/>
                    <a:pt x="506" y="241"/>
                  </a:cubicBezTo>
                  <a:cubicBezTo>
                    <a:pt x="487" y="241"/>
                    <a:pt x="487" y="241"/>
                    <a:pt x="487" y="241"/>
                  </a:cubicBezTo>
                  <a:cubicBezTo>
                    <a:pt x="486" y="227"/>
                    <a:pt x="483" y="213"/>
                    <a:pt x="479" y="200"/>
                  </a:cubicBezTo>
                  <a:cubicBezTo>
                    <a:pt x="496" y="193"/>
                    <a:pt x="496" y="193"/>
                    <a:pt x="496" y="193"/>
                  </a:cubicBezTo>
                  <a:cubicBezTo>
                    <a:pt x="516" y="180"/>
                    <a:pt x="516" y="180"/>
                    <a:pt x="516" y="180"/>
                  </a:cubicBezTo>
                  <a:cubicBezTo>
                    <a:pt x="502" y="145"/>
                    <a:pt x="502" y="145"/>
                    <a:pt x="502" y="145"/>
                  </a:cubicBezTo>
                  <a:cubicBezTo>
                    <a:pt x="479" y="151"/>
                    <a:pt x="479" y="151"/>
                    <a:pt x="479" y="151"/>
                  </a:cubicBezTo>
                  <a:cubicBezTo>
                    <a:pt x="462" y="158"/>
                    <a:pt x="462" y="158"/>
                    <a:pt x="462" y="158"/>
                  </a:cubicBezTo>
                  <a:cubicBezTo>
                    <a:pt x="455" y="145"/>
                    <a:pt x="447" y="134"/>
                    <a:pt x="438" y="123"/>
                  </a:cubicBezTo>
                  <a:cubicBezTo>
                    <a:pt x="452" y="109"/>
                    <a:pt x="452" y="109"/>
                    <a:pt x="452" y="109"/>
                  </a:cubicBezTo>
                  <a:cubicBezTo>
                    <a:pt x="465" y="90"/>
                    <a:pt x="465" y="90"/>
                    <a:pt x="465" y="90"/>
                  </a:cubicBezTo>
                  <a:cubicBezTo>
                    <a:pt x="439" y="64"/>
                    <a:pt x="439" y="64"/>
                    <a:pt x="439" y="64"/>
                  </a:cubicBezTo>
                  <a:cubicBezTo>
                    <a:pt x="420" y="77"/>
                    <a:pt x="420" y="77"/>
                    <a:pt x="420" y="77"/>
                  </a:cubicBezTo>
                  <a:cubicBezTo>
                    <a:pt x="406" y="91"/>
                    <a:pt x="406" y="91"/>
                    <a:pt x="406" y="91"/>
                  </a:cubicBezTo>
                  <a:cubicBezTo>
                    <a:pt x="395" y="82"/>
                    <a:pt x="383" y="74"/>
                    <a:pt x="371" y="67"/>
                  </a:cubicBezTo>
                  <a:cubicBezTo>
                    <a:pt x="378" y="50"/>
                    <a:pt x="378" y="50"/>
                    <a:pt x="378" y="50"/>
                  </a:cubicBezTo>
                  <a:cubicBezTo>
                    <a:pt x="383" y="27"/>
                    <a:pt x="383" y="27"/>
                    <a:pt x="383" y="27"/>
                  </a:cubicBezTo>
                  <a:cubicBezTo>
                    <a:pt x="349" y="13"/>
                    <a:pt x="349" y="13"/>
                    <a:pt x="349" y="13"/>
                  </a:cubicBezTo>
                  <a:cubicBezTo>
                    <a:pt x="336" y="32"/>
                    <a:pt x="336" y="32"/>
                    <a:pt x="336" y="32"/>
                  </a:cubicBezTo>
                  <a:cubicBezTo>
                    <a:pt x="329" y="50"/>
                    <a:pt x="329" y="50"/>
                    <a:pt x="329" y="50"/>
                  </a:cubicBezTo>
                  <a:cubicBezTo>
                    <a:pt x="316" y="46"/>
                    <a:pt x="302" y="43"/>
                    <a:pt x="288" y="42"/>
                  </a:cubicBezTo>
                  <a:cubicBezTo>
                    <a:pt x="288" y="23"/>
                    <a:pt x="288" y="23"/>
                    <a:pt x="288" y="23"/>
                  </a:cubicBezTo>
                  <a:cubicBezTo>
                    <a:pt x="284" y="0"/>
                    <a:pt x="284" y="0"/>
                    <a:pt x="284" y="0"/>
                  </a:cubicBezTo>
                  <a:cubicBezTo>
                    <a:pt x="246" y="0"/>
                    <a:pt x="246" y="0"/>
                    <a:pt x="246" y="0"/>
                  </a:cubicBezTo>
                  <a:cubicBezTo>
                    <a:pt x="242" y="23"/>
                    <a:pt x="242" y="23"/>
                    <a:pt x="242" y="23"/>
                  </a:cubicBezTo>
                  <a:cubicBezTo>
                    <a:pt x="242" y="42"/>
                    <a:pt x="242" y="42"/>
                    <a:pt x="242" y="42"/>
                  </a:cubicBezTo>
                  <a:cubicBezTo>
                    <a:pt x="228" y="43"/>
                    <a:pt x="214" y="46"/>
                    <a:pt x="201" y="50"/>
                  </a:cubicBezTo>
                  <a:cubicBezTo>
                    <a:pt x="193" y="32"/>
                    <a:pt x="193" y="32"/>
                    <a:pt x="193" y="32"/>
                  </a:cubicBezTo>
                  <a:cubicBezTo>
                    <a:pt x="181" y="13"/>
                    <a:pt x="181" y="13"/>
                    <a:pt x="181" y="13"/>
                  </a:cubicBezTo>
                  <a:cubicBezTo>
                    <a:pt x="146" y="27"/>
                    <a:pt x="146" y="27"/>
                    <a:pt x="146" y="27"/>
                  </a:cubicBezTo>
                  <a:cubicBezTo>
                    <a:pt x="152" y="50"/>
                    <a:pt x="152" y="50"/>
                    <a:pt x="152" y="50"/>
                  </a:cubicBezTo>
                  <a:cubicBezTo>
                    <a:pt x="159" y="67"/>
                    <a:pt x="159" y="67"/>
                    <a:pt x="159" y="67"/>
                  </a:cubicBezTo>
                  <a:cubicBezTo>
                    <a:pt x="146" y="74"/>
                    <a:pt x="135" y="82"/>
                    <a:pt x="124" y="91"/>
                  </a:cubicBezTo>
                  <a:cubicBezTo>
                    <a:pt x="110" y="77"/>
                    <a:pt x="110" y="77"/>
                    <a:pt x="110" y="77"/>
                  </a:cubicBezTo>
                  <a:cubicBezTo>
                    <a:pt x="91" y="64"/>
                    <a:pt x="91" y="64"/>
                    <a:pt x="91" y="64"/>
                  </a:cubicBezTo>
                  <a:cubicBezTo>
                    <a:pt x="65" y="90"/>
                    <a:pt x="65" y="90"/>
                    <a:pt x="65" y="90"/>
                  </a:cubicBezTo>
                  <a:cubicBezTo>
                    <a:pt x="78" y="109"/>
                    <a:pt x="78" y="109"/>
                    <a:pt x="78" y="109"/>
                  </a:cubicBezTo>
                  <a:cubicBezTo>
                    <a:pt x="92" y="123"/>
                    <a:pt x="92" y="123"/>
                    <a:pt x="92" y="123"/>
                  </a:cubicBezTo>
                  <a:cubicBezTo>
                    <a:pt x="83" y="134"/>
                    <a:pt x="75" y="145"/>
                    <a:pt x="68" y="158"/>
                  </a:cubicBezTo>
                  <a:cubicBezTo>
                    <a:pt x="51" y="151"/>
                    <a:pt x="51" y="151"/>
                    <a:pt x="51" y="151"/>
                  </a:cubicBezTo>
                  <a:cubicBezTo>
                    <a:pt x="28" y="145"/>
                    <a:pt x="28" y="145"/>
                    <a:pt x="28" y="145"/>
                  </a:cubicBezTo>
                  <a:cubicBezTo>
                    <a:pt x="13" y="180"/>
                    <a:pt x="13" y="180"/>
                    <a:pt x="13" y="180"/>
                  </a:cubicBezTo>
                  <a:cubicBezTo>
                    <a:pt x="33" y="193"/>
                    <a:pt x="33" y="193"/>
                    <a:pt x="33" y="193"/>
                  </a:cubicBezTo>
                  <a:cubicBezTo>
                    <a:pt x="51" y="200"/>
                    <a:pt x="51" y="200"/>
                    <a:pt x="51" y="200"/>
                  </a:cubicBezTo>
                  <a:cubicBezTo>
                    <a:pt x="47" y="213"/>
                    <a:pt x="44" y="227"/>
                    <a:pt x="42" y="241"/>
                  </a:cubicBezTo>
                  <a:cubicBezTo>
                    <a:pt x="24" y="241"/>
                    <a:pt x="24" y="241"/>
                    <a:pt x="24" y="241"/>
                  </a:cubicBezTo>
                  <a:cubicBezTo>
                    <a:pt x="0" y="245"/>
                    <a:pt x="0" y="245"/>
                    <a:pt x="0" y="245"/>
                  </a:cubicBezTo>
                  <a:cubicBezTo>
                    <a:pt x="0" y="283"/>
                    <a:pt x="0" y="283"/>
                    <a:pt x="0" y="283"/>
                  </a:cubicBezTo>
                  <a:cubicBezTo>
                    <a:pt x="24" y="287"/>
                    <a:pt x="24" y="287"/>
                    <a:pt x="24" y="287"/>
                  </a:cubicBezTo>
                  <a:cubicBezTo>
                    <a:pt x="42" y="287"/>
                    <a:pt x="42" y="287"/>
                    <a:pt x="42" y="287"/>
                  </a:cubicBezTo>
                  <a:cubicBezTo>
                    <a:pt x="44" y="301"/>
                    <a:pt x="47" y="315"/>
                    <a:pt x="51" y="328"/>
                  </a:cubicBezTo>
                  <a:cubicBezTo>
                    <a:pt x="33" y="335"/>
                    <a:pt x="33" y="335"/>
                    <a:pt x="33" y="335"/>
                  </a:cubicBezTo>
                  <a:cubicBezTo>
                    <a:pt x="13" y="348"/>
                    <a:pt x="13" y="348"/>
                    <a:pt x="13" y="348"/>
                  </a:cubicBezTo>
                  <a:cubicBezTo>
                    <a:pt x="28" y="383"/>
                    <a:pt x="28" y="383"/>
                    <a:pt x="28" y="383"/>
                  </a:cubicBezTo>
                  <a:cubicBezTo>
                    <a:pt x="51" y="377"/>
                    <a:pt x="51" y="377"/>
                    <a:pt x="51" y="377"/>
                  </a:cubicBezTo>
                  <a:cubicBezTo>
                    <a:pt x="68" y="370"/>
                    <a:pt x="68" y="370"/>
                    <a:pt x="68" y="370"/>
                  </a:cubicBezTo>
                  <a:cubicBezTo>
                    <a:pt x="75" y="383"/>
                    <a:pt x="83" y="394"/>
                    <a:pt x="92" y="405"/>
                  </a:cubicBezTo>
                  <a:cubicBezTo>
                    <a:pt x="78" y="419"/>
                    <a:pt x="78" y="419"/>
                    <a:pt x="78" y="419"/>
                  </a:cubicBezTo>
                  <a:cubicBezTo>
                    <a:pt x="65" y="438"/>
                    <a:pt x="65" y="438"/>
                    <a:pt x="65" y="438"/>
                  </a:cubicBezTo>
                  <a:cubicBezTo>
                    <a:pt x="91" y="464"/>
                    <a:pt x="91" y="464"/>
                    <a:pt x="91" y="464"/>
                  </a:cubicBezTo>
                  <a:cubicBezTo>
                    <a:pt x="110" y="451"/>
                    <a:pt x="110" y="451"/>
                    <a:pt x="110" y="451"/>
                  </a:cubicBezTo>
                  <a:cubicBezTo>
                    <a:pt x="124" y="437"/>
                    <a:pt x="124" y="437"/>
                    <a:pt x="124" y="437"/>
                  </a:cubicBezTo>
                  <a:cubicBezTo>
                    <a:pt x="135" y="446"/>
                    <a:pt x="146" y="454"/>
                    <a:pt x="159" y="461"/>
                  </a:cubicBezTo>
                  <a:cubicBezTo>
                    <a:pt x="152" y="478"/>
                    <a:pt x="152" y="478"/>
                    <a:pt x="152" y="478"/>
                  </a:cubicBezTo>
                  <a:cubicBezTo>
                    <a:pt x="146" y="501"/>
                    <a:pt x="146" y="501"/>
                    <a:pt x="146" y="501"/>
                  </a:cubicBezTo>
                  <a:cubicBezTo>
                    <a:pt x="181" y="516"/>
                    <a:pt x="181" y="516"/>
                    <a:pt x="181" y="516"/>
                  </a:cubicBezTo>
                  <a:cubicBezTo>
                    <a:pt x="193" y="496"/>
                    <a:pt x="193" y="496"/>
                    <a:pt x="193" y="496"/>
                  </a:cubicBezTo>
                  <a:cubicBezTo>
                    <a:pt x="201" y="478"/>
                    <a:pt x="201" y="478"/>
                    <a:pt x="201" y="478"/>
                  </a:cubicBezTo>
                  <a:cubicBezTo>
                    <a:pt x="214" y="482"/>
                    <a:pt x="228" y="485"/>
                    <a:pt x="242" y="486"/>
                  </a:cubicBezTo>
                  <a:cubicBezTo>
                    <a:pt x="242" y="505"/>
                    <a:pt x="242" y="505"/>
                    <a:pt x="242" y="505"/>
                  </a:cubicBezTo>
                  <a:cubicBezTo>
                    <a:pt x="246" y="528"/>
                    <a:pt x="246" y="528"/>
                    <a:pt x="246" y="528"/>
                  </a:cubicBezTo>
                  <a:cubicBezTo>
                    <a:pt x="284" y="528"/>
                    <a:pt x="284" y="528"/>
                    <a:pt x="284" y="528"/>
                  </a:cubicBezTo>
                  <a:cubicBezTo>
                    <a:pt x="288" y="505"/>
                    <a:pt x="288" y="505"/>
                    <a:pt x="288" y="505"/>
                  </a:cubicBezTo>
                  <a:cubicBezTo>
                    <a:pt x="288" y="486"/>
                    <a:pt x="288" y="486"/>
                    <a:pt x="288" y="486"/>
                  </a:cubicBezTo>
                  <a:cubicBezTo>
                    <a:pt x="302" y="485"/>
                    <a:pt x="316" y="482"/>
                    <a:pt x="329" y="478"/>
                  </a:cubicBezTo>
                  <a:cubicBezTo>
                    <a:pt x="336" y="496"/>
                    <a:pt x="336" y="496"/>
                    <a:pt x="336" y="496"/>
                  </a:cubicBezTo>
                  <a:cubicBezTo>
                    <a:pt x="349" y="516"/>
                    <a:pt x="349" y="516"/>
                    <a:pt x="349" y="516"/>
                  </a:cubicBezTo>
                  <a:cubicBezTo>
                    <a:pt x="383" y="501"/>
                    <a:pt x="383" y="501"/>
                    <a:pt x="383" y="501"/>
                  </a:cubicBezTo>
                  <a:cubicBezTo>
                    <a:pt x="378" y="478"/>
                    <a:pt x="378" y="478"/>
                    <a:pt x="378" y="478"/>
                  </a:cubicBezTo>
                  <a:cubicBezTo>
                    <a:pt x="371" y="461"/>
                    <a:pt x="371" y="461"/>
                    <a:pt x="371" y="461"/>
                  </a:cubicBezTo>
                  <a:cubicBezTo>
                    <a:pt x="383" y="454"/>
                    <a:pt x="395" y="446"/>
                    <a:pt x="406" y="437"/>
                  </a:cubicBezTo>
                  <a:cubicBezTo>
                    <a:pt x="420" y="451"/>
                    <a:pt x="420" y="451"/>
                    <a:pt x="420" y="451"/>
                  </a:cubicBezTo>
                  <a:cubicBezTo>
                    <a:pt x="439" y="464"/>
                    <a:pt x="439" y="464"/>
                    <a:pt x="439" y="464"/>
                  </a:cubicBezTo>
                  <a:cubicBezTo>
                    <a:pt x="465" y="438"/>
                    <a:pt x="465" y="438"/>
                    <a:pt x="465" y="438"/>
                  </a:cubicBezTo>
                  <a:cubicBezTo>
                    <a:pt x="452" y="419"/>
                    <a:pt x="452" y="419"/>
                    <a:pt x="452" y="419"/>
                  </a:cubicBezTo>
                  <a:cubicBezTo>
                    <a:pt x="438" y="405"/>
                    <a:pt x="438" y="405"/>
                    <a:pt x="438" y="405"/>
                  </a:cubicBezTo>
                  <a:cubicBezTo>
                    <a:pt x="447" y="394"/>
                    <a:pt x="455" y="383"/>
                    <a:pt x="462" y="370"/>
                  </a:cubicBezTo>
                  <a:cubicBezTo>
                    <a:pt x="479" y="377"/>
                    <a:pt x="479" y="377"/>
                    <a:pt x="479" y="377"/>
                  </a:cubicBezTo>
                  <a:cubicBezTo>
                    <a:pt x="502" y="383"/>
                    <a:pt x="502" y="383"/>
                    <a:pt x="502" y="383"/>
                  </a:cubicBezTo>
                  <a:cubicBezTo>
                    <a:pt x="516" y="348"/>
                    <a:pt x="516" y="348"/>
                    <a:pt x="516" y="348"/>
                  </a:cubicBezTo>
                  <a:cubicBezTo>
                    <a:pt x="496" y="335"/>
                    <a:pt x="496" y="335"/>
                    <a:pt x="496" y="335"/>
                  </a:cubicBezTo>
                  <a:cubicBezTo>
                    <a:pt x="479" y="328"/>
                    <a:pt x="479" y="328"/>
                    <a:pt x="479" y="328"/>
                  </a:cubicBezTo>
                  <a:cubicBezTo>
                    <a:pt x="483" y="315"/>
                    <a:pt x="486" y="301"/>
                    <a:pt x="487" y="287"/>
                  </a:cubicBezTo>
                  <a:lnTo>
                    <a:pt x="506" y="287"/>
                  </a:lnTo>
                  <a:close/>
                  <a:moveTo>
                    <a:pt x="265" y="290"/>
                  </a:moveTo>
                  <a:cubicBezTo>
                    <a:pt x="251" y="290"/>
                    <a:pt x="239" y="278"/>
                    <a:pt x="239" y="264"/>
                  </a:cubicBezTo>
                  <a:cubicBezTo>
                    <a:pt x="239" y="250"/>
                    <a:pt x="251" y="238"/>
                    <a:pt x="265" y="238"/>
                  </a:cubicBezTo>
                  <a:cubicBezTo>
                    <a:pt x="279" y="238"/>
                    <a:pt x="291" y="250"/>
                    <a:pt x="291" y="264"/>
                  </a:cubicBezTo>
                  <a:cubicBezTo>
                    <a:pt x="291" y="278"/>
                    <a:pt x="279" y="290"/>
                    <a:pt x="265" y="290"/>
                  </a:cubicBezTo>
                  <a:close/>
                </a:path>
              </a:pathLst>
            </a:cu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11" name="Freeform 13"/>
            <p:cNvSpPr>
              <a:spLocks noEditPoints="1"/>
            </p:cNvSpPr>
            <p:nvPr/>
          </p:nvSpPr>
          <p:spPr bwMode="auto">
            <a:xfrm>
              <a:off x="5405438" y="2741613"/>
              <a:ext cx="1376363" cy="1381125"/>
            </a:xfrm>
            <a:custGeom>
              <a:avLst/>
              <a:gdLst>
                <a:gd name="T0" fmla="*/ 184 w 367"/>
                <a:gd name="T1" fmla="*/ 0 h 368"/>
                <a:gd name="T2" fmla="*/ 0 w 367"/>
                <a:gd name="T3" fmla="*/ 184 h 368"/>
                <a:gd name="T4" fmla="*/ 184 w 367"/>
                <a:gd name="T5" fmla="*/ 368 h 368"/>
                <a:gd name="T6" fmla="*/ 367 w 367"/>
                <a:gd name="T7" fmla="*/ 184 h 368"/>
                <a:gd name="T8" fmla="*/ 184 w 367"/>
                <a:gd name="T9" fmla="*/ 0 h 368"/>
                <a:gd name="T10" fmla="*/ 184 w 367"/>
                <a:gd name="T11" fmla="*/ 250 h 368"/>
                <a:gd name="T12" fmla="*/ 118 w 367"/>
                <a:gd name="T13" fmla="*/ 184 h 368"/>
                <a:gd name="T14" fmla="*/ 184 w 367"/>
                <a:gd name="T15" fmla="*/ 118 h 368"/>
                <a:gd name="T16" fmla="*/ 250 w 367"/>
                <a:gd name="T17" fmla="*/ 184 h 368"/>
                <a:gd name="T18" fmla="*/ 184 w 367"/>
                <a:gd name="T19" fmla="*/ 250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7" h="368">
                  <a:moveTo>
                    <a:pt x="184" y="0"/>
                  </a:moveTo>
                  <a:cubicBezTo>
                    <a:pt x="83" y="0"/>
                    <a:pt x="0" y="83"/>
                    <a:pt x="0" y="184"/>
                  </a:cubicBezTo>
                  <a:cubicBezTo>
                    <a:pt x="0" y="285"/>
                    <a:pt x="83" y="368"/>
                    <a:pt x="184" y="368"/>
                  </a:cubicBezTo>
                  <a:cubicBezTo>
                    <a:pt x="285" y="368"/>
                    <a:pt x="367" y="285"/>
                    <a:pt x="367" y="184"/>
                  </a:cubicBezTo>
                  <a:cubicBezTo>
                    <a:pt x="367" y="83"/>
                    <a:pt x="285" y="0"/>
                    <a:pt x="184" y="0"/>
                  </a:cubicBezTo>
                  <a:close/>
                  <a:moveTo>
                    <a:pt x="184" y="250"/>
                  </a:moveTo>
                  <a:cubicBezTo>
                    <a:pt x="148" y="250"/>
                    <a:pt x="118" y="220"/>
                    <a:pt x="118" y="184"/>
                  </a:cubicBezTo>
                  <a:cubicBezTo>
                    <a:pt x="118" y="148"/>
                    <a:pt x="148" y="118"/>
                    <a:pt x="184" y="118"/>
                  </a:cubicBezTo>
                  <a:cubicBezTo>
                    <a:pt x="220" y="118"/>
                    <a:pt x="250" y="148"/>
                    <a:pt x="250" y="184"/>
                  </a:cubicBezTo>
                  <a:cubicBezTo>
                    <a:pt x="250" y="220"/>
                    <a:pt x="220" y="250"/>
                    <a:pt x="184" y="250"/>
                  </a:cubicBezTo>
                  <a:close/>
                </a:path>
              </a:pathLst>
            </a:cu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grpSp>
      <p:grpSp>
        <p:nvGrpSpPr>
          <p:cNvPr id="12" name="组合 11"/>
          <p:cNvGrpSpPr/>
          <p:nvPr/>
        </p:nvGrpSpPr>
        <p:grpSpPr>
          <a:xfrm>
            <a:off x="6312728" y="3318298"/>
            <a:ext cx="1195211" cy="1212723"/>
            <a:chOff x="5803900" y="2852738"/>
            <a:chExt cx="1300163" cy="1319212"/>
          </a:xfrm>
          <a:solidFill>
            <a:srgbClr val="000000">
              <a:alpha val="60000"/>
            </a:srgbClr>
          </a:solidFill>
        </p:grpSpPr>
        <p:sp>
          <p:nvSpPr>
            <p:cNvPr id="13" name="Freeform 18"/>
            <p:cNvSpPr>
              <a:spLocks noEditPoints="1"/>
            </p:cNvSpPr>
            <p:nvPr/>
          </p:nvSpPr>
          <p:spPr bwMode="auto">
            <a:xfrm>
              <a:off x="5803900" y="2852738"/>
              <a:ext cx="1300163" cy="1319212"/>
            </a:xfrm>
            <a:custGeom>
              <a:avLst/>
              <a:gdLst>
                <a:gd name="T0" fmla="*/ 309 w 347"/>
                <a:gd name="T1" fmla="*/ 176 h 352"/>
                <a:gd name="T2" fmla="*/ 326 w 347"/>
                <a:gd name="T3" fmla="*/ 150 h 352"/>
                <a:gd name="T4" fmla="*/ 335 w 347"/>
                <a:gd name="T5" fmla="*/ 103 h 352"/>
                <a:gd name="T6" fmla="*/ 294 w 347"/>
                <a:gd name="T7" fmla="*/ 113 h 352"/>
                <a:gd name="T8" fmla="*/ 282 w 347"/>
                <a:gd name="T9" fmla="*/ 65 h 352"/>
                <a:gd name="T10" fmla="*/ 262 w 347"/>
                <a:gd name="T11" fmla="*/ 22 h 352"/>
                <a:gd name="T12" fmla="*/ 234 w 347"/>
                <a:gd name="T13" fmla="*/ 54 h 352"/>
                <a:gd name="T14" fmla="*/ 196 w 347"/>
                <a:gd name="T15" fmla="*/ 23 h 352"/>
                <a:gd name="T16" fmla="*/ 155 w 347"/>
                <a:gd name="T17" fmla="*/ 0 h 352"/>
                <a:gd name="T18" fmla="*/ 151 w 347"/>
                <a:gd name="T19" fmla="*/ 42 h 352"/>
                <a:gd name="T20" fmla="*/ 102 w 347"/>
                <a:gd name="T21" fmla="*/ 39 h 352"/>
                <a:gd name="T22" fmla="*/ 55 w 347"/>
                <a:gd name="T23" fmla="*/ 44 h 352"/>
                <a:gd name="T24" fmla="*/ 77 w 347"/>
                <a:gd name="T25" fmla="*/ 81 h 352"/>
                <a:gd name="T26" fmla="*/ 35 w 347"/>
                <a:gd name="T27" fmla="*/ 107 h 352"/>
                <a:gd name="T28" fmla="*/ 0 w 347"/>
                <a:gd name="T29" fmla="*/ 139 h 352"/>
                <a:gd name="T30" fmla="*/ 39 w 347"/>
                <a:gd name="T31" fmla="*/ 156 h 352"/>
                <a:gd name="T32" fmla="*/ 39 w 347"/>
                <a:gd name="T33" fmla="*/ 195 h 352"/>
                <a:gd name="T34" fmla="*/ 0 w 347"/>
                <a:gd name="T35" fmla="*/ 212 h 352"/>
                <a:gd name="T36" fmla="*/ 35 w 347"/>
                <a:gd name="T37" fmla="*/ 244 h 352"/>
                <a:gd name="T38" fmla="*/ 77 w 347"/>
                <a:gd name="T39" fmla="*/ 271 h 352"/>
                <a:gd name="T40" fmla="*/ 55 w 347"/>
                <a:gd name="T41" fmla="*/ 307 h 352"/>
                <a:gd name="T42" fmla="*/ 102 w 347"/>
                <a:gd name="T43" fmla="*/ 313 h 352"/>
                <a:gd name="T44" fmla="*/ 151 w 347"/>
                <a:gd name="T45" fmla="*/ 309 h 352"/>
                <a:gd name="T46" fmla="*/ 155 w 347"/>
                <a:gd name="T47" fmla="*/ 352 h 352"/>
                <a:gd name="T48" fmla="*/ 196 w 347"/>
                <a:gd name="T49" fmla="*/ 329 h 352"/>
                <a:gd name="T50" fmla="*/ 234 w 347"/>
                <a:gd name="T51" fmla="*/ 297 h 352"/>
                <a:gd name="T52" fmla="*/ 262 w 347"/>
                <a:gd name="T53" fmla="*/ 329 h 352"/>
                <a:gd name="T54" fmla="*/ 282 w 347"/>
                <a:gd name="T55" fmla="*/ 286 h 352"/>
                <a:gd name="T56" fmla="*/ 294 w 347"/>
                <a:gd name="T57" fmla="*/ 239 h 352"/>
                <a:gd name="T58" fmla="*/ 335 w 347"/>
                <a:gd name="T59" fmla="*/ 248 h 352"/>
                <a:gd name="T60" fmla="*/ 326 w 347"/>
                <a:gd name="T61" fmla="*/ 201 h 352"/>
                <a:gd name="T62" fmla="*/ 174 w 347"/>
                <a:gd name="T63" fmla="*/ 201 h 352"/>
                <a:gd name="T64" fmla="*/ 174 w 347"/>
                <a:gd name="T65" fmla="*/ 150 h 352"/>
                <a:gd name="T66" fmla="*/ 174 w 347"/>
                <a:gd name="T67" fmla="*/ 201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7" h="352">
                  <a:moveTo>
                    <a:pt x="308" y="195"/>
                  </a:moveTo>
                  <a:cubicBezTo>
                    <a:pt x="309" y="189"/>
                    <a:pt x="309" y="182"/>
                    <a:pt x="309" y="176"/>
                  </a:cubicBezTo>
                  <a:cubicBezTo>
                    <a:pt x="309" y="169"/>
                    <a:pt x="309" y="162"/>
                    <a:pt x="308" y="156"/>
                  </a:cubicBezTo>
                  <a:cubicBezTo>
                    <a:pt x="326" y="150"/>
                    <a:pt x="326" y="150"/>
                    <a:pt x="326" y="150"/>
                  </a:cubicBezTo>
                  <a:cubicBezTo>
                    <a:pt x="347" y="139"/>
                    <a:pt x="347" y="139"/>
                    <a:pt x="347" y="139"/>
                  </a:cubicBezTo>
                  <a:cubicBezTo>
                    <a:pt x="335" y="103"/>
                    <a:pt x="335" y="103"/>
                    <a:pt x="335" y="103"/>
                  </a:cubicBezTo>
                  <a:cubicBezTo>
                    <a:pt x="312" y="107"/>
                    <a:pt x="312" y="107"/>
                    <a:pt x="312" y="107"/>
                  </a:cubicBezTo>
                  <a:cubicBezTo>
                    <a:pt x="294" y="113"/>
                    <a:pt x="294" y="113"/>
                    <a:pt x="294" y="113"/>
                  </a:cubicBezTo>
                  <a:cubicBezTo>
                    <a:pt x="288" y="101"/>
                    <a:pt x="280" y="90"/>
                    <a:pt x="271" y="81"/>
                  </a:cubicBezTo>
                  <a:cubicBezTo>
                    <a:pt x="282" y="65"/>
                    <a:pt x="282" y="65"/>
                    <a:pt x="282" y="65"/>
                  </a:cubicBezTo>
                  <a:cubicBezTo>
                    <a:pt x="292" y="44"/>
                    <a:pt x="292" y="44"/>
                    <a:pt x="292" y="44"/>
                  </a:cubicBezTo>
                  <a:cubicBezTo>
                    <a:pt x="262" y="22"/>
                    <a:pt x="262" y="22"/>
                    <a:pt x="262" y="22"/>
                  </a:cubicBezTo>
                  <a:cubicBezTo>
                    <a:pt x="245" y="39"/>
                    <a:pt x="245" y="39"/>
                    <a:pt x="245" y="39"/>
                  </a:cubicBezTo>
                  <a:cubicBezTo>
                    <a:pt x="234" y="54"/>
                    <a:pt x="234" y="54"/>
                    <a:pt x="234" y="54"/>
                  </a:cubicBezTo>
                  <a:cubicBezTo>
                    <a:pt x="222" y="48"/>
                    <a:pt x="210" y="44"/>
                    <a:pt x="196" y="42"/>
                  </a:cubicBezTo>
                  <a:cubicBezTo>
                    <a:pt x="196" y="23"/>
                    <a:pt x="196" y="23"/>
                    <a:pt x="196" y="23"/>
                  </a:cubicBezTo>
                  <a:cubicBezTo>
                    <a:pt x="192" y="0"/>
                    <a:pt x="192" y="0"/>
                    <a:pt x="192" y="0"/>
                  </a:cubicBezTo>
                  <a:cubicBezTo>
                    <a:pt x="155" y="0"/>
                    <a:pt x="155" y="0"/>
                    <a:pt x="155" y="0"/>
                  </a:cubicBezTo>
                  <a:cubicBezTo>
                    <a:pt x="151" y="23"/>
                    <a:pt x="151" y="23"/>
                    <a:pt x="151" y="23"/>
                  </a:cubicBezTo>
                  <a:cubicBezTo>
                    <a:pt x="151" y="42"/>
                    <a:pt x="151" y="42"/>
                    <a:pt x="151" y="42"/>
                  </a:cubicBezTo>
                  <a:cubicBezTo>
                    <a:pt x="138" y="44"/>
                    <a:pt x="125" y="48"/>
                    <a:pt x="113" y="54"/>
                  </a:cubicBezTo>
                  <a:cubicBezTo>
                    <a:pt x="102" y="39"/>
                    <a:pt x="102" y="39"/>
                    <a:pt x="102" y="39"/>
                  </a:cubicBezTo>
                  <a:cubicBezTo>
                    <a:pt x="85" y="22"/>
                    <a:pt x="85" y="22"/>
                    <a:pt x="85" y="22"/>
                  </a:cubicBezTo>
                  <a:cubicBezTo>
                    <a:pt x="55" y="44"/>
                    <a:pt x="55" y="44"/>
                    <a:pt x="55" y="44"/>
                  </a:cubicBezTo>
                  <a:cubicBezTo>
                    <a:pt x="65" y="65"/>
                    <a:pt x="65" y="65"/>
                    <a:pt x="65" y="65"/>
                  </a:cubicBezTo>
                  <a:cubicBezTo>
                    <a:pt x="77" y="81"/>
                    <a:pt x="77" y="81"/>
                    <a:pt x="77" y="81"/>
                  </a:cubicBezTo>
                  <a:cubicBezTo>
                    <a:pt x="67" y="90"/>
                    <a:pt x="60" y="101"/>
                    <a:pt x="53" y="113"/>
                  </a:cubicBezTo>
                  <a:cubicBezTo>
                    <a:pt x="35" y="107"/>
                    <a:pt x="35" y="107"/>
                    <a:pt x="35" y="107"/>
                  </a:cubicBezTo>
                  <a:cubicBezTo>
                    <a:pt x="12" y="103"/>
                    <a:pt x="12" y="103"/>
                    <a:pt x="12" y="103"/>
                  </a:cubicBezTo>
                  <a:cubicBezTo>
                    <a:pt x="0" y="139"/>
                    <a:pt x="0" y="139"/>
                    <a:pt x="0" y="139"/>
                  </a:cubicBezTo>
                  <a:cubicBezTo>
                    <a:pt x="21" y="150"/>
                    <a:pt x="21" y="150"/>
                    <a:pt x="21" y="150"/>
                  </a:cubicBezTo>
                  <a:cubicBezTo>
                    <a:pt x="39" y="156"/>
                    <a:pt x="39" y="156"/>
                    <a:pt x="39" y="156"/>
                  </a:cubicBezTo>
                  <a:cubicBezTo>
                    <a:pt x="38" y="162"/>
                    <a:pt x="38" y="169"/>
                    <a:pt x="38" y="176"/>
                  </a:cubicBezTo>
                  <a:cubicBezTo>
                    <a:pt x="38" y="182"/>
                    <a:pt x="38" y="189"/>
                    <a:pt x="39" y="195"/>
                  </a:cubicBezTo>
                  <a:cubicBezTo>
                    <a:pt x="21" y="201"/>
                    <a:pt x="21" y="201"/>
                    <a:pt x="21" y="201"/>
                  </a:cubicBezTo>
                  <a:cubicBezTo>
                    <a:pt x="0" y="212"/>
                    <a:pt x="0" y="212"/>
                    <a:pt x="0" y="212"/>
                  </a:cubicBezTo>
                  <a:cubicBezTo>
                    <a:pt x="12" y="248"/>
                    <a:pt x="12" y="248"/>
                    <a:pt x="12" y="248"/>
                  </a:cubicBezTo>
                  <a:cubicBezTo>
                    <a:pt x="35" y="244"/>
                    <a:pt x="35" y="244"/>
                    <a:pt x="35" y="244"/>
                  </a:cubicBezTo>
                  <a:cubicBezTo>
                    <a:pt x="53" y="239"/>
                    <a:pt x="53" y="239"/>
                    <a:pt x="53" y="239"/>
                  </a:cubicBezTo>
                  <a:cubicBezTo>
                    <a:pt x="60" y="250"/>
                    <a:pt x="67" y="261"/>
                    <a:pt x="77" y="271"/>
                  </a:cubicBezTo>
                  <a:cubicBezTo>
                    <a:pt x="65" y="286"/>
                    <a:pt x="65" y="286"/>
                    <a:pt x="65" y="286"/>
                  </a:cubicBezTo>
                  <a:cubicBezTo>
                    <a:pt x="55" y="307"/>
                    <a:pt x="55" y="307"/>
                    <a:pt x="55" y="307"/>
                  </a:cubicBezTo>
                  <a:cubicBezTo>
                    <a:pt x="85" y="329"/>
                    <a:pt x="85" y="329"/>
                    <a:pt x="85" y="329"/>
                  </a:cubicBezTo>
                  <a:cubicBezTo>
                    <a:pt x="102" y="313"/>
                    <a:pt x="102" y="313"/>
                    <a:pt x="102" y="313"/>
                  </a:cubicBezTo>
                  <a:cubicBezTo>
                    <a:pt x="113" y="297"/>
                    <a:pt x="113" y="297"/>
                    <a:pt x="113" y="297"/>
                  </a:cubicBezTo>
                  <a:cubicBezTo>
                    <a:pt x="125" y="303"/>
                    <a:pt x="138" y="307"/>
                    <a:pt x="151" y="309"/>
                  </a:cubicBezTo>
                  <a:cubicBezTo>
                    <a:pt x="151" y="329"/>
                    <a:pt x="151" y="329"/>
                    <a:pt x="151" y="329"/>
                  </a:cubicBezTo>
                  <a:cubicBezTo>
                    <a:pt x="155" y="352"/>
                    <a:pt x="155" y="352"/>
                    <a:pt x="155" y="352"/>
                  </a:cubicBezTo>
                  <a:cubicBezTo>
                    <a:pt x="192" y="352"/>
                    <a:pt x="192" y="352"/>
                    <a:pt x="192" y="352"/>
                  </a:cubicBezTo>
                  <a:cubicBezTo>
                    <a:pt x="196" y="329"/>
                    <a:pt x="196" y="329"/>
                    <a:pt x="196" y="329"/>
                  </a:cubicBezTo>
                  <a:cubicBezTo>
                    <a:pt x="196" y="309"/>
                    <a:pt x="196" y="309"/>
                    <a:pt x="196" y="309"/>
                  </a:cubicBezTo>
                  <a:cubicBezTo>
                    <a:pt x="210" y="307"/>
                    <a:pt x="222" y="303"/>
                    <a:pt x="234" y="297"/>
                  </a:cubicBezTo>
                  <a:cubicBezTo>
                    <a:pt x="245" y="313"/>
                    <a:pt x="245" y="313"/>
                    <a:pt x="245" y="313"/>
                  </a:cubicBezTo>
                  <a:cubicBezTo>
                    <a:pt x="262" y="329"/>
                    <a:pt x="262" y="329"/>
                    <a:pt x="262" y="329"/>
                  </a:cubicBezTo>
                  <a:cubicBezTo>
                    <a:pt x="292" y="307"/>
                    <a:pt x="292" y="307"/>
                    <a:pt x="292" y="307"/>
                  </a:cubicBezTo>
                  <a:cubicBezTo>
                    <a:pt x="282" y="286"/>
                    <a:pt x="282" y="286"/>
                    <a:pt x="282" y="286"/>
                  </a:cubicBezTo>
                  <a:cubicBezTo>
                    <a:pt x="271" y="271"/>
                    <a:pt x="271" y="271"/>
                    <a:pt x="271" y="271"/>
                  </a:cubicBezTo>
                  <a:cubicBezTo>
                    <a:pt x="280" y="261"/>
                    <a:pt x="288" y="250"/>
                    <a:pt x="294" y="239"/>
                  </a:cubicBezTo>
                  <a:cubicBezTo>
                    <a:pt x="312" y="244"/>
                    <a:pt x="312" y="244"/>
                    <a:pt x="312" y="244"/>
                  </a:cubicBezTo>
                  <a:cubicBezTo>
                    <a:pt x="335" y="248"/>
                    <a:pt x="335" y="248"/>
                    <a:pt x="335" y="248"/>
                  </a:cubicBezTo>
                  <a:cubicBezTo>
                    <a:pt x="347" y="212"/>
                    <a:pt x="347" y="212"/>
                    <a:pt x="347" y="212"/>
                  </a:cubicBezTo>
                  <a:cubicBezTo>
                    <a:pt x="326" y="201"/>
                    <a:pt x="326" y="201"/>
                    <a:pt x="326" y="201"/>
                  </a:cubicBezTo>
                  <a:lnTo>
                    <a:pt x="308" y="195"/>
                  </a:lnTo>
                  <a:close/>
                  <a:moveTo>
                    <a:pt x="174" y="201"/>
                  </a:moveTo>
                  <a:cubicBezTo>
                    <a:pt x="159" y="201"/>
                    <a:pt x="148" y="190"/>
                    <a:pt x="148" y="176"/>
                  </a:cubicBezTo>
                  <a:cubicBezTo>
                    <a:pt x="148" y="162"/>
                    <a:pt x="159" y="150"/>
                    <a:pt x="174" y="150"/>
                  </a:cubicBezTo>
                  <a:cubicBezTo>
                    <a:pt x="188" y="150"/>
                    <a:pt x="199" y="162"/>
                    <a:pt x="199" y="176"/>
                  </a:cubicBezTo>
                  <a:cubicBezTo>
                    <a:pt x="199" y="190"/>
                    <a:pt x="188" y="201"/>
                    <a:pt x="174" y="201"/>
                  </a:cubicBezTo>
                  <a:close/>
                </a:path>
              </a:pathLst>
            </a:custGeom>
            <a:solidFill>
              <a:srgbClr val="AC4243"/>
            </a:solidFill>
            <a:ln>
              <a:noFill/>
            </a:ln>
            <a:effectLst/>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9"/>
            <p:cNvSpPr>
              <a:spLocks noEditPoints="1"/>
            </p:cNvSpPr>
            <p:nvPr/>
          </p:nvSpPr>
          <p:spPr bwMode="auto">
            <a:xfrm>
              <a:off x="6080125" y="3136900"/>
              <a:ext cx="747713" cy="746125"/>
            </a:xfrm>
            <a:custGeom>
              <a:avLst/>
              <a:gdLst>
                <a:gd name="T0" fmla="*/ 100 w 199"/>
                <a:gd name="T1" fmla="*/ 0 h 199"/>
                <a:gd name="T2" fmla="*/ 0 w 199"/>
                <a:gd name="T3" fmla="*/ 100 h 199"/>
                <a:gd name="T4" fmla="*/ 100 w 199"/>
                <a:gd name="T5" fmla="*/ 199 h 199"/>
                <a:gd name="T6" fmla="*/ 199 w 199"/>
                <a:gd name="T7" fmla="*/ 100 h 199"/>
                <a:gd name="T8" fmla="*/ 100 w 199"/>
                <a:gd name="T9" fmla="*/ 0 h 199"/>
                <a:gd name="T10" fmla="*/ 100 w 199"/>
                <a:gd name="T11" fmla="*/ 150 h 199"/>
                <a:gd name="T12" fmla="*/ 49 w 199"/>
                <a:gd name="T13" fmla="*/ 100 h 199"/>
                <a:gd name="T14" fmla="*/ 100 w 199"/>
                <a:gd name="T15" fmla="*/ 49 h 199"/>
                <a:gd name="T16" fmla="*/ 150 w 199"/>
                <a:gd name="T17" fmla="*/ 100 h 199"/>
                <a:gd name="T18" fmla="*/ 100 w 199"/>
                <a:gd name="T19" fmla="*/ 15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9" h="199">
                  <a:moveTo>
                    <a:pt x="100" y="0"/>
                  </a:moveTo>
                  <a:cubicBezTo>
                    <a:pt x="45" y="0"/>
                    <a:pt x="0" y="45"/>
                    <a:pt x="0" y="100"/>
                  </a:cubicBezTo>
                  <a:cubicBezTo>
                    <a:pt x="0" y="155"/>
                    <a:pt x="45" y="199"/>
                    <a:pt x="100" y="199"/>
                  </a:cubicBezTo>
                  <a:cubicBezTo>
                    <a:pt x="155" y="199"/>
                    <a:pt x="199" y="155"/>
                    <a:pt x="199" y="100"/>
                  </a:cubicBezTo>
                  <a:cubicBezTo>
                    <a:pt x="199" y="45"/>
                    <a:pt x="155" y="0"/>
                    <a:pt x="100" y="0"/>
                  </a:cubicBezTo>
                  <a:close/>
                  <a:moveTo>
                    <a:pt x="100" y="150"/>
                  </a:moveTo>
                  <a:cubicBezTo>
                    <a:pt x="72" y="150"/>
                    <a:pt x="49" y="128"/>
                    <a:pt x="49" y="100"/>
                  </a:cubicBezTo>
                  <a:cubicBezTo>
                    <a:pt x="49" y="72"/>
                    <a:pt x="72" y="49"/>
                    <a:pt x="100" y="49"/>
                  </a:cubicBezTo>
                  <a:cubicBezTo>
                    <a:pt x="127" y="49"/>
                    <a:pt x="150" y="72"/>
                    <a:pt x="150" y="100"/>
                  </a:cubicBezTo>
                  <a:cubicBezTo>
                    <a:pt x="150" y="128"/>
                    <a:pt x="127" y="150"/>
                    <a:pt x="100" y="15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5" name="组合 14"/>
          <p:cNvGrpSpPr/>
          <p:nvPr/>
        </p:nvGrpSpPr>
        <p:grpSpPr>
          <a:xfrm>
            <a:off x="7334678" y="3544975"/>
            <a:ext cx="1452057" cy="1450598"/>
            <a:chOff x="5305425" y="2638425"/>
            <a:chExt cx="1579563" cy="1577975"/>
          </a:xfrm>
          <a:solidFill>
            <a:srgbClr val="000000">
              <a:alpha val="60000"/>
            </a:srgbClr>
          </a:solidFill>
        </p:grpSpPr>
        <p:sp>
          <p:nvSpPr>
            <p:cNvPr id="16" name="Freeform 6"/>
            <p:cNvSpPr>
              <a:spLocks noEditPoints="1"/>
            </p:cNvSpPr>
            <p:nvPr/>
          </p:nvSpPr>
          <p:spPr bwMode="auto">
            <a:xfrm>
              <a:off x="5305425" y="2638425"/>
              <a:ext cx="1579563" cy="1577975"/>
            </a:xfrm>
            <a:custGeom>
              <a:avLst/>
              <a:gdLst>
                <a:gd name="T0" fmla="*/ 421 w 421"/>
                <a:gd name="T1" fmla="*/ 229 h 421"/>
                <a:gd name="T2" fmla="*/ 398 w 421"/>
                <a:gd name="T3" fmla="*/ 188 h 421"/>
                <a:gd name="T4" fmla="*/ 367 w 421"/>
                <a:gd name="T5" fmla="*/ 146 h 421"/>
                <a:gd name="T6" fmla="*/ 402 w 421"/>
                <a:gd name="T7" fmla="*/ 122 h 421"/>
                <a:gd name="T8" fmla="*/ 361 w 421"/>
                <a:gd name="T9" fmla="*/ 97 h 421"/>
                <a:gd name="T10" fmla="*/ 314 w 421"/>
                <a:gd name="T11" fmla="*/ 77 h 421"/>
                <a:gd name="T12" fmla="*/ 332 w 421"/>
                <a:gd name="T13" fmla="*/ 38 h 421"/>
                <a:gd name="T14" fmla="*/ 285 w 421"/>
                <a:gd name="T15" fmla="*/ 37 h 421"/>
                <a:gd name="T16" fmla="*/ 233 w 421"/>
                <a:gd name="T17" fmla="*/ 43 h 421"/>
                <a:gd name="T18" fmla="*/ 229 w 421"/>
                <a:gd name="T19" fmla="*/ 0 h 421"/>
                <a:gd name="T20" fmla="*/ 188 w 421"/>
                <a:gd name="T21" fmla="*/ 23 h 421"/>
                <a:gd name="T22" fmla="*/ 146 w 421"/>
                <a:gd name="T23" fmla="*/ 54 h 421"/>
                <a:gd name="T24" fmla="*/ 122 w 421"/>
                <a:gd name="T25" fmla="*/ 19 h 421"/>
                <a:gd name="T26" fmla="*/ 98 w 421"/>
                <a:gd name="T27" fmla="*/ 60 h 421"/>
                <a:gd name="T28" fmla="*/ 77 w 421"/>
                <a:gd name="T29" fmla="*/ 107 h 421"/>
                <a:gd name="T30" fmla="*/ 38 w 421"/>
                <a:gd name="T31" fmla="*/ 89 h 421"/>
                <a:gd name="T32" fmla="*/ 37 w 421"/>
                <a:gd name="T33" fmla="*/ 136 h 421"/>
                <a:gd name="T34" fmla="*/ 43 w 421"/>
                <a:gd name="T35" fmla="*/ 188 h 421"/>
                <a:gd name="T36" fmla="*/ 0 w 421"/>
                <a:gd name="T37" fmla="*/ 192 h 421"/>
                <a:gd name="T38" fmla="*/ 24 w 421"/>
                <a:gd name="T39" fmla="*/ 233 h 421"/>
                <a:gd name="T40" fmla="*/ 54 w 421"/>
                <a:gd name="T41" fmla="*/ 274 h 421"/>
                <a:gd name="T42" fmla="*/ 19 w 421"/>
                <a:gd name="T43" fmla="*/ 299 h 421"/>
                <a:gd name="T44" fmla="*/ 60 w 421"/>
                <a:gd name="T45" fmla="*/ 323 h 421"/>
                <a:gd name="T46" fmla="*/ 107 w 421"/>
                <a:gd name="T47" fmla="*/ 344 h 421"/>
                <a:gd name="T48" fmla="*/ 89 w 421"/>
                <a:gd name="T49" fmla="*/ 383 h 421"/>
                <a:gd name="T50" fmla="*/ 137 w 421"/>
                <a:gd name="T51" fmla="*/ 384 h 421"/>
                <a:gd name="T52" fmla="*/ 188 w 421"/>
                <a:gd name="T53" fmla="*/ 378 h 421"/>
                <a:gd name="T54" fmla="*/ 192 w 421"/>
                <a:gd name="T55" fmla="*/ 421 h 421"/>
                <a:gd name="T56" fmla="*/ 233 w 421"/>
                <a:gd name="T57" fmla="*/ 397 h 421"/>
                <a:gd name="T58" fmla="*/ 275 w 421"/>
                <a:gd name="T59" fmla="*/ 367 h 421"/>
                <a:gd name="T60" fmla="*/ 299 w 421"/>
                <a:gd name="T61" fmla="*/ 402 h 421"/>
                <a:gd name="T62" fmla="*/ 324 w 421"/>
                <a:gd name="T63" fmla="*/ 361 h 421"/>
                <a:gd name="T64" fmla="*/ 344 w 421"/>
                <a:gd name="T65" fmla="*/ 314 h 421"/>
                <a:gd name="T66" fmla="*/ 383 w 421"/>
                <a:gd name="T67" fmla="*/ 332 h 421"/>
                <a:gd name="T68" fmla="*/ 384 w 421"/>
                <a:gd name="T69" fmla="*/ 284 h 421"/>
                <a:gd name="T70" fmla="*/ 378 w 421"/>
                <a:gd name="T71" fmla="*/ 233 h 421"/>
                <a:gd name="T72" fmla="*/ 211 w 421"/>
                <a:gd name="T73" fmla="*/ 236 h 421"/>
                <a:gd name="T74" fmla="*/ 211 w 421"/>
                <a:gd name="T75" fmla="*/ 185 h 421"/>
                <a:gd name="T76" fmla="*/ 211 w 421"/>
                <a:gd name="T77" fmla="*/ 236 h 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421">
                  <a:moveTo>
                    <a:pt x="398" y="233"/>
                  </a:moveTo>
                  <a:cubicBezTo>
                    <a:pt x="421" y="229"/>
                    <a:pt x="421" y="229"/>
                    <a:pt x="421" y="229"/>
                  </a:cubicBezTo>
                  <a:cubicBezTo>
                    <a:pt x="421" y="192"/>
                    <a:pt x="421" y="192"/>
                    <a:pt x="421" y="192"/>
                  </a:cubicBezTo>
                  <a:cubicBezTo>
                    <a:pt x="398" y="188"/>
                    <a:pt x="398" y="188"/>
                    <a:pt x="398" y="188"/>
                  </a:cubicBezTo>
                  <a:cubicBezTo>
                    <a:pt x="378" y="188"/>
                    <a:pt x="378" y="188"/>
                    <a:pt x="378" y="188"/>
                  </a:cubicBezTo>
                  <a:cubicBezTo>
                    <a:pt x="376" y="173"/>
                    <a:pt x="372" y="159"/>
                    <a:pt x="367" y="146"/>
                  </a:cubicBezTo>
                  <a:cubicBezTo>
                    <a:pt x="384" y="136"/>
                    <a:pt x="384" y="136"/>
                    <a:pt x="384" y="136"/>
                  </a:cubicBezTo>
                  <a:cubicBezTo>
                    <a:pt x="402" y="122"/>
                    <a:pt x="402" y="122"/>
                    <a:pt x="402" y="122"/>
                  </a:cubicBezTo>
                  <a:cubicBezTo>
                    <a:pt x="383" y="89"/>
                    <a:pt x="383" y="89"/>
                    <a:pt x="383" y="89"/>
                  </a:cubicBezTo>
                  <a:cubicBezTo>
                    <a:pt x="361" y="97"/>
                    <a:pt x="361" y="97"/>
                    <a:pt x="361" y="97"/>
                  </a:cubicBezTo>
                  <a:cubicBezTo>
                    <a:pt x="344" y="107"/>
                    <a:pt x="344" y="107"/>
                    <a:pt x="344" y="107"/>
                  </a:cubicBezTo>
                  <a:cubicBezTo>
                    <a:pt x="336" y="96"/>
                    <a:pt x="325" y="85"/>
                    <a:pt x="314" y="77"/>
                  </a:cubicBezTo>
                  <a:cubicBezTo>
                    <a:pt x="324" y="60"/>
                    <a:pt x="324" y="60"/>
                    <a:pt x="324" y="60"/>
                  </a:cubicBezTo>
                  <a:cubicBezTo>
                    <a:pt x="332" y="38"/>
                    <a:pt x="332" y="38"/>
                    <a:pt x="332" y="38"/>
                  </a:cubicBezTo>
                  <a:cubicBezTo>
                    <a:pt x="299" y="19"/>
                    <a:pt x="299" y="19"/>
                    <a:pt x="299" y="19"/>
                  </a:cubicBezTo>
                  <a:cubicBezTo>
                    <a:pt x="285" y="37"/>
                    <a:pt x="285" y="37"/>
                    <a:pt x="285" y="37"/>
                  </a:cubicBezTo>
                  <a:cubicBezTo>
                    <a:pt x="275" y="54"/>
                    <a:pt x="275" y="54"/>
                    <a:pt x="275" y="54"/>
                  </a:cubicBezTo>
                  <a:cubicBezTo>
                    <a:pt x="262" y="49"/>
                    <a:pt x="248" y="45"/>
                    <a:pt x="233" y="43"/>
                  </a:cubicBezTo>
                  <a:cubicBezTo>
                    <a:pt x="233" y="23"/>
                    <a:pt x="233" y="23"/>
                    <a:pt x="233" y="23"/>
                  </a:cubicBezTo>
                  <a:cubicBezTo>
                    <a:pt x="229" y="0"/>
                    <a:pt x="229" y="0"/>
                    <a:pt x="229" y="0"/>
                  </a:cubicBezTo>
                  <a:cubicBezTo>
                    <a:pt x="192" y="0"/>
                    <a:pt x="192" y="0"/>
                    <a:pt x="192" y="0"/>
                  </a:cubicBezTo>
                  <a:cubicBezTo>
                    <a:pt x="188" y="23"/>
                    <a:pt x="188" y="23"/>
                    <a:pt x="188" y="23"/>
                  </a:cubicBezTo>
                  <a:cubicBezTo>
                    <a:pt x="188" y="43"/>
                    <a:pt x="188" y="43"/>
                    <a:pt x="188" y="43"/>
                  </a:cubicBezTo>
                  <a:cubicBezTo>
                    <a:pt x="173" y="45"/>
                    <a:pt x="160" y="49"/>
                    <a:pt x="146" y="54"/>
                  </a:cubicBezTo>
                  <a:cubicBezTo>
                    <a:pt x="137" y="37"/>
                    <a:pt x="137" y="37"/>
                    <a:pt x="137" y="37"/>
                  </a:cubicBezTo>
                  <a:cubicBezTo>
                    <a:pt x="122" y="19"/>
                    <a:pt x="122" y="19"/>
                    <a:pt x="122" y="19"/>
                  </a:cubicBezTo>
                  <a:cubicBezTo>
                    <a:pt x="89" y="38"/>
                    <a:pt x="89" y="38"/>
                    <a:pt x="89" y="38"/>
                  </a:cubicBezTo>
                  <a:cubicBezTo>
                    <a:pt x="98" y="60"/>
                    <a:pt x="98" y="60"/>
                    <a:pt x="98" y="60"/>
                  </a:cubicBezTo>
                  <a:cubicBezTo>
                    <a:pt x="107" y="77"/>
                    <a:pt x="107" y="77"/>
                    <a:pt x="107" y="77"/>
                  </a:cubicBezTo>
                  <a:cubicBezTo>
                    <a:pt x="96" y="85"/>
                    <a:pt x="86" y="96"/>
                    <a:pt x="77" y="107"/>
                  </a:cubicBezTo>
                  <a:cubicBezTo>
                    <a:pt x="60" y="97"/>
                    <a:pt x="60" y="97"/>
                    <a:pt x="60" y="97"/>
                  </a:cubicBezTo>
                  <a:cubicBezTo>
                    <a:pt x="38" y="89"/>
                    <a:pt x="38" y="89"/>
                    <a:pt x="38" y="89"/>
                  </a:cubicBezTo>
                  <a:cubicBezTo>
                    <a:pt x="19" y="122"/>
                    <a:pt x="19" y="122"/>
                    <a:pt x="19" y="122"/>
                  </a:cubicBezTo>
                  <a:cubicBezTo>
                    <a:pt x="37" y="136"/>
                    <a:pt x="37" y="136"/>
                    <a:pt x="37" y="136"/>
                  </a:cubicBezTo>
                  <a:cubicBezTo>
                    <a:pt x="54" y="146"/>
                    <a:pt x="54" y="146"/>
                    <a:pt x="54" y="146"/>
                  </a:cubicBezTo>
                  <a:cubicBezTo>
                    <a:pt x="49" y="159"/>
                    <a:pt x="45" y="173"/>
                    <a:pt x="43" y="188"/>
                  </a:cubicBezTo>
                  <a:cubicBezTo>
                    <a:pt x="24" y="188"/>
                    <a:pt x="24" y="188"/>
                    <a:pt x="24" y="188"/>
                  </a:cubicBezTo>
                  <a:cubicBezTo>
                    <a:pt x="0" y="192"/>
                    <a:pt x="0" y="192"/>
                    <a:pt x="0" y="192"/>
                  </a:cubicBezTo>
                  <a:cubicBezTo>
                    <a:pt x="0" y="229"/>
                    <a:pt x="0" y="229"/>
                    <a:pt x="0" y="229"/>
                  </a:cubicBezTo>
                  <a:cubicBezTo>
                    <a:pt x="24" y="233"/>
                    <a:pt x="24" y="233"/>
                    <a:pt x="24" y="233"/>
                  </a:cubicBezTo>
                  <a:cubicBezTo>
                    <a:pt x="43" y="233"/>
                    <a:pt x="43" y="233"/>
                    <a:pt x="43" y="233"/>
                  </a:cubicBezTo>
                  <a:cubicBezTo>
                    <a:pt x="45" y="247"/>
                    <a:pt x="49" y="261"/>
                    <a:pt x="54" y="274"/>
                  </a:cubicBezTo>
                  <a:cubicBezTo>
                    <a:pt x="37" y="284"/>
                    <a:pt x="37" y="284"/>
                    <a:pt x="37" y="284"/>
                  </a:cubicBezTo>
                  <a:cubicBezTo>
                    <a:pt x="19" y="299"/>
                    <a:pt x="19" y="299"/>
                    <a:pt x="19" y="299"/>
                  </a:cubicBezTo>
                  <a:cubicBezTo>
                    <a:pt x="38" y="332"/>
                    <a:pt x="38" y="332"/>
                    <a:pt x="38" y="332"/>
                  </a:cubicBezTo>
                  <a:cubicBezTo>
                    <a:pt x="60" y="323"/>
                    <a:pt x="60" y="323"/>
                    <a:pt x="60" y="323"/>
                  </a:cubicBezTo>
                  <a:cubicBezTo>
                    <a:pt x="77" y="314"/>
                    <a:pt x="77" y="314"/>
                    <a:pt x="77" y="314"/>
                  </a:cubicBezTo>
                  <a:cubicBezTo>
                    <a:pt x="86" y="325"/>
                    <a:pt x="96" y="335"/>
                    <a:pt x="107" y="344"/>
                  </a:cubicBezTo>
                  <a:cubicBezTo>
                    <a:pt x="98" y="361"/>
                    <a:pt x="98" y="361"/>
                    <a:pt x="98" y="361"/>
                  </a:cubicBezTo>
                  <a:cubicBezTo>
                    <a:pt x="89" y="383"/>
                    <a:pt x="89" y="383"/>
                    <a:pt x="89" y="383"/>
                  </a:cubicBezTo>
                  <a:cubicBezTo>
                    <a:pt x="122" y="402"/>
                    <a:pt x="122" y="402"/>
                    <a:pt x="122" y="402"/>
                  </a:cubicBezTo>
                  <a:cubicBezTo>
                    <a:pt x="137" y="384"/>
                    <a:pt x="137" y="384"/>
                    <a:pt x="137" y="384"/>
                  </a:cubicBezTo>
                  <a:cubicBezTo>
                    <a:pt x="146" y="367"/>
                    <a:pt x="146" y="367"/>
                    <a:pt x="146" y="367"/>
                  </a:cubicBezTo>
                  <a:cubicBezTo>
                    <a:pt x="160" y="372"/>
                    <a:pt x="173" y="376"/>
                    <a:pt x="188" y="378"/>
                  </a:cubicBezTo>
                  <a:cubicBezTo>
                    <a:pt x="188" y="397"/>
                    <a:pt x="188" y="397"/>
                    <a:pt x="188" y="397"/>
                  </a:cubicBezTo>
                  <a:cubicBezTo>
                    <a:pt x="192" y="421"/>
                    <a:pt x="192" y="421"/>
                    <a:pt x="192" y="421"/>
                  </a:cubicBezTo>
                  <a:cubicBezTo>
                    <a:pt x="229" y="421"/>
                    <a:pt x="229" y="421"/>
                    <a:pt x="229" y="421"/>
                  </a:cubicBezTo>
                  <a:cubicBezTo>
                    <a:pt x="233" y="397"/>
                    <a:pt x="233" y="397"/>
                    <a:pt x="233" y="397"/>
                  </a:cubicBezTo>
                  <a:cubicBezTo>
                    <a:pt x="233" y="378"/>
                    <a:pt x="233" y="378"/>
                    <a:pt x="233" y="378"/>
                  </a:cubicBezTo>
                  <a:cubicBezTo>
                    <a:pt x="248" y="376"/>
                    <a:pt x="262" y="372"/>
                    <a:pt x="275" y="367"/>
                  </a:cubicBezTo>
                  <a:cubicBezTo>
                    <a:pt x="285" y="384"/>
                    <a:pt x="285" y="384"/>
                    <a:pt x="285" y="384"/>
                  </a:cubicBezTo>
                  <a:cubicBezTo>
                    <a:pt x="299" y="402"/>
                    <a:pt x="299" y="402"/>
                    <a:pt x="299" y="402"/>
                  </a:cubicBezTo>
                  <a:cubicBezTo>
                    <a:pt x="332" y="383"/>
                    <a:pt x="332" y="383"/>
                    <a:pt x="332" y="383"/>
                  </a:cubicBezTo>
                  <a:cubicBezTo>
                    <a:pt x="324" y="361"/>
                    <a:pt x="324" y="361"/>
                    <a:pt x="324" y="361"/>
                  </a:cubicBezTo>
                  <a:cubicBezTo>
                    <a:pt x="314" y="344"/>
                    <a:pt x="314" y="344"/>
                    <a:pt x="314" y="344"/>
                  </a:cubicBezTo>
                  <a:cubicBezTo>
                    <a:pt x="325" y="335"/>
                    <a:pt x="336" y="325"/>
                    <a:pt x="344" y="314"/>
                  </a:cubicBezTo>
                  <a:cubicBezTo>
                    <a:pt x="361" y="323"/>
                    <a:pt x="361" y="323"/>
                    <a:pt x="361" y="323"/>
                  </a:cubicBezTo>
                  <a:cubicBezTo>
                    <a:pt x="383" y="332"/>
                    <a:pt x="383" y="332"/>
                    <a:pt x="383" y="332"/>
                  </a:cubicBezTo>
                  <a:cubicBezTo>
                    <a:pt x="402" y="299"/>
                    <a:pt x="402" y="299"/>
                    <a:pt x="402" y="299"/>
                  </a:cubicBezTo>
                  <a:cubicBezTo>
                    <a:pt x="384" y="284"/>
                    <a:pt x="384" y="284"/>
                    <a:pt x="384" y="284"/>
                  </a:cubicBezTo>
                  <a:cubicBezTo>
                    <a:pt x="367" y="274"/>
                    <a:pt x="367" y="274"/>
                    <a:pt x="367" y="274"/>
                  </a:cubicBezTo>
                  <a:cubicBezTo>
                    <a:pt x="372" y="261"/>
                    <a:pt x="376" y="247"/>
                    <a:pt x="378" y="233"/>
                  </a:cubicBezTo>
                  <a:lnTo>
                    <a:pt x="398" y="233"/>
                  </a:lnTo>
                  <a:close/>
                  <a:moveTo>
                    <a:pt x="211" y="236"/>
                  </a:moveTo>
                  <a:cubicBezTo>
                    <a:pt x="197" y="236"/>
                    <a:pt x="185" y="224"/>
                    <a:pt x="185" y="210"/>
                  </a:cubicBezTo>
                  <a:cubicBezTo>
                    <a:pt x="185" y="196"/>
                    <a:pt x="197" y="185"/>
                    <a:pt x="211" y="185"/>
                  </a:cubicBezTo>
                  <a:cubicBezTo>
                    <a:pt x="225" y="185"/>
                    <a:pt x="236" y="196"/>
                    <a:pt x="236" y="210"/>
                  </a:cubicBezTo>
                  <a:cubicBezTo>
                    <a:pt x="236" y="224"/>
                    <a:pt x="225" y="236"/>
                    <a:pt x="211" y="236"/>
                  </a:cubicBezTo>
                  <a:close/>
                </a:path>
              </a:pathLst>
            </a:cu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17" name="Freeform 7"/>
            <p:cNvSpPr>
              <a:spLocks noEditPoints="1"/>
            </p:cNvSpPr>
            <p:nvPr/>
          </p:nvSpPr>
          <p:spPr bwMode="auto">
            <a:xfrm>
              <a:off x="5602288" y="2933700"/>
              <a:ext cx="985838" cy="985838"/>
            </a:xfrm>
            <a:custGeom>
              <a:avLst/>
              <a:gdLst>
                <a:gd name="T0" fmla="*/ 132 w 263"/>
                <a:gd name="T1" fmla="*/ 0 h 263"/>
                <a:gd name="T2" fmla="*/ 0 w 263"/>
                <a:gd name="T3" fmla="*/ 131 h 263"/>
                <a:gd name="T4" fmla="*/ 132 w 263"/>
                <a:gd name="T5" fmla="*/ 263 h 263"/>
                <a:gd name="T6" fmla="*/ 263 w 263"/>
                <a:gd name="T7" fmla="*/ 131 h 263"/>
                <a:gd name="T8" fmla="*/ 132 w 263"/>
                <a:gd name="T9" fmla="*/ 0 h 263"/>
                <a:gd name="T10" fmla="*/ 132 w 263"/>
                <a:gd name="T11" fmla="*/ 190 h 263"/>
                <a:gd name="T12" fmla="*/ 73 w 263"/>
                <a:gd name="T13" fmla="*/ 131 h 263"/>
                <a:gd name="T14" fmla="*/ 132 w 263"/>
                <a:gd name="T15" fmla="*/ 73 h 263"/>
                <a:gd name="T16" fmla="*/ 190 w 263"/>
                <a:gd name="T17" fmla="*/ 131 h 263"/>
                <a:gd name="T18" fmla="*/ 132 w 263"/>
                <a:gd name="T19" fmla="*/ 19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3" h="263">
                  <a:moveTo>
                    <a:pt x="132" y="0"/>
                  </a:moveTo>
                  <a:cubicBezTo>
                    <a:pt x="59" y="0"/>
                    <a:pt x="0" y="59"/>
                    <a:pt x="0" y="131"/>
                  </a:cubicBezTo>
                  <a:cubicBezTo>
                    <a:pt x="0" y="204"/>
                    <a:pt x="59" y="263"/>
                    <a:pt x="132" y="263"/>
                  </a:cubicBezTo>
                  <a:cubicBezTo>
                    <a:pt x="204" y="263"/>
                    <a:pt x="263" y="204"/>
                    <a:pt x="263" y="131"/>
                  </a:cubicBezTo>
                  <a:cubicBezTo>
                    <a:pt x="263" y="59"/>
                    <a:pt x="204" y="0"/>
                    <a:pt x="132" y="0"/>
                  </a:cubicBezTo>
                  <a:close/>
                  <a:moveTo>
                    <a:pt x="132" y="190"/>
                  </a:moveTo>
                  <a:cubicBezTo>
                    <a:pt x="99" y="190"/>
                    <a:pt x="73" y="164"/>
                    <a:pt x="73" y="131"/>
                  </a:cubicBezTo>
                  <a:cubicBezTo>
                    <a:pt x="73" y="99"/>
                    <a:pt x="99" y="73"/>
                    <a:pt x="132" y="73"/>
                  </a:cubicBezTo>
                  <a:cubicBezTo>
                    <a:pt x="164" y="73"/>
                    <a:pt x="190" y="99"/>
                    <a:pt x="190" y="131"/>
                  </a:cubicBezTo>
                  <a:cubicBezTo>
                    <a:pt x="190" y="164"/>
                    <a:pt x="164" y="190"/>
                    <a:pt x="132" y="190"/>
                  </a:cubicBezTo>
                  <a:close/>
                </a:path>
              </a:pathLst>
            </a:cu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grpSp>
      <p:cxnSp>
        <p:nvCxnSpPr>
          <p:cNvPr id="26" name="肘形连接符 25"/>
          <p:cNvCxnSpPr/>
          <p:nvPr/>
        </p:nvCxnSpPr>
        <p:spPr>
          <a:xfrm rot="10800000" flipV="1">
            <a:off x="2948294" y="3685360"/>
            <a:ext cx="1036097" cy="620874"/>
          </a:xfrm>
          <a:prstGeom prst="bentConnector3">
            <a:avLst>
              <a:gd name="adj1" fmla="val 25936"/>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7" name="肘形连接符 26"/>
          <p:cNvCxnSpPr/>
          <p:nvPr/>
        </p:nvCxnSpPr>
        <p:spPr>
          <a:xfrm rot="10800000">
            <a:off x="3241777" y="4705706"/>
            <a:ext cx="1773308" cy="389410"/>
          </a:xfrm>
          <a:prstGeom prst="bentConnector3">
            <a:avLst>
              <a:gd name="adj1" fmla="val 29965"/>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8" name="肘形连接符 27"/>
          <p:cNvCxnSpPr/>
          <p:nvPr/>
        </p:nvCxnSpPr>
        <p:spPr>
          <a:xfrm rot="10800000" flipV="1">
            <a:off x="8265265" y="4546306"/>
            <a:ext cx="1441830" cy="410203"/>
          </a:xfrm>
          <a:prstGeom prst="bentConnector3">
            <a:avLst>
              <a:gd name="adj1" fmla="val 65563"/>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9" name="肘形连接符 28"/>
          <p:cNvCxnSpPr/>
          <p:nvPr/>
        </p:nvCxnSpPr>
        <p:spPr>
          <a:xfrm rot="10800000" flipV="1">
            <a:off x="7335587" y="2868387"/>
            <a:ext cx="1668146" cy="633909"/>
          </a:xfrm>
          <a:prstGeom prst="bentConnector3">
            <a:avLst>
              <a:gd name="adj1" fmla="val 74661"/>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2" name="组合 31"/>
          <p:cNvGrpSpPr/>
          <p:nvPr/>
        </p:nvGrpSpPr>
        <p:grpSpPr>
          <a:xfrm>
            <a:off x="731838" y="2719876"/>
            <a:ext cx="2514311" cy="1295905"/>
            <a:chOff x="-1743928" y="4919298"/>
            <a:chExt cx="2514311" cy="1295905"/>
          </a:xfrm>
        </p:grpSpPr>
        <p:sp>
          <p:nvSpPr>
            <p:cNvPr id="33"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4"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35" name="组合 34"/>
          <p:cNvGrpSpPr/>
          <p:nvPr/>
        </p:nvGrpSpPr>
        <p:grpSpPr>
          <a:xfrm>
            <a:off x="1781958" y="4900411"/>
            <a:ext cx="2514311" cy="1295905"/>
            <a:chOff x="-1743928" y="4919298"/>
            <a:chExt cx="2514311" cy="1295905"/>
          </a:xfrm>
        </p:grpSpPr>
        <p:sp>
          <p:nvSpPr>
            <p:cNvPr id="36"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7"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38" name="组合 37"/>
          <p:cNvGrpSpPr/>
          <p:nvPr/>
        </p:nvGrpSpPr>
        <p:grpSpPr>
          <a:xfrm>
            <a:off x="9003733" y="4751408"/>
            <a:ext cx="2514311" cy="1295905"/>
            <a:chOff x="-1743928" y="4919298"/>
            <a:chExt cx="2514311" cy="1295905"/>
          </a:xfrm>
        </p:grpSpPr>
        <p:sp>
          <p:nvSpPr>
            <p:cNvPr id="39"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40"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41" name="组合 40"/>
          <p:cNvGrpSpPr/>
          <p:nvPr/>
        </p:nvGrpSpPr>
        <p:grpSpPr>
          <a:xfrm>
            <a:off x="8769436" y="2626565"/>
            <a:ext cx="2514311" cy="1295905"/>
            <a:chOff x="-1743928" y="4919298"/>
            <a:chExt cx="2514311" cy="1295905"/>
          </a:xfrm>
        </p:grpSpPr>
        <p:sp>
          <p:nvSpPr>
            <p:cNvPr id="42"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43"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60" name="组合 59"/>
          <p:cNvGrpSpPr/>
          <p:nvPr/>
        </p:nvGrpSpPr>
        <p:grpSpPr>
          <a:xfrm>
            <a:off x="6262928" y="266844"/>
            <a:ext cx="5929072" cy="330008"/>
            <a:chOff x="5025390" y="266844"/>
            <a:chExt cx="6259830" cy="330008"/>
          </a:xfrm>
        </p:grpSpPr>
        <p:cxnSp>
          <p:nvCxnSpPr>
            <p:cNvPr id="61" name="直接连接符 60"/>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66" name="组合 65"/>
          <p:cNvGrpSpPr/>
          <p:nvPr/>
        </p:nvGrpSpPr>
        <p:grpSpPr>
          <a:xfrm>
            <a:off x="0" y="266844"/>
            <a:ext cx="487680" cy="330008"/>
            <a:chOff x="5025390" y="266844"/>
            <a:chExt cx="6259830" cy="330008"/>
          </a:xfrm>
        </p:grpSpPr>
        <p:cxnSp>
          <p:nvCxnSpPr>
            <p:cNvPr id="67" name="直接连接符 66"/>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72" name="矩形 71"/>
          <p:cNvSpPr/>
          <p:nvPr/>
        </p:nvSpPr>
        <p:spPr>
          <a:xfrm>
            <a:off x="496522"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论文绪论</a:t>
            </a:r>
            <a:endPar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3" name="矩形 72"/>
          <p:cNvSpPr/>
          <p:nvPr/>
        </p:nvSpPr>
        <p:spPr>
          <a:xfrm>
            <a:off x="1465866"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研究背景</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4" name="矩形 73"/>
          <p:cNvSpPr/>
          <p:nvPr/>
        </p:nvSpPr>
        <p:spPr>
          <a:xfrm>
            <a:off x="3404554"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研究结果</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5" name="矩形 74"/>
          <p:cNvSpPr/>
          <p:nvPr/>
        </p:nvSpPr>
        <p:spPr>
          <a:xfrm>
            <a:off x="4373898"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问题讨论</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6" name="矩形 75"/>
          <p:cNvSpPr/>
          <p:nvPr/>
        </p:nvSpPr>
        <p:spPr>
          <a:xfrm>
            <a:off x="2435210"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a:t>
            </a: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方法</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7" name="矩形 76"/>
          <p:cNvSpPr/>
          <p:nvPr/>
        </p:nvSpPr>
        <p:spPr>
          <a:xfrm>
            <a:off x="5343244"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论文总结</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cxnSp>
        <p:nvCxnSpPr>
          <p:cNvPr id="78" name="直接连接符 77"/>
          <p:cNvCxnSpPr/>
          <p:nvPr/>
        </p:nvCxnSpPr>
        <p:spPr>
          <a:xfrm>
            <a:off x="3522439" y="554554"/>
            <a:ext cx="657739" cy="0"/>
          </a:xfrm>
          <a:prstGeom prst="line">
            <a:avLst/>
          </a:prstGeom>
          <a:ln w="6350">
            <a:solidFill>
              <a:srgbClr val="AC4243"/>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fill="hold"/>
                                        <p:tgtEl>
                                          <p:spTgt spid="35"/>
                                        </p:tgtEl>
                                        <p:attrNameLst>
                                          <p:attrName>ppt_x</p:attrName>
                                        </p:attrNameLst>
                                      </p:cBhvr>
                                      <p:tavLst>
                                        <p:tav tm="0">
                                          <p:val>
                                            <p:strVal val="#ppt_x"/>
                                          </p:val>
                                        </p:tav>
                                        <p:tav tm="100000">
                                          <p:val>
                                            <p:strVal val="#ppt_x"/>
                                          </p:val>
                                        </p:tav>
                                      </p:tavLst>
                                    </p:anim>
                                    <p:anim calcmode="lin" valueType="num">
                                      <p:cBhvr additive="base">
                                        <p:cTn id="12" dur="500" fill="hold"/>
                                        <p:tgtEl>
                                          <p:spTgt spid="3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anim calcmode="lin" valueType="num">
                                      <p:cBhvr additive="base">
                                        <p:cTn id="15" dur="500" fill="hold"/>
                                        <p:tgtEl>
                                          <p:spTgt spid="38"/>
                                        </p:tgtEl>
                                        <p:attrNameLst>
                                          <p:attrName>ppt_x</p:attrName>
                                        </p:attrNameLst>
                                      </p:cBhvr>
                                      <p:tavLst>
                                        <p:tav tm="0">
                                          <p:val>
                                            <p:strVal val="#ppt_x"/>
                                          </p:val>
                                        </p:tav>
                                        <p:tav tm="100000">
                                          <p:val>
                                            <p:strVal val="#ppt_x"/>
                                          </p:val>
                                        </p:tav>
                                      </p:tavLst>
                                    </p:anim>
                                    <p:anim calcmode="lin" valueType="num">
                                      <p:cBhvr additive="base">
                                        <p:cTn id="16" dur="500" fill="hold"/>
                                        <p:tgtEl>
                                          <p:spTgt spid="3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1"/>
                                        </p:tgtEl>
                                        <p:attrNameLst>
                                          <p:attrName>style.visibility</p:attrName>
                                        </p:attrNameLst>
                                      </p:cBhvr>
                                      <p:to>
                                        <p:strVal val="visible"/>
                                      </p:to>
                                    </p:set>
                                    <p:anim calcmode="lin" valueType="num">
                                      <p:cBhvr additive="base">
                                        <p:cTn id="19" dur="500" fill="hold"/>
                                        <p:tgtEl>
                                          <p:spTgt spid="41"/>
                                        </p:tgtEl>
                                        <p:attrNameLst>
                                          <p:attrName>ppt_x</p:attrName>
                                        </p:attrNameLst>
                                      </p:cBhvr>
                                      <p:tavLst>
                                        <p:tav tm="0">
                                          <p:val>
                                            <p:strVal val="#ppt_x"/>
                                          </p:val>
                                        </p:tav>
                                        <p:tav tm="100000">
                                          <p:val>
                                            <p:strVal val="#ppt_x"/>
                                          </p:val>
                                        </p:tav>
                                      </p:tavLst>
                                    </p:anim>
                                    <p:anim calcmode="lin" valueType="num">
                                      <p:cBhvr additive="base">
                                        <p:cTn id="20" dur="500" fill="hold"/>
                                        <p:tgtEl>
                                          <p:spTgt spid="41"/>
                                        </p:tgtEl>
                                        <p:attrNameLst>
                                          <p:attrName>ppt_y</p:attrName>
                                        </p:attrNameLst>
                                      </p:cBhvr>
                                      <p:tavLst>
                                        <p:tav tm="0">
                                          <p:val>
                                            <p:strVal val="1+#ppt_h/2"/>
                                          </p:val>
                                        </p:tav>
                                        <p:tav tm="100000">
                                          <p:val>
                                            <p:strVal val="#ppt_y"/>
                                          </p:val>
                                        </p:tav>
                                      </p:tavLst>
                                    </p:anim>
                                  </p:childTnLst>
                                </p:cTn>
                              </p:par>
                              <p:par>
                                <p:cTn id="21" presetID="22" presetClass="entr" presetSubtype="8" fill="hold" grpId="0" nodeType="withEffect">
                                  <p:stCondLst>
                                    <p:cond delay="250"/>
                                  </p:stCondLst>
                                  <p:childTnLst>
                                    <p:set>
                                      <p:cBhvr>
                                        <p:cTn id="22" dur="1" fill="hold">
                                          <p:stCondLst>
                                            <p:cond delay="0"/>
                                          </p:stCondLst>
                                        </p:cTn>
                                        <p:tgtEl>
                                          <p:spTgt spid="72"/>
                                        </p:tgtEl>
                                        <p:attrNameLst>
                                          <p:attrName>style.visibility</p:attrName>
                                        </p:attrNameLst>
                                      </p:cBhvr>
                                      <p:to>
                                        <p:strVal val="visible"/>
                                      </p:to>
                                    </p:set>
                                    <p:animEffect transition="in" filter="wipe(left)">
                                      <p:cBhvr>
                                        <p:cTn id="23" dur="500"/>
                                        <p:tgtEl>
                                          <p:spTgt spid="72"/>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73"/>
                                        </p:tgtEl>
                                        <p:attrNameLst>
                                          <p:attrName>style.visibility</p:attrName>
                                        </p:attrNameLst>
                                      </p:cBhvr>
                                      <p:to>
                                        <p:strVal val="visible"/>
                                      </p:to>
                                    </p:set>
                                    <p:animEffect transition="in" filter="wipe(left)">
                                      <p:cBhvr>
                                        <p:cTn id="26" dur="500"/>
                                        <p:tgtEl>
                                          <p:spTgt spid="73"/>
                                        </p:tgtEl>
                                      </p:cBhvr>
                                    </p:animEffect>
                                  </p:childTnLst>
                                </p:cTn>
                              </p:par>
                              <p:par>
                                <p:cTn id="27" presetID="22" presetClass="entr" presetSubtype="8" fill="hold" grpId="0" nodeType="withEffect">
                                  <p:stCondLst>
                                    <p:cond delay="1000"/>
                                  </p:stCondLst>
                                  <p:childTnLst>
                                    <p:set>
                                      <p:cBhvr>
                                        <p:cTn id="28" dur="1" fill="hold">
                                          <p:stCondLst>
                                            <p:cond delay="0"/>
                                          </p:stCondLst>
                                        </p:cTn>
                                        <p:tgtEl>
                                          <p:spTgt spid="74"/>
                                        </p:tgtEl>
                                        <p:attrNameLst>
                                          <p:attrName>style.visibility</p:attrName>
                                        </p:attrNameLst>
                                      </p:cBhvr>
                                      <p:to>
                                        <p:strVal val="visible"/>
                                      </p:to>
                                    </p:set>
                                    <p:animEffect transition="in" filter="wipe(left)">
                                      <p:cBhvr>
                                        <p:cTn id="29" dur="500"/>
                                        <p:tgtEl>
                                          <p:spTgt spid="74"/>
                                        </p:tgtEl>
                                      </p:cBhvr>
                                    </p:animEffect>
                                  </p:childTnLst>
                                </p:cTn>
                              </p:par>
                              <p:par>
                                <p:cTn id="30" presetID="22" presetClass="entr" presetSubtype="8" fill="hold" grpId="0" nodeType="withEffect">
                                  <p:stCondLst>
                                    <p:cond delay="1250"/>
                                  </p:stCondLst>
                                  <p:childTnLst>
                                    <p:set>
                                      <p:cBhvr>
                                        <p:cTn id="31" dur="1" fill="hold">
                                          <p:stCondLst>
                                            <p:cond delay="0"/>
                                          </p:stCondLst>
                                        </p:cTn>
                                        <p:tgtEl>
                                          <p:spTgt spid="75"/>
                                        </p:tgtEl>
                                        <p:attrNameLst>
                                          <p:attrName>style.visibility</p:attrName>
                                        </p:attrNameLst>
                                      </p:cBhvr>
                                      <p:to>
                                        <p:strVal val="visible"/>
                                      </p:to>
                                    </p:set>
                                    <p:animEffect transition="in" filter="wipe(left)">
                                      <p:cBhvr>
                                        <p:cTn id="32" dur="500"/>
                                        <p:tgtEl>
                                          <p:spTgt spid="75"/>
                                        </p:tgtEl>
                                      </p:cBhvr>
                                    </p:animEffect>
                                  </p:childTnLst>
                                </p:cTn>
                              </p:par>
                              <p:par>
                                <p:cTn id="33" presetID="22" presetClass="entr" presetSubtype="8" fill="hold" grpId="0" nodeType="withEffect">
                                  <p:stCondLst>
                                    <p:cond delay="500"/>
                                  </p:stCondLst>
                                  <p:childTnLst>
                                    <p:set>
                                      <p:cBhvr>
                                        <p:cTn id="34" dur="1" fill="hold">
                                          <p:stCondLst>
                                            <p:cond delay="0"/>
                                          </p:stCondLst>
                                        </p:cTn>
                                        <p:tgtEl>
                                          <p:spTgt spid="76"/>
                                        </p:tgtEl>
                                        <p:attrNameLst>
                                          <p:attrName>style.visibility</p:attrName>
                                        </p:attrNameLst>
                                      </p:cBhvr>
                                      <p:to>
                                        <p:strVal val="visible"/>
                                      </p:to>
                                    </p:set>
                                    <p:animEffect transition="in" filter="wipe(left)">
                                      <p:cBhvr>
                                        <p:cTn id="35" dur="500"/>
                                        <p:tgtEl>
                                          <p:spTgt spid="76"/>
                                        </p:tgtEl>
                                      </p:cBhvr>
                                    </p:animEffect>
                                  </p:childTnLst>
                                </p:cTn>
                              </p:par>
                              <p:par>
                                <p:cTn id="36" presetID="22" presetClass="entr" presetSubtype="8" fill="hold" grpId="0" nodeType="withEffect">
                                  <p:stCondLst>
                                    <p:cond delay="500"/>
                                  </p:stCondLst>
                                  <p:childTnLst>
                                    <p:set>
                                      <p:cBhvr>
                                        <p:cTn id="37" dur="1" fill="hold">
                                          <p:stCondLst>
                                            <p:cond delay="0"/>
                                          </p:stCondLst>
                                        </p:cTn>
                                        <p:tgtEl>
                                          <p:spTgt spid="77"/>
                                        </p:tgtEl>
                                        <p:attrNameLst>
                                          <p:attrName>style.visibility</p:attrName>
                                        </p:attrNameLst>
                                      </p:cBhvr>
                                      <p:to>
                                        <p:strVal val="visible"/>
                                      </p:to>
                                    </p:set>
                                    <p:animEffect transition="in" filter="wipe(left)">
                                      <p:cBhvr>
                                        <p:cTn id="38"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3" grpId="0"/>
      <p:bldP spid="74" grpId="0"/>
      <p:bldP spid="75" grpId="0"/>
      <p:bldP spid="76" grpId="0"/>
      <p:bldP spid="7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十角星 9"/>
          <p:cNvSpPr/>
          <p:nvPr/>
        </p:nvSpPr>
        <p:spPr>
          <a:xfrm>
            <a:off x="1233704" y="2474961"/>
            <a:ext cx="2062063" cy="2062063"/>
          </a:xfrm>
          <a:prstGeom prst="star10">
            <a:avLst>
              <a:gd name="adj" fmla="val 45147"/>
              <a:gd name="hf" fmla="val 105146"/>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11" name="十角星 10"/>
          <p:cNvSpPr/>
          <p:nvPr/>
        </p:nvSpPr>
        <p:spPr>
          <a:xfrm>
            <a:off x="3705720" y="2464029"/>
            <a:ext cx="2062063" cy="2062063"/>
          </a:xfrm>
          <a:prstGeom prst="star10">
            <a:avLst>
              <a:gd name="adj" fmla="val 45147"/>
              <a:gd name="hf" fmla="val 105146"/>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1900">
              <a:solidFill>
                <a:prstClr val="white"/>
              </a:solidFill>
            </a:endParaRPr>
          </a:p>
        </p:txBody>
      </p:sp>
      <p:sp>
        <p:nvSpPr>
          <p:cNvPr id="12" name="十角星 11"/>
          <p:cNvSpPr/>
          <p:nvPr/>
        </p:nvSpPr>
        <p:spPr>
          <a:xfrm>
            <a:off x="6115560" y="2474961"/>
            <a:ext cx="2062063" cy="2062063"/>
          </a:xfrm>
          <a:prstGeom prst="star10">
            <a:avLst>
              <a:gd name="adj" fmla="val 45147"/>
              <a:gd name="hf" fmla="val 105146"/>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13" name="十角星 12"/>
          <p:cNvSpPr/>
          <p:nvPr/>
        </p:nvSpPr>
        <p:spPr>
          <a:xfrm>
            <a:off x="8535649" y="2474961"/>
            <a:ext cx="2062063" cy="2062063"/>
          </a:xfrm>
          <a:prstGeom prst="star10">
            <a:avLst>
              <a:gd name="adj" fmla="val 45147"/>
              <a:gd name="hf" fmla="val 105146"/>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3765"/>
            <a:endParaRPr lang="zh-CN" altLang="en-US" sz="1900">
              <a:solidFill>
                <a:prstClr val="white"/>
              </a:solidFill>
            </a:endParaRPr>
          </a:p>
        </p:txBody>
      </p:sp>
      <p:sp>
        <p:nvSpPr>
          <p:cNvPr id="14" name="Freeform 51"/>
          <p:cNvSpPr>
            <a:spLocks noEditPoints="1"/>
          </p:cNvSpPr>
          <p:nvPr/>
        </p:nvSpPr>
        <p:spPr bwMode="auto">
          <a:xfrm>
            <a:off x="1878697" y="3112437"/>
            <a:ext cx="781644" cy="819223"/>
          </a:xfrm>
          <a:custGeom>
            <a:avLst/>
            <a:gdLst>
              <a:gd name="T0" fmla="*/ 118 w 121"/>
              <a:gd name="T1" fmla="*/ 39 h 121"/>
              <a:gd name="T2" fmla="*/ 65 w 121"/>
              <a:gd name="T3" fmla="*/ 1 h 121"/>
              <a:gd name="T4" fmla="*/ 60 w 121"/>
              <a:gd name="T5" fmla="*/ 0 h 121"/>
              <a:gd name="T6" fmla="*/ 56 w 121"/>
              <a:gd name="T7" fmla="*/ 1 h 121"/>
              <a:gd name="T8" fmla="*/ 3 w 121"/>
              <a:gd name="T9" fmla="*/ 39 h 121"/>
              <a:gd name="T10" fmla="*/ 0 w 121"/>
              <a:gd name="T11" fmla="*/ 45 h 121"/>
              <a:gd name="T12" fmla="*/ 0 w 121"/>
              <a:gd name="T13" fmla="*/ 102 h 121"/>
              <a:gd name="T14" fmla="*/ 19 w 121"/>
              <a:gd name="T15" fmla="*/ 121 h 121"/>
              <a:gd name="T16" fmla="*/ 102 w 121"/>
              <a:gd name="T17" fmla="*/ 121 h 121"/>
              <a:gd name="T18" fmla="*/ 121 w 121"/>
              <a:gd name="T19" fmla="*/ 102 h 121"/>
              <a:gd name="T20" fmla="*/ 121 w 121"/>
              <a:gd name="T21" fmla="*/ 45 h 121"/>
              <a:gd name="T22" fmla="*/ 118 w 121"/>
              <a:gd name="T23" fmla="*/ 39 h 121"/>
              <a:gd name="T24" fmla="*/ 66 w 121"/>
              <a:gd name="T25" fmla="*/ 98 h 121"/>
              <a:gd name="T26" fmla="*/ 54 w 121"/>
              <a:gd name="T27" fmla="*/ 98 h 121"/>
              <a:gd name="T28" fmla="*/ 54 w 121"/>
              <a:gd name="T29" fmla="*/ 86 h 121"/>
              <a:gd name="T30" fmla="*/ 66 w 121"/>
              <a:gd name="T31" fmla="*/ 86 h 121"/>
              <a:gd name="T32" fmla="*/ 66 w 121"/>
              <a:gd name="T33" fmla="*/ 98 h 121"/>
              <a:gd name="T34" fmla="*/ 83 w 121"/>
              <a:gd name="T35" fmla="*/ 82 h 121"/>
              <a:gd name="T36" fmla="*/ 75 w 121"/>
              <a:gd name="T37" fmla="*/ 82 h 121"/>
              <a:gd name="T38" fmla="*/ 46 w 121"/>
              <a:gd name="T39" fmla="*/ 82 h 121"/>
              <a:gd name="T40" fmla="*/ 38 w 121"/>
              <a:gd name="T41" fmla="*/ 82 h 121"/>
              <a:gd name="T42" fmla="*/ 38 w 121"/>
              <a:gd name="T43" fmla="*/ 74 h 121"/>
              <a:gd name="T44" fmla="*/ 38 w 121"/>
              <a:gd name="T45" fmla="*/ 74 h 121"/>
              <a:gd name="T46" fmla="*/ 60 w 121"/>
              <a:gd name="T47" fmla="*/ 65 h 121"/>
              <a:gd name="T48" fmla="*/ 83 w 121"/>
              <a:gd name="T49" fmla="*/ 74 h 121"/>
              <a:gd name="T50" fmla="*/ 85 w 121"/>
              <a:gd name="T51" fmla="*/ 78 h 121"/>
              <a:gd name="T52" fmla="*/ 83 w 121"/>
              <a:gd name="T53" fmla="*/ 82 h 121"/>
              <a:gd name="T54" fmla="*/ 97 w 121"/>
              <a:gd name="T55" fmla="*/ 68 h 121"/>
              <a:gd name="T56" fmla="*/ 89 w 121"/>
              <a:gd name="T57" fmla="*/ 68 h 121"/>
              <a:gd name="T58" fmla="*/ 60 w 121"/>
              <a:gd name="T59" fmla="*/ 57 h 121"/>
              <a:gd name="T60" fmla="*/ 32 w 121"/>
              <a:gd name="T61" fmla="*/ 68 h 121"/>
              <a:gd name="T62" fmla="*/ 24 w 121"/>
              <a:gd name="T63" fmla="*/ 68 h 121"/>
              <a:gd name="T64" fmla="*/ 24 w 121"/>
              <a:gd name="T65" fmla="*/ 60 h 121"/>
              <a:gd name="T66" fmla="*/ 24 w 121"/>
              <a:gd name="T67" fmla="*/ 60 h 121"/>
              <a:gd name="T68" fmla="*/ 60 w 121"/>
              <a:gd name="T69" fmla="*/ 45 h 121"/>
              <a:gd name="T70" fmla="*/ 97 w 121"/>
              <a:gd name="T71" fmla="*/ 60 h 121"/>
              <a:gd name="T72" fmla="*/ 98 w 121"/>
              <a:gd name="T73" fmla="*/ 64 h 121"/>
              <a:gd name="T74" fmla="*/ 97 w 121"/>
              <a:gd name="T75" fmla="*/ 68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21">
                <a:moveTo>
                  <a:pt x="118" y="39"/>
                </a:moveTo>
                <a:cubicBezTo>
                  <a:pt x="65" y="1"/>
                  <a:pt x="65" y="1"/>
                  <a:pt x="65" y="1"/>
                </a:cubicBezTo>
                <a:cubicBezTo>
                  <a:pt x="63" y="0"/>
                  <a:pt x="62" y="0"/>
                  <a:pt x="60" y="0"/>
                </a:cubicBezTo>
                <a:cubicBezTo>
                  <a:pt x="59" y="0"/>
                  <a:pt x="57" y="0"/>
                  <a:pt x="56" y="1"/>
                </a:cubicBezTo>
                <a:cubicBezTo>
                  <a:pt x="3" y="39"/>
                  <a:pt x="3" y="39"/>
                  <a:pt x="3" y="39"/>
                </a:cubicBezTo>
                <a:cubicBezTo>
                  <a:pt x="1" y="40"/>
                  <a:pt x="0" y="43"/>
                  <a:pt x="0" y="45"/>
                </a:cubicBezTo>
                <a:cubicBezTo>
                  <a:pt x="0" y="102"/>
                  <a:pt x="0" y="102"/>
                  <a:pt x="0" y="102"/>
                </a:cubicBezTo>
                <a:cubicBezTo>
                  <a:pt x="0" y="112"/>
                  <a:pt x="8" y="121"/>
                  <a:pt x="19" y="121"/>
                </a:cubicBezTo>
                <a:cubicBezTo>
                  <a:pt x="102" y="121"/>
                  <a:pt x="102" y="121"/>
                  <a:pt x="102" y="121"/>
                </a:cubicBezTo>
                <a:cubicBezTo>
                  <a:pt x="112" y="121"/>
                  <a:pt x="121" y="112"/>
                  <a:pt x="121" y="102"/>
                </a:cubicBezTo>
                <a:cubicBezTo>
                  <a:pt x="121" y="45"/>
                  <a:pt x="121" y="45"/>
                  <a:pt x="121" y="45"/>
                </a:cubicBezTo>
                <a:cubicBezTo>
                  <a:pt x="121" y="43"/>
                  <a:pt x="120" y="40"/>
                  <a:pt x="118" y="39"/>
                </a:cubicBezTo>
                <a:close/>
                <a:moveTo>
                  <a:pt x="66" y="98"/>
                </a:moveTo>
                <a:cubicBezTo>
                  <a:pt x="63" y="101"/>
                  <a:pt x="58" y="101"/>
                  <a:pt x="54" y="98"/>
                </a:cubicBezTo>
                <a:cubicBezTo>
                  <a:pt x="51" y="95"/>
                  <a:pt x="51" y="89"/>
                  <a:pt x="54" y="86"/>
                </a:cubicBezTo>
                <a:cubicBezTo>
                  <a:pt x="58" y="82"/>
                  <a:pt x="63" y="82"/>
                  <a:pt x="66" y="86"/>
                </a:cubicBezTo>
                <a:cubicBezTo>
                  <a:pt x="70" y="89"/>
                  <a:pt x="70" y="95"/>
                  <a:pt x="66" y="98"/>
                </a:cubicBezTo>
                <a:close/>
                <a:moveTo>
                  <a:pt x="83" y="82"/>
                </a:moveTo>
                <a:cubicBezTo>
                  <a:pt x="81" y="84"/>
                  <a:pt x="77" y="84"/>
                  <a:pt x="75" y="82"/>
                </a:cubicBezTo>
                <a:cubicBezTo>
                  <a:pt x="67" y="74"/>
                  <a:pt x="54" y="74"/>
                  <a:pt x="46" y="82"/>
                </a:cubicBezTo>
                <a:cubicBezTo>
                  <a:pt x="43" y="84"/>
                  <a:pt x="40" y="84"/>
                  <a:pt x="38" y="82"/>
                </a:cubicBezTo>
                <a:cubicBezTo>
                  <a:pt x="35" y="79"/>
                  <a:pt x="35" y="76"/>
                  <a:pt x="38" y="74"/>
                </a:cubicBezTo>
                <a:cubicBezTo>
                  <a:pt x="38" y="74"/>
                  <a:pt x="38" y="74"/>
                  <a:pt x="38" y="74"/>
                </a:cubicBezTo>
                <a:cubicBezTo>
                  <a:pt x="44" y="68"/>
                  <a:pt x="52" y="64"/>
                  <a:pt x="60" y="65"/>
                </a:cubicBezTo>
                <a:cubicBezTo>
                  <a:pt x="69" y="65"/>
                  <a:pt x="77" y="68"/>
                  <a:pt x="83" y="74"/>
                </a:cubicBezTo>
                <a:cubicBezTo>
                  <a:pt x="84" y="75"/>
                  <a:pt x="85" y="76"/>
                  <a:pt x="85" y="78"/>
                </a:cubicBezTo>
                <a:cubicBezTo>
                  <a:pt x="85" y="79"/>
                  <a:pt x="84" y="81"/>
                  <a:pt x="83" y="82"/>
                </a:cubicBezTo>
                <a:close/>
                <a:moveTo>
                  <a:pt x="97" y="68"/>
                </a:moveTo>
                <a:cubicBezTo>
                  <a:pt x="94" y="70"/>
                  <a:pt x="91" y="70"/>
                  <a:pt x="89" y="68"/>
                </a:cubicBezTo>
                <a:cubicBezTo>
                  <a:pt x="81" y="61"/>
                  <a:pt x="71" y="57"/>
                  <a:pt x="60" y="57"/>
                </a:cubicBezTo>
                <a:cubicBezTo>
                  <a:pt x="50" y="57"/>
                  <a:pt x="40" y="61"/>
                  <a:pt x="32" y="68"/>
                </a:cubicBezTo>
                <a:cubicBezTo>
                  <a:pt x="30" y="70"/>
                  <a:pt x="26" y="70"/>
                  <a:pt x="24" y="68"/>
                </a:cubicBezTo>
                <a:cubicBezTo>
                  <a:pt x="22" y="66"/>
                  <a:pt x="22" y="62"/>
                  <a:pt x="24" y="60"/>
                </a:cubicBezTo>
                <a:cubicBezTo>
                  <a:pt x="24" y="60"/>
                  <a:pt x="24" y="60"/>
                  <a:pt x="24" y="60"/>
                </a:cubicBezTo>
                <a:cubicBezTo>
                  <a:pt x="34" y="51"/>
                  <a:pt x="47" y="45"/>
                  <a:pt x="60" y="45"/>
                </a:cubicBezTo>
                <a:cubicBezTo>
                  <a:pt x="74" y="45"/>
                  <a:pt x="87" y="51"/>
                  <a:pt x="97" y="60"/>
                </a:cubicBezTo>
                <a:cubicBezTo>
                  <a:pt x="98" y="61"/>
                  <a:pt x="98" y="63"/>
                  <a:pt x="98" y="64"/>
                </a:cubicBezTo>
                <a:cubicBezTo>
                  <a:pt x="98" y="66"/>
                  <a:pt x="98" y="67"/>
                  <a:pt x="97" y="68"/>
                </a:cubicBez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6" name="Freeform 99"/>
          <p:cNvSpPr>
            <a:spLocks noEditPoints="1"/>
          </p:cNvSpPr>
          <p:nvPr/>
        </p:nvSpPr>
        <p:spPr bwMode="auto">
          <a:xfrm>
            <a:off x="6734589" y="3083058"/>
            <a:ext cx="813073" cy="813073"/>
          </a:xfrm>
          <a:custGeom>
            <a:avLst/>
            <a:gdLst>
              <a:gd name="T0" fmla="*/ 178 w 207"/>
              <a:gd name="T1" fmla="*/ 0 h 207"/>
              <a:gd name="T2" fmla="*/ 178 w 207"/>
              <a:gd name="T3" fmla="*/ 44 h 207"/>
              <a:gd name="T4" fmla="*/ 29 w 207"/>
              <a:gd name="T5" fmla="*/ 44 h 207"/>
              <a:gd name="T6" fmla="*/ 29 w 207"/>
              <a:gd name="T7" fmla="*/ 0 h 207"/>
              <a:gd name="T8" fmla="*/ 0 w 207"/>
              <a:gd name="T9" fmla="*/ 0 h 207"/>
              <a:gd name="T10" fmla="*/ 0 w 207"/>
              <a:gd name="T11" fmla="*/ 207 h 207"/>
              <a:gd name="T12" fmla="*/ 207 w 207"/>
              <a:gd name="T13" fmla="*/ 207 h 207"/>
              <a:gd name="T14" fmla="*/ 207 w 207"/>
              <a:gd name="T15" fmla="*/ 0 h 207"/>
              <a:gd name="T16" fmla="*/ 178 w 207"/>
              <a:gd name="T17" fmla="*/ 0 h 207"/>
              <a:gd name="T18" fmla="*/ 96 w 207"/>
              <a:gd name="T19" fmla="*/ 174 h 207"/>
              <a:gd name="T20" fmla="*/ 85 w 207"/>
              <a:gd name="T21" fmla="*/ 166 h 207"/>
              <a:gd name="T22" fmla="*/ 44 w 207"/>
              <a:gd name="T23" fmla="*/ 122 h 207"/>
              <a:gd name="T24" fmla="*/ 67 w 207"/>
              <a:gd name="T25" fmla="*/ 103 h 207"/>
              <a:gd name="T26" fmla="*/ 96 w 207"/>
              <a:gd name="T27" fmla="*/ 133 h 207"/>
              <a:gd name="T28" fmla="*/ 155 w 207"/>
              <a:gd name="T29" fmla="*/ 74 h 207"/>
              <a:gd name="T30" fmla="*/ 178 w 207"/>
              <a:gd name="T31" fmla="*/ 96 h 207"/>
              <a:gd name="T32" fmla="*/ 96 w 207"/>
              <a:gd name="T33" fmla="*/ 174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7" h="207">
                <a:moveTo>
                  <a:pt x="178" y="0"/>
                </a:moveTo>
                <a:lnTo>
                  <a:pt x="178" y="44"/>
                </a:lnTo>
                <a:lnTo>
                  <a:pt x="29" y="44"/>
                </a:lnTo>
                <a:lnTo>
                  <a:pt x="29" y="0"/>
                </a:lnTo>
                <a:lnTo>
                  <a:pt x="0" y="0"/>
                </a:lnTo>
                <a:lnTo>
                  <a:pt x="0" y="207"/>
                </a:lnTo>
                <a:lnTo>
                  <a:pt x="207" y="207"/>
                </a:lnTo>
                <a:lnTo>
                  <a:pt x="207" y="0"/>
                </a:lnTo>
                <a:lnTo>
                  <a:pt x="178" y="0"/>
                </a:lnTo>
                <a:close/>
                <a:moveTo>
                  <a:pt x="96" y="174"/>
                </a:moveTo>
                <a:lnTo>
                  <a:pt x="85" y="166"/>
                </a:lnTo>
                <a:lnTo>
                  <a:pt x="44" y="122"/>
                </a:lnTo>
                <a:lnTo>
                  <a:pt x="67" y="103"/>
                </a:lnTo>
                <a:lnTo>
                  <a:pt x="96" y="133"/>
                </a:lnTo>
                <a:lnTo>
                  <a:pt x="155" y="74"/>
                </a:lnTo>
                <a:lnTo>
                  <a:pt x="178" y="96"/>
                </a:lnTo>
                <a:lnTo>
                  <a:pt x="96" y="174"/>
                </a:lnTo>
                <a:close/>
              </a:path>
            </a:pathLst>
          </a:custGeom>
          <a:solidFill>
            <a:schemeClr val="bg1"/>
          </a:solidFill>
          <a:ln>
            <a:noFill/>
          </a:ln>
        </p:spPr>
        <p:txBody>
          <a:bodyPr vert="horz" wrap="square" lIns="91440" tIns="45720" rIns="91440" bIns="45720" numCol="1" anchor="t" anchorCtr="0" compatLnSpc="1"/>
          <a:lstStyle/>
          <a:p>
            <a:endParaRPr lang="id-ID">
              <a:latin typeface="+mn-ea"/>
            </a:endParaRPr>
          </a:p>
        </p:txBody>
      </p:sp>
      <p:sp>
        <p:nvSpPr>
          <p:cNvPr id="17" name="Freeform 139"/>
          <p:cNvSpPr/>
          <p:nvPr/>
        </p:nvSpPr>
        <p:spPr bwMode="auto">
          <a:xfrm>
            <a:off x="9054923" y="3087840"/>
            <a:ext cx="1124638" cy="852019"/>
          </a:xfrm>
          <a:custGeom>
            <a:avLst/>
            <a:gdLst>
              <a:gd name="T0" fmla="*/ 143 w 165"/>
              <a:gd name="T1" fmla="*/ 19 h 125"/>
              <a:gd name="T2" fmla="*/ 34 w 165"/>
              <a:gd name="T3" fmla="*/ 19 h 125"/>
              <a:gd name="T4" fmla="*/ 30 w 165"/>
              <a:gd name="T5" fmla="*/ 5 h 125"/>
              <a:gd name="T6" fmla="*/ 29 w 165"/>
              <a:gd name="T7" fmla="*/ 4 h 125"/>
              <a:gd name="T8" fmla="*/ 29 w 165"/>
              <a:gd name="T9" fmla="*/ 4 h 125"/>
              <a:gd name="T10" fmla="*/ 28 w 165"/>
              <a:gd name="T11" fmla="*/ 3 h 125"/>
              <a:gd name="T12" fmla="*/ 28 w 165"/>
              <a:gd name="T13" fmla="*/ 2 h 125"/>
              <a:gd name="T14" fmla="*/ 28 w 165"/>
              <a:gd name="T15" fmla="*/ 2 h 125"/>
              <a:gd name="T16" fmla="*/ 27 w 165"/>
              <a:gd name="T17" fmla="*/ 1 h 125"/>
              <a:gd name="T18" fmla="*/ 27 w 165"/>
              <a:gd name="T19" fmla="*/ 1 h 125"/>
              <a:gd name="T20" fmla="*/ 22 w 165"/>
              <a:gd name="T21" fmla="*/ 0 h 125"/>
              <a:gd name="T22" fmla="*/ 7 w 165"/>
              <a:gd name="T23" fmla="*/ 2 h 125"/>
              <a:gd name="T24" fmla="*/ 0 w 165"/>
              <a:gd name="T25" fmla="*/ 9 h 125"/>
              <a:gd name="T26" fmla="*/ 7 w 165"/>
              <a:gd name="T27" fmla="*/ 15 h 125"/>
              <a:gd name="T28" fmla="*/ 18 w 165"/>
              <a:gd name="T29" fmla="*/ 14 h 125"/>
              <a:gd name="T30" fmla="*/ 45 w 165"/>
              <a:gd name="T31" fmla="*/ 99 h 125"/>
              <a:gd name="T32" fmla="*/ 42 w 165"/>
              <a:gd name="T33" fmla="*/ 109 h 125"/>
              <a:gd name="T34" fmla="*/ 58 w 165"/>
              <a:gd name="T35" fmla="*/ 125 h 125"/>
              <a:gd name="T36" fmla="*/ 73 w 165"/>
              <a:gd name="T37" fmla="*/ 116 h 125"/>
              <a:gd name="T38" fmla="*/ 94 w 165"/>
              <a:gd name="T39" fmla="*/ 116 h 125"/>
              <a:gd name="T40" fmla="*/ 109 w 165"/>
              <a:gd name="T41" fmla="*/ 125 h 125"/>
              <a:gd name="T42" fmla="*/ 125 w 165"/>
              <a:gd name="T43" fmla="*/ 109 h 125"/>
              <a:gd name="T44" fmla="*/ 109 w 165"/>
              <a:gd name="T45" fmla="*/ 93 h 125"/>
              <a:gd name="T46" fmla="*/ 94 w 165"/>
              <a:gd name="T47" fmla="*/ 102 h 125"/>
              <a:gd name="T48" fmla="*/ 73 w 165"/>
              <a:gd name="T49" fmla="*/ 102 h 125"/>
              <a:gd name="T50" fmla="*/ 58 w 165"/>
              <a:gd name="T51" fmla="*/ 93 h 125"/>
              <a:gd name="T52" fmla="*/ 58 w 165"/>
              <a:gd name="T53" fmla="*/ 93 h 125"/>
              <a:gd name="T54" fmla="*/ 55 w 165"/>
              <a:gd name="T55" fmla="*/ 83 h 125"/>
              <a:gd name="T56" fmla="*/ 125 w 165"/>
              <a:gd name="T57" fmla="*/ 83 h 125"/>
              <a:gd name="T58" fmla="*/ 139 w 165"/>
              <a:gd name="T59" fmla="*/ 68 h 125"/>
              <a:gd name="T60" fmla="*/ 158 w 165"/>
              <a:gd name="T61" fmla="*/ 34 h 125"/>
              <a:gd name="T62" fmla="*/ 143 w 165"/>
              <a:gd name="T63" fmla="*/ 19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5" h="125">
                <a:moveTo>
                  <a:pt x="143" y="19"/>
                </a:moveTo>
                <a:cubicBezTo>
                  <a:pt x="34" y="19"/>
                  <a:pt x="34" y="19"/>
                  <a:pt x="34" y="19"/>
                </a:cubicBezTo>
                <a:cubicBezTo>
                  <a:pt x="30" y="5"/>
                  <a:pt x="30" y="5"/>
                  <a:pt x="30" y="5"/>
                </a:cubicBezTo>
                <a:cubicBezTo>
                  <a:pt x="30" y="5"/>
                  <a:pt x="29" y="4"/>
                  <a:pt x="29" y="4"/>
                </a:cubicBezTo>
                <a:cubicBezTo>
                  <a:pt x="29" y="4"/>
                  <a:pt x="29" y="4"/>
                  <a:pt x="29" y="4"/>
                </a:cubicBezTo>
                <a:cubicBezTo>
                  <a:pt x="29" y="3"/>
                  <a:pt x="29" y="3"/>
                  <a:pt x="28" y="3"/>
                </a:cubicBezTo>
                <a:cubicBezTo>
                  <a:pt x="28" y="2"/>
                  <a:pt x="28" y="2"/>
                  <a:pt x="28" y="2"/>
                </a:cubicBezTo>
                <a:cubicBezTo>
                  <a:pt x="28" y="2"/>
                  <a:pt x="28" y="2"/>
                  <a:pt x="28" y="2"/>
                </a:cubicBezTo>
                <a:cubicBezTo>
                  <a:pt x="27" y="2"/>
                  <a:pt x="27" y="1"/>
                  <a:pt x="27" y="1"/>
                </a:cubicBezTo>
                <a:cubicBezTo>
                  <a:pt x="27" y="1"/>
                  <a:pt x="27" y="1"/>
                  <a:pt x="27" y="1"/>
                </a:cubicBezTo>
                <a:cubicBezTo>
                  <a:pt x="25" y="0"/>
                  <a:pt x="24" y="0"/>
                  <a:pt x="22" y="0"/>
                </a:cubicBezTo>
                <a:cubicBezTo>
                  <a:pt x="7" y="2"/>
                  <a:pt x="7" y="2"/>
                  <a:pt x="7" y="2"/>
                </a:cubicBezTo>
                <a:cubicBezTo>
                  <a:pt x="3" y="2"/>
                  <a:pt x="0" y="5"/>
                  <a:pt x="0" y="9"/>
                </a:cubicBezTo>
                <a:cubicBezTo>
                  <a:pt x="1" y="12"/>
                  <a:pt x="4" y="15"/>
                  <a:pt x="7" y="15"/>
                </a:cubicBezTo>
                <a:cubicBezTo>
                  <a:pt x="18" y="14"/>
                  <a:pt x="18" y="14"/>
                  <a:pt x="18" y="14"/>
                </a:cubicBezTo>
                <a:cubicBezTo>
                  <a:pt x="45" y="99"/>
                  <a:pt x="45" y="99"/>
                  <a:pt x="45" y="99"/>
                </a:cubicBezTo>
                <a:cubicBezTo>
                  <a:pt x="43" y="101"/>
                  <a:pt x="42" y="105"/>
                  <a:pt x="42" y="109"/>
                </a:cubicBezTo>
                <a:cubicBezTo>
                  <a:pt x="42" y="118"/>
                  <a:pt x="49" y="125"/>
                  <a:pt x="58" y="125"/>
                </a:cubicBezTo>
                <a:cubicBezTo>
                  <a:pt x="64" y="125"/>
                  <a:pt x="70" y="121"/>
                  <a:pt x="73" y="116"/>
                </a:cubicBezTo>
                <a:cubicBezTo>
                  <a:pt x="94" y="116"/>
                  <a:pt x="94" y="116"/>
                  <a:pt x="94" y="116"/>
                </a:cubicBezTo>
                <a:cubicBezTo>
                  <a:pt x="97" y="121"/>
                  <a:pt x="103" y="125"/>
                  <a:pt x="109" y="125"/>
                </a:cubicBezTo>
                <a:cubicBezTo>
                  <a:pt x="118" y="125"/>
                  <a:pt x="125" y="118"/>
                  <a:pt x="125" y="109"/>
                </a:cubicBezTo>
                <a:cubicBezTo>
                  <a:pt x="125" y="100"/>
                  <a:pt x="118" y="93"/>
                  <a:pt x="109" y="93"/>
                </a:cubicBezTo>
                <a:cubicBezTo>
                  <a:pt x="103" y="93"/>
                  <a:pt x="97" y="97"/>
                  <a:pt x="94" y="102"/>
                </a:cubicBezTo>
                <a:cubicBezTo>
                  <a:pt x="73" y="102"/>
                  <a:pt x="73" y="102"/>
                  <a:pt x="73" y="102"/>
                </a:cubicBezTo>
                <a:cubicBezTo>
                  <a:pt x="70" y="97"/>
                  <a:pt x="64" y="93"/>
                  <a:pt x="58" y="93"/>
                </a:cubicBezTo>
                <a:cubicBezTo>
                  <a:pt x="58" y="93"/>
                  <a:pt x="58" y="93"/>
                  <a:pt x="58" y="93"/>
                </a:cubicBezTo>
                <a:cubicBezTo>
                  <a:pt x="55" y="83"/>
                  <a:pt x="55" y="83"/>
                  <a:pt x="55" y="83"/>
                </a:cubicBezTo>
                <a:cubicBezTo>
                  <a:pt x="125" y="83"/>
                  <a:pt x="125" y="83"/>
                  <a:pt x="125" y="83"/>
                </a:cubicBezTo>
                <a:cubicBezTo>
                  <a:pt x="133" y="83"/>
                  <a:pt x="134" y="77"/>
                  <a:pt x="139" y="68"/>
                </a:cubicBezTo>
                <a:cubicBezTo>
                  <a:pt x="158" y="34"/>
                  <a:pt x="158" y="34"/>
                  <a:pt x="158" y="34"/>
                </a:cubicBezTo>
                <a:cubicBezTo>
                  <a:pt x="165" y="20"/>
                  <a:pt x="151" y="19"/>
                  <a:pt x="143" y="19"/>
                </a:cubicBezTo>
                <a:close/>
              </a:path>
            </a:pathLst>
          </a:custGeom>
          <a:solidFill>
            <a:schemeClr val="bg1"/>
          </a:solidFill>
          <a:ln>
            <a:noFill/>
          </a:ln>
        </p:spPr>
        <p:txBody>
          <a:bodyPr vert="horz" wrap="square" lIns="91440" tIns="45720" rIns="91440" bIns="45720" numCol="1" anchor="t" anchorCtr="0" compatLnSpc="1"/>
          <a:lstStyle/>
          <a:p>
            <a:endParaRPr lang="en-US">
              <a:latin typeface="+mn-ea"/>
            </a:endParaRPr>
          </a:p>
        </p:txBody>
      </p:sp>
      <p:grpSp>
        <p:nvGrpSpPr>
          <p:cNvPr id="21" name="组合 20"/>
          <p:cNvGrpSpPr/>
          <p:nvPr/>
        </p:nvGrpSpPr>
        <p:grpSpPr>
          <a:xfrm>
            <a:off x="781456" y="4569136"/>
            <a:ext cx="2514311" cy="1295905"/>
            <a:chOff x="-1743928" y="4919298"/>
            <a:chExt cx="2514311" cy="1295905"/>
          </a:xfrm>
        </p:grpSpPr>
        <p:sp>
          <p:nvSpPr>
            <p:cNvPr id="22"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3"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24" name="组合 23"/>
          <p:cNvGrpSpPr/>
          <p:nvPr/>
        </p:nvGrpSpPr>
        <p:grpSpPr>
          <a:xfrm>
            <a:off x="3394442" y="4569136"/>
            <a:ext cx="2514311" cy="1295905"/>
            <a:chOff x="-1743928" y="4919298"/>
            <a:chExt cx="2514311" cy="1295905"/>
          </a:xfrm>
        </p:grpSpPr>
        <p:sp>
          <p:nvSpPr>
            <p:cNvPr id="25"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6"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27" name="组合 26"/>
          <p:cNvGrpSpPr/>
          <p:nvPr/>
        </p:nvGrpSpPr>
        <p:grpSpPr>
          <a:xfrm>
            <a:off x="6007428" y="4569136"/>
            <a:ext cx="2514311" cy="1295905"/>
            <a:chOff x="-1743928" y="4919298"/>
            <a:chExt cx="2514311" cy="1295905"/>
          </a:xfrm>
        </p:grpSpPr>
        <p:sp>
          <p:nvSpPr>
            <p:cNvPr id="28"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9"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30" name="组合 29"/>
          <p:cNvGrpSpPr/>
          <p:nvPr/>
        </p:nvGrpSpPr>
        <p:grpSpPr>
          <a:xfrm>
            <a:off x="8620414" y="4569136"/>
            <a:ext cx="2514311" cy="1295905"/>
            <a:chOff x="-1743928" y="4919298"/>
            <a:chExt cx="2514311" cy="1295905"/>
          </a:xfrm>
        </p:grpSpPr>
        <p:sp>
          <p:nvSpPr>
            <p:cNvPr id="31"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2" name="学论网-www.xuelun.me"/>
            <p:cNvSpPr txBox="1"/>
            <p:nvPr/>
          </p:nvSpPr>
          <p:spPr>
            <a:xfrm>
              <a:off x="-1743928" y="5384206"/>
              <a:ext cx="2514311" cy="830997"/>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本这</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本在这里</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sp>
        <p:nvSpPr>
          <p:cNvPr id="33" name="Freeform 40"/>
          <p:cNvSpPr>
            <a:spLocks noEditPoints="1"/>
          </p:cNvSpPr>
          <p:nvPr/>
        </p:nvSpPr>
        <p:spPr bwMode="auto">
          <a:xfrm>
            <a:off x="4320121" y="3020099"/>
            <a:ext cx="930278" cy="1003898"/>
          </a:xfrm>
          <a:custGeom>
            <a:avLst/>
            <a:gdLst>
              <a:gd name="T0" fmla="*/ 329 w 350"/>
              <a:gd name="T1" fmla="*/ 109 h 378"/>
              <a:gd name="T2" fmla="*/ 319 w 350"/>
              <a:gd name="T3" fmla="*/ 49 h 378"/>
              <a:gd name="T4" fmla="*/ 205 w 350"/>
              <a:gd name="T5" fmla="*/ 34 h 378"/>
              <a:gd name="T6" fmla="*/ 174 w 350"/>
              <a:gd name="T7" fmla="*/ 0 h 378"/>
              <a:gd name="T8" fmla="*/ 144 w 350"/>
              <a:gd name="T9" fmla="*/ 34 h 378"/>
              <a:gd name="T10" fmla="*/ 31 w 350"/>
              <a:gd name="T11" fmla="*/ 49 h 378"/>
              <a:gd name="T12" fmla="*/ 25 w 350"/>
              <a:gd name="T13" fmla="*/ 110 h 378"/>
              <a:gd name="T14" fmla="*/ 0 w 350"/>
              <a:gd name="T15" fmla="*/ 280 h 378"/>
              <a:gd name="T16" fmla="*/ 59 w 350"/>
              <a:gd name="T17" fmla="*/ 291 h 378"/>
              <a:gd name="T18" fmla="*/ 144 w 350"/>
              <a:gd name="T19" fmla="*/ 348 h 378"/>
              <a:gd name="T20" fmla="*/ 205 w 350"/>
              <a:gd name="T21" fmla="*/ 348 h 378"/>
              <a:gd name="T22" fmla="*/ 291 w 350"/>
              <a:gd name="T23" fmla="*/ 291 h 378"/>
              <a:gd name="T24" fmla="*/ 350 w 350"/>
              <a:gd name="T25" fmla="*/ 280 h 378"/>
              <a:gd name="T26" fmla="*/ 41 w 350"/>
              <a:gd name="T27" fmla="*/ 250 h 378"/>
              <a:gd name="T28" fmla="*/ 55 w 350"/>
              <a:gd name="T29" fmla="*/ 100 h 378"/>
              <a:gd name="T30" fmla="*/ 144 w 350"/>
              <a:gd name="T31" fmla="*/ 148 h 378"/>
              <a:gd name="T32" fmla="*/ 168 w 350"/>
              <a:gd name="T33" fmla="*/ 198 h 378"/>
              <a:gd name="T34" fmla="*/ 49 w 350"/>
              <a:gd name="T35" fmla="*/ 255 h 378"/>
              <a:gd name="T36" fmla="*/ 60 w 350"/>
              <a:gd name="T37" fmla="*/ 268 h 378"/>
              <a:gd name="T38" fmla="*/ 168 w 350"/>
              <a:gd name="T39" fmla="*/ 318 h 378"/>
              <a:gd name="T40" fmla="*/ 61 w 350"/>
              <a:gd name="T41" fmla="*/ 275 h 378"/>
              <a:gd name="T42" fmla="*/ 184 w 350"/>
              <a:gd name="T43" fmla="*/ 318 h 378"/>
              <a:gd name="T44" fmla="*/ 291 w 350"/>
              <a:gd name="T45" fmla="*/ 268 h 378"/>
              <a:gd name="T46" fmla="*/ 189 w 350"/>
              <a:gd name="T47" fmla="*/ 320 h 378"/>
              <a:gd name="T48" fmla="*/ 184 w 350"/>
              <a:gd name="T49" fmla="*/ 216 h 378"/>
              <a:gd name="T50" fmla="*/ 184 w 350"/>
              <a:gd name="T51" fmla="*/ 177 h 378"/>
              <a:gd name="T52" fmla="*/ 204 w 350"/>
              <a:gd name="T53" fmla="*/ 142 h 378"/>
              <a:gd name="T54" fmla="*/ 313 w 350"/>
              <a:gd name="T55" fmla="*/ 110 h 378"/>
              <a:gd name="T56" fmla="*/ 301 w 350"/>
              <a:gd name="T57" fmla="*/ 255 h 378"/>
              <a:gd name="T58" fmla="*/ 288 w 350"/>
              <a:gd name="T59" fmla="*/ 78 h 378"/>
              <a:gd name="T60" fmla="*/ 289 w 350"/>
              <a:gd name="T61" fmla="*/ 85 h 378"/>
              <a:gd name="T62" fmla="*/ 184 w 350"/>
              <a:gd name="T63" fmla="*/ 119 h 378"/>
              <a:gd name="T64" fmla="*/ 199 w 350"/>
              <a:gd name="T65" fmla="*/ 49 h 378"/>
              <a:gd name="T66" fmla="*/ 150 w 350"/>
              <a:gd name="T67" fmla="*/ 49 h 378"/>
              <a:gd name="T68" fmla="*/ 168 w 350"/>
              <a:gd name="T69" fmla="*/ 118 h 378"/>
              <a:gd name="T70" fmla="*/ 61 w 350"/>
              <a:gd name="T71" fmla="*/ 85 h 378"/>
              <a:gd name="T72" fmla="*/ 62 w 350"/>
              <a:gd name="T73" fmla="*/ 78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0" h="378">
                <a:moveTo>
                  <a:pt x="329" y="250"/>
                </a:moveTo>
                <a:cubicBezTo>
                  <a:pt x="329" y="109"/>
                  <a:pt x="329" y="109"/>
                  <a:pt x="329" y="109"/>
                </a:cubicBezTo>
                <a:cubicBezTo>
                  <a:pt x="341" y="105"/>
                  <a:pt x="350" y="93"/>
                  <a:pt x="350" y="80"/>
                </a:cubicBezTo>
                <a:cubicBezTo>
                  <a:pt x="350" y="63"/>
                  <a:pt x="336" y="49"/>
                  <a:pt x="319" y="49"/>
                </a:cubicBezTo>
                <a:cubicBezTo>
                  <a:pt x="308" y="49"/>
                  <a:pt x="299" y="55"/>
                  <a:pt x="293" y="63"/>
                </a:cubicBezTo>
                <a:cubicBezTo>
                  <a:pt x="205" y="34"/>
                  <a:pt x="205" y="34"/>
                  <a:pt x="205" y="34"/>
                </a:cubicBezTo>
                <a:cubicBezTo>
                  <a:pt x="205" y="33"/>
                  <a:pt x="205" y="32"/>
                  <a:pt x="205" y="31"/>
                </a:cubicBezTo>
                <a:cubicBezTo>
                  <a:pt x="205" y="14"/>
                  <a:pt x="191" y="0"/>
                  <a:pt x="174" y="0"/>
                </a:cubicBezTo>
                <a:cubicBezTo>
                  <a:pt x="158" y="0"/>
                  <a:pt x="144" y="14"/>
                  <a:pt x="144" y="31"/>
                </a:cubicBezTo>
                <a:cubicBezTo>
                  <a:pt x="144" y="32"/>
                  <a:pt x="144" y="33"/>
                  <a:pt x="144" y="34"/>
                </a:cubicBezTo>
                <a:cubicBezTo>
                  <a:pt x="57" y="63"/>
                  <a:pt x="57" y="63"/>
                  <a:pt x="57" y="63"/>
                </a:cubicBezTo>
                <a:cubicBezTo>
                  <a:pt x="51" y="55"/>
                  <a:pt x="42" y="49"/>
                  <a:pt x="31" y="49"/>
                </a:cubicBezTo>
                <a:cubicBezTo>
                  <a:pt x="14" y="49"/>
                  <a:pt x="0" y="63"/>
                  <a:pt x="0" y="80"/>
                </a:cubicBezTo>
                <a:cubicBezTo>
                  <a:pt x="0" y="95"/>
                  <a:pt x="11" y="107"/>
                  <a:pt x="25" y="110"/>
                </a:cubicBezTo>
                <a:cubicBezTo>
                  <a:pt x="25" y="250"/>
                  <a:pt x="25" y="250"/>
                  <a:pt x="25" y="250"/>
                </a:cubicBezTo>
                <a:cubicBezTo>
                  <a:pt x="11" y="253"/>
                  <a:pt x="0" y="265"/>
                  <a:pt x="0" y="280"/>
                </a:cubicBezTo>
                <a:cubicBezTo>
                  <a:pt x="0" y="296"/>
                  <a:pt x="14" y="310"/>
                  <a:pt x="31" y="310"/>
                </a:cubicBezTo>
                <a:cubicBezTo>
                  <a:pt x="44" y="310"/>
                  <a:pt x="55" y="302"/>
                  <a:pt x="59" y="291"/>
                </a:cubicBezTo>
                <a:cubicBezTo>
                  <a:pt x="148" y="332"/>
                  <a:pt x="148" y="332"/>
                  <a:pt x="148" y="332"/>
                </a:cubicBezTo>
                <a:cubicBezTo>
                  <a:pt x="145" y="337"/>
                  <a:pt x="144" y="342"/>
                  <a:pt x="144" y="348"/>
                </a:cubicBezTo>
                <a:cubicBezTo>
                  <a:pt x="144" y="364"/>
                  <a:pt x="158" y="378"/>
                  <a:pt x="174" y="378"/>
                </a:cubicBezTo>
                <a:cubicBezTo>
                  <a:pt x="191" y="378"/>
                  <a:pt x="205" y="364"/>
                  <a:pt x="205" y="348"/>
                </a:cubicBezTo>
                <a:cubicBezTo>
                  <a:pt x="205" y="342"/>
                  <a:pt x="204" y="337"/>
                  <a:pt x="201" y="332"/>
                </a:cubicBezTo>
                <a:cubicBezTo>
                  <a:pt x="291" y="291"/>
                  <a:pt x="291" y="291"/>
                  <a:pt x="291" y="291"/>
                </a:cubicBezTo>
                <a:cubicBezTo>
                  <a:pt x="295" y="302"/>
                  <a:pt x="306" y="310"/>
                  <a:pt x="319" y="310"/>
                </a:cubicBezTo>
                <a:cubicBezTo>
                  <a:pt x="336" y="310"/>
                  <a:pt x="350" y="296"/>
                  <a:pt x="350" y="280"/>
                </a:cubicBezTo>
                <a:cubicBezTo>
                  <a:pt x="350" y="266"/>
                  <a:pt x="341" y="254"/>
                  <a:pt x="329" y="250"/>
                </a:cubicBezTo>
                <a:close/>
                <a:moveTo>
                  <a:pt x="41" y="250"/>
                </a:moveTo>
                <a:cubicBezTo>
                  <a:pt x="41" y="109"/>
                  <a:pt x="41" y="109"/>
                  <a:pt x="41" y="109"/>
                </a:cubicBezTo>
                <a:cubicBezTo>
                  <a:pt x="46" y="107"/>
                  <a:pt x="51" y="104"/>
                  <a:pt x="55" y="100"/>
                </a:cubicBezTo>
                <a:cubicBezTo>
                  <a:pt x="144" y="141"/>
                  <a:pt x="144" y="141"/>
                  <a:pt x="144" y="141"/>
                </a:cubicBezTo>
                <a:cubicBezTo>
                  <a:pt x="144" y="143"/>
                  <a:pt x="144" y="146"/>
                  <a:pt x="144" y="148"/>
                </a:cubicBezTo>
                <a:cubicBezTo>
                  <a:pt x="144" y="163"/>
                  <a:pt x="154" y="175"/>
                  <a:pt x="168" y="178"/>
                </a:cubicBezTo>
                <a:cubicBezTo>
                  <a:pt x="168" y="198"/>
                  <a:pt x="168" y="198"/>
                  <a:pt x="168" y="198"/>
                </a:cubicBezTo>
                <a:cubicBezTo>
                  <a:pt x="168" y="215"/>
                  <a:pt x="168" y="215"/>
                  <a:pt x="168" y="215"/>
                </a:cubicBezTo>
                <a:cubicBezTo>
                  <a:pt x="49" y="255"/>
                  <a:pt x="49" y="255"/>
                  <a:pt x="49" y="255"/>
                </a:cubicBezTo>
                <a:cubicBezTo>
                  <a:pt x="47" y="253"/>
                  <a:pt x="44" y="251"/>
                  <a:pt x="41" y="250"/>
                </a:cubicBezTo>
                <a:close/>
                <a:moveTo>
                  <a:pt x="60" y="268"/>
                </a:moveTo>
                <a:cubicBezTo>
                  <a:pt x="168" y="232"/>
                  <a:pt x="168" y="232"/>
                  <a:pt x="168" y="232"/>
                </a:cubicBezTo>
                <a:cubicBezTo>
                  <a:pt x="168" y="318"/>
                  <a:pt x="168" y="318"/>
                  <a:pt x="168" y="318"/>
                </a:cubicBezTo>
                <a:cubicBezTo>
                  <a:pt x="165" y="318"/>
                  <a:pt x="163" y="319"/>
                  <a:pt x="160" y="320"/>
                </a:cubicBezTo>
                <a:cubicBezTo>
                  <a:pt x="61" y="275"/>
                  <a:pt x="61" y="275"/>
                  <a:pt x="61" y="275"/>
                </a:cubicBezTo>
                <a:cubicBezTo>
                  <a:pt x="61" y="272"/>
                  <a:pt x="60" y="270"/>
                  <a:pt x="60" y="268"/>
                </a:cubicBezTo>
                <a:close/>
                <a:moveTo>
                  <a:pt x="184" y="318"/>
                </a:moveTo>
                <a:cubicBezTo>
                  <a:pt x="184" y="233"/>
                  <a:pt x="184" y="233"/>
                  <a:pt x="184" y="233"/>
                </a:cubicBezTo>
                <a:cubicBezTo>
                  <a:pt x="291" y="268"/>
                  <a:pt x="291" y="268"/>
                  <a:pt x="291" y="268"/>
                </a:cubicBezTo>
                <a:cubicBezTo>
                  <a:pt x="290" y="270"/>
                  <a:pt x="289" y="272"/>
                  <a:pt x="289" y="274"/>
                </a:cubicBezTo>
                <a:cubicBezTo>
                  <a:pt x="189" y="320"/>
                  <a:pt x="189" y="320"/>
                  <a:pt x="189" y="320"/>
                </a:cubicBezTo>
                <a:cubicBezTo>
                  <a:pt x="187" y="320"/>
                  <a:pt x="186" y="319"/>
                  <a:pt x="184" y="318"/>
                </a:cubicBezTo>
                <a:close/>
                <a:moveTo>
                  <a:pt x="184" y="216"/>
                </a:moveTo>
                <a:cubicBezTo>
                  <a:pt x="184" y="196"/>
                  <a:pt x="184" y="196"/>
                  <a:pt x="184" y="196"/>
                </a:cubicBezTo>
                <a:cubicBezTo>
                  <a:pt x="184" y="177"/>
                  <a:pt x="184" y="177"/>
                  <a:pt x="184" y="177"/>
                </a:cubicBezTo>
                <a:cubicBezTo>
                  <a:pt x="196" y="173"/>
                  <a:pt x="205" y="161"/>
                  <a:pt x="205" y="148"/>
                </a:cubicBezTo>
                <a:cubicBezTo>
                  <a:pt x="205" y="146"/>
                  <a:pt x="205" y="144"/>
                  <a:pt x="204" y="142"/>
                </a:cubicBezTo>
                <a:cubicBezTo>
                  <a:pt x="296" y="100"/>
                  <a:pt x="296" y="100"/>
                  <a:pt x="296" y="100"/>
                </a:cubicBezTo>
                <a:cubicBezTo>
                  <a:pt x="300" y="105"/>
                  <a:pt x="306" y="108"/>
                  <a:pt x="313" y="110"/>
                </a:cubicBezTo>
                <a:cubicBezTo>
                  <a:pt x="313" y="250"/>
                  <a:pt x="313" y="250"/>
                  <a:pt x="313" y="250"/>
                </a:cubicBezTo>
                <a:cubicBezTo>
                  <a:pt x="308" y="250"/>
                  <a:pt x="304" y="252"/>
                  <a:pt x="301" y="255"/>
                </a:cubicBezTo>
                <a:lnTo>
                  <a:pt x="184" y="216"/>
                </a:lnTo>
                <a:close/>
                <a:moveTo>
                  <a:pt x="288" y="78"/>
                </a:moveTo>
                <a:cubicBezTo>
                  <a:pt x="288" y="79"/>
                  <a:pt x="288" y="79"/>
                  <a:pt x="288" y="80"/>
                </a:cubicBezTo>
                <a:cubicBezTo>
                  <a:pt x="288" y="82"/>
                  <a:pt x="289" y="83"/>
                  <a:pt x="289" y="85"/>
                </a:cubicBezTo>
                <a:cubicBezTo>
                  <a:pt x="197" y="127"/>
                  <a:pt x="197" y="127"/>
                  <a:pt x="197" y="127"/>
                </a:cubicBezTo>
                <a:cubicBezTo>
                  <a:pt x="194" y="123"/>
                  <a:pt x="189" y="120"/>
                  <a:pt x="184" y="119"/>
                </a:cubicBezTo>
                <a:cubicBezTo>
                  <a:pt x="184" y="60"/>
                  <a:pt x="184" y="60"/>
                  <a:pt x="184" y="60"/>
                </a:cubicBezTo>
                <a:cubicBezTo>
                  <a:pt x="190" y="58"/>
                  <a:pt x="196" y="54"/>
                  <a:pt x="199" y="49"/>
                </a:cubicBezTo>
                <a:lnTo>
                  <a:pt x="288" y="78"/>
                </a:lnTo>
                <a:close/>
                <a:moveTo>
                  <a:pt x="150" y="49"/>
                </a:moveTo>
                <a:cubicBezTo>
                  <a:pt x="154" y="55"/>
                  <a:pt x="160" y="59"/>
                  <a:pt x="168" y="61"/>
                </a:cubicBezTo>
                <a:cubicBezTo>
                  <a:pt x="168" y="118"/>
                  <a:pt x="168" y="118"/>
                  <a:pt x="168" y="118"/>
                </a:cubicBezTo>
                <a:cubicBezTo>
                  <a:pt x="162" y="119"/>
                  <a:pt x="156" y="123"/>
                  <a:pt x="152" y="127"/>
                </a:cubicBezTo>
                <a:cubicBezTo>
                  <a:pt x="61" y="85"/>
                  <a:pt x="61" y="85"/>
                  <a:pt x="61" y="85"/>
                </a:cubicBezTo>
                <a:cubicBezTo>
                  <a:pt x="62" y="83"/>
                  <a:pt x="62" y="82"/>
                  <a:pt x="62" y="80"/>
                </a:cubicBezTo>
                <a:cubicBezTo>
                  <a:pt x="62" y="79"/>
                  <a:pt x="62" y="79"/>
                  <a:pt x="62" y="78"/>
                </a:cubicBezTo>
                <a:lnTo>
                  <a:pt x="150" y="49"/>
                </a:ln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52" name="组合 51"/>
          <p:cNvGrpSpPr/>
          <p:nvPr/>
        </p:nvGrpSpPr>
        <p:grpSpPr>
          <a:xfrm>
            <a:off x="6262928" y="266844"/>
            <a:ext cx="5929072" cy="330008"/>
            <a:chOff x="5025390" y="266844"/>
            <a:chExt cx="6259830" cy="330008"/>
          </a:xfrm>
        </p:grpSpPr>
        <p:cxnSp>
          <p:nvCxnSpPr>
            <p:cNvPr id="53" name="直接连接符 5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58" name="组合 57"/>
          <p:cNvGrpSpPr/>
          <p:nvPr/>
        </p:nvGrpSpPr>
        <p:grpSpPr>
          <a:xfrm>
            <a:off x="0" y="266844"/>
            <a:ext cx="487680" cy="330008"/>
            <a:chOff x="5025390" y="266844"/>
            <a:chExt cx="6259830" cy="330008"/>
          </a:xfrm>
        </p:grpSpPr>
        <p:cxnSp>
          <p:nvCxnSpPr>
            <p:cNvPr id="59" name="直接连接符 58"/>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64" name="矩形 63"/>
          <p:cNvSpPr/>
          <p:nvPr/>
        </p:nvSpPr>
        <p:spPr>
          <a:xfrm>
            <a:off x="496522"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论文绪论</a:t>
            </a:r>
            <a:endPar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5" name="矩形 64"/>
          <p:cNvSpPr/>
          <p:nvPr/>
        </p:nvSpPr>
        <p:spPr>
          <a:xfrm>
            <a:off x="1465866"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研究背景</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6" name="矩形 65"/>
          <p:cNvSpPr/>
          <p:nvPr/>
        </p:nvSpPr>
        <p:spPr>
          <a:xfrm>
            <a:off x="3404554"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研究结果</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7" name="矩形 66"/>
          <p:cNvSpPr/>
          <p:nvPr/>
        </p:nvSpPr>
        <p:spPr>
          <a:xfrm>
            <a:off x="4373898"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问题讨论</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8" name="矩形 67"/>
          <p:cNvSpPr/>
          <p:nvPr/>
        </p:nvSpPr>
        <p:spPr>
          <a:xfrm>
            <a:off x="2435210"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a:t>
            </a: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方法</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9" name="矩形 68"/>
          <p:cNvSpPr/>
          <p:nvPr/>
        </p:nvSpPr>
        <p:spPr>
          <a:xfrm>
            <a:off x="5343244"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论文总结</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cxnSp>
        <p:nvCxnSpPr>
          <p:cNvPr id="70" name="直接连接符 69"/>
          <p:cNvCxnSpPr/>
          <p:nvPr/>
        </p:nvCxnSpPr>
        <p:spPr>
          <a:xfrm>
            <a:off x="3522439" y="554554"/>
            <a:ext cx="657739" cy="0"/>
          </a:xfrm>
          <a:prstGeom prst="line">
            <a:avLst/>
          </a:prstGeom>
          <a:ln w="6350">
            <a:solidFill>
              <a:srgbClr val="AC4243"/>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anim calcmode="lin" valueType="num">
                                      <p:cBhvr additive="base">
                                        <p:cTn id="15" dur="500" fill="hold"/>
                                        <p:tgtEl>
                                          <p:spTgt spid="27"/>
                                        </p:tgtEl>
                                        <p:attrNameLst>
                                          <p:attrName>ppt_x</p:attrName>
                                        </p:attrNameLst>
                                      </p:cBhvr>
                                      <p:tavLst>
                                        <p:tav tm="0">
                                          <p:val>
                                            <p:strVal val="#ppt_x"/>
                                          </p:val>
                                        </p:tav>
                                        <p:tav tm="100000">
                                          <p:val>
                                            <p:strVal val="#ppt_x"/>
                                          </p:val>
                                        </p:tav>
                                      </p:tavLst>
                                    </p:anim>
                                    <p:anim calcmode="lin" valueType="num">
                                      <p:cBhvr additive="base">
                                        <p:cTn id="16" dur="500" fill="hold"/>
                                        <p:tgtEl>
                                          <p:spTgt spid="2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ppt_x"/>
                                          </p:val>
                                        </p:tav>
                                        <p:tav tm="100000">
                                          <p:val>
                                            <p:strVal val="#ppt_x"/>
                                          </p:val>
                                        </p:tav>
                                      </p:tavLst>
                                    </p:anim>
                                    <p:anim calcmode="lin" valueType="num">
                                      <p:cBhvr additive="base">
                                        <p:cTn id="20" dur="500" fill="hold"/>
                                        <p:tgtEl>
                                          <p:spTgt spid="30"/>
                                        </p:tgtEl>
                                        <p:attrNameLst>
                                          <p:attrName>ppt_y</p:attrName>
                                        </p:attrNameLst>
                                      </p:cBhvr>
                                      <p:tavLst>
                                        <p:tav tm="0">
                                          <p:val>
                                            <p:strVal val="1+#ppt_h/2"/>
                                          </p:val>
                                        </p:tav>
                                        <p:tav tm="100000">
                                          <p:val>
                                            <p:strVal val="#ppt_y"/>
                                          </p:val>
                                        </p:tav>
                                      </p:tavLst>
                                    </p:anim>
                                  </p:childTnLst>
                                </p:cTn>
                              </p:par>
                              <p:par>
                                <p:cTn id="21" presetID="53" presetClass="entr" presetSubtype="16" fill="hold" grpId="0" nodeType="withEffect">
                                  <p:stCondLst>
                                    <p:cond delay="1000"/>
                                  </p:stCondLst>
                                  <p:childTnLst>
                                    <p:set>
                                      <p:cBhvr>
                                        <p:cTn id="22" dur="1" fill="hold">
                                          <p:stCondLst>
                                            <p:cond delay="0"/>
                                          </p:stCondLst>
                                        </p:cTn>
                                        <p:tgtEl>
                                          <p:spTgt spid="33"/>
                                        </p:tgtEl>
                                        <p:attrNameLst>
                                          <p:attrName>style.visibility</p:attrName>
                                        </p:attrNameLst>
                                      </p:cBhvr>
                                      <p:to>
                                        <p:strVal val="visible"/>
                                      </p:to>
                                    </p:set>
                                    <p:anim calcmode="lin" valueType="num">
                                      <p:cBhvr>
                                        <p:cTn id="23" dur="500" fill="hold"/>
                                        <p:tgtEl>
                                          <p:spTgt spid="33"/>
                                        </p:tgtEl>
                                        <p:attrNameLst>
                                          <p:attrName>ppt_w</p:attrName>
                                        </p:attrNameLst>
                                      </p:cBhvr>
                                      <p:tavLst>
                                        <p:tav tm="0">
                                          <p:val>
                                            <p:fltVal val="0"/>
                                          </p:val>
                                        </p:tav>
                                        <p:tav tm="100000">
                                          <p:val>
                                            <p:strVal val="#ppt_w"/>
                                          </p:val>
                                        </p:tav>
                                      </p:tavLst>
                                    </p:anim>
                                    <p:anim calcmode="lin" valueType="num">
                                      <p:cBhvr>
                                        <p:cTn id="24" dur="500" fill="hold"/>
                                        <p:tgtEl>
                                          <p:spTgt spid="33"/>
                                        </p:tgtEl>
                                        <p:attrNameLst>
                                          <p:attrName>ppt_h</p:attrName>
                                        </p:attrNameLst>
                                      </p:cBhvr>
                                      <p:tavLst>
                                        <p:tav tm="0">
                                          <p:val>
                                            <p:fltVal val="0"/>
                                          </p:val>
                                        </p:tav>
                                        <p:tav tm="100000">
                                          <p:val>
                                            <p:strVal val="#ppt_h"/>
                                          </p:val>
                                        </p:tav>
                                      </p:tavLst>
                                    </p:anim>
                                    <p:animEffect transition="in" filter="fade">
                                      <p:cBhvr>
                                        <p:cTn id="25" dur="500"/>
                                        <p:tgtEl>
                                          <p:spTgt spid="33"/>
                                        </p:tgtEl>
                                      </p:cBhvr>
                                    </p:animEffect>
                                  </p:childTnLst>
                                </p:cTn>
                              </p:par>
                              <p:par>
                                <p:cTn id="26" presetID="22" presetClass="entr" presetSubtype="8" fill="hold" grpId="0" nodeType="withEffect">
                                  <p:stCondLst>
                                    <p:cond delay="250"/>
                                  </p:stCondLst>
                                  <p:childTnLst>
                                    <p:set>
                                      <p:cBhvr>
                                        <p:cTn id="27" dur="1" fill="hold">
                                          <p:stCondLst>
                                            <p:cond delay="0"/>
                                          </p:stCondLst>
                                        </p:cTn>
                                        <p:tgtEl>
                                          <p:spTgt spid="64"/>
                                        </p:tgtEl>
                                        <p:attrNameLst>
                                          <p:attrName>style.visibility</p:attrName>
                                        </p:attrNameLst>
                                      </p:cBhvr>
                                      <p:to>
                                        <p:strVal val="visible"/>
                                      </p:to>
                                    </p:set>
                                    <p:animEffect transition="in" filter="wipe(left)">
                                      <p:cBhvr>
                                        <p:cTn id="28" dur="500"/>
                                        <p:tgtEl>
                                          <p:spTgt spid="64"/>
                                        </p:tgtEl>
                                      </p:cBhvr>
                                    </p:animEffect>
                                  </p:childTnLst>
                                </p:cTn>
                              </p:par>
                              <p:par>
                                <p:cTn id="29" presetID="22" presetClass="entr" presetSubtype="8" fill="hold" grpId="0" nodeType="withEffect">
                                  <p:stCondLst>
                                    <p:cond delay="500"/>
                                  </p:stCondLst>
                                  <p:childTnLst>
                                    <p:set>
                                      <p:cBhvr>
                                        <p:cTn id="30" dur="1" fill="hold">
                                          <p:stCondLst>
                                            <p:cond delay="0"/>
                                          </p:stCondLst>
                                        </p:cTn>
                                        <p:tgtEl>
                                          <p:spTgt spid="65"/>
                                        </p:tgtEl>
                                        <p:attrNameLst>
                                          <p:attrName>style.visibility</p:attrName>
                                        </p:attrNameLst>
                                      </p:cBhvr>
                                      <p:to>
                                        <p:strVal val="visible"/>
                                      </p:to>
                                    </p:set>
                                    <p:animEffect transition="in" filter="wipe(left)">
                                      <p:cBhvr>
                                        <p:cTn id="31" dur="500"/>
                                        <p:tgtEl>
                                          <p:spTgt spid="65"/>
                                        </p:tgtEl>
                                      </p:cBhvr>
                                    </p:animEffect>
                                  </p:childTnLst>
                                </p:cTn>
                              </p:par>
                              <p:par>
                                <p:cTn id="32" presetID="22" presetClass="entr" presetSubtype="8" fill="hold" grpId="0" nodeType="withEffect">
                                  <p:stCondLst>
                                    <p:cond delay="1000"/>
                                  </p:stCondLst>
                                  <p:childTnLst>
                                    <p:set>
                                      <p:cBhvr>
                                        <p:cTn id="33" dur="1" fill="hold">
                                          <p:stCondLst>
                                            <p:cond delay="0"/>
                                          </p:stCondLst>
                                        </p:cTn>
                                        <p:tgtEl>
                                          <p:spTgt spid="66"/>
                                        </p:tgtEl>
                                        <p:attrNameLst>
                                          <p:attrName>style.visibility</p:attrName>
                                        </p:attrNameLst>
                                      </p:cBhvr>
                                      <p:to>
                                        <p:strVal val="visible"/>
                                      </p:to>
                                    </p:set>
                                    <p:animEffect transition="in" filter="wipe(left)">
                                      <p:cBhvr>
                                        <p:cTn id="34" dur="500"/>
                                        <p:tgtEl>
                                          <p:spTgt spid="66"/>
                                        </p:tgtEl>
                                      </p:cBhvr>
                                    </p:animEffect>
                                  </p:childTnLst>
                                </p:cTn>
                              </p:par>
                              <p:par>
                                <p:cTn id="35" presetID="22" presetClass="entr" presetSubtype="8" fill="hold" grpId="0" nodeType="withEffect">
                                  <p:stCondLst>
                                    <p:cond delay="1250"/>
                                  </p:stCondLst>
                                  <p:childTnLst>
                                    <p:set>
                                      <p:cBhvr>
                                        <p:cTn id="36" dur="1" fill="hold">
                                          <p:stCondLst>
                                            <p:cond delay="0"/>
                                          </p:stCondLst>
                                        </p:cTn>
                                        <p:tgtEl>
                                          <p:spTgt spid="67"/>
                                        </p:tgtEl>
                                        <p:attrNameLst>
                                          <p:attrName>style.visibility</p:attrName>
                                        </p:attrNameLst>
                                      </p:cBhvr>
                                      <p:to>
                                        <p:strVal val="visible"/>
                                      </p:to>
                                    </p:set>
                                    <p:animEffect transition="in" filter="wipe(left)">
                                      <p:cBhvr>
                                        <p:cTn id="37" dur="500"/>
                                        <p:tgtEl>
                                          <p:spTgt spid="67"/>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68"/>
                                        </p:tgtEl>
                                        <p:attrNameLst>
                                          <p:attrName>style.visibility</p:attrName>
                                        </p:attrNameLst>
                                      </p:cBhvr>
                                      <p:to>
                                        <p:strVal val="visible"/>
                                      </p:to>
                                    </p:set>
                                    <p:animEffect transition="in" filter="wipe(left)">
                                      <p:cBhvr>
                                        <p:cTn id="40" dur="500"/>
                                        <p:tgtEl>
                                          <p:spTgt spid="68"/>
                                        </p:tgtEl>
                                      </p:cBhvr>
                                    </p:animEffect>
                                  </p:childTnLst>
                                </p:cTn>
                              </p:par>
                              <p:par>
                                <p:cTn id="41" presetID="22" presetClass="entr" presetSubtype="8" fill="hold" grpId="0" nodeType="withEffect">
                                  <p:stCondLst>
                                    <p:cond delay="500"/>
                                  </p:stCondLst>
                                  <p:childTnLst>
                                    <p:set>
                                      <p:cBhvr>
                                        <p:cTn id="42" dur="1" fill="hold">
                                          <p:stCondLst>
                                            <p:cond delay="0"/>
                                          </p:stCondLst>
                                        </p:cTn>
                                        <p:tgtEl>
                                          <p:spTgt spid="69"/>
                                        </p:tgtEl>
                                        <p:attrNameLst>
                                          <p:attrName>style.visibility</p:attrName>
                                        </p:attrNameLst>
                                      </p:cBhvr>
                                      <p:to>
                                        <p:strVal val="visible"/>
                                      </p:to>
                                    </p:set>
                                    <p:animEffect transition="in" filter="wipe(left)">
                                      <p:cBhvr>
                                        <p:cTn id="43"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64" grpId="0"/>
      <p:bldP spid="65" grpId="0"/>
      <p:bldP spid="66" grpId="0"/>
      <p:bldP spid="67" grpId="0"/>
      <p:bldP spid="68" grpId="0"/>
      <p:bldP spid="6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p:cNvGrpSpPr/>
          <p:nvPr/>
        </p:nvGrpSpPr>
        <p:grpSpPr>
          <a:xfrm>
            <a:off x="-97121" y="1253167"/>
            <a:ext cx="2559495" cy="4063749"/>
            <a:chOff x="1022470" y="1481251"/>
            <a:chExt cx="2066102" cy="4063749"/>
          </a:xfrm>
        </p:grpSpPr>
        <p:sp>
          <p:nvSpPr>
            <p:cNvPr id="31" name="任意多边形: 形状 185"/>
            <p:cNvSpPr/>
            <p:nvPr/>
          </p:nvSpPr>
          <p:spPr>
            <a:xfrm rot="16200000">
              <a:off x="64703" y="2439018"/>
              <a:ext cx="3981636" cy="2066102"/>
            </a:xfrm>
            <a:custGeom>
              <a:avLst/>
              <a:gdLst>
                <a:gd name="connsiteX0" fmla="*/ 0 w 3968423"/>
                <a:gd name="connsiteY0" fmla="*/ 0 h 1933574"/>
                <a:gd name="connsiteX1" fmla="*/ 3968423 w 3968423"/>
                <a:gd name="connsiteY1" fmla="*/ 0 h 1933574"/>
                <a:gd name="connsiteX2" fmla="*/ 3946431 w 3968423"/>
                <a:gd name="connsiteY2" fmla="*/ 161996 h 1933574"/>
                <a:gd name="connsiteX3" fmla="*/ 1984212 w 3968423"/>
                <a:gd name="connsiteY3" fmla="*/ 1933574 h 1933574"/>
                <a:gd name="connsiteX4" fmla="*/ 21992 w 3968423"/>
                <a:gd name="connsiteY4" fmla="*/ 161996 h 1933574"/>
                <a:gd name="connsiteX0-1" fmla="*/ 0 w 3968423"/>
                <a:gd name="connsiteY0-2" fmla="*/ 19051 h 1952625"/>
                <a:gd name="connsiteX1-3" fmla="*/ 304945 w 3968423"/>
                <a:gd name="connsiteY1-4" fmla="*/ 0 h 1952625"/>
                <a:gd name="connsiteX2-5" fmla="*/ 3968423 w 3968423"/>
                <a:gd name="connsiteY2-6" fmla="*/ 19051 h 1952625"/>
                <a:gd name="connsiteX3-7" fmla="*/ 3946431 w 3968423"/>
                <a:gd name="connsiteY3-8" fmla="*/ 181047 h 1952625"/>
                <a:gd name="connsiteX4-9" fmla="*/ 1984212 w 3968423"/>
                <a:gd name="connsiteY4-10" fmla="*/ 1952625 h 1952625"/>
                <a:gd name="connsiteX5" fmla="*/ 21992 w 3968423"/>
                <a:gd name="connsiteY5" fmla="*/ 181047 h 1952625"/>
                <a:gd name="connsiteX6" fmla="*/ 0 w 3968423"/>
                <a:gd name="connsiteY6" fmla="*/ 19051 h 1952625"/>
                <a:gd name="connsiteX0-11" fmla="*/ 0 w 3968423"/>
                <a:gd name="connsiteY0-12" fmla="*/ 0 h 1933574"/>
                <a:gd name="connsiteX1-13" fmla="*/ 3968423 w 3968423"/>
                <a:gd name="connsiteY1-14" fmla="*/ 0 h 1933574"/>
                <a:gd name="connsiteX2-15" fmla="*/ 3946431 w 3968423"/>
                <a:gd name="connsiteY2-16" fmla="*/ 161996 h 1933574"/>
                <a:gd name="connsiteX3-17" fmla="*/ 1984212 w 3968423"/>
                <a:gd name="connsiteY3-18" fmla="*/ 1933574 h 1933574"/>
                <a:gd name="connsiteX4-19" fmla="*/ 21992 w 3968423"/>
                <a:gd name="connsiteY4-20" fmla="*/ 161996 h 1933574"/>
                <a:gd name="connsiteX5-21" fmla="*/ 0 w 3968423"/>
                <a:gd name="connsiteY5-22" fmla="*/ 0 h 1933574"/>
                <a:gd name="connsiteX0-23" fmla="*/ 0 w 3968423"/>
                <a:gd name="connsiteY0-24" fmla="*/ 14289 h 1947863"/>
                <a:gd name="connsiteX1-25" fmla="*/ 328757 w 3968423"/>
                <a:gd name="connsiteY1-26" fmla="*/ 0 h 1947863"/>
                <a:gd name="connsiteX2-27" fmla="*/ 3968423 w 3968423"/>
                <a:gd name="connsiteY2-28" fmla="*/ 14289 h 1947863"/>
                <a:gd name="connsiteX3-29" fmla="*/ 3946431 w 3968423"/>
                <a:gd name="connsiteY3-30" fmla="*/ 176285 h 1947863"/>
                <a:gd name="connsiteX4-31" fmla="*/ 1984212 w 3968423"/>
                <a:gd name="connsiteY4-32" fmla="*/ 1947863 h 1947863"/>
                <a:gd name="connsiteX5-33" fmla="*/ 21992 w 3968423"/>
                <a:gd name="connsiteY5-34" fmla="*/ 176285 h 1947863"/>
                <a:gd name="connsiteX6-35" fmla="*/ 0 w 3968423"/>
                <a:gd name="connsiteY6-36" fmla="*/ 14289 h 1947863"/>
                <a:gd name="connsiteX0-37" fmla="*/ 328757 w 3968423"/>
                <a:gd name="connsiteY0-38" fmla="*/ 0 h 1947863"/>
                <a:gd name="connsiteX1-39" fmla="*/ 3968423 w 3968423"/>
                <a:gd name="connsiteY1-40" fmla="*/ 14289 h 1947863"/>
                <a:gd name="connsiteX2-41" fmla="*/ 3946431 w 3968423"/>
                <a:gd name="connsiteY2-42" fmla="*/ 176285 h 1947863"/>
                <a:gd name="connsiteX3-43" fmla="*/ 1984212 w 3968423"/>
                <a:gd name="connsiteY3-44" fmla="*/ 1947863 h 1947863"/>
                <a:gd name="connsiteX4-45" fmla="*/ 21992 w 3968423"/>
                <a:gd name="connsiteY4-46" fmla="*/ 176285 h 1947863"/>
                <a:gd name="connsiteX5-47" fmla="*/ 0 w 3968423"/>
                <a:gd name="connsiteY5-48" fmla="*/ 14289 h 1947863"/>
                <a:gd name="connsiteX6-49" fmla="*/ 420197 w 3968423"/>
                <a:gd name="connsiteY6-50" fmla="*/ 91440 h 1947863"/>
                <a:gd name="connsiteX0-51" fmla="*/ 328757 w 3968423"/>
                <a:gd name="connsiteY0-52" fmla="*/ 0 h 1947863"/>
                <a:gd name="connsiteX1-53" fmla="*/ 3968423 w 3968423"/>
                <a:gd name="connsiteY1-54" fmla="*/ 14289 h 1947863"/>
                <a:gd name="connsiteX2-55" fmla="*/ 3946431 w 3968423"/>
                <a:gd name="connsiteY2-56" fmla="*/ 176285 h 1947863"/>
                <a:gd name="connsiteX3-57" fmla="*/ 1984212 w 3968423"/>
                <a:gd name="connsiteY3-58" fmla="*/ 1947863 h 1947863"/>
                <a:gd name="connsiteX4-59" fmla="*/ 21992 w 3968423"/>
                <a:gd name="connsiteY4-60" fmla="*/ 176285 h 1947863"/>
                <a:gd name="connsiteX5-61" fmla="*/ 0 w 3968423"/>
                <a:gd name="connsiteY5-62" fmla="*/ 14289 h 1947863"/>
                <a:gd name="connsiteX0-63" fmla="*/ 3968423 w 3968423"/>
                <a:gd name="connsiteY0-64" fmla="*/ 0 h 1933574"/>
                <a:gd name="connsiteX1-65" fmla="*/ 3946431 w 3968423"/>
                <a:gd name="connsiteY1-66" fmla="*/ 161996 h 1933574"/>
                <a:gd name="connsiteX2-67" fmla="*/ 1984212 w 3968423"/>
                <a:gd name="connsiteY2-68" fmla="*/ 1933574 h 1933574"/>
                <a:gd name="connsiteX3-69" fmla="*/ 21992 w 3968423"/>
                <a:gd name="connsiteY3-70" fmla="*/ 161996 h 1933574"/>
                <a:gd name="connsiteX4-71" fmla="*/ 0 w 3968423"/>
                <a:gd name="connsiteY4-72" fmla="*/ 0 h 19335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68423" h="1933574">
                  <a:moveTo>
                    <a:pt x="3968423" y="0"/>
                  </a:moveTo>
                  <a:lnTo>
                    <a:pt x="3946431" y="161996"/>
                  </a:lnTo>
                  <a:cubicBezTo>
                    <a:pt x="3764638" y="1172055"/>
                    <a:pt x="2955217" y="1933574"/>
                    <a:pt x="1984212" y="1933574"/>
                  </a:cubicBezTo>
                  <a:cubicBezTo>
                    <a:pt x="1013203" y="1933574"/>
                    <a:pt x="203783" y="1172055"/>
                    <a:pt x="21992" y="161996"/>
                  </a:cubicBez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2" name="任意多边形: 形状 186"/>
            <p:cNvSpPr/>
            <p:nvPr/>
          </p:nvSpPr>
          <p:spPr>
            <a:xfrm rot="16200000">
              <a:off x="101594" y="2669337"/>
              <a:ext cx="3914225" cy="1837102"/>
            </a:xfrm>
            <a:custGeom>
              <a:avLst/>
              <a:gdLst>
                <a:gd name="connsiteX0" fmla="*/ 0 w 3901235"/>
                <a:gd name="connsiteY0" fmla="*/ 0 h 1719263"/>
                <a:gd name="connsiteX1" fmla="*/ 3901235 w 3901235"/>
                <a:gd name="connsiteY1" fmla="*/ 0 h 1719263"/>
                <a:gd name="connsiteX2" fmla="*/ 3871510 w 3901235"/>
                <a:gd name="connsiteY2" fmla="*/ 134033 h 1719263"/>
                <a:gd name="connsiteX3" fmla="*/ 1950618 w 3901235"/>
                <a:gd name="connsiteY3" fmla="*/ 1719263 h 1719263"/>
                <a:gd name="connsiteX4" fmla="*/ 29725 w 3901235"/>
                <a:gd name="connsiteY4" fmla="*/ 134033 h 1719263"/>
                <a:gd name="connsiteX0-1" fmla="*/ 0 w 3901235"/>
                <a:gd name="connsiteY0-2" fmla="*/ 4764 h 1724027"/>
                <a:gd name="connsiteX1-3" fmla="*/ 971439 w 3901235"/>
                <a:gd name="connsiteY1-4" fmla="*/ 0 h 1724027"/>
                <a:gd name="connsiteX2-5" fmla="*/ 3901235 w 3901235"/>
                <a:gd name="connsiteY2-6" fmla="*/ 4764 h 1724027"/>
                <a:gd name="connsiteX3-7" fmla="*/ 3871510 w 3901235"/>
                <a:gd name="connsiteY3-8" fmla="*/ 138797 h 1724027"/>
                <a:gd name="connsiteX4-9" fmla="*/ 1950618 w 3901235"/>
                <a:gd name="connsiteY4-10" fmla="*/ 1724027 h 1724027"/>
                <a:gd name="connsiteX5" fmla="*/ 29725 w 3901235"/>
                <a:gd name="connsiteY5" fmla="*/ 138797 h 1724027"/>
                <a:gd name="connsiteX6" fmla="*/ 0 w 3901235"/>
                <a:gd name="connsiteY6" fmla="*/ 4764 h 1724027"/>
                <a:gd name="connsiteX0-11" fmla="*/ 971439 w 3901235"/>
                <a:gd name="connsiteY0-12" fmla="*/ 0 h 1724027"/>
                <a:gd name="connsiteX1-13" fmla="*/ 3901235 w 3901235"/>
                <a:gd name="connsiteY1-14" fmla="*/ 4764 h 1724027"/>
                <a:gd name="connsiteX2-15" fmla="*/ 3871510 w 3901235"/>
                <a:gd name="connsiteY2-16" fmla="*/ 138797 h 1724027"/>
                <a:gd name="connsiteX3-17" fmla="*/ 1950618 w 3901235"/>
                <a:gd name="connsiteY3-18" fmla="*/ 1724027 h 1724027"/>
                <a:gd name="connsiteX4-19" fmla="*/ 29725 w 3901235"/>
                <a:gd name="connsiteY4-20" fmla="*/ 138797 h 1724027"/>
                <a:gd name="connsiteX5-21" fmla="*/ 0 w 3901235"/>
                <a:gd name="connsiteY5-22" fmla="*/ 4764 h 1724027"/>
                <a:gd name="connsiteX6-23" fmla="*/ 1062879 w 3901235"/>
                <a:gd name="connsiteY6-24" fmla="*/ 91440 h 1724027"/>
                <a:gd name="connsiteX0-25" fmla="*/ 971439 w 3901235"/>
                <a:gd name="connsiteY0-26" fmla="*/ 0 h 1724027"/>
                <a:gd name="connsiteX1-27" fmla="*/ 3901235 w 3901235"/>
                <a:gd name="connsiteY1-28" fmla="*/ 4764 h 1724027"/>
                <a:gd name="connsiteX2-29" fmla="*/ 3871510 w 3901235"/>
                <a:gd name="connsiteY2-30" fmla="*/ 138797 h 1724027"/>
                <a:gd name="connsiteX3-31" fmla="*/ 1950618 w 3901235"/>
                <a:gd name="connsiteY3-32" fmla="*/ 1724027 h 1724027"/>
                <a:gd name="connsiteX4-33" fmla="*/ 29725 w 3901235"/>
                <a:gd name="connsiteY4-34" fmla="*/ 138797 h 1724027"/>
                <a:gd name="connsiteX5-35" fmla="*/ 0 w 3901235"/>
                <a:gd name="connsiteY5-36" fmla="*/ 4764 h 1724027"/>
                <a:gd name="connsiteX0-37" fmla="*/ 3901235 w 3901235"/>
                <a:gd name="connsiteY0-38" fmla="*/ 0 h 1719263"/>
                <a:gd name="connsiteX1-39" fmla="*/ 3871510 w 3901235"/>
                <a:gd name="connsiteY1-40" fmla="*/ 134033 h 1719263"/>
                <a:gd name="connsiteX2-41" fmla="*/ 1950618 w 3901235"/>
                <a:gd name="connsiteY2-42" fmla="*/ 1719263 h 1719263"/>
                <a:gd name="connsiteX3-43" fmla="*/ 29725 w 3901235"/>
                <a:gd name="connsiteY3-44" fmla="*/ 134033 h 1719263"/>
                <a:gd name="connsiteX4-45" fmla="*/ 0 w 3901235"/>
                <a:gd name="connsiteY4-46" fmla="*/ 0 h 17192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01235" h="1719263">
                  <a:moveTo>
                    <a:pt x="3901235" y="0"/>
                  </a:moveTo>
                  <a:lnTo>
                    <a:pt x="3871510" y="134033"/>
                  </a:lnTo>
                  <a:cubicBezTo>
                    <a:pt x="3629235" y="1049959"/>
                    <a:pt x="2860935" y="1719263"/>
                    <a:pt x="1950618" y="1719263"/>
                  </a:cubicBezTo>
                  <a:cubicBezTo>
                    <a:pt x="1040298" y="1719263"/>
                    <a:pt x="271998" y="1049959"/>
                    <a:pt x="29725" y="134033"/>
                  </a:cubicBezTo>
                  <a:lnTo>
                    <a:pt x="0" y="0"/>
                  </a:lnTo>
                </a:path>
              </a:pathLst>
            </a:custGeom>
            <a:noFill/>
            <a:ln>
              <a:solidFill>
                <a:srgbClr val="AC424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33" name="椭圆 32"/>
          <p:cNvSpPr/>
          <p:nvPr/>
        </p:nvSpPr>
        <p:spPr>
          <a:xfrm>
            <a:off x="-759511" y="1885309"/>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p:nvPr/>
        </p:nvCxnSpPr>
        <p:spPr>
          <a:xfrm flipV="1">
            <a:off x="4007576" y="1481250"/>
            <a:ext cx="0" cy="3737552"/>
          </a:xfrm>
          <a:prstGeom prst="line">
            <a:avLst/>
          </a:prstGeom>
          <a:ln w="19050">
            <a:solidFill>
              <a:srgbClr val="AC4243"/>
            </a:solidFill>
            <a:prstDash val="dash"/>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4407346" y="2274461"/>
            <a:ext cx="3262432" cy="1015663"/>
          </a:xfrm>
          <a:prstGeom prst="rect">
            <a:avLst/>
          </a:prstGeom>
        </p:spPr>
        <p:txBody>
          <a:bodyPr wrap="none">
            <a:spAutoFit/>
          </a:bodyPr>
          <a:lstStyle/>
          <a:p>
            <a:pPr algn="ctr">
              <a:defRPr/>
            </a:pPr>
            <a:r>
              <a:rPr lang="zh-CN" altLang="en-US" sz="6000" kern="100" dirty="0" smtClean="0">
                <a:solidFill>
                  <a:srgbClr val="AB1E21"/>
                </a:solidFill>
                <a:latin typeface="思源黑体 CN Medium" panose="020B0600000000000000" pitchFamily="34" charset="-122"/>
                <a:ea typeface="思源黑体 CN Medium" panose="020B0600000000000000" pitchFamily="34" charset="-122"/>
                <a:cs typeface="字魂59号-创粗黑" panose="00000500000000000000" charset="-122"/>
              </a:rPr>
              <a:t>问题讨论</a:t>
            </a:r>
            <a:endParaRPr lang="zh-CN" altLang="en-US" sz="6000" kern="100" dirty="0" smtClean="0">
              <a:solidFill>
                <a:srgbClr val="AB1E21"/>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36" name="矩形 35"/>
          <p:cNvSpPr/>
          <p:nvPr/>
        </p:nvSpPr>
        <p:spPr>
          <a:xfrm>
            <a:off x="4824431" y="3436308"/>
            <a:ext cx="1210588" cy="400110"/>
          </a:xfrm>
          <a:prstGeom prst="rect">
            <a:avLst/>
          </a:prstGeom>
        </p:spPr>
        <p:txBody>
          <a:bodyPr wrap="none">
            <a:spAutoFit/>
          </a:bodyPr>
          <a:lstStyle/>
          <a:p>
            <a:r>
              <a:rPr lang="zh-CN" altLang="en-US" sz="2000" dirty="0">
                <a:solidFill>
                  <a:srgbClr val="AB1E21"/>
                </a:solidFill>
                <a:latin typeface="思源黑体 CN Medium" panose="020B0600000000000000" pitchFamily="34" charset="-122"/>
                <a:ea typeface="思源黑体 CN Medium" panose="020B0600000000000000" pitchFamily="34" charset="-122"/>
              </a:rPr>
              <a:t>您的</a:t>
            </a:r>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37" name="椭圆 36"/>
          <p:cNvSpPr/>
          <p:nvPr/>
        </p:nvSpPr>
        <p:spPr>
          <a:xfrm>
            <a:off x="4407337" y="34316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1</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38" name="矩形 37"/>
          <p:cNvSpPr/>
          <p:nvPr/>
        </p:nvSpPr>
        <p:spPr>
          <a:xfrm>
            <a:off x="6674766" y="3436308"/>
            <a:ext cx="125867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39" name="椭圆 38"/>
          <p:cNvSpPr/>
          <p:nvPr/>
        </p:nvSpPr>
        <p:spPr>
          <a:xfrm>
            <a:off x="6257672" y="34316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2</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40" name="矩形 39"/>
          <p:cNvSpPr/>
          <p:nvPr/>
        </p:nvSpPr>
        <p:spPr>
          <a:xfrm>
            <a:off x="8554598" y="34363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41" name="椭圆 40"/>
          <p:cNvSpPr/>
          <p:nvPr/>
        </p:nvSpPr>
        <p:spPr>
          <a:xfrm>
            <a:off x="8137504" y="34316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3</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42" name="矩形 41"/>
          <p:cNvSpPr/>
          <p:nvPr/>
        </p:nvSpPr>
        <p:spPr>
          <a:xfrm>
            <a:off x="4824431" y="43344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43" name="椭圆 42"/>
          <p:cNvSpPr/>
          <p:nvPr/>
        </p:nvSpPr>
        <p:spPr>
          <a:xfrm>
            <a:off x="4407337" y="43297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4</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44" name="矩形 43"/>
          <p:cNvSpPr/>
          <p:nvPr/>
        </p:nvSpPr>
        <p:spPr>
          <a:xfrm>
            <a:off x="6674766" y="43344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45" name="椭圆 44"/>
          <p:cNvSpPr/>
          <p:nvPr/>
        </p:nvSpPr>
        <p:spPr>
          <a:xfrm>
            <a:off x="6257672" y="43297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5</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46" name="矩形 45"/>
          <p:cNvSpPr/>
          <p:nvPr/>
        </p:nvSpPr>
        <p:spPr>
          <a:xfrm>
            <a:off x="8554598" y="43344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47" name="椭圆 46"/>
          <p:cNvSpPr/>
          <p:nvPr/>
        </p:nvSpPr>
        <p:spPr>
          <a:xfrm>
            <a:off x="8137504" y="43297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6</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48" name="任意多边形: 形状 120"/>
          <p:cNvSpPr/>
          <p:nvPr/>
        </p:nvSpPr>
        <p:spPr>
          <a:xfrm rot="18201767">
            <a:off x="2498891" y="1017834"/>
            <a:ext cx="979224" cy="985205"/>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9" name="椭圆 48"/>
          <p:cNvSpPr/>
          <p:nvPr/>
        </p:nvSpPr>
        <p:spPr>
          <a:xfrm rot="16200000">
            <a:off x="6536383" y="1404540"/>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rot="16200000">
            <a:off x="1566654" y="4983591"/>
            <a:ext cx="140946" cy="140946"/>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44213" y="2934527"/>
            <a:ext cx="2372539" cy="830997"/>
          </a:xfrm>
          <a:prstGeom prst="rect">
            <a:avLst/>
          </a:prstGeom>
          <a:noFill/>
        </p:spPr>
        <p:txBody>
          <a:bodyPr wrap="square" rtlCol="0">
            <a:spAutoFit/>
          </a:bodyPr>
          <a:lstStyle/>
          <a:p>
            <a:r>
              <a:rPr lang="en-US" altLang="zh-CN" sz="4800" dirty="0" smtClean="0">
                <a:solidFill>
                  <a:schemeClr val="bg1"/>
                </a:solidFill>
                <a:latin typeface="思源黑体 CN Medium" panose="020B0600000000000000" pitchFamily="34" charset="-122"/>
                <a:ea typeface="思源黑体 CN Medium" panose="020B0600000000000000" pitchFamily="34" charset="-122"/>
              </a:rPr>
              <a:t>PART 5</a:t>
            </a:r>
            <a:endParaRPr lang="zh-CN" altLang="en-US" sz="4800" dirty="0">
              <a:solidFill>
                <a:schemeClr val="bg1"/>
              </a:solidFill>
              <a:latin typeface="思源黑体 CN Medium" panose="020B0600000000000000" pitchFamily="34" charset="-122"/>
              <a:ea typeface="思源黑体 CN Medium" panose="020B0600000000000000" pitchFamily="34" charset="-122"/>
            </a:endParaRPr>
          </a:p>
        </p:txBody>
      </p:sp>
      <p:sp>
        <p:nvSpPr>
          <p:cNvPr id="52" name="椭圆 51"/>
          <p:cNvSpPr/>
          <p:nvPr/>
        </p:nvSpPr>
        <p:spPr>
          <a:xfrm>
            <a:off x="2485210" y="5481711"/>
            <a:ext cx="603363" cy="603363"/>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500"/>
                                        <p:tgtEl>
                                          <p:spTgt spid="3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500"/>
                                        <p:tgtEl>
                                          <p:spTgt spid="3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500"/>
                                        <p:tgtEl>
                                          <p:spTgt spid="3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500"/>
                                        <p:tgtEl>
                                          <p:spTgt spid="4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fade">
                                      <p:cBhvr>
                                        <p:cTn id="25" dur="500"/>
                                        <p:tgtEl>
                                          <p:spTgt spid="4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fade">
                                      <p:cBhvr>
                                        <p:cTn id="28" dur="500"/>
                                        <p:tgtEl>
                                          <p:spTgt spid="4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fade">
                                      <p:cBhvr>
                                        <p:cTn id="31" dur="500"/>
                                        <p:tgtEl>
                                          <p:spTgt spid="4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fade">
                                      <p:cBhvr>
                                        <p:cTn id="34" dur="500"/>
                                        <p:tgtEl>
                                          <p:spTgt spid="4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fade">
                                      <p:cBhvr>
                                        <p:cTn id="37" dur="500"/>
                                        <p:tgtEl>
                                          <p:spTgt spid="4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7"/>
                                        </p:tgtEl>
                                        <p:attrNameLst>
                                          <p:attrName>style.visibility</p:attrName>
                                        </p:attrNameLst>
                                      </p:cBhvr>
                                      <p:to>
                                        <p:strVal val="visible"/>
                                      </p:to>
                                    </p:set>
                                    <p:animEffect transition="in" filter="fade">
                                      <p:cBhvr>
                                        <p:cTn id="4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bldLvl="0" animBg="1"/>
      <p:bldP spid="38" grpId="0"/>
      <p:bldP spid="39" grpId="0" bldLvl="0" animBg="1"/>
      <p:bldP spid="40" grpId="0"/>
      <p:bldP spid="41" grpId="0" bldLvl="0" animBg="1"/>
      <p:bldP spid="42" grpId="0"/>
      <p:bldP spid="43" grpId="0" bldLvl="0" animBg="1"/>
      <p:bldP spid="44" grpId="0"/>
      <p:bldP spid="45" grpId="0" bldLvl="0" animBg="1"/>
      <p:bldP spid="46" grpId="0"/>
      <p:bldP spid="47"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7190414" y="4605625"/>
            <a:ext cx="5044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5903250" y="5613380"/>
            <a:ext cx="106426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flipH="1">
            <a:off x="3534556" y="4620276"/>
            <a:ext cx="5044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H="1">
            <a:off x="3534556" y="3489560"/>
            <a:ext cx="5044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4487371" y="2224896"/>
            <a:ext cx="858109" cy="216620"/>
            <a:chOff x="4470269" y="1661160"/>
            <a:chExt cx="1290451" cy="262890"/>
          </a:xfrm>
        </p:grpSpPr>
        <p:cxnSp>
          <p:nvCxnSpPr>
            <p:cNvPr id="7" name="直接连接符 6"/>
            <p:cNvCxnSpPr/>
            <p:nvPr/>
          </p:nvCxnSpPr>
          <p:spPr>
            <a:xfrm flipH="1" flipV="1">
              <a:off x="5410200" y="1661160"/>
              <a:ext cx="350520" cy="26289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4470269" y="1663541"/>
              <a:ext cx="94231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flipH="1">
            <a:off x="6979026" y="2850164"/>
            <a:ext cx="728346" cy="216620"/>
            <a:chOff x="4255294" y="1661160"/>
            <a:chExt cx="1505426" cy="262890"/>
          </a:xfrm>
        </p:grpSpPr>
        <p:cxnSp>
          <p:nvCxnSpPr>
            <p:cNvPr id="12" name="直接连接符 11"/>
            <p:cNvCxnSpPr/>
            <p:nvPr/>
          </p:nvCxnSpPr>
          <p:spPr>
            <a:xfrm flipH="1" flipV="1">
              <a:off x="5410200" y="1661160"/>
              <a:ext cx="350520" cy="26289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4255294" y="1663541"/>
              <a:ext cx="1157287"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15" name="Group 21"/>
          <p:cNvGrpSpPr/>
          <p:nvPr/>
        </p:nvGrpSpPr>
        <p:grpSpPr bwMode="auto">
          <a:xfrm>
            <a:off x="4904994" y="3395679"/>
            <a:ext cx="1462300" cy="2133927"/>
            <a:chOff x="0" y="0"/>
            <a:chExt cx="1335" cy="1947"/>
          </a:xfrm>
          <a:solidFill>
            <a:srgbClr val="AC4243"/>
          </a:solidFill>
        </p:grpSpPr>
        <p:sp>
          <p:nvSpPr>
            <p:cNvPr id="30" name="Freeform 22"/>
            <p:cNvSpPr>
              <a:spLocks noEditPoints="1"/>
            </p:cNvSpPr>
            <p:nvPr/>
          </p:nvSpPr>
          <p:spPr bwMode="auto">
            <a:xfrm>
              <a:off x="0" y="0"/>
              <a:ext cx="1335" cy="1609"/>
            </a:xfrm>
            <a:custGeom>
              <a:avLst/>
              <a:gdLst>
                <a:gd name="T0" fmla="*/ 282 w 565"/>
                <a:gd name="T1" fmla="*/ 0 h 681"/>
                <a:gd name="T2" fmla="*/ 0 w 565"/>
                <a:gd name="T3" fmla="*/ 283 h 681"/>
                <a:gd name="T4" fmla="*/ 72 w 565"/>
                <a:gd name="T5" fmla="*/ 472 h 681"/>
                <a:gd name="T6" fmla="*/ 72 w 565"/>
                <a:gd name="T7" fmla="*/ 472 h 681"/>
                <a:gd name="T8" fmla="*/ 73 w 565"/>
                <a:gd name="T9" fmla="*/ 473 h 681"/>
                <a:gd name="T10" fmla="*/ 85 w 565"/>
                <a:gd name="T11" fmla="*/ 486 h 681"/>
                <a:gd name="T12" fmla="*/ 151 w 565"/>
                <a:gd name="T13" fmla="*/ 568 h 681"/>
                <a:gd name="T14" fmla="*/ 232 w 565"/>
                <a:gd name="T15" fmla="*/ 681 h 681"/>
                <a:gd name="T16" fmla="*/ 275 w 565"/>
                <a:gd name="T17" fmla="*/ 681 h 681"/>
                <a:gd name="T18" fmla="*/ 289 w 565"/>
                <a:gd name="T19" fmla="*/ 681 h 681"/>
                <a:gd name="T20" fmla="*/ 332 w 565"/>
                <a:gd name="T21" fmla="*/ 681 h 681"/>
                <a:gd name="T22" fmla="*/ 414 w 565"/>
                <a:gd name="T23" fmla="*/ 568 h 681"/>
                <a:gd name="T24" fmla="*/ 477 w 565"/>
                <a:gd name="T25" fmla="*/ 488 h 681"/>
                <a:gd name="T26" fmla="*/ 565 w 565"/>
                <a:gd name="T27" fmla="*/ 283 h 681"/>
                <a:gd name="T28" fmla="*/ 282 w 565"/>
                <a:gd name="T29" fmla="*/ 0 h 681"/>
                <a:gd name="T30" fmla="*/ 388 w 565"/>
                <a:gd name="T31" fmla="*/ 410 h 681"/>
                <a:gd name="T32" fmla="*/ 354 w 565"/>
                <a:gd name="T33" fmla="*/ 455 h 681"/>
                <a:gd name="T34" fmla="*/ 309 w 565"/>
                <a:gd name="T35" fmla="*/ 520 h 681"/>
                <a:gd name="T36" fmla="*/ 286 w 565"/>
                <a:gd name="T37" fmla="*/ 520 h 681"/>
                <a:gd name="T38" fmla="*/ 279 w 565"/>
                <a:gd name="T39" fmla="*/ 520 h 681"/>
                <a:gd name="T40" fmla="*/ 255 w 565"/>
                <a:gd name="T41" fmla="*/ 520 h 681"/>
                <a:gd name="T42" fmla="*/ 211 w 565"/>
                <a:gd name="T43" fmla="*/ 455 h 681"/>
                <a:gd name="T44" fmla="*/ 176 w 565"/>
                <a:gd name="T45" fmla="*/ 408 h 681"/>
                <a:gd name="T46" fmla="*/ 169 w 565"/>
                <a:gd name="T47" fmla="*/ 401 h 681"/>
                <a:gd name="T48" fmla="*/ 168 w 565"/>
                <a:gd name="T49" fmla="*/ 400 h 681"/>
                <a:gd name="T50" fmla="*/ 168 w 565"/>
                <a:gd name="T51" fmla="*/ 400 h 681"/>
                <a:gd name="T52" fmla="*/ 129 w 565"/>
                <a:gd name="T53" fmla="*/ 292 h 681"/>
                <a:gd name="T54" fmla="*/ 282 w 565"/>
                <a:gd name="T55" fmla="*/ 129 h 681"/>
                <a:gd name="T56" fmla="*/ 436 w 565"/>
                <a:gd name="T57" fmla="*/ 292 h 681"/>
                <a:gd name="T58" fmla="*/ 388 w 565"/>
                <a:gd name="T59" fmla="*/ 410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65" h="681">
                  <a:moveTo>
                    <a:pt x="282" y="0"/>
                  </a:moveTo>
                  <a:cubicBezTo>
                    <a:pt x="126" y="0"/>
                    <a:pt x="0" y="127"/>
                    <a:pt x="0" y="283"/>
                  </a:cubicBezTo>
                  <a:cubicBezTo>
                    <a:pt x="0" y="356"/>
                    <a:pt x="27" y="422"/>
                    <a:pt x="72" y="472"/>
                  </a:cubicBezTo>
                  <a:cubicBezTo>
                    <a:pt x="72" y="472"/>
                    <a:pt x="72" y="472"/>
                    <a:pt x="72" y="472"/>
                  </a:cubicBezTo>
                  <a:cubicBezTo>
                    <a:pt x="72" y="472"/>
                    <a:pt x="72" y="473"/>
                    <a:pt x="73" y="473"/>
                  </a:cubicBezTo>
                  <a:cubicBezTo>
                    <a:pt x="77" y="478"/>
                    <a:pt x="81" y="482"/>
                    <a:pt x="85" y="486"/>
                  </a:cubicBezTo>
                  <a:cubicBezTo>
                    <a:pt x="102" y="504"/>
                    <a:pt x="131" y="536"/>
                    <a:pt x="151" y="568"/>
                  </a:cubicBezTo>
                  <a:cubicBezTo>
                    <a:pt x="180" y="615"/>
                    <a:pt x="165" y="681"/>
                    <a:pt x="232" y="681"/>
                  </a:cubicBezTo>
                  <a:cubicBezTo>
                    <a:pt x="275" y="681"/>
                    <a:pt x="275" y="681"/>
                    <a:pt x="275" y="681"/>
                  </a:cubicBezTo>
                  <a:cubicBezTo>
                    <a:pt x="289" y="681"/>
                    <a:pt x="289" y="681"/>
                    <a:pt x="289" y="681"/>
                  </a:cubicBezTo>
                  <a:cubicBezTo>
                    <a:pt x="332" y="681"/>
                    <a:pt x="332" y="681"/>
                    <a:pt x="332" y="681"/>
                  </a:cubicBezTo>
                  <a:cubicBezTo>
                    <a:pt x="399" y="681"/>
                    <a:pt x="385" y="615"/>
                    <a:pt x="414" y="568"/>
                  </a:cubicBezTo>
                  <a:cubicBezTo>
                    <a:pt x="433" y="538"/>
                    <a:pt x="460" y="507"/>
                    <a:pt x="477" y="488"/>
                  </a:cubicBezTo>
                  <a:cubicBezTo>
                    <a:pt x="531" y="437"/>
                    <a:pt x="565" y="364"/>
                    <a:pt x="565" y="283"/>
                  </a:cubicBezTo>
                  <a:cubicBezTo>
                    <a:pt x="565" y="127"/>
                    <a:pt x="439" y="0"/>
                    <a:pt x="282" y="0"/>
                  </a:cubicBezTo>
                  <a:close/>
                  <a:moveTo>
                    <a:pt x="388" y="410"/>
                  </a:moveTo>
                  <a:cubicBezTo>
                    <a:pt x="379" y="420"/>
                    <a:pt x="364" y="438"/>
                    <a:pt x="354" y="455"/>
                  </a:cubicBezTo>
                  <a:cubicBezTo>
                    <a:pt x="338" y="482"/>
                    <a:pt x="346" y="520"/>
                    <a:pt x="309" y="520"/>
                  </a:cubicBezTo>
                  <a:cubicBezTo>
                    <a:pt x="286" y="520"/>
                    <a:pt x="286" y="520"/>
                    <a:pt x="286" y="520"/>
                  </a:cubicBezTo>
                  <a:cubicBezTo>
                    <a:pt x="279" y="520"/>
                    <a:pt x="279" y="520"/>
                    <a:pt x="279" y="520"/>
                  </a:cubicBezTo>
                  <a:cubicBezTo>
                    <a:pt x="255" y="520"/>
                    <a:pt x="255" y="520"/>
                    <a:pt x="255" y="520"/>
                  </a:cubicBezTo>
                  <a:cubicBezTo>
                    <a:pt x="219" y="520"/>
                    <a:pt x="227" y="482"/>
                    <a:pt x="211" y="455"/>
                  </a:cubicBezTo>
                  <a:cubicBezTo>
                    <a:pt x="201" y="437"/>
                    <a:pt x="185" y="419"/>
                    <a:pt x="176" y="408"/>
                  </a:cubicBezTo>
                  <a:cubicBezTo>
                    <a:pt x="173" y="406"/>
                    <a:pt x="171" y="403"/>
                    <a:pt x="169" y="401"/>
                  </a:cubicBezTo>
                  <a:cubicBezTo>
                    <a:pt x="169" y="401"/>
                    <a:pt x="168" y="400"/>
                    <a:pt x="168" y="400"/>
                  </a:cubicBezTo>
                  <a:cubicBezTo>
                    <a:pt x="168" y="400"/>
                    <a:pt x="168" y="400"/>
                    <a:pt x="168" y="400"/>
                  </a:cubicBezTo>
                  <a:cubicBezTo>
                    <a:pt x="144" y="371"/>
                    <a:pt x="129" y="333"/>
                    <a:pt x="129" y="292"/>
                  </a:cubicBezTo>
                  <a:cubicBezTo>
                    <a:pt x="129" y="202"/>
                    <a:pt x="198" y="129"/>
                    <a:pt x="282" y="129"/>
                  </a:cubicBezTo>
                  <a:cubicBezTo>
                    <a:pt x="367" y="129"/>
                    <a:pt x="436" y="202"/>
                    <a:pt x="436" y="292"/>
                  </a:cubicBezTo>
                  <a:cubicBezTo>
                    <a:pt x="436" y="338"/>
                    <a:pt x="417" y="380"/>
                    <a:pt x="388" y="410"/>
                  </a:cubicBezTo>
                  <a:close/>
                </a:path>
              </a:pathLst>
            </a:custGeom>
            <a:grp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1" name="Freeform 23"/>
            <p:cNvSpPr/>
            <p:nvPr/>
          </p:nvSpPr>
          <p:spPr bwMode="auto">
            <a:xfrm>
              <a:off x="442" y="1621"/>
              <a:ext cx="449" cy="108"/>
            </a:xfrm>
            <a:custGeom>
              <a:avLst/>
              <a:gdLst>
                <a:gd name="T0" fmla="*/ 168 w 190"/>
                <a:gd name="T1" fmla="*/ 0 h 46"/>
                <a:gd name="T2" fmla="*/ 20 w 190"/>
                <a:gd name="T3" fmla="*/ 0 h 46"/>
                <a:gd name="T4" fmla="*/ 0 w 190"/>
                <a:gd name="T5" fmla="*/ 23 h 46"/>
                <a:gd name="T6" fmla="*/ 0 w 190"/>
                <a:gd name="T7" fmla="*/ 24 h 46"/>
                <a:gd name="T8" fmla="*/ 20 w 190"/>
                <a:gd name="T9" fmla="*/ 46 h 46"/>
                <a:gd name="T10" fmla="*/ 168 w 190"/>
                <a:gd name="T11" fmla="*/ 46 h 46"/>
                <a:gd name="T12" fmla="*/ 190 w 190"/>
                <a:gd name="T13" fmla="*/ 24 h 46"/>
                <a:gd name="T14" fmla="*/ 190 w 190"/>
                <a:gd name="T15" fmla="*/ 23 h 46"/>
                <a:gd name="T16" fmla="*/ 168 w 190"/>
                <a:gd name="T17"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0" h="46">
                  <a:moveTo>
                    <a:pt x="168" y="0"/>
                  </a:moveTo>
                  <a:cubicBezTo>
                    <a:pt x="20" y="0"/>
                    <a:pt x="20" y="0"/>
                    <a:pt x="20" y="0"/>
                  </a:cubicBezTo>
                  <a:cubicBezTo>
                    <a:pt x="9" y="0"/>
                    <a:pt x="0" y="12"/>
                    <a:pt x="0" y="23"/>
                  </a:cubicBezTo>
                  <a:cubicBezTo>
                    <a:pt x="0" y="24"/>
                    <a:pt x="0" y="24"/>
                    <a:pt x="0" y="24"/>
                  </a:cubicBezTo>
                  <a:cubicBezTo>
                    <a:pt x="0" y="35"/>
                    <a:pt x="9" y="46"/>
                    <a:pt x="20" y="46"/>
                  </a:cubicBezTo>
                  <a:cubicBezTo>
                    <a:pt x="168" y="46"/>
                    <a:pt x="168" y="46"/>
                    <a:pt x="168" y="46"/>
                  </a:cubicBezTo>
                  <a:cubicBezTo>
                    <a:pt x="180" y="46"/>
                    <a:pt x="190" y="35"/>
                    <a:pt x="190" y="24"/>
                  </a:cubicBezTo>
                  <a:cubicBezTo>
                    <a:pt x="190" y="23"/>
                    <a:pt x="190" y="23"/>
                    <a:pt x="190" y="23"/>
                  </a:cubicBezTo>
                  <a:cubicBezTo>
                    <a:pt x="190" y="12"/>
                    <a:pt x="180" y="0"/>
                    <a:pt x="168" y="0"/>
                  </a:cubicBezTo>
                  <a:close/>
                </a:path>
              </a:pathLst>
            </a:custGeom>
            <a:grp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2" name="Freeform 24"/>
            <p:cNvSpPr/>
            <p:nvPr/>
          </p:nvSpPr>
          <p:spPr bwMode="auto">
            <a:xfrm>
              <a:off x="442" y="1748"/>
              <a:ext cx="449" cy="199"/>
            </a:xfrm>
            <a:custGeom>
              <a:avLst/>
              <a:gdLst>
                <a:gd name="T0" fmla="*/ 168 w 190"/>
                <a:gd name="T1" fmla="*/ 0 h 84"/>
                <a:gd name="T2" fmla="*/ 20 w 190"/>
                <a:gd name="T3" fmla="*/ 0 h 84"/>
                <a:gd name="T4" fmla="*/ 0 w 190"/>
                <a:gd name="T5" fmla="*/ 22 h 84"/>
                <a:gd name="T6" fmla="*/ 0 w 190"/>
                <a:gd name="T7" fmla="*/ 22 h 84"/>
                <a:gd name="T8" fmla="*/ 20 w 190"/>
                <a:gd name="T9" fmla="*/ 41 h 84"/>
                <a:gd name="T10" fmla="*/ 48 w 190"/>
                <a:gd name="T11" fmla="*/ 41 h 84"/>
                <a:gd name="T12" fmla="*/ 48 w 190"/>
                <a:gd name="T13" fmla="*/ 46 h 84"/>
                <a:gd name="T14" fmla="*/ 95 w 190"/>
                <a:gd name="T15" fmla="*/ 84 h 84"/>
                <a:gd name="T16" fmla="*/ 141 w 190"/>
                <a:gd name="T17" fmla="*/ 46 h 84"/>
                <a:gd name="T18" fmla="*/ 141 w 190"/>
                <a:gd name="T19" fmla="*/ 41 h 84"/>
                <a:gd name="T20" fmla="*/ 168 w 190"/>
                <a:gd name="T21" fmla="*/ 41 h 84"/>
                <a:gd name="T22" fmla="*/ 190 w 190"/>
                <a:gd name="T23" fmla="*/ 22 h 84"/>
                <a:gd name="T24" fmla="*/ 190 w 190"/>
                <a:gd name="T25" fmla="*/ 22 h 84"/>
                <a:gd name="T26" fmla="*/ 168 w 190"/>
                <a:gd name="T27"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0" h="84">
                  <a:moveTo>
                    <a:pt x="168" y="0"/>
                  </a:moveTo>
                  <a:cubicBezTo>
                    <a:pt x="20" y="0"/>
                    <a:pt x="20" y="0"/>
                    <a:pt x="20" y="0"/>
                  </a:cubicBezTo>
                  <a:cubicBezTo>
                    <a:pt x="9" y="0"/>
                    <a:pt x="0" y="11"/>
                    <a:pt x="0" y="22"/>
                  </a:cubicBezTo>
                  <a:cubicBezTo>
                    <a:pt x="0" y="22"/>
                    <a:pt x="0" y="22"/>
                    <a:pt x="0" y="22"/>
                  </a:cubicBezTo>
                  <a:cubicBezTo>
                    <a:pt x="0" y="33"/>
                    <a:pt x="9" y="41"/>
                    <a:pt x="20" y="41"/>
                  </a:cubicBezTo>
                  <a:cubicBezTo>
                    <a:pt x="48" y="41"/>
                    <a:pt x="48" y="41"/>
                    <a:pt x="48" y="41"/>
                  </a:cubicBezTo>
                  <a:cubicBezTo>
                    <a:pt x="48" y="43"/>
                    <a:pt x="48" y="44"/>
                    <a:pt x="48" y="46"/>
                  </a:cubicBezTo>
                  <a:cubicBezTo>
                    <a:pt x="48" y="67"/>
                    <a:pt x="69" y="84"/>
                    <a:pt x="95" y="84"/>
                  </a:cubicBezTo>
                  <a:cubicBezTo>
                    <a:pt x="120" y="84"/>
                    <a:pt x="141" y="67"/>
                    <a:pt x="141" y="46"/>
                  </a:cubicBezTo>
                  <a:cubicBezTo>
                    <a:pt x="141" y="44"/>
                    <a:pt x="141" y="43"/>
                    <a:pt x="141" y="41"/>
                  </a:cubicBezTo>
                  <a:cubicBezTo>
                    <a:pt x="168" y="41"/>
                    <a:pt x="168" y="41"/>
                    <a:pt x="168" y="41"/>
                  </a:cubicBezTo>
                  <a:cubicBezTo>
                    <a:pt x="180" y="41"/>
                    <a:pt x="190" y="33"/>
                    <a:pt x="190" y="22"/>
                  </a:cubicBezTo>
                  <a:cubicBezTo>
                    <a:pt x="190" y="22"/>
                    <a:pt x="190" y="22"/>
                    <a:pt x="190" y="22"/>
                  </a:cubicBezTo>
                  <a:cubicBezTo>
                    <a:pt x="190" y="11"/>
                    <a:pt x="180" y="0"/>
                    <a:pt x="168" y="0"/>
                  </a:cubicBezTo>
                  <a:close/>
                </a:path>
              </a:pathLst>
            </a:custGeom>
            <a:grp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3" name="Freeform 25"/>
            <p:cNvSpPr>
              <a:spLocks noEditPoints="1"/>
            </p:cNvSpPr>
            <p:nvPr/>
          </p:nvSpPr>
          <p:spPr bwMode="auto">
            <a:xfrm>
              <a:off x="560" y="605"/>
              <a:ext cx="215" cy="276"/>
            </a:xfrm>
            <a:custGeom>
              <a:avLst/>
              <a:gdLst>
                <a:gd name="T0" fmla="*/ 88 w 91"/>
                <a:gd name="T1" fmla="*/ 0 h 117"/>
                <a:gd name="T2" fmla="*/ 3 w 91"/>
                <a:gd name="T3" fmla="*/ 0 h 117"/>
                <a:gd name="T4" fmla="*/ 0 w 91"/>
                <a:gd name="T5" fmla="*/ 3 h 117"/>
                <a:gd name="T6" fmla="*/ 0 w 91"/>
                <a:gd name="T7" fmla="*/ 114 h 117"/>
                <a:gd name="T8" fmla="*/ 3 w 91"/>
                <a:gd name="T9" fmla="*/ 116 h 117"/>
                <a:gd name="T10" fmla="*/ 43 w 91"/>
                <a:gd name="T11" fmla="*/ 92 h 117"/>
                <a:gd name="T12" fmla="*/ 48 w 91"/>
                <a:gd name="T13" fmla="*/ 92 h 117"/>
                <a:gd name="T14" fmla="*/ 88 w 91"/>
                <a:gd name="T15" fmla="*/ 116 h 117"/>
                <a:gd name="T16" fmla="*/ 91 w 91"/>
                <a:gd name="T17" fmla="*/ 114 h 117"/>
                <a:gd name="T18" fmla="*/ 91 w 91"/>
                <a:gd name="T19" fmla="*/ 3 h 117"/>
                <a:gd name="T20" fmla="*/ 88 w 91"/>
                <a:gd name="T21" fmla="*/ 0 h 117"/>
                <a:gd name="T22" fmla="*/ 65 w 91"/>
                <a:gd name="T23" fmla="*/ 49 h 117"/>
                <a:gd name="T24" fmla="*/ 62 w 91"/>
                <a:gd name="T25" fmla="*/ 53 h 117"/>
                <a:gd name="T26" fmla="*/ 50 w 91"/>
                <a:gd name="T27" fmla="*/ 53 h 117"/>
                <a:gd name="T28" fmla="*/ 50 w 91"/>
                <a:gd name="T29" fmla="*/ 64 h 117"/>
                <a:gd name="T30" fmla="*/ 47 w 91"/>
                <a:gd name="T31" fmla="*/ 67 h 117"/>
                <a:gd name="T32" fmla="*/ 44 w 91"/>
                <a:gd name="T33" fmla="*/ 67 h 117"/>
                <a:gd name="T34" fmla="*/ 41 w 91"/>
                <a:gd name="T35" fmla="*/ 64 h 117"/>
                <a:gd name="T36" fmla="*/ 41 w 91"/>
                <a:gd name="T37" fmla="*/ 53 h 117"/>
                <a:gd name="T38" fmla="*/ 29 w 91"/>
                <a:gd name="T39" fmla="*/ 53 h 117"/>
                <a:gd name="T40" fmla="*/ 26 w 91"/>
                <a:gd name="T41" fmla="*/ 49 h 117"/>
                <a:gd name="T42" fmla="*/ 26 w 91"/>
                <a:gd name="T43" fmla="*/ 46 h 117"/>
                <a:gd name="T44" fmla="*/ 29 w 91"/>
                <a:gd name="T45" fmla="*/ 43 h 117"/>
                <a:gd name="T46" fmla="*/ 41 w 91"/>
                <a:gd name="T47" fmla="*/ 43 h 117"/>
                <a:gd name="T48" fmla="*/ 41 w 91"/>
                <a:gd name="T49" fmla="*/ 31 h 117"/>
                <a:gd name="T50" fmla="*/ 44 w 91"/>
                <a:gd name="T51" fmla="*/ 28 h 117"/>
                <a:gd name="T52" fmla="*/ 47 w 91"/>
                <a:gd name="T53" fmla="*/ 28 h 117"/>
                <a:gd name="T54" fmla="*/ 50 w 91"/>
                <a:gd name="T55" fmla="*/ 31 h 117"/>
                <a:gd name="T56" fmla="*/ 50 w 91"/>
                <a:gd name="T57" fmla="*/ 43 h 117"/>
                <a:gd name="T58" fmla="*/ 62 w 91"/>
                <a:gd name="T59" fmla="*/ 43 h 117"/>
                <a:gd name="T60" fmla="*/ 65 w 91"/>
                <a:gd name="T61" fmla="*/ 46 h 117"/>
                <a:gd name="T62" fmla="*/ 65 w 91"/>
                <a:gd name="T63" fmla="*/ 49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1" h="117">
                  <a:moveTo>
                    <a:pt x="88" y="0"/>
                  </a:moveTo>
                  <a:cubicBezTo>
                    <a:pt x="3" y="0"/>
                    <a:pt x="3" y="0"/>
                    <a:pt x="3" y="0"/>
                  </a:cubicBezTo>
                  <a:cubicBezTo>
                    <a:pt x="1" y="0"/>
                    <a:pt x="0" y="1"/>
                    <a:pt x="0" y="3"/>
                  </a:cubicBezTo>
                  <a:cubicBezTo>
                    <a:pt x="0" y="114"/>
                    <a:pt x="0" y="114"/>
                    <a:pt x="0" y="114"/>
                  </a:cubicBezTo>
                  <a:cubicBezTo>
                    <a:pt x="0" y="116"/>
                    <a:pt x="1" y="117"/>
                    <a:pt x="3" y="116"/>
                  </a:cubicBezTo>
                  <a:cubicBezTo>
                    <a:pt x="43" y="92"/>
                    <a:pt x="43" y="92"/>
                    <a:pt x="43" y="92"/>
                  </a:cubicBezTo>
                  <a:cubicBezTo>
                    <a:pt x="44" y="91"/>
                    <a:pt x="47" y="91"/>
                    <a:pt x="48" y="92"/>
                  </a:cubicBezTo>
                  <a:cubicBezTo>
                    <a:pt x="88" y="116"/>
                    <a:pt x="88" y="116"/>
                    <a:pt x="88" y="116"/>
                  </a:cubicBezTo>
                  <a:cubicBezTo>
                    <a:pt x="90" y="117"/>
                    <a:pt x="91" y="116"/>
                    <a:pt x="91" y="114"/>
                  </a:cubicBezTo>
                  <a:cubicBezTo>
                    <a:pt x="91" y="3"/>
                    <a:pt x="91" y="3"/>
                    <a:pt x="91" y="3"/>
                  </a:cubicBezTo>
                  <a:cubicBezTo>
                    <a:pt x="91" y="1"/>
                    <a:pt x="89" y="0"/>
                    <a:pt x="88" y="0"/>
                  </a:cubicBezTo>
                  <a:close/>
                  <a:moveTo>
                    <a:pt x="65" y="49"/>
                  </a:moveTo>
                  <a:cubicBezTo>
                    <a:pt x="65" y="51"/>
                    <a:pt x="64" y="53"/>
                    <a:pt x="62" y="53"/>
                  </a:cubicBezTo>
                  <a:cubicBezTo>
                    <a:pt x="50" y="53"/>
                    <a:pt x="50" y="53"/>
                    <a:pt x="50" y="53"/>
                  </a:cubicBezTo>
                  <a:cubicBezTo>
                    <a:pt x="50" y="64"/>
                    <a:pt x="50" y="64"/>
                    <a:pt x="50" y="64"/>
                  </a:cubicBezTo>
                  <a:cubicBezTo>
                    <a:pt x="50" y="66"/>
                    <a:pt x="49" y="67"/>
                    <a:pt x="47" y="67"/>
                  </a:cubicBezTo>
                  <a:cubicBezTo>
                    <a:pt x="44" y="67"/>
                    <a:pt x="44" y="67"/>
                    <a:pt x="44" y="67"/>
                  </a:cubicBezTo>
                  <a:cubicBezTo>
                    <a:pt x="42" y="67"/>
                    <a:pt x="41" y="66"/>
                    <a:pt x="41" y="64"/>
                  </a:cubicBezTo>
                  <a:cubicBezTo>
                    <a:pt x="41" y="53"/>
                    <a:pt x="41" y="53"/>
                    <a:pt x="41" y="53"/>
                  </a:cubicBezTo>
                  <a:cubicBezTo>
                    <a:pt x="29" y="53"/>
                    <a:pt x="29" y="53"/>
                    <a:pt x="29" y="53"/>
                  </a:cubicBezTo>
                  <a:cubicBezTo>
                    <a:pt x="27" y="53"/>
                    <a:pt x="26" y="51"/>
                    <a:pt x="26" y="49"/>
                  </a:cubicBezTo>
                  <a:cubicBezTo>
                    <a:pt x="26" y="46"/>
                    <a:pt x="26" y="46"/>
                    <a:pt x="26" y="46"/>
                  </a:cubicBezTo>
                  <a:cubicBezTo>
                    <a:pt x="26" y="44"/>
                    <a:pt x="27" y="43"/>
                    <a:pt x="29" y="43"/>
                  </a:cubicBezTo>
                  <a:cubicBezTo>
                    <a:pt x="41" y="43"/>
                    <a:pt x="41" y="43"/>
                    <a:pt x="41" y="43"/>
                  </a:cubicBezTo>
                  <a:cubicBezTo>
                    <a:pt x="41" y="31"/>
                    <a:pt x="41" y="31"/>
                    <a:pt x="41" y="31"/>
                  </a:cubicBezTo>
                  <a:cubicBezTo>
                    <a:pt x="41" y="29"/>
                    <a:pt x="42" y="28"/>
                    <a:pt x="44" y="28"/>
                  </a:cubicBezTo>
                  <a:cubicBezTo>
                    <a:pt x="47" y="28"/>
                    <a:pt x="47" y="28"/>
                    <a:pt x="47" y="28"/>
                  </a:cubicBezTo>
                  <a:cubicBezTo>
                    <a:pt x="49" y="28"/>
                    <a:pt x="50" y="29"/>
                    <a:pt x="50" y="31"/>
                  </a:cubicBezTo>
                  <a:cubicBezTo>
                    <a:pt x="50" y="43"/>
                    <a:pt x="50" y="43"/>
                    <a:pt x="50" y="43"/>
                  </a:cubicBezTo>
                  <a:cubicBezTo>
                    <a:pt x="62" y="43"/>
                    <a:pt x="62" y="43"/>
                    <a:pt x="62" y="43"/>
                  </a:cubicBezTo>
                  <a:cubicBezTo>
                    <a:pt x="64" y="43"/>
                    <a:pt x="65" y="44"/>
                    <a:pt x="65" y="46"/>
                  </a:cubicBezTo>
                  <a:lnTo>
                    <a:pt x="65" y="49"/>
                  </a:lnTo>
                  <a:close/>
                </a:path>
              </a:pathLst>
            </a:custGeom>
            <a:grp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4" name="Freeform 26"/>
            <p:cNvSpPr/>
            <p:nvPr/>
          </p:nvSpPr>
          <p:spPr bwMode="auto">
            <a:xfrm>
              <a:off x="621" y="543"/>
              <a:ext cx="215" cy="279"/>
            </a:xfrm>
            <a:custGeom>
              <a:avLst/>
              <a:gdLst>
                <a:gd name="T0" fmla="*/ 87 w 91"/>
                <a:gd name="T1" fmla="*/ 0 h 118"/>
                <a:gd name="T2" fmla="*/ 91 w 91"/>
                <a:gd name="T3" fmla="*/ 3 h 118"/>
                <a:gd name="T4" fmla="*/ 91 w 91"/>
                <a:gd name="T5" fmla="*/ 115 h 118"/>
                <a:gd name="T6" fmla="*/ 88 w 91"/>
                <a:gd name="T7" fmla="*/ 117 h 118"/>
                <a:gd name="T8" fmla="*/ 77 w 91"/>
                <a:gd name="T9" fmla="*/ 109 h 118"/>
                <a:gd name="T10" fmla="*/ 75 w 91"/>
                <a:gd name="T11" fmla="*/ 104 h 118"/>
                <a:gd name="T12" fmla="*/ 75 w 91"/>
                <a:gd name="T13" fmla="*/ 19 h 118"/>
                <a:gd name="T14" fmla="*/ 71 w 91"/>
                <a:gd name="T15" fmla="*/ 16 h 118"/>
                <a:gd name="T16" fmla="*/ 3 w 91"/>
                <a:gd name="T17" fmla="*/ 16 h 118"/>
                <a:gd name="T18" fmla="*/ 0 w 91"/>
                <a:gd name="T19" fmla="*/ 13 h 118"/>
                <a:gd name="T20" fmla="*/ 0 w 91"/>
                <a:gd name="T21" fmla="*/ 3 h 118"/>
                <a:gd name="T22" fmla="*/ 3 w 91"/>
                <a:gd name="T23" fmla="*/ 0 h 118"/>
                <a:gd name="T24" fmla="*/ 87 w 91"/>
                <a:gd name="T25"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118">
                  <a:moveTo>
                    <a:pt x="87" y="0"/>
                  </a:moveTo>
                  <a:cubicBezTo>
                    <a:pt x="89" y="0"/>
                    <a:pt x="91" y="2"/>
                    <a:pt x="91" y="3"/>
                  </a:cubicBezTo>
                  <a:cubicBezTo>
                    <a:pt x="91" y="115"/>
                    <a:pt x="91" y="115"/>
                    <a:pt x="91" y="115"/>
                  </a:cubicBezTo>
                  <a:cubicBezTo>
                    <a:pt x="91" y="117"/>
                    <a:pt x="89" y="118"/>
                    <a:pt x="88" y="117"/>
                  </a:cubicBezTo>
                  <a:cubicBezTo>
                    <a:pt x="77" y="109"/>
                    <a:pt x="77" y="109"/>
                    <a:pt x="77" y="109"/>
                  </a:cubicBezTo>
                  <a:cubicBezTo>
                    <a:pt x="76" y="108"/>
                    <a:pt x="75" y="106"/>
                    <a:pt x="75" y="104"/>
                  </a:cubicBezTo>
                  <a:cubicBezTo>
                    <a:pt x="75" y="19"/>
                    <a:pt x="75" y="19"/>
                    <a:pt x="75" y="19"/>
                  </a:cubicBezTo>
                  <a:cubicBezTo>
                    <a:pt x="75" y="18"/>
                    <a:pt x="73" y="16"/>
                    <a:pt x="71" y="16"/>
                  </a:cubicBezTo>
                  <a:cubicBezTo>
                    <a:pt x="3" y="16"/>
                    <a:pt x="3" y="16"/>
                    <a:pt x="3" y="16"/>
                  </a:cubicBezTo>
                  <a:cubicBezTo>
                    <a:pt x="1" y="16"/>
                    <a:pt x="0" y="15"/>
                    <a:pt x="0" y="13"/>
                  </a:cubicBezTo>
                  <a:cubicBezTo>
                    <a:pt x="0" y="3"/>
                    <a:pt x="0" y="3"/>
                    <a:pt x="0" y="3"/>
                  </a:cubicBezTo>
                  <a:cubicBezTo>
                    <a:pt x="0" y="2"/>
                    <a:pt x="1" y="0"/>
                    <a:pt x="3" y="0"/>
                  </a:cubicBezTo>
                  <a:lnTo>
                    <a:pt x="87" y="0"/>
                  </a:lnTo>
                  <a:close/>
                </a:path>
              </a:pathLst>
            </a:custGeom>
            <a:grp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grpSp>
      <p:sp>
        <p:nvSpPr>
          <p:cNvPr id="16" name="Freeform 28"/>
          <p:cNvSpPr/>
          <p:nvPr/>
        </p:nvSpPr>
        <p:spPr bwMode="auto">
          <a:xfrm>
            <a:off x="5262404" y="2315416"/>
            <a:ext cx="744681" cy="960804"/>
          </a:xfrm>
          <a:custGeom>
            <a:avLst/>
            <a:gdLst>
              <a:gd name="T0" fmla="*/ 44 w 250"/>
              <a:gd name="T1" fmla="*/ 81 h 323"/>
              <a:gd name="T2" fmla="*/ 44 w 250"/>
              <a:gd name="T3" fmla="*/ 242 h 323"/>
              <a:gd name="T4" fmla="*/ 44 w 250"/>
              <a:gd name="T5" fmla="*/ 242 h 323"/>
              <a:gd name="T6" fmla="*/ 125 w 250"/>
              <a:gd name="T7" fmla="*/ 323 h 323"/>
              <a:gd name="T8" fmla="*/ 206 w 250"/>
              <a:gd name="T9" fmla="*/ 242 h 323"/>
              <a:gd name="T10" fmla="*/ 206 w 250"/>
              <a:gd name="T11" fmla="*/ 242 h 323"/>
              <a:gd name="T12" fmla="*/ 206 w 250"/>
              <a:gd name="T13" fmla="*/ 81 h 323"/>
              <a:gd name="T14" fmla="*/ 125 w 250"/>
              <a:gd name="T15" fmla="*/ 0 h 323"/>
              <a:gd name="T16" fmla="*/ 44 w 250"/>
              <a:gd name="T17" fmla="*/ 81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323">
                <a:moveTo>
                  <a:pt x="44" y="81"/>
                </a:moveTo>
                <a:cubicBezTo>
                  <a:pt x="0" y="125"/>
                  <a:pt x="0" y="197"/>
                  <a:pt x="44" y="242"/>
                </a:cubicBezTo>
                <a:cubicBezTo>
                  <a:pt x="44" y="242"/>
                  <a:pt x="44" y="242"/>
                  <a:pt x="44" y="242"/>
                </a:cubicBezTo>
                <a:cubicBezTo>
                  <a:pt x="125" y="323"/>
                  <a:pt x="125" y="323"/>
                  <a:pt x="125" y="323"/>
                </a:cubicBezTo>
                <a:cubicBezTo>
                  <a:pt x="206" y="242"/>
                  <a:pt x="206" y="242"/>
                  <a:pt x="206" y="242"/>
                </a:cubicBezTo>
                <a:cubicBezTo>
                  <a:pt x="206" y="242"/>
                  <a:pt x="206" y="242"/>
                  <a:pt x="206" y="242"/>
                </a:cubicBezTo>
                <a:cubicBezTo>
                  <a:pt x="250" y="197"/>
                  <a:pt x="250" y="125"/>
                  <a:pt x="206" y="81"/>
                </a:cubicBezTo>
                <a:cubicBezTo>
                  <a:pt x="125" y="0"/>
                  <a:pt x="125" y="0"/>
                  <a:pt x="125" y="0"/>
                </a:cubicBezTo>
                <a:lnTo>
                  <a:pt x="44" y="81"/>
                </a:lnTo>
                <a:close/>
              </a:path>
            </a:pathLst>
          </a:cu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17" name="Freeform 29"/>
          <p:cNvSpPr/>
          <p:nvPr/>
        </p:nvSpPr>
        <p:spPr bwMode="auto">
          <a:xfrm>
            <a:off x="4318954" y="4788587"/>
            <a:ext cx="677959" cy="677556"/>
          </a:xfrm>
          <a:custGeom>
            <a:avLst/>
            <a:gdLst>
              <a:gd name="T0" fmla="*/ 114 w 228"/>
              <a:gd name="T1" fmla="*/ 0 h 228"/>
              <a:gd name="T2" fmla="*/ 0 w 228"/>
              <a:gd name="T3" fmla="*/ 114 h 228"/>
              <a:gd name="T4" fmla="*/ 0 w 228"/>
              <a:gd name="T5" fmla="*/ 114 h 228"/>
              <a:gd name="T6" fmla="*/ 0 w 228"/>
              <a:gd name="T7" fmla="*/ 228 h 228"/>
              <a:gd name="T8" fmla="*/ 114 w 228"/>
              <a:gd name="T9" fmla="*/ 228 h 228"/>
              <a:gd name="T10" fmla="*/ 114 w 228"/>
              <a:gd name="T11" fmla="*/ 228 h 228"/>
              <a:gd name="T12" fmla="*/ 228 w 228"/>
              <a:gd name="T13" fmla="*/ 114 h 228"/>
              <a:gd name="T14" fmla="*/ 228 w 228"/>
              <a:gd name="T15" fmla="*/ 0 h 228"/>
              <a:gd name="T16" fmla="*/ 114 w 228"/>
              <a:gd name="T17"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8" h="228">
                <a:moveTo>
                  <a:pt x="114" y="0"/>
                </a:moveTo>
                <a:cubicBezTo>
                  <a:pt x="51" y="0"/>
                  <a:pt x="0" y="51"/>
                  <a:pt x="0" y="114"/>
                </a:cubicBezTo>
                <a:cubicBezTo>
                  <a:pt x="0" y="114"/>
                  <a:pt x="0" y="114"/>
                  <a:pt x="0" y="114"/>
                </a:cubicBezTo>
                <a:cubicBezTo>
                  <a:pt x="0" y="228"/>
                  <a:pt x="0" y="228"/>
                  <a:pt x="0" y="228"/>
                </a:cubicBezTo>
                <a:cubicBezTo>
                  <a:pt x="114" y="228"/>
                  <a:pt x="114" y="228"/>
                  <a:pt x="114" y="228"/>
                </a:cubicBezTo>
                <a:cubicBezTo>
                  <a:pt x="114" y="228"/>
                  <a:pt x="114" y="228"/>
                  <a:pt x="114" y="228"/>
                </a:cubicBezTo>
                <a:cubicBezTo>
                  <a:pt x="177" y="228"/>
                  <a:pt x="228" y="177"/>
                  <a:pt x="228" y="114"/>
                </a:cubicBezTo>
                <a:cubicBezTo>
                  <a:pt x="228" y="0"/>
                  <a:pt x="228" y="0"/>
                  <a:pt x="228" y="0"/>
                </a:cubicBezTo>
                <a:lnTo>
                  <a:pt x="114" y="0"/>
                </a:lnTo>
                <a:close/>
              </a:path>
            </a:pathLst>
          </a:custGeom>
          <a:solidFill>
            <a:srgbClr val="AC4243"/>
          </a:solidFill>
          <a:ln>
            <a:noFill/>
          </a:ln>
        </p:spPr>
        <p:txBody>
          <a:bodyPr/>
          <a:lstStyle/>
          <a:p>
            <a:endParaRPr lang="zh-CN" altLang="en-US"/>
          </a:p>
        </p:txBody>
      </p:sp>
      <p:sp>
        <p:nvSpPr>
          <p:cNvPr id="18" name="Freeform 30"/>
          <p:cNvSpPr/>
          <p:nvPr/>
        </p:nvSpPr>
        <p:spPr bwMode="auto">
          <a:xfrm>
            <a:off x="6253912" y="4788587"/>
            <a:ext cx="677959" cy="677556"/>
          </a:xfrm>
          <a:custGeom>
            <a:avLst/>
            <a:gdLst>
              <a:gd name="T0" fmla="*/ 228 w 228"/>
              <a:gd name="T1" fmla="*/ 114 h 228"/>
              <a:gd name="T2" fmla="*/ 114 w 228"/>
              <a:gd name="T3" fmla="*/ 0 h 228"/>
              <a:gd name="T4" fmla="*/ 114 w 228"/>
              <a:gd name="T5" fmla="*/ 0 h 228"/>
              <a:gd name="T6" fmla="*/ 0 w 228"/>
              <a:gd name="T7" fmla="*/ 0 h 228"/>
              <a:gd name="T8" fmla="*/ 0 w 228"/>
              <a:gd name="T9" fmla="*/ 114 h 228"/>
              <a:gd name="T10" fmla="*/ 0 w 228"/>
              <a:gd name="T11" fmla="*/ 114 h 228"/>
              <a:gd name="T12" fmla="*/ 114 w 228"/>
              <a:gd name="T13" fmla="*/ 228 h 228"/>
              <a:gd name="T14" fmla="*/ 228 w 228"/>
              <a:gd name="T15" fmla="*/ 228 h 228"/>
              <a:gd name="T16" fmla="*/ 228 w 228"/>
              <a:gd name="T17" fmla="*/ 114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8" h="228">
                <a:moveTo>
                  <a:pt x="228" y="114"/>
                </a:moveTo>
                <a:cubicBezTo>
                  <a:pt x="228" y="51"/>
                  <a:pt x="177" y="0"/>
                  <a:pt x="114" y="0"/>
                </a:cubicBezTo>
                <a:cubicBezTo>
                  <a:pt x="114" y="0"/>
                  <a:pt x="114" y="0"/>
                  <a:pt x="114" y="0"/>
                </a:cubicBezTo>
                <a:cubicBezTo>
                  <a:pt x="0" y="0"/>
                  <a:pt x="0" y="0"/>
                  <a:pt x="0" y="0"/>
                </a:cubicBezTo>
                <a:cubicBezTo>
                  <a:pt x="0" y="114"/>
                  <a:pt x="0" y="114"/>
                  <a:pt x="0" y="114"/>
                </a:cubicBezTo>
                <a:cubicBezTo>
                  <a:pt x="0" y="114"/>
                  <a:pt x="0" y="114"/>
                  <a:pt x="0" y="114"/>
                </a:cubicBezTo>
                <a:cubicBezTo>
                  <a:pt x="0" y="177"/>
                  <a:pt x="51" y="228"/>
                  <a:pt x="114" y="228"/>
                </a:cubicBezTo>
                <a:cubicBezTo>
                  <a:pt x="228" y="228"/>
                  <a:pt x="228" y="228"/>
                  <a:pt x="228" y="228"/>
                </a:cubicBezTo>
                <a:lnTo>
                  <a:pt x="228" y="114"/>
                </a:lnTo>
                <a:close/>
              </a:path>
            </a:pathLst>
          </a:custGeom>
          <a:solidFill>
            <a:srgbClr val="AC4243"/>
          </a:solidFill>
          <a:ln>
            <a:noFill/>
          </a:ln>
        </p:spPr>
        <p:txBody>
          <a:bodyPr/>
          <a:lstStyle/>
          <a:p>
            <a:endParaRPr lang="zh-CN" altLang="en-US"/>
          </a:p>
        </p:txBody>
      </p:sp>
      <p:sp>
        <p:nvSpPr>
          <p:cNvPr id="19" name="Freeform 31"/>
          <p:cNvSpPr/>
          <p:nvPr/>
        </p:nvSpPr>
        <p:spPr bwMode="auto">
          <a:xfrm>
            <a:off x="4318954" y="2849714"/>
            <a:ext cx="677959" cy="677556"/>
          </a:xfrm>
          <a:custGeom>
            <a:avLst/>
            <a:gdLst>
              <a:gd name="T0" fmla="*/ 228 w 228"/>
              <a:gd name="T1" fmla="*/ 114 h 228"/>
              <a:gd name="T2" fmla="*/ 114 w 228"/>
              <a:gd name="T3" fmla="*/ 0 h 228"/>
              <a:gd name="T4" fmla="*/ 114 w 228"/>
              <a:gd name="T5" fmla="*/ 0 h 228"/>
              <a:gd name="T6" fmla="*/ 0 w 228"/>
              <a:gd name="T7" fmla="*/ 0 h 228"/>
              <a:gd name="T8" fmla="*/ 0 w 228"/>
              <a:gd name="T9" fmla="*/ 114 h 228"/>
              <a:gd name="T10" fmla="*/ 0 w 228"/>
              <a:gd name="T11" fmla="*/ 114 h 228"/>
              <a:gd name="T12" fmla="*/ 114 w 228"/>
              <a:gd name="T13" fmla="*/ 228 h 228"/>
              <a:gd name="T14" fmla="*/ 228 w 228"/>
              <a:gd name="T15" fmla="*/ 228 h 228"/>
              <a:gd name="T16" fmla="*/ 228 w 228"/>
              <a:gd name="T17" fmla="*/ 114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8" h="228">
                <a:moveTo>
                  <a:pt x="228" y="114"/>
                </a:moveTo>
                <a:cubicBezTo>
                  <a:pt x="228" y="51"/>
                  <a:pt x="177" y="0"/>
                  <a:pt x="114" y="0"/>
                </a:cubicBezTo>
                <a:cubicBezTo>
                  <a:pt x="114" y="0"/>
                  <a:pt x="114" y="0"/>
                  <a:pt x="114" y="0"/>
                </a:cubicBezTo>
                <a:cubicBezTo>
                  <a:pt x="0" y="0"/>
                  <a:pt x="0" y="0"/>
                  <a:pt x="0" y="0"/>
                </a:cubicBezTo>
                <a:cubicBezTo>
                  <a:pt x="0" y="114"/>
                  <a:pt x="0" y="114"/>
                  <a:pt x="0" y="114"/>
                </a:cubicBezTo>
                <a:cubicBezTo>
                  <a:pt x="0" y="114"/>
                  <a:pt x="0" y="114"/>
                  <a:pt x="0" y="114"/>
                </a:cubicBezTo>
                <a:cubicBezTo>
                  <a:pt x="0" y="177"/>
                  <a:pt x="51" y="228"/>
                  <a:pt x="114" y="228"/>
                </a:cubicBezTo>
                <a:cubicBezTo>
                  <a:pt x="228" y="228"/>
                  <a:pt x="228" y="228"/>
                  <a:pt x="228" y="228"/>
                </a:cubicBezTo>
                <a:lnTo>
                  <a:pt x="228" y="114"/>
                </a:lnTo>
                <a:close/>
              </a:path>
            </a:pathLst>
          </a:custGeom>
          <a:solidFill>
            <a:srgbClr val="AC4243"/>
          </a:solidFill>
          <a:ln>
            <a:noFill/>
          </a:ln>
        </p:spPr>
        <p:txBody>
          <a:bodyPr/>
          <a:lstStyle/>
          <a:p>
            <a:endParaRPr lang="zh-CN" altLang="en-US"/>
          </a:p>
        </p:txBody>
      </p:sp>
      <p:sp>
        <p:nvSpPr>
          <p:cNvPr id="20" name="Freeform 32"/>
          <p:cNvSpPr/>
          <p:nvPr/>
        </p:nvSpPr>
        <p:spPr bwMode="auto">
          <a:xfrm>
            <a:off x="3789372" y="3778787"/>
            <a:ext cx="963980" cy="744285"/>
          </a:xfrm>
          <a:custGeom>
            <a:avLst/>
            <a:gdLst>
              <a:gd name="T0" fmla="*/ 242 w 323"/>
              <a:gd name="T1" fmla="*/ 45 h 250"/>
              <a:gd name="T2" fmla="*/ 81 w 323"/>
              <a:gd name="T3" fmla="*/ 45 h 250"/>
              <a:gd name="T4" fmla="*/ 81 w 323"/>
              <a:gd name="T5" fmla="*/ 45 h 250"/>
              <a:gd name="T6" fmla="*/ 0 w 323"/>
              <a:gd name="T7" fmla="*/ 125 h 250"/>
              <a:gd name="T8" fmla="*/ 81 w 323"/>
              <a:gd name="T9" fmla="*/ 206 h 250"/>
              <a:gd name="T10" fmla="*/ 81 w 323"/>
              <a:gd name="T11" fmla="*/ 206 h 250"/>
              <a:gd name="T12" fmla="*/ 242 w 323"/>
              <a:gd name="T13" fmla="*/ 206 h 250"/>
              <a:gd name="T14" fmla="*/ 323 w 323"/>
              <a:gd name="T15" fmla="*/ 125 h 250"/>
              <a:gd name="T16" fmla="*/ 242 w 323"/>
              <a:gd name="T17" fmla="*/ 45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3" h="250">
                <a:moveTo>
                  <a:pt x="242" y="45"/>
                </a:moveTo>
                <a:cubicBezTo>
                  <a:pt x="197" y="0"/>
                  <a:pt x="125" y="0"/>
                  <a:pt x="81" y="45"/>
                </a:cubicBezTo>
                <a:cubicBezTo>
                  <a:pt x="81" y="45"/>
                  <a:pt x="81" y="45"/>
                  <a:pt x="81" y="45"/>
                </a:cubicBezTo>
                <a:cubicBezTo>
                  <a:pt x="0" y="125"/>
                  <a:pt x="0" y="125"/>
                  <a:pt x="0" y="125"/>
                </a:cubicBezTo>
                <a:cubicBezTo>
                  <a:pt x="81" y="206"/>
                  <a:pt x="81" y="206"/>
                  <a:pt x="81" y="206"/>
                </a:cubicBezTo>
                <a:cubicBezTo>
                  <a:pt x="81" y="206"/>
                  <a:pt x="81" y="206"/>
                  <a:pt x="81" y="206"/>
                </a:cubicBezTo>
                <a:cubicBezTo>
                  <a:pt x="125" y="250"/>
                  <a:pt x="197" y="250"/>
                  <a:pt x="242" y="206"/>
                </a:cubicBezTo>
                <a:cubicBezTo>
                  <a:pt x="323" y="125"/>
                  <a:pt x="323" y="125"/>
                  <a:pt x="323" y="125"/>
                </a:cubicBezTo>
                <a:lnTo>
                  <a:pt x="242" y="45"/>
                </a:lnTo>
                <a:close/>
              </a:path>
            </a:pathLst>
          </a:cu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1" name="Freeform 33"/>
          <p:cNvSpPr/>
          <p:nvPr/>
        </p:nvSpPr>
        <p:spPr bwMode="auto">
          <a:xfrm>
            <a:off x="6514737" y="3778787"/>
            <a:ext cx="963980" cy="744285"/>
          </a:xfrm>
          <a:custGeom>
            <a:avLst/>
            <a:gdLst>
              <a:gd name="T0" fmla="*/ 242 w 323"/>
              <a:gd name="T1" fmla="*/ 45 h 250"/>
              <a:gd name="T2" fmla="*/ 81 w 323"/>
              <a:gd name="T3" fmla="*/ 45 h 250"/>
              <a:gd name="T4" fmla="*/ 81 w 323"/>
              <a:gd name="T5" fmla="*/ 45 h 250"/>
              <a:gd name="T6" fmla="*/ 0 w 323"/>
              <a:gd name="T7" fmla="*/ 125 h 250"/>
              <a:gd name="T8" fmla="*/ 81 w 323"/>
              <a:gd name="T9" fmla="*/ 206 h 250"/>
              <a:gd name="T10" fmla="*/ 81 w 323"/>
              <a:gd name="T11" fmla="*/ 206 h 250"/>
              <a:gd name="T12" fmla="*/ 242 w 323"/>
              <a:gd name="T13" fmla="*/ 206 h 250"/>
              <a:gd name="T14" fmla="*/ 323 w 323"/>
              <a:gd name="T15" fmla="*/ 125 h 250"/>
              <a:gd name="T16" fmla="*/ 242 w 323"/>
              <a:gd name="T17" fmla="*/ 45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3" h="250">
                <a:moveTo>
                  <a:pt x="242" y="45"/>
                </a:moveTo>
                <a:cubicBezTo>
                  <a:pt x="198" y="0"/>
                  <a:pt x="126" y="0"/>
                  <a:pt x="81" y="45"/>
                </a:cubicBezTo>
                <a:cubicBezTo>
                  <a:pt x="81" y="45"/>
                  <a:pt x="81" y="45"/>
                  <a:pt x="81" y="45"/>
                </a:cubicBezTo>
                <a:cubicBezTo>
                  <a:pt x="0" y="125"/>
                  <a:pt x="0" y="125"/>
                  <a:pt x="0" y="125"/>
                </a:cubicBezTo>
                <a:cubicBezTo>
                  <a:pt x="81" y="206"/>
                  <a:pt x="81" y="206"/>
                  <a:pt x="81" y="206"/>
                </a:cubicBezTo>
                <a:cubicBezTo>
                  <a:pt x="81" y="206"/>
                  <a:pt x="81" y="206"/>
                  <a:pt x="81" y="206"/>
                </a:cubicBezTo>
                <a:cubicBezTo>
                  <a:pt x="126" y="250"/>
                  <a:pt x="198" y="250"/>
                  <a:pt x="242" y="206"/>
                </a:cubicBezTo>
                <a:cubicBezTo>
                  <a:pt x="323" y="125"/>
                  <a:pt x="323" y="125"/>
                  <a:pt x="323" y="125"/>
                </a:cubicBezTo>
                <a:lnTo>
                  <a:pt x="242" y="45"/>
                </a:lnTo>
                <a:close/>
              </a:path>
            </a:pathLst>
          </a:cu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2" name="Freeform 34"/>
          <p:cNvSpPr/>
          <p:nvPr/>
        </p:nvSpPr>
        <p:spPr bwMode="auto">
          <a:xfrm>
            <a:off x="6253912" y="2849714"/>
            <a:ext cx="677959" cy="677556"/>
          </a:xfrm>
          <a:custGeom>
            <a:avLst/>
            <a:gdLst>
              <a:gd name="T0" fmla="*/ 114 w 228"/>
              <a:gd name="T1" fmla="*/ 228 h 228"/>
              <a:gd name="T2" fmla="*/ 228 w 228"/>
              <a:gd name="T3" fmla="*/ 114 h 228"/>
              <a:gd name="T4" fmla="*/ 228 w 228"/>
              <a:gd name="T5" fmla="*/ 114 h 228"/>
              <a:gd name="T6" fmla="*/ 228 w 228"/>
              <a:gd name="T7" fmla="*/ 0 h 228"/>
              <a:gd name="T8" fmla="*/ 114 w 228"/>
              <a:gd name="T9" fmla="*/ 0 h 228"/>
              <a:gd name="T10" fmla="*/ 114 w 228"/>
              <a:gd name="T11" fmla="*/ 0 h 228"/>
              <a:gd name="T12" fmla="*/ 0 w 228"/>
              <a:gd name="T13" fmla="*/ 114 h 228"/>
              <a:gd name="T14" fmla="*/ 0 w 228"/>
              <a:gd name="T15" fmla="*/ 228 h 228"/>
              <a:gd name="T16" fmla="*/ 114 w 228"/>
              <a:gd name="T1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8" h="228">
                <a:moveTo>
                  <a:pt x="114" y="228"/>
                </a:moveTo>
                <a:cubicBezTo>
                  <a:pt x="177" y="228"/>
                  <a:pt x="228" y="177"/>
                  <a:pt x="228" y="114"/>
                </a:cubicBezTo>
                <a:cubicBezTo>
                  <a:pt x="228" y="114"/>
                  <a:pt x="228" y="114"/>
                  <a:pt x="228" y="114"/>
                </a:cubicBezTo>
                <a:cubicBezTo>
                  <a:pt x="228" y="0"/>
                  <a:pt x="228" y="0"/>
                  <a:pt x="228" y="0"/>
                </a:cubicBezTo>
                <a:cubicBezTo>
                  <a:pt x="114" y="0"/>
                  <a:pt x="114" y="0"/>
                  <a:pt x="114" y="0"/>
                </a:cubicBezTo>
                <a:cubicBezTo>
                  <a:pt x="114" y="0"/>
                  <a:pt x="114" y="0"/>
                  <a:pt x="114" y="0"/>
                </a:cubicBezTo>
                <a:cubicBezTo>
                  <a:pt x="51" y="0"/>
                  <a:pt x="0" y="51"/>
                  <a:pt x="0" y="114"/>
                </a:cubicBezTo>
                <a:cubicBezTo>
                  <a:pt x="0" y="228"/>
                  <a:pt x="0" y="228"/>
                  <a:pt x="0" y="228"/>
                </a:cubicBezTo>
                <a:lnTo>
                  <a:pt x="114" y="228"/>
                </a:lnTo>
                <a:close/>
              </a:path>
            </a:pathLst>
          </a:custGeom>
          <a:solidFill>
            <a:srgbClr val="AC4243"/>
          </a:solidFill>
          <a:ln>
            <a:noFill/>
          </a:ln>
        </p:spPr>
        <p:txBody>
          <a:bodyPr/>
          <a:lstStyle/>
          <a:p>
            <a:endParaRPr lang="zh-CN" altLang="en-US"/>
          </a:p>
        </p:txBody>
      </p:sp>
      <p:sp>
        <p:nvSpPr>
          <p:cNvPr id="23" name="Freeform 35"/>
          <p:cNvSpPr>
            <a:spLocks noEditPoints="1"/>
          </p:cNvSpPr>
          <p:nvPr/>
        </p:nvSpPr>
        <p:spPr bwMode="auto">
          <a:xfrm>
            <a:off x="6840885" y="3998106"/>
            <a:ext cx="311684" cy="311713"/>
          </a:xfrm>
          <a:custGeom>
            <a:avLst/>
            <a:gdLst>
              <a:gd name="T0" fmla="*/ 87 w 105"/>
              <a:gd name="T1" fmla="*/ 1 h 105"/>
              <a:gd name="T2" fmla="*/ 91 w 105"/>
              <a:gd name="T3" fmla="*/ 2 h 105"/>
              <a:gd name="T4" fmla="*/ 91 w 105"/>
              <a:gd name="T5" fmla="*/ 2 h 105"/>
              <a:gd name="T6" fmla="*/ 103 w 105"/>
              <a:gd name="T7" fmla="*/ 14 h 105"/>
              <a:gd name="T8" fmla="*/ 103 w 105"/>
              <a:gd name="T9" fmla="*/ 14 h 105"/>
              <a:gd name="T10" fmla="*/ 104 w 105"/>
              <a:gd name="T11" fmla="*/ 18 h 105"/>
              <a:gd name="T12" fmla="*/ 89 w 105"/>
              <a:gd name="T13" fmla="*/ 32 h 105"/>
              <a:gd name="T14" fmla="*/ 77 w 105"/>
              <a:gd name="T15" fmla="*/ 34 h 105"/>
              <a:gd name="T16" fmla="*/ 74 w 105"/>
              <a:gd name="T17" fmla="*/ 76 h 105"/>
              <a:gd name="T18" fmla="*/ 52 w 105"/>
              <a:gd name="T19" fmla="*/ 85 h 105"/>
              <a:gd name="T20" fmla="*/ 20 w 105"/>
              <a:gd name="T21" fmla="*/ 53 h 105"/>
              <a:gd name="T22" fmla="*/ 52 w 105"/>
              <a:gd name="T23" fmla="*/ 21 h 105"/>
              <a:gd name="T24" fmla="*/ 75 w 105"/>
              <a:gd name="T25" fmla="*/ 24 h 105"/>
              <a:gd name="T26" fmla="*/ 74 w 105"/>
              <a:gd name="T27" fmla="*/ 14 h 105"/>
              <a:gd name="T28" fmla="*/ 93 w 105"/>
              <a:gd name="T29" fmla="*/ 41 h 105"/>
              <a:gd name="T30" fmla="*/ 101 w 105"/>
              <a:gd name="T31" fmla="*/ 38 h 105"/>
              <a:gd name="T32" fmla="*/ 103 w 105"/>
              <a:gd name="T33" fmla="*/ 53 h 105"/>
              <a:gd name="T34" fmla="*/ 52 w 105"/>
              <a:gd name="T35" fmla="*/ 105 h 105"/>
              <a:gd name="T36" fmla="*/ 0 w 105"/>
              <a:gd name="T37" fmla="*/ 53 h 105"/>
              <a:gd name="T38" fmla="*/ 52 w 105"/>
              <a:gd name="T39" fmla="*/ 2 h 105"/>
              <a:gd name="T40" fmla="*/ 67 w 105"/>
              <a:gd name="T41" fmla="*/ 4 h 105"/>
              <a:gd name="T42" fmla="*/ 64 w 105"/>
              <a:gd name="T43" fmla="*/ 12 h 105"/>
              <a:gd name="T44" fmla="*/ 52 w 105"/>
              <a:gd name="T45" fmla="*/ 10 h 105"/>
              <a:gd name="T46" fmla="*/ 9 w 105"/>
              <a:gd name="T47" fmla="*/ 53 h 105"/>
              <a:gd name="T48" fmla="*/ 52 w 105"/>
              <a:gd name="T49" fmla="*/ 96 h 105"/>
              <a:gd name="T50" fmla="*/ 95 w 105"/>
              <a:gd name="T51" fmla="*/ 53 h 105"/>
              <a:gd name="T52" fmla="*/ 93 w 105"/>
              <a:gd name="T53" fmla="*/ 41 h 105"/>
              <a:gd name="T54" fmla="*/ 52 w 105"/>
              <a:gd name="T55" fmla="*/ 38 h 105"/>
              <a:gd name="T56" fmla="*/ 68 w 105"/>
              <a:gd name="T57" fmla="*/ 31 h 105"/>
              <a:gd name="T58" fmla="*/ 33 w 105"/>
              <a:gd name="T59" fmla="*/ 34 h 105"/>
              <a:gd name="T60" fmla="*/ 33 w 105"/>
              <a:gd name="T61" fmla="*/ 34 h 105"/>
              <a:gd name="T62" fmla="*/ 33 w 105"/>
              <a:gd name="T63" fmla="*/ 72 h 105"/>
              <a:gd name="T64" fmla="*/ 71 w 105"/>
              <a:gd name="T65" fmla="*/ 72 h 105"/>
              <a:gd name="T66" fmla="*/ 79 w 105"/>
              <a:gd name="T67" fmla="*/ 53 h 105"/>
              <a:gd name="T68" fmla="*/ 65 w 105"/>
              <a:gd name="T69" fmla="*/ 46 h 105"/>
              <a:gd name="T70" fmla="*/ 62 w 105"/>
              <a:gd name="T71" fmla="*/ 64 h 105"/>
              <a:gd name="T72" fmla="*/ 52 w 105"/>
              <a:gd name="T73" fmla="*/ 68 h 105"/>
              <a:gd name="T74" fmla="*/ 37 w 105"/>
              <a:gd name="T75" fmla="*/ 53 h 105"/>
              <a:gd name="T76" fmla="*/ 41 w 105"/>
              <a:gd name="T77" fmla="*/ 43 h 105"/>
              <a:gd name="T78" fmla="*/ 55 w 105"/>
              <a:gd name="T79" fmla="*/ 44 h 105"/>
              <a:gd name="T80" fmla="*/ 52 w 105"/>
              <a:gd name="T81" fmla="*/ 43 h 105"/>
              <a:gd name="T82" fmla="*/ 42 w 105"/>
              <a:gd name="T83" fmla="*/ 53 h 105"/>
              <a:gd name="T84" fmla="*/ 52 w 105"/>
              <a:gd name="T85" fmla="*/ 63 h 105"/>
              <a:gd name="T86" fmla="*/ 59 w 105"/>
              <a:gd name="T87" fmla="*/ 60 h 105"/>
              <a:gd name="T88" fmla="*/ 61 w 105"/>
              <a:gd name="T89" fmla="*/ 50 h 105"/>
              <a:gd name="T90" fmla="*/ 49 w 105"/>
              <a:gd name="T91" fmla="*/ 56 h 105"/>
              <a:gd name="T92" fmla="*/ 55 w 105"/>
              <a:gd name="T93" fmla="*/ 44 h 105"/>
              <a:gd name="T94" fmla="*/ 88 w 105"/>
              <a:gd name="T95" fmla="*/ 7 h 105"/>
              <a:gd name="T96" fmla="*/ 80 w 105"/>
              <a:gd name="T97" fmla="*/ 22 h 105"/>
              <a:gd name="T98" fmla="*/ 88 w 105"/>
              <a:gd name="T99" fmla="*/ 7 h 105"/>
              <a:gd name="T100" fmla="*/ 93 w 105"/>
              <a:gd name="T101" fmla="*/ 16 h 105"/>
              <a:gd name="T102" fmla="*/ 89 w 105"/>
              <a:gd name="T103" fmla="*/ 27 h 105"/>
              <a:gd name="T104" fmla="*/ 93 w 105"/>
              <a:gd name="T105" fmla="*/ 16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5" h="105">
                <a:moveTo>
                  <a:pt x="74" y="14"/>
                </a:moveTo>
                <a:cubicBezTo>
                  <a:pt x="87" y="1"/>
                  <a:pt x="87" y="1"/>
                  <a:pt x="87" y="1"/>
                </a:cubicBezTo>
                <a:cubicBezTo>
                  <a:pt x="88" y="0"/>
                  <a:pt x="90" y="0"/>
                  <a:pt x="91" y="1"/>
                </a:cubicBezTo>
                <a:cubicBezTo>
                  <a:pt x="91" y="1"/>
                  <a:pt x="91" y="1"/>
                  <a:pt x="91" y="2"/>
                </a:cubicBezTo>
                <a:cubicBezTo>
                  <a:pt x="91" y="2"/>
                  <a:pt x="91" y="2"/>
                  <a:pt x="91" y="2"/>
                </a:cubicBezTo>
                <a:cubicBezTo>
                  <a:pt x="91" y="2"/>
                  <a:pt x="91" y="2"/>
                  <a:pt x="91" y="2"/>
                </a:cubicBezTo>
                <a:cubicBezTo>
                  <a:pt x="94" y="11"/>
                  <a:pt x="94" y="11"/>
                  <a:pt x="94" y="11"/>
                </a:cubicBezTo>
                <a:cubicBezTo>
                  <a:pt x="103" y="14"/>
                  <a:pt x="103" y="14"/>
                  <a:pt x="103" y="14"/>
                </a:cubicBezTo>
                <a:cubicBezTo>
                  <a:pt x="103" y="14"/>
                  <a:pt x="103" y="14"/>
                  <a:pt x="103" y="14"/>
                </a:cubicBezTo>
                <a:cubicBezTo>
                  <a:pt x="103" y="14"/>
                  <a:pt x="103" y="14"/>
                  <a:pt x="103" y="14"/>
                </a:cubicBezTo>
                <a:cubicBezTo>
                  <a:pt x="104" y="14"/>
                  <a:pt x="104" y="14"/>
                  <a:pt x="104" y="14"/>
                </a:cubicBezTo>
                <a:cubicBezTo>
                  <a:pt x="105" y="15"/>
                  <a:pt x="105" y="17"/>
                  <a:pt x="104" y="18"/>
                </a:cubicBezTo>
                <a:cubicBezTo>
                  <a:pt x="91" y="31"/>
                  <a:pt x="91" y="31"/>
                  <a:pt x="91" y="31"/>
                </a:cubicBezTo>
                <a:cubicBezTo>
                  <a:pt x="90" y="32"/>
                  <a:pt x="89" y="32"/>
                  <a:pt x="89" y="32"/>
                </a:cubicBezTo>
                <a:cubicBezTo>
                  <a:pt x="81" y="30"/>
                  <a:pt x="81" y="30"/>
                  <a:pt x="81" y="30"/>
                </a:cubicBezTo>
                <a:cubicBezTo>
                  <a:pt x="77" y="34"/>
                  <a:pt x="77" y="34"/>
                  <a:pt x="77" y="34"/>
                </a:cubicBezTo>
                <a:cubicBezTo>
                  <a:pt x="81" y="39"/>
                  <a:pt x="84" y="46"/>
                  <a:pt x="84" y="53"/>
                </a:cubicBezTo>
                <a:cubicBezTo>
                  <a:pt x="84" y="62"/>
                  <a:pt x="80" y="70"/>
                  <a:pt x="74" y="76"/>
                </a:cubicBezTo>
                <a:cubicBezTo>
                  <a:pt x="74" y="76"/>
                  <a:pt x="74" y="76"/>
                  <a:pt x="74" y="76"/>
                </a:cubicBezTo>
                <a:cubicBezTo>
                  <a:pt x="69" y="82"/>
                  <a:pt x="61" y="85"/>
                  <a:pt x="52" y="85"/>
                </a:cubicBezTo>
                <a:cubicBezTo>
                  <a:pt x="43" y="85"/>
                  <a:pt x="35" y="82"/>
                  <a:pt x="29" y="76"/>
                </a:cubicBezTo>
                <a:cubicBezTo>
                  <a:pt x="23" y="70"/>
                  <a:pt x="20" y="62"/>
                  <a:pt x="20" y="53"/>
                </a:cubicBezTo>
                <a:cubicBezTo>
                  <a:pt x="20" y="44"/>
                  <a:pt x="23" y="36"/>
                  <a:pt x="29" y="31"/>
                </a:cubicBezTo>
                <a:cubicBezTo>
                  <a:pt x="35" y="25"/>
                  <a:pt x="43" y="21"/>
                  <a:pt x="52" y="21"/>
                </a:cubicBezTo>
                <a:cubicBezTo>
                  <a:pt x="59" y="21"/>
                  <a:pt x="66" y="24"/>
                  <a:pt x="71" y="28"/>
                </a:cubicBezTo>
                <a:cubicBezTo>
                  <a:pt x="75" y="24"/>
                  <a:pt x="75" y="24"/>
                  <a:pt x="75" y="24"/>
                </a:cubicBezTo>
                <a:cubicBezTo>
                  <a:pt x="73" y="16"/>
                  <a:pt x="73" y="16"/>
                  <a:pt x="73" y="16"/>
                </a:cubicBezTo>
                <a:cubicBezTo>
                  <a:pt x="73" y="16"/>
                  <a:pt x="73" y="15"/>
                  <a:pt x="74" y="14"/>
                </a:cubicBezTo>
                <a:close/>
                <a:moveTo>
                  <a:pt x="93" y="41"/>
                </a:moveTo>
                <a:cubicBezTo>
                  <a:pt x="93" y="41"/>
                  <a:pt x="93" y="41"/>
                  <a:pt x="93" y="41"/>
                </a:cubicBezTo>
                <a:cubicBezTo>
                  <a:pt x="93" y="38"/>
                  <a:pt x="94" y="36"/>
                  <a:pt x="96" y="35"/>
                </a:cubicBezTo>
                <a:cubicBezTo>
                  <a:pt x="98" y="35"/>
                  <a:pt x="101" y="36"/>
                  <a:pt x="101" y="38"/>
                </a:cubicBezTo>
                <a:cubicBezTo>
                  <a:pt x="102" y="41"/>
                  <a:pt x="102" y="43"/>
                  <a:pt x="103" y="46"/>
                </a:cubicBezTo>
                <a:cubicBezTo>
                  <a:pt x="103" y="48"/>
                  <a:pt x="103" y="51"/>
                  <a:pt x="103" y="53"/>
                </a:cubicBezTo>
                <a:cubicBezTo>
                  <a:pt x="103" y="67"/>
                  <a:pt x="98" y="80"/>
                  <a:pt x="88" y="90"/>
                </a:cubicBezTo>
                <a:cubicBezTo>
                  <a:pt x="79" y="99"/>
                  <a:pt x="66" y="105"/>
                  <a:pt x="52" y="105"/>
                </a:cubicBezTo>
                <a:cubicBezTo>
                  <a:pt x="38" y="105"/>
                  <a:pt x="25" y="99"/>
                  <a:pt x="15" y="90"/>
                </a:cubicBezTo>
                <a:cubicBezTo>
                  <a:pt x="6" y="80"/>
                  <a:pt x="0" y="67"/>
                  <a:pt x="0" y="53"/>
                </a:cubicBezTo>
                <a:cubicBezTo>
                  <a:pt x="0" y="39"/>
                  <a:pt x="6" y="26"/>
                  <a:pt x="15" y="17"/>
                </a:cubicBezTo>
                <a:cubicBezTo>
                  <a:pt x="25" y="7"/>
                  <a:pt x="38" y="2"/>
                  <a:pt x="52" y="2"/>
                </a:cubicBezTo>
                <a:cubicBezTo>
                  <a:pt x="54" y="2"/>
                  <a:pt x="57" y="2"/>
                  <a:pt x="59" y="2"/>
                </a:cubicBezTo>
                <a:cubicBezTo>
                  <a:pt x="62" y="3"/>
                  <a:pt x="64" y="3"/>
                  <a:pt x="67" y="4"/>
                </a:cubicBezTo>
                <a:cubicBezTo>
                  <a:pt x="69" y="4"/>
                  <a:pt x="70" y="7"/>
                  <a:pt x="70" y="9"/>
                </a:cubicBezTo>
                <a:cubicBezTo>
                  <a:pt x="69" y="11"/>
                  <a:pt x="67" y="12"/>
                  <a:pt x="64" y="12"/>
                </a:cubicBezTo>
                <a:cubicBezTo>
                  <a:pt x="62" y="11"/>
                  <a:pt x="60" y="11"/>
                  <a:pt x="58" y="10"/>
                </a:cubicBezTo>
                <a:cubicBezTo>
                  <a:pt x="56" y="10"/>
                  <a:pt x="54" y="10"/>
                  <a:pt x="52" y="10"/>
                </a:cubicBezTo>
                <a:cubicBezTo>
                  <a:pt x="40" y="10"/>
                  <a:pt x="29" y="15"/>
                  <a:pt x="21" y="22"/>
                </a:cubicBezTo>
                <a:cubicBezTo>
                  <a:pt x="13" y="30"/>
                  <a:pt x="9" y="41"/>
                  <a:pt x="9" y="53"/>
                </a:cubicBezTo>
                <a:cubicBezTo>
                  <a:pt x="9" y="65"/>
                  <a:pt x="13" y="76"/>
                  <a:pt x="21" y="84"/>
                </a:cubicBezTo>
                <a:cubicBezTo>
                  <a:pt x="29" y="92"/>
                  <a:pt x="40" y="96"/>
                  <a:pt x="52" y="96"/>
                </a:cubicBezTo>
                <a:cubicBezTo>
                  <a:pt x="64" y="96"/>
                  <a:pt x="75" y="92"/>
                  <a:pt x="82" y="84"/>
                </a:cubicBezTo>
                <a:cubicBezTo>
                  <a:pt x="90" y="76"/>
                  <a:pt x="95" y="65"/>
                  <a:pt x="95" y="53"/>
                </a:cubicBezTo>
                <a:cubicBezTo>
                  <a:pt x="95" y="51"/>
                  <a:pt x="95" y="49"/>
                  <a:pt x="95" y="47"/>
                </a:cubicBezTo>
                <a:cubicBezTo>
                  <a:pt x="94" y="45"/>
                  <a:pt x="94" y="43"/>
                  <a:pt x="93" y="41"/>
                </a:cubicBezTo>
                <a:close/>
                <a:moveTo>
                  <a:pt x="52" y="38"/>
                </a:moveTo>
                <a:cubicBezTo>
                  <a:pt x="52" y="38"/>
                  <a:pt x="52" y="38"/>
                  <a:pt x="52" y="38"/>
                </a:cubicBezTo>
                <a:cubicBezTo>
                  <a:pt x="54" y="38"/>
                  <a:pt x="57" y="39"/>
                  <a:pt x="59" y="40"/>
                </a:cubicBezTo>
                <a:cubicBezTo>
                  <a:pt x="68" y="31"/>
                  <a:pt x="68" y="31"/>
                  <a:pt x="68" y="31"/>
                </a:cubicBezTo>
                <a:cubicBezTo>
                  <a:pt x="63" y="28"/>
                  <a:pt x="58" y="26"/>
                  <a:pt x="52" y="26"/>
                </a:cubicBezTo>
                <a:cubicBezTo>
                  <a:pt x="44" y="26"/>
                  <a:pt x="38" y="29"/>
                  <a:pt x="33" y="34"/>
                </a:cubicBezTo>
                <a:cubicBezTo>
                  <a:pt x="33" y="34"/>
                  <a:pt x="33" y="34"/>
                  <a:pt x="33" y="34"/>
                </a:cubicBezTo>
                <a:cubicBezTo>
                  <a:pt x="33" y="34"/>
                  <a:pt x="33" y="34"/>
                  <a:pt x="33" y="34"/>
                </a:cubicBezTo>
                <a:cubicBezTo>
                  <a:pt x="28" y="39"/>
                  <a:pt x="25" y="46"/>
                  <a:pt x="25" y="53"/>
                </a:cubicBezTo>
                <a:cubicBezTo>
                  <a:pt x="25" y="61"/>
                  <a:pt x="28" y="67"/>
                  <a:pt x="33" y="72"/>
                </a:cubicBezTo>
                <a:cubicBezTo>
                  <a:pt x="38" y="77"/>
                  <a:pt x="44" y="80"/>
                  <a:pt x="52" y="80"/>
                </a:cubicBezTo>
                <a:cubicBezTo>
                  <a:pt x="59" y="80"/>
                  <a:pt x="66" y="77"/>
                  <a:pt x="71" y="72"/>
                </a:cubicBezTo>
                <a:cubicBezTo>
                  <a:pt x="71" y="72"/>
                  <a:pt x="71" y="72"/>
                  <a:pt x="71" y="72"/>
                </a:cubicBezTo>
                <a:cubicBezTo>
                  <a:pt x="76" y="67"/>
                  <a:pt x="79" y="61"/>
                  <a:pt x="79" y="53"/>
                </a:cubicBezTo>
                <a:cubicBezTo>
                  <a:pt x="79" y="47"/>
                  <a:pt x="77" y="42"/>
                  <a:pt x="74" y="37"/>
                </a:cubicBezTo>
                <a:cubicBezTo>
                  <a:pt x="65" y="46"/>
                  <a:pt x="65" y="46"/>
                  <a:pt x="65" y="46"/>
                </a:cubicBezTo>
                <a:cubicBezTo>
                  <a:pt x="66" y="48"/>
                  <a:pt x="67" y="51"/>
                  <a:pt x="67" y="53"/>
                </a:cubicBezTo>
                <a:cubicBezTo>
                  <a:pt x="67" y="57"/>
                  <a:pt x="65" y="61"/>
                  <a:pt x="62" y="64"/>
                </a:cubicBezTo>
                <a:cubicBezTo>
                  <a:pt x="62" y="64"/>
                  <a:pt x="62" y="64"/>
                  <a:pt x="62" y="64"/>
                </a:cubicBezTo>
                <a:cubicBezTo>
                  <a:pt x="60" y="66"/>
                  <a:pt x="56" y="68"/>
                  <a:pt x="52" y="68"/>
                </a:cubicBezTo>
                <a:cubicBezTo>
                  <a:pt x="48" y="68"/>
                  <a:pt x="44" y="66"/>
                  <a:pt x="41" y="64"/>
                </a:cubicBezTo>
                <a:cubicBezTo>
                  <a:pt x="39" y="61"/>
                  <a:pt x="37" y="57"/>
                  <a:pt x="37" y="53"/>
                </a:cubicBezTo>
                <a:cubicBezTo>
                  <a:pt x="37" y="49"/>
                  <a:pt x="39" y="45"/>
                  <a:pt x="41" y="43"/>
                </a:cubicBezTo>
                <a:cubicBezTo>
                  <a:pt x="41" y="43"/>
                  <a:pt x="41" y="43"/>
                  <a:pt x="41" y="43"/>
                </a:cubicBezTo>
                <a:cubicBezTo>
                  <a:pt x="44" y="40"/>
                  <a:pt x="48" y="38"/>
                  <a:pt x="52" y="38"/>
                </a:cubicBezTo>
                <a:close/>
                <a:moveTo>
                  <a:pt x="55" y="44"/>
                </a:moveTo>
                <a:cubicBezTo>
                  <a:pt x="55" y="44"/>
                  <a:pt x="55" y="44"/>
                  <a:pt x="55" y="44"/>
                </a:cubicBezTo>
                <a:cubicBezTo>
                  <a:pt x="54" y="43"/>
                  <a:pt x="53" y="43"/>
                  <a:pt x="52" y="43"/>
                </a:cubicBezTo>
                <a:cubicBezTo>
                  <a:pt x="49" y="43"/>
                  <a:pt x="47" y="44"/>
                  <a:pt x="45" y="46"/>
                </a:cubicBezTo>
                <a:cubicBezTo>
                  <a:pt x="43" y="48"/>
                  <a:pt x="42" y="50"/>
                  <a:pt x="42" y="53"/>
                </a:cubicBezTo>
                <a:cubicBezTo>
                  <a:pt x="42" y="56"/>
                  <a:pt x="43" y="58"/>
                  <a:pt x="45" y="60"/>
                </a:cubicBezTo>
                <a:cubicBezTo>
                  <a:pt x="47" y="62"/>
                  <a:pt x="49" y="63"/>
                  <a:pt x="52" y="63"/>
                </a:cubicBezTo>
                <a:cubicBezTo>
                  <a:pt x="55" y="63"/>
                  <a:pt x="57" y="62"/>
                  <a:pt x="59" y="60"/>
                </a:cubicBezTo>
                <a:cubicBezTo>
                  <a:pt x="59" y="60"/>
                  <a:pt x="59" y="60"/>
                  <a:pt x="59" y="60"/>
                </a:cubicBezTo>
                <a:cubicBezTo>
                  <a:pt x="61" y="58"/>
                  <a:pt x="62" y="56"/>
                  <a:pt x="62" y="53"/>
                </a:cubicBezTo>
                <a:cubicBezTo>
                  <a:pt x="62" y="52"/>
                  <a:pt x="61" y="51"/>
                  <a:pt x="61" y="50"/>
                </a:cubicBezTo>
                <a:cubicBezTo>
                  <a:pt x="55" y="56"/>
                  <a:pt x="55" y="56"/>
                  <a:pt x="55" y="56"/>
                </a:cubicBezTo>
                <a:cubicBezTo>
                  <a:pt x="53" y="58"/>
                  <a:pt x="51" y="58"/>
                  <a:pt x="49" y="56"/>
                </a:cubicBezTo>
                <a:cubicBezTo>
                  <a:pt x="47" y="54"/>
                  <a:pt x="47" y="52"/>
                  <a:pt x="49" y="50"/>
                </a:cubicBezTo>
                <a:cubicBezTo>
                  <a:pt x="55" y="44"/>
                  <a:pt x="55" y="44"/>
                  <a:pt x="55" y="44"/>
                </a:cubicBezTo>
                <a:close/>
                <a:moveTo>
                  <a:pt x="88" y="7"/>
                </a:moveTo>
                <a:cubicBezTo>
                  <a:pt x="88" y="7"/>
                  <a:pt x="88" y="7"/>
                  <a:pt x="88" y="7"/>
                </a:cubicBezTo>
                <a:cubicBezTo>
                  <a:pt x="78" y="17"/>
                  <a:pt x="78" y="17"/>
                  <a:pt x="78" y="17"/>
                </a:cubicBezTo>
                <a:cubicBezTo>
                  <a:pt x="80" y="22"/>
                  <a:pt x="80" y="22"/>
                  <a:pt x="80" y="22"/>
                </a:cubicBezTo>
                <a:cubicBezTo>
                  <a:pt x="89" y="12"/>
                  <a:pt x="89" y="12"/>
                  <a:pt x="89" y="12"/>
                </a:cubicBezTo>
                <a:cubicBezTo>
                  <a:pt x="88" y="7"/>
                  <a:pt x="88" y="7"/>
                  <a:pt x="88" y="7"/>
                </a:cubicBezTo>
                <a:close/>
                <a:moveTo>
                  <a:pt x="93" y="16"/>
                </a:moveTo>
                <a:cubicBezTo>
                  <a:pt x="93" y="16"/>
                  <a:pt x="93" y="16"/>
                  <a:pt x="93" y="16"/>
                </a:cubicBezTo>
                <a:cubicBezTo>
                  <a:pt x="83" y="25"/>
                  <a:pt x="83" y="25"/>
                  <a:pt x="83" y="25"/>
                </a:cubicBezTo>
                <a:cubicBezTo>
                  <a:pt x="89" y="27"/>
                  <a:pt x="89" y="27"/>
                  <a:pt x="89" y="27"/>
                </a:cubicBezTo>
                <a:cubicBezTo>
                  <a:pt x="98" y="17"/>
                  <a:pt x="98" y="17"/>
                  <a:pt x="98" y="17"/>
                </a:cubicBezTo>
                <a:cubicBezTo>
                  <a:pt x="93" y="16"/>
                  <a:pt x="93" y="16"/>
                  <a:pt x="93" y="16"/>
                </a:cubicBezTo>
                <a:close/>
              </a:path>
            </a:pathLst>
          </a:custGeom>
          <a:solidFill>
            <a:schemeClr val="bg1"/>
          </a:solidFill>
          <a:ln>
            <a:noFill/>
          </a:ln>
        </p:spPr>
        <p:txBody>
          <a:bodyPr/>
          <a:lstStyle/>
          <a:p>
            <a:endParaRPr lang="zh-CN" altLang="en-US"/>
          </a:p>
        </p:txBody>
      </p:sp>
      <p:sp>
        <p:nvSpPr>
          <p:cNvPr id="24" name="Freeform 36"/>
          <p:cNvSpPr>
            <a:spLocks noEditPoints="1"/>
          </p:cNvSpPr>
          <p:nvPr/>
        </p:nvSpPr>
        <p:spPr bwMode="auto">
          <a:xfrm>
            <a:off x="4124852" y="4020504"/>
            <a:ext cx="295819" cy="292581"/>
          </a:xfrm>
          <a:custGeom>
            <a:avLst/>
            <a:gdLst>
              <a:gd name="T0" fmla="*/ 20 w 99"/>
              <a:gd name="T1" fmla="*/ 37 h 98"/>
              <a:gd name="T2" fmla="*/ 21 w 99"/>
              <a:gd name="T3" fmla="*/ 28 h 98"/>
              <a:gd name="T4" fmla="*/ 25 w 99"/>
              <a:gd name="T5" fmla="*/ 24 h 98"/>
              <a:gd name="T6" fmla="*/ 29 w 99"/>
              <a:gd name="T7" fmla="*/ 21 h 98"/>
              <a:gd name="T8" fmla="*/ 37 w 99"/>
              <a:gd name="T9" fmla="*/ 19 h 98"/>
              <a:gd name="T10" fmla="*/ 32 w 99"/>
              <a:gd name="T11" fmla="*/ 25 h 98"/>
              <a:gd name="T12" fmla="*/ 25 w 99"/>
              <a:gd name="T13" fmla="*/ 31 h 98"/>
              <a:gd name="T14" fmla="*/ 79 w 99"/>
              <a:gd name="T15" fmla="*/ 73 h 98"/>
              <a:gd name="T16" fmla="*/ 97 w 99"/>
              <a:gd name="T17" fmla="*/ 91 h 98"/>
              <a:gd name="T18" fmla="*/ 91 w 99"/>
              <a:gd name="T19" fmla="*/ 96 h 98"/>
              <a:gd name="T20" fmla="*/ 62 w 99"/>
              <a:gd name="T21" fmla="*/ 86 h 98"/>
              <a:gd name="T22" fmla="*/ 28 w 99"/>
              <a:gd name="T23" fmla="*/ 86 h 98"/>
              <a:gd name="T24" fmla="*/ 14 w 99"/>
              <a:gd name="T25" fmla="*/ 76 h 98"/>
              <a:gd name="T26" fmla="*/ 4 w 99"/>
              <a:gd name="T27" fmla="*/ 62 h 98"/>
              <a:gd name="T28" fmla="*/ 0 w 99"/>
              <a:gd name="T29" fmla="*/ 45 h 98"/>
              <a:gd name="T30" fmla="*/ 14 w 99"/>
              <a:gd name="T31" fmla="*/ 13 h 98"/>
              <a:gd name="T32" fmla="*/ 62 w 99"/>
              <a:gd name="T33" fmla="*/ 3 h 98"/>
              <a:gd name="T34" fmla="*/ 77 w 99"/>
              <a:gd name="T35" fmla="*/ 13 h 98"/>
              <a:gd name="T36" fmla="*/ 86 w 99"/>
              <a:gd name="T37" fmla="*/ 28 h 98"/>
              <a:gd name="T38" fmla="*/ 90 w 99"/>
              <a:gd name="T39" fmla="*/ 45 h 98"/>
              <a:gd name="T40" fmla="*/ 79 w 99"/>
              <a:gd name="T41" fmla="*/ 73 h 98"/>
              <a:gd name="T42" fmla="*/ 59 w 99"/>
              <a:gd name="T43" fmla="*/ 11 h 98"/>
              <a:gd name="T44" fmla="*/ 19 w 99"/>
              <a:gd name="T45" fmla="*/ 19 h 98"/>
              <a:gd name="T46" fmla="*/ 9 w 99"/>
              <a:gd name="T47" fmla="*/ 45 h 98"/>
              <a:gd name="T48" fmla="*/ 11 w 99"/>
              <a:gd name="T49" fmla="*/ 58 h 98"/>
              <a:gd name="T50" fmla="*/ 19 w 99"/>
              <a:gd name="T51" fmla="*/ 70 h 98"/>
              <a:gd name="T52" fmla="*/ 31 w 99"/>
              <a:gd name="T53" fmla="*/ 78 h 98"/>
              <a:gd name="T54" fmla="*/ 45 w 99"/>
              <a:gd name="T55" fmla="*/ 81 h 98"/>
              <a:gd name="T56" fmla="*/ 71 w 99"/>
              <a:gd name="T57" fmla="*/ 70 h 98"/>
              <a:gd name="T58" fmla="*/ 71 w 99"/>
              <a:gd name="T59" fmla="*/ 70 h 98"/>
              <a:gd name="T60" fmla="*/ 81 w 99"/>
              <a:gd name="T61" fmla="*/ 45 h 98"/>
              <a:gd name="T62" fmla="*/ 79 w 99"/>
              <a:gd name="T63" fmla="*/ 31 h 98"/>
              <a:gd name="T64" fmla="*/ 71 w 99"/>
              <a:gd name="T65" fmla="*/ 19 h 98"/>
              <a:gd name="T66" fmla="*/ 69 w 99"/>
              <a:gd name="T67" fmla="*/ 45 h 98"/>
              <a:gd name="T68" fmla="*/ 71 w 99"/>
              <a:gd name="T69" fmla="*/ 42 h 98"/>
              <a:gd name="T70" fmla="*/ 72 w 99"/>
              <a:gd name="T71" fmla="*/ 56 h 98"/>
              <a:gd name="T72" fmla="*/ 65 w 99"/>
              <a:gd name="T73" fmla="*/ 65 h 98"/>
              <a:gd name="T74" fmla="*/ 45 w 99"/>
              <a:gd name="T75" fmla="*/ 73 h 98"/>
              <a:gd name="T76" fmla="*/ 45 w 99"/>
              <a:gd name="T77" fmla="*/ 69 h 98"/>
              <a:gd name="T78" fmla="*/ 62 w 99"/>
              <a:gd name="T79" fmla="*/ 61 h 98"/>
              <a:gd name="T80" fmla="*/ 67 w 99"/>
              <a:gd name="T81" fmla="*/ 5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9" h="98">
                <a:moveTo>
                  <a:pt x="23" y="35"/>
                </a:moveTo>
                <a:cubicBezTo>
                  <a:pt x="22" y="36"/>
                  <a:pt x="21" y="37"/>
                  <a:pt x="20" y="37"/>
                </a:cubicBezTo>
                <a:cubicBezTo>
                  <a:pt x="19" y="36"/>
                  <a:pt x="18" y="35"/>
                  <a:pt x="18" y="33"/>
                </a:cubicBezTo>
                <a:cubicBezTo>
                  <a:pt x="19" y="32"/>
                  <a:pt x="20" y="30"/>
                  <a:pt x="21" y="28"/>
                </a:cubicBezTo>
                <a:cubicBezTo>
                  <a:pt x="22" y="27"/>
                  <a:pt x="23" y="25"/>
                  <a:pt x="25" y="24"/>
                </a:cubicBezTo>
                <a:cubicBezTo>
                  <a:pt x="25" y="24"/>
                  <a:pt x="25" y="24"/>
                  <a:pt x="25" y="24"/>
                </a:cubicBezTo>
                <a:cubicBezTo>
                  <a:pt x="25" y="24"/>
                  <a:pt x="25" y="24"/>
                  <a:pt x="25" y="24"/>
                </a:cubicBezTo>
                <a:cubicBezTo>
                  <a:pt x="26" y="23"/>
                  <a:pt x="27" y="22"/>
                  <a:pt x="29" y="21"/>
                </a:cubicBezTo>
                <a:cubicBezTo>
                  <a:pt x="30" y="20"/>
                  <a:pt x="32" y="19"/>
                  <a:pt x="34" y="18"/>
                </a:cubicBezTo>
                <a:cubicBezTo>
                  <a:pt x="35" y="17"/>
                  <a:pt x="37" y="18"/>
                  <a:pt x="37" y="19"/>
                </a:cubicBezTo>
                <a:cubicBezTo>
                  <a:pt x="38" y="21"/>
                  <a:pt x="37" y="22"/>
                  <a:pt x="36" y="22"/>
                </a:cubicBezTo>
                <a:cubicBezTo>
                  <a:pt x="34" y="23"/>
                  <a:pt x="33" y="24"/>
                  <a:pt x="32" y="25"/>
                </a:cubicBezTo>
                <a:cubicBezTo>
                  <a:pt x="30" y="26"/>
                  <a:pt x="29" y="26"/>
                  <a:pt x="28" y="28"/>
                </a:cubicBezTo>
                <a:cubicBezTo>
                  <a:pt x="27" y="29"/>
                  <a:pt x="26" y="30"/>
                  <a:pt x="25" y="31"/>
                </a:cubicBezTo>
                <a:cubicBezTo>
                  <a:pt x="24" y="32"/>
                  <a:pt x="24" y="34"/>
                  <a:pt x="23" y="35"/>
                </a:cubicBezTo>
                <a:close/>
                <a:moveTo>
                  <a:pt x="79" y="73"/>
                </a:moveTo>
                <a:cubicBezTo>
                  <a:pt x="79" y="73"/>
                  <a:pt x="79" y="73"/>
                  <a:pt x="79" y="73"/>
                </a:cubicBezTo>
                <a:cubicBezTo>
                  <a:pt x="97" y="91"/>
                  <a:pt x="97" y="91"/>
                  <a:pt x="97" y="91"/>
                </a:cubicBezTo>
                <a:cubicBezTo>
                  <a:pt x="99" y="92"/>
                  <a:pt x="99" y="95"/>
                  <a:pt x="97" y="96"/>
                </a:cubicBezTo>
                <a:cubicBezTo>
                  <a:pt x="95" y="98"/>
                  <a:pt x="93" y="98"/>
                  <a:pt x="91" y="96"/>
                </a:cubicBezTo>
                <a:cubicBezTo>
                  <a:pt x="74" y="79"/>
                  <a:pt x="74" y="79"/>
                  <a:pt x="74" y="79"/>
                </a:cubicBezTo>
                <a:cubicBezTo>
                  <a:pt x="70" y="82"/>
                  <a:pt x="66" y="84"/>
                  <a:pt x="62" y="86"/>
                </a:cubicBezTo>
                <a:cubicBezTo>
                  <a:pt x="57" y="88"/>
                  <a:pt x="51" y="89"/>
                  <a:pt x="45" y="89"/>
                </a:cubicBezTo>
                <a:cubicBezTo>
                  <a:pt x="39" y="89"/>
                  <a:pt x="33" y="88"/>
                  <a:pt x="28" y="86"/>
                </a:cubicBezTo>
                <a:cubicBezTo>
                  <a:pt x="28" y="86"/>
                  <a:pt x="28" y="86"/>
                  <a:pt x="28" y="86"/>
                </a:cubicBezTo>
                <a:cubicBezTo>
                  <a:pt x="23" y="83"/>
                  <a:pt x="18" y="80"/>
                  <a:pt x="14" y="76"/>
                </a:cubicBezTo>
                <a:cubicBezTo>
                  <a:pt x="14" y="76"/>
                  <a:pt x="14" y="76"/>
                  <a:pt x="14" y="76"/>
                </a:cubicBezTo>
                <a:cubicBezTo>
                  <a:pt x="9" y="72"/>
                  <a:pt x="6" y="67"/>
                  <a:pt x="4" y="62"/>
                </a:cubicBezTo>
                <a:cubicBezTo>
                  <a:pt x="4" y="61"/>
                  <a:pt x="4" y="61"/>
                  <a:pt x="4" y="61"/>
                </a:cubicBezTo>
                <a:cubicBezTo>
                  <a:pt x="2" y="56"/>
                  <a:pt x="0" y="50"/>
                  <a:pt x="0" y="45"/>
                </a:cubicBezTo>
                <a:cubicBezTo>
                  <a:pt x="0" y="39"/>
                  <a:pt x="2" y="33"/>
                  <a:pt x="4" y="28"/>
                </a:cubicBezTo>
                <a:cubicBezTo>
                  <a:pt x="6" y="22"/>
                  <a:pt x="9" y="17"/>
                  <a:pt x="14" y="13"/>
                </a:cubicBezTo>
                <a:cubicBezTo>
                  <a:pt x="22" y="5"/>
                  <a:pt x="33" y="0"/>
                  <a:pt x="45" y="0"/>
                </a:cubicBezTo>
                <a:cubicBezTo>
                  <a:pt x="51" y="0"/>
                  <a:pt x="57" y="1"/>
                  <a:pt x="62" y="3"/>
                </a:cubicBezTo>
                <a:cubicBezTo>
                  <a:pt x="62" y="3"/>
                  <a:pt x="62" y="3"/>
                  <a:pt x="62" y="3"/>
                </a:cubicBezTo>
                <a:cubicBezTo>
                  <a:pt x="68" y="6"/>
                  <a:pt x="72" y="9"/>
                  <a:pt x="77" y="13"/>
                </a:cubicBezTo>
                <a:cubicBezTo>
                  <a:pt x="77" y="13"/>
                  <a:pt x="77" y="13"/>
                  <a:pt x="77" y="13"/>
                </a:cubicBezTo>
                <a:cubicBezTo>
                  <a:pt x="81" y="17"/>
                  <a:pt x="84" y="22"/>
                  <a:pt x="86" y="28"/>
                </a:cubicBezTo>
                <a:cubicBezTo>
                  <a:pt x="86" y="28"/>
                  <a:pt x="86" y="28"/>
                  <a:pt x="86" y="28"/>
                </a:cubicBezTo>
                <a:cubicBezTo>
                  <a:pt x="88" y="33"/>
                  <a:pt x="90" y="39"/>
                  <a:pt x="90" y="45"/>
                </a:cubicBezTo>
                <a:cubicBezTo>
                  <a:pt x="90" y="51"/>
                  <a:pt x="88" y="56"/>
                  <a:pt x="86" y="62"/>
                </a:cubicBezTo>
                <a:cubicBezTo>
                  <a:pt x="85" y="66"/>
                  <a:pt x="82" y="70"/>
                  <a:pt x="79" y="73"/>
                </a:cubicBezTo>
                <a:close/>
                <a:moveTo>
                  <a:pt x="59" y="11"/>
                </a:moveTo>
                <a:cubicBezTo>
                  <a:pt x="59" y="11"/>
                  <a:pt x="59" y="11"/>
                  <a:pt x="59" y="11"/>
                </a:cubicBezTo>
                <a:cubicBezTo>
                  <a:pt x="55" y="9"/>
                  <a:pt x="50" y="8"/>
                  <a:pt x="45" y="8"/>
                </a:cubicBezTo>
                <a:cubicBezTo>
                  <a:pt x="35" y="8"/>
                  <a:pt x="26" y="12"/>
                  <a:pt x="19" y="19"/>
                </a:cubicBezTo>
                <a:cubicBezTo>
                  <a:pt x="16" y="22"/>
                  <a:pt x="13" y="26"/>
                  <a:pt x="11" y="31"/>
                </a:cubicBezTo>
                <a:cubicBezTo>
                  <a:pt x="10" y="35"/>
                  <a:pt x="9" y="40"/>
                  <a:pt x="9" y="45"/>
                </a:cubicBezTo>
                <a:cubicBezTo>
                  <a:pt x="9" y="49"/>
                  <a:pt x="10" y="54"/>
                  <a:pt x="11" y="58"/>
                </a:cubicBezTo>
                <a:cubicBezTo>
                  <a:pt x="11" y="58"/>
                  <a:pt x="11" y="58"/>
                  <a:pt x="11" y="58"/>
                </a:cubicBezTo>
                <a:cubicBezTo>
                  <a:pt x="13" y="63"/>
                  <a:pt x="16" y="67"/>
                  <a:pt x="19" y="70"/>
                </a:cubicBezTo>
                <a:cubicBezTo>
                  <a:pt x="19" y="70"/>
                  <a:pt x="19" y="70"/>
                  <a:pt x="19" y="70"/>
                </a:cubicBezTo>
                <a:cubicBezTo>
                  <a:pt x="19" y="70"/>
                  <a:pt x="19" y="70"/>
                  <a:pt x="19" y="70"/>
                </a:cubicBezTo>
                <a:cubicBezTo>
                  <a:pt x="23" y="74"/>
                  <a:pt x="27" y="76"/>
                  <a:pt x="31" y="78"/>
                </a:cubicBezTo>
                <a:cubicBezTo>
                  <a:pt x="31" y="78"/>
                  <a:pt x="31" y="78"/>
                  <a:pt x="31" y="78"/>
                </a:cubicBezTo>
                <a:cubicBezTo>
                  <a:pt x="35" y="80"/>
                  <a:pt x="40" y="81"/>
                  <a:pt x="45" y="81"/>
                </a:cubicBezTo>
                <a:cubicBezTo>
                  <a:pt x="50" y="81"/>
                  <a:pt x="55" y="80"/>
                  <a:pt x="59" y="78"/>
                </a:cubicBezTo>
                <a:cubicBezTo>
                  <a:pt x="63" y="76"/>
                  <a:pt x="67" y="74"/>
                  <a:pt x="71" y="70"/>
                </a:cubicBezTo>
                <a:cubicBezTo>
                  <a:pt x="71" y="70"/>
                  <a:pt x="71" y="70"/>
                  <a:pt x="71" y="70"/>
                </a:cubicBezTo>
                <a:cubicBezTo>
                  <a:pt x="71" y="70"/>
                  <a:pt x="71" y="70"/>
                  <a:pt x="71" y="70"/>
                </a:cubicBezTo>
                <a:cubicBezTo>
                  <a:pt x="74" y="67"/>
                  <a:pt x="77" y="63"/>
                  <a:pt x="79" y="58"/>
                </a:cubicBezTo>
                <a:cubicBezTo>
                  <a:pt x="80" y="54"/>
                  <a:pt x="81" y="49"/>
                  <a:pt x="81" y="45"/>
                </a:cubicBezTo>
                <a:cubicBezTo>
                  <a:pt x="81" y="40"/>
                  <a:pt x="81" y="35"/>
                  <a:pt x="79" y="31"/>
                </a:cubicBezTo>
                <a:cubicBezTo>
                  <a:pt x="79" y="31"/>
                  <a:pt x="79" y="31"/>
                  <a:pt x="79" y="31"/>
                </a:cubicBezTo>
                <a:cubicBezTo>
                  <a:pt x="77" y="26"/>
                  <a:pt x="74" y="22"/>
                  <a:pt x="71" y="19"/>
                </a:cubicBezTo>
                <a:cubicBezTo>
                  <a:pt x="71" y="19"/>
                  <a:pt x="71" y="19"/>
                  <a:pt x="71" y="19"/>
                </a:cubicBezTo>
                <a:cubicBezTo>
                  <a:pt x="67" y="15"/>
                  <a:pt x="63" y="13"/>
                  <a:pt x="59" y="11"/>
                </a:cubicBezTo>
                <a:close/>
                <a:moveTo>
                  <a:pt x="69" y="45"/>
                </a:moveTo>
                <a:cubicBezTo>
                  <a:pt x="69" y="45"/>
                  <a:pt x="69" y="45"/>
                  <a:pt x="69" y="45"/>
                </a:cubicBezTo>
                <a:cubicBezTo>
                  <a:pt x="69" y="43"/>
                  <a:pt x="70" y="42"/>
                  <a:pt x="71" y="42"/>
                </a:cubicBezTo>
                <a:cubicBezTo>
                  <a:pt x="73" y="42"/>
                  <a:pt x="74" y="43"/>
                  <a:pt x="74" y="45"/>
                </a:cubicBezTo>
                <a:cubicBezTo>
                  <a:pt x="74" y="48"/>
                  <a:pt x="73" y="52"/>
                  <a:pt x="72" y="56"/>
                </a:cubicBezTo>
                <a:cubicBezTo>
                  <a:pt x="72" y="56"/>
                  <a:pt x="72" y="56"/>
                  <a:pt x="72" y="56"/>
                </a:cubicBezTo>
                <a:cubicBezTo>
                  <a:pt x="70" y="59"/>
                  <a:pt x="68" y="62"/>
                  <a:pt x="65" y="65"/>
                </a:cubicBezTo>
                <a:cubicBezTo>
                  <a:pt x="63" y="68"/>
                  <a:pt x="59" y="70"/>
                  <a:pt x="56" y="71"/>
                </a:cubicBezTo>
                <a:cubicBezTo>
                  <a:pt x="53" y="73"/>
                  <a:pt x="49" y="73"/>
                  <a:pt x="45" y="73"/>
                </a:cubicBezTo>
                <a:cubicBezTo>
                  <a:pt x="44" y="73"/>
                  <a:pt x="43" y="72"/>
                  <a:pt x="43" y="71"/>
                </a:cubicBezTo>
                <a:cubicBezTo>
                  <a:pt x="43" y="70"/>
                  <a:pt x="44" y="69"/>
                  <a:pt x="45" y="69"/>
                </a:cubicBezTo>
                <a:cubicBezTo>
                  <a:pt x="48" y="69"/>
                  <a:pt x="51" y="68"/>
                  <a:pt x="54" y="67"/>
                </a:cubicBezTo>
                <a:cubicBezTo>
                  <a:pt x="57" y="65"/>
                  <a:pt x="60" y="64"/>
                  <a:pt x="62" y="61"/>
                </a:cubicBezTo>
                <a:cubicBezTo>
                  <a:pt x="64" y="59"/>
                  <a:pt x="66" y="57"/>
                  <a:pt x="67" y="54"/>
                </a:cubicBezTo>
                <a:cubicBezTo>
                  <a:pt x="67" y="54"/>
                  <a:pt x="67" y="54"/>
                  <a:pt x="67" y="54"/>
                </a:cubicBezTo>
                <a:cubicBezTo>
                  <a:pt x="68" y="51"/>
                  <a:pt x="69" y="48"/>
                  <a:pt x="69" y="45"/>
                </a:cubicBezTo>
                <a:close/>
              </a:path>
            </a:pathLst>
          </a:custGeom>
          <a:solidFill>
            <a:schemeClr val="bg1"/>
          </a:solidFill>
          <a:ln>
            <a:noFill/>
          </a:ln>
        </p:spPr>
        <p:txBody>
          <a:bodyPr/>
          <a:lstStyle/>
          <a:p>
            <a:endParaRPr lang="zh-CN" altLang="en-US"/>
          </a:p>
        </p:txBody>
      </p:sp>
      <p:sp>
        <p:nvSpPr>
          <p:cNvPr id="25" name="Freeform 37"/>
          <p:cNvSpPr>
            <a:spLocks noEditPoints="1"/>
          </p:cNvSpPr>
          <p:nvPr/>
        </p:nvSpPr>
        <p:spPr bwMode="auto">
          <a:xfrm>
            <a:off x="4518189" y="3032636"/>
            <a:ext cx="279955" cy="314979"/>
          </a:xfrm>
          <a:custGeom>
            <a:avLst/>
            <a:gdLst>
              <a:gd name="T0" fmla="*/ 21 w 94"/>
              <a:gd name="T1" fmla="*/ 79 h 106"/>
              <a:gd name="T2" fmla="*/ 71 w 94"/>
              <a:gd name="T3" fmla="*/ 76 h 106"/>
              <a:gd name="T4" fmla="*/ 71 w 94"/>
              <a:gd name="T5" fmla="*/ 81 h 106"/>
              <a:gd name="T6" fmla="*/ 11 w 94"/>
              <a:gd name="T7" fmla="*/ 0 h 106"/>
              <a:gd name="T8" fmla="*/ 60 w 94"/>
              <a:gd name="T9" fmla="*/ 0 h 106"/>
              <a:gd name="T10" fmla="*/ 92 w 94"/>
              <a:gd name="T11" fmla="*/ 31 h 106"/>
              <a:gd name="T12" fmla="*/ 94 w 94"/>
              <a:gd name="T13" fmla="*/ 34 h 106"/>
              <a:gd name="T14" fmla="*/ 90 w 94"/>
              <a:gd name="T15" fmla="*/ 103 h 106"/>
              <a:gd name="T16" fmla="*/ 90 w 94"/>
              <a:gd name="T17" fmla="*/ 103 h 106"/>
              <a:gd name="T18" fmla="*/ 11 w 94"/>
              <a:gd name="T19" fmla="*/ 106 h 106"/>
              <a:gd name="T20" fmla="*/ 4 w 94"/>
              <a:gd name="T21" fmla="*/ 103 h 106"/>
              <a:gd name="T22" fmla="*/ 0 w 94"/>
              <a:gd name="T23" fmla="*/ 11 h 106"/>
              <a:gd name="T24" fmla="*/ 11 w 94"/>
              <a:gd name="T25" fmla="*/ 0 h 106"/>
              <a:gd name="T26" fmla="*/ 57 w 94"/>
              <a:gd name="T27" fmla="*/ 8 h 106"/>
              <a:gd name="T28" fmla="*/ 9 w 94"/>
              <a:gd name="T29" fmla="*/ 9 h 106"/>
              <a:gd name="T30" fmla="*/ 9 w 94"/>
              <a:gd name="T31" fmla="*/ 95 h 106"/>
              <a:gd name="T32" fmla="*/ 11 w 94"/>
              <a:gd name="T33" fmla="*/ 98 h 106"/>
              <a:gd name="T34" fmla="*/ 84 w 94"/>
              <a:gd name="T35" fmla="*/ 97 h 106"/>
              <a:gd name="T36" fmla="*/ 85 w 94"/>
              <a:gd name="T37" fmla="*/ 95 h 106"/>
              <a:gd name="T38" fmla="*/ 67 w 94"/>
              <a:gd name="T39" fmla="*/ 36 h 106"/>
              <a:gd name="T40" fmla="*/ 60 w 94"/>
              <a:gd name="T41" fmla="*/ 33 h 106"/>
              <a:gd name="T42" fmla="*/ 57 w 94"/>
              <a:gd name="T43" fmla="*/ 8 h 106"/>
              <a:gd name="T44" fmla="*/ 81 w 94"/>
              <a:gd name="T45" fmla="*/ 31 h 106"/>
              <a:gd name="T46" fmla="*/ 62 w 94"/>
              <a:gd name="T47" fmla="*/ 27 h 106"/>
              <a:gd name="T48" fmla="*/ 64 w 94"/>
              <a:gd name="T49" fmla="*/ 30 h 106"/>
              <a:gd name="T50" fmla="*/ 81 w 94"/>
              <a:gd name="T51" fmla="*/ 31 h 106"/>
              <a:gd name="T52" fmla="*/ 23 w 94"/>
              <a:gd name="T53" fmla="*/ 47 h 106"/>
              <a:gd name="T54" fmla="*/ 23 w 94"/>
              <a:gd name="T55" fmla="*/ 42 h 106"/>
              <a:gd name="T56" fmla="*/ 73 w 94"/>
              <a:gd name="T57" fmla="*/ 44 h 106"/>
              <a:gd name="T58" fmla="*/ 23 w 94"/>
              <a:gd name="T59" fmla="*/ 47 h 106"/>
              <a:gd name="T60" fmla="*/ 23 w 94"/>
              <a:gd name="T61" fmla="*/ 64 h 106"/>
              <a:gd name="T62" fmla="*/ 23 w 94"/>
              <a:gd name="T63" fmla="*/ 59 h 106"/>
              <a:gd name="T64" fmla="*/ 73 w 94"/>
              <a:gd name="T65" fmla="*/ 62 h 106"/>
              <a:gd name="T66" fmla="*/ 23 w 94"/>
              <a:gd name="T67" fmla="*/ 64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4" h="106">
                <a:moveTo>
                  <a:pt x="23" y="81"/>
                </a:moveTo>
                <a:cubicBezTo>
                  <a:pt x="22" y="81"/>
                  <a:pt x="21" y="80"/>
                  <a:pt x="21" y="79"/>
                </a:cubicBezTo>
                <a:cubicBezTo>
                  <a:pt x="21" y="78"/>
                  <a:pt x="22" y="76"/>
                  <a:pt x="23" y="76"/>
                </a:cubicBezTo>
                <a:cubicBezTo>
                  <a:pt x="71" y="76"/>
                  <a:pt x="71" y="76"/>
                  <a:pt x="71" y="76"/>
                </a:cubicBezTo>
                <a:cubicBezTo>
                  <a:pt x="72" y="76"/>
                  <a:pt x="73" y="78"/>
                  <a:pt x="73" y="79"/>
                </a:cubicBezTo>
                <a:cubicBezTo>
                  <a:pt x="73" y="80"/>
                  <a:pt x="72" y="81"/>
                  <a:pt x="71" y="81"/>
                </a:cubicBezTo>
                <a:cubicBezTo>
                  <a:pt x="23" y="81"/>
                  <a:pt x="23" y="81"/>
                  <a:pt x="23" y="81"/>
                </a:cubicBezTo>
                <a:close/>
                <a:moveTo>
                  <a:pt x="11" y="0"/>
                </a:moveTo>
                <a:cubicBezTo>
                  <a:pt x="11" y="0"/>
                  <a:pt x="11" y="0"/>
                  <a:pt x="11" y="0"/>
                </a:cubicBezTo>
                <a:cubicBezTo>
                  <a:pt x="60" y="0"/>
                  <a:pt x="60" y="0"/>
                  <a:pt x="60" y="0"/>
                </a:cubicBezTo>
                <a:cubicBezTo>
                  <a:pt x="61" y="0"/>
                  <a:pt x="62" y="0"/>
                  <a:pt x="63" y="1"/>
                </a:cubicBezTo>
                <a:cubicBezTo>
                  <a:pt x="92" y="31"/>
                  <a:pt x="92" y="31"/>
                  <a:pt x="92" y="31"/>
                </a:cubicBezTo>
                <a:cubicBezTo>
                  <a:pt x="93" y="32"/>
                  <a:pt x="94" y="33"/>
                  <a:pt x="94" y="34"/>
                </a:cubicBezTo>
                <a:cubicBezTo>
                  <a:pt x="94" y="34"/>
                  <a:pt x="94" y="34"/>
                  <a:pt x="94" y="34"/>
                </a:cubicBezTo>
                <a:cubicBezTo>
                  <a:pt x="94" y="95"/>
                  <a:pt x="94" y="95"/>
                  <a:pt x="94" y="95"/>
                </a:cubicBezTo>
                <a:cubicBezTo>
                  <a:pt x="94" y="98"/>
                  <a:pt x="92" y="101"/>
                  <a:pt x="90" y="103"/>
                </a:cubicBezTo>
                <a:cubicBezTo>
                  <a:pt x="90" y="103"/>
                  <a:pt x="90" y="103"/>
                  <a:pt x="90" y="103"/>
                </a:cubicBezTo>
                <a:cubicBezTo>
                  <a:pt x="90" y="103"/>
                  <a:pt x="90" y="103"/>
                  <a:pt x="90" y="103"/>
                </a:cubicBezTo>
                <a:cubicBezTo>
                  <a:pt x="88" y="105"/>
                  <a:pt x="86" y="106"/>
                  <a:pt x="83" y="106"/>
                </a:cubicBezTo>
                <a:cubicBezTo>
                  <a:pt x="11" y="106"/>
                  <a:pt x="11" y="106"/>
                  <a:pt x="11" y="106"/>
                </a:cubicBezTo>
                <a:cubicBezTo>
                  <a:pt x="8" y="106"/>
                  <a:pt x="6" y="105"/>
                  <a:pt x="4" y="103"/>
                </a:cubicBezTo>
                <a:cubicBezTo>
                  <a:pt x="4" y="103"/>
                  <a:pt x="4" y="103"/>
                  <a:pt x="4" y="103"/>
                </a:cubicBezTo>
                <a:cubicBezTo>
                  <a:pt x="2" y="101"/>
                  <a:pt x="0" y="98"/>
                  <a:pt x="0" y="95"/>
                </a:cubicBezTo>
                <a:cubicBezTo>
                  <a:pt x="0" y="11"/>
                  <a:pt x="0" y="11"/>
                  <a:pt x="0" y="11"/>
                </a:cubicBezTo>
                <a:cubicBezTo>
                  <a:pt x="0" y="8"/>
                  <a:pt x="2" y="5"/>
                  <a:pt x="4" y="3"/>
                </a:cubicBezTo>
                <a:cubicBezTo>
                  <a:pt x="6" y="1"/>
                  <a:pt x="8" y="0"/>
                  <a:pt x="11" y="0"/>
                </a:cubicBezTo>
                <a:close/>
                <a:moveTo>
                  <a:pt x="57" y="8"/>
                </a:moveTo>
                <a:cubicBezTo>
                  <a:pt x="57" y="8"/>
                  <a:pt x="57" y="8"/>
                  <a:pt x="57" y="8"/>
                </a:cubicBezTo>
                <a:cubicBezTo>
                  <a:pt x="11" y="8"/>
                  <a:pt x="11" y="8"/>
                  <a:pt x="11" y="8"/>
                </a:cubicBezTo>
                <a:cubicBezTo>
                  <a:pt x="11" y="8"/>
                  <a:pt x="10" y="9"/>
                  <a:pt x="9" y="9"/>
                </a:cubicBezTo>
                <a:cubicBezTo>
                  <a:pt x="9" y="10"/>
                  <a:pt x="9" y="10"/>
                  <a:pt x="9" y="11"/>
                </a:cubicBezTo>
                <a:cubicBezTo>
                  <a:pt x="9" y="95"/>
                  <a:pt x="9" y="95"/>
                  <a:pt x="9" y="95"/>
                </a:cubicBezTo>
                <a:cubicBezTo>
                  <a:pt x="9" y="96"/>
                  <a:pt x="9" y="97"/>
                  <a:pt x="9" y="97"/>
                </a:cubicBezTo>
                <a:cubicBezTo>
                  <a:pt x="10" y="98"/>
                  <a:pt x="11" y="98"/>
                  <a:pt x="11" y="98"/>
                </a:cubicBezTo>
                <a:cubicBezTo>
                  <a:pt x="83" y="98"/>
                  <a:pt x="83" y="98"/>
                  <a:pt x="83" y="98"/>
                </a:cubicBezTo>
                <a:cubicBezTo>
                  <a:pt x="83" y="98"/>
                  <a:pt x="84" y="98"/>
                  <a:pt x="84" y="97"/>
                </a:cubicBezTo>
                <a:cubicBezTo>
                  <a:pt x="85" y="97"/>
                  <a:pt x="85" y="97"/>
                  <a:pt x="85" y="97"/>
                </a:cubicBezTo>
                <a:cubicBezTo>
                  <a:pt x="85" y="97"/>
                  <a:pt x="85" y="96"/>
                  <a:pt x="85" y="95"/>
                </a:cubicBezTo>
                <a:cubicBezTo>
                  <a:pt x="85" y="36"/>
                  <a:pt x="85" y="36"/>
                  <a:pt x="85" y="36"/>
                </a:cubicBezTo>
                <a:cubicBezTo>
                  <a:pt x="67" y="36"/>
                  <a:pt x="67" y="36"/>
                  <a:pt x="67" y="36"/>
                </a:cubicBezTo>
                <a:cubicBezTo>
                  <a:pt x="64" y="36"/>
                  <a:pt x="62" y="35"/>
                  <a:pt x="60" y="33"/>
                </a:cubicBezTo>
                <a:cubicBezTo>
                  <a:pt x="60" y="33"/>
                  <a:pt x="60" y="33"/>
                  <a:pt x="60" y="33"/>
                </a:cubicBezTo>
                <a:cubicBezTo>
                  <a:pt x="58" y="32"/>
                  <a:pt x="57" y="29"/>
                  <a:pt x="57" y="27"/>
                </a:cubicBezTo>
                <a:cubicBezTo>
                  <a:pt x="57" y="8"/>
                  <a:pt x="57" y="8"/>
                  <a:pt x="57" y="8"/>
                </a:cubicBezTo>
                <a:close/>
                <a:moveTo>
                  <a:pt x="81" y="31"/>
                </a:moveTo>
                <a:cubicBezTo>
                  <a:pt x="81" y="31"/>
                  <a:pt x="81" y="31"/>
                  <a:pt x="81" y="31"/>
                </a:cubicBezTo>
                <a:cubicBezTo>
                  <a:pt x="62" y="12"/>
                  <a:pt x="62" y="12"/>
                  <a:pt x="62" y="12"/>
                </a:cubicBezTo>
                <a:cubicBezTo>
                  <a:pt x="62" y="27"/>
                  <a:pt x="62" y="27"/>
                  <a:pt x="62" y="27"/>
                </a:cubicBezTo>
                <a:cubicBezTo>
                  <a:pt x="62" y="28"/>
                  <a:pt x="63" y="29"/>
                  <a:pt x="63" y="30"/>
                </a:cubicBezTo>
                <a:cubicBezTo>
                  <a:pt x="64" y="30"/>
                  <a:pt x="64" y="30"/>
                  <a:pt x="64" y="30"/>
                </a:cubicBezTo>
                <a:cubicBezTo>
                  <a:pt x="64" y="31"/>
                  <a:pt x="65" y="31"/>
                  <a:pt x="67" y="31"/>
                </a:cubicBezTo>
                <a:cubicBezTo>
                  <a:pt x="81" y="31"/>
                  <a:pt x="81" y="31"/>
                  <a:pt x="81" y="31"/>
                </a:cubicBezTo>
                <a:close/>
                <a:moveTo>
                  <a:pt x="23" y="47"/>
                </a:moveTo>
                <a:cubicBezTo>
                  <a:pt x="23" y="47"/>
                  <a:pt x="23" y="47"/>
                  <a:pt x="23" y="47"/>
                </a:cubicBezTo>
                <a:cubicBezTo>
                  <a:pt x="22" y="47"/>
                  <a:pt x="21" y="46"/>
                  <a:pt x="21" y="44"/>
                </a:cubicBezTo>
                <a:cubicBezTo>
                  <a:pt x="21" y="43"/>
                  <a:pt x="22" y="42"/>
                  <a:pt x="23" y="42"/>
                </a:cubicBezTo>
                <a:cubicBezTo>
                  <a:pt x="71" y="42"/>
                  <a:pt x="71" y="42"/>
                  <a:pt x="71" y="42"/>
                </a:cubicBezTo>
                <a:cubicBezTo>
                  <a:pt x="72" y="42"/>
                  <a:pt x="73" y="43"/>
                  <a:pt x="73" y="44"/>
                </a:cubicBezTo>
                <a:cubicBezTo>
                  <a:pt x="73" y="46"/>
                  <a:pt x="72" y="47"/>
                  <a:pt x="71" y="47"/>
                </a:cubicBezTo>
                <a:cubicBezTo>
                  <a:pt x="23" y="47"/>
                  <a:pt x="23" y="47"/>
                  <a:pt x="23" y="47"/>
                </a:cubicBezTo>
                <a:close/>
                <a:moveTo>
                  <a:pt x="23" y="64"/>
                </a:moveTo>
                <a:cubicBezTo>
                  <a:pt x="23" y="64"/>
                  <a:pt x="23" y="64"/>
                  <a:pt x="23" y="64"/>
                </a:cubicBezTo>
                <a:cubicBezTo>
                  <a:pt x="22" y="64"/>
                  <a:pt x="21" y="63"/>
                  <a:pt x="21" y="62"/>
                </a:cubicBezTo>
                <a:cubicBezTo>
                  <a:pt x="21" y="60"/>
                  <a:pt x="22" y="59"/>
                  <a:pt x="23" y="59"/>
                </a:cubicBezTo>
                <a:cubicBezTo>
                  <a:pt x="71" y="59"/>
                  <a:pt x="71" y="59"/>
                  <a:pt x="71" y="59"/>
                </a:cubicBezTo>
                <a:cubicBezTo>
                  <a:pt x="72" y="59"/>
                  <a:pt x="73" y="60"/>
                  <a:pt x="73" y="62"/>
                </a:cubicBezTo>
                <a:cubicBezTo>
                  <a:pt x="73" y="63"/>
                  <a:pt x="72" y="64"/>
                  <a:pt x="71" y="64"/>
                </a:cubicBezTo>
                <a:cubicBezTo>
                  <a:pt x="23" y="64"/>
                  <a:pt x="23" y="64"/>
                  <a:pt x="23" y="6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6" name="Freeform 38"/>
          <p:cNvSpPr>
            <a:spLocks noEditPoints="1"/>
          </p:cNvSpPr>
          <p:nvPr/>
        </p:nvSpPr>
        <p:spPr bwMode="auto">
          <a:xfrm>
            <a:off x="6431684" y="3034502"/>
            <a:ext cx="321482" cy="314979"/>
          </a:xfrm>
          <a:custGeom>
            <a:avLst/>
            <a:gdLst>
              <a:gd name="T0" fmla="*/ 107 w 108"/>
              <a:gd name="T1" fmla="*/ 76 h 107"/>
              <a:gd name="T2" fmla="*/ 103 w 108"/>
              <a:gd name="T3" fmla="*/ 94 h 107"/>
              <a:gd name="T4" fmla="*/ 98 w 108"/>
              <a:gd name="T5" fmla="*/ 102 h 107"/>
              <a:gd name="T6" fmla="*/ 85 w 108"/>
              <a:gd name="T7" fmla="*/ 93 h 107"/>
              <a:gd name="T8" fmla="*/ 74 w 108"/>
              <a:gd name="T9" fmla="*/ 105 h 107"/>
              <a:gd name="T10" fmla="*/ 62 w 108"/>
              <a:gd name="T11" fmla="*/ 58 h 107"/>
              <a:gd name="T12" fmla="*/ 56 w 108"/>
              <a:gd name="T13" fmla="*/ 72 h 107"/>
              <a:gd name="T14" fmla="*/ 45 w 108"/>
              <a:gd name="T15" fmla="*/ 73 h 107"/>
              <a:gd name="T16" fmla="*/ 34 w 108"/>
              <a:gd name="T17" fmla="*/ 61 h 107"/>
              <a:gd name="T18" fmla="*/ 34 w 108"/>
              <a:gd name="T19" fmla="*/ 44 h 107"/>
              <a:gd name="T20" fmla="*/ 62 w 108"/>
              <a:gd name="T21" fmla="*/ 33 h 107"/>
              <a:gd name="T22" fmla="*/ 69 w 108"/>
              <a:gd name="T23" fmla="*/ 38 h 107"/>
              <a:gd name="T24" fmla="*/ 73 w 108"/>
              <a:gd name="T25" fmla="*/ 55 h 107"/>
              <a:gd name="T26" fmla="*/ 69 w 108"/>
              <a:gd name="T27" fmla="*/ 46 h 107"/>
              <a:gd name="T28" fmla="*/ 65 w 108"/>
              <a:gd name="T29" fmla="*/ 41 h 107"/>
              <a:gd name="T30" fmla="*/ 42 w 108"/>
              <a:gd name="T31" fmla="*/ 41 h 107"/>
              <a:gd name="T32" fmla="*/ 38 w 108"/>
              <a:gd name="T33" fmla="*/ 46 h 107"/>
              <a:gd name="T34" fmla="*/ 38 w 108"/>
              <a:gd name="T35" fmla="*/ 59 h 107"/>
              <a:gd name="T36" fmla="*/ 47 w 108"/>
              <a:gd name="T37" fmla="*/ 68 h 107"/>
              <a:gd name="T38" fmla="*/ 54 w 108"/>
              <a:gd name="T39" fmla="*/ 84 h 107"/>
              <a:gd name="T40" fmla="*/ 40 w 108"/>
              <a:gd name="T41" fmla="*/ 86 h 107"/>
              <a:gd name="T42" fmla="*/ 20 w 108"/>
              <a:gd name="T43" fmla="*/ 66 h 107"/>
              <a:gd name="T44" fmla="*/ 20 w 108"/>
              <a:gd name="T45" fmla="*/ 39 h 107"/>
              <a:gd name="T46" fmla="*/ 40 w 108"/>
              <a:gd name="T47" fmla="*/ 19 h 107"/>
              <a:gd name="T48" fmla="*/ 67 w 108"/>
              <a:gd name="T49" fmla="*/ 19 h 107"/>
              <a:gd name="T50" fmla="*/ 87 w 108"/>
              <a:gd name="T51" fmla="*/ 39 h 107"/>
              <a:gd name="T52" fmla="*/ 85 w 108"/>
              <a:gd name="T53" fmla="*/ 53 h 107"/>
              <a:gd name="T54" fmla="*/ 76 w 108"/>
              <a:gd name="T55" fmla="*/ 31 h 107"/>
              <a:gd name="T56" fmla="*/ 42 w 108"/>
              <a:gd name="T57" fmla="*/ 24 h 107"/>
              <a:gd name="T58" fmla="*/ 25 w 108"/>
              <a:gd name="T59" fmla="*/ 41 h 107"/>
              <a:gd name="T60" fmla="*/ 25 w 108"/>
              <a:gd name="T61" fmla="*/ 65 h 107"/>
              <a:gd name="T62" fmla="*/ 54 w 108"/>
              <a:gd name="T63" fmla="*/ 84 h 107"/>
              <a:gd name="T64" fmla="*/ 58 w 108"/>
              <a:gd name="T65" fmla="*/ 102 h 107"/>
              <a:gd name="T66" fmla="*/ 33 w 108"/>
              <a:gd name="T67" fmla="*/ 102 h 107"/>
              <a:gd name="T68" fmla="*/ 4 w 108"/>
              <a:gd name="T69" fmla="*/ 73 h 107"/>
              <a:gd name="T70" fmla="*/ 4 w 108"/>
              <a:gd name="T71" fmla="*/ 32 h 107"/>
              <a:gd name="T72" fmla="*/ 33 w 108"/>
              <a:gd name="T73" fmla="*/ 4 h 107"/>
              <a:gd name="T74" fmla="*/ 74 w 108"/>
              <a:gd name="T75" fmla="*/ 4 h 107"/>
              <a:gd name="T76" fmla="*/ 91 w 108"/>
              <a:gd name="T77" fmla="*/ 15 h 107"/>
              <a:gd name="T78" fmla="*/ 107 w 108"/>
              <a:gd name="T79" fmla="*/ 53 h 107"/>
              <a:gd name="T80" fmla="*/ 95 w 108"/>
              <a:gd name="T81" fmla="*/ 36 h 107"/>
              <a:gd name="T82" fmla="*/ 71 w 108"/>
              <a:gd name="T83" fmla="*/ 11 h 107"/>
              <a:gd name="T84" fmla="*/ 36 w 108"/>
              <a:gd name="T85" fmla="*/ 11 h 107"/>
              <a:gd name="T86" fmla="*/ 9 w 108"/>
              <a:gd name="T87" fmla="*/ 53 h 107"/>
              <a:gd name="T88" fmla="*/ 22 w 108"/>
              <a:gd name="T89" fmla="*/ 85 h 107"/>
              <a:gd name="T90" fmla="*/ 99 w 108"/>
              <a:gd name="T91" fmla="*/ 76 h 107"/>
              <a:gd name="T92" fmla="*/ 77 w 108"/>
              <a:gd name="T93" fmla="*/ 98 h 107"/>
              <a:gd name="T94" fmla="*/ 83 w 108"/>
              <a:gd name="T95" fmla="*/ 87 h 107"/>
              <a:gd name="T96" fmla="*/ 98 w 108"/>
              <a:gd name="T97" fmla="*/ 95 h 107"/>
              <a:gd name="T98" fmla="*/ 88 w 108"/>
              <a:gd name="T99" fmla="*/ 8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8" h="107">
                <a:moveTo>
                  <a:pt x="62" y="58"/>
                </a:moveTo>
                <a:cubicBezTo>
                  <a:pt x="106" y="73"/>
                  <a:pt x="106" y="73"/>
                  <a:pt x="106" y="73"/>
                </a:cubicBezTo>
                <a:cubicBezTo>
                  <a:pt x="107" y="73"/>
                  <a:pt x="108" y="75"/>
                  <a:pt x="107" y="76"/>
                </a:cubicBezTo>
                <a:cubicBezTo>
                  <a:pt x="107" y="77"/>
                  <a:pt x="107" y="77"/>
                  <a:pt x="106" y="77"/>
                </a:cubicBezTo>
                <a:cubicBezTo>
                  <a:pt x="94" y="84"/>
                  <a:pt x="94" y="84"/>
                  <a:pt x="94" y="84"/>
                </a:cubicBezTo>
                <a:cubicBezTo>
                  <a:pt x="103" y="94"/>
                  <a:pt x="103" y="94"/>
                  <a:pt x="103" y="94"/>
                </a:cubicBezTo>
                <a:cubicBezTo>
                  <a:pt x="104" y="94"/>
                  <a:pt x="104" y="96"/>
                  <a:pt x="103" y="97"/>
                </a:cubicBezTo>
                <a:cubicBezTo>
                  <a:pt x="103" y="97"/>
                  <a:pt x="103" y="97"/>
                  <a:pt x="103" y="97"/>
                </a:cubicBezTo>
                <a:cubicBezTo>
                  <a:pt x="98" y="102"/>
                  <a:pt x="98" y="102"/>
                  <a:pt x="98" y="102"/>
                </a:cubicBezTo>
                <a:cubicBezTo>
                  <a:pt x="97" y="103"/>
                  <a:pt x="95" y="103"/>
                  <a:pt x="94" y="102"/>
                </a:cubicBezTo>
                <a:cubicBezTo>
                  <a:pt x="94" y="102"/>
                  <a:pt x="94" y="102"/>
                  <a:pt x="94" y="102"/>
                </a:cubicBezTo>
                <a:cubicBezTo>
                  <a:pt x="85" y="93"/>
                  <a:pt x="85" y="93"/>
                  <a:pt x="85" y="93"/>
                </a:cubicBezTo>
                <a:cubicBezTo>
                  <a:pt x="78" y="106"/>
                  <a:pt x="78" y="106"/>
                  <a:pt x="78" y="106"/>
                </a:cubicBezTo>
                <a:cubicBezTo>
                  <a:pt x="78" y="107"/>
                  <a:pt x="76" y="107"/>
                  <a:pt x="75" y="107"/>
                </a:cubicBezTo>
                <a:cubicBezTo>
                  <a:pt x="74" y="106"/>
                  <a:pt x="74" y="106"/>
                  <a:pt x="74" y="105"/>
                </a:cubicBezTo>
                <a:cubicBezTo>
                  <a:pt x="59" y="62"/>
                  <a:pt x="59" y="62"/>
                  <a:pt x="59" y="62"/>
                </a:cubicBezTo>
                <a:cubicBezTo>
                  <a:pt x="59" y="60"/>
                  <a:pt x="60" y="59"/>
                  <a:pt x="61" y="58"/>
                </a:cubicBezTo>
                <a:cubicBezTo>
                  <a:pt x="61" y="58"/>
                  <a:pt x="62" y="58"/>
                  <a:pt x="62" y="58"/>
                </a:cubicBezTo>
                <a:close/>
                <a:moveTo>
                  <a:pt x="54" y="69"/>
                </a:moveTo>
                <a:cubicBezTo>
                  <a:pt x="54" y="69"/>
                  <a:pt x="54" y="69"/>
                  <a:pt x="54" y="69"/>
                </a:cubicBezTo>
                <a:cubicBezTo>
                  <a:pt x="55" y="69"/>
                  <a:pt x="56" y="70"/>
                  <a:pt x="56" y="72"/>
                </a:cubicBezTo>
                <a:cubicBezTo>
                  <a:pt x="56" y="73"/>
                  <a:pt x="55" y="74"/>
                  <a:pt x="54" y="74"/>
                </a:cubicBezTo>
                <a:cubicBezTo>
                  <a:pt x="51" y="74"/>
                  <a:pt x="48" y="74"/>
                  <a:pt x="45" y="73"/>
                </a:cubicBezTo>
                <a:cubicBezTo>
                  <a:pt x="45" y="73"/>
                  <a:pt x="45" y="73"/>
                  <a:pt x="45" y="73"/>
                </a:cubicBezTo>
                <a:cubicBezTo>
                  <a:pt x="43" y="71"/>
                  <a:pt x="40" y="70"/>
                  <a:pt x="38" y="68"/>
                </a:cubicBezTo>
                <a:cubicBezTo>
                  <a:pt x="38" y="68"/>
                  <a:pt x="38" y="68"/>
                  <a:pt x="38" y="68"/>
                </a:cubicBezTo>
                <a:cubicBezTo>
                  <a:pt x="36" y="66"/>
                  <a:pt x="35" y="63"/>
                  <a:pt x="34" y="61"/>
                </a:cubicBezTo>
                <a:cubicBezTo>
                  <a:pt x="33" y="58"/>
                  <a:pt x="32" y="56"/>
                  <a:pt x="32" y="53"/>
                </a:cubicBezTo>
                <a:cubicBezTo>
                  <a:pt x="32" y="50"/>
                  <a:pt x="33" y="47"/>
                  <a:pt x="34" y="45"/>
                </a:cubicBezTo>
                <a:cubicBezTo>
                  <a:pt x="34" y="44"/>
                  <a:pt x="34" y="44"/>
                  <a:pt x="34" y="44"/>
                </a:cubicBezTo>
                <a:cubicBezTo>
                  <a:pt x="35" y="42"/>
                  <a:pt x="36" y="39"/>
                  <a:pt x="38" y="38"/>
                </a:cubicBezTo>
                <a:cubicBezTo>
                  <a:pt x="42" y="34"/>
                  <a:pt x="48" y="31"/>
                  <a:pt x="54" y="31"/>
                </a:cubicBezTo>
                <a:cubicBezTo>
                  <a:pt x="56" y="31"/>
                  <a:pt x="59" y="32"/>
                  <a:pt x="62" y="33"/>
                </a:cubicBezTo>
                <a:cubicBezTo>
                  <a:pt x="62" y="33"/>
                  <a:pt x="62" y="33"/>
                  <a:pt x="62" y="33"/>
                </a:cubicBezTo>
                <a:cubicBezTo>
                  <a:pt x="64" y="34"/>
                  <a:pt x="67" y="36"/>
                  <a:pt x="69" y="38"/>
                </a:cubicBezTo>
                <a:cubicBezTo>
                  <a:pt x="69" y="38"/>
                  <a:pt x="69" y="38"/>
                  <a:pt x="69" y="38"/>
                </a:cubicBezTo>
                <a:cubicBezTo>
                  <a:pt x="71" y="40"/>
                  <a:pt x="72" y="42"/>
                  <a:pt x="73" y="45"/>
                </a:cubicBezTo>
                <a:cubicBezTo>
                  <a:pt x="74" y="47"/>
                  <a:pt x="75" y="50"/>
                  <a:pt x="75" y="53"/>
                </a:cubicBezTo>
                <a:cubicBezTo>
                  <a:pt x="75" y="54"/>
                  <a:pt x="74" y="55"/>
                  <a:pt x="73" y="55"/>
                </a:cubicBezTo>
                <a:cubicBezTo>
                  <a:pt x="71" y="55"/>
                  <a:pt x="70" y="54"/>
                  <a:pt x="70" y="53"/>
                </a:cubicBezTo>
                <a:cubicBezTo>
                  <a:pt x="70" y="50"/>
                  <a:pt x="70" y="48"/>
                  <a:pt x="69" y="46"/>
                </a:cubicBezTo>
                <a:cubicBezTo>
                  <a:pt x="69" y="46"/>
                  <a:pt x="69" y="46"/>
                  <a:pt x="69" y="46"/>
                </a:cubicBezTo>
                <a:cubicBezTo>
                  <a:pt x="69" y="46"/>
                  <a:pt x="69" y="46"/>
                  <a:pt x="69" y="46"/>
                </a:cubicBezTo>
                <a:cubicBezTo>
                  <a:pt x="68" y="44"/>
                  <a:pt x="67" y="43"/>
                  <a:pt x="65" y="41"/>
                </a:cubicBezTo>
                <a:cubicBezTo>
                  <a:pt x="65" y="41"/>
                  <a:pt x="65" y="41"/>
                  <a:pt x="65" y="41"/>
                </a:cubicBezTo>
                <a:cubicBezTo>
                  <a:pt x="64" y="39"/>
                  <a:pt x="62" y="38"/>
                  <a:pt x="60" y="37"/>
                </a:cubicBezTo>
                <a:cubicBezTo>
                  <a:pt x="58" y="37"/>
                  <a:pt x="56" y="36"/>
                  <a:pt x="54" y="36"/>
                </a:cubicBezTo>
                <a:cubicBezTo>
                  <a:pt x="49" y="36"/>
                  <a:pt x="45" y="38"/>
                  <a:pt x="42" y="41"/>
                </a:cubicBezTo>
                <a:cubicBezTo>
                  <a:pt x="42" y="41"/>
                  <a:pt x="42" y="41"/>
                  <a:pt x="42" y="41"/>
                </a:cubicBezTo>
                <a:cubicBezTo>
                  <a:pt x="40" y="42"/>
                  <a:pt x="39" y="44"/>
                  <a:pt x="38" y="46"/>
                </a:cubicBezTo>
                <a:cubicBezTo>
                  <a:pt x="38" y="46"/>
                  <a:pt x="38" y="46"/>
                  <a:pt x="38" y="46"/>
                </a:cubicBezTo>
                <a:cubicBezTo>
                  <a:pt x="37" y="48"/>
                  <a:pt x="37" y="50"/>
                  <a:pt x="37" y="53"/>
                </a:cubicBezTo>
                <a:cubicBezTo>
                  <a:pt x="37" y="55"/>
                  <a:pt x="37" y="57"/>
                  <a:pt x="38" y="59"/>
                </a:cubicBezTo>
                <a:cubicBezTo>
                  <a:pt x="38" y="59"/>
                  <a:pt x="38" y="59"/>
                  <a:pt x="38" y="59"/>
                </a:cubicBezTo>
                <a:cubicBezTo>
                  <a:pt x="39" y="61"/>
                  <a:pt x="40" y="63"/>
                  <a:pt x="42" y="64"/>
                </a:cubicBezTo>
                <a:cubicBezTo>
                  <a:pt x="42" y="64"/>
                  <a:pt x="42" y="64"/>
                  <a:pt x="42" y="64"/>
                </a:cubicBezTo>
                <a:cubicBezTo>
                  <a:pt x="43" y="66"/>
                  <a:pt x="45" y="67"/>
                  <a:pt x="47" y="68"/>
                </a:cubicBezTo>
                <a:cubicBezTo>
                  <a:pt x="49" y="69"/>
                  <a:pt x="51" y="69"/>
                  <a:pt x="54" y="69"/>
                </a:cubicBezTo>
                <a:close/>
                <a:moveTo>
                  <a:pt x="54" y="84"/>
                </a:moveTo>
                <a:cubicBezTo>
                  <a:pt x="54" y="84"/>
                  <a:pt x="54" y="84"/>
                  <a:pt x="54" y="84"/>
                </a:cubicBezTo>
                <a:cubicBezTo>
                  <a:pt x="55" y="84"/>
                  <a:pt x="56" y="85"/>
                  <a:pt x="56" y="86"/>
                </a:cubicBezTo>
                <a:cubicBezTo>
                  <a:pt x="56" y="88"/>
                  <a:pt x="55" y="89"/>
                  <a:pt x="54" y="89"/>
                </a:cubicBezTo>
                <a:cubicBezTo>
                  <a:pt x="49" y="89"/>
                  <a:pt x="44" y="88"/>
                  <a:pt x="40" y="86"/>
                </a:cubicBezTo>
                <a:cubicBezTo>
                  <a:pt x="35" y="84"/>
                  <a:pt x="31" y="81"/>
                  <a:pt x="28" y="78"/>
                </a:cubicBezTo>
                <a:cubicBezTo>
                  <a:pt x="25" y="75"/>
                  <a:pt x="22" y="71"/>
                  <a:pt x="20" y="67"/>
                </a:cubicBezTo>
                <a:cubicBezTo>
                  <a:pt x="20" y="66"/>
                  <a:pt x="20" y="66"/>
                  <a:pt x="20" y="66"/>
                </a:cubicBezTo>
                <a:cubicBezTo>
                  <a:pt x="19" y="62"/>
                  <a:pt x="18" y="58"/>
                  <a:pt x="18" y="53"/>
                </a:cubicBezTo>
                <a:cubicBezTo>
                  <a:pt x="18" y="48"/>
                  <a:pt x="19" y="43"/>
                  <a:pt x="20" y="39"/>
                </a:cubicBezTo>
                <a:cubicBezTo>
                  <a:pt x="20" y="39"/>
                  <a:pt x="20" y="39"/>
                  <a:pt x="20" y="39"/>
                </a:cubicBezTo>
                <a:cubicBezTo>
                  <a:pt x="22" y="35"/>
                  <a:pt x="25" y="31"/>
                  <a:pt x="28" y="27"/>
                </a:cubicBezTo>
                <a:cubicBezTo>
                  <a:pt x="31" y="24"/>
                  <a:pt x="35" y="21"/>
                  <a:pt x="40" y="19"/>
                </a:cubicBezTo>
                <a:cubicBezTo>
                  <a:pt x="40" y="19"/>
                  <a:pt x="40" y="19"/>
                  <a:pt x="40" y="19"/>
                </a:cubicBezTo>
                <a:cubicBezTo>
                  <a:pt x="44" y="18"/>
                  <a:pt x="49" y="17"/>
                  <a:pt x="54" y="17"/>
                </a:cubicBezTo>
                <a:cubicBezTo>
                  <a:pt x="58" y="17"/>
                  <a:pt x="63" y="18"/>
                  <a:pt x="67" y="19"/>
                </a:cubicBezTo>
                <a:cubicBezTo>
                  <a:pt x="67" y="19"/>
                  <a:pt x="67" y="19"/>
                  <a:pt x="67" y="19"/>
                </a:cubicBezTo>
                <a:cubicBezTo>
                  <a:pt x="72" y="21"/>
                  <a:pt x="76" y="24"/>
                  <a:pt x="79" y="27"/>
                </a:cubicBezTo>
                <a:cubicBezTo>
                  <a:pt x="82" y="31"/>
                  <a:pt x="85" y="35"/>
                  <a:pt x="87" y="39"/>
                </a:cubicBezTo>
                <a:cubicBezTo>
                  <a:pt x="87" y="39"/>
                  <a:pt x="87" y="39"/>
                  <a:pt x="87" y="39"/>
                </a:cubicBezTo>
                <a:cubicBezTo>
                  <a:pt x="89" y="43"/>
                  <a:pt x="89" y="48"/>
                  <a:pt x="89" y="53"/>
                </a:cubicBezTo>
                <a:cubicBezTo>
                  <a:pt x="89" y="54"/>
                  <a:pt x="88" y="55"/>
                  <a:pt x="87" y="55"/>
                </a:cubicBezTo>
                <a:cubicBezTo>
                  <a:pt x="86" y="55"/>
                  <a:pt x="85" y="54"/>
                  <a:pt x="85" y="53"/>
                </a:cubicBezTo>
                <a:cubicBezTo>
                  <a:pt x="85" y="49"/>
                  <a:pt x="84" y="45"/>
                  <a:pt x="82" y="41"/>
                </a:cubicBezTo>
                <a:cubicBezTo>
                  <a:pt x="82" y="41"/>
                  <a:pt x="82" y="41"/>
                  <a:pt x="82" y="41"/>
                </a:cubicBezTo>
                <a:cubicBezTo>
                  <a:pt x="81" y="37"/>
                  <a:pt x="78" y="34"/>
                  <a:pt x="76" y="31"/>
                </a:cubicBezTo>
                <a:cubicBezTo>
                  <a:pt x="73" y="28"/>
                  <a:pt x="69" y="26"/>
                  <a:pt x="65" y="24"/>
                </a:cubicBezTo>
                <a:cubicBezTo>
                  <a:pt x="62" y="23"/>
                  <a:pt x="58" y="22"/>
                  <a:pt x="54" y="22"/>
                </a:cubicBezTo>
                <a:cubicBezTo>
                  <a:pt x="49" y="22"/>
                  <a:pt x="45" y="23"/>
                  <a:pt x="42" y="24"/>
                </a:cubicBezTo>
                <a:cubicBezTo>
                  <a:pt x="42" y="24"/>
                  <a:pt x="42" y="24"/>
                  <a:pt x="42" y="24"/>
                </a:cubicBezTo>
                <a:cubicBezTo>
                  <a:pt x="38" y="26"/>
                  <a:pt x="34" y="28"/>
                  <a:pt x="32" y="31"/>
                </a:cubicBezTo>
                <a:cubicBezTo>
                  <a:pt x="29" y="34"/>
                  <a:pt x="26" y="37"/>
                  <a:pt x="25" y="41"/>
                </a:cubicBezTo>
                <a:cubicBezTo>
                  <a:pt x="23" y="44"/>
                  <a:pt x="23" y="49"/>
                  <a:pt x="23" y="53"/>
                </a:cubicBezTo>
                <a:cubicBezTo>
                  <a:pt x="23" y="57"/>
                  <a:pt x="23" y="61"/>
                  <a:pt x="25" y="65"/>
                </a:cubicBezTo>
                <a:cubicBezTo>
                  <a:pt x="25" y="65"/>
                  <a:pt x="25" y="65"/>
                  <a:pt x="25" y="65"/>
                </a:cubicBezTo>
                <a:cubicBezTo>
                  <a:pt x="26" y="68"/>
                  <a:pt x="29" y="72"/>
                  <a:pt x="32" y="75"/>
                </a:cubicBezTo>
                <a:cubicBezTo>
                  <a:pt x="34" y="78"/>
                  <a:pt x="38" y="80"/>
                  <a:pt x="42" y="81"/>
                </a:cubicBezTo>
                <a:cubicBezTo>
                  <a:pt x="45" y="83"/>
                  <a:pt x="49" y="84"/>
                  <a:pt x="54" y="84"/>
                </a:cubicBezTo>
                <a:close/>
                <a:moveTo>
                  <a:pt x="54" y="98"/>
                </a:moveTo>
                <a:cubicBezTo>
                  <a:pt x="54" y="98"/>
                  <a:pt x="54" y="98"/>
                  <a:pt x="54" y="98"/>
                </a:cubicBezTo>
                <a:cubicBezTo>
                  <a:pt x="56" y="98"/>
                  <a:pt x="58" y="100"/>
                  <a:pt x="58" y="102"/>
                </a:cubicBezTo>
                <a:cubicBezTo>
                  <a:pt x="58" y="104"/>
                  <a:pt x="56" y="106"/>
                  <a:pt x="54" y="106"/>
                </a:cubicBezTo>
                <a:cubicBezTo>
                  <a:pt x="46" y="106"/>
                  <a:pt x="40" y="104"/>
                  <a:pt x="33" y="102"/>
                </a:cubicBezTo>
                <a:cubicBezTo>
                  <a:pt x="33" y="102"/>
                  <a:pt x="33" y="102"/>
                  <a:pt x="33" y="102"/>
                </a:cubicBezTo>
                <a:cubicBezTo>
                  <a:pt x="27" y="99"/>
                  <a:pt x="21" y="95"/>
                  <a:pt x="16" y="90"/>
                </a:cubicBezTo>
                <a:cubicBezTo>
                  <a:pt x="11" y="85"/>
                  <a:pt x="7" y="80"/>
                  <a:pt x="4" y="73"/>
                </a:cubicBezTo>
                <a:cubicBezTo>
                  <a:pt x="4" y="73"/>
                  <a:pt x="4" y="73"/>
                  <a:pt x="4" y="73"/>
                </a:cubicBezTo>
                <a:cubicBezTo>
                  <a:pt x="2" y="67"/>
                  <a:pt x="0" y="60"/>
                  <a:pt x="0" y="53"/>
                </a:cubicBezTo>
                <a:cubicBezTo>
                  <a:pt x="0" y="46"/>
                  <a:pt x="2" y="39"/>
                  <a:pt x="4" y="32"/>
                </a:cubicBezTo>
                <a:cubicBezTo>
                  <a:pt x="4" y="32"/>
                  <a:pt x="4" y="32"/>
                  <a:pt x="4" y="32"/>
                </a:cubicBezTo>
                <a:cubicBezTo>
                  <a:pt x="4" y="32"/>
                  <a:pt x="4" y="32"/>
                  <a:pt x="4" y="32"/>
                </a:cubicBezTo>
                <a:cubicBezTo>
                  <a:pt x="7" y="26"/>
                  <a:pt x="11" y="20"/>
                  <a:pt x="16" y="15"/>
                </a:cubicBezTo>
                <a:cubicBezTo>
                  <a:pt x="21" y="10"/>
                  <a:pt x="27" y="6"/>
                  <a:pt x="33" y="4"/>
                </a:cubicBezTo>
                <a:cubicBezTo>
                  <a:pt x="33" y="3"/>
                  <a:pt x="33" y="3"/>
                  <a:pt x="33" y="3"/>
                </a:cubicBezTo>
                <a:cubicBezTo>
                  <a:pt x="40" y="1"/>
                  <a:pt x="46" y="0"/>
                  <a:pt x="54" y="0"/>
                </a:cubicBezTo>
                <a:cubicBezTo>
                  <a:pt x="61" y="0"/>
                  <a:pt x="68" y="1"/>
                  <a:pt x="74" y="4"/>
                </a:cubicBezTo>
                <a:cubicBezTo>
                  <a:pt x="74" y="4"/>
                  <a:pt x="74" y="4"/>
                  <a:pt x="74" y="4"/>
                </a:cubicBezTo>
                <a:cubicBezTo>
                  <a:pt x="74" y="4"/>
                  <a:pt x="74" y="4"/>
                  <a:pt x="74" y="4"/>
                </a:cubicBezTo>
                <a:cubicBezTo>
                  <a:pt x="80" y="6"/>
                  <a:pt x="86" y="10"/>
                  <a:pt x="91" y="15"/>
                </a:cubicBezTo>
                <a:cubicBezTo>
                  <a:pt x="96" y="20"/>
                  <a:pt x="100" y="26"/>
                  <a:pt x="103" y="32"/>
                </a:cubicBezTo>
                <a:cubicBezTo>
                  <a:pt x="103" y="33"/>
                  <a:pt x="103" y="33"/>
                  <a:pt x="103" y="33"/>
                </a:cubicBezTo>
                <a:cubicBezTo>
                  <a:pt x="105" y="39"/>
                  <a:pt x="107" y="46"/>
                  <a:pt x="107" y="53"/>
                </a:cubicBezTo>
                <a:cubicBezTo>
                  <a:pt x="107" y="55"/>
                  <a:pt x="105" y="57"/>
                  <a:pt x="103" y="57"/>
                </a:cubicBezTo>
                <a:cubicBezTo>
                  <a:pt x="100" y="57"/>
                  <a:pt x="99" y="55"/>
                  <a:pt x="99" y="53"/>
                </a:cubicBezTo>
                <a:cubicBezTo>
                  <a:pt x="99" y="47"/>
                  <a:pt x="97" y="41"/>
                  <a:pt x="95" y="36"/>
                </a:cubicBezTo>
                <a:cubicBezTo>
                  <a:pt x="95" y="36"/>
                  <a:pt x="95" y="36"/>
                  <a:pt x="95" y="36"/>
                </a:cubicBezTo>
                <a:cubicBezTo>
                  <a:pt x="93" y="30"/>
                  <a:pt x="90" y="25"/>
                  <a:pt x="85" y="21"/>
                </a:cubicBezTo>
                <a:cubicBezTo>
                  <a:pt x="81" y="17"/>
                  <a:pt x="76" y="13"/>
                  <a:pt x="71" y="11"/>
                </a:cubicBezTo>
                <a:cubicBezTo>
                  <a:pt x="66" y="9"/>
                  <a:pt x="60" y="8"/>
                  <a:pt x="54" y="8"/>
                </a:cubicBezTo>
                <a:cubicBezTo>
                  <a:pt x="47" y="8"/>
                  <a:pt x="42" y="9"/>
                  <a:pt x="37" y="11"/>
                </a:cubicBezTo>
                <a:cubicBezTo>
                  <a:pt x="36" y="11"/>
                  <a:pt x="36" y="11"/>
                  <a:pt x="36" y="11"/>
                </a:cubicBezTo>
                <a:cubicBezTo>
                  <a:pt x="31" y="13"/>
                  <a:pt x="26" y="17"/>
                  <a:pt x="22" y="21"/>
                </a:cubicBezTo>
                <a:cubicBezTo>
                  <a:pt x="18" y="25"/>
                  <a:pt x="14" y="30"/>
                  <a:pt x="12" y="36"/>
                </a:cubicBezTo>
                <a:cubicBezTo>
                  <a:pt x="10" y="41"/>
                  <a:pt x="9" y="47"/>
                  <a:pt x="9" y="53"/>
                </a:cubicBezTo>
                <a:cubicBezTo>
                  <a:pt x="9" y="59"/>
                  <a:pt x="10" y="65"/>
                  <a:pt x="12" y="70"/>
                </a:cubicBezTo>
                <a:cubicBezTo>
                  <a:pt x="12" y="70"/>
                  <a:pt x="12" y="70"/>
                  <a:pt x="12" y="70"/>
                </a:cubicBezTo>
                <a:cubicBezTo>
                  <a:pt x="14" y="75"/>
                  <a:pt x="18" y="80"/>
                  <a:pt x="22" y="85"/>
                </a:cubicBezTo>
                <a:cubicBezTo>
                  <a:pt x="26" y="89"/>
                  <a:pt x="31" y="92"/>
                  <a:pt x="36" y="94"/>
                </a:cubicBezTo>
                <a:cubicBezTo>
                  <a:pt x="42" y="97"/>
                  <a:pt x="47" y="98"/>
                  <a:pt x="54" y="98"/>
                </a:cubicBezTo>
                <a:close/>
                <a:moveTo>
                  <a:pt x="99" y="76"/>
                </a:moveTo>
                <a:cubicBezTo>
                  <a:pt x="99" y="76"/>
                  <a:pt x="99" y="76"/>
                  <a:pt x="99" y="76"/>
                </a:cubicBezTo>
                <a:cubicBezTo>
                  <a:pt x="65" y="65"/>
                  <a:pt x="65" y="65"/>
                  <a:pt x="65" y="65"/>
                </a:cubicBezTo>
                <a:cubicBezTo>
                  <a:pt x="77" y="98"/>
                  <a:pt x="77" y="98"/>
                  <a:pt x="77" y="98"/>
                </a:cubicBezTo>
                <a:cubicBezTo>
                  <a:pt x="82" y="88"/>
                  <a:pt x="82" y="88"/>
                  <a:pt x="82" y="88"/>
                </a:cubicBezTo>
                <a:cubicBezTo>
                  <a:pt x="82" y="88"/>
                  <a:pt x="82" y="88"/>
                  <a:pt x="82" y="88"/>
                </a:cubicBezTo>
                <a:cubicBezTo>
                  <a:pt x="82" y="87"/>
                  <a:pt x="82" y="87"/>
                  <a:pt x="83" y="87"/>
                </a:cubicBezTo>
                <a:cubicBezTo>
                  <a:pt x="84" y="86"/>
                  <a:pt x="85" y="86"/>
                  <a:pt x="86" y="87"/>
                </a:cubicBezTo>
                <a:cubicBezTo>
                  <a:pt x="96" y="97"/>
                  <a:pt x="96" y="97"/>
                  <a:pt x="96" y="97"/>
                </a:cubicBezTo>
                <a:cubicBezTo>
                  <a:pt x="98" y="95"/>
                  <a:pt x="98" y="95"/>
                  <a:pt x="98" y="95"/>
                </a:cubicBezTo>
                <a:cubicBezTo>
                  <a:pt x="88" y="85"/>
                  <a:pt x="88" y="85"/>
                  <a:pt x="88" y="85"/>
                </a:cubicBezTo>
                <a:cubicBezTo>
                  <a:pt x="88" y="85"/>
                  <a:pt x="87" y="85"/>
                  <a:pt x="87" y="85"/>
                </a:cubicBezTo>
                <a:cubicBezTo>
                  <a:pt x="87" y="83"/>
                  <a:pt x="87" y="82"/>
                  <a:pt x="88" y="81"/>
                </a:cubicBezTo>
                <a:cubicBezTo>
                  <a:pt x="99" y="76"/>
                  <a:pt x="99" y="76"/>
                  <a:pt x="99" y="7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7" name="Freeform 39"/>
          <p:cNvSpPr>
            <a:spLocks noEditPoints="1"/>
          </p:cNvSpPr>
          <p:nvPr/>
        </p:nvSpPr>
        <p:spPr bwMode="auto">
          <a:xfrm>
            <a:off x="5477503" y="2638328"/>
            <a:ext cx="314950" cy="318246"/>
          </a:xfrm>
          <a:custGeom>
            <a:avLst/>
            <a:gdLst>
              <a:gd name="T0" fmla="*/ 66 w 106"/>
              <a:gd name="T1" fmla="*/ 0 h 107"/>
              <a:gd name="T2" fmla="*/ 68 w 106"/>
              <a:gd name="T3" fmla="*/ 0 h 107"/>
              <a:gd name="T4" fmla="*/ 77 w 106"/>
              <a:gd name="T5" fmla="*/ 4 h 107"/>
              <a:gd name="T6" fmla="*/ 72 w 106"/>
              <a:gd name="T7" fmla="*/ 8 h 107"/>
              <a:gd name="T8" fmla="*/ 103 w 106"/>
              <a:gd name="T9" fmla="*/ 96 h 107"/>
              <a:gd name="T10" fmla="*/ 96 w 106"/>
              <a:gd name="T11" fmla="*/ 107 h 107"/>
              <a:gd name="T12" fmla="*/ 10 w 106"/>
              <a:gd name="T13" fmla="*/ 107 h 107"/>
              <a:gd name="T14" fmla="*/ 3 w 106"/>
              <a:gd name="T15" fmla="*/ 95 h 107"/>
              <a:gd name="T16" fmla="*/ 34 w 106"/>
              <a:gd name="T17" fmla="*/ 8 h 107"/>
              <a:gd name="T18" fmla="*/ 29 w 106"/>
              <a:gd name="T19" fmla="*/ 4 h 107"/>
              <a:gd name="T20" fmla="*/ 38 w 106"/>
              <a:gd name="T21" fmla="*/ 0 h 107"/>
              <a:gd name="T22" fmla="*/ 38 w 106"/>
              <a:gd name="T23" fmla="*/ 0 h 107"/>
              <a:gd name="T24" fmla="*/ 27 w 106"/>
              <a:gd name="T25" fmla="*/ 86 h 107"/>
              <a:gd name="T26" fmla="*/ 30 w 106"/>
              <a:gd name="T27" fmla="*/ 89 h 107"/>
              <a:gd name="T28" fmla="*/ 25 w 106"/>
              <a:gd name="T29" fmla="*/ 89 h 107"/>
              <a:gd name="T30" fmla="*/ 40 w 106"/>
              <a:gd name="T31" fmla="*/ 79 h 107"/>
              <a:gd name="T32" fmla="*/ 43 w 106"/>
              <a:gd name="T33" fmla="*/ 82 h 107"/>
              <a:gd name="T34" fmla="*/ 38 w 106"/>
              <a:gd name="T35" fmla="*/ 82 h 107"/>
              <a:gd name="T36" fmla="*/ 36 w 106"/>
              <a:gd name="T37" fmla="*/ 63 h 107"/>
              <a:gd name="T38" fmla="*/ 39 w 106"/>
              <a:gd name="T39" fmla="*/ 65 h 107"/>
              <a:gd name="T40" fmla="*/ 34 w 106"/>
              <a:gd name="T41" fmla="*/ 65 h 107"/>
              <a:gd name="T42" fmla="*/ 37 w 106"/>
              <a:gd name="T43" fmla="*/ 87 h 107"/>
              <a:gd name="T44" fmla="*/ 41 w 106"/>
              <a:gd name="T45" fmla="*/ 92 h 107"/>
              <a:gd name="T46" fmla="*/ 33 w 106"/>
              <a:gd name="T47" fmla="*/ 92 h 107"/>
              <a:gd name="T48" fmla="*/ 32 w 106"/>
              <a:gd name="T49" fmla="*/ 72 h 107"/>
              <a:gd name="T50" fmla="*/ 36 w 106"/>
              <a:gd name="T51" fmla="*/ 76 h 107"/>
              <a:gd name="T52" fmla="*/ 28 w 106"/>
              <a:gd name="T53" fmla="*/ 76 h 107"/>
              <a:gd name="T54" fmla="*/ 37 w 106"/>
              <a:gd name="T55" fmla="*/ 53 h 107"/>
              <a:gd name="T56" fmla="*/ 69 w 106"/>
              <a:gd name="T57" fmla="*/ 53 h 107"/>
              <a:gd name="T58" fmla="*/ 64 w 106"/>
              <a:gd name="T59" fmla="*/ 42 h 107"/>
              <a:gd name="T60" fmla="*/ 42 w 106"/>
              <a:gd name="T61" fmla="*/ 8 h 107"/>
              <a:gd name="T62" fmla="*/ 42 w 106"/>
              <a:gd name="T63" fmla="*/ 42 h 107"/>
              <a:gd name="T64" fmla="*/ 37 w 106"/>
              <a:gd name="T65" fmla="*/ 53 h 107"/>
              <a:gd name="T66" fmla="*/ 72 w 106"/>
              <a:gd name="T67" fmla="*/ 58 h 107"/>
              <a:gd name="T68" fmla="*/ 11 w 106"/>
              <a:gd name="T69" fmla="*/ 98 h 107"/>
              <a:gd name="T70" fmla="*/ 72 w 106"/>
              <a:gd name="T71" fmla="*/ 58 h 107"/>
              <a:gd name="T72" fmla="*/ 49 w 106"/>
              <a:gd name="T73" fmla="*/ 91 h 107"/>
              <a:gd name="T74" fmla="*/ 49 w 106"/>
              <a:gd name="T75" fmla="*/ 86 h 107"/>
              <a:gd name="T76" fmla="*/ 60 w 106"/>
              <a:gd name="T77" fmla="*/ 88 h 107"/>
              <a:gd name="T78" fmla="*/ 49 w 106"/>
              <a:gd name="T79" fmla="*/ 91 h 107"/>
              <a:gd name="T80" fmla="*/ 51 w 106"/>
              <a:gd name="T81" fmla="*/ 78 h 107"/>
              <a:gd name="T82" fmla="*/ 51 w 106"/>
              <a:gd name="T83" fmla="*/ 73 h 107"/>
              <a:gd name="T84" fmla="*/ 57 w 106"/>
              <a:gd name="T85" fmla="*/ 75 h 107"/>
              <a:gd name="T86" fmla="*/ 51 w 106"/>
              <a:gd name="T87" fmla="*/ 78 h 107"/>
              <a:gd name="T88" fmla="*/ 51 w 106"/>
              <a:gd name="T89" fmla="*/ 51 h 107"/>
              <a:gd name="T90" fmla="*/ 51 w 106"/>
              <a:gd name="T91" fmla="*/ 46 h 107"/>
              <a:gd name="T92" fmla="*/ 57 w 106"/>
              <a:gd name="T93" fmla="*/ 49 h 107"/>
              <a:gd name="T94" fmla="*/ 51 w 106"/>
              <a:gd name="T95" fmla="*/ 51 h 107"/>
              <a:gd name="T96" fmla="*/ 49 w 106"/>
              <a:gd name="T97" fmla="*/ 64 h 107"/>
              <a:gd name="T98" fmla="*/ 49 w 106"/>
              <a:gd name="T99" fmla="*/ 60 h 107"/>
              <a:gd name="T100" fmla="*/ 60 w 106"/>
              <a:gd name="T101" fmla="*/ 62 h 107"/>
              <a:gd name="T102" fmla="*/ 49 w 106"/>
              <a:gd name="T103" fmla="*/ 64 h 107"/>
              <a:gd name="T104" fmla="*/ 49 w 106"/>
              <a:gd name="T105" fmla="*/ 38 h 107"/>
              <a:gd name="T106" fmla="*/ 49 w 106"/>
              <a:gd name="T107" fmla="*/ 33 h 107"/>
              <a:gd name="T108" fmla="*/ 60 w 106"/>
              <a:gd name="T109" fmla="*/ 36 h 107"/>
              <a:gd name="T110" fmla="*/ 49 w 106"/>
              <a:gd name="T111" fmla="*/ 38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6" h="107">
                <a:moveTo>
                  <a:pt x="40" y="0"/>
                </a:moveTo>
                <a:cubicBezTo>
                  <a:pt x="66" y="0"/>
                  <a:pt x="66" y="0"/>
                  <a:pt x="66" y="0"/>
                </a:cubicBezTo>
                <a:cubicBezTo>
                  <a:pt x="68" y="0"/>
                  <a:pt x="68" y="0"/>
                  <a:pt x="68" y="0"/>
                </a:cubicBezTo>
                <a:cubicBezTo>
                  <a:pt x="68" y="0"/>
                  <a:pt x="68" y="0"/>
                  <a:pt x="68" y="0"/>
                </a:cubicBezTo>
                <a:cubicBezTo>
                  <a:pt x="73" y="0"/>
                  <a:pt x="73" y="0"/>
                  <a:pt x="73" y="0"/>
                </a:cubicBezTo>
                <a:cubicBezTo>
                  <a:pt x="75" y="0"/>
                  <a:pt x="77" y="2"/>
                  <a:pt x="77" y="4"/>
                </a:cubicBezTo>
                <a:cubicBezTo>
                  <a:pt x="77" y="7"/>
                  <a:pt x="75" y="8"/>
                  <a:pt x="73" y="8"/>
                </a:cubicBezTo>
                <a:cubicBezTo>
                  <a:pt x="72" y="8"/>
                  <a:pt x="72" y="8"/>
                  <a:pt x="72" y="8"/>
                </a:cubicBezTo>
                <a:cubicBezTo>
                  <a:pt x="72" y="41"/>
                  <a:pt x="72" y="41"/>
                  <a:pt x="72" y="41"/>
                </a:cubicBezTo>
                <a:cubicBezTo>
                  <a:pt x="103" y="96"/>
                  <a:pt x="103" y="96"/>
                  <a:pt x="103" y="96"/>
                </a:cubicBezTo>
                <a:cubicBezTo>
                  <a:pt x="106" y="100"/>
                  <a:pt x="102" y="107"/>
                  <a:pt x="96" y="107"/>
                </a:cubicBezTo>
                <a:cubicBezTo>
                  <a:pt x="96" y="107"/>
                  <a:pt x="96" y="107"/>
                  <a:pt x="96" y="107"/>
                </a:cubicBezTo>
                <a:cubicBezTo>
                  <a:pt x="10" y="107"/>
                  <a:pt x="10" y="107"/>
                  <a:pt x="10" y="107"/>
                </a:cubicBezTo>
                <a:cubicBezTo>
                  <a:pt x="10" y="107"/>
                  <a:pt x="10" y="107"/>
                  <a:pt x="10" y="107"/>
                </a:cubicBezTo>
                <a:cubicBezTo>
                  <a:pt x="4" y="107"/>
                  <a:pt x="0" y="100"/>
                  <a:pt x="3" y="96"/>
                </a:cubicBezTo>
                <a:cubicBezTo>
                  <a:pt x="3" y="95"/>
                  <a:pt x="3" y="95"/>
                  <a:pt x="3" y="95"/>
                </a:cubicBezTo>
                <a:cubicBezTo>
                  <a:pt x="34" y="41"/>
                  <a:pt x="34" y="41"/>
                  <a:pt x="34" y="41"/>
                </a:cubicBezTo>
                <a:cubicBezTo>
                  <a:pt x="34" y="8"/>
                  <a:pt x="34" y="8"/>
                  <a:pt x="34" y="8"/>
                </a:cubicBezTo>
                <a:cubicBezTo>
                  <a:pt x="33" y="8"/>
                  <a:pt x="33" y="8"/>
                  <a:pt x="33" y="8"/>
                </a:cubicBezTo>
                <a:cubicBezTo>
                  <a:pt x="31" y="8"/>
                  <a:pt x="29" y="7"/>
                  <a:pt x="29" y="4"/>
                </a:cubicBezTo>
                <a:cubicBezTo>
                  <a:pt x="29" y="2"/>
                  <a:pt x="31" y="0"/>
                  <a:pt x="33" y="0"/>
                </a:cubicBezTo>
                <a:cubicBezTo>
                  <a:pt x="38" y="0"/>
                  <a:pt x="38" y="0"/>
                  <a:pt x="38" y="0"/>
                </a:cubicBezTo>
                <a:cubicBezTo>
                  <a:pt x="38" y="0"/>
                  <a:pt x="38" y="0"/>
                  <a:pt x="38" y="0"/>
                </a:cubicBezTo>
                <a:cubicBezTo>
                  <a:pt x="38" y="0"/>
                  <a:pt x="38" y="0"/>
                  <a:pt x="38" y="0"/>
                </a:cubicBezTo>
                <a:cubicBezTo>
                  <a:pt x="40" y="0"/>
                  <a:pt x="40" y="0"/>
                  <a:pt x="40" y="0"/>
                </a:cubicBezTo>
                <a:close/>
                <a:moveTo>
                  <a:pt x="27" y="86"/>
                </a:moveTo>
                <a:cubicBezTo>
                  <a:pt x="27" y="86"/>
                  <a:pt x="27" y="86"/>
                  <a:pt x="27" y="86"/>
                </a:cubicBezTo>
                <a:cubicBezTo>
                  <a:pt x="29" y="86"/>
                  <a:pt x="30" y="87"/>
                  <a:pt x="30" y="89"/>
                </a:cubicBezTo>
                <a:cubicBezTo>
                  <a:pt x="30" y="90"/>
                  <a:pt x="29" y="91"/>
                  <a:pt x="27" y="91"/>
                </a:cubicBezTo>
                <a:cubicBezTo>
                  <a:pt x="26" y="91"/>
                  <a:pt x="25" y="90"/>
                  <a:pt x="25" y="89"/>
                </a:cubicBezTo>
                <a:cubicBezTo>
                  <a:pt x="25" y="87"/>
                  <a:pt x="26" y="86"/>
                  <a:pt x="27" y="86"/>
                </a:cubicBezTo>
                <a:close/>
                <a:moveTo>
                  <a:pt x="40" y="79"/>
                </a:moveTo>
                <a:cubicBezTo>
                  <a:pt x="40" y="79"/>
                  <a:pt x="40" y="79"/>
                  <a:pt x="40" y="79"/>
                </a:cubicBezTo>
                <a:cubicBezTo>
                  <a:pt x="42" y="79"/>
                  <a:pt x="43" y="80"/>
                  <a:pt x="43" y="82"/>
                </a:cubicBezTo>
                <a:cubicBezTo>
                  <a:pt x="43" y="83"/>
                  <a:pt x="42" y="84"/>
                  <a:pt x="40" y="84"/>
                </a:cubicBezTo>
                <a:cubicBezTo>
                  <a:pt x="39" y="84"/>
                  <a:pt x="38" y="83"/>
                  <a:pt x="38" y="82"/>
                </a:cubicBezTo>
                <a:cubicBezTo>
                  <a:pt x="38" y="80"/>
                  <a:pt x="39" y="79"/>
                  <a:pt x="40" y="79"/>
                </a:cubicBezTo>
                <a:close/>
                <a:moveTo>
                  <a:pt x="36" y="63"/>
                </a:moveTo>
                <a:cubicBezTo>
                  <a:pt x="36" y="63"/>
                  <a:pt x="36" y="63"/>
                  <a:pt x="36" y="63"/>
                </a:cubicBezTo>
                <a:cubicBezTo>
                  <a:pt x="38" y="63"/>
                  <a:pt x="39" y="64"/>
                  <a:pt x="39" y="65"/>
                </a:cubicBezTo>
                <a:cubicBezTo>
                  <a:pt x="39" y="67"/>
                  <a:pt x="38" y="68"/>
                  <a:pt x="36" y="68"/>
                </a:cubicBezTo>
                <a:cubicBezTo>
                  <a:pt x="35" y="68"/>
                  <a:pt x="34" y="67"/>
                  <a:pt x="34" y="65"/>
                </a:cubicBezTo>
                <a:cubicBezTo>
                  <a:pt x="34" y="64"/>
                  <a:pt x="35" y="63"/>
                  <a:pt x="36" y="63"/>
                </a:cubicBezTo>
                <a:close/>
                <a:moveTo>
                  <a:pt x="37" y="87"/>
                </a:moveTo>
                <a:cubicBezTo>
                  <a:pt x="37" y="87"/>
                  <a:pt x="37" y="87"/>
                  <a:pt x="37" y="87"/>
                </a:cubicBezTo>
                <a:cubicBezTo>
                  <a:pt x="39" y="87"/>
                  <a:pt x="41" y="89"/>
                  <a:pt x="41" y="92"/>
                </a:cubicBezTo>
                <a:cubicBezTo>
                  <a:pt x="41" y="94"/>
                  <a:pt x="39" y="96"/>
                  <a:pt x="37" y="96"/>
                </a:cubicBezTo>
                <a:cubicBezTo>
                  <a:pt x="35" y="96"/>
                  <a:pt x="33" y="94"/>
                  <a:pt x="33" y="92"/>
                </a:cubicBezTo>
                <a:cubicBezTo>
                  <a:pt x="33" y="89"/>
                  <a:pt x="35" y="87"/>
                  <a:pt x="37" y="87"/>
                </a:cubicBezTo>
                <a:close/>
                <a:moveTo>
                  <a:pt x="32" y="72"/>
                </a:moveTo>
                <a:cubicBezTo>
                  <a:pt x="32" y="72"/>
                  <a:pt x="32" y="72"/>
                  <a:pt x="32" y="72"/>
                </a:cubicBezTo>
                <a:cubicBezTo>
                  <a:pt x="34" y="72"/>
                  <a:pt x="36" y="74"/>
                  <a:pt x="36" y="76"/>
                </a:cubicBezTo>
                <a:cubicBezTo>
                  <a:pt x="36" y="78"/>
                  <a:pt x="34" y="80"/>
                  <a:pt x="32" y="80"/>
                </a:cubicBezTo>
                <a:cubicBezTo>
                  <a:pt x="30" y="80"/>
                  <a:pt x="28" y="78"/>
                  <a:pt x="28" y="76"/>
                </a:cubicBezTo>
                <a:cubicBezTo>
                  <a:pt x="28" y="74"/>
                  <a:pt x="30" y="72"/>
                  <a:pt x="32" y="72"/>
                </a:cubicBezTo>
                <a:close/>
                <a:moveTo>
                  <a:pt x="37" y="53"/>
                </a:moveTo>
                <a:cubicBezTo>
                  <a:pt x="37" y="53"/>
                  <a:pt x="37" y="53"/>
                  <a:pt x="37" y="53"/>
                </a:cubicBezTo>
                <a:cubicBezTo>
                  <a:pt x="69" y="53"/>
                  <a:pt x="69" y="53"/>
                  <a:pt x="69" y="53"/>
                </a:cubicBezTo>
                <a:cubicBezTo>
                  <a:pt x="64" y="45"/>
                  <a:pt x="64" y="45"/>
                  <a:pt x="64" y="45"/>
                </a:cubicBezTo>
                <a:cubicBezTo>
                  <a:pt x="64" y="44"/>
                  <a:pt x="64" y="43"/>
                  <a:pt x="64" y="42"/>
                </a:cubicBezTo>
                <a:cubicBezTo>
                  <a:pt x="64" y="8"/>
                  <a:pt x="64" y="8"/>
                  <a:pt x="64" y="8"/>
                </a:cubicBezTo>
                <a:cubicBezTo>
                  <a:pt x="42" y="8"/>
                  <a:pt x="42" y="8"/>
                  <a:pt x="42" y="8"/>
                </a:cubicBezTo>
                <a:cubicBezTo>
                  <a:pt x="42" y="42"/>
                  <a:pt x="42" y="42"/>
                  <a:pt x="42" y="42"/>
                </a:cubicBezTo>
                <a:cubicBezTo>
                  <a:pt x="42" y="42"/>
                  <a:pt x="42" y="42"/>
                  <a:pt x="42" y="42"/>
                </a:cubicBezTo>
                <a:cubicBezTo>
                  <a:pt x="42" y="43"/>
                  <a:pt x="42" y="44"/>
                  <a:pt x="42" y="44"/>
                </a:cubicBezTo>
                <a:cubicBezTo>
                  <a:pt x="37" y="53"/>
                  <a:pt x="37" y="53"/>
                  <a:pt x="37" y="53"/>
                </a:cubicBezTo>
                <a:close/>
                <a:moveTo>
                  <a:pt x="72" y="58"/>
                </a:moveTo>
                <a:cubicBezTo>
                  <a:pt x="72" y="58"/>
                  <a:pt x="72" y="58"/>
                  <a:pt x="72" y="58"/>
                </a:cubicBezTo>
                <a:cubicBezTo>
                  <a:pt x="34" y="58"/>
                  <a:pt x="34" y="58"/>
                  <a:pt x="34" y="58"/>
                </a:cubicBezTo>
                <a:cubicBezTo>
                  <a:pt x="11" y="98"/>
                  <a:pt x="11" y="98"/>
                  <a:pt x="11" y="98"/>
                </a:cubicBezTo>
                <a:cubicBezTo>
                  <a:pt x="95" y="98"/>
                  <a:pt x="95" y="98"/>
                  <a:pt x="95" y="98"/>
                </a:cubicBezTo>
                <a:cubicBezTo>
                  <a:pt x="72" y="58"/>
                  <a:pt x="72" y="58"/>
                  <a:pt x="72" y="58"/>
                </a:cubicBezTo>
                <a:close/>
                <a:moveTo>
                  <a:pt x="49" y="91"/>
                </a:moveTo>
                <a:cubicBezTo>
                  <a:pt x="49" y="91"/>
                  <a:pt x="49" y="91"/>
                  <a:pt x="49" y="91"/>
                </a:cubicBezTo>
                <a:cubicBezTo>
                  <a:pt x="47" y="91"/>
                  <a:pt x="46" y="90"/>
                  <a:pt x="46" y="88"/>
                </a:cubicBezTo>
                <a:cubicBezTo>
                  <a:pt x="46" y="87"/>
                  <a:pt x="47" y="86"/>
                  <a:pt x="49" y="86"/>
                </a:cubicBezTo>
                <a:cubicBezTo>
                  <a:pt x="57" y="86"/>
                  <a:pt x="57" y="86"/>
                  <a:pt x="57" y="86"/>
                </a:cubicBezTo>
                <a:cubicBezTo>
                  <a:pt x="59" y="86"/>
                  <a:pt x="60" y="87"/>
                  <a:pt x="60" y="88"/>
                </a:cubicBezTo>
                <a:cubicBezTo>
                  <a:pt x="60" y="90"/>
                  <a:pt x="59" y="91"/>
                  <a:pt x="57" y="91"/>
                </a:cubicBezTo>
                <a:cubicBezTo>
                  <a:pt x="49" y="91"/>
                  <a:pt x="49" y="91"/>
                  <a:pt x="49" y="91"/>
                </a:cubicBezTo>
                <a:close/>
                <a:moveTo>
                  <a:pt x="51" y="78"/>
                </a:moveTo>
                <a:cubicBezTo>
                  <a:pt x="51" y="78"/>
                  <a:pt x="51" y="78"/>
                  <a:pt x="51" y="78"/>
                </a:cubicBezTo>
                <a:cubicBezTo>
                  <a:pt x="50" y="78"/>
                  <a:pt x="49" y="76"/>
                  <a:pt x="49" y="75"/>
                </a:cubicBezTo>
                <a:cubicBezTo>
                  <a:pt x="49" y="74"/>
                  <a:pt x="50" y="73"/>
                  <a:pt x="51" y="73"/>
                </a:cubicBezTo>
                <a:cubicBezTo>
                  <a:pt x="55" y="73"/>
                  <a:pt x="55" y="73"/>
                  <a:pt x="55" y="73"/>
                </a:cubicBezTo>
                <a:cubicBezTo>
                  <a:pt x="56" y="73"/>
                  <a:pt x="57" y="74"/>
                  <a:pt x="57" y="75"/>
                </a:cubicBezTo>
                <a:cubicBezTo>
                  <a:pt x="57" y="76"/>
                  <a:pt x="56" y="78"/>
                  <a:pt x="55" y="78"/>
                </a:cubicBezTo>
                <a:cubicBezTo>
                  <a:pt x="51" y="78"/>
                  <a:pt x="51" y="78"/>
                  <a:pt x="51" y="78"/>
                </a:cubicBezTo>
                <a:close/>
                <a:moveTo>
                  <a:pt x="51" y="51"/>
                </a:moveTo>
                <a:cubicBezTo>
                  <a:pt x="51" y="51"/>
                  <a:pt x="51" y="51"/>
                  <a:pt x="51" y="51"/>
                </a:cubicBezTo>
                <a:cubicBezTo>
                  <a:pt x="50" y="51"/>
                  <a:pt x="49" y="50"/>
                  <a:pt x="49" y="49"/>
                </a:cubicBezTo>
                <a:cubicBezTo>
                  <a:pt x="49" y="47"/>
                  <a:pt x="50" y="46"/>
                  <a:pt x="51" y="46"/>
                </a:cubicBezTo>
                <a:cubicBezTo>
                  <a:pt x="55" y="46"/>
                  <a:pt x="55" y="46"/>
                  <a:pt x="55" y="46"/>
                </a:cubicBezTo>
                <a:cubicBezTo>
                  <a:pt x="56" y="46"/>
                  <a:pt x="57" y="47"/>
                  <a:pt x="57" y="49"/>
                </a:cubicBezTo>
                <a:cubicBezTo>
                  <a:pt x="57" y="50"/>
                  <a:pt x="56" y="51"/>
                  <a:pt x="55" y="51"/>
                </a:cubicBezTo>
                <a:cubicBezTo>
                  <a:pt x="51" y="51"/>
                  <a:pt x="51" y="51"/>
                  <a:pt x="51" y="51"/>
                </a:cubicBezTo>
                <a:close/>
                <a:moveTo>
                  <a:pt x="49" y="64"/>
                </a:moveTo>
                <a:cubicBezTo>
                  <a:pt x="49" y="64"/>
                  <a:pt x="49" y="64"/>
                  <a:pt x="49" y="64"/>
                </a:cubicBezTo>
                <a:cubicBezTo>
                  <a:pt x="47" y="64"/>
                  <a:pt x="46" y="63"/>
                  <a:pt x="46" y="62"/>
                </a:cubicBezTo>
                <a:cubicBezTo>
                  <a:pt x="46" y="61"/>
                  <a:pt x="47" y="60"/>
                  <a:pt x="49" y="60"/>
                </a:cubicBezTo>
                <a:cubicBezTo>
                  <a:pt x="57" y="60"/>
                  <a:pt x="57" y="60"/>
                  <a:pt x="57" y="60"/>
                </a:cubicBezTo>
                <a:cubicBezTo>
                  <a:pt x="59" y="60"/>
                  <a:pt x="60" y="61"/>
                  <a:pt x="60" y="62"/>
                </a:cubicBezTo>
                <a:cubicBezTo>
                  <a:pt x="60" y="63"/>
                  <a:pt x="59" y="64"/>
                  <a:pt x="57" y="64"/>
                </a:cubicBezTo>
                <a:cubicBezTo>
                  <a:pt x="49" y="64"/>
                  <a:pt x="49" y="64"/>
                  <a:pt x="49" y="64"/>
                </a:cubicBezTo>
                <a:close/>
                <a:moveTo>
                  <a:pt x="49" y="38"/>
                </a:moveTo>
                <a:cubicBezTo>
                  <a:pt x="49" y="38"/>
                  <a:pt x="49" y="38"/>
                  <a:pt x="49" y="38"/>
                </a:cubicBezTo>
                <a:cubicBezTo>
                  <a:pt x="47" y="38"/>
                  <a:pt x="46" y="37"/>
                  <a:pt x="46" y="36"/>
                </a:cubicBezTo>
                <a:cubicBezTo>
                  <a:pt x="46" y="34"/>
                  <a:pt x="47" y="33"/>
                  <a:pt x="49" y="33"/>
                </a:cubicBezTo>
                <a:cubicBezTo>
                  <a:pt x="57" y="33"/>
                  <a:pt x="57" y="33"/>
                  <a:pt x="57" y="33"/>
                </a:cubicBezTo>
                <a:cubicBezTo>
                  <a:pt x="59" y="33"/>
                  <a:pt x="60" y="34"/>
                  <a:pt x="60" y="36"/>
                </a:cubicBezTo>
                <a:cubicBezTo>
                  <a:pt x="60" y="37"/>
                  <a:pt x="59" y="38"/>
                  <a:pt x="57" y="38"/>
                </a:cubicBezTo>
                <a:cubicBezTo>
                  <a:pt x="49" y="38"/>
                  <a:pt x="49" y="38"/>
                  <a:pt x="49" y="38"/>
                </a:cubicBezTo>
                <a:close/>
              </a:path>
            </a:pathLst>
          </a:custGeom>
          <a:solidFill>
            <a:schemeClr val="bg1"/>
          </a:solidFill>
          <a:ln>
            <a:noFill/>
          </a:ln>
        </p:spPr>
        <p:txBody>
          <a:bodyPr/>
          <a:lstStyle/>
          <a:p>
            <a:endParaRPr lang="zh-CN" altLang="en-US"/>
          </a:p>
        </p:txBody>
      </p:sp>
      <p:sp>
        <p:nvSpPr>
          <p:cNvPr id="28" name="Freeform 40"/>
          <p:cNvSpPr>
            <a:spLocks noEditPoints="1"/>
          </p:cNvSpPr>
          <p:nvPr/>
        </p:nvSpPr>
        <p:spPr bwMode="auto">
          <a:xfrm>
            <a:off x="6431684" y="4968242"/>
            <a:ext cx="321482" cy="289314"/>
          </a:xfrm>
          <a:custGeom>
            <a:avLst/>
            <a:gdLst>
              <a:gd name="T0" fmla="*/ 2 w 108"/>
              <a:gd name="T1" fmla="*/ 72 h 98"/>
              <a:gd name="T2" fmla="*/ 28 w 108"/>
              <a:gd name="T3" fmla="*/ 74 h 98"/>
              <a:gd name="T4" fmla="*/ 28 w 108"/>
              <a:gd name="T5" fmla="*/ 95 h 98"/>
              <a:gd name="T6" fmla="*/ 25 w 108"/>
              <a:gd name="T7" fmla="*/ 98 h 98"/>
              <a:gd name="T8" fmla="*/ 0 w 108"/>
              <a:gd name="T9" fmla="*/ 95 h 98"/>
              <a:gd name="T10" fmla="*/ 0 w 108"/>
              <a:gd name="T11" fmla="*/ 74 h 98"/>
              <a:gd name="T12" fmla="*/ 63 w 108"/>
              <a:gd name="T13" fmla="*/ 15 h 98"/>
              <a:gd name="T14" fmla="*/ 43 w 108"/>
              <a:gd name="T15" fmla="*/ 31 h 98"/>
              <a:gd name="T16" fmla="*/ 4 w 108"/>
              <a:gd name="T17" fmla="*/ 40 h 98"/>
              <a:gd name="T18" fmla="*/ 39 w 108"/>
              <a:gd name="T19" fmla="*/ 24 h 98"/>
              <a:gd name="T20" fmla="*/ 41 w 108"/>
              <a:gd name="T21" fmla="*/ 8 h 98"/>
              <a:gd name="T22" fmla="*/ 41 w 108"/>
              <a:gd name="T23" fmla="*/ 0 h 98"/>
              <a:gd name="T24" fmla="*/ 71 w 108"/>
              <a:gd name="T25" fmla="*/ 4 h 98"/>
              <a:gd name="T26" fmla="*/ 71 w 108"/>
              <a:gd name="T27" fmla="*/ 30 h 98"/>
              <a:gd name="T28" fmla="*/ 63 w 108"/>
              <a:gd name="T29" fmla="*/ 30 h 98"/>
              <a:gd name="T30" fmla="*/ 83 w 108"/>
              <a:gd name="T31" fmla="*/ 16 h 98"/>
              <a:gd name="T32" fmla="*/ 83 w 108"/>
              <a:gd name="T33" fmla="*/ 16 h 98"/>
              <a:gd name="T34" fmla="*/ 108 w 108"/>
              <a:gd name="T35" fmla="*/ 19 h 98"/>
              <a:gd name="T36" fmla="*/ 108 w 108"/>
              <a:gd name="T37" fmla="*/ 95 h 98"/>
              <a:gd name="T38" fmla="*/ 106 w 108"/>
              <a:gd name="T39" fmla="*/ 98 h 98"/>
              <a:gd name="T40" fmla="*/ 80 w 108"/>
              <a:gd name="T41" fmla="*/ 95 h 98"/>
              <a:gd name="T42" fmla="*/ 80 w 108"/>
              <a:gd name="T43" fmla="*/ 19 h 98"/>
              <a:gd name="T44" fmla="*/ 103 w 108"/>
              <a:gd name="T45" fmla="*/ 21 h 98"/>
              <a:gd name="T46" fmla="*/ 85 w 108"/>
              <a:gd name="T47" fmla="*/ 21 h 98"/>
              <a:gd name="T48" fmla="*/ 103 w 108"/>
              <a:gd name="T49" fmla="*/ 93 h 98"/>
              <a:gd name="T50" fmla="*/ 42 w 108"/>
              <a:gd name="T51" fmla="*/ 44 h 98"/>
              <a:gd name="T52" fmla="*/ 43 w 108"/>
              <a:gd name="T53" fmla="*/ 44 h 98"/>
              <a:gd name="T54" fmla="*/ 68 w 108"/>
              <a:gd name="T55" fmla="*/ 46 h 98"/>
              <a:gd name="T56" fmla="*/ 68 w 108"/>
              <a:gd name="T57" fmla="*/ 95 h 98"/>
              <a:gd name="T58" fmla="*/ 65 w 108"/>
              <a:gd name="T59" fmla="*/ 98 h 98"/>
              <a:gd name="T60" fmla="*/ 40 w 108"/>
              <a:gd name="T61" fmla="*/ 95 h 98"/>
              <a:gd name="T62" fmla="*/ 40 w 108"/>
              <a:gd name="T63" fmla="*/ 46 h 98"/>
              <a:gd name="T64" fmla="*/ 63 w 108"/>
              <a:gd name="T65" fmla="*/ 49 h 98"/>
              <a:gd name="T66" fmla="*/ 45 w 108"/>
              <a:gd name="T67" fmla="*/ 49 h 98"/>
              <a:gd name="T68" fmla="*/ 63 w 108"/>
              <a:gd name="T69" fmla="*/ 93 h 98"/>
              <a:gd name="T70" fmla="*/ 23 w 108"/>
              <a:gd name="T71" fmla="*/ 77 h 98"/>
              <a:gd name="T72" fmla="*/ 5 w 108"/>
              <a:gd name="T73" fmla="*/ 77 h 98"/>
              <a:gd name="T74" fmla="*/ 23 w 108"/>
              <a:gd name="T75" fmla="*/ 93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8" h="98">
                <a:moveTo>
                  <a:pt x="2" y="72"/>
                </a:moveTo>
                <a:cubicBezTo>
                  <a:pt x="2" y="72"/>
                  <a:pt x="2" y="72"/>
                  <a:pt x="2" y="72"/>
                </a:cubicBezTo>
                <a:cubicBezTo>
                  <a:pt x="25" y="72"/>
                  <a:pt x="25" y="72"/>
                  <a:pt x="25" y="72"/>
                </a:cubicBezTo>
                <a:cubicBezTo>
                  <a:pt x="27" y="72"/>
                  <a:pt x="28" y="73"/>
                  <a:pt x="28" y="74"/>
                </a:cubicBezTo>
                <a:cubicBezTo>
                  <a:pt x="28" y="74"/>
                  <a:pt x="28" y="74"/>
                  <a:pt x="28" y="74"/>
                </a:cubicBezTo>
                <a:cubicBezTo>
                  <a:pt x="28" y="95"/>
                  <a:pt x="28" y="95"/>
                  <a:pt x="28" y="95"/>
                </a:cubicBezTo>
                <a:cubicBezTo>
                  <a:pt x="28" y="97"/>
                  <a:pt x="27" y="98"/>
                  <a:pt x="25" y="98"/>
                </a:cubicBezTo>
                <a:cubicBezTo>
                  <a:pt x="25" y="98"/>
                  <a:pt x="25" y="98"/>
                  <a:pt x="25" y="98"/>
                </a:cubicBezTo>
                <a:cubicBezTo>
                  <a:pt x="2" y="98"/>
                  <a:pt x="2" y="98"/>
                  <a:pt x="2" y="98"/>
                </a:cubicBezTo>
                <a:cubicBezTo>
                  <a:pt x="1" y="98"/>
                  <a:pt x="0" y="97"/>
                  <a:pt x="0" y="95"/>
                </a:cubicBezTo>
                <a:cubicBezTo>
                  <a:pt x="0" y="95"/>
                  <a:pt x="0" y="95"/>
                  <a:pt x="0" y="95"/>
                </a:cubicBezTo>
                <a:cubicBezTo>
                  <a:pt x="0" y="74"/>
                  <a:pt x="0" y="74"/>
                  <a:pt x="0" y="74"/>
                </a:cubicBezTo>
                <a:cubicBezTo>
                  <a:pt x="0" y="73"/>
                  <a:pt x="1" y="72"/>
                  <a:pt x="2" y="72"/>
                </a:cubicBezTo>
                <a:close/>
                <a:moveTo>
                  <a:pt x="63" y="15"/>
                </a:moveTo>
                <a:cubicBezTo>
                  <a:pt x="63" y="15"/>
                  <a:pt x="63" y="15"/>
                  <a:pt x="63" y="15"/>
                </a:cubicBezTo>
                <a:cubicBezTo>
                  <a:pt x="57" y="22"/>
                  <a:pt x="50" y="27"/>
                  <a:pt x="43" y="31"/>
                </a:cubicBezTo>
                <a:cubicBezTo>
                  <a:pt x="33" y="38"/>
                  <a:pt x="21" y="42"/>
                  <a:pt x="8" y="44"/>
                </a:cubicBezTo>
                <a:cubicBezTo>
                  <a:pt x="6" y="44"/>
                  <a:pt x="4" y="43"/>
                  <a:pt x="4" y="40"/>
                </a:cubicBezTo>
                <a:cubicBezTo>
                  <a:pt x="3" y="38"/>
                  <a:pt x="5" y="36"/>
                  <a:pt x="7" y="36"/>
                </a:cubicBezTo>
                <a:cubicBezTo>
                  <a:pt x="19" y="34"/>
                  <a:pt x="29" y="30"/>
                  <a:pt x="39" y="24"/>
                </a:cubicBezTo>
                <a:cubicBezTo>
                  <a:pt x="46" y="20"/>
                  <a:pt x="53" y="14"/>
                  <a:pt x="58" y="8"/>
                </a:cubicBezTo>
                <a:cubicBezTo>
                  <a:pt x="41" y="8"/>
                  <a:pt x="41" y="8"/>
                  <a:pt x="41" y="8"/>
                </a:cubicBezTo>
                <a:cubicBezTo>
                  <a:pt x="39" y="8"/>
                  <a:pt x="37" y="6"/>
                  <a:pt x="37" y="4"/>
                </a:cubicBezTo>
                <a:cubicBezTo>
                  <a:pt x="37" y="2"/>
                  <a:pt x="39" y="0"/>
                  <a:pt x="41" y="0"/>
                </a:cubicBezTo>
                <a:cubicBezTo>
                  <a:pt x="67" y="0"/>
                  <a:pt x="67" y="0"/>
                  <a:pt x="67" y="0"/>
                </a:cubicBezTo>
                <a:cubicBezTo>
                  <a:pt x="69" y="0"/>
                  <a:pt x="71" y="2"/>
                  <a:pt x="71" y="4"/>
                </a:cubicBezTo>
                <a:cubicBezTo>
                  <a:pt x="71" y="4"/>
                  <a:pt x="71" y="4"/>
                  <a:pt x="71" y="4"/>
                </a:cubicBezTo>
                <a:cubicBezTo>
                  <a:pt x="71" y="30"/>
                  <a:pt x="71" y="30"/>
                  <a:pt x="71" y="30"/>
                </a:cubicBezTo>
                <a:cubicBezTo>
                  <a:pt x="71" y="32"/>
                  <a:pt x="69" y="34"/>
                  <a:pt x="67" y="34"/>
                </a:cubicBezTo>
                <a:cubicBezTo>
                  <a:pt x="65" y="34"/>
                  <a:pt x="63" y="32"/>
                  <a:pt x="63" y="30"/>
                </a:cubicBezTo>
                <a:cubicBezTo>
                  <a:pt x="63" y="15"/>
                  <a:pt x="63" y="15"/>
                  <a:pt x="63" y="15"/>
                </a:cubicBezTo>
                <a:close/>
                <a:moveTo>
                  <a:pt x="83" y="16"/>
                </a:moveTo>
                <a:cubicBezTo>
                  <a:pt x="83" y="16"/>
                  <a:pt x="83" y="16"/>
                  <a:pt x="83" y="16"/>
                </a:cubicBezTo>
                <a:cubicBezTo>
                  <a:pt x="83" y="16"/>
                  <a:pt x="83" y="16"/>
                  <a:pt x="83" y="16"/>
                </a:cubicBezTo>
                <a:cubicBezTo>
                  <a:pt x="106" y="16"/>
                  <a:pt x="106" y="16"/>
                  <a:pt x="106" y="16"/>
                </a:cubicBezTo>
                <a:cubicBezTo>
                  <a:pt x="107" y="16"/>
                  <a:pt x="108" y="17"/>
                  <a:pt x="108" y="19"/>
                </a:cubicBezTo>
                <a:cubicBezTo>
                  <a:pt x="108" y="19"/>
                  <a:pt x="108" y="19"/>
                  <a:pt x="108" y="19"/>
                </a:cubicBezTo>
                <a:cubicBezTo>
                  <a:pt x="108" y="95"/>
                  <a:pt x="108" y="95"/>
                  <a:pt x="108" y="95"/>
                </a:cubicBezTo>
                <a:cubicBezTo>
                  <a:pt x="108" y="97"/>
                  <a:pt x="107" y="98"/>
                  <a:pt x="106" y="98"/>
                </a:cubicBezTo>
                <a:cubicBezTo>
                  <a:pt x="106" y="98"/>
                  <a:pt x="106" y="98"/>
                  <a:pt x="106" y="98"/>
                </a:cubicBezTo>
                <a:cubicBezTo>
                  <a:pt x="83" y="98"/>
                  <a:pt x="83" y="98"/>
                  <a:pt x="83" y="98"/>
                </a:cubicBezTo>
                <a:cubicBezTo>
                  <a:pt x="81" y="98"/>
                  <a:pt x="80" y="97"/>
                  <a:pt x="80" y="95"/>
                </a:cubicBezTo>
                <a:cubicBezTo>
                  <a:pt x="80" y="95"/>
                  <a:pt x="80" y="95"/>
                  <a:pt x="80" y="95"/>
                </a:cubicBezTo>
                <a:cubicBezTo>
                  <a:pt x="80" y="19"/>
                  <a:pt x="80" y="19"/>
                  <a:pt x="80" y="19"/>
                </a:cubicBezTo>
                <a:cubicBezTo>
                  <a:pt x="80" y="17"/>
                  <a:pt x="81" y="16"/>
                  <a:pt x="83" y="16"/>
                </a:cubicBezTo>
                <a:close/>
                <a:moveTo>
                  <a:pt x="103" y="21"/>
                </a:moveTo>
                <a:cubicBezTo>
                  <a:pt x="103" y="21"/>
                  <a:pt x="103" y="21"/>
                  <a:pt x="103" y="21"/>
                </a:cubicBezTo>
                <a:cubicBezTo>
                  <a:pt x="85" y="21"/>
                  <a:pt x="85" y="21"/>
                  <a:pt x="85" y="21"/>
                </a:cubicBezTo>
                <a:cubicBezTo>
                  <a:pt x="85" y="93"/>
                  <a:pt x="85" y="93"/>
                  <a:pt x="85" y="93"/>
                </a:cubicBezTo>
                <a:cubicBezTo>
                  <a:pt x="103" y="93"/>
                  <a:pt x="103" y="93"/>
                  <a:pt x="103" y="93"/>
                </a:cubicBezTo>
                <a:cubicBezTo>
                  <a:pt x="103" y="21"/>
                  <a:pt x="103" y="21"/>
                  <a:pt x="103" y="21"/>
                </a:cubicBezTo>
                <a:close/>
                <a:moveTo>
                  <a:pt x="42" y="44"/>
                </a:moveTo>
                <a:cubicBezTo>
                  <a:pt x="42" y="44"/>
                  <a:pt x="42" y="44"/>
                  <a:pt x="42" y="44"/>
                </a:cubicBezTo>
                <a:cubicBezTo>
                  <a:pt x="42" y="44"/>
                  <a:pt x="43" y="44"/>
                  <a:pt x="43" y="44"/>
                </a:cubicBezTo>
                <a:cubicBezTo>
                  <a:pt x="50" y="44"/>
                  <a:pt x="58" y="44"/>
                  <a:pt x="65" y="44"/>
                </a:cubicBezTo>
                <a:cubicBezTo>
                  <a:pt x="67" y="44"/>
                  <a:pt x="68" y="45"/>
                  <a:pt x="68" y="46"/>
                </a:cubicBezTo>
                <a:cubicBezTo>
                  <a:pt x="68" y="47"/>
                  <a:pt x="68" y="47"/>
                  <a:pt x="68" y="47"/>
                </a:cubicBezTo>
                <a:cubicBezTo>
                  <a:pt x="68" y="63"/>
                  <a:pt x="68" y="79"/>
                  <a:pt x="68" y="95"/>
                </a:cubicBezTo>
                <a:cubicBezTo>
                  <a:pt x="68" y="97"/>
                  <a:pt x="67" y="98"/>
                  <a:pt x="65" y="98"/>
                </a:cubicBezTo>
                <a:cubicBezTo>
                  <a:pt x="65" y="98"/>
                  <a:pt x="65" y="98"/>
                  <a:pt x="65" y="98"/>
                </a:cubicBezTo>
                <a:cubicBezTo>
                  <a:pt x="58" y="98"/>
                  <a:pt x="50" y="98"/>
                  <a:pt x="42" y="98"/>
                </a:cubicBezTo>
                <a:cubicBezTo>
                  <a:pt x="41" y="98"/>
                  <a:pt x="40" y="97"/>
                  <a:pt x="40" y="95"/>
                </a:cubicBezTo>
                <a:cubicBezTo>
                  <a:pt x="40" y="95"/>
                  <a:pt x="40" y="95"/>
                  <a:pt x="40" y="95"/>
                </a:cubicBezTo>
                <a:cubicBezTo>
                  <a:pt x="40" y="79"/>
                  <a:pt x="40" y="63"/>
                  <a:pt x="40" y="46"/>
                </a:cubicBezTo>
                <a:cubicBezTo>
                  <a:pt x="40" y="45"/>
                  <a:pt x="41" y="44"/>
                  <a:pt x="42" y="44"/>
                </a:cubicBezTo>
                <a:close/>
                <a:moveTo>
                  <a:pt x="63" y="49"/>
                </a:moveTo>
                <a:cubicBezTo>
                  <a:pt x="63" y="49"/>
                  <a:pt x="63" y="49"/>
                  <a:pt x="63" y="49"/>
                </a:cubicBezTo>
                <a:cubicBezTo>
                  <a:pt x="57" y="49"/>
                  <a:pt x="51" y="49"/>
                  <a:pt x="45" y="49"/>
                </a:cubicBezTo>
                <a:cubicBezTo>
                  <a:pt x="45" y="64"/>
                  <a:pt x="45" y="78"/>
                  <a:pt x="45" y="93"/>
                </a:cubicBezTo>
                <a:cubicBezTo>
                  <a:pt x="51" y="93"/>
                  <a:pt x="57" y="93"/>
                  <a:pt x="63" y="93"/>
                </a:cubicBezTo>
                <a:cubicBezTo>
                  <a:pt x="63" y="78"/>
                  <a:pt x="63" y="64"/>
                  <a:pt x="63" y="49"/>
                </a:cubicBezTo>
                <a:close/>
                <a:moveTo>
                  <a:pt x="23" y="77"/>
                </a:moveTo>
                <a:cubicBezTo>
                  <a:pt x="23" y="77"/>
                  <a:pt x="23" y="77"/>
                  <a:pt x="23" y="77"/>
                </a:cubicBezTo>
                <a:cubicBezTo>
                  <a:pt x="5" y="77"/>
                  <a:pt x="5" y="77"/>
                  <a:pt x="5" y="77"/>
                </a:cubicBezTo>
                <a:cubicBezTo>
                  <a:pt x="5" y="93"/>
                  <a:pt x="5" y="93"/>
                  <a:pt x="5" y="93"/>
                </a:cubicBezTo>
                <a:cubicBezTo>
                  <a:pt x="23" y="93"/>
                  <a:pt x="23" y="93"/>
                  <a:pt x="23" y="93"/>
                </a:cubicBezTo>
                <a:cubicBezTo>
                  <a:pt x="23" y="77"/>
                  <a:pt x="23" y="77"/>
                  <a:pt x="23" y="7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9" name="Freeform 41"/>
          <p:cNvSpPr>
            <a:spLocks noEditPoints="1"/>
          </p:cNvSpPr>
          <p:nvPr/>
        </p:nvSpPr>
        <p:spPr bwMode="auto">
          <a:xfrm>
            <a:off x="4493926" y="4971509"/>
            <a:ext cx="321482" cy="318246"/>
          </a:xfrm>
          <a:custGeom>
            <a:avLst/>
            <a:gdLst>
              <a:gd name="T0" fmla="*/ 90 w 107"/>
              <a:gd name="T1" fmla="*/ 88 h 107"/>
              <a:gd name="T2" fmla="*/ 71 w 107"/>
              <a:gd name="T3" fmla="*/ 73 h 107"/>
              <a:gd name="T4" fmla="*/ 75 w 107"/>
              <a:gd name="T5" fmla="*/ 70 h 107"/>
              <a:gd name="T6" fmla="*/ 83 w 107"/>
              <a:gd name="T7" fmla="*/ 0 h 107"/>
              <a:gd name="T8" fmla="*/ 88 w 107"/>
              <a:gd name="T9" fmla="*/ 0 h 107"/>
              <a:gd name="T10" fmla="*/ 95 w 107"/>
              <a:gd name="T11" fmla="*/ 7 h 107"/>
              <a:gd name="T12" fmla="*/ 94 w 107"/>
              <a:gd name="T13" fmla="*/ 9 h 107"/>
              <a:gd name="T14" fmla="*/ 85 w 107"/>
              <a:gd name="T15" fmla="*/ 20 h 107"/>
              <a:gd name="T16" fmla="*/ 88 w 107"/>
              <a:gd name="T17" fmla="*/ 22 h 107"/>
              <a:gd name="T18" fmla="*/ 99 w 107"/>
              <a:gd name="T19" fmla="*/ 13 h 107"/>
              <a:gd name="T20" fmla="*/ 105 w 107"/>
              <a:gd name="T21" fmla="*/ 15 h 107"/>
              <a:gd name="T22" fmla="*/ 107 w 107"/>
              <a:gd name="T23" fmla="*/ 19 h 107"/>
              <a:gd name="T24" fmla="*/ 107 w 107"/>
              <a:gd name="T25" fmla="*/ 24 h 107"/>
              <a:gd name="T26" fmla="*/ 83 w 107"/>
              <a:gd name="T27" fmla="*/ 48 h 107"/>
              <a:gd name="T28" fmla="*/ 77 w 107"/>
              <a:gd name="T29" fmla="*/ 52 h 107"/>
              <a:gd name="T30" fmla="*/ 102 w 107"/>
              <a:gd name="T31" fmla="*/ 77 h 107"/>
              <a:gd name="T32" fmla="*/ 102 w 107"/>
              <a:gd name="T33" fmla="*/ 101 h 107"/>
              <a:gd name="T34" fmla="*/ 102 w 107"/>
              <a:gd name="T35" fmla="*/ 101 h 107"/>
              <a:gd name="T36" fmla="*/ 78 w 107"/>
              <a:gd name="T37" fmla="*/ 101 h 107"/>
              <a:gd name="T38" fmla="*/ 28 w 107"/>
              <a:gd name="T39" fmla="*/ 102 h 107"/>
              <a:gd name="T40" fmla="*/ 6 w 107"/>
              <a:gd name="T41" fmla="*/ 101 h 107"/>
              <a:gd name="T42" fmla="*/ 2 w 107"/>
              <a:gd name="T43" fmla="*/ 96 h 107"/>
              <a:gd name="T44" fmla="*/ 6 w 107"/>
              <a:gd name="T45" fmla="*/ 79 h 107"/>
              <a:gd name="T46" fmla="*/ 24 w 107"/>
              <a:gd name="T47" fmla="*/ 40 h 107"/>
              <a:gd name="T48" fmla="*/ 12 w 107"/>
              <a:gd name="T49" fmla="*/ 35 h 107"/>
              <a:gd name="T50" fmla="*/ 4 w 107"/>
              <a:gd name="T51" fmla="*/ 10 h 107"/>
              <a:gd name="T52" fmla="*/ 11 w 107"/>
              <a:gd name="T53" fmla="*/ 2 h 107"/>
              <a:gd name="T54" fmla="*/ 37 w 107"/>
              <a:gd name="T55" fmla="*/ 11 h 107"/>
              <a:gd name="T56" fmla="*/ 42 w 107"/>
              <a:gd name="T57" fmla="*/ 22 h 107"/>
              <a:gd name="T58" fmla="*/ 59 w 107"/>
              <a:gd name="T59" fmla="*/ 25 h 107"/>
              <a:gd name="T60" fmla="*/ 59 w 107"/>
              <a:gd name="T61" fmla="*/ 24 h 107"/>
              <a:gd name="T62" fmla="*/ 66 w 107"/>
              <a:gd name="T63" fmla="*/ 7 h 107"/>
              <a:gd name="T64" fmla="*/ 72 w 107"/>
              <a:gd name="T65" fmla="*/ 58 h 107"/>
              <a:gd name="T66" fmla="*/ 59 w 107"/>
              <a:gd name="T67" fmla="*/ 70 h 107"/>
              <a:gd name="T68" fmla="*/ 90 w 107"/>
              <a:gd name="T69" fmla="*/ 98 h 107"/>
              <a:gd name="T70" fmla="*/ 97 w 107"/>
              <a:gd name="T71" fmla="*/ 95 h 107"/>
              <a:gd name="T72" fmla="*/ 97 w 107"/>
              <a:gd name="T73" fmla="*/ 83 h 107"/>
              <a:gd name="T74" fmla="*/ 72 w 107"/>
              <a:gd name="T75" fmla="*/ 58 h 107"/>
              <a:gd name="T76" fmla="*/ 40 w 107"/>
              <a:gd name="T77" fmla="*/ 45 h 107"/>
              <a:gd name="T78" fmla="*/ 35 w 107"/>
              <a:gd name="T79" fmla="*/ 27 h 107"/>
              <a:gd name="T80" fmla="*/ 32 w 107"/>
              <a:gd name="T81" fmla="*/ 17 h 107"/>
              <a:gd name="T82" fmla="*/ 13 w 107"/>
              <a:gd name="T83" fmla="*/ 12 h 107"/>
              <a:gd name="T84" fmla="*/ 19 w 107"/>
              <a:gd name="T85" fmla="*/ 30 h 107"/>
              <a:gd name="T86" fmla="*/ 29 w 107"/>
              <a:gd name="T87" fmla="*/ 34 h 107"/>
              <a:gd name="T88" fmla="*/ 83 w 107"/>
              <a:gd name="T89" fmla="*/ 8 h 107"/>
              <a:gd name="T90" fmla="*/ 72 w 107"/>
              <a:gd name="T91" fmla="*/ 13 h 107"/>
              <a:gd name="T92" fmla="*/ 68 w 107"/>
              <a:gd name="T93" fmla="*/ 24 h 107"/>
              <a:gd name="T94" fmla="*/ 68 w 107"/>
              <a:gd name="T95" fmla="*/ 25 h 107"/>
              <a:gd name="T96" fmla="*/ 68 w 107"/>
              <a:gd name="T97" fmla="*/ 26 h 107"/>
              <a:gd name="T98" fmla="*/ 11 w 107"/>
              <a:gd name="T99" fmla="*/ 85 h 107"/>
              <a:gd name="T100" fmla="*/ 10 w 107"/>
              <a:gd name="T101" fmla="*/ 93 h 107"/>
              <a:gd name="T102" fmla="*/ 14 w 107"/>
              <a:gd name="T103" fmla="*/ 98 h 107"/>
              <a:gd name="T104" fmla="*/ 51 w 107"/>
              <a:gd name="T105" fmla="*/ 68 h 107"/>
              <a:gd name="T106" fmla="*/ 69 w 107"/>
              <a:gd name="T107" fmla="*/ 49 h 107"/>
              <a:gd name="T108" fmla="*/ 77 w 107"/>
              <a:gd name="T109" fmla="*/ 41 h 107"/>
              <a:gd name="T110" fmla="*/ 81 w 107"/>
              <a:gd name="T111" fmla="*/ 39 h 107"/>
              <a:gd name="T112" fmla="*/ 83 w 107"/>
              <a:gd name="T113" fmla="*/ 40 h 107"/>
              <a:gd name="T114" fmla="*/ 94 w 107"/>
              <a:gd name="T115" fmla="*/ 35 h 107"/>
              <a:gd name="T116" fmla="*/ 94 w 107"/>
              <a:gd name="T117" fmla="*/ 30 h 107"/>
              <a:gd name="T118" fmla="*/ 85 w 107"/>
              <a:gd name="T119" fmla="*/ 30 h 107"/>
              <a:gd name="T120" fmla="*/ 78 w 107"/>
              <a:gd name="T121" fmla="*/ 26 h 107"/>
              <a:gd name="T122" fmla="*/ 76 w 107"/>
              <a:gd name="T123" fmla="*/ 18 h 107"/>
              <a:gd name="T124" fmla="*/ 83 w 107"/>
              <a:gd name="T125" fmla="*/ 8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7" h="107">
                <a:moveTo>
                  <a:pt x="90" y="85"/>
                </a:moveTo>
                <a:cubicBezTo>
                  <a:pt x="91" y="86"/>
                  <a:pt x="91" y="87"/>
                  <a:pt x="90" y="88"/>
                </a:cubicBezTo>
                <a:cubicBezTo>
                  <a:pt x="89" y="89"/>
                  <a:pt x="87" y="89"/>
                  <a:pt x="86" y="88"/>
                </a:cubicBezTo>
                <a:cubicBezTo>
                  <a:pt x="71" y="73"/>
                  <a:pt x="71" y="73"/>
                  <a:pt x="71" y="73"/>
                </a:cubicBezTo>
                <a:cubicBezTo>
                  <a:pt x="71" y="72"/>
                  <a:pt x="71" y="71"/>
                  <a:pt x="72" y="70"/>
                </a:cubicBezTo>
                <a:cubicBezTo>
                  <a:pt x="72" y="69"/>
                  <a:pt x="74" y="69"/>
                  <a:pt x="75" y="70"/>
                </a:cubicBezTo>
                <a:cubicBezTo>
                  <a:pt x="90" y="85"/>
                  <a:pt x="90" y="85"/>
                  <a:pt x="90" y="85"/>
                </a:cubicBezTo>
                <a:close/>
                <a:moveTo>
                  <a:pt x="83" y="0"/>
                </a:moveTo>
                <a:cubicBezTo>
                  <a:pt x="83" y="0"/>
                  <a:pt x="83" y="0"/>
                  <a:pt x="83" y="0"/>
                </a:cubicBezTo>
                <a:cubicBezTo>
                  <a:pt x="85" y="0"/>
                  <a:pt x="86" y="0"/>
                  <a:pt x="88" y="0"/>
                </a:cubicBezTo>
                <a:cubicBezTo>
                  <a:pt x="90" y="1"/>
                  <a:pt x="91" y="1"/>
                  <a:pt x="93" y="2"/>
                </a:cubicBezTo>
                <a:cubicBezTo>
                  <a:pt x="95" y="3"/>
                  <a:pt x="96" y="5"/>
                  <a:pt x="95" y="7"/>
                </a:cubicBezTo>
                <a:cubicBezTo>
                  <a:pt x="95" y="8"/>
                  <a:pt x="94" y="8"/>
                  <a:pt x="94" y="9"/>
                </a:cubicBezTo>
                <a:cubicBezTo>
                  <a:pt x="94" y="9"/>
                  <a:pt x="94" y="9"/>
                  <a:pt x="94" y="9"/>
                </a:cubicBezTo>
                <a:cubicBezTo>
                  <a:pt x="91" y="12"/>
                  <a:pt x="88" y="15"/>
                  <a:pt x="85" y="18"/>
                </a:cubicBezTo>
                <a:cubicBezTo>
                  <a:pt x="85" y="20"/>
                  <a:pt x="85" y="20"/>
                  <a:pt x="85" y="20"/>
                </a:cubicBezTo>
                <a:cubicBezTo>
                  <a:pt x="86" y="22"/>
                  <a:pt x="86" y="22"/>
                  <a:pt x="86" y="22"/>
                </a:cubicBezTo>
                <a:cubicBezTo>
                  <a:pt x="88" y="22"/>
                  <a:pt x="88" y="22"/>
                  <a:pt x="88" y="22"/>
                </a:cubicBezTo>
                <a:cubicBezTo>
                  <a:pt x="89" y="23"/>
                  <a:pt x="89" y="23"/>
                  <a:pt x="89" y="23"/>
                </a:cubicBezTo>
                <a:cubicBezTo>
                  <a:pt x="92" y="19"/>
                  <a:pt x="96" y="16"/>
                  <a:pt x="99" y="13"/>
                </a:cubicBezTo>
                <a:cubicBezTo>
                  <a:pt x="100" y="12"/>
                  <a:pt x="103" y="12"/>
                  <a:pt x="104" y="13"/>
                </a:cubicBezTo>
                <a:cubicBezTo>
                  <a:pt x="105" y="14"/>
                  <a:pt x="105" y="14"/>
                  <a:pt x="105" y="15"/>
                </a:cubicBezTo>
                <a:cubicBezTo>
                  <a:pt x="106" y="16"/>
                  <a:pt x="106" y="18"/>
                  <a:pt x="107" y="19"/>
                </a:cubicBezTo>
                <a:cubicBezTo>
                  <a:pt x="107" y="19"/>
                  <a:pt x="107" y="19"/>
                  <a:pt x="107" y="19"/>
                </a:cubicBezTo>
                <a:cubicBezTo>
                  <a:pt x="107" y="19"/>
                  <a:pt x="107" y="19"/>
                  <a:pt x="107" y="19"/>
                </a:cubicBezTo>
                <a:cubicBezTo>
                  <a:pt x="107" y="21"/>
                  <a:pt x="107" y="22"/>
                  <a:pt x="107" y="24"/>
                </a:cubicBezTo>
                <a:cubicBezTo>
                  <a:pt x="107" y="30"/>
                  <a:pt x="105" y="37"/>
                  <a:pt x="100" y="41"/>
                </a:cubicBezTo>
                <a:cubicBezTo>
                  <a:pt x="96" y="45"/>
                  <a:pt x="90" y="48"/>
                  <a:pt x="83" y="48"/>
                </a:cubicBezTo>
                <a:cubicBezTo>
                  <a:pt x="83" y="48"/>
                  <a:pt x="82" y="48"/>
                  <a:pt x="82" y="48"/>
                </a:cubicBezTo>
                <a:cubicBezTo>
                  <a:pt x="77" y="52"/>
                  <a:pt x="77" y="52"/>
                  <a:pt x="77" y="52"/>
                </a:cubicBezTo>
                <a:cubicBezTo>
                  <a:pt x="102" y="77"/>
                  <a:pt x="102" y="77"/>
                  <a:pt x="102" y="77"/>
                </a:cubicBezTo>
                <a:cubicBezTo>
                  <a:pt x="102" y="77"/>
                  <a:pt x="102" y="77"/>
                  <a:pt x="102" y="77"/>
                </a:cubicBezTo>
                <a:cubicBezTo>
                  <a:pt x="106" y="81"/>
                  <a:pt x="107" y="85"/>
                  <a:pt x="107" y="89"/>
                </a:cubicBezTo>
                <a:cubicBezTo>
                  <a:pt x="107" y="93"/>
                  <a:pt x="106" y="98"/>
                  <a:pt x="102" y="101"/>
                </a:cubicBezTo>
                <a:cubicBezTo>
                  <a:pt x="102" y="101"/>
                  <a:pt x="102" y="101"/>
                  <a:pt x="102" y="101"/>
                </a:cubicBezTo>
                <a:cubicBezTo>
                  <a:pt x="102" y="101"/>
                  <a:pt x="102" y="101"/>
                  <a:pt x="102" y="101"/>
                </a:cubicBezTo>
                <a:cubicBezTo>
                  <a:pt x="99" y="104"/>
                  <a:pt x="95" y="106"/>
                  <a:pt x="90" y="106"/>
                </a:cubicBezTo>
                <a:cubicBezTo>
                  <a:pt x="86" y="106"/>
                  <a:pt x="82" y="104"/>
                  <a:pt x="78" y="101"/>
                </a:cubicBezTo>
                <a:cubicBezTo>
                  <a:pt x="54" y="76"/>
                  <a:pt x="54" y="76"/>
                  <a:pt x="54" y="76"/>
                </a:cubicBezTo>
                <a:cubicBezTo>
                  <a:pt x="28" y="102"/>
                  <a:pt x="28" y="102"/>
                  <a:pt x="28" y="102"/>
                </a:cubicBezTo>
                <a:cubicBezTo>
                  <a:pt x="23" y="107"/>
                  <a:pt x="16" y="107"/>
                  <a:pt x="11" y="105"/>
                </a:cubicBezTo>
                <a:cubicBezTo>
                  <a:pt x="9" y="104"/>
                  <a:pt x="7" y="103"/>
                  <a:pt x="6" y="101"/>
                </a:cubicBezTo>
                <a:cubicBezTo>
                  <a:pt x="6" y="101"/>
                  <a:pt x="6" y="101"/>
                  <a:pt x="6" y="101"/>
                </a:cubicBezTo>
                <a:cubicBezTo>
                  <a:pt x="4" y="100"/>
                  <a:pt x="3" y="98"/>
                  <a:pt x="2" y="96"/>
                </a:cubicBezTo>
                <a:cubicBezTo>
                  <a:pt x="0" y="91"/>
                  <a:pt x="0" y="84"/>
                  <a:pt x="6" y="79"/>
                </a:cubicBezTo>
                <a:cubicBezTo>
                  <a:pt x="6" y="79"/>
                  <a:pt x="6" y="79"/>
                  <a:pt x="6" y="79"/>
                </a:cubicBezTo>
                <a:cubicBezTo>
                  <a:pt x="34" y="51"/>
                  <a:pt x="34" y="51"/>
                  <a:pt x="34" y="51"/>
                </a:cubicBezTo>
                <a:cubicBezTo>
                  <a:pt x="24" y="40"/>
                  <a:pt x="24" y="40"/>
                  <a:pt x="24" y="40"/>
                </a:cubicBezTo>
                <a:cubicBezTo>
                  <a:pt x="14" y="38"/>
                  <a:pt x="14" y="38"/>
                  <a:pt x="14" y="38"/>
                </a:cubicBezTo>
                <a:cubicBezTo>
                  <a:pt x="13" y="37"/>
                  <a:pt x="12" y="36"/>
                  <a:pt x="12" y="35"/>
                </a:cubicBezTo>
                <a:cubicBezTo>
                  <a:pt x="3" y="15"/>
                  <a:pt x="3" y="15"/>
                  <a:pt x="3" y="15"/>
                </a:cubicBezTo>
                <a:cubicBezTo>
                  <a:pt x="2" y="13"/>
                  <a:pt x="2" y="11"/>
                  <a:pt x="4" y="10"/>
                </a:cubicBezTo>
                <a:cubicBezTo>
                  <a:pt x="7" y="6"/>
                  <a:pt x="7" y="6"/>
                  <a:pt x="7" y="6"/>
                </a:cubicBezTo>
                <a:cubicBezTo>
                  <a:pt x="11" y="2"/>
                  <a:pt x="11" y="2"/>
                  <a:pt x="11" y="2"/>
                </a:cubicBezTo>
                <a:cubicBezTo>
                  <a:pt x="12" y="1"/>
                  <a:pt x="14" y="1"/>
                  <a:pt x="15" y="2"/>
                </a:cubicBezTo>
                <a:cubicBezTo>
                  <a:pt x="37" y="11"/>
                  <a:pt x="37" y="11"/>
                  <a:pt x="37" y="11"/>
                </a:cubicBezTo>
                <a:cubicBezTo>
                  <a:pt x="38" y="11"/>
                  <a:pt x="38" y="12"/>
                  <a:pt x="39" y="13"/>
                </a:cubicBezTo>
                <a:cubicBezTo>
                  <a:pt x="42" y="22"/>
                  <a:pt x="42" y="22"/>
                  <a:pt x="42" y="22"/>
                </a:cubicBezTo>
                <a:cubicBezTo>
                  <a:pt x="52" y="33"/>
                  <a:pt x="52" y="33"/>
                  <a:pt x="52" y="33"/>
                </a:cubicBezTo>
                <a:cubicBezTo>
                  <a:pt x="59" y="25"/>
                  <a:pt x="59" y="25"/>
                  <a:pt x="59" y="25"/>
                </a:cubicBezTo>
                <a:cubicBezTo>
                  <a:pt x="59" y="25"/>
                  <a:pt x="59" y="24"/>
                  <a:pt x="59" y="24"/>
                </a:cubicBezTo>
                <a:cubicBezTo>
                  <a:pt x="59" y="24"/>
                  <a:pt x="59" y="24"/>
                  <a:pt x="59" y="24"/>
                </a:cubicBezTo>
                <a:cubicBezTo>
                  <a:pt x="59" y="17"/>
                  <a:pt x="62" y="11"/>
                  <a:pt x="66" y="7"/>
                </a:cubicBezTo>
                <a:cubicBezTo>
                  <a:pt x="66" y="7"/>
                  <a:pt x="66" y="7"/>
                  <a:pt x="66" y="7"/>
                </a:cubicBezTo>
                <a:cubicBezTo>
                  <a:pt x="71" y="3"/>
                  <a:pt x="77" y="0"/>
                  <a:pt x="83" y="0"/>
                </a:cubicBezTo>
                <a:close/>
                <a:moveTo>
                  <a:pt x="72" y="58"/>
                </a:moveTo>
                <a:cubicBezTo>
                  <a:pt x="72" y="58"/>
                  <a:pt x="72" y="58"/>
                  <a:pt x="72" y="58"/>
                </a:cubicBezTo>
                <a:cubicBezTo>
                  <a:pt x="59" y="70"/>
                  <a:pt x="59" y="70"/>
                  <a:pt x="59" y="70"/>
                </a:cubicBezTo>
                <a:cubicBezTo>
                  <a:pt x="84" y="95"/>
                  <a:pt x="84" y="95"/>
                  <a:pt x="84" y="95"/>
                </a:cubicBezTo>
                <a:cubicBezTo>
                  <a:pt x="86" y="97"/>
                  <a:pt x="88" y="98"/>
                  <a:pt x="90" y="98"/>
                </a:cubicBezTo>
                <a:cubicBezTo>
                  <a:pt x="93" y="98"/>
                  <a:pt x="95" y="97"/>
                  <a:pt x="96" y="95"/>
                </a:cubicBezTo>
                <a:cubicBezTo>
                  <a:pt x="97" y="95"/>
                  <a:pt x="97" y="95"/>
                  <a:pt x="97" y="95"/>
                </a:cubicBezTo>
                <a:cubicBezTo>
                  <a:pt x="98" y="94"/>
                  <a:pt x="99" y="91"/>
                  <a:pt x="99" y="89"/>
                </a:cubicBezTo>
                <a:cubicBezTo>
                  <a:pt x="99" y="87"/>
                  <a:pt x="98" y="85"/>
                  <a:pt x="97" y="83"/>
                </a:cubicBezTo>
                <a:cubicBezTo>
                  <a:pt x="96" y="83"/>
                  <a:pt x="96" y="83"/>
                  <a:pt x="96" y="83"/>
                </a:cubicBezTo>
                <a:cubicBezTo>
                  <a:pt x="72" y="58"/>
                  <a:pt x="72" y="58"/>
                  <a:pt x="72" y="58"/>
                </a:cubicBezTo>
                <a:close/>
                <a:moveTo>
                  <a:pt x="40" y="45"/>
                </a:moveTo>
                <a:cubicBezTo>
                  <a:pt x="40" y="45"/>
                  <a:pt x="40" y="45"/>
                  <a:pt x="40" y="45"/>
                </a:cubicBezTo>
                <a:cubicBezTo>
                  <a:pt x="46" y="39"/>
                  <a:pt x="46" y="39"/>
                  <a:pt x="46" y="39"/>
                </a:cubicBezTo>
                <a:cubicBezTo>
                  <a:pt x="35" y="27"/>
                  <a:pt x="35" y="27"/>
                  <a:pt x="35" y="27"/>
                </a:cubicBezTo>
                <a:cubicBezTo>
                  <a:pt x="34" y="27"/>
                  <a:pt x="34" y="26"/>
                  <a:pt x="34" y="25"/>
                </a:cubicBezTo>
                <a:cubicBezTo>
                  <a:pt x="32" y="17"/>
                  <a:pt x="32" y="17"/>
                  <a:pt x="32" y="17"/>
                </a:cubicBezTo>
                <a:cubicBezTo>
                  <a:pt x="15" y="10"/>
                  <a:pt x="15" y="10"/>
                  <a:pt x="15" y="10"/>
                </a:cubicBezTo>
                <a:cubicBezTo>
                  <a:pt x="13" y="12"/>
                  <a:pt x="13" y="12"/>
                  <a:pt x="13" y="12"/>
                </a:cubicBezTo>
                <a:cubicBezTo>
                  <a:pt x="11" y="14"/>
                  <a:pt x="11" y="14"/>
                  <a:pt x="11" y="14"/>
                </a:cubicBezTo>
                <a:cubicBezTo>
                  <a:pt x="19" y="30"/>
                  <a:pt x="19" y="30"/>
                  <a:pt x="19" y="30"/>
                </a:cubicBezTo>
                <a:cubicBezTo>
                  <a:pt x="27" y="33"/>
                  <a:pt x="27" y="33"/>
                  <a:pt x="27" y="33"/>
                </a:cubicBezTo>
                <a:cubicBezTo>
                  <a:pt x="28" y="33"/>
                  <a:pt x="28" y="33"/>
                  <a:pt x="29" y="34"/>
                </a:cubicBezTo>
                <a:cubicBezTo>
                  <a:pt x="40" y="45"/>
                  <a:pt x="40" y="45"/>
                  <a:pt x="40" y="45"/>
                </a:cubicBezTo>
                <a:close/>
                <a:moveTo>
                  <a:pt x="83" y="8"/>
                </a:moveTo>
                <a:cubicBezTo>
                  <a:pt x="83" y="8"/>
                  <a:pt x="83" y="8"/>
                  <a:pt x="83" y="8"/>
                </a:cubicBezTo>
                <a:cubicBezTo>
                  <a:pt x="79" y="8"/>
                  <a:pt x="75" y="10"/>
                  <a:pt x="72" y="13"/>
                </a:cubicBezTo>
                <a:cubicBezTo>
                  <a:pt x="72" y="13"/>
                  <a:pt x="72" y="13"/>
                  <a:pt x="72" y="13"/>
                </a:cubicBezTo>
                <a:cubicBezTo>
                  <a:pt x="69" y="16"/>
                  <a:pt x="68" y="20"/>
                  <a:pt x="68" y="24"/>
                </a:cubicBezTo>
                <a:cubicBezTo>
                  <a:pt x="68" y="24"/>
                  <a:pt x="68" y="24"/>
                  <a:pt x="68" y="24"/>
                </a:cubicBezTo>
                <a:cubicBezTo>
                  <a:pt x="68" y="24"/>
                  <a:pt x="68" y="25"/>
                  <a:pt x="68" y="25"/>
                </a:cubicBezTo>
                <a:cubicBezTo>
                  <a:pt x="68" y="25"/>
                  <a:pt x="68" y="25"/>
                  <a:pt x="68" y="25"/>
                </a:cubicBezTo>
                <a:cubicBezTo>
                  <a:pt x="68" y="26"/>
                  <a:pt x="68" y="26"/>
                  <a:pt x="68" y="26"/>
                </a:cubicBezTo>
                <a:cubicBezTo>
                  <a:pt x="68" y="27"/>
                  <a:pt x="68" y="29"/>
                  <a:pt x="67" y="30"/>
                </a:cubicBezTo>
                <a:cubicBezTo>
                  <a:pt x="11" y="85"/>
                  <a:pt x="11" y="85"/>
                  <a:pt x="11" y="85"/>
                </a:cubicBezTo>
                <a:cubicBezTo>
                  <a:pt x="11" y="85"/>
                  <a:pt x="11" y="85"/>
                  <a:pt x="11" y="85"/>
                </a:cubicBezTo>
                <a:cubicBezTo>
                  <a:pt x="9" y="88"/>
                  <a:pt x="9" y="91"/>
                  <a:pt x="10" y="93"/>
                </a:cubicBezTo>
                <a:cubicBezTo>
                  <a:pt x="10" y="94"/>
                  <a:pt x="11" y="95"/>
                  <a:pt x="11" y="96"/>
                </a:cubicBezTo>
                <a:cubicBezTo>
                  <a:pt x="12" y="97"/>
                  <a:pt x="13" y="97"/>
                  <a:pt x="14" y="98"/>
                </a:cubicBezTo>
                <a:cubicBezTo>
                  <a:pt x="17" y="99"/>
                  <a:pt x="20" y="98"/>
                  <a:pt x="22" y="96"/>
                </a:cubicBezTo>
                <a:cubicBezTo>
                  <a:pt x="51" y="68"/>
                  <a:pt x="51" y="68"/>
                  <a:pt x="51" y="68"/>
                </a:cubicBezTo>
                <a:cubicBezTo>
                  <a:pt x="51" y="67"/>
                  <a:pt x="51" y="67"/>
                  <a:pt x="51" y="67"/>
                </a:cubicBezTo>
                <a:cubicBezTo>
                  <a:pt x="69" y="49"/>
                  <a:pt x="69" y="49"/>
                  <a:pt x="69" y="49"/>
                </a:cubicBezTo>
                <a:cubicBezTo>
                  <a:pt x="69" y="49"/>
                  <a:pt x="69" y="49"/>
                  <a:pt x="69" y="49"/>
                </a:cubicBezTo>
                <a:cubicBezTo>
                  <a:pt x="77" y="41"/>
                  <a:pt x="77" y="41"/>
                  <a:pt x="77" y="41"/>
                </a:cubicBezTo>
                <a:cubicBezTo>
                  <a:pt x="77" y="41"/>
                  <a:pt x="77" y="41"/>
                  <a:pt x="77" y="41"/>
                </a:cubicBezTo>
                <a:cubicBezTo>
                  <a:pt x="78" y="40"/>
                  <a:pt x="80" y="39"/>
                  <a:pt x="81" y="39"/>
                </a:cubicBezTo>
                <a:cubicBezTo>
                  <a:pt x="81" y="40"/>
                  <a:pt x="82" y="40"/>
                  <a:pt x="82" y="40"/>
                </a:cubicBezTo>
                <a:cubicBezTo>
                  <a:pt x="82" y="40"/>
                  <a:pt x="83" y="40"/>
                  <a:pt x="83" y="40"/>
                </a:cubicBezTo>
                <a:cubicBezTo>
                  <a:pt x="88" y="40"/>
                  <a:pt x="92" y="38"/>
                  <a:pt x="94" y="35"/>
                </a:cubicBezTo>
                <a:cubicBezTo>
                  <a:pt x="94" y="35"/>
                  <a:pt x="94" y="35"/>
                  <a:pt x="94" y="35"/>
                </a:cubicBezTo>
                <a:cubicBezTo>
                  <a:pt x="97" y="32"/>
                  <a:pt x="99" y="29"/>
                  <a:pt x="99" y="24"/>
                </a:cubicBezTo>
                <a:cubicBezTo>
                  <a:pt x="97" y="26"/>
                  <a:pt x="95" y="28"/>
                  <a:pt x="94" y="30"/>
                </a:cubicBezTo>
                <a:cubicBezTo>
                  <a:pt x="93" y="31"/>
                  <a:pt x="91" y="31"/>
                  <a:pt x="90" y="31"/>
                </a:cubicBezTo>
                <a:cubicBezTo>
                  <a:pt x="85" y="30"/>
                  <a:pt x="85" y="30"/>
                  <a:pt x="85" y="30"/>
                </a:cubicBezTo>
                <a:cubicBezTo>
                  <a:pt x="81" y="29"/>
                  <a:pt x="81" y="29"/>
                  <a:pt x="81" y="29"/>
                </a:cubicBezTo>
                <a:cubicBezTo>
                  <a:pt x="80" y="28"/>
                  <a:pt x="79" y="27"/>
                  <a:pt x="78" y="26"/>
                </a:cubicBezTo>
                <a:cubicBezTo>
                  <a:pt x="77" y="22"/>
                  <a:pt x="77" y="22"/>
                  <a:pt x="77" y="22"/>
                </a:cubicBezTo>
                <a:cubicBezTo>
                  <a:pt x="76" y="18"/>
                  <a:pt x="76" y="18"/>
                  <a:pt x="76" y="18"/>
                </a:cubicBezTo>
                <a:cubicBezTo>
                  <a:pt x="76" y="16"/>
                  <a:pt x="76" y="15"/>
                  <a:pt x="77" y="14"/>
                </a:cubicBezTo>
                <a:cubicBezTo>
                  <a:pt x="79" y="12"/>
                  <a:pt x="81" y="10"/>
                  <a:pt x="83" y="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37" name="组合 36"/>
          <p:cNvGrpSpPr/>
          <p:nvPr/>
        </p:nvGrpSpPr>
        <p:grpSpPr>
          <a:xfrm>
            <a:off x="1936479" y="1748215"/>
            <a:ext cx="2514311" cy="1018906"/>
            <a:chOff x="-1743928" y="4919298"/>
            <a:chExt cx="2514311" cy="1018906"/>
          </a:xfrm>
        </p:grpSpPr>
        <p:sp>
          <p:nvSpPr>
            <p:cNvPr id="38"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9"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55" name="组合 54"/>
          <p:cNvGrpSpPr/>
          <p:nvPr/>
        </p:nvGrpSpPr>
        <p:grpSpPr>
          <a:xfrm>
            <a:off x="904032" y="3017817"/>
            <a:ext cx="2514311" cy="1018906"/>
            <a:chOff x="-1743928" y="4919298"/>
            <a:chExt cx="2514311" cy="1018906"/>
          </a:xfrm>
        </p:grpSpPr>
        <p:sp>
          <p:nvSpPr>
            <p:cNvPr id="56"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57"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58" name="组合 57"/>
          <p:cNvGrpSpPr/>
          <p:nvPr/>
        </p:nvGrpSpPr>
        <p:grpSpPr>
          <a:xfrm>
            <a:off x="904032" y="4458789"/>
            <a:ext cx="2514311" cy="1018906"/>
            <a:chOff x="-1743928" y="4919298"/>
            <a:chExt cx="2514311" cy="1018906"/>
          </a:xfrm>
        </p:grpSpPr>
        <p:sp>
          <p:nvSpPr>
            <p:cNvPr id="59"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60"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61" name="组合 60"/>
          <p:cNvGrpSpPr/>
          <p:nvPr/>
        </p:nvGrpSpPr>
        <p:grpSpPr>
          <a:xfrm>
            <a:off x="7851754" y="3718183"/>
            <a:ext cx="2514311" cy="1018906"/>
            <a:chOff x="-1743928" y="4919298"/>
            <a:chExt cx="2514311" cy="1018906"/>
          </a:xfrm>
        </p:grpSpPr>
        <p:sp>
          <p:nvSpPr>
            <p:cNvPr id="62"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63"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64" name="组合 63"/>
          <p:cNvGrpSpPr/>
          <p:nvPr/>
        </p:nvGrpSpPr>
        <p:grpSpPr>
          <a:xfrm>
            <a:off x="7032604" y="5159155"/>
            <a:ext cx="2514311" cy="1018906"/>
            <a:chOff x="-1743928" y="4919298"/>
            <a:chExt cx="2514311" cy="1018906"/>
          </a:xfrm>
        </p:grpSpPr>
        <p:sp>
          <p:nvSpPr>
            <p:cNvPr id="65"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66"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67" name="组合 66"/>
          <p:cNvGrpSpPr/>
          <p:nvPr/>
        </p:nvGrpSpPr>
        <p:grpSpPr>
          <a:xfrm>
            <a:off x="7851754" y="2152039"/>
            <a:ext cx="2514311" cy="1018906"/>
            <a:chOff x="-1743928" y="4919298"/>
            <a:chExt cx="2514311" cy="1018906"/>
          </a:xfrm>
        </p:grpSpPr>
        <p:sp>
          <p:nvSpPr>
            <p:cNvPr id="68"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69"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83" name="组合 82"/>
          <p:cNvGrpSpPr/>
          <p:nvPr/>
        </p:nvGrpSpPr>
        <p:grpSpPr>
          <a:xfrm>
            <a:off x="6262928" y="266844"/>
            <a:ext cx="5929072" cy="330008"/>
            <a:chOff x="5025390" y="266844"/>
            <a:chExt cx="6259830" cy="330008"/>
          </a:xfrm>
        </p:grpSpPr>
        <p:cxnSp>
          <p:nvCxnSpPr>
            <p:cNvPr id="84" name="直接连接符 83"/>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89" name="组合 88"/>
          <p:cNvGrpSpPr/>
          <p:nvPr/>
        </p:nvGrpSpPr>
        <p:grpSpPr>
          <a:xfrm>
            <a:off x="0" y="266844"/>
            <a:ext cx="487680" cy="330008"/>
            <a:chOff x="5025390" y="266844"/>
            <a:chExt cx="6259830" cy="330008"/>
          </a:xfrm>
        </p:grpSpPr>
        <p:cxnSp>
          <p:nvCxnSpPr>
            <p:cNvPr id="90" name="直接连接符 89"/>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95" name="矩形 94"/>
          <p:cNvSpPr/>
          <p:nvPr/>
        </p:nvSpPr>
        <p:spPr>
          <a:xfrm>
            <a:off x="496522"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论文绪论</a:t>
            </a:r>
            <a:endPar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96" name="矩形 95"/>
          <p:cNvSpPr/>
          <p:nvPr/>
        </p:nvSpPr>
        <p:spPr>
          <a:xfrm>
            <a:off x="1465866"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研究背景</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97" name="矩形 96"/>
          <p:cNvSpPr/>
          <p:nvPr/>
        </p:nvSpPr>
        <p:spPr>
          <a:xfrm>
            <a:off x="3404554"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研究结果</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98" name="矩形 97"/>
          <p:cNvSpPr/>
          <p:nvPr/>
        </p:nvSpPr>
        <p:spPr>
          <a:xfrm>
            <a:off x="4373898"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问题讨论</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99" name="矩形 98"/>
          <p:cNvSpPr/>
          <p:nvPr/>
        </p:nvSpPr>
        <p:spPr>
          <a:xfrm>
            <a:off x="2435210"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a:t>
            </a: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方法</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100" name="矩形 99"/>
          <p:cNvSpPr/>
          <p:nvPr/>
        </p:nvSpPr>
        <p:spPr>
          <a:xfrm>
            <a:off x="5343244"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论文总结</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cxnSp>
        <p:nvCxnSpPr>
          <p:cNvPr id="101" name="直接连接符 100"/>
          <p:cNvCxnSpPr/>
          <p:nvPr/>
        </p:nvCxnSpPr>
        <p:spPr>
          <a:xfrm>
            <a:off x="4474939" y="554554"/>
            <a:ext cx="657739" cy="0"/>
          </a:xfrm>
          <a:prstGeom prst="line">
            <a:avLst/>
          </a:prstGeom>
          <a:ln w="6350">
            <a:solidFill>
              <a:srgbClr val="AC4243"/>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additive="base">
                                        <p:cTn id="11" dur="500" fill="hold"/>
                                        <p:tgtEl>
                                          <p:spTgt spid="55"/>
                                        </p:tgtEl>
                                        <p:attrNameLst>
                                          <p:attrName>ppt_x</p:attrName>
                                        </p:attrNameLst>
                                      </p:cBhvr>
                                      <p:tavLst>
                                        <p:tav tm="0">
                                          <p:val>
                                            <p:strVal val="#ppt_x"/>
                                          </p:val>
                                        </p:tav>
                                        <p:tav tm="100000">
                                          <p:val>
                                            <p:strVal val="#ppt_x"/>
                                          </p:val>
                                        </p:tav>
                                      </p:tavLst>
                                    </p:anim>
                                    <p:anim calcmode="lin" valueType="num">
                                      <p:cBhvr additive="base">
                                        <p:cTn id="12" dur="500" fill="hold"/>
                                        <p:tgtEl>
                                          <p:spTgt spid="5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8"/>
                                        </p:tgtEl>
                                        <p:attrNameLst>
                                          <p:attrName>style.visibility</p:attrName>
                                        </p:attrNameLst>
                                      </p:cBhvr>
                                      <p:to>
                                        <p:strVal val="visible"/>
                                      </p:to>
                                    </p:set>
                                    <p:anim calcmode="lin" valueType="num">
                                      <p:cBhvr additive="base">
                                        <p:cTn id="15" dur="500" fill="hold"/>
                                        <p:tgtEl>
                                          <p:spTgt spid="58"/>
                                        </p:tgtEl>
                                        <p:attrNameLst>
                                          <p:attrName>ppt_x</p:attrName>
                                        </p:attrNameLst>
                                      </p:cBhvr>
                                      <p:tavLst>
                                        <p:tav tm="0">
                                          <p:val>
                                            <p:strVal val="#ppt_x"/>
                                          </p:val>
                                        </p:tav>
                                        <p:tav tm="100000">
                                          <p:val>
                                            <p:strVal val="#ppt_x"/>
                                          </p:val>
                                        </p:tav>
                                      </p:tavLst>
                                    </p:anim>
                                    <p:anim calcmode="lin" valueType="num">
                                      <p:cBhvr additive="base">
                                        <p:cTn id="16" dur="500" fill="hold"/>
                                        <p:tgtEl>
                                          <p:spTgt spid="5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1"/>
                                        </p:tgtEl>
                                        <p:attrNameLst>
                                          <p:attrName>style.visibility</p:attrName>
                                        </p:attrNameLst>
                                      </p:cBhvr>
                                      <p:to>
                                        <p:strVal val="visible"/>
                                      </p:to>
                                    </p:set>
                                    <p:anim calcmode="lin" valueType="num">
                                      <p:cBhvr additive="base">
                                        <p:cTn id="19" dur="500" fill="hold"/>
                                        <p:tgtEl>
                                          <p:spTgt spid="61"/>
                                        </p:tgtEl>
                                        <p:attrNameLst>
                                          <p:attrName>ppt_x</p:attrName>
                                        </p:attrNameLst>
                                      </p:cBhvr>
                                      <p:tavLst>
                                        <p:tav tm="0">
                                          <p:val>
                                            <p:strVal val="#ppt_x"/>
                                          </p:val>
                                        </p:tav>
                                        <p:tav tm="100000">
                                          <p:val>
                                            <p:strVal val="#ppt_x"/>
                                          </p:val>
                                        </p:tav>
                                      </p:tavLst>
                                    </p:anim>
                                    <p:anim calcmode="lin" valueType="num">
                                      <p:cBhvr additive="base">
                                        <p:cTn id="20" dur="500" fill="hold"/>
                                        <p:tgtEl>
                                          <p:spTgt spid="61"/>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4"/>
                                        </p:tgtEl>
                                        <p:attrNameLst>
                                          <p:attrName>style.visibility</p:attrName>
                                        </p:attrNameLst>
                                      </p:cBhvr>
                                      <p:to>
                                        <p:strVal val="visible"/>
                                      </p:to>
                                    </p:set>
                                    <p:anim calcmode="lin" valueType="num">
                                      <p:cBhvr additive="base">
                                        <p:cTn id="23" dur="500" fill="hold"/>
                                        <p:tgtEl>
                                          <p:spTgt spid="64"/>
                                        </p:tgtEl>
                                        <p:attrNameLst>
                                          <p:attrName>ppt_x</p:attrName>
                                        </p:attrNameLst>
                                      </p:cBhvr>
                                      <p:tavLst>
                                        <p:tav tm="0">
                                          <p:val>
                                            <p:strVal val="#ppt_x"/>
                                          </p:val>
                                        </p:tav>
                                        <p:tav tm="100000">
                                          <p:val>
                                            <p:strVal val="#ppt_x"/>
                                          </p:val>
                                        </p:tav>
                                      </p:tavLst>
                                    </p:anim>
                                    <p:anim calcmode="lin" valueType="num">
                                      <p:cBhvr additive="base">
                                        <p:cTn id="24" dur="500" fill="hold"/>
                                        <p:tgtEl>
                                          <p:spTgt spid="64"/>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7"/>
                                        </p:tgtEl>
                                        <p:attrNameLst>
                                          <p:attrName>style.visibility</p:attrName>
                                        </p:attrNameLst>
                                      </p:cBhvr>
                                      <p:to>
                                        <p:strVal val="visible"/>
                                      </p:to>
                                    </p:set>
                                    <p:anim calcmode="lin" valueType="num">
                                      <p:cBhvr additive="base">
                                        <p:cTn id="27" dur="500" fill="hold"/>
                                        <p:tgtEl>
                                          <p:spTgt spid="67"/>
                                        </p:tgtEl>
                                        <p:attrNameLst>
                                          <p:attrName>ppt_x</p:attrName>
                                        </p:attrNameLst>
                                      </p:cBhvr>
                                      <p:tavLst>
                                        <p:tav tm="0">
                                          <p:val>
                                            <p:strVal val="#ppt_x"/>
                                          </p:val>
                                        </p:tav>
                                        <p:tav tm="100000">
                                          <p:val>
                                            <p:strVal val="#ppt_x"/>
                                          </p:val>
                                        </p:tav>
                                      </p:tavLst>
                                    </p:anim>
                                    <p:anim calcmode="lin" valueType="num">
                                      <p:cBhvr additive="base">
                                        <p:cTn id="28" dur="500" fill="hold"/>
                                        <p:tgtEl>
                                          <p:spTgt spid="67"/>
                                        </p:tgtEl>
                                        <p:attrNameLst>
                                          <p:attrName>ppt_y</p:attrName>
                                        </p:attrNameLst>
                                      </p:cBhvr>
                                      <p:tavLst>
                                        <p:tav tm="0">
                                          <p:val>
                                            <p:strVal val="1+#ppt_h/2"/>
                                          </p:val>
                                        </p:tav>
                                        <p:tav tm="100000">
                                          <p:val>
                                            <p:strVal val="#ppt_y"/>
                                          </p:val>
                                        </p:tav>
                                      </p:tavLst>
                                    </p:anim>
                                  </p:childTnLst>
                                </p:cTn>
                              </p:par>
                              <p:par>
                                <p:cTn id="29" presetID="22" presetClass="entr" presetSubtype="8" fill="hold" grpId="0" nodeType="withEffect">
                                  <p:stCondLst>
                                    <p:cond delay="250"/>
                                  </p:stCondLst>
                                  <p:childTnLst>
                                    <p:set>
                                      <p:cBhvr>
                                        <p:cTn id="30" dur="1" fill="hold">
                                          <p:stCondLst>
                                            <p:cond delay="0"/>
                                          </p:stCondLst>
                                        </p:cTn>
                                        <p:tgtEl>
                                          <p:spTgt spid="95"/>
                                        </p:tgtEl>
                                        <p:attrNameLst>
                                          <p:attrName>style.visibility</p:attrName>
                                        </p:attrNameLst>
                                      </p:cBhvr>
                                      <p:to>
                                        <p:strVal val="visible"/>
                                      </p:to>
                                    </p:set>
                                    <p:animEffect transition="in" filter="wipe(left)">
                                      <p:cBhvr>
                                        <p:cTn id="31" dur="500"/>
                                        <p:tgtEl>
                                          <p:spTgt spid="95"/>
                                        </p:tgtEl>
                                      </p:cBhvr>
                                    </p:animEffect>
                                  </p:childTnLst>
                                </p:cTn>
                              </p:par>
                              <p:par>
                                <p:cTn id="32" presetID="22" presetClass="entr" presetSubtype="8" fill="hold" grpId="0" nodeType="withEffect">
                                  <p:stCondLst>
                                    <p:cond delay="500"/>
                                  </p:stCondLst>
                                  <p:childTnLst>
                                    <p:set>
                                      <p:cBhvr>
                                        <p:cTn id="33" dur="1" fill="hold">
                                          <p:stCondLst>
                                            <p:cond delay="0"/>
                                          </p:stCondLst>
                                        </p:cTn>
                                        <p:tgtEl>
                                          <p:spTgt spid="96"/>
                                        </p:tgtEl>
                                        <p:attrNameLst>
                                          <p:attrName>style.visibility</p:attrName>
                                        </p:attrNameLst>
                                      </p:cBhvr>
                                      <p:to>
                                        <p:strVal val="visible"/>
                                      </p:to>
                                    </p:set>
                                    <p:animEffect transition="in" filter="wipe(left)">
                                      <p:cBhvr>
                                        <p:cTn id="34" dur="500"/>
                                        <p:tgtEl>
                                          <p:spTgt spid="96"/>
                                        </p:tgtEl>
                                      </p:cBhvr>
                                    </p:animEffect>
                                  </p:childTnLst>
                                </p:cTn>
                              </p:par>
                              <p:par>
                                <p:cTn id="35" presetID="22" presetClass="entr" presetSubtype="8" fill="hold" grpId="0" nodeType="withEffect">
                                  <p:stCondLst>
                                    <p:cond delay="1000"/>
                                  </p:stCondLst>
                                  <p:childTnLst>
                                    <p:set>
                                      <p:cBhvr>
                                        <p:cTn id="36" dur="1" fill="hold">
                                          <p:stCondLst>
                                            <p:cond delay="0"/>
                                          </p:stCondLst>
                                        </p:cTn>
                                        <p:tgtEl>
                                          <p:spTgt spid="97"/>
                                        </p:tgtEl>
                                        <p:attrNameLst>
                                          <p:attrName>style.visibility</p:attrName>
                                        </p:attrNameLst>
                                      </p:cBhvr>
                                      <p:to>
                                        <p:strVal val="visible"/>
                                      </p:to>
                                    </p:set>
                                    <p:animEffect transition="in" filter="wipe(left)">
                                      <p:cBhvr>
                                        <p:cTn id="37" dur="500"/>
                                        <p:tgtEl>
                                          <p:spTgt spid="97"/>
                                        </p:tgtEl>
                                      </p:cBhvr>
                                    </p:animEffect>
                                  </p:childTnLst>
                                </p:cTn>
                              </p:par>
                              <p:par>
                                <p:cTn id="38" presetID="22" presetClass="entr" presetSubtype="8" fill="hold" grpId="0" nodeType="withEffect">
                                  <p:stCondLst>
                                    <p:cond delay="1250"/>
                                  </p:stCondLst>
                                  <p:childTnLst>
                                    <p:set>
                                      <p:cBhvr>
                                        <p:cTn id="39" dur="1" fill="hold">
                                          <p:stCondLst>
                                            <p:cond delay="0"/>
                                          </p:stCondLst>
                                        </p:cTn>
                                        <p:tgtEl>
                                          <p:spTgt spid="98"/>
                                        </p:tgtEl>
                                        <p:attrNameLst>
                                          <p:attrName>style.visibility</p:attrName>
                                        </p:attrNameLst>
                                      </p:cBhvr>
                                      <p:to>
                                        <p:strVal val="visible"/>
                                      </p:to>
                                    </p:set>
                                    <p:animEffect transition="in" filter="wipe(left)">
                                      <p:cBhvr>
                                        <p:cTn id="40" dur="500"/>
                                        <p:tgtEl>
                                          <p:spTgt spid="98"/>
                                        </p:tgtEl>
                                      </p:cBhvr>
                                    </p:animEffect>
                                  </p:childTnLst>
                                </p:cTn>
                              </p:par>
                              <p:par>
                                <p:cTn id="41" presetID="22" presetClass="entr" presetSubtype="8" fill="hold" grpId="0" nodeType="withEffect">
                                  <p:stCondLst>
                                    <p:cond delay="500"/>
                                  </p:stCondLst>
                                  <p:childTnLst>
                                    <p:set>
                                      <p:cBhvr>
                                        <p:cTn id="42" dur="1" fill="hold">
                                          <p:stCondLst>
                                            <p:cond delay="0"/>
                                          </p:stCondLst>
                                        </p:cTn>
                                        <p:tgtEl>
                                          <p:spTgt spid="99"/>
                                        </p:tgtEl>
                                        <p:attrNameLst>
                                          <p:attrName>style.visibility</p:attrName>
                                        </p:attrNameLst>
                                      </p:cBhvr>
                                      <p:to>
                                        <p:strVal val="visible"/>
                                      </p:to>
                                    </p:set>
                                    <p:animEffect transition="in" filter="wipe(left)">
                                      <p:cBhvr>
                                        <p:cTn id="43" dur="500"/>
                                        <p:tgtEl>
                                          <p:spTgt spid="99"/>
                                        </p:tgtEl>
                                      </p:cBhvr>
                                    </p:animEffect>
                                  </p:childTnLst>
                                </p:cTn>
                              </p:par>
                              <p:par>
                                <p:cTn id="44" presetID="22" presetClass="entr" presetSubtype="8" fill="hold" grpId="0" nodeType="withEffect">
                                  <p:stCondLst>
                                    <p:cond delay="500"/>
                                  </p:stCondLst>
                                  <p:childTnLst>
                                    <p:set>
                                      <p:cBhvr>
                                        <p:cTn id="45" dur="1" fill="hold">
                                          <p:stCondLst>
                                            <p:cond delay="0"/>
                                          </p:stCondLst>
                                        </p:cTn>
                                        <p:tgtEl>
                                          <p:spTgt spid="100"/>
                                        </p:tgtEl>
                                        <p:attrNameLst>
                                          <p:attrName>style.visibility</p:attrName>
                                        </p:attrNameLst>
                                      </p:cBhvr>
                                      <p:to>
                                        <p:strVal val="visible"/>
                                      </p:to>
                                    </p:set>
                                    <p:animEffect transition="in" filter="wipe(left)">
                                      <p:cBhvr>
                                        <p:cTn id="46"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p:bldP spid="96" grpId="0"/>
      <p:bldP spid="97" grpId="0"/>
      <p:bldP spid="98" grpId="0"/>
      <p:bldP spid="99" grpId="0"/>
      <p:bldP spid="10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椭圆 24"/>
          <p:cNvSpPr/>
          <p:nvPr/>
        </p:nvSpPr>
        <p:spPr>
          <a:xfrm>
            <a:off x="5970954" y="2004621"/>
            <a:ext cx="661621" cy="661621"/>
          </a:xfrm>
          <a:prstGeom prst="ellipse">
            <a:avLst/>
          </a:prstGeom>
          <a:noFill/>
          <a:ln>
            <a:solidFill>
              <a:schemeClr val="tx1">
                <a:lumMod val="65000"/>
                <a:lumOff val="3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r>
              <a:rPr lang="en-US" altLang="zh-CN" b="1" dirty="0">
                <a:solidFill>
                  <a:schemeClr val="tx1">
                    <a:lumMod val="75000"/>
                    <a:lumOff val="25000"/>
                  </a:schemeClr>
                </a:solidFill>
                <a:latin typeface="+mj-lt"/>
              </a:rPr>
              <a:t>A</a:t>
            </a:r>
            <a:endParaRPr lang="zh-CN" altLang="en-US" b="1" dirty="0">
              <a:solidFill>
                <a:schemeClr val="tx1">
                  <a:lumMod val="75000"/>
                  <a:lumOff val="25000"/>
                </a:schemeClr>
              </a:solidFill>
              <a:latin typeface="+mj-lt"/>
            </a:endParaRPr>
          </a:p>
        </p:txBody>
      </p:sp>
      <p:cxnSp>
        <p:nvCxnSpPr>
          <p:cNvPr id="26" name="直接连接符 25"/>
          <p:cNvCxnSpPr>
            <a:stCxn id="35" idx="7"/>
            <a:endCxn id="25" idx="2"/>
          </p:cNvCxnSpPr>
          <p:nvPr/>
        </p:nvCxnSpPr>
        <p:spPr>
          <a:xfrm flipV="1">
            <a:off x="4897536" y="2335432"/>
            <a:ext cx="1073418" cy="529846"/>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35" idx="5"/>
          </p:cNvCxnSpPr>
          <p:nvPr/>
        </p:nvCxnSpPr>
        <p:spPr>
          <a:xfrm>
            <a:off x="4897536" y="3374533"/>
            <a:ext cx="1750139" cy="418661"/>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5003231" y="4073217"/>
            <a:ext cx="1735040" cy="649267"/>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4897536" y="5072512"/>
            <a:ext cx="1835244" cy="296494"/>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V="1">
            <a:off x="5707404" y="5577650"/>
            <a:ext cx="1073418" cy="529846"/>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1" name="椭圆 30"/>
          <p:cNvSpPr/>
          <p:nvPr/>
        </p:nvSpPr>
        <p:spPr>
          <a:xfrm>
            <a:off x="5011467" y="5719033"/>
            <a:ext cx="660248" cy="661621"/>
          </a:xfrm>
          <a:prstGeom prst="ellipse">
            <a:avLst/>
          </a:prstGeom>
          <a:noFill/>
          <a:ln>
            <a:solidFill>
              <a:schemeClr val="tx1">
                <a:lumMod val="65000"/>
                <a:lumOff val="3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r>
              <a:rPr lang="en-US" altLang="zh-CN" b="1" dirty="0">
                <a:solidFill>
                  <a:schemeClr val="tx1">
                    <a:lumMod val="75000"/>
                    <a:lumOff val="25000"/>
                  </a:schemeClr>
                </a:solidFill>
                <a:latin typeface="+mj-lt"/>
              </a:rPr>
              <a:t>B</a:t>
            </a:r>
            <a:endParaRPr lang="zh-CN" altLang="en-US" b="1" dirty="0">
              <a:solidFill>
                <a:schemeClr val="tx1">
                  <a:lumMod val="75000"/>
                  <a:lumOff val="25000"/>
                </a:schemeClr>
              </a:solidFill>
              <a:latin typeface="+mj-lt"/>
            </a:endParaRPr>
          </a:p>
        </p:txBody>
      </p:sp>
      <p:sp>
        <p:nvSpPr>
          <p:cNvPr id="32" name="椭圆 31"/>
          <p:cNvSpPr/>
          <p:nvPr/>
        </p:nvSpPr>
        <p:spPr bwMode="auto">
          <a:xfrm>
            <a:off x="6632575" y="3417086"/>
            <a:ext cx="720646" cy="719273"/>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a:solidFill>
                <a:prstClr val="white"/>
              </a:solidFill>
            </a:endParaRPr>
          </a:p>
        </p:txBody>
      </p:sp>
      <p:sp>
        <p:nvSpPr>
          <p:cNvPr id="33" name="椭圆 32"/>
          <p:cNvSpPr/>
          <p:nvPr/>
        </p:nvSpPr>
        <p:spPr bwMode="auto">
          <a:xfrm>
            <a:off x="6657283" y="3441794"/>
            <a:ext cx="671230" cy="669857"/>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a:solidFill>
                <a:prstClr val="white"/>
              </a:solidFill>
            </a:endParaRPr>
          </a:p>
        </p:txBody>
      </p:sp>
      <p:sp>
        <p:nvSpPr>
          <p:cNvPr id="34" name="Freeform 10"/>
          <p:cNvSpPr>
            <a:spLocks noEditPoints="1"/>
          </p:cNvSpPr>
          <p:nvPr/>
        </p:nvSpPr>
        <p:spPr bwMode="auto">
          <a:xfrm>
            <a:off x="6761116" y="3545430"/>
            <a:ext cx="463565" cy="462585"/>
          </a:xfrm>
          <a:custGeom>
            <a:avLst/>
            <a:gdLst>
              <a:gd name="T0" fmla="*/ 133112 w 689"/>
              <a:gd name="T1" fmla="*/ 513932 h 688"/>
              <a:gd name="T2" fmla="*/ 618646 w 689"/>
              <a:gd name="T3" fmla="*/ 234100 h 688"/>
              <a:gd name="T4" fmla="*/ 540087 w 689"/>
              <a:gd name="T5" fmla="*/ 658747 h 688"/>
              <a:gd name="T6" fmla="*/ 211671 w 689"/>
              <a:gd name="T7" fmla="*/ 90374 h 688"/>
              <a:gd name="T8" fmla="*/ 540087 w 689"/>
              <a:gd name="T9" fmla="*/ 658747 h 688"/>
              <a:gd name="T10" fmla="*/ 175665 w 689"/>
              <a:gd name="T11" fmla="*/ 489977 h 688"/>
              <a:gd name="T12" fmla="*/ 576093 w 689"/>
              <a:gd name="T13" fmla="*/ 259144 h 688"/>
              <a:gd name="T14" fmla="*/ 501899 w 689"/>
              <a:gd name="T15" fmla="*/ 591239 h 688"/>
              <a:gd name="T16" fmla="*/ 250950 w 689"/>
              <a:gd name="T17" fmla="*/ 157882 h 688"/>
              <a:gd name="T18" fmla="*/ 501899 w 689"/>
              <a:gd name="T19" fmla="*/ 591239 h 688"/>
              <a:gd name="T20" fmla="*/ 376425 w 689"/>
              <a:gd name="T21" fmla="*/ 409403 h 688"/>
              <a:gd name="T22" fmla="*/ 376425 w 689"/>
              <a:gd name="T23" fmla="*/ 338629 h 688"/>
              <a:gd name="T24" fmla="*/ 391700 w 689"/>
              <a:gd name="T25" fmla="*/ 172037 h 688"/>
              <a:gd name="T26" fmla="*/ 375333 w 689"/>
              <a:gd name="T27" fmla="*/ 187280 h 688"/>
              <a:gd name="T28" fmla="*/ 360058 w 689"/>
              <a:gd name="T29" fmla="*/ 146993 h 688"/>
              <a:gd name="T30" fmla="*/ 376425 w 689"/>
              <a:gd name="T31" fmla="*/ 131749 h 688"/>
              <a:gd name="T32" fmla="*/ 391700 w 689"/>
              <a:gd name="T33" fmla="*/ 172037 h 688"/>
              <a:gd name="T34" fmla="*/ 376425 w 689"/>
              <a:gd name="T35" fmla="*/ 617372 h 688"/>
              <a:gd name="T36" fmla="*/ 360058 w 689"/>
              <a:gd name="T37" fmla="*/ 602128 h 688"/>
              <a:gd name="T38" fmla="*/ 375333 w 689"/>
              <a:gd name="T39" fmla="*/ 561841 h 688"/>
              <a:gd name="T40" fmla="*/ 391700 w 689"/>
              <a:gd name="T41" fmla="*/ 577085 h 688"/>
              <a:gd name="T42" fmla="*/ 173483 w 689"/>
              <a:gd name="T43" fmla="*/ 354961 h 688"/>
              <a:gd name="T44" fmla="*/ 188758 w 689"/>
              <a:gd name="T45" fmla="*/ 372383 h 688"/>
              <a:gd name="T46" fmla="*/ 148388 w 689"/>
              <a:gd name="T47" fmla="*/ 387627 h 688"/>
              <a:gd name="T48" fmla="*/ 133112 w 689"/>
              <a:gd name="T49" fmla="*/ 370205 h 688"/>
              <a:gd name="T50" fmla="*/ 173483 w 689"/>
              <a:gd name="T51" fmla="*/ 354961 h 688"/>
              <a:gd name="T52" fmla="*/ 618646 w 689"/>
              <a:gd name="T53" fmla="*/ 370205 h 688"/>
              <a:gd name="T54" fmla="*/ 603370 w 689"/>
              <a:gd name="T55" fmla="*/ 387627 h 688"/>
              <a:gd name="T56" fmla="*/ 563000 w 689"/>
              <a:gd name="T57" fmla="*/ 372383 h 688"/>
              <a:gd name="T58" fmla="*/ 578275 w 689"/>
              <a:gd name="T59" fmla="*/ 354961 h 688"/>
              <a:gd name="T60" fmla="*/ 396064 w 689"/>
              <a:gd name="T61" fmla="*/ 374561 h 688"/>
              <a:gd name="T62" fmla="*/ 356785 w 689"/>
              <a:gd name="T63" fmla="*/ 374561 h 688"/>
              <a:gd name="T64" fmla="*/ 376425 w 689"/>
              <a:gd name="T65" fmla="*/ 218857 h 688"/>
              <a:gd name="T66" fmla="*/ 396064 w 689"/>
              <a:gd name="T67" fmla="*/ 374561 h 688"/>
              <a:gd name="T68" fmla="*/ 285864 w 689"/>
              <a:gd name="T69" fmla="*/ 467112 h 688"/>
              <a:gd name="T70" fmla="*/ 358967 w 689"/>
              <a:gd name="T71" fmla="*/ 365850 h 688"/>
              <a:gd name="T72" fmla="*/ 387335 w 689"/>
              <a:gd name="T73" fmla="*/ 393071 h 68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89"/>
              <a:gd name="T112" fmla="*/ 0 h 688"/>
              <a:gd name="T113" fmla="*/ 689 w 689"/>
              <a:gd name="T114" fmla="*/ 688 h 68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89" h="688">
                <a:moveTo>
                  <a:pt x="216" y="121"/>
                </a:moveTo>
                <a:cubicBezTo>
                  <a:pt x="94" y="192"/>
                  <a:pt x="51" y="350"/>
                  <a:pt x="122" y="472"/>
                </a:cubicBezTo>
                <a:cubicBezTo>
                  <a:pt x="193" y="595"/>
                  <a:pt x="350" y="637"/>
                  <a:pt x="473" y="566"/>
                </a:cubicBezTo>
                <a:cubicBezTo>
                  <a:pt x="596" y="495"/>
                  <a:pt x="638" y="338"/>
                  <a:pt x="567" y="215"/>
                </a:cubicBezTo>
                <a:cubicBezTo>
                  <a:pt x="496" y="93"/>
                  <a:pt x="339" y="51"/>
                  <a:pt x="216" y="121"/>
                </a:cubicBezTo>
                <a:close/>
                <a:moveTo>
                  <a:pt x="495" y="605"/>
                </a:moveTo>
                <a:cubicBezTo>
                  <a:pt x="351" y="688"/>
                  <a:pt x="167" y="638"/>
                  <a:pt x="83" y="495"/>
                </a:cubicBezTo>
                <a:cubicBezTo>
                  <a:pt x="0" y="351"/>
                  <a:pt x="50" y="166"/>
                  <a:pt x="194" y="83"/>
                </a:cubicBezTo>
                <a:cubicBezTo>
                  <a:pt x="338" y="0"/>
                  <a:pt x="523" y="49"/>
                  <a:pt x="606" y="193"/>
                </a:cubicBezTo>
                <a:cubicBezTo>
                  <a:pt x="689" y="337"/>
                  <a:pt x="639" y="522"/>
                  <a:pt x="495" y="605"/>
                </a:cubicBezTo>
                <a:close/>
                <a:moveTo>
                  <a:pt x="238" y="160"/>
                </a:moveTo>
                <a:cubicBezTo>
                  <a:pt x="137" y="219"/>
                  <a:pt x="102" y="349"/>
                  <a:pt x="161" y="450"/>
                </a:cubicBezTo>
                <a:cubicBezTo>
                  <a:pt x="219" y="551"/>
                  <a:pt x="349" y="586"/>
                  <a:pt x="451" y="528"/>
                </a:cubicBezTo>
                <a:cubicBezTo>
                  <a:pt x="552" y="469"/>
                  <a:pt x="587" y="339"/>
                  <a:pt x="528" y="238"/>
                </a:cubicBezTo>
                <a:cubicBezTo>
                  <a:pt x="470" y="136"/>
                  <a:pt x="340" y="102"/>
                  <a:pt x="238" y="160"/>
                </a:cubicBezTo>
                <a:close/>
                <a:moveTo>
                  <a:pt x="460" y="543"/>
                </a:moveTo>
                <a:cubicBezTo>
                  <a:pt x="350" y="607"/>
                  <a:pt x="209" y="569"/>
                  <a:pt x="145" y="459"/>
                </a:cubicBezTo>
                <a:cubicBezTo>
                  <a:pt x="82" y="349"/>
                  <a:pt x="120" y="208"/>
                  <a:pt x="230" y="145"/>
                </a:cubicBezTo>
                <a:cubicBezTo>
                  <a:pt x="339" y="81"/>
                  <a:pt x="480" y="119"/>
                  <a:pt x="544" y="229"/>
                </a:cubicBezTo>
                <a:cubicBezTo>
                  <a:pt x="607" y="339"/>
                  <a:pt x="570" y="480"/>
                  <a:pt x="460" y="543"/>
                </a:cubicBezTo>
                <a:close/>
                <a:moveTo>
                  <a:pt x="377" y="344"/>
                </a:moveTo>
                <a:cubicBezTo>
                  <a:pt x="377" y="362"/>
                  <a:pt x="362" y="376"/>
                  <a:pt x="345" y="376"/>
                </a:cubicBezTo>
                <a:cubicBezTo>
                  <a:pt x="327" y="376"/>
                  <a:pt x="312" y="362"/>
                  <a:pt x="312" y="344"/>
                </a:cubicBezTo>
                <a:cubicBezTo>
                  <a:pt x="312" y="326"/>
                  <a:pt x="327" y="311"/>
                  <a:pt x="345" y="311"/>
                </a:cubicBezTo>
                <a:cubicBezTo>
                  <a:pt x="362" y="311"/>
                  <a:pt x="377" y="326"/>
                  <a:pt x="377" y="344"/>
                </a:cubicBezTo>
                <a:close/>
                <a:moveTo>
                  <a:pt x="359" y="158"/>
                </a:moveTo>
                <a:cubicBezTo>
                  <a:pt x="359" y="166"/>
                  <a:pt x="353" y="172"/>
                  <a:pt x="345" y="172"/>
                </a:cubicBezTo>
                <a:lnTo>
                  <a:pt x="344" y="172"/>
                </a:lnTo>
                <a:cubicBezTo>
                  <a:pt x="336" y="172"/>
                  <a:pt x="330" y="166"/>
                  <a:pt x="330" y="158"/>
                </a:cubicBezTo>
                <a:lnTo>
                  <a:pt x="330" y="135"/>
                </a:lnTo>
                <a:cubicBezTo>
                  <a:pt x="330" y="127"/>
                  <a:pt x="336" y="121"/>
                  <a:pt x="344" y="121"/>
                </a:cubicBezTo>
                <a:lnTo>
                  <a:pt x="345" y="121"/>
                </a:lnTo>
                <a:cubicBezTo>
                  <a:pt x="353" y="121"/>
                  <a:pt x="359" y="127"/>
                  <a:pt x="359" y="135"/>
                </a:cubicBezTo>
                <a:lnTo>
                  <a:pt x="359" y="158"/>
                </a:lnTo>
                <a:close/>
                <a:moveTo>
                  <a:pt x="359" y="553"/>
                </a:moveTo>
                <a:cubicBezTo>
                  <a:pt x="359" y="560"/>
                  <a:pt x="353" y="567"/>
                  <a:pt x="345" y="567"/>
                </a:cubicBezTo>
                <a:lnTo>
                  <a:pt x="344" y="567"/>
                </a:lnTo>
                <a:cubicBezTo>
                  <a:pt x="336" y="567"/>
                  <a:pt x="330" y="560"/>
                  <a:pt x="330" y="553"/>
                </a:cubicBezTo>
                <a:lnTo>
                  <a:pt x="330" y="530"/>
                </a:lnTo>
                <a:cubicBezTo>
                  <a:pt x="330" y="522"/>
                  <a:pt x="336" y="516"/>
                  <a:pt x="344" y="516"/>
                </a:cubicBezTo>
                <a:lnTo>
                  <a:pt x="345" y="516"/>
                </a:lnTo>
                <a:cubicBezTo>
                  <a:pt x="353" y="516"/>
                  <a:pt x="359" y="522"/>
                  <a:pt x="359" y="530"/>
                </a:cubicBezTo>
                <a:lnTo>
                  <a:pt x="359" y="553"/>
                </a:lnTo>
                <a:close/>
                <a:moveTo>
                  <a:pt x="159" y="326"/>
                </a:moveTo>
                <a:cubicBezTo>
                  <a:pt x="166" y="326"/>
                  <a:pt x="173" y="333"/>
                  <a:pt x="173" y="340"/>
                </a:cubicBezTo>
                <a:lnTo>
                  <a:pt x="173" y="342"/>
                </a:lnTo>
                <a:cubicBezTo>
                  <a:pt x="173" y="350"/>
                  <a:pt x="166" y="356"/>
                  <a:pt x="159" y="356"/>
                </a:cubicBezTo>
                <a:lnTo>
                  <a:pt x="136" y="356"/>
                </a:lnTo>
                <a:cubicBezTo>
                  <a:pt x="128" y="356"/>
                  <a:pt x="122" y="350"/>
                  <a:pt x="122" y="342"/>
                </a:cubicBezTo>
                <a:lnTo>
                  <a:pt x="122" y="340"/>
                </a:lnTo>
                <a:cubicBezTo>
                  <a:pt x="122" y="333"/>
                  <a:pt x="128" y="326"/>
                  <a:pt x="136" y="326"/>
                </a:cubicBezTo>
                <a:lnTo>
                  <a:pt x="159" y="326"/>
                </a:lnTo>
                <a:close/>
                <a:moveTo>
                  <a:pt x="553" y="326"/>
                </a:moveTo>
                <a:cubicBezTo>
                  <a:pt x="561" y="326"/>
                  <a:pt x="567" y="333"/>
                  <a:pt x="567" y="340"/>
                </a:cubicBezTo>
                <a:lnTo>
                  <a:pt x="567" y="342"/>
                </a:lnTo>
                <a:cubicBezTo>
                  <a:pt x="567" y="350"/>
                  <a:pt x="561" y="356"/>
                  <a:pt x="553" y="356"/>
                </a:cubicBezTo>
                <a:lnTo>
                  <a:pt x="530" y="356"/>
                </a:lnTo>
                <a:cubicBezTo>
                  <a:pt x="523" y="356"/>
                  <a:pt x="516" y="350"/>
                  <a:pt x="516" y="342"/>
                </a:cubicBezTo>
                <a:lnTo>
                  <a:pt x="516" y="340"/>
                </a:lnTo>
                <a:cubicBezTo>
                  <a:pt x="516" y="333"/>
                  <a:pt x="523" y="326"/>
                  <a:pt x="530" y="326"/>
                </a:cubicBezTo>
                <a:lnTo>
                  <a:pt x="553" y="326"/>
                </a:lnTo>
                <a:close/>
                <a:moveTo>
                  <a:pt x="363" y="344"/>
                </a:moveTo>
                <a:cubicBezTo>
                  <a:pt x="363" y="354"/>
                  <a:pt x="355" y="362"/>
                  <a:pt x="345" y="362"/>
                </a:cubicBezTo>
                <a:cubicBezTo>
                  <a:pt x="335" y="362"/>
                  <a:pt x="327" y="354"/>
                  <a:pt x="327" y="344"/>
                </a:cubicBezTo>
                <a:lnTo>
                  <a:pt x="327" y="219"/>
                </a:lnTo>
                <a:cubicBezTo>
                  <a:pt x="327" y="209"/>
                  <a:pt x="335" y="201"/>
                  <a:pt x="345" y="201"/>
                </a:cubicBezTo>
                <a:cubicBezTo>
                  <a:pt x="355" y="201"/>
                  <a:pt x="363" y="209"/>
                  <a:pt x="363" y="219"/>
                </a:cubicBezTo>
                <a:lnTo>
                  <a:pt x="363" y="344"/>
                </a:lnTo>
                <a:close/>
                <a:moveTo>
                  <a:pt x="289" y="427"/>
                </a:moveTo>
                <a:cubicBezTo>
                  <a:pt x="281" y="435"/>
                  <a:pt x="269" y="436"/>
                  <a:pt x="262" y="429"/>
                </a:cubicBezTo>
                <a:cubicBezTo>
                  <a:pt x="255" y="422"/>
                  <a:pt x="255" y="409"/>
                  <a:pt x="263" y="402"/>
                </a:cubicBezTo>
                <a:lnTo>
                  <a:pt x="329" y="336"/>
                </a:lnTo>
                <a:cubicBezTo>
                  <a:pt x="337" y="328"/>
                  <a:pt x="349" y="327"/>
                  <a:pt x="356" y="334"/>
                </a:cubicBezTo>
                <a:cubicBezTo>
                  <a:pt x="363" y="341"/>
                  <a:pt x="362" y="354"/>
                  <a:pt x="355" y="361"/>
                </a:cubicBezTo>
                <a:lnTo>
                  <a:pt x="289" y="427"/>
                </a:lnTo>
                <a:close/>
              </a:path>
            </a:pathLst>
          </a:custGeom>
          <a:solidFill>
            <a:schemeClr val="bg1"/>
          </a:solidFill>
          <a:ln>
            <a:noFill/>
          </a:ln>
        </p:spPr>
        <p:txBody>
          <a:bodyPr lIns="91434" tIns="45717" rIns="91434" bIns="45717"/>
          <a:lstStyle>
            <a:defPPr>
              <a:defRPr lang="zh-CN"/>
            </a:defPPr>
            <a:lvl1pPr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1pPr>
            <a:lvl2pPr marL="4559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2pPr>
            <a:lvl3pPr marL="9131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3pPr>
            <a:lvl4pPr marL="13703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4pPr>
            <a:lvl5pPr marL="18275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a:lstStyle>
          <a:p>
            <a:endParaRPr lang="zh-CN" altLang="en-US"/>
          </a:p>
        </p:txBody>
      </p:sp>
      <p:sp>
        <p:nvSpPr>
          <p:cNvPr id="35" name="椭圆 34"/>
          <p:cNvSpPr/>
          <p:nvPr/>
        </p:nvSpPr>
        <p:spPr bwMode="auto">
          <a:xfrm>
            <a:off x="4282585" y="2759583"/>
            <a:ext cx="720646" cy="720646"/>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a:solidFill>
                <a:prstClr val="white"/>
              </a:solidFill>
            </a:endParaRPr>
          </a:p>
        </p:txBody>
      </p:sp>
      <p:sp>
        <p:nvSpPr>
          <p:cNvPr id="36" name="椭圆 35"/>
          <p:cNvSpPr/>
          <p:nvPr/>
        </p:nvSpPr>
        <p:spPr bwMode="auto">
          <a:xfrm>
            <a:off x="4307293" y="2784291"/>
            <a:ext cx="671230" cy="671230"/>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7" name="Freeform 18"/>
          <p:cNvSpPr>
            <a:spLocks noEditPoints="1"/>
          </p:cNvSpPr>
          <p:nvPr/>
        </p:nvSpPr>
        <p:spPr bwMode="auto">
          <a:xfrm>
            <a:off x="4440784" y="2917034"/>
            <a:ext cx="383200" cy="405742"/>
          </a:xfrm>
          <a:custGeom>
            <a:avLst/>
            <a:gdLst>
              <a:gd name="T0" fmla="*/ 308844 w 568"/>
              <a:gd name="T1" fmla="*/ 627293 h 601"/>
              <a:gd name="T2" fmla="*/ 309935 w 568"/>
              <a:gd name="T3" fmla="*/ 363917 h 601"/>
              <a:gd name="T4" fmla="*/ 494368 w 568"/>
              <a:gd name="T5" fmla="*/ 328946 h 601"/>
              <a:gd name="T6" fmla="*/ 378688 w 568"/>
              <a:gd name="T7" fmla="*/ 374846 h 601"/>
              <a:gd name="T8" fmla="*/ 103675 w 568"/>
              <a:gd name="T9" fmla="*/ 233869 h 601"/>
              <a:gd name="T10" fmla="*/ 138598 w 568"/>
              <a:gd name="T11" fmla="*/ 238240 h 601"/>
              <a:gd name="T12" fmla="*/ 183342 w 568"/>
              <a:gd name="T13" fmla="*/ 242612 h 601"/>
              <a:gd name="T14" fmla="*/ 182250 w 568"/>
              <a:gd name="T15" fmla="*/ 213105 h 601"/>
              <a:gd name="T16" fmla="*/ 309935 w 568"/>
              <a:gd name="T17" fmla="*/ 331132 h 601"/>
              <a:gd name="T18" fmla="*/ 450715 w 568"/>
              <a:gd name="T19" fmla="*/ 228405 h 601"/>
              <a:gd name="T20" fmla="*/ 482364 w 568"/>
              <a:gd name="T21" fmla="*/ 222940 h 601"/>
              <a:gd name="T22" fmla="*/ 499825 w 568"/>
              <a:gd name="T23" fmla="*/ 229497 h 601"/>
              <a:gd name="T24" fmla="*/ 453989 w 568"/>
              <a:gd name="T25" fmla="*/ 279768 h 601"/>
              <a:gd name="T26" fmla="*/ 533656 w 568"/>
              <a:gd name="T27" fmla="*/ 372660 h 601"/>
              <a:gd name="T28" fmla="*/ 509647 w 568"/>
              <a:gd name="T29" fmla="*/ 287418 h 601"/>
              <a:gd name="T30" fmla="*/ 509647 w 568"/>
              <a:gd name="T31" fmla="*/ 546423 h 601"/>
              <a:gd name="T32" fmla="*/ 539112 w 568"/>
              <a:gd name="T33" fmla="*/ 539865 h 601"/>
              <a:gd name="T34" fmla="*/ 338309 w 568"/>
              <a:gd name="T35" fmla="*/ 650243 h 601"/>
              <a:gd name="T36" fmla="*/ 311026 w 568"/>
              <a:gd name="T37" fmla="*/ 656800 h 601"/>
              <a:gd name="T38" fmla="*/ 81849 w 568"/>
              <a:gd name="T39" fmla="*/ 539865 h 601"/>
              <a:gd name="T40" fmla="*/ 111315 w 568"/>
              <a:gd name="T41" fmla="*/ 546423 h 601"/>
              <a:gd name="T42" fmla="*/ 111315 w 568"/>
              <a:gd name="T43" fmla="*/ 287418 h 601"/>
              <a:gd name="T44" fmla="*/ 87306 w 568"/>
              <a:gd name="T45" fmla="*/ 372660 h 601"/>
              <a:gd name="T46" fmla="*/ 154968 w 568"/>
              <a:gd name="T47" fmla="*/ 275397 h 601"/>
              <a:gd name="T48" fmla="*/ 67662 w 568"/>
              <a:gd name="T49" fmla="*/ 437138 h 601"/>
              <a:gd name="T50" fmla="*/ 80758 w 568"/>
              <a:gd name="T51" fmla="*/ 463366 h 601"/>
              <a:gd name="T52" fmla="*/ 92762 w 568"/>
              <a:gd name="T53" fmla="*/ 487409 h 601"/>
              <a:gd name="T54" fmla="*/ 49109 w 568"/>
              <a:gd name="T55" fmla="*/ 519101 h 601"/>
              <a:gd name="T56" fmla="*/ 30557 w 568"/>
              <a:gd name="T57" fmla="*/ 412003 h 601"/>
              <a:gd name="T58" fmla="*/ 58931 w 568"/>
              <a:gd name="T59" fmla="*/ 363917 h 601"/>
              <a:gd name="T60" fmla="*/ 516194 w 568"/>
              <a:gd name="T61" fmla="*/ 416374 h 601"/>
              <a:gd name="T62" fmla="*/ 505281 w 568"/>
              <a:gd name="T63" fmla="*/ 443695 h 601"/>
              <a:gd name="T64" fmla="*/ 496551 w 568"/>
              <a:gd name="T65" fmla="*/ 471016 h 601"/>
              <a:gd name="T66" fmla="*/ 491094 w 568"/>
              <a:gd name="T67" fmla="*/ 491780 h 601"/>
              <a:gd name="T68" fmla="*/ 526016 w 568"/>
              <a:gd name="T69" fmla="*/ 396703 h 601"/>
              <a:gd name="T70" fmla="*/ 559847 w 568"/>
              <a:gd name="T71" fmla="*/ 393424 h 601"/>
              <a:gd name="T72" fmla="*/ 307752 w 568"/>
              <a:gd name="T73" fmla="*/ 0 h 601"/>
              <a:gd name="T74" fmla="*/ 456172 w 568"/>
              <a:gd name="T75" fmla="*/ 116934 h 601"/>
              <a:gd name="T76" fmla="*/ 429980 w 568"/>
              <a:gd name="T77" fmla="*/ 195619 h 601"/>
              <a:gd name="T78" fmla="*/ 398332 w 568"/>
              <a:gd name="T79" fmla="*/ 88520 h 601"/>
              <a:gd name="T80" fmla="*/ 211716 w 568"/>
              <a:gd name="T81" fmla="*/ 199991 h 601"/>
              <a:gd name="T82" fmla="*/ 165881 w 568"/>
              <a:gd name="T83" fmla="*/ 168298 h 601"/>
              <a:gd name="T84" fmla="*/ 216081 w 568"/>
              <a:gd name="T85" fmla="*/ 44807 h 60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568"/>
              <a:gd name="T130" fmla="*/ 0 h 601"/>
              <a:gd name="T131" fmla="*/ 568 w 568"/>
              <a:gd name="T132" fmla="*/ 601 h 60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568" h="601">
                <a:moveTo>
                  <a:pt x="266" y="331"/>
                </a:moveTo>
                <a:lnTo>
                  <a:pt x="266" y="571"/>
                </a:lnTo>
                <a:cubicBezTo>
                  <a:pt x="272" y="573"/>
                  <a:pt x="277" y="575"/>
                  <a:pt x="283" y="574"/>
                </a:cubicBezTo>
                <a:cubicBezTo>
                  <a:pt x="290" y="574"/>
                  <a:pt x="297" y="572"/>
                  <a:pt x="303" y="570"/>
                </a:cubicBezTo>
                <a:lnTo>
                  <a:pt x="303" y="331"/>
                </a:lnTo>
                <a:cubicBezTo>
                  <a:pt x="297" y="332"/>
                  <a:pt x="290" y="333"/>
                  <a:pt x="284" y="333"/>
                </a:cubicBezTo>
                <a:cubicBezTo>
                  <a:pt x="278" y="333"/>
                  <a:pt x="272" y="332"/>
                  <a:pt x="266" y="331"/>
                </a:cubicBezTo>
                <a:close/>
                <a:moveTo>
                  <a:pt x="347" y="343"/>
                </a:moveTo>
                <a:lnTo>
                  <a:pt x="453" y="301"/>
                </a:lnTo>
                <a:lnTo>
                  <a:pt x="453" y="345"/>
                </a:lnTo>
                <a:lnTo>
                  <a:pt x="347" y="386"/>
                </a:lnTo>
                <a:lnTo>
                  <a:pt x="347" y="343"/>
                </a:lnTo>
                <a:close/>
                <a:moveTo>
                  <a:pt x="142" y="252"/>
                </a:moveTo>
                <a:lnTo>
                  <a:pt x="99" y="228"/>
                </a:lnTo>
                <a:cubicBezTo>
                  <a:pt x="94" y="225"/>
                  <a:pt x="93" y="219"/>
                  <a:pt x="95" y="214"/>
                </a:cubicBezTo>
                <a:cubicBezTo>
                  <a:pt x="98" y="209"/>
                  <a:pt x="104" y="208"/>
                  <a:pt x="109" y="210"/>
                </a:cubicBezTo>
                <a:lnTo>
                  <a:pt x="149" y="233"/>
                </a:lnTo>
                <a:lnTo>
                  <a:pt x="127" y="218"/>
                </a:lnTo>
                <a:cubicBezTo>
                  <a:pt x="123" y="215"/>
                  <a:pt x="122" y="209"/>
                  <a:pt x="125" y="204"/>
                </a:cubicBezTo>
                <a:cubicBezTo>
                  <a:pt x="128" y="200"/>
                  <a:pt x="134" y="199"/>
                  <a:pt x="138" y="202"/>
                </a:cubicBezTo>
                <a:lnTo>
                  <a:pt x="168" y="222"/>
                </a:lnTo>
                <a:lnTo>
                  <a:pt x="154" y="209"/>
                </a:lnTo>
                <a:cubicBezTo>
                  <a:pt x="150" y="205"/>
                  <a:pt x="149" y="199"/>
                  <a:pt x="153" y="195"/>
                </a:cubicBezTo>
                <a:cubicBezTo>
                  <a:pt x="157" y="191"/>
                  <a:pt x="163" y="191"/>
                  <a:pt x="167" y="195"/>
                </a:cubicBezTo>
                <a:lnTo>
                  <a:pt x="282" y="303"/>
                </a:lnTo>
                <a:cubicBezTo>
                  <a:pt x="283" y="303"/>
                  <a:pt x="283" y="303"/>
                  <a:pt x="283" y="304"/>
                </a:cubicBezTo>
                <a:cubicBezTo>
                  <a:pt x="283" y="303"/>
                  <a:pt x="284" y="303"/>
                  <a:pt x="284" y="303"/>
                </a:cubicBezTo>
                <a:lnTo>
                  <a:pt x="399" y="195"/>
                </a:lnTo>
                <a:cubicBezTo>
                  <a:pt x="403" y="191"/>
                  <a:pt x="409" y="191"/>
                  <a:pt x="413" y="195"/>
                </a:cubicBezTo>
                <a:cubicBezTo>
                  <a:pt x="417" y="199"/>
                  <a:pt x="417" y="205"/>
                  <a:pt x="413" y="209"/>
                </a:cubicBezTo>
                <a:lnTo>
                  <a:pt x="399" y="222"/>
                </a:lnTo>
                <a:lnTo>
                  <a:pt x="428" y="202"/>
                </a:lnTo>
                <a:cubicBezTo>
                  <a:pt x="432" y="199"/>
                  <a:pt x="438" y="200"/>
                  <a:pt x="442" y="204"/>
                </a:cubicBezTo>
                <a:cubicBezTo>
                  <a:pt x="445" y="209"/>
                  <a:pt x="444" y="215"/>
                  <a:pt x="439" y="218"/>
                </a:cubicBezTo>
                <a:lnTo>
                  <a:pt x="417" y="233"/>
                </a:lnTo>
                <a:lnTo>
                  <a:pt x="458" y="210"/>
                </a:lnTo>
                <a:cubicBezTo>
                  <a:pt x="462" y="208"/>
                  <a:pt x="468" y="209"/>
                  <a:pt x="471" y="214"/>
                </a:cubicBezTo>
                <a:cubicBezTo>
                  <a:pt x="474" y="219"/>
                  <a:pt x="472" y="225"/>
                  <a:pt x="467" y="228"/>
                </a:cubicBezTo>
                <a:lnTo>
                  <a:pt x="416" y="256"/>
                </a:lnTo>
                <a:lnTo>
                  <a:pt x="494" y="224"/>
                </a:lnTo>
                <a:lnTo>
                  <a:pt x="494" y="342"/>
                </a:lnTo>
                <a:cubicBezTo>
                  <a:pt x="492" y="342"/>
                  <a:pt x="491" y="342"/>
                  <a:pt x="489" y="341"/>
                </a:cubicBezTo>
                <a:lnTo>
                  <a:pt x="473" y="339"/>
                </a:lnTo>
                <a:lnTo>
                  <a:pt x="467" y="351"/>
                </a:lnTo>
                <a:lnTo>
                  <a:pt x="467" y="263"/>
                </a:lnTo>
                <a:lnTo>
                  <a:pt x="329" y="322"/>
                </a:lnTo>
                <a:lnTo>
                  <a:pt x="329" y="559"/>
                </a:lnTo>
                <a:lnTo>
                  <a:pt x="467" y="500"/>
                </a:lnTo>
                <a:lnTo>
                  <a:pt x="467" y="483"/>
                </a:lnTo>
                <a:cubicBezTo>
                  <a:pt x="472" y="486"/>
                  <a:pt x="477" y="488"/>
                  <a:pt x="482" y="490"/>
                </a:cubicBezTo>
                <a:cubicBezTo>
                  <a:pt x="486" y="492"/>
                  <a:pt x="490" y="493"/>
                  <a:pt x="494" y="494"/>
                </a:cubicBezTo>
                <a:lnTo>
                  <a:pt x="494" y="518"/>
                </a:lnTo>
                <a:lnTo>
                  <a:pt x="321" y="591"/>
                </a:lnTo>
                <a:cubicBezTo>
                  <a:pt x="318" y="592"/>
                  <a:pt x="314" y="594"/>
                  <a:pt x="310" y="595"/>
                </a:cubicBezTo>
                <a:lnTo>
                  <a:pt x="303" y="598"/>
                </a:lnTo>
                <a:cubicBezTo>
                  <a:pt x="297" y="599"/>
                  <a:pt x="291" y="601"/>
                  <a:pt x="285" y="601"/>
                </a:cubicBezTo>
                <a:cubicBezTo>
                  <a:pt x="271" y="601"/>
                  <a:pt x="258" y="598"/>
                  <a:pt x="247" y="590"/>
                </a:cubicBezTo>
                <a:lnTo>
                  <a:pt x="75" y="518"/>
                </a:lnTo>
                <a:lnTo>
                  <a:pt x="75" y="494"/>
                </a:lnTo>
                <a:cubicBezTo>
                  <a:pt x="79" y="493"/>
                  <a:pt x="83" y="492"/>
                  <a:pt x="87" y="490"/>
                </a:cubicBezTo>
                <a:cubicBezTo>
                  <a:pt x="91" y="488"/>
                  <a:pt x="96" y="486"/>
                  <a:pt x="102" y="483"/>
                </a:cubicBezTo>
                <a:lnTo>
                  <a:pt x="102" y="500"/>
                </a:lnTo>
                <a:lnTo>
                  <a:pt x="240" y="559"/>
                </a:lnTo>
                <a:lnTo>
                  <a:pt x="240" y="322"/>
                </a:lnTo>
                <a:lnTo>
                  <a:pt x="102" y="263"/>
                </a:lnTo>
                <a:lnTo>
                  <a:pt x="102" y="351"/>
                </a:lnTo>
                <a:lnTo>
                  <a:pt x="95" y="339"/>
                </a:lnTo>
                <a:lnTo>
                  <a:pt x="80" y="341"/>
                </a:lnTo>
                <a:cubicBezTo>
                  <a:pt x="78" y="342"/>
                  <a:pt x="77" y="342"/>
                  <a:pt x="75" y="342"/>
                </a:cubicBezTo>
                <a:lnTo>
                  <a:pt x="75" y="224"/>
                </a:lnTo>
                <a:lnTo>
                  <a:pt x="142" y="252"/>
                </a:lnTo>
                <a:close/>
                <a:moveTo>
                  <a:pt x="86" y="363"/>
                </a:moveTo>
                <a:cubicBezTo>
                  <a:pt x="89" y="369"/>
                  <a:pt x="91" y="375"/>
                  <a:pt x="94" y="381"/>
                </a:cubicBezTo>
                <a:lnTo>
                  <a:pt x="62" y="400"/>
                </a:lnTo>
                <a:lnTo>
                  <a:pt x="97" y="387"/>
                </a:lnTo>
                <a:cubicBezTo>
                  <a:pt x="99" y="393"/>
                  <a:pt x="102" y="399"/>
                  <a:pt x="104" y="406"/>
                </a:cubicBezTo>
                <a:lnTo>
                  <a:pt x="74" y="424"/>
                </a:lnTo>
                <a:lnTo>
                  <a:pt x="106" y="411"/>
                </a:lnTo>
                <a:cubicBezTo>
                  <a:pt x="108" y="418"/>
                  <a:pt x="110" y="424"/>
                  <a:pt x="112" y="431"/>
                </a:cubicBezTo>
                <a:lnTo>
                  <a:pt x="85" y="446"/>
                </a:lnTo>
                <a:lnTo>
                  <a:pt x="113" y="435"/>
                </a:lnTo>
                <a:cubicBezTo>
                  <a:pt x="115" y="440"/>
                  <a:pt x="116" y="445"/>
                  <a:pt x="117" y="450"/>
                </a:cubicBezTo>
                <a:cubicBezTo>
                  <a:pt x="111" y="454"/>
                  <a:pt x="66" y="483"/>
                  <a:pt x="45" y="475"/>
                </a:cubicBezTo>
                <a:cubicBezTo>
                  <a:pt x="23" y="467"/>
                  <a:pt x="2" y="437"/>
                  <a:pt x="1" y="410"/>
                </a:cubicBezTo>
                <a:cubicBezTo>
                  <a:pt x="0" y="383"/>
                  <a:pt x="70" y="366"/>
                  <a:pt x="86" y="363"/>
                </a:cubicBezTo>
                <a:close/>
                <a:moveTo>
                  <a:pt x="28" y="377"/>
                </a:moveTo>
                <a:lnTo>
                  <a:pt x="45" y="369"/>
                </a:lnTo>
                <a:lnTo>
                  <a:pt x="54" y="360"/>
                </a:lnTo>
                <a:lnTo>
                  <a:pt x="54" y="333"/>
                </a:lnTo>
                <a:cubicBezTo>
                  <a:pt x="38" y="340"/>
                  <a:pt x="31" y="356"/>
                  <a:pt x="28" y="377"/>
                </a:cubicBezTo>
                <a:close/>
                <a:moveTo>
                  <a:pt x="482" y="363"/>
                </a:moveTo>
                <a:cubicBezTo>
                  <a:pt x="479" y="369"/>
                  <a:pt x="476" y="375"/>
                  <a:pt x="473" y="381"/>
                </a:cubicBezTo>
                <a:lnTo>
                  <a:pt x="505" y="400"/>
                </a:lnTo>
                <a:lnTo>
                  <a:pt x="471" y="387"/>
                </a:lnTo>
                <a:cubicBezTo>
                  <a:pt x="468" y="393"/>
                  <a:pt x="465" y="399"/>
                  <a:pt x="463" y="406"/>
                </a:cubicBezTo>
                <a:lnTo>
                  <a:pt x="493" y="424"/>
                </a:lnTo>
                <a:lnTo>
                  <a:pt x="461" y="411"/>
                </a:lnTo>
                <a:cubicBezTo>
                  <a:pt x="459" y="418"/>
                  <a:pt x="457" y="424"/>
                  <a:pt x="455" y="431"/>
                </a:cubicBezTo>
                <a:lnTo>
                  <a:pt x="482" y="446"/>
                </a:lnTo>
                <a:lnTo>
                  <a:pt x="454" y="435"/>
                </a:lnTo>
                <a:cubicBezTo>
                  <a:pt x="453" y="440"/>
                  <a:pt x="451" y="445"/>
                  <a:pt x="450" y="450"/>
                </a:cubicBezTo>
                <a:cubicBezTo>
                  <a:pt x="456" y="454"/>
                  <a:pt x="501" y="483"/>
                  <a:pt x="523" y="475"/>
                </a:cubicBezTo>
                <a:cubicBezTo>
                  <a:pt x="544" y="467"/>
                  <a:pt x="566" y="437"/>
                  <a:pt x="567" y="410"/>
                </a:cubicBezTo>
                <a:cubicBezTo>
                  <a:pt x="568" y="383"/>
                  <a:pt x="497" y="366"/>
                  <a:pt x="482" y="363"/>
                </a:cubicBezTo>
                <a:close/>
                <a:moveTo>
                  <a:pt x="540" y="377"/>
                </a:moveTo>
                <a:lnTo>
                  <a:pt x="522" y="369"/>
                </a:lnTo>
                <a:lnTo>
                  <a:pt x="513" y="360"/>
                </a:lnTo>
                <a:lnTo>
                  <a:pt x="513" y="333"/>
                </a:lnTo>
                <a:cubicBezTo>
                  <a:pt x="529" y="340"/>
                  <a:pt x="536" y="356"/>
                  <a:pt x="540" y="377"/>
                </a:cubicBezTo>
                <a:close/>
                <a:moveTo>
                  <a:pt x="282" y="0"/>
                </a:moveTo>
                <a:cubicBezTo>
                  <a:pt x="315" y="0"/>
                  <a:pt x="344" y="16"/>
                  <a:pt x="366" y="41"/>
                </a:cubicBezTo>
                <a:cubicBezTo>
                  <a:pt x="379" y="58"/>
                  <a:pt x="390" y="78"/>
                  <a:pt x="395" y="101"/>
                </a:cubicBezTo>
                <a:cubicBezTo>
                  <a:pt x="403" y="99"/>
                  <a:pt x="415" y="98"/>
                  <a:pt x="418" y="107"/>
                </a:cubicBezTo>
                <a:cubicBezTo>
                  <a:pt x="423" y="120"/>
                  <a:pt x="421" y="151"/>
                  <a:pt x="412" y="154"/>
                </a:cubicBezTo>
                <a:cubicBezTo>
                  <a:pt x="408" y="156"/>
                  <a:pt x="403" y="156"/>
                  <a:pt x="398" y="155"/>
                </a:cubicBezTo>
                <a:cubicBezTo>
                  <a:pt x="398" y="163"/>
                  <a:pt x="396" y="171"/>
                  <a:pt x="394" y="179"/>
                </a:cubicBezTo>
                <a:cubicBezTo>
                  <a:pt x="386" y="180"/>
                  <a:pt x="378" y="182"/>
                  <a:pt x="370" y="183"/>
                </a:cubicBezTo>
                <a:cubicBezTo>
                  <a:pt x="375" y="169"/>
                  <a:pt x="377" y="154"/>
                  <a:pt x="377" y="138"/>
                </a:cubicBezTo>
                <a:cubicBezTo>
                  <a:pt x="377" y="117"/>
                  <a:pt x="373" y="98"/>
                  <a:pt x="365" y="81"/>
                </a:cubicBezTo>
                <a:cubicBezTo>
                  <a:pt x="301" y="132"/>
                  <a:pt x="218" y="95"/>
                  <a:pt x="197" y="86"/>
                </a:cubicBezTo>
                <a:cubicBezTo>
                  <a:pt x="190" y="101"/>
                  <a:pt x="187" y="119"/>
                  <a:pt x="187" y="138"/>
                </a:cubicBezTo>
                <a:cubicBezTo>
                  <a:pt x="187" y="154"/>
                  <a:pt x="189" y="169"/>
                  <a:pt x="194" y="183"/>
                </a:cubicBezTo>
                <a:cubicBezTo>
                  <a:pt x="186" y="181"/>
                  <a:pt x="178" y="180"/>
                  <a:pt x="170" y="179"/>
                </a:cubicBezTo>
                <a:cubicBezTo>
                  <a:pt x="168" y="171"/>
                  <a:pt x="167" y="163"/>
                  <a:pt x="166" y="155"/>
                </a:cubicBezTo>
                <a:cubicBezTo>
                  <a:pt x="161" y="156"/>
                  <a:pt x="156" y="156"/>
                  <a:pt x="152" y="154"/>
                </a:cubicBezTo>
                <a:cubicBezTo>
                  <a:pt x="143" y="151"/>
                  <a:pt x="141" y="120"/>
                  <a:pt x="146" y="107"/>
                </a:cubicBezTo>
                <a:cubicBezTo>
                  <a:pt x="149" y="98"/>
                  <a:pt x="161" y="99"/>
                  <a:pt x="169" y="101"/>
                </a:cubicBezTo>
                <a:cubicBezTo>
                  <a:pt x="174" y="78"/>
                  <a:pt x="185" y="58"/>
                  <a:pt x="198" y="41"/>
                </a:cubicBezTo>
                <a:cubicBezTo>
                  <a:pt x="220" y="16"/>
                  <a:pt x="249" y="0"/>
                  <a:pt x="282" y="0"/>
                </a:cubicBezTo>
                <a:close/>
              </a:path>
            </a:pathLst>
          </a:custGeom>
          <a:solidFill>
            <a:schemeClr val="bg1"/>
          </a:solidFill>
          <a:ln>
            <a:noFill/>
          </a:ln>
        </p:spPr>
        <p:txBody>
          <a:bodyPr lIns="91434" tIns="45717" rIns="91434" bIns="45717"/>
          <a:lstStyle>
            <a:defPPr>
              <a:defRPr lang="zh-CN"/>
            </a:defPPr>
            <a:lvl1pPr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1pPr>
            <a:lvl2pPr marL="4559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2pPr>
            <a:lvl3pPr marL="9131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3pPr>
            <a:lvl4pPr marL="13703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4pPr>
            <a:lvl5pPr marL="18275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a:lstStyle>
          <a:p>
            <a:endParaRPr lang="zh-CN" altLang="en-US"/>
          </a:p>
        </p:txBody>
      </p:sp>
      <p:sp>
        <p:nvSpPr>
          <p:cNvPr id="38" name="椭圆 37"/>
          <p:cNvSpPr/>
          <p:nvPr/>
        </p:nvSpPr>
        <p:spPr bwMode="auto">
          <a:xfrm>
            <a:off x="4282585" y="4423244"/>
            <a:ext cx="720646" cy="720646"/>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a:solidFill>
                <a:prstClr val="white"/>
              </a:solidFill>
            </a:endParaRPr>
          </a:p>
        </p:txBody>
      </p:sp>
      <p:sp>
        <p:nvSpPr>
          <p:cNvPr id="39" name="椭圆 38"/>
          <p:cNvSpPr/>
          <p:nvPr/>
        </p:nvSpPr>
        <p:spPr bwMode="auto">
          <a:xfrm>
            <a:off x="4307293" y="4447952"/>
            <a:ext cx="671230" cy="671230"/>
          </a:xfrm>
          <a:prstGeom prst="ellipse">
            <a:avLst/>
          </a:prstGeom>
          <a:solidFill>
            <a:srgbClr val="AC4243"/>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a:solidFill>
                <a:prstClr val="white"/>
              </a:solidFill>
            </a:endParaRPr>
          </a:p>
        </p:txBody>
      </p:sp>
      <p:sp>
        <p:nvSpPr>
          <p:cNvPr id="40" name="Freeform 22"/>
          <p:cNvSpPr>
            <a:spLocks noEditPoints="1"/>
          </p:cNvSpPr>
          <p:nvPr/>
        </p:nvSpPr>
        <p:spPr bwMode="auto">
          <a:xfrm>
            <a:off x="4457864" y="4600285"/>
            <a:ext cx="361852" cy="359267"/>
          </a:xfrm>
          <a:custGeom>
            <a:avLst/>
            <a:gdLst>
              <a:gd name="T0" fmla="*/ 603014 w 612"/>
              <a:gd name="T1" fmla="*/ 570152 h 605"/>
              <a:gd name="T2" fmla="*/ 534316 w 612"/>
              <a:gd name="T3" fmla="*/ 570152 h 605"/>
              <a:gd name="T4" fmla="*/ 643360 w 612"/>
              <a:gd name="T5" fmla="*/ 64566 h 605"/>
              <a:gd name="T6" fmla="*/ 553944 w 612"/>
              <a:gd name="T7" fmla="*/ 0 h 605"/>
              <a:gd name="T8" fmla="*/ 314047 w 612"/>
              <a:gd name="T9" fmla="*/ 214491 h 605"/>
              <a:gd name="T10" fmla="*/ 279153 w 612"/>
              <a:gd name="T11" fmla="*/ 263736 h 605"/>
              <a:gd name="T12" fmla="*/ 249711 w 612"/>
              <a:gd name="T13" fmla="*/ 277963 h 605"/>
              <a:gd name="T14" fmla="*/ 252982 w 612"/>
              <a:gd name="T15" fmla="*/ 369888 h 605"/>
              <a:gd name="T16" fmla="*/ 59974 w 612"/>
              <a:gd name="T17" fmla="*/ 538416 h 605"/>
              <a:gd name="T18" fmla="*/ 38165 w 612"/>
              <a:gd name="T19" fmla="*/ 662077 h 605"/>
              <a:gd name="T20" fmla="*/ 138486 w 612"/>
              <a:gd name="T21" fmla="*/ 561398 h 605"/>
              <a:gd name="T22" fmla="*/ 295510 w 612"/>
              <a:gd name="T23" fmla="*/ 412567 h 605"/>
              <a:gd name="T24" fmla="*/ 383835 w 612"/>
              <a:gd name="T25" fmla="*/ 412567 h 605"/>
              <a:gd name="T26" fmla="*/ 408915 w 612"/>
              <a:gd name="T27" fmla="*/ 356756 h 605"/>
              <a:gd name="T28" fmla="*/ 447081 w 612"/>
              <a:gd name="T29" fmla="*/ 349095 h 605"/>
              <a:gd name="T30" fmla="*/ 643360 w 612"/>
              <a:gd name="T31" fmla="*/ 64566 h 605"/>
              <a:gd name="T32" fmla="*/ 260615 w 612"/>
              <a:gd name="T33" fmla="*/ 215585 h 605"/>
              <a:gd name="T34" fmla="*/ 268248 w 612"/>
              <a:gd name="T35" fmla="*/ 207925 h 605"/>
              <a:gd name="T36" fmla="*/ 290057 w 612"/>
              <a:gd name="T37" fmla="*/ 187132 h 605"/>
              <a:gd name="T38" fmla="*/ 142848 w 612"/>
              <a:gd name="T39" fmla="*/ 1094 h 605"/>
              <a:gd name="T40" fmla="*/ 186465 w 612"/>
              <a:gd name="T41" fmla="*/ 106151 h 605"/>
              <a:gd name="T42" fmla="*/ 14176 w 612"/>
              <a:gd name="T43" fmla="*/ 129132 h 605"/>
              <a:gd name="T44" fmla="*/ 153752 w 612"/>
              <a:gd name="T45" fmla="*/ 297661 h 605"/>
              <a:gd name="T46" fmla="*/ 201732 w 612"/>
              <a:gd name="T47" fmla="*/ 287812 h 605"/>
              <a:gd name="T48" fmla="*/ 240987 w 612"/>
              <a:gd name="T49" fmla="*/ 235284 h 605"/>
              <a:gd name="T50" fmla="*/ 445990 w 612"/>
              <a:gd name="T51" fmla="*/ 402718 h 605"/>
              <a:gd name="T52" fmla="*/ 410006 w 612"/>
              <a:gd name="T53" fmla="*/ 438831 h 605"/>
              <a:gd name="T54" fmla="*/ 491789 w 612"/>
              <a:gd name="T55" fmla="*/ 578907 h 605"/>
              <a:gd name="T56" fmla="*/ 576843 w 612"/>
              <a:gd name="T57" fmla="*/ 662077 h 605"/>
              <a:gd name="T58" fmla="*/ 650993 w 612"/>
              <a:gd name="T59" fmla="*/ 549360 h 605"/>
              <a:gd name="T60" fmla="*/ 465618 w 612"/>
              <a:gd name="T61" fmla="*/ 383020 h 605"/>
              <a:gd name="T62" fmla="*/ 437267 w 612"/>
              <a:gd name="T63" fmla="*/ 385208 h 60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12"/>
              <a:gd name="T97" fmla="*/ 0 h 605"/>
              <a:gd name="T98" fmla="*/ 612 w 612"/>
              <a:gd name="T99" fmla="*/ 605 h 60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12" h="605">
                <a:moveTo>
                  <a:pt x="522" y="490"/>
                </a:moveTo>
                <a:cubicBezTo>
                  <a:pt x="539" y="490"/>
                  <a:pt x="553" y="504"/>
                  <a:pt x="553" y="521"/>
                </a:cubicBezTo>
                <a:cubicBezTo>
                  <a:pt x="553" y="539"/>
                  <a:pt x="539" y="553"/>
                  <a:pt x="522" y="553"/>
                </a:cubicBezTo>
                <a:cubicBezTo>
                  <a:pt x="504" y="553"/>
                  <a:pt x="490" y="539"/>
                  <a:pt x="490" y="521"/>
                </a:cubicBezTo>
                <a:cubicBezTo>
                  <a:pt x="490" y="504"/>
                  <a:pt x="504" y="490"/>
                  <a:pt x="522" y="490"/>
                </a:cubicBezTo>
                <a:close/>
                <a:moveTo>
                  <a:pt x="590" y="59"/>
                </a:moveTo>
                <a:lnTo>
                  <a:pt x="548" y="17"/>
                </a:lnTo>
                <a:cubicBezTo>
                  <a:pt x="537" y="5"/>
                  <a:pt x="522" y="0"/>
                  <a:pt x="508" y="0"/>
                </a:cubicBezTo>
                <a:cubicBezTo>
                  <a:pt x="493" y="0"/>
                  <a:pt x="478" y="5"/>
                  <a:pt x="467" y="17"/>
                </a:cubicBezTo>
                <a:lnTo>
                  <a:pt x="288" y="196"/>
                </a:lnTo>
                <a:cubicBezTo>
                  <a:pt x="293" y="207"/>
                  <a:pt x="289" y="223"/>
                  <a:pt x="281" y="231"/>
                </a:cubicBezTo>
                <a:cubicBezTo>
                  <a:pt x="275" y="237"/>
                  <a:pt x="265" y="241"/>
                  <a:pt x="256" y="241"/>
                </a:cubicBezTo>
                <a:cubicBezTo>
                  <a:pt x="252" y="241"/>
                  <a:pt x="249" y="240"/>
                  <a:pt x="245" y="239"/>
                </a:cubicBezTo>
                <a:lnTo>
                  <a:pt x="229" y="254"/>
                </a:lnTo>
                <a:cubicBezTo>
                  <a:pt x="207" y="277"/>
                  <a:pt x="207" y="313"/>
                  <a:pt x="229" y="335"/>
                </a:cubicBezTo>
                <a:lnTo>
                  <a:pt x="232" y="338"/>
                </a:lnTo>
                <a:lnTo>
                  <a:pt x="92" y="478"/>
                </a:lnTo>
                <a:lnTo>
                  <a:pt x="55" y="492"/>
                </a:lnTo>
                <a:lnTo>
                  <a:pt x="0" y="570"/>
                </a:lnTo>
                <a:lnTo>
                  <a:pt x="35" y="605"/>
                </a:lnTo>
                <a:lnTo>
                  <a:pt x="113" y="551"/>
                </a:lnTo>
                <a:lnTo>
                  <a:pt x="127" y="513"/>
                </a:lnTo>
                <a:lnTo>
                  <a:pt x="267" y="373"/>
                </a:lnTo>
                <a:lnTo>
                  <a:pt x="271" y="377"/>
                </a:lnTo>
                <a:cubicBezTo>
                  <a:pt x="283" y="388"/>
                  <a:pt x="297" y="394"/>
                  <a:pt x="312" y="394"/>
                </a:cubicBezTo>
                <a:cubicBezTo>
                  <a:pt x="326" y="394"/>
                  <a:pt x="341" y="388"/>
                  <a:pt x="352" y="377"/>
                </a:cubicBezTo>
                <a:lnTo>
                  <a:pt x="368" y="361"/>
                </a:lnTo>
                <a:cubicBezTo>
                  <a:pt x="363" y="351"/>
                  <a:pt x="367" y="335"/>
                  <a:pt x="375" y="326"/>
                </a:cubicBezTo>
                <a:cubicBezTo>
                  <a:pt x="381" y="320"/>
                  <a:pt x="391" y="317"/>
                  <a:pt x="399" y="317"/>
                </a:cubicBezTo>
                <a:cubicBezTo>
                  <a:pt x="403" y="317"/>
                  <a:pt x="407" y="317"/>
                  <a:pt x="410" y="319"/>
                </a:cubicBezTo>
                <a:lnTo>
                  <a:pt x="590" y="139"/>
                </a:lnTo>
                <a:cubicBezTo>
                  <a:pt x="612" y="117"/>
                  <a:pt x="612" y="81"/>
                  <a:pt x="590" y="59"/>
                </a:cubicBezTo>
                <a:close/>
                <a:moveTo>
                  <a:pt x="221" y="215"/>
                </a:moveTo>
                <a:lnTo>
                  <a:pt x="239" y="197"/>
                </a:lnTo>
                <a:lnTo>
                  <a:pt x="255" y="206"/>
                </a:lnTo>
                <a:lnTo>
                  <a:pt x="246" y="190"/>
                </a:lnTo>
                <a:lnTo>
                  <a:pt x="264" y="172"/>
                </a:lnTo>
                <a:lnTo>
                  <a:pt x="266" y="171"/>
                </a:lnTo>
                <a:cubicBezTo>
                  <a:pt x="270" y="161"/>
                  <a:pt x="272" y="151"/>
                  <a:pt x="272" y="141"/>
                </a:cubicBezTo>
                <a:cubicBezTo>
                  <a:pt x="272" y="69"/>
                  <a:pt x="203" y="0"/>
                  <a:pt x="131" y="1"/>
                </a:cubicBezTo>
                <a:cubicBezTo>
                  <a:pt x="131" y="1"/>
                  <a:pt x="123" y="9"/>
                  <a:pt x="118" y="13"/>
                </a:cubicBezTo>
                <a:cubicBezTo>
                  <a:pt x="176" y="71"/>
                  <a:pt x="171" y="62"/>
                  <a:pt x="171" y="97"/>
                </a:cubicBezTo>
                <a:cubicBezTo>
                  <a:pt x="171" y="126"/>
                  <a:pt x="125" y="171"/>
                  <a:pt x="97" y="171"/>
                </a:cubicBezTo>
                <a:cubicBezTo>
                  <a:pt x="61" y="171"/>
                  <a:pt x="72" y="177"/>
                  <a:pt x="13" y="118"/>
                </a:cubicBezTo>
                <a:cubicBezTo>
                  <a:pt x="9" y="123"/>
                  <a:pt x="1" y="131"/>
                  <a:pt x="1" y="131"/>
                </a:cubicBezTo>
                <a:cubicBezTo>
                  <a:pt x="2" y="203"/>
                  <a:pt x="70" y="272"/>
                  <a:pt x="141" y="272"/>
                </a:cubicBezTo>
                <a:cubicBezTo>
                  <a:pt x="154" y="272"/>
                  <a:pt x="168" y="267"/>
                  <a:pt x="182" y="261"/>
                </a:cubicBezTo>
                <a:lnTo>
                  <a:pt x="185" y="263"/>
                </a:lnTo>
                <a:cubicBezTo>
                  <a:pt x="189" y="251"/>
                  <a:pt x="196" y="240"/>
                  <a:pt x="206" y="231"/>
                </a:cubicBezTo>
                <a:lnTo>
                  <a:pt x="221" y="215"/>
                </a:lnTo>
                <a:close/>
                <a:moveTo>
                  <a:pt x="401" y="352"/>
                </a:moveTo>
                <a:lnTo>
                  <a:pt x="409" y="368"/>
                </a:lnTo>
                <a:lnTo>
                  <a:pt x="392" y="385"/>
                </a:lnTo>
                <a:lnTo>
                  <a:pt x="376" y="401"/>
                </a:lnTo>
                <a:cubicBezTo>
                  <a:pt x="367" y="410"/>
                  <a:pt x="356" y="417"/>
                  <a:pt x="343" y="422"/>
                </a:cubicBezTo>
                <a:lnTo>
                  <a:pt x="451" y="529"/>
                </a:lnTo>
                <a:lnTo>
                  <a:pt x="502" y="597"/>
                </a:lnTo>
                <a:lnTo>
                  <a:pt x="529" y="605"/>
                </a:lnTo>
                <a:lnTo>
                  <a:pt x="604" y="529"/>
                </a:lnTo>
                <a:lnTo>
                  <a:pt x="597" y="502"/>
                </a:lnTo>
                <a:lnTo>
                  <a:pt x="529" y="451"/>
                </a:lnTo>
                <a:lnTo>
                  <a:pt x="427" y="350"/>
                </a:lnTo>
                <a:lnTo>
                  <a:pt x="417" y="360"/>
                </a:lnTo>
                <a:lnTo>
                  <a:pt x="401" y="352"/>
                </a:lnTo>
                <a:close/>
              </a:path>
            </a:pathLst>
          </a:custGeom>
          <a:solidFill>
            <a:schemeClr val="bg1"/>
          </a:solidFill>
          <a:ln>
            <a:noFill/>
          </a:ln>
        </p:spPr>
        <p:txBody>
          <a:bodyPr lIns="91434" tIns="45717" rIns="91434" bIns="45717"/>
          <a:lstStyle>
            <a:defPPr>
              <a:defRPr lang="zh-CN"/>
            </a:defPPr>
            <a:lvl1pPr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1pPr>
            <a:lvl2pPr marL="4559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2pPr>
            <a:lvl3pPr marL="9131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3pPr>
            <a:lvl4pPr marL="13703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4pPr>
            <a:lvl5pPr marL="18275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a:lstStyle>
          <a:p>
            <a:endParaRPr lang="zh-CN" altLang="en-US"/>
          </a:p>
        </p:txBody>
      </p:sp>
      <p:sp>
        <p:nvSpPr>
          <p:cNvPr id="41" name="椭圆 40"/>
          <p:cNvSpPr/>
          <p:nvPr/>
        </p:nvSpPr>
        <p:spPr bwMode="auto">
          <a:xfrm>
            <a:off x="6741016" y="5016232"/>
            <a:ext cx="671229" cy="671230"/>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grpSp>
        <p:nvGrpSpPr>
          <p:cNvPr id="42" name="组合 41"/>
          <p:cNvGrpSpPr/>
          <p:nvPr/>
        </p:nvGrpSpPr>
        <p:grpSpPr bwMode="auto">
          <a:xfrm>
            <a:off x="6854947" y="5181104"/>
            <a:ext cx="402678" cy="372084"/>
            <a:chOff x="2438399" y="4906963"/>
            <a:chExt cx="465137" cy="430213"/>
          </a:xfrm>
          <a:solidFill>
            <a:schemeClr val="bg1"/>
          </a:solidFill>
        </p:grpSpPr>
        <p:sp>
          <p:nvSpPr>
            <p:cNvPr id="43" name="Freeform 43"/>
            <p:cNvSpPr>
              <a:spLocks noEditPoints="1"/>
            </p:cNvSpPr>
            <p:nvPr/>
          </p:nvSpPr>
          <p:spPr bwMode="auto">
            <a:xfrm>
              <a:off x="2438399" y="5080001"/>
              <a:ext cx="230187" cy="231775"/>
            </a:xfrm>
            <a:custGeom>
              <a:avLst/>
              <a:gdLst>
                <a:gd name="T0" fmla="*/ 66236 w 351"/>
                <a:gd name="T1" fmla="*/ 156924 h 353"/>
                <a:gd name="T2" fmla="*/ 112798 w 351"/>
                <a:gd name="T3" fmla="*/ 78134 h 353"/>
                <a:gd name="T4" fmla="*/ 153458 w 351"/>
                <a:gd name="T5" fmla="*/ 99145 h 353"/>
                <a:gd name="T6" fmla="*/ 123291 w 351"/>
                <a:gd name="T7" fmla="*/ 0 h 353"/>
                <a:gd name="T8" fmla="*/ 656 w 351"/>
                <a:gd name="T9" fmla="*/ 20354 h 353"/>
                <a:gd name="T10" fmla="*/ 36725 w 351"/>
                <a:gd name="T11" fmla="*/ 39395 h 353"/>
                <a:gd name="T12" fmla="*/ 9181 w 351"/>
                <a:gd name="T13" fmla="*/ 80760 h 353"/>
                <a:gd name="T14" fmla="*/ 19018 w 351"/>
                <a:gd name="T15" fmla="*/ 131974 h 353"/>
                <a:gd name="T16" fmla="*/ 78696 w 351"/>
                <a:gd name="T17" fmla="*/ 217987 h 353"/>
                <a:gd name="T18" fmla="*/ 66236 w 351"/>
                <a:gd name="T19" fmla="*/ 156924 h 353"/>
                <a:gd name="T20" fmla="*/ 219038 w 351"/>
                <a:gd name="T21" fmla="*/ 140509 h 353"/>
                <a:gd name="T22" fmla="*/ 219038 w 351"/>
                <a:gd name="T23" fmla="*/ 140509 h 353"/>
                <a:gd name="T24" fmla="*/ 86566 w 351"/>
                <a:gd name="T25" fmla="*/ 145106 h 353"/>
                <a:gd name="T26" fmla="*/ 81975 w 351"/>
                <a:gd name="T27" fmla="*/ 185157 h 353"/>
                <a:gd name="T28" fmla="*/ 94436 w 351"/>
                <a:gd name="T29" fmla="*/ 223239 h 353"/>
                <a:gd name="T30" fmla="*/ 121324 w 351"/>
                <a:gd name="T31" fmla="*/ 231775 h 353"/>
                <a:gd name="T32" fmla="*/ 230187 w 351"/>
                <a:gd name="T33" fmla="*/ 226522 h 353"/>
                <a:gd name="T34" fmla="*/ 219038 w 351"/>
                <a:gd name="T35" fmla="*/ 140509 h 3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51"/>
                <a:gd name="T55" fmla="*/ 0 h 353"/>
                <a:gd name="T56" fmla="*/ 351 w 351"/>
                <a:gd name="T57" fmla="*/ 353 h 35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51" h="353">
                  <a:moveTo>
                    <a:pt x="101" y="239"/>
                  </a:moveTo>
                  <a:cubicBezTo>
                    <a:pt x="102" y="212"/>
                    <a:pt x="149" y="149"/>
                    <a:pt x="172" y="119"/>
                  </a:cubicBezTo>
                  <a:lnTo>
                    <a:pt x="234" y="151"/>
                  </a:lnTo>
                  <a:lnTo>
                    <a:pt x="188" y="0"/>
                  </a:lnTo>
                  <a:lnTo>
                    <a:pt x="1" y="31"/>
                  </a:lnTo>
                  <a:lnTo>
                    <a:pt x="56" y="60"/>
                  </a:lnTo>
                  <a:cubicBezTo>
                    <a:pt x="43" y="77"/>
                    <a:pt x="24" y="104"/>
                    <a:pt x="14" y="123"/>
                  </a:cubicBezTo>
                  <a:cubicBezTo>
                    <a:pt x="0" y="154"/>
                    <a:pt x="14" y="172"/>
                    <a:pt x="29" y="201"/>
                  </a:cubicBezTo>
                  <a:cubicBezTo>
                    <a:pt x="44" y="230"/>
                    <a:pt x="120" y="332"/>
                    <a:pt x="120" y="332"/>
                  </a:cubicBezTo>
                  <a:cubicBezTo>
                    <a:pt x="120" y="332"/>
                    <a:pt x="100" y="276"/>
                    <a:pt x="101" y="239"/>
                  </a:cubicBezTo>
                  <a:close/>
                  <a:moveTo>
                    <a:pt x="334" y="214"/>
                  </a:moveTo>
                  <a:lnTo>
                    <a:pt x="334" y="214"/>
                  </a:lnTo>
                  <a:lnTo>
                    <a:pt x="132" y="221"/>
                  </a:lnTo>
                  <a:cubicBezTo>
                    <a:pt x="132" y="221"/>
                    <a:pt x="115" y="229"/>
                    <a:pt x="125" y="282"/>
                  </a:cubicBezTo>
                  <a:cubicBezTo>
                    <a:pt x="133" y="322"/>
                    <a:pt x="144" y="340"/>
                    <a:pt x="144" y="340"/>
                  </a:cubicBezTo>
                  <a:cubicBezTo>
                    <a:pt x="144" y="340"/>
                    <a:pt x="151" y="352"/>
                    <a:pt x="185" y="353"/>
                  </a:cubicBezTo>
                  <a:cubicBezTo>
                    <a:pt x="214" y="353"/>
                    <a:pt x="351" y="345"/>
                    <a:pt x="351" y="345"/>
                  </a:cubicBezTo>
                  <a:lnTo>
                    <a:pt x="334" y="2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1pPr>
              <a:lvl2pPr marL="4559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2pPr>
              <a:lvl3pPr marL="9131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3pPr>
              <a:lvl4pPr marL="13703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4pPr>
              <a:lvl5pPr marL="18275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a:lstStyle>
            <a:p>
              <a:endParaRPr lang="zh-CN" altLang="en-US"/>
            </a:p>
          </p:txBody>
        </p:sp>
        <p:sp>
          <p:nvSpPr>
            <p:cNvPr id="44" name="Freeform 44"/>
            <p:cNvSpPr>
              <a:spLocks noEditPoints="1"/>
            </p:cNvSpPr>
            <p:nvPr/>
          </p:nvSpPr>
          <p:spPr bwMode="auto">
            <a:xfrm>
              <a:off x="2522537" y="4906963"/>
              <a:ext cx="295275" cy="161925"/>
            </a:xfrm>
            <a:custGeom>
              <a:avLst/>
              <a:gdLst>
                <a:gd name="T0" fmla="*/ 145669 w 450"/>
                <a:gd name="T1" fmla="*/ 27534 h 247"/>
                <a:gd name="T2" fmla="*/ 187008 w 450"/>
                <a:gd name="T3" fmla="*/ 111446 h 247"/>
                <a:gd name="T4" fmla="*/ 148294 w 450"/>
                <a:gd name="T5" fmla="*/ 132425 h 247"/>
                <a:gd name="T6" fmla="*/ 263123 w 450"/>
                <a:gd name="T7" fmla="*/ 148158 h 247"/>
                <a:gd name="T8" fmla="*/ 295275 w 450"/>
                <a:gd name="T9" fmla="*/ 53101 h 247"/>
                <a:gd name="T10" fmla="*/ 260498 w 450"/>
                <a:gd name="T11" fmla="*/ 72112 h 247"/>
                <a:gd name="T12" fmla="*/ 240157 w 450"/>
                <a:gd name="T13" fmla="*/ 24912 h 247"/>
                <a:gd name="T14" fmla="*/ 192257 w 450"/>
                <a:gd name="T15" fmla="*/ 3278 h 247"/>
                <a:gd name="T16" fmla="*/ 87926 w 450"/>
                <a:gd name="T17" fmla="*/ 1967 h 247"/>
                <a:gd name="T18" fmla="*/ 145669 w 450"/>
                <a:gd name="T19" fmla="*/ 27534 h 247"/>
                <a:gd name="T20" fmla="*/ 78084 w 450"/>
                <a:gd name="T21" fmla="*/ 161925 h 247"/>
                <a:gd name="T22" fmla="*/ 78084 w 450"/>
                <a:gd name="T23" fmla="*/ 161925 h 247"/>
                <a:gd name="T24" fmla="*/ 145013 w 450"/>
                <a:gd name="T25" fmla="*/ 51134 h 247"/>
                <a:gd name="T26" fmla="*/ 113517 w 450"/>
                <a:gd name="T27" fmla="*/ 24256 h 247"/>
                <a:gd name="T28" fmla="*/ 75459 w 450"/>
                <a:gd name="T29" fmla="*/ 11800 h 247"/>
                <a:gd name="T30" fmla="*/ 53806 w 450"/>
                <a:gd name="T31" fmla="*/ 28845 h 247"/>
                <a:gd name="T32" fmla="*/ 0 w 450"/>
                <a:gd name="T33" fmla="*/ 121280 h 247"/>
                <a:gd name="T34" fmla="*/ 78084 w 450"/>
                <a:gd name="T35" fmla="*/ 161925 h 24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50"/>
                <a:gd name="T55" fmla="*/ 0 h 247"/>
                <a:gd name="T56" fmla="*/ 450 w 450"/>
                <a:gd name="T57" fmla="*/ 247 h 24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50" h="247">
                  <a:moveTo>
                    <a:pt x="222" y="42"/>
                  </a:moveTo>
                  <a:cubicBezTo>
                    <a:pt x="245" y="58"/>
                    <a:pt x="273" y="134"/>
                    <a:pt x="285" y="170"/>
                  </a:cubicBezTo>
                  <a:lnTo>
                    <a:pt x="226" y="202"/>
                  </a:lnTo>
                  <a:lnTo>
                    <a:pt x="401" y="226"/>
                  </a:lnTo>
                  <a:lnTo>
                    <a:pt x="450" y="81"/>
                  </a:lnTo>
                  <a:lnTo>
                    <a:pt x="397" y="110"/>
                  </a:lnTo>
                  <a:cubicBezTo>
                    <a:pt x="389" y="89"/>
                    <a:pt x="377" y="57"/>
                    <a:pt x="366" y="38"/>
                  </a:cubicBezTo>
                  <a:cubicBezTo>
                    <a:pt x="347" y="8"/>
                    <a:pt x="325" y="10"/>
                    <a:pt x="293" y="5"/>
                  </a:cubicBezTo>
                  <a:cubicBezTo>
                    <a:pt x="260" y="0"/>
                    <a:pt x="134" y="3"/>
                    <a:pt x="134" y="3"/>
                  </a:cubicBezTo>
                  <a:cubicBezTo>
                    <a:pt x="134" y="3"/>
                    <a:pt x="192" y="19"/>
                    <a:pt x="222" y="42"/>
                  </a:cubicBezTo>
                  <a:close/>
                  <a:moveTo>
                    <a:pt x="119" y="247"/>
                  </a:moveTo>
                  <a:lnTo>
                    <a:pt x="119" y="247"/>
                  </a:lnTo>
                  <a:lnTo>
                    <a:pt x="221" y="78"/>
                  </a:lnTo>
                  <a:cubicBezTo>
                    <a:pt x="221" y="78"/>
                    <a:pt x="223" y="60"/>
                    <a:pt x="173" y="37"/>
                  </a:cubicBezTo>
                  <a:cubicBezTo>
                    <a:pt x="136" y="19"/>
                    <a:pt x="115" y="18"/>
                    <a:pt x="115" y="18"/>
                  </a:cubicBezTo>
                  <a:cubicBezTo>
                    <a:pt x="115" y="18"/>
                    <a:pt x="100" y="17"/>
                    <a:pt x="82" y="44"/>
                  </a:cubicBezTo>
                  <a:cubicBezTo>
                    <a:pt x="66" y="68"/>
                    <a:pt x="0" y="185"/>
                    <a:pt x="0" y="185"/>
                  </a:cubicBezTo>
                  <a:lnTo>
                    <a:pt x="119" y="24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1pPr>
              <a:lvl2pPr marL="4559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2pPr>
              <a:lvl3pPr marL="9131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3pPr>
              <a:lvl4pPr marL="13703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4pPr>
              <a:lvl5pPr marL="18275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a:lstStyle>
            <a:p>
              <a:endParaRPr lang="zh-CN" altLang="en-US"/>
            </a:p>
          </p:txBody>
        </p:sp>
        <p:sp>
          <p:nvSpPr>
            <p:cNvPr id="45" name="Freeform 45"/>
            <p:cNvSpPr>
              <a:spLocks noEditPoints="1"/>
            </p:cNvSpPr>
            <p:nvPr/>
          </p:nvSpPr>
          <p:spPr bwMode="auto">
            <a:xfrm>
              <a:off x="2692399" y="5038726"/>
              <a:ext cx="211137" cy="298450"/>
            </a:xfrm>
            <a:custGeom>
              <a:avLst/>
              <a:gdLst>
                <a:gd name="T0" fmla="*/ 166824 w 324"/>
                <a:gd name="T1" fmla="*/ 172613 h 453"/>
                <a:gd name="T2" fmla="*/ 74289 w 324"/>
                <a:gd name="T3" fmla="*/ 174590 h 453"/>
                <a:gd name="T4" fmla="*/ 68424 w 324"/>
                <a:gd name="T5" fmla="*/ 130448 h 453"/>
                <a:gd name="T6" fmla="*/ 0 w 324"/>
                <a:gd name="T7" fmla="*/ 218073 h 453"/>
                <a:gd name="T8" fmla="*/ 89277 w 324"/>
                <a:gd name="T9" fmla="*/ 298450 h 453"/>
                <a:gd name="T10" fmla="*/ 84715 w 324"/>
                <a:gd name="T11" fmla="*/ 258261 h 453"/>
                <a:gd name="T12" fmla="*/ 134893 w 324"/>
                <a:gd name="T13" fmla="*/ 259579 h 453"/>
                <a:gd name="T14" fmla="*/ 172689 w 324"/>
                <a:gd name="T15" fmla="*/ 224661 h 453"/>
                <a:gd name="T16" fmla="*/ 211137 w 324"/>
                <a:gd name="T17" fmla="*/ 130448 h 453"/>
                <a:gd name="T18" fmla="*/ 166824 w 324"/>
                <a:gd name="T19" fmla="*/ 172613 h 453"/>
                <a:gd name="T20" fmla="*/ 66469 w 324"/>
                <a:gd name="T21" fmla="*/ 54024 h 453"/>
                <a:gd name="T22" fmla="*/ 66469 w 324"/>
                <a:gd name="T23" fmla="*/ 54024 h 453"/>
                <a:gd name="T24" fmla="*/ 145320 w 324"/>
                <a:gd name="T25" fmla="*/ 162072 h 453"/>
                <a:gd name="T26" fmla="*/ 181812 w 324"/>
                <a:gd name="T27" fmla="*/ 144284 h 453"/>
                <a:gd name="T28" fmla="*/ 206575 w 324"/>
                <a:gd name="T29" fmla="*/ 114636 h 453"/>
                <a:gd name="T30" fmla="*/ 198756 w 324"/>
                <a:gd name="T31" fmla="*/ 88283 h 453"/>
                <a:gd name="T32" fmla="*/ 132286 w 324"/>
                <a:gd name="T33" fmla="*/ 0 h 453"/>
                <a:gd name="T34" fmla="*/ 66469 w 324"/>
                <a:gd name="T35" fmla="*/ 54024 h 45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4"/>
                <a:gd name="T55" fmla="*/ 0 h 453"/>
                <a:gd name="T56" fmla="*/ 324 w 324"/>
                <a:gd name="T57" fmla="*/ 453 h 45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4" h="453">
                  <a:moveTo>
                    <a:pt x="256" y="262"/>
                  </a:moveTo>
                  <a:cubicBezTo>
                    <a:pt x="232" y="276"/>
                    <a:pt x="152" y="269"/>
                    <a:pt x="114" y="265"/>
                  </a:cubicBezTo>
                  <a:lnTo>
                    <a:pt x="105" y="198"/>
                  </a:lnTo>
                  <a:lnTo>
                    <a:pt x="0" y="331"/>
                  </a:lnTo>
                  <a:lnTo>
                    <a:pt x="137" y="453"/>
                  </a:lnTo>
                  <a:lnTo>
                    <a:pt x="130" y="392"/>
                  </a:lnTo>
                  <a:cubicBezTo>
                    <a:pt x="152" y="394"/>
                    <a:pt x="186" y="396"/>
                    <a:pt x="207" y="394"/>
                  </a:cubicBezTo>
                  <a:cubicBezTo>
                    <a:pt x="242" y="390"/>
                    <a:pt x="249" y="369"/>
                    <a:pt x="265" y="341"/>
                  </a:cubicBezTo>
                  <a:cubicBezTo>
                    <a:pt x="281" y="314"/>
                    <a:pt x="324" y="198"/>
                    <a:pt x="324" y="198"/>
                  </a:cubicBezTo>
                  <a:cubicBezTo>
                    <a:pt x="324" y="198"/>
                    <a:pt x="288" y="243"/>
                    <a:pt x="256" y="262"/>
                  </a:cubicBezTo>
                  <a:close/>
                  <a:moveTo>
                    <a:pt x="102" y="82"/>
                  </a:moveTo>
                  <a:lnTo>
                    <a:pt x="102" y="82"/>
                  </a:lnTo>
                  <a:lnTo>
                    <a:pt x="223" y="246"/>
                  </a:lnTo>
                  <a:cubicBezTo>
                    <a:pt x="223" y="246"/>
                    <a:pt x="239" y="255"/>
                    <a:pt x="279" y="219"/>
                  </a:cubicBezTo>
                  <a:cubicBezTo>
                    <a:pt x="308" y="192"/>
                    <a:pt x="317" y="174"/>
                    <a:pt x="317" y="174"/>
                  </a:cubicBezTo>
                  <a:cubicBezTo>
                    <a:pt x="317" y="174"/>
                    <a:pt x="323" y="161"/>
                    <a:pt x="305" y="134"/>
                  </a:cubicBezTo>
                  <a:cubicBezTo>
                    <a:pt x="288" y="108"/>
                    <a:pt x="203" y="0"/>
                    <a:pt x="203" y="0"/>
                  </a:cubicBezTo>
                  <a:lnTo>
                    <a:pt x="102" y="8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1pPr>
              <a:lvl2pPr marL="4559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2pPr>
              <a:lvl3pPr marL="9131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3pPr>
              <a:lvl4pPr marL="13703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4pPr>
              <a:lvl5pPr marL="1827530" indent="1905"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a:lstStyle>
            <a:p>
              <a:endParaRPr lang="zh-CN" altLang="en-US"/>
            </a:p>
          </p:txBody>
        </p:sp>
      </p:grpSp>
      <p:grpSp>
        <p:nvGrpSpPr>
          <p:cNvPr id="56" name="组合 55"/>
          <p:cNvGrpSpPr/>
          <p:nvPr/>
        </p:nvGrpSpPr>
        <p:grpSpPr>
          <a:xfrm>
            <a:off x="1559830" y="2556354"/>
            <a:ext cx="2514311" cy="1018906"/>
            <a:chOff x="-1743928" y="4919298"/>
            <a:chExt cx="2514311" cy="1018906"/>
          </a:xfrm>
        </p:grpSpPr>
        <p:sp>
          <p:nvSpPr>
            <p:cNvPr id="57"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58"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59" name="组合 58"/>
          <p:cNvGrpSpPr/>
          <p:nvPr/>
        </p:nvGrpSpPr>
        <p:grpSpPr>
          <a:xfrm>
            <a:off x="1559830" y="3997326"/>
            <a:ext cx="2514311" cy="1018906"/>
            <a:chOff x="-1743928" y="4919298"/>
            <a:chExt cx="2514311" cy="1018906"/>
          </a:xfrm>
        </p:grpSpPr>
        <p:sp>
          <p:nvSpPr>
            <p:cNvPr id="60"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61"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62" name="组合 61"/>
          <p:cNvGrpSpPr/>
          <p:nvPr/>
        </p:nvGrpSpPr>
        <p:grpSpPr>
          <a:xfrm>
            <a:off x="7831104" y="3147384"/>
            <a:ext cx="2514311" cy="1018906"/>
            <a:chOff x="-1743928" y="4919298"/>
            <a:chExt cx="2514311" cy="1018906"/>
          </a:xfrm>
        </p:grpSpPr>
        <p:sp>
          <p:nvSpPr>
            <p:cNvPr id="63"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64"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65" name="组合 64"/>
          <p:cNvGrpSpPr/>
          <p:nvPr/>
        </p:nvGrpSpPr>
        <p:grpSpPr>
          <a:xfrm>
            <a:off x="7831104" y="4588356"/>
            <a:ext cx="2514311" cy="1018906"/>
            <a:chOff x="-1743928" y="4919298"/>
            <a:chExt cx="2514311" cy="1018906"/>
          </a:xfrm>
        </p:grpSpPr>
        <p:sp>
          <p:nvSpPr>
            <p:cNvPr id="66"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67"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76" name="组合 75"/>
          <p:cNvGrpSpPr/>
          <p:nvPr/>
        </p:nvGrpSpPr>
        <p:grpSpPr>
          <a:xfrm>
            <a:off x="6262928" y="266844"/>
            <a:ext cx="5929072" cy="330008"/>
            <a:chOff x="5025390" y="266844"/>
            <a:chExt cx="6259830" cy="330008"/>
          </a:xfrm>
        </p:grpSpPr>
        <p:cxnSp>
          <p:nvCxnSpPr>
            <p:cNvPr id="77" name="直接连接符 76"/>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82" name="组合 81"/>
          <p:cNvGrpSpPr/>
          <p:nvPr/>
        </p:nvGrpSpPr>
        <p:grpSpPr>
          <a:xfrm>
            <a:off x="0" y="266844"/>
            <a:ext cx="487680" cy="330008"/>
            <a:chOff x="5025390" y="266844"/>
            <a:chExt cx="6259830" cy="330008"/>
          </a:xfrm>
        </p:grpSpPr>
        <p:cxnSp>
          <p:nvCxnSpPr>
            <p:cNvPr id="83" name="直接连接符 82"/>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88" name="矩形 87"/>
          <p:cNvSpPr/>
          <p:nvPr/>
        </p:nvSpPr>
        <p:spPr>
          <a:xfrm>
            <a:off x="496522"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论文绪论</a:t>
            </a:r>
            <a:endPar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89" name="矩形 88"/>
          <p:cNvSpPr/>
          <p:nvPr/>
        </p:nvSpPr>
        <p:spPr>
          <a:xfrm>
            <a:off x="1465866"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研究背景</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90" name="矩形 89"/>
          <p:cNvSpPr/>
          <p:nvPr/>
        </p:nvSpPr>
        <p:spPr>
          <a:xfrm>
            <a:off x="3404554"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研究结果</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91" name="矩形 90"/>
          <p:cNvSpPr/>
          <p:nvPr/>
        </p:nvSpPr>
        <p:spPr>
          <a:xfrm>
            <a:off x="4373898"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问题讨论</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92" name="矩形 91"/>
          <p:cNvSpPr/>
          <p:nvPr/>
        </p:nvSpPr>
        <p:spPr>
          <a:xfrm>
            <a:off x="2435210"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a:t>
            </a: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方法</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93" name="矩形 92"/>
          <p:cNvSpPr/>
          <p:nvPr/>
        </p:nvSpPr>
        <p:spPr>
          <a:xfrm>
            <a:off x="5343244"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论文总结</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cxnSp>
        <p:nvCxnSpPr>
          <p:cNvPr id="94" name="直接连接符 93"/>
          <p:cNvCxnSpPr/>
          <p:nvPr/>
        </p:nvCxnSpPr>
        <p:spPr>
          <a:xfrm>
            <a:off x="4474939" y="554554"/>
            <a:ext cx="657739" cy="0"/>
          </a:xfrm>
          <a:prstGeom prst="line">
            <a:avLst/>
          </a:prstGeom>
          <a:ln w="6350">
            <a:solidFill>
              <a:srgbClr val="AC4243"/>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additive="base">
                                        <p:cTn id="7" dur="500" fill="hold"/>
                                        <p:tgtEl>
                                          <p:spTgt spid="56"/>
                                        </p:tgtEl>
                                        <p:attrNameLst>
                                          <p:attrName>ppt_x</p:attrName>
                                        </p:attrNameLst>
                                      </p:cBhvr>
                                      <p:tavLst>
                                        <p:tav tm="0">
                                          <p:val>
                                            <p:strVal val="#ppt_x"/>
                                          </p:val>
                                        </p:tav>
                                        <p:tav tm="100000">
                                          <p:val>
                                            <p:strVal val="#ppt_x"/>
                                          </p:val>
                                        </p:tav>
                                      </p:tavLst>
                                    </p:anim>
                                    <p:anim calcmode="lin" valueType="num">
                                      <p:cBhvr additive="base">
                                        <p:cTn id="8" dur="500" fill="hold"/>
                                        <p:tgtEl>
                                          <p:spTgt spid="5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9"/>
                                        </p:tgtEl>
                                        <p:attrNameLst>
                                          <p:attrName>style.visibility</p:attrName>
                                        </p:attrNameLst>
                                      </p:cBhvr>
                                      <p:to>
                                        <p:strVal val="visible"/>
                                      </p:to>
                                    </p:set>
                                    <p:anim calcmode="lin" valueType="num">
                                      <p:cBhvr additive="base">
                                        <p:cTn id="11" dur="500" fill="hold"/>
                                        <p:tgtEl>
                                          <p:spTgt spid="59"/>
                                        </p:tgtEl>
                                        <p:attrNameLst>
                                          <p:attrName>ppt_x</p:attrName>
                                        </p:attrNameLst>
                                      </p:cBhvr>
                                      <p:tavLst>
                                        <p:tav tm="0">
                                          <p:val>
                                            <p:strVal val="#ppt_x"/>
                                          </p:val>
                                        </p:tav>
                                        <p:tav tm="100000">
                                          <p:val>
                                            <p:strVal val="#ppt_x"/>
                                          </p:val>
                                        </p:tav>
                                      </p:tavLst>
                                    </p:anim>
                                    <p:anim calcmode="lin" valueType="num">
                                      <p:cBhvr additive="base">
                                        <p:cTn id="12" dur="500" fill="hold"/>
                                        <p:tgtEl>
                                          <p:spTgt spid="5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2"/>
                                        </p:tgtEl>
                                        <p:attrNameLst>
                                          <p:attrName>style.visibility</p:attrName>
                                        </p:attrNameLst>
                                      </p:cBhvr>
                                      <p:to>
                                        <p:strVal val="visible"/>
                                      </p:to>
                                    </p:set>
                                    <p:anim calcmode="lin" valueType="num">
                                      <p:cBhvr additive="base">
                                        <p:cTn id="15" dur="500" fill="hold"/>
                                        <p:tgtEl>
                                          <p:spTgt spid="62"/>
                                        </p:tgtEl>
                                        <p:attrNameLst>
                                          <p:attrName>ppt_x</p:attrName>
                                        </p:attrNameLst>
                                      </p:cBhvr>
                                      <p:tavLst>
                                        <p:tav tm="0">
                                          <p:val>
                                            <p:strVal val="#ppt_x"/>
                                          </p:val>
                                        </p:tav>
                                        <p:tav tm="100000">
                                          <p:val>
                                            <p:strVal val="#ppt_x"/>
                                          </p:val>
                                        </p:tav>
                                      </p:tavLst>
                                    </p:anim>
                                    <p:anim calcmode="lin" valueType="num">
                                      <p:cBhvr additive="base">
                                        <p:cTn id="16" dur="500" fill="hold"/>
                                        <p:tgtEl>
                                          <p:spTgt spid="6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5"/>
                                        </p:tgtEl>
                                        <p:attrNameLst>
                                          <p:attrName>style.visibility</p:attrName>
                                        </p:attrNameLst>
                                      </p:cBhvr>
                                      <p:to>
                                        <p:strVal val="visible"/>
                                      </p:to>
                                    </p:set>
                                    <p:anim calcmode="lin" valueType="num">
                                      <p:cBhvr additive="base">
                                        <p:cTn id="19" dur="500" fill="hold"/>
                                        <p:tgtEl>
                                          <p:spTgt spid="65"/>
                                        </p:tgtEl>
                                        <p:attrNameLst>
                                          <p:attrName>ppt_x</p:attrName>
                                        </p:attrNameLst>
                                      </p:cBhvr>
                                      <p:tavLst>
                                        <p:tav tm="0">
                                          <p:val>
                                            <p:strVal val="#ppt_x"/>
                                          </p:val>
                                        </p:tav>
                                        <p:tav tm="100000">
                                          <p:val>
                                            <p:strVal val="#ppt_x"/>
                                          </p:val>
                                        </p:tav>
                                      </p:tavLst>
                                    </p:anim>
                                    <p:anim calcmode="lin" valueType="num">
                                      <p:cBhvr additive="base">
                                        <p:cTn id="20" dur="500" fill="hold"/>
                                        <p:tgtEl>
                                          <p:spTgt spid="65"/>
                                        </p:tgtEl>
                                        <p:attrNameLst>
                                          <p:attrName>ppt_y</p:attrName>
                                        </p:attrNameLst>
                                      </p:cBhvr>
                                      <p:tavLst>
                                        <p:tav tm="0">
                                          <p:val>
                                            <p:strVal val="1+#ppt_h/2"/>
                                          </p:val>
                                        </p:tav>
                                        <p:tav tm="100000">
                                          <p:val>
                                            <p:strVal val="#ppt_y"/>
                                          </p:val>
                                        </p:tav>
                                      </p:tavLst>
                                    </p:anim>
                                  </p:childTnLst>
                                </p:cTn>
                              </p:par>
                              <p:par>
                                <p:cTn id="21" presetID="22" presetClass="entr" presetSubtype="8" fill="hold" grpId="0" nodeType="withEffect">
                                  <p:stCondLst>
                                    <p:cond delay="250"/>
                                  </p:stCondLst>
                                  <p:childTnLst>
                                    <p:set>
                                      <p:cBhvr>
                                        <p:cTn id="22" dur="1" fill="hold">
                                          <p:stCondLst>
                                            <p:cond delay="0"/>
                                          </p:stCondLst>
                                        </p:cTn>
                                        <p:tgtEl>
                                          <p:spTgt spid="88"/>
                                        </p:tgtEl>
                                        <p:attrNameLst>
                                          <p:attrName>style.visibility</p:attrName>
                                        </p:attrNameLst>
                                      </p:cBhvr>
                                      <p:to>
                                        <p:strVal val="visible"/>
                                      </p:to>
                                    </p:set>
                                    <p:animEffect transition="in" filter="wipe(left)">
                                      <p:cBhvr>
                                        <p:cTn id="23" dur="500"/>
                                        <p:tgtEl>
                                          <p:spTgt spid="88"/>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89"/>
                                        </p:tgtEl>
                                        <p:attrNameLst>
                                          <p:attrName>style.visibility</p:attrName>
                                        </p:attrNameLst>
                                      </p:cBhvr>
                                      <p:to>
                                        <p:strVal val="visible"/>
                                      </p:to>
                                    </p:set>
                                    <p:animEffect transition="in" filter="wipe(left)">
                                      <p:cBhvr>
                                        <p:cTn id="26" dur="500"/>
                                        <p:tgtEl>
                                          <p:spTgt spid="89"/>
                                        </p:tgtEl>
                                      </p:cBhvr>
                                    </p:animEffect>
                                  </p:childTnLst>
                                </p:cTn>
                              </p:par>
                              <p:par>
                                <p:cTn id="27" presetID="22" presetClass="entr" presetSubtype="8" fill="hold" grpId="0" nodeType="withEffect">
                                  <p:stCondLst>
                                    <p:cond delay="1000"/>
                                  </p:stCondLst>
                                  <p:childTnLst>
                                    <p:set>
                                      <p:cBhvr>
                                        <p:cTn id="28" dur="1" fill="hold">
                                          <p:stCondLst>
                                            <p:cond delay="0"/>
                                          </p:stCondLst>
                                        </p:cTn>
                                        <p:tgtEl>
                                          <p:spTgt spid="90"/>
                                        </p:tgtEl>
                                        <p:attrNameLst>
                                          <p:attrName>style.visibility</p:attrName>
                                        </p:attrNameLst>
                                      </p:cBhvr>
                                      <p:to>
                                        <p:strVal val="visible"/>
                                      </p:to>
                                    </p:set>
                                    <p:animEffect transition="in" filter="wipe(left)">
                                      <p:cBhvr>
                                        <p:cTn id="29" dur="500"/>
                                        <p:tgtEl>
                                          <p:spTgt spid="90"/>
                                        </p:tgtEl>
                                      </p:cBhvr>
                                    </p:animEffect>
                                  </p:childTnLst>
                                </p:cTn>
                              </p:par>
                              <p:par>
                                <p:cTn id="30" presetID="22" presetClass="entr" presetSubtype="8" fill="hold" grpId="0" nodeType="withEffect">
                                  <p:stCondLst>
                                    <p:cond delay="1250"/>
                                  </p:stCondLst>
                                  <p:childTnLst>
                                    <p:set>
                                      <p:cBhvr>
                                        <p:cTn id="31" dur="1" fill="hold">
                                          <p:stCondLst>
                                            <p:cond delay="0"/>
                                          </p:stCondLst>
                                        </p:cTn>
                                        <p:tgtEl>
                                          <p:spTgt spid="91"/>
                                        </p:tgtEl>
                                        <p:attrNameLst>
                                          <p:attrName>style.visibility</p:attrName>
                                        </p:attrNameLst>
                                      </p:cBhvr>
                                      <p:to>
                                        <p:strVal val="visible"/>
                                      </p:to>
                                    </p:set>
                                    <p:animEffect transition="in" filter="wipe(left)">
                                      <p:cBhvr>
                                        <p:cTn id="32" dur="500"/>
                                        <p:tgtEl>
                                          <p:spTgt spid="91"/>
                                        </p:tgtEl>
                                      </p:cBhvr>
                                    </p:animEffect>
                                  </p:childTnLst>
                                </p:cTn>
                              </p:par>
                              <p:par>
                                <p:cTn id="33" presetID="22" presetClass="entr" presetSubtype="8" fill="hold" grpId="0" nodeType="withEffect">
                                  <p:stCondLst>
                                    <p:cond delay="500"/>
                                  </p:stCondLst>
                                  <p:childTnLst>
                                    <p:set>
                                      <p:cBhvr>
                                        <p:cTn id="34" dur="1" fill="hold">
                                          <p:stCondLst>
                                            <p:cond delay="0"/>
                                          </p:stCondLst>
                                        </p:cTn>
                                        <p:tgtEl>
                                          <p:spTgt spid="92"/>
                                        </p:tgtEl>
                                        <p:attrNameLst>
                                          <p:attrName>style.visibility</p:attrName>
                                        </p:attrNameLst>
                                      </p:cBhvr>
                                      <p:to>
                                        <p:strVal val="visible"/>
                                      </p:to>
                                    </p:set>
                                    <p:animEffect transition="in" filter="wipe(left)">
                                      <p:cBhvr>
                                        <p:cTn id="35" dur="500"/>
                                        <p:tgtEl>
                                          <p:spTgt spid="92"/>
                                        </p:tgtEl>
                                      </p:cBhvr>
                                    </p:animEffect>
                                  </p:childTnLst>
                                </p:cTn>
                              </p:par>
                              <p:par>
                                <p:cTn id="36" presetID="22" presetClass="entr" presetSubtype="8" fill="hold" grpId="0" nodeType="withEffect">
                                  <p:stCondLst>
                                    <p:cond delay="500"/>
                                  </p:stCondLst>
                                  <p:childTnLst>
                                    <p:set>
                                      <p:cBhvr>
                                        <p:cTn id="37" dur="1" fill="hold">
                                          <p:stCondLst>
                                            <p:cond delay="0"/>
                                          </p:stCondLst>
                                        </p:cTn>
                                        <p:tgtEl>
                                          <p:spTgt spid="93"/>
                                        </p:tgtEl>
                                        <p:attrNameLst>
                                          <p:attrName>style.visibility</p:attrName>
                                        </p:attrNameLst>
                                      </p:cBhvr>
                                      <p:to>
                                        <p:strVal val="visible"/>
                                      </p:to>
                                    </p:set>
                                    <p:animEffect transition="in" filter="wipe(left)">
                                      <p:cBhvr>
                                        <p:cTn id="38"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P spid="89" grpId="0"/>
      <p:bldP spid="90" grpId="0"/>
      <p:bldP spid="91" grpId="0"/>
      <p:bldP spid="92" grpId="0"/>
      <p:bldP spid="9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2"/>
          <p:cNvSpPr>
            <a:spLocks noChangeArrowheads="1"/>
          </p:cNvSpPr>
          <p:nvPr/>
        </p:nvSpPr>
        <p:spPr bwMode="auto">
          <a:xfrm>
            <a:off x="5648648" y="2813317"/>
            <a:ext cx="1004745" cy="1003113"/>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sym typeface="+mn-lt"/>
            </a:endParaRPr>
          </a:p>
        </p:txBody>
      </p:sp>
      <p:sp>
        <p:nvSpPr>
          <p:cNvPr id="3" name="Oval 3"/>
          <p:cNvSpPr>
            <a:spLocks noChangeArrowheads="1"/>
          </p:cNvSpPr>
          <p:nvPr/>
        </p:nvSpPr>
        <p:spPr bwMode="auto">
          <a:xfrm>
            <a:off x="5783585" y="4225568"/>
            <a:ext cx="751484" cy="751818"/>
          </a:xfrm>
          <a:prstGeom prst="ellipse">
            <a:avLst/>
          </a:prstGeom>
          <a:solidFill>
            <a:schemeClr val="bg1">
              <a:lumMod val="95000"/>
            </a:schemeClr>
          </a:solidFill>
          <a:ln w="3175" cmpd="sng">
            <a:solidFill>
              <a:schemeClr val="bg1">
                <a:lumMod val="75000"/>
              </a:schemeClr>
            </a:solidFill>
            <a:round/>
          </a:ln>
        </p:spPr>
        <p:txBody>
          <a:bodyPr lIns="91455" tIns="45728" rIns="91455" bIns="45728"/>
          <a:lstStyle/>
          <a:p>
            <a:endParaRPr lang="zh-CN" altLang="en-US" sz="1800">
              <a:solidFill>
                <a:schemeClr val="bg1">
                  <a:lumMod val="50000"/>
                </a:schemeClr>
              </a:solidFill>
              <a:latin typeface="+mn-lt"/>
              <a:ea typeface="+mn-ea"/>
              <a:cs typeface="+mn-ea"/>
              <a:sym typeface="+mn-lt"/>
            </a:endParaRPr>
          </a:p>
        </p:txBody>
      </p:sp>
      <p:sp>
        <p:nvSpPr>
          <p:cNvPr id="4" name="Oval 4"/>
          <p:cNvSpPr>
            <a:spLocks noChangeArrowheads="1"/>
          </p:cNvSpPr>
          <p:nvPr/>
        </p:nvSpPr>
        <p:spPr bwMode="auto">
          <a:xfrm>
            <a:off x="6931569" y="4096804"/>
            <a:ext cx="1002669" cy="1003113"/>
          </a:xfrm>
          <a:prstGeom prst="ellipse">
            <a:avLst/>
          </a:prstGeom>
          <a:solidFill>
            <a:srgbClr val="AC4243"/>
          </a:solidFill>
          <a:ln>
            <a:noFill/>
          </a:ln>
          <a:effectLst>
            <a:outerShdw blurRad="101600" dist="76200" dir="2700000" algn="tl" rotWithShape="0">
              <a:prstClr val="black">
                <a:alpha val="30000"/>
              </a:prstClr>
            </a:outerShdw>
          </a:effectLst>
        </p:spPr>
        <p:txBody>
          <a:bodyPr lIns="91455" tIns="45728" rIns="91455" bIns="45728"/>
          <a:lstStyle/>
          <a:p>
            <a:endParaRPr lang="zh-CN" altLang="en-US" sz="1800">
              <a:solidFill>
                <a:schemeClr val="bg1">
                  <a:lumMod val="50000"/>
                </a:schemeClr>
              </a:solidFill>
              <a:latin typeface="+mn-lt"/>
              <a:ea typeface="+mn-ea"/>
              <a:cs typeface="+mn-ea"/>
              <a:sym typeface="+mn-lt"/>
            </a:endParaRPr>
          </a:p>
        </p:txBody>
      </p:sp>
      <p:sp>
        <p:nvSpPr>
          <p:cNvPr id="5" name="Oval 5"/>
          <p:cNvSpPr>
            <a:spLocks noChangeArrowheads="1"/>
          </p:cNvSpPr>
          <p:nvPr/>
        </p:nvSpPr>
        <p:spPr bwMode="auto">
          <a:xfrm>
            <a:off x="4367806" y="4096804"/>
            <a:ext cx="1002668" cy="1003113"/>
          </a:xfrm>
          <a:prstGeom prst="ellipse">
            <a:avLst/>
          </a:prstGeom>
          <a:solidFill>
            <a:srgbClr val="AC4243"/>
          </a:solidFill>
          <a:ln>
            <a:noFill/>
          </a:ln>
          <a:effectLst>
            <a:outerShdw blurRad="101600" dist="76200" dir="2700000" algn="tl" rotWithShape="0">
              <a:prstClr val="black">
                <a:alpha val="30000"/>
              </a:prstClr>
            </a:outerShdw>
          </a:effectLst>
        </p:spPr>
        <p:txBody>
          <a:bodyPr lIns="91455" tIns="45728" rIns="91455" bIns="45728"/>
          <a:lstStyle/>
          <a:p>
            <a:endParaRPr lang="zh-CN" altLang="en-US" sz="1800">
              <a:solidFill>
                <a:schemeClr val="bg1">
                  <a:lumMod val="50000"/>
                </a:schemeClr>
              </a:solidFill>
              <a:latin typeface="+mn-lt"/>
              <a:ea typeface="+mn-ea"/>
              <a:cs typeface="+mn-ea"/>
              <a:sym typeface="+mn-lt"/>
            </a:endParaRPr>
          </a:p>
        </p:txBody>
      </p:sp>
      <p:sp>
        <p:nvSpPr>
          <p:cNvPr id="6" name="Oval 6"/>
          <p:cNvSpPr>
            <a:spLocks noChangeArrowheads="1"/>
          </p:cNvSpPr>
          <p:nvPr/>
        </p:nvSpPr>
        <p:spPr bwMode="auto">
          <a:xfrm>
            <a:off x="5648648" y="5378216"/>
            <a:ext cx="1004745" cy="1005190"/>
          </a:xfrm>
          <a:prstGeom prst="ellipse">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sym typeface="+mn-lt"/>
            </a:endParaRPr>
          </a:p>
        </p:txBody>
      </p:sp>
      <p:sp>
        <p:nvSpPr>
          <p:cNvPr id="7" name="Freeform 7"/>
          <p:cNvSpPr/>
          <p:nvPr/>
        </p:nvSpPr>
        <p:spPr bwMode="auto">
          <a:xfrm>
            <a:off x="3873738" y="2925467"/>
            <a:ext cx="1606762" cy="436137"/>
          </a:xfrm>
          <a:custGeom>
            <a:avLst/>
            <a:gdLst>
              <a:gd name="T0" fmla="*/ 774 w 774"/>
              <a:gd name="T1" fmla="*/ 210 h 210"/>
              <a:gd name="T2" fmla="*/ 389 w 774"/>
              <a:gd name="T3" fmla="*/ 210 h 210"/>
              <a:gd name="T4" fmla="*/ 389 w 774"/>
              <a:gd name="T5" fmla="*/ 0 h 210"/>
              <a:gd name="T6" fmla="*/ 0 w 774"/>
              <a:gd name="T7" fmla="*/ 0 h 210"/>
            </a:gdLst>
            <a:ahLst/>
            <a:cxnLst>
              <a:cxn ang="0">
                <a:pos x="T0" y="T1"/>
              </a:cxn>
              <a:cxn ang="0">
                <a:pos x="T2" y="T3"/>
              </a:cxn>
              <a:cxn ang="0">
                <a:pos x="T4" y="T5"/>
              </a:cxn>
              <a:cxn ang="0">
                <a:pos x="T6" y="T7"/>
              </a:cxn>
            </a:cxnLst>
            <a:rect l="0" t="0" r="r" b="b"/>
            <a:pathLst>
              <a:path w="774" h="210">
                <a:moveTo>
                  <a:pt x="774" y="210"/>
                </a:moveTo>
                <a:lnTo>
                  <a:pt x="389" y="210"/>
                </a:lnTo>
                <a:lnTo>
                  <a:pt x="389" y="0"/>
                </a:lnTo>
                <a:lnTo>
                  <a:pt x="0" y="0"/>
                </a:lnTo>
              </a:path>
            </a:pathLst>
          </a:custGeom>
          <a:noFill/>
          <a:ln w="3175" cap="flat" cmpd="sng">
            <a:solidFill>
              <a:schemeClr val="bg1">
                <a:lumMod val="75000"/>
              </a:schemeClr>
            </a:solidFill>
            <a:round/>
            <a:tailEnd type="oval" w="sm" len="sm"/>
          </a:ln>
          <a:extLst>
            <a:ext uri="{909E8E84-426E-40DD-AFC4-6F175D3DCCD1}">
              <a14:hiddenFill xmlns:a14="http://schemas.microsoft.com/office/drawing/2010/main">
                <a:solidFill>
                  <a:srgbClr val="FFFFFF"/>
                </a:solidFill>
              </a14:hiddenFill>
            </a:ext>
          </a:extLst>
        </p:spPr>
        <p:txBody>
          <a:bodyPr lIns="91455" tIns="45728" rIns="91455" bIns="45728"/>
          <a:lstStyle/>
          <a:p>
            <a:endParaRPr lang="zh-CN" altLang="en-US" sz="1800">
              <a:solidFill>
                <a:schemeClr val="bg1">
                  <a:lumMod val="50000"/>
                </a:schemeClr>
              </a:solidFill>
              <a:latin typeface="+mn-lt"/>
              <a:ea typeface="+mn-ea"/>
              <a:cs typeface="+mn-ea"/>
              <a:sym typeface="+mn-lt"/>
            </a:endParaRPr>
          </a:p>
        </p:txBody>
      </p:sp>
      <p:sp>
        <p:nvSpPr>
          <p:cNvPr id="8" name="Freeform 8"/>
          <p:cNvSpPr/>
          <p:nvPr/>
        </p:nvSpPr>
        <p:spPr bwMode="auto">
          <a:xfrm>
            <a:off x="7465082" y="2925467"/>
            <a:ext cx="743181" cy="1001038"/>
          </a:xfrm>
          <a:custGeom>
            <a:avLst/>
            <a:gdLst>
              <a:gd name="T0" fmla="*/ 0 w 358"/>
              <a:gd name="T1" fmla="*/ 482 h 482"/>
              <a:gd name="T2" fmla="*/ 0 w 358"/>
              <a:gd name="T3" fmla="*/ 0 h 482"/>
              <a:gd name="T4" fmla="*/ 358 w 358"/>
              <a:gd name="T5" fmla="*/ 0 h 482"/>
            </a:gdLst>
            <a:ahLst/>
            <a:cxnLst>
              <a:cxn ang="0">
                <a:pos x="T0" y="T1"/>
              </a:cxn>
              <a:cxn ang="0">
                <a:pos x="T2" y="T3"/>
              </a:cxn>
              <a:cxn ang="0">
                <a:pos x="T4" y="T5"/>
              </a:cxn>
            </a:cxnLst>
            <a:rect l="0" t="0" r="r" b="b"/>
            <a:pathLst>
              <a:path w="358" h="482">
                <a:moveTo>
                  <a:pt x="0" y="482"/>
                </a:moveTo>
                <a:lnTo>
                  <a:pt x="0" y="0"/>
                </a:lnTo>
                <a:lnTo>
                  <a:pt x="358" y="0"/>
                </a:lnTo>
              </a:path>
            </a:pathLst>
          </a:custGeom>
          <a:noFill/>
          <a:ln w="3175" cap="flat" cmpd="sng">
            <a:solidFill>
              <a:schemeClr val="bg1">
                <a:lumMod val="75000"/>
              </a:schemeClr>
            </a:solidFill>
            <a:round/>
            <a:tailEnd type="oval" w="sm" len="sm"/>
          </a:ln>
          <a:extLst>
            <a:ext uri="{909E8E84-426E-40DD-AFC4-6F175D3DCCD1}">
              <a14:hiddenFill xmlns:a14="http://schemas.microsoft.com/office/drawing/2010/main">
                <a:solidFill>
                  <a:srgbClr val="FFFFFF"/>
                </a:solidFill>
              </a14:hiddenFill>
            </a:ext>
          </a:extLst>
        </p:spPr>
        <p:txBody>
          <a:bodyPr lIns="91455" tIns="45728" rIns="91455" bIns="45728"/>
          <a:lstStyle/>
          <a:p>
            <a:endParaRPr lang="zh-CN" altLang="en-US" sz="1800">
              <a:solidFill>
                <a:schemeClr val="bg1">
                  <a:lumMod val="50000"/>
                </a:schemeClr>
              </a:solidFill>
              <a:latin typeface="+mn-lt"/>
              <a:ea typeface="+mn-ea"/>
              <a:cs typeface="+mn-ea"/>
              <a:sym typeface="+mn-lt"/>
            </a:endParaRPr>
          </a:p>
        </p:txBody>
      </p:sp>
      <p:sp>
        <p:nvSpPr>
          <p:cNvPr id="9" name="Freeform 9"/>
          <p:cNvSpPr/>
          <p:nvPr/>
        </p:nvSpPr>
        <p:spPr bwMode="auto">
          <a:xfrm>
            <a:off x="6821545" y="5471675"/>
            <a:ext cx="1326513" cy="436137"/>
          </a:xfrm>
          <a:custGeom>
            <a:avLst/>
            <a:gdLst>
              <a:gd name="T0" fmla="*/ 0 w 639"/>
              <a:gd name="T1" fmla="*/ 210 h 210"/>
              <a:gd name="T2" fmla="*/ 318 w 639"/>
              <a:gd name="T3" fmla="*/ 210 h 210"/>
              <a:gd name="T4" fmla="*/ 318 w 639"/>
              <a:gd name="T5" fmla="*/ 0 h 210"/>
              <a:gd name="T6" fmla="*/ 639 w 639"/>
              <a:gd name="T7" fmla="*/ 0 h 210"/>
            </a:gdLst>
            <a:ahLst/>
            <a:cxnLst>
              <a:cxn ang="0">
                <a:pos x="T0" y="T1"/>
              </a:cxn>
              <a:cxn ang="0">
                <a:pos x="T2" y="T3"/>
              </a:cxn>
              <a:cxn ang="0">
                <a:pos x="T4" y="T5"/>
              </a:cxn>
              <a:cxn ang="0">
                <a:pos x="T6" y="T7"/>
              </a:cxn>
            </a:cxnLst>
            <a:rect l="0" t="0" r="r" b="b"/>
            <a:pathLst>
              <a:path w="639" h="210">
                <a:moveTo>
                  <a:pt x="0" y="210"/>
                </a:moveTo>
                <a:lnTo>
                  <a:pt x="318" y="210"/>
                </a:lnTo>
                <a:lnTo>
                  <a:pt x="318" y="0"/>
                </a:lnTo>
                <a:lnTo>
                  <a:pt x="639" y="0"/>
                </a:lnTo>
              </a:path>
            </a:pathLst>
          </a:custGeom>
          <a:noFill/>
          <a:ln w="3175" cap="flat" cmpd="sng">
            <a:solidFill>
              <a:schemeClr val="bg1">
                <a:lumMod val="75000"/>
              </a:schemeClr>
            </a:solidFill>
            <a:round/>
            <a:tailEnd type="oval" w="sm" len="sm"/>
          </a:ln>
          <a:extLst>
            <a:ext uri="{909E8E84-426E-40DD-AFC4-6F175D3DCCD1}">
              <a14:hiddenFill xmlns:a14="http://schemas.microsoft.com/office/drawing/2010/main">
                <a:solidFill>
                  <a:srgbClr val="FFFFFF"/>
                </a:solidFill>
              </a14:hiddenFill>
            </a:ext>
          </a:extLst>
        </p:spPr>
        <p:txBody>
          <a:bodyPr lIns="91455" tIns="45728" rIns="91455" bIns="45728"/>
          <a:lstStyle/>
          <a:p>
            <a:endParaRPr lang="zh-CN" altLang="en-US" sz="1800">
              <a:solidFill>
                <a:schemeClr val="bg1">
                  <a:lumMod val="50000"/>
                </a:schemeClr>
              </a:solidFill>
              <a:latin typeface="+mn-lt"/>
              <a:ea typeface="+mn-ea"/>
              <a:cs typeface="+mn-ea"/>
              <a:sym typeface="+mn-lt"/>
            </a:endParaRPr>
          </a:p>
        </p:txBody>
      </p:sp>
      <p:sp>
        <p:nvSpPr>
          <p:cNvPr id="10" name="Freeform 10"/>
          <p:cNvSpPr/>
          <p:nvPr/>
        </p:nvSpPr>
        <p:spPr bwMode="auto">
          <a:xfrm>
            <a:off x="3873738" y="5197531"/>
            <a:ext cx="994365" cy="288680"/>
          </a:xfrm>
          <a:custGeom>
            <a:avLst/>
            <a:gdLst>
              <a:gd name="T0" fmla="*/ 479 w 479"/>
              <a:gd name="T1" fmla="*/ 0 h 139"/>
              <a:gd name="T2" fmla="*/ 479 w 479"/>
              <a:gd name="T3" fmla="*/ 139 h 139"/>
              <a:gd name="T4" fmla="*/ 0 w 479"/>
              <a:gd name="T5" fmla="*/ 139 h 139"/>
            </a:gdLst>
            <a:ahLst/>
            <a:cxnLst>
              <a:cxn ang="0">
                <a:pos x="T0" y="T1"/>
              </a:cxn>
              <a:cxn ang="0">
                <a:pos x="T2" y="T3"/>
              </a:cxn>
              <a:cxn ang="0">
                <a:pos x="T4" y="T5"/>
              </a:cxn>
            </a:cxnLst>
            <a:rect l="0" t="0" r="r" b="b"/>
            <a:pathLst>
              <a:path w="479" h="139">
                <a:moveTo>
                  <a:pt x="479" y="0"/>
                </a:moveTo>
                <a:lnTo>
                  <a:pt x="479" y="139"/>
                </a:lnTo>
                <a:lnTo>
                  <a:pt x="0" y="139"/>
                </a:lnTo>
              </a:path>
            </a:pathLst>
          </a:custGeom>
          <a:noFill/>
          <a:ln w="3175" cap="flat" cmpd="sng">
            <a:solidFill>
              <a:schemeClr val="bg1">
                <a:lumMod val="75000"/>
              </a:schemeClr>
            </a:solidFill>
            <a:round/>
            <a:tailEnd type="oval" w="sm" len="sm"/>
          </a:ln>
          <a:extLst>
            <a:ext uri="{909E8E84-426E-40DD-AFC4-6F175D3DCCD1}">
              <a14:hiddenFill xmlns:a14="http://schemas.microsoft.com/office/drawing/2010/main">
                <a:solidFill>
                  <a:srgbClr val="FFFFFF"/>
                </a:solidFill>
              </a14:hiddenFill>
            </a:ext>
          </a:extLst>
        </p:spPr>
        <p:txBody>
          <a:bodyPr lIns="91455" tIns="45728" rIns="91455" bIns="45728"/>
          <a:lstStyle/>
          <a:p>
            <a:endParaRPr lang="zh-CN" altLang="en-US" sz="1800">
              <a:solidFill>
                <a:schemeClr val="bg1">
                  <a:lumMod val="50000"/>
                </a:schemeClr>
              </a:solidFill>
              <a:latin typeface="+mn-lt"/>
              <a:ea typeface="+mn-ea"/>
              <a:cs typeface="+mn-ea"/>
              <a:sym typeface="+mn-lt"/>
            </a:endParaRPr>
          </a:p>
        </p:txBody>
      </p:sp>
      <p:sp>
        <p:nvSpPr>
          <p:cNvPr id="11" name="Freeform 11"/>
          <p:cNvSpPr/>
          <p:nvPr/>
        </p:nvSpPr>
        <p:spPr bwMode="auto">
          <a:xfrm>
            <a:off x="6726052" y="4514251"/>
            <a:ext cx="89265" cy="178609"/>
          </a:xfrm>
          <a:custGeom>
            <a:avLst/>
            <a:gdLst>
              <a:gd name="T0" fmla="*/ 0 w 43"/>
              <a:gd name="T1" fmla="*/ 0 h 86"/>
              <a:gd name="T2" fmla="*/ 43 w 43"/>
              <a:gd name="T3" fmla="*/ 43 h 86"/>
              <a:gd name="T4" fmla="*/ 0 w 43"/>
              <a:gd name="T5" fmla="*/ 86 h 86"/>
            </a:gdLst>
            <a:ahLst/>
            <a:cxnLst>
              <a:cxn ang="0">
                <a:pos x="T0" y="T1"/>
              </a:cxn>
              <a:cxn ang="0">
                <a:pos x="T2" y="T3"/>
              </a:cxn>
              <a:cxn ang="0">
                <a:pos x="T4" y="T5"/>
              </a:cxn>
            </a:cxnLst>
            <a:rect l="0" t="0" r="r" b="b"/>
            <a:pathLst>
              <a:path w="43" h="86">
                <a:moveTo>
                  <a:pt x="0" y="0"/>
                </a:moveTo>
                <a:lnTo>
                  <a:pt x="43" y="43"/>
                </a:lnTo>
                <a:lnTo>
                  <a:pt x="0" y="86"/>
                </a:lnTo>
              </a:path>
            </a:pathLst>
          </a:custGeom>
          <a:noFill/>
          <a:ln w="12700" cap="flat" cmpd="sng">
            <a:solidFill>
              <a:schemeClr val="bg1">
                <a:lumMod val="75000"/>
              </a:schemeClr>
            </a:solidFill>
            <a:round/>
          </a:ln>
          <a:extLst>
            <a:ext uri="{909E8E84-426E-40DD-AFC4-6F175D3DCCD1}">
              <a14:hiddenFill xmlns:a14="http://schemas.microsoft.com/office/drawing/2010/main">
                <a:solidFill>
                  <a:srgbClr val="66C6C2"/>
                </a:solidFill>
              </a14:hiddenFill>
            </a:ext>
          </a:extLst>
        </p:spPr>
        <p:txBody>
          <a:bodyPr lIns="91455" tIns="45728" rIns="91455" bIns="45728"/>
          <a:lstStyle/>
          <a:p>
            <a:endParaRPr lang="zh-CN" altLang="en-US" sz="1800">
              <a:solidFill>
                <a:schemeClr val="bg1">
                  <a:lumMod val="50000"/>
                </a:schemeClr>
              </a:solidFill>
              <a:latin typeface="+mn-lt"/>
              <a:ea typeface="+mn-ea"/>
              <a:cs typeface="+mn-ea"/>
              <a:sym typeface="+mn-lt"/>
            </a:endParaRPr>
          </a:p>
        </p:txBody>
      </p:sp>
      <p:sp>
        <p:nvSpPr>
          <p:cNvPr id="12" name="Freeform 12"/>
          <p:cNvSpPr/>
          <p:nvPr/>
        </p:nvSpPr>
        <p:spPr bwMode="auto">
          <a:xfrm>
            <a:off x="5486728" y="4514251"/>
            <a:ext cx="89266" cy="178609"/>
          </a:xfrm>
          <a:custGeom>
            <a:avLst/>
            <a:gdLst>
              <a:gd name="T0" fmla="*/ 43 w 43"/>
              <a:gd name="T1" fmla="*/ 86 h 86"/>
              <a:gd name="T2" fmla="*/ 0 w 43"/>
              <a:gd name="T3" fmla="*/ 43 h 86"/>
              <a:gd name="T4" fmla="*/ 43 w 43"/>
              <a:gd name="T5" fmla="*/ 0 h 86"/>
            </a:gdLst>
            <a:ahLst/>
            <a:cxnLst>
              <a:cxn ang="0">
                <a:pos x="T0" y="T1"/>
              </a:cxn>
              <a:cxn ang="0">
                <a:pos x="T2" y="T3"/>
              </a:cxn>
              <a:cxn ang="0">
                <a:pos x="T4" y="T5"/>
              </a:cxn>
            </a:cxnLst>
            <a:rect l="0" t="0" r="r" b="b"/>
            <a:pathLst>
              <a:path w="43" h="86">
                <a:moveTo>
                  <a:pt x="43" y="86"/>
                </a:moveTo>
                <a:lnTo>
                  <a:pt x="0" y="43"/>
                </a:lnTo>
                <a:lnTo>
                  <a:pt x="43" y="0"/>
                </a:lnTo>
              </a:path>
            </a:pathLst>
          </a:custGeom>
          <a:noFill/>
          <a:ln w="12700" cap="flat" cmpd="sng">
            <a:solidFill>
              <a:schemeClr val="bg1">
                <a:lumMod val="75000"/>
              </a:schemeClr>
            </a:solidFill>
            <a:round/>
          </a:ln>
          <a:extLst>
            <a:ext uri="{909E8E84-426E-40DD-AFC4-6F175D3DCCD1}">
              <a14:hiddenFill xmlns:a14="http://schemas.microsoft.com/office/drawing/2010/main">
                <a:solidFill>
                  <a:srgbClr val="66C6C2"/>
                </a:solidFill>
              </a14:hiddenFill>
            </a:ext>
          </a:extLst>
        </p:spPr>
        <p:txBody>
          <a:bodyPr lIns="91455" tIns="45728" rIns="91455" bIns="45728"/>
          <a:lstStyle/>
          <a:p>
            <a:endParaRPr lang="zh-CN" altLang="en-US" sz="1800">
              <a:solidFill>
                <a:schemeClr val="bg1">
                  <a:lumMod val="50000"/>
                </a:schemeClr>
              </a:solidFill>
              <a:latin typeface="+mn-lt"/>
              <a:ea typeface="+mn-ea"/>
              <a:cs typeface="+mn-ea"/>
              <a:sym typeface="+mn-lt"/>
            </a:endParaRPr>
          </a:p>
        </p:txBody>
      </p:sp>
      <p:sp>
        <p:nvSpPr>
          <p:cNvPr id="13" name="Freeform 13"/>
          <p:cNvSpPr/>
          <p:nvPr/>
        </p:nvSpPr>
        <p:spPr bwMode="auto">
          <a:xfrm>
            <a:off x="6061757" y="5178839"/>
            <a:ext cx="178531" cy="89305"/>
          </a:xfrm>
          <a:custGeom>
            <a:avLst/>
            <a:gdLst>
              <a:gd name="T0" fmla="*/ 86 w 86"/>
              <a:gd name="T1" fmla="*/ 0 h 43"/>
              <a:gd name="T2" fmla="*/ 43 w 86"/>
              <a:gd name="T3" fmla="*/ 43 h 43"/>
              <a:gd name="T4" fmla="*/ 0 w 86"/>
              <a:gd name="T5" fmla="*/ 0 h 43"/>
            </a:gdLst>
            <a:ahLst/>
            <a:cxnLst>
              <a:cxn ang="0">
                <a:pos x="T0" y="T1"/>
              </a:cxn>
              <a:cxn ang="0">
                <a:pos x="T2" y="T3"/>
              </a:cxn>
              <a:cxn ang="0">
                <a:pos x="T4" y="T5"/>
              </a:cxn>
            </a:cxnLst>
            <a:rect l="0" t="0" r="r" b="b"/>
            <a:pathLst>
              <a:path w="86" h="43">
                <a:moveTo>
                  <a:pt x="86" y="0"/>
                </a:moveTo>
                <a:lnTo>
                  <a:pt x="43" y="43"/>
                </a:lnTo>
                <a:lnTo>
                  <a:pt x="0" y="0"/>
                </a:lnTo>
              </a:path>
            </a:pathLst>
          </a:custGeom>
          <a:noFill/>
          <a:ln w="12700" cap="flat" cmpd="sng">
            <a:solidFill>
              <a:schemeClr val="bg1">
                <a:lumMod val="75000"/>
              </a:schemeClr>
            </a:solidFill>
            <a:round/>
          </a:ln>
          <a:extLst>
            <a:ext uri="{909E8E84-426E-40DD-AFC4-6F175D3DCCD1}">
              <a14:hiddenFill xmlns:a14="http://schemas.microsoft.com/office/drawing/2010/main">
                <a:solidFill>
                  <a:srgbClr val="66C6C2"/>
                </a:solidFill>
              </a14:hiddenFill>
            </a:ext>
          </a:extLst>
        </p:spPr>
        <p:txBody>
          <a:bodyPr lIns="91455" tIns="45728" rIns="91455" bIns="45728"/>
          <a:lstStyle/>
          <a:p>
            <a:endParaRPr lang="zh-CN" altLang="en-US" sz="1800">
              <a:solidFill>
                <a:schemeClr val="bg1">
                  <a:lumMod val="50000"/>
                </a:schemeClr>
              </a:solidFill>
              <a:latin typeface="+mn-lt"/>
              <a:ea typeface="+mn-ea"/>
              <a:cs typeface="+mn-ea"/>
              <a:sym typeface="+mn-lt"/>
            </a:endParaRPr>
          </a:p>
        </p:txBody>
      </p:sp>
      <p:sp>
        <p:nvSpPr>
          <p:cNvPr id="14" name="Freeform 14"/>
          <p:cNvSpPr/>
          <p:nvPr/>
        </p:nvSpPr>
        <p:spPr bwMode="auto">
          <a:xfrm>
            <a:off x="6061757" y="3938965"/>
            <a:ext cx="178531" cy="89304"/>
          </a:xfrm>
          <a:custGeom>
            <a:avLst/>
            <a:gdLst>
              <a:gd name="T0" fmla="*/ 0 w 86"/>
              <a:gd name="T1" fmla="*/ 43 h 43"/>
              <a:gd name="T2" fmla="*/ 43 w 86"/>
              <a:gd name="T3" fmla="*/ 0 h 43"/>
              <a:gd name="T4" fmla="*/ 86 w 86"/>
              <a:gd name="T5" fmla="*/ 43 h 43"/>
            </a:gdLst>
            <a:ahLst/>
            <a:cxnLst>
              <a:cxn ang="0">
                <a:pos x="T0" y="T1"/>
              </a:cxn>
              <a:cxn ang="0">
                <a:pos x="T2" y="T3"/>
              </a:cxn>
              <a:cxn ang="0">
                <a:pos x="T4" y="T5"/>
              </a:cxn>
            </a:cxnLst>
            <a:rect l="0" t="0" r="r" b="b"/>
            <a:pathLst>
              <a:path w="86" h="43">
                <a:moveTo>
                  <a:pt x="0" y="43"/>
                </a:moveTo>
                <a:lnTo>
                  <a:pt x="43" y="0"/>
                </a:lnTo>
                <a:lnTo>
                  <a:pt x="86" y="43"/>
                </a:lnTo>
              </a:path>
            </a:pathLst>
          </a:custGeom>
          <a:noFill/>
          <a:ln w="12700" cap="flat" cmpd="sng">
            <a:solidFill>
              <a:schemeClr val="bg1">
                <a:lumMod val="75000"/>
              </a:schemeClr>
            </a:solidFill>
            <a:round/>
          </a:ln>
          <a:extLst>
            <a:ext uri="{909E8E84-426E-40DD-AFC4-6F175D3DCCD1}">
              <a14:hiddenFill xmlns:a14="http://schemas.microsoft.com/office/drawing/2010/main">
                <a:solidFill>
                  <a:srgbClr val="66C6C2"/>
                </a:solidFill>
              </a14:hiddenFill>
            </a:ext>
          </a:extLst>
        </p:spPr>
        <p:txBody>
          <a:bodyPr lIns="91455" tIns="45728" rIns="91455" bIns="45728"/>
          <a:lstStyle/>
          <a:p>
            <a:endParaRPr lang="zh-CN" altLang="en-US" sz="1800">
              <a:solidFill>
                <a:schemeClr val="bg1">
                  <a:lumMod val="50000"/>
                </a:schemeClr>
              </a:solidFill>
              <a:latin typeface="+mn-lt"/>
              <a:ea typeface="+mn-ea"/>
              <a:cs typeface="+mn-ea"/>
              <a:sym typeface="+mn-lt"/>
            </a:endParaRPr>
          </a:p>
        </p:txBody>
      </p:sp>
      <p:sp>
        <p:nvSpPr>
          <p:cNvPr id="19" name="Freeform 19"/>
          <p:cNvSpPr>
            <a:spLocks noEditPoints="1"/>
          </p:cNvSpPr>
          <p:nvPr/>
        </p:nvSpPr>
        <p:spPr bwMode="auto">
          <a:xfrm>
            <a:off x="5982872" y="3139379"/>
            <a:ext cx="365363" cy="373831"/>
          </a:xfrm>
          <a:custGeom>
            <a:avLst/>
            <a:gdLst>
              <a:gd name="T0" fmla="*/ 130 w 136"/>
              <a:gd name="T1" fmla="*/ 33 h 140"/>
              <a:gd name="T2" fmla="*/ 100 w 136"/>
              <a:gd name="T3" fmla="*/ 33 h 140"/>
              <a:gd name="T4" fmla="*/ 100 w 136"/>
              <a:gd name="T5" fmla="*/ 6 h 140"/>
              <a:gd name="T6" fmla="*/ 94 w 136"/>
              <a:gd name="T7" fmla="*/ 0 h 140"/>
              <a:gd name="T8" fmla="*/ 6 w 136"/>
              <a:gd name="T9" fmla="*/ 0 h 140"/>
              <a:gd name="T10" fmla="*/ 0 w 136"/>
              <a:gd name="T11" fmla="*/ 6 h 140"/>
              <a:gd name="T12" fmla="*/ 0 w 136"/>
              <a:gd name="T13" fmla="*/ 35 h 140"/>
              <a:gd name="T14" fmla="*/ 0 w 136"/>
              <a:gd name="T15" fmla="*/ 104 h 140"/>
              <a:gd name="T16" fmla="*/ 0 w 136"/>
              <a:gd name="T17" fmla="*/ 134 h 140"/>
              <a:gd name="T18" fmla="*/ 6 w 136"/>
              <a:gd name="T19" fmla="*/ 140 h 140"/>
              <a:gd name="T20" fmla="*/ 94 w 136"/>
              <a:gd name="T21" fmla="*/ 140 h 140"/>
              <a:gd name="T22" fmla="*/ 130 w 136"/>
              <a:gd name="T23" fmla="*/ 140 h 140"/>
              <a:gd name="T24" fmla="*/ 136 w 136"/>
              <a:gd name="T25" fmla="*/ 134 h 140"/>
              <a:gd name="T26" fmla="*/ 136 w 136"/>
              <a:gd name="T27" fmla="*/ 39 h 140"/>
              <a:gd name="T28" fmla="*/ 130 w 136"/>
              <a:gd name="T29" fmla="*/ 33 h 140"/>
              <a:gd name="T30" fmla="*/ 88 w 136"/>
              <a:gd name="T31" fmla="*/ 128 h 140"/>
              <a:gd name="T32" fmla="*/ 72 w 136"/>
              <a:gd name="T33" fmla="*/ 128 h 140"/>
              <a:gd name="T34" fmla="*/ 72 w 136"/>
              <a:gd name="T35" fmla="*/ 110 h 140"/>
              <a:gd name="T36" fmla="*/ 88 w 136"/>
              <a:gd name="T37" fmla="*/ 110 h 140"/>
              <a:gd name="T38" fmla="*/ 88 w 136"/>
              <a:gd name="T39" fmla="*/ 128 h 140"/>
              <a:gd name="T40" fmla="*/ 60 w 136"/>
              <a:gd name="T41" fmla="*/ 110 h 140"/>
              <a:gd name="T42" fmla="*/ 60 w 136"/>
              <a:gd name="T43" fmla="*/ 128 h 140"/>
              <a:gd name="T44" fmla="*/ 39 w 136"/>
              <a:gd name="T45" fmla="*/ 128 h 140"/>
              <a:gd name="T46" fmla="*/ 39 w 136"/>
              <a:gd name="T47" fmla="*/ 110 h 140"/>
              <a:gd name="T48" fmla="*/ 60 w 136"/>
              <a:gd name="T49" fmla="*/ 110 h 140"/>
              <a:gd name="T50" fmla="*/ 12 w 136"/>
              <a:gd name="T51" fmla="*/ 98 h 140"/>
              <a:gd name="T52" fmla="*/ 12 w 136"/>
              <a:gd name="T53" fmla="*/ 41 h 140"/>
              <a:gd name="T54" fmla="*/ 88 w 136"/>
              <a:gd name="T55" fmla="*/ 41 h 140"/>
              <a:gd name="T56" fmla="*/ 88 w 136"/>
              <a:gd name="T57" fmla="*/ 98 h 140"/>
              <a:gd name="T58" fmla="*/ 12 w 136"/>
              <a:gd name="T59" fmla="*/ 98 h 140"/>
              <a:gd name="T60" fmla="*/ 39 w 136"/>
              <a:gd name="T61" fmla="*/ 29 h 140"/>
              <a:gd name="T62" fmla="*/ 39 w 136"/>
              <a:gd name="T63" fmla="*/ 12 h 140"/>
              <a:gd name="T64" fmla="*/ 60 w 136"/>
              <a:gd name="T65" fmla="*/ 12 h 140"/>
              <a:gd name="T66" fmla="*/ 60 w 136"/>
              <a:gd name="T67" fmla="*/ 29 h 140"/>
              <a:gd name="T68" fmla="*/ 39 w 136"/>
              <a:gd name="T69" fmla="*/ 29 h 140"/>
              <a:gd name="T70" fmla="*/ 88 w 136"/>
              <a:gd name="T71" fmla="*/ 29 h 140"/>
              <a:gd name="T72" fmla="*/ 72 w 136"/>
              <a:gd name="T73" fmla="*/ 29 h 140"/>
              <a:gd name="T74" fmla="*/ 72 w 136"/>
              <a:gd name="T75" fmla="*/ 12 h 140"/>
              <a:gd name="T76" fmla="*/ 88 w 136"/>
              <a:gd name="T77" fmla="*/ 12 h 140"/>
              <a:gd name="T78" fmla="*/ 88 w 136"/>
              <a:gd name="T79" fmla="*/ 29 h 140"/>
              <a:gd name="T80" fmla="*/ 12 w 136"/>
              <a:gd name="T81" fmla="*/ 12 h 140"/>
              <a:gd name="T82" fmla="*/ 27 w 136"/>
              <a:gd name="T83" fmla="*/ 12 h 140"/>
              <a:gd name="T84" fmla="*/ 27 w 136"/>
              <a:gd name="T85" fmla="*/ 29 h 140"/>
              <a:gd name="T86" fmla="*/ 12 w 136"/>
              <a:gd name="T87" fmla="*/ 29 h 140"/>
              <a:gd name="T88" fmla="*/ 12 w 136"/>
              <a:gd name="T89" fmla="*/ 12 h 140"/>
              <a:gd name="T90" fmla="*/ 12 w 136"/>
              <a:gd name="T91" fmla="*/ 110 h 140"/>
              <a:gd name="T92" fmla="*/ 27 w 136"/>
              <a:gd name="T93" fmla="*/ 110 h 140"/>
              <a:gd name="T94" fmla="*/ 27 w 136"/>
              <a:gd name="T95" fmla="*/ 128 h 140"/>
              <a:gd name="T96" fmla="*/ 12 w 136"/>
              <a:gd name="T97" fmla="*/ 128 h 140"/>
              <a:gd name="T98" fmla="*/ 12 w 136"/>
              <a:gd name="T99" fmla="*/ 110 h 140"/>
              <a:gd name="T100" fmla="*/ 124 w 136"/>
              <a:gd name="T101" fmla="*/ 128 h 140"/>
              <a:gd name="T102" fmla="*/ 100 w 136"/>
              <a:gd name="T103" fmla="*/ 128 h 140"/>
              <a:gd name="T104" fmla="*/ 100 w 136"/>
              <a:gd name="T105" fmla="*/ 104 h 140"/>
              <a:gd name="T106" fmla="*/ 100 w 136"/>
              <a:gd name="T107" fmla="*/ 45 h 140"/>
              <a:gd name="T108" fmla="*/ 124 w 136"/>
              <a:gd name="T109" fmla="*/ 45 h 140"/>
              <a:gd name="T110" fmla="*/ 124 w 136"/>
              <a:gd name="T111" fmla="*/ 12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36" h="140">
                <a:moveTo>
                  <a:pt x="130" y="33"/>
                </a:moveTo>
                <a:cubicBezTo>
                  <a:pt x="100" y="33"/>
                  <a:pt x="100" y="33"/>
                  <a:pt x="100" y="33"/>
                </a:cubicBezTo>
                <a:cubicBezTo>
                  <a:pt x="100" y="6"/>
                  <a:pt x="100" y="6"/>
                  <a:pt x="100" y="6"/>
                </a:cubicBezTo>
                <a:cubicBezTo>
                  <a:pt x="100" y="2"/>
                  <a:pt x="97" y="0"/>
                  <a:pt x="94" y="0"/>
                </a:cubicBezTo>
                <a:cubicBezTo>
                  <a:pt x="6" y="0"/>
                  <a:pt x="6" y="0"/>
                  <a:pt x="6" y="0"/>
                </a:cubicBezTo>
                <a:cubicBezTo>
                  <a:pt x="2" y="0"/>
                  <a:pt x="0" y="2"/>
                  <a:pt x="0" y="6"/>
                </a:cubicBezTo>
                <a:cubicBezTo>
                  <a:pt x="0" y="35"/>
                  <a:pt x="0" y="35"/>
                  <a:pt x="0" y="35"/>
                </a:cubicBezTo>
                <a:cubicBezTo>
                  <a:pt x="0" y="104"/>
                  <a:pt x="0" y="104"/>
                  <a:pt x="0" y="104"/>
                </a:cubicBezTo>
                <a:cubicBezTo>
                  <a:pt x="0" y="134"/>
                  <a:pt x="0" y="134"/>
                  <a:pt x="0" y="134"/>
                </a:cubicBezTo>
                <a:cubicBezTo>
                  <a:pt x="0" y="137"/>
                  <a:pt x="2" y="140"/>
                  <a:pt x="6" y="140"/>
                </a:cubicBezTo>
                <a:cubicBezTo>
                  <a:pt x="94" y="140"/>
                  <a:pt x="94" y="140"/>
                  <a:pt x="94" y="140"/>
                </a:cubicBezTo>
                <a:cubicBezTo>
                  <a:pt x="130" y="140"/>
                  <a:pt x="130" y="140"/>
                  <a:pt x="130" y="140"/>
                </a:cubicBezTo>
                <a:cubicBezTo>
                  <a:pt x="134" y="140"/>
                  <a:pt x="136" y="137"/>
                  <a:pt x="136" y="134"/>
                </a:cubicBezTo>
                <a:cubicBezTo>
                  <a:pt x="136" y="39"/>
                  <a:pt x="136" y="39"/>
                  <a:pt x="136" y="39"/>
                </a:cubicBezTo>
                <a:cubicBezTo>
                  <a:pt x="136" y="36"/>
                  <a:pt x="134" y="33"/>
                  <a:pt x="130" y="33"/>
                </a:cubicBezTo>
                <a:close/>
                <a:moveTo>
                  <a:pt x="88" y="128"/>
                </a:moveTo>
                <a:cubicBezTo>
                  <a:pt x="72" y="128"/>
                  <a:pt x="72" y="128"/>
                  <a:pt x="72" y="128"/>
                </a:cubicBezTo>
                <a:cubicBezTo>
                  <a:pt x="72" y="110"/>
                  <a:pt x="72" y="110"/>
                  <a:pt x="72" y="110"/>
                </a:cubicBezTo>
                <a:cubicBezTo>
                  <a:pt x="88" y="110"/>
                  <a:pt x="88" y="110"/>
                  <a:pt x="88" y="110"/>
                </a:cubicBezTo>
                <a:lnTo>
                  <a:pt x="88" y="128"/>
                </a:lnTo>
                <a:close/>
                <a:moveTo>
                  <a:pt x="60" y="110"/>
                </a:moveTo>
                <a:cubicBezTo>
                  <a:pt x="60" y="128"/>
                  <a:pt x="60" y="128"/>
                  <a:pt x="60" y="128"/>
                </a:cubicBezTo>
                <a:cubicBezTo>
                  <a:pt x="39" y="128"/>
                  <a:pt x="39" y="128"/>
                  <a:pt x="39" y="128"/>
                </a:cubicBezTo>
                <a:cubicBezTo>
                  <a:pt x="39" y="110"/>
                  <a:pt x="39" y="110"/>
                  <a:pt x="39" y="110"/>
                </a:cubicBezTo>
                <a:lnTo>
                  <a:pt x="60" y="110"/>
                </a:lnTo>
                <a:close/>
                <a:moveTo>
                  <a:pt x="12" y="98"/>
                </a:moveTo>
                <a:cubicBezTo>
                  <a:pt x="12" y="41"/>
                  <a:pt x="12" y="41"/>
                  <a:pt x="12" y="41"/>
                </a:cubicBezTo>
                <a:cubicBezTo>
                  <a:pt x="88" y="41"/>
                  <a:pt x="88" y="41"/>
                  <a:pt x="88" y="41"/>
                </a:cubicBezTo>
                <a:cubicBezTo>
                  <a:pt x="88" y="98"/>
                  <a:pt x="88" y="98"/>
                  <a:pt x="88" y="98"/>
                </a:cubicBezTo>
                <a:lnTo>
                  <a:pt x="12" y="98"/>
                </a:lnTo>
                <a:close/>
                <a:moveTo>
                  <a:pt x="39" y="29"/>
                </a:moveTo>
                <a:cubicBezTo>
                  <a:pt x="39" y="12"/>
                  <a:pt x="39" y="12"/>
                  <a:pt x="39" y="12"/>
                </a:cubicBezTo>
                <a:cubicBezTo>
                  <a:pt x="60" y="12"/>
                  <a:pt x="60" y="12"/>
                  <a:pt x="60" y="12"/>
                </a:cubicBezTo>
                <a:cubicBezTo>
                  <a:pt x="60" y="29"/>
                  <a:pt x="60" y="29"/>
                  <a:pt x="60" y="29"/>
                </a:cubicBezTo>
                <a:lnTo>
                  <a:pt x="39" y="29"/>
                </a:lnTo>
                <a:close/>
                <a:moveTo>
                  <a:pt x="88" y="29"/>
                </a:moveTo>
                <a:cubicBezTo>
                  <a:pt x="72" y="29"/>
                  <a:pt x="72" y="29"/>
                  <a:pt x="72" y="29"/>
                </a:cubicBezTo>
                <a:cubicBezTo>
                  <a:pt x="72" y="12"/>
                  <a:pt x="72" y="12"/>
                  <a:pt x="72" y="12"/>
                </a:cubicBezTo>
                <a:cubicBezTo>
                  <a:pt x="88" y="12"/>
                  <a:pt x="88" y="12"/>
                  <a:pt x="88" y="12"/>
                </a:cubicBezTo>
                <a:lnTo>
                  <a:pt x="88" y="29"/>
                </a:lnTo>
                <a:close/>
                <a:moveTo>
                  <a:pt x="12" y="12"/>
                </a:moveTo>
                <a:cubicBezTo>
                  <a:pt x="27" y="12"/>
                  <a:pt x="27" y="12"/>
                  <a:pt x="27" y="12"/>
                </a:cubicBezTo>
                <a:cubicBezTo>
                  <a:pt x="27" y="29"/>
                  <a:pt x="27" y="29"/>
                  <a:pt x="27" y="29"/>
                </a:cubicBezTo>
                <a:cubicBezTo>
                  <a:pt x="12" y="29"/>
                  <a:pt x="12" y="29"/>
                  <a:pt x="12" y="29"/>
                </a:cubicBezTo>
                <a:lnTo>
                  <a:pt x="12" y="12"/>
                </a:lnTo>
                <a:close/>
                <a:moveTo>
                  <a:pt x="12" y="110"/>
                </a:moveTo>
                <a:cubicBezTo>
                  <a:pt x="27" y="110"/>
                  <a:pt x="27" y="110"/>
                  <a:pt x="27" y="110"/>
                </a:cubicBezTo>
                <a:cubicBezTo>
                  <a:pt x="27" y="128"/>
                  <a:pt x="27" y="128"/>
                  <a:pt x="27" y="128"/>
                </a:cubicBezTo>
                <a:cubicBezTo>
                  <a:pt x="12" y="128"/>
                  <a:pt x="12" y="128"/>
                  <a:pt x="12" y="128"/>
                </a:cubicBezTo>
                <a:lnTo>
                  <a:pt x="12" y="110"/>
                </a:lnTo>
                <a:close/>
                <a:moveTo>
                  <a:pt x="124" y="128"/>
                </a:moveTo>
                <a:cubicBezTo>
                  <a:pt x="100" y="128"/>
                  <a:pt x="100" y="128"/>
                  <a:pt x="100" y="128"/>
                </a:cubicBezTo>
                <a:cubicBezTo>
                  <a:pt x="100" y="104"/>
                  <a:pt x="100" y="104"/>
                  <a:pt x="100" y="104"/>
                </a:cubicBezTo>
                <a:cubicBezTo>
                  <a:pt x="100" y="45"/>
                  <a:pt x="100" y="45"/>
                  <a:pt x="100" y="45"/>
                </a:cubicBezTo>
                <a:cubicBezTo>
                  <a:pt x="124" y="45"/>
                  <a:pt x="124" y="45"/>
                  <a:pt x="124" y="45"/>
                </a:cubicBezTo>
                <a:lnTo>
                  <a:pt x="124" y="128"/>
                </a:lnTo>
                <a:close/>
              </a:path>
            </a:pathLst>
          </a:custGeom>
          <a:solidFill>
            <a:schemeClr val="bg1"/>
          </a:solidFill>
          <a:ln>
            <a:noFill/>
          </a:ln>
        </p:spPr>
        <p:txBody>
          <a:bodyPr lIns="91455" tIns="45728" rIns="91455" bIns="45728"/>
          <a:lstStyle/>
          <a:p>
            <a:endParaRPr lang="zh-CN" altLang="en-US" sz="1800">
              <a:solidFill>
                <a:schemeClr val="bg1">
                  <a:lumMod val="50000"/>
                </a:schemeClr>
              </a:solidFill>
              <a:latin typeface="+mn-lt"/>
              <a:ea typeface="+mn-ea"/>
              <a:cs typeface="+mn-ea"/>
              <a:sym typeface="+mn-lt"/>
            </a:endParaRPr>
          </a:p>
        </p:txBody>
      </p:sp>
      <p:grpSp>
        <p:nvGrpSpPr>
          <p:cNvPr id="20" name="Group 20"/>
          <p:cNvGrpSpPr/>
          <p:nvPr/>
        </p:nvGrpSpPr>
        <p:grpSpPr bwMode="auto">
          <a:xfrm>
            <a:off x="4658436" y="4377178"/>
            <a:ext cx="460854" cy="469366"/>
            <a:chOff x="0" y="0"/>
            <a:chExt cx="276" cy="281"/>
          </a:xfrm>
        </p:grpSpPr>
        <p:sp>
          <p:nvSpPr>
            <p:cNvPr id="21" name="Freeform 21"/>
            <p:cNvSpPr/>
            <p:nvPr/>
          </p:nvSpPr>
          <p:spPr bwMode="auto">
            <a:xfrm>
              <a:off x="0" y="0"/>
              <a:ext cx="276" cy="203"/>
            </a:xfrm>
            <a:custGeom>
              <a:avLst/>
              <a:gdLst>
                <a:gd name="T0" fmla="*/ 106 w 138"/>
                <a:gd name="T1" fmla="*/ 37 h 101"/>
                <a:gd name="T2" fmla="*/ 100 w 138"/>
                <a:gd name="T3" fmla="*/ 38 h 101"/>
                <a:gd name="T4" fmla="*/ 100 w 138"/>
                <a:gd name="T5" fmla="*/ 35 h 101"/>
                <a:gd name="T6" fmla="*/ 66 w 138"/>
                <a:gd name="T7" fmla="*/ 0 h 101"/>
                <a:gd name="T8" fmla="*/ 32 w 138"/>
                <a:gd name="T9" fmla="*/ 29 h 101"/>
                <a:gd name="T10" fmla="*/ 22 w 138"/>
                <a:gd name="T11" fmla="*/ 30 h 101"/>
                <a:gd name="T12" fmla="*/ 22 w 138"/>
                <a:gd name="T13" fmla="*/ 30 h 101"/>
                <a:gd name="T14" fmla="*/ 8 w 138"/>
                <a:gd name="T15" fmla="*/ 51 h 101"/>
                <a:gd name="T16" fmla="*/ 10 w 138"/>
                <a:gd name="T17" fmla="*/ 60 h 101"/>
                <a:gd name="T18" fmla="*/ 0 w 138"/>
                <a:gd name="T19" fmla="*/ 79 h 101"/>
                <a:gd name="T20" fmla="*/ 22 w 138"/>
                <a:gd name="T21" fmla="*/ 101 h 101"/>
                <a:gd name="T22" fmla="*/ 45 w 138"/>
                <a:gd name="T23" fmla="*/ 101 h 101"/>
                <a:gd name="T24" fmla="*/ 51 w 138"/>
                <a:gd name="T25" fmla="*/ 95 h 101"/>
                <a:gd name="T26" fmla="*/ 45 w 138"/>
                <a:gd name="T27" fmla="*/ 89 h 101"/>
                <a:gd name="T28" fmla="*/ 22 w 138"/>
                <a:gd name="T29" fmla="*/ 89 h 101"/>
                <a:gd name="T30" fmla="*/ 12 w 138"/>
                <a:gd name="T31" fmla="*/ 79 h 101"/>
                <a:gd name="T32" fmla="*/ 20 w 138"/>
                <a:gd name="T33" fmla="*/ 69 h 101"/>
                <a:gd name="T34" fmla="*/ 25 w 138"/>
                <a:gd name="T35" fmla="*/ 65 h 101"/>
                <a:gd name="T36" fmla="*/ 23 w 138"/>
                <a:gd name="T37" fmla="*/ 58 h 101"/>
                <a:gd name="T38" fmla="*/ 20 w 138"/>
                <a:gd name="T39" fmla="*/ 51 h 101"/>
                <a:gd name="T40" fmla="*/ 26 w 138"/>
                <a:gd name="T41" fmla="*/ 41 h 101"/>
                <a:gd name="T42" fmla="*/ 26 w 138"/>
                <a:gd name="T43" fmla="*/ 41 h 101"/>
                <a:gd name="T44" fmla="*/ 35 w 138"/>
                <a:gd name="T45" fmla="*/ 42 h 101"/>
                <a:gd name="T46" fmla="*/ 41 w 138"/>
                <a:gd name="T47" fmla="*/ 42 h 101"/>
                <a:gd name="T48" fmla="*/ 43 w 138"/>
                <a:gd name="T49" fmla="*/ 36 h 101"/>
                <a:gd name="T50" fmla="*/ 43 w 138"/>
                <a:gd name="T51" fmla="*/ 35 h 101"/>
                <a:gd name="T52" fmla="*/ 43 w 138"/>
                <a:gd name="T53" fmla="*/ 35 h 101"/>
                <a:gd name="T54" fmla="*/ 66 w 138"/>
                <a:gd name="T55" fmla="*/ 12 h 101"/>
                <a:gd name="T56" fmla="*/ 88 w 138"/>
                <a:gd name="T57" fmla="*/ 35 h 101"/>
                <a:gd name="T58" fmla="*/ 84 w 138"/>
                <a:gd name="T59" fmla="*/ 46 h 101"/>
                <a:gd name="T60" fmla="*/ 86 w 138"/>
                <a:gd name="T61" fmla="*/ 54 h 101"/>
                <a:gd name="T62" fmla="*/ 93 w 138"/>
                <a:gd name="T63" fmla="*/ 54 h 101"/>
                <a:gd name="T64" fmla="*/ 106 w 138"/>
                <a:gd name="T65" fmla="*/ 49 h 101"/>
                <a:gd name="T66" fmla="*/ 126 w 138"/>
                <a:gd name="T67" fmla="*/ 69 h 101"/>
                <a:gd name="T68" fmla="*/ 106 w 138"/>
                <a:gd name="T69" fmla="*/ 89 h 101"/>
                <a:gd name="T70" fmla="*/ 93 w 138"/>
                <a:gd name="T71" fmla="*/ 89 h 101"/>
                <a:gd name="T72" fmla="*/ 87 w 138"/>
                <a:gd name="T73" fmla="*/ 95 h 101"/>
                <a:gd name="T74" fmla="*/ 93 w 138"/>
                <a:gd name="T75" fmla="*/ 101 h 101"/>
                <a:gd name="T76" fmla="*/ 106 w 138"/>
                <a:gd name="T77" fmla="*/ 101 h 101"/>
                <a:gd name="T78" fmla="*/ 138 w 138"/>
                <a:gd name="T79" fmla="*/ 69 h 101"/>
                <a:gd name="T80" fmla="*/ 106 w 138"/>
                <a:gd name="T81" fmla="*/ 3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8" h="101">
                  <a:moveTo>
                    <a:pt x="106" y="37"/>
                  </a:moveTo>
                  <a:cubicBezTo>
                    <a:pt x="104" y="37"/>
                    <a:pt x="102" y="37"/>
                    <a:pt x="100" y="38"/>
                  </a:cubicBezTo>
                  <a:cubicBezTo>
                    <a:pt x="100" y="37"/>
                    <a:pt x="100" y="36"/>
                    <a:pt x="100" y="35"/>
                  </a:cubicBezTo>
                  <a:cubicBezTo>
                    <a:pt x="100" y="16"/>
                    <a:pt x="84" y="0"/>
                    <a:pt x="66" y="0"/>
                  </a:cubicBezTo>
                  <a:cubicBezTo>
                    <a:pt x="49" y="0"/>
                    <a:pt x="35" y="13"/>
                    <a:pt x="32" y="29"/>
                  </a:cubicBezTo>
                  <a:cubicBezTo>
                    <a:pt x="28" y="28"/>
                    <a:pt x="25" y="29"/>
                    <a:pt x="22" y="30"/>
                  </a:cubicBezTo>
                  <a:cubicBezTo>
                    <a:pt x="22" y="30"/>
                    <a:pt x="22" y="30"/>
                    <a:pt x="22" y="30"/>
                  </a:cubicBezTo>
                  <a:cubicBezTo>
                    <a:pt x="13" y="33"/>
                    <a:pt x="8" y="42"/>
                    <a:pt x="8" y="51"/>
                  </a:cubicBezTo>
                  <a:cubicBezTo>
                    <a:pt x="8" y="54"/>
                    <a:pt x="8" y="57"/>
                    <a:pt x="10" y="60"/>
                  </a:cubicBezTo>
                  <a:cubicBezTo>
                    <a:pt x="4" y="64"/>
                    <a:pt x="0" y="71"/>
                    <a:pt x="0" y="79"/>
                  </a:cubicBezTo>
                  <a:cubicBezTo>
                    <a:pt x="0" y="91"/>
                    <a:pt x="10" y="101"/>
                    <a:pt x="22" y="101"/>
                  </a:cubicBezTo>
                  <a:cubicBezTo>
                    <a:pt x="45" y="101"/>
                    <a:pt x="45" y="101"/>
                    <a:pt x="45" y="101"/>
                  </a:cubicBezTo>
                  <a:cubicBezTo>
                    <a:pt x="48" y="101"/>
                    <a:pt x="51" y="98"/>
                    <a:pt x="51" y="95"/>
                  </a:cubicBezTo>
                  <a:cubicBezTo>
                    <a:pt x="51" y="92"/>
                    <a:pt x="48" y="89"/>
                    <a:pt x="45" y="89"/>
                  </a:cubicBezTo>
                  <a:cubicBezTo>
                    <a:pt x="22" y="89"/>
                    <a:pt x="22" y="89"/>
                    <a:pt x="22" y="89"/>
                  </a:cubicBezTo>
                  <a:cubicBezTo>
                    <a:pt x="16" y="89"/>
                    <a:pt x="12" y="84"/>
                    <a:pt x="12" y="79"/>
                  </a:cubicBezTo>
                  <a:cubicBezTo>
                    <a:pt x="12" y="74"/>
                    <a:pt x="16" y="70"/>
                    <a:pt x="20" y="69"/>
                  </a:cubicBezTo>
                  <a:cubicBezTo>
                    <a:pt x="23" y="69"/>
                    <a:pt x="25" y="67"/>
                    <a:pt x="25" y="65"/>
                  </a:cubicBezTo>
                  <a:cubicBezTo>
                    <a:pt x="26" y="62"/>
                    <a:pt x="25" y="60"/>
                    <a:pt x="23" y="58"/>
                  </a:cubicBezTo>
                  <a:cubicBezTo>
                    <a:pt x="21" y="57"/>
                    <a:pt x="20" y="54"/>
                    <a:pt x="20" y="51"/>
                  </a:cubicBezTo>
                  <a:cubicBezTo>
                    <a:pt x="20" y="47"/>
                    <a:pt x="22" y="43"/>
                    <a:pt x="26" y="41"/>
                  </a:cubicBezTo>
                  <a:cubicBezTo>
                    <a:pt x="26" y="41"/>
                    <a:pt x="26" y="41"/>
                    <a:pt x="26" y="41"/>
                  </a:cubicBezTo>
                  <a:cubicBezTo>
                    <a:pt x="29" y="40"/>
                    <a:pt x="32" y="40"/>
                    <a:pt x="35" y="42"/>
                  </a:cubicBezTo>
                  <a:cubicBezTo>
                    <a:pt x="36" y="43"/>
                    <a:pt x="39" y="43"/>
                    <a:pt x="41" y="42"/>
                  </a:cubicBezTo>
                  <a:cubicBezTo>
                    <a:pt x="43" y="41"/>
                    <a:pt x="44" y="39"/>
                    <a:pt x="43" y="36"/>
                  </a:cubicBezTo>
                  <a:cubicBezTo>
                    <a:pt x="43" y="36"/>
                    <a:pt x="43" y="36"/>
                    <a:pt x="43" y="35"/>
                  </a:cubicBezTo>
                  <a:cubicBezTo>
                    <a:pt x="43" y="35"/>
                    <a:pt x="43" y="35"/>
                    <a:pt x="43" y="35"/>
                  </a:cubicBezTo>
                  <a:cubicBezTo>
                    <a:pt x="43" y="22"/>
                    <a:pt x="53" y="12"/>
                    <a:pt x="66" y="12"/>
                  </a:cubicBezTo>
                  <a:cubicBezTo>
                    <a:pt x="78" y="12"/>
                    <a:pt x="88" y="22"/>
                    <a:pt x="88" y="35"/>
                  </a:cubicBezTo>
                  <a:cubicBezTo>
                    <a:pt x="88" y="39"/>
                    <a:pt x="87" y="43"/>
                    <a:pt x="84" y="46"/>
                  </a:cubicBezTo>
                  <a:cubicBezTo>
                    <a:pt x="83" y="49"/>
                    <a:pt x="83" y="52"/>
                    <a:pt x="86" y="54"/>
                  </a:cubicBezTo>
                  <a:cubicBezTo>
                    <a:pt x="88" y="56"/>
                    <a:pt x="91" y="56"/>
                    <a:pt x="93" y="54"/>
                  </a:cubicBezTo>
                  <a:cubicBezTo>
                    <a:pt x="96" y="52"/>
                    <a:pt x="100" y="49"/>
                    <a:pt x="106" y="49"/>
                  </a:cubicBezTo>
                  <a:cubicBezTo>
                    <a:pt x="117" y="49"/>
                    <a:pt x="126" y="58"/>
                    <a:pt x="126" y="69"/>
                  </a:cubicBezTo>
                  <a:cubicBezTo>
                    <a:pt x="126" y="80"/>
                    <a:pt x="117" y="89"/>
                    <a:pt x="106" y="89"/>
                  </a:cubicBezTo>
                  <a:cubicBezTo>
                    <a:pt x="93" y="89"/>
                    <a:pt x="93" y="89"/>
                    <a:pt x="93" y="89"/>
                  </a:cubicBezTo>
                  <a:cubicBezTo>
                    <a:pt x="90" y="89"/>
                    <a:pt x="87" y="92"/>
                    <a:pt x="87" y="95"/>
                  </a:cubicBezTo>
                  <a:cubicBezTo>
                    <a:pt x="87" y="98"/>
                    <a:pt x="90" y="101"/>
                    <a:pt x="93" y="101"/>
                  </a:cubicBezTo>
                  <a:cubicBezTo>
                    <a:pt x="106" y="101"/>
                    <a:pt x="106" y="101"/>
                    <a:pt x="106" y="101"/>
                  </a:cubicBezTo>
                  <a:cubicBezTo>
                    <a:pt x="124" y="101"/>
                    <a:pt x="138" y="87"/>
                    <a:pt x="138" y="69"/>
                  </a:cubicBezTo>
                  <a:cubicBezTo>
                    <a:pt x="138" y="51"/>
                    <a:pt x="124" y="37"/>
                    <a:pt x="106" y="3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800">
                <a:solidFill>
                  <a:schemeClr val="bg1">
                    <a:lumMod val="50000"/>
                  </a:schemeClr>
                </a:solidFill>
                <a:latin typeface="+mn-lt"/>
                <a:ea typeface="+mn-ea"/>
                <a:cs typeface="+mn-ea"/>
                <a:sym typeface="+mn-lt"/>
              </a:endParaRPr>
            </a:p>
          </p:txBody>
        </p:sp>
        <p:sp>
          <p:nvSpPr>
            <p:cNvPr id="22" name="Freeform 22"/>
            <p:cNvSpPr/>
            <p:nvPr/>
          </p:nvSpPr>
          <p:spPr bwMode="auto">
            <a:xfrm>
              <a:off x="84" y="115"/>
              <a:ext cx="108" cy="166"/>
            </a:xfrm>
            <a:custGeom>
              <a:avLst/>
              <a:gdLst>
                <a:gd name="T0" fmla="*/ 43 w 54"/>
                <a:gd name="T1" fmla="*/ 53 h 83"/>
                <a:gd name="T2" fmla="*/ 33 w 54"/>
                <a:gd name="T3" fmla="*/ 63 h 83"/>
                <a:gd name="T4" fmla="*/ 33 w 54"/>
                <a:gd name="T5" fmla="*/ 6 h 83"/>
                <a:gd name="T6" fmla="*/ 27 w 54"/>
                <a:gd name="T7" fmla="*/ 0 h 83"/>
                <a:gd name="T8" fmla="*/ 21 w 54"/>
                <a:gd name="T9" fmla="*/ 6 h 83"/>
                <a:gd name="T10" fmla="*/ 21 w 54"/>
                <a:gd name="T11" fmla="*/ 63 h 83"/>
                <a:gd name="T12" fmla="*/ 11 w 54"/>
                <a:gd name="T13" fmla="*/ 53 h 83"/>
                <a:gd name="T14" fmla="*/ 2 w 54"/>
                <a:gd name="T15" fmla="*/ 53 h 83"/>
                <a:gd name="T16" fmla="*/ 2 w 54"/>
                <a:gd name="T17" fmla="*/ 61 h 83"/>
                <a:gd name="T18" fmla="*/ 23 w 54"/>
                <a:gd name="T19" fmla="*/ 82 h 83"/>
                <a:gd name="T20" fmla="*/ 27 w 54"/>
                <a:gd name="T21" fmla="*/ 83 h 83"/>
                <a:gd name="T22" fmla="*/ 31 w 54"/>
                <a:gd name="T23" fmla="*/ 82 h 83"/>
                <a:gd name="T24" fmla="*/ 52 w 54"/>
                <a:gd name="T25" fmla="*/ 61 h 83"/>
                <a:gd name="T26" fmla="*/ 52 w 54"/>
                <a:gd name="T27" fmla="*/ 53 h 83"/>
                <a:gd name="T28" fmla="*/ 43 w 54"/>
                <a:gd name="T29" fmla="*/ 5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 h="83">
                  <a:moveTo>
                    <a:pt x="43" y="53"/>
                  </a:moveTo>
                  <a:cubicBezTo>
                    <a:pt x="33" y="63"/>
                    <a:pt x="33" y="63"/>
                    <a:pt x="33" y="63"/>
                  </a:cubicBezTo>
                  <a:cubicBezTo>
                    <a:pt x="33" y="6"/>
                    <a:pt x="33" y="6"/>
                    <a:pt x="33" y="6"/>
                  </a:cubicBezTo>
                  <a:cubicBezTo>
                    <a:pt x="33" y="2"/>
                    <a:pt x="30" y="0"/>
                    <a:pt x="27" y="0"/>
                  </a:cubicBezTo>
                  <a:cubicBezTo>
                    <a:pt x="24" y="0"/>
                    <a:pt x="21" y="2"/>
                    <a:pt x="21" y="6"/>
                  </a:cubicBezTo>
                  <a:cubicBezTo>
                    <a:pt x="21" y="63"/>
                    <a:pt x="21" y="63"/>
                    <a:pt x="21" y="63"/>
                  </a:cubicBezTo>
                  <a:cubicBezTo>
                    <a:pt x="11" y="53"/>
                    <a:pt x="11" y="53"/>
                    <a:pt x="11" y="53"/>
                  </a:cubicBezTo>
                  <a:cubicBezTo>
                    <a:pt x="8" y="50"/>
                    <a:pt x="5" y="50"/>
                    <a:pt x="2" y="53"/>
                  </a:cubicBezTo>
                  <a:cubicBezTo>
                    <a:pt x="0" y="55"/>
                    <a:pt x="0" y="59"/>
                    <a:pt x="2" y="61"/>
                  </a:cubicBezTo>
                  <a:cubicBezTo>
                    <a:pt x="23" y="82"/>
                    <a:pt x="23" y="82"/>
                    <a:pt x="23" y="82"/>
                  </a:cubicBezTo>
                  <a:cubicBezTo>
                    <a:pt x="24" y="83"/>
                    <a:pt x="25" y="83"/>
                    <a:pt x="27" y="83"/>
                  </a:cubicBezTo>
                  <a:cubicBezTo>
                    <a:pt x="28" y="83"/>
                    <a:pt x="30" y="83"/>
                    <a:pt x="31" y="82"/>
                  </a:cubicBezTo>
                  <a:cubicBezTo>
                    <a:pt x="52" y="61"/>
                    <a:pt x="52" y="61"/>
                    <a:pt x="52" y="61"/>
                  </a:cubicBezTo>
                  <a:cubicBezTo>
                    <a:pt x="54" y="59"/>
                    <a:pt x="54" y="55"/>
                    <a:pt x="52" y="53"/>
                  </a:cubicBezTo>
                  <a:cubicBezTo>
                    <a:pt x="49" y="50"/>
                    <a:pt x="45" y="50"/>
                    <a:pt x="43" y="5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800">
                <a:solidFill>
                  <a:schemeClr val="bg1">
                    <a:lumMod val="50000"/>
                  </a:schemeClr>
                </a:solidFill>
                <a:latin typeface="+mn-lt"/>
                <a:ea typeface="+mn-ea"/>
                <a:cs typeface="+mn-ea"/>
                <a:sym typeface="+mn-lt"/>
              </a:endParaRPr>
            </a:p>
          </p:txBody>
        </p:sp>
      </p:grpSp>
      <p:sp>
        <p:nvSpPr>
          <p:cNvPr id="23" name="Freeform 23"/>
          <p:cNvSpPr>
            <a:spLocks noEditPoints="1"/>
          </p:cNvSpPr>
          <p:nvPr/>
        </p:nvSpPr>
        <p:spPr bwMode="auto">
          <a:xfrm>
            <a:off x="5955885" y="5683511"/>
            <a:ext cx="406881" cy="431983"/>
          </a:xfrm>
          <a:custGeom>
            <a:avLst/>
            <a:gdLst>
              <a:gd name="T0" fmla="*/ 111 w 132"/>
              <a:gd name="T1" fmla="*/ 56 h 140"/>
              <a:gd name="T2" fmla="*/ 103 w 132"/>
              <a:gd name="T3" fmla="*/ 56 h 140"/>
              <a:gd name="T4" fmla="*/ 103 w 132"/>
              <a:gd name="T5" fmla="*/ 37 h 140"/>
              <a:gd name="T6" fmla="*/ 66 w 132"/>
              <a:gd name="T7" fmla="*/ 0 h 140"/>
              <a:gd name="T8" fmla="*/ 29 w 132"/>
              <a:gd name="T9" fmla="*/ 37 h 140"/>
              <a:gd name="T10" fmla="*/ 29 w 132"/>
              <a:gd name="T11" fmla="*/ 55 h 140"/>
              <a:gd name="T12" fmla="*/ 21 w 132"/>
              <a:gd name="T13" fmla="*/ 55 h 140"/>
              <a:gd name="T14" fmla="*/ 0 w 132"/>
              <a:gd name="T15" fmla="*/ 76 h 140"/>
              <a:gd name="T16" fmla="*/ 21 w 132"/>
              <a:gd name="T17" fmla="*/ 97 h 140"/>
              <a:gd name="T18" fmla="*/ 41 w 132"/>
              <a:gd name="T19" fmla="*/ 97 h 140"/>
              <a:gd name="T20" fmla="*/ 41 w 132"/>
              <a:gd name="T21" fmla="*/ 57 h 140"/>
              <a:gd name="T22" fmla="*/ 41 w 132"/>
              <a:gd name="T23" fmla="*/ 55 h 140"/>
              <a:gd name="T24" fmla="*/ 41 w 132"/>
              <a:gd name="T25" fmla="*/ 37 h 140"/>
              <a:gd name="T26" fmla="*/ 66 w 132"/>
              <a:gd name="T27" fmla="*/ 12 h 140"/>
              <a:gd name="T28" fmla="*/ 91 w 132"/>
              <a:gd name="T29" fmla="*/ 37 h 140"/>
              <a:gd name="T30" fmla="*/ 91 w 132"/>
              <a:gd name="T31" fmla="*/ 56 h 140"/>
              <a:gd name="T32" fmla="*/ 91 w 132"/>
              <a:gd name="T33" fmla="*/ 59 h 140"/>
              <a:gd name="T34" fmla="*/ 91 w 132"/>
              <a:gd name="T35" fmla="*/ 92 h 140"/>
              <a:gd name="T36" fmla="*/ 91 w 132"/>
              <a:gd name="T37" fmla="*/ 98 h 140"/>
              <a:gd name="T38" fmla="*/ 91 w 132"/>
              <a:gd name="T39" fmla="*/ 109 h 140"/>
              <a:gd name="T40" fmla="*/ 81 w 132"/>
              <a:gd name="T41" fmla="*/ 119 h 140"/>
              <a:gd name="T42" fmla="*/ 79 w 132"/>
              <a:gd name="T43" fmla="*/ 119 h 140"/>
              <a:gd name="T44" fmla="*/ 66 w 132"/>
              <a:gd name="T45" fmla="*/ 110 h 140"/>
              <a:gd name="T46" fmla="*/ 51 w 132"/>
              <a:gd name="T47" fmla="*/ 125 h 140"/>
              <a:gd name="T48" fmla="*/ 66 w 132"/>
              <a:gd name="T49" fmla="*/ 140 h 140"/>
              <a:gd name="T50" fmla="*/ 79 w 132"/>
              <a:gd name="T51" fmla="*/ 131 h 140"/>
              <a:gd name="T52" fmla="*/ 81 w 132"/>
              <a:gd name="T53" fmla="*/ 131 h 140"/>
              <a:gd name="T54" fmla="*/ 103 w 132"/>
              <a:gd name="T55" fmla="*/ 109 h 140"/>
              <a:gd name="T56" fmla="*/ 103 w 132"/>
              <a:gd name="T57" fmla="*/ 98 h 140"/>
              <a:gd name="T58" fmla="*/ 111 w 132"/>
              <a:gd name="T59" fmla="*/ 98 h 140"/>
              <a:gd name="T60" fmla="*/ 132 w 132"/>
              <a:gd name="T61" fmla="*/ 77 h 140"/>
              <a:gd name="T62" fmla="*/ 111 w 132"/>
              <a:gd name="T63" fmla="*/ 56 h 140"/>
              <a:gd name="T64" fmla="*/ 29 w 132"/>
              <a:gd name="T65" fmla="*/ 85 h 140"/>
              <a:gd name="T66" fmla="*/ 21 w 132"/>
              <a:gd name="T67" fmla="*/ 85 h 140"/>
              <a:gd name="T68" fmla="*/ 12 w 132"/>
              <a:gd name="T69" fmla="*/ 76 h 140"/>
              <a:gd name="T70" fmla="*/ 21 w 132"/>
              <a:gd name="T71" fmla="*/ 67 h 140"/>
              <a:gd name="T72" fmla="*/ 29 w 132"/>
              <a:gd name="T73" fmla="*/ 67 h 140"/>
              <a:gd name="T74" fmla="*/ 29 w 132"/>
              <a:gd name="T75" fmla="*/ 85 h 140"/>
              <a:gd name="T76" fmla="*/ 111 w 132"/>
              <a:gd name="T77" fmla="*/ 86 h 140"/>
              <a:gd name="T78" fmla="*/ 103 w 132"/>
              <a:gd name="T79" fmla="*/ 86 h 140"/>
              <a:gd name="T80" fmla="*/ 103 w 132"/>
              <a:gd name="T81" fmla="*/ 68 h 140"/>
              <a:gd name="T82" fmla="*/ 111 w 132"/>
              <a:gd name="T83" fmla="*/ 68 h 140"/>
              <a:gd name="T84" fmla="*/ 120 w 132"/>
              <a:gd name="T85" fmla="*/ 77 h 140"/>
              <a:gd name="T86" fmla="*/ 111 w 132"/>
              <a:gd name="T87" fmla="*/ 86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2" h="140">
                <a:moveTo>
                  <a:pt x="111" y="56"/>
                </a:moveTo>
                <a:cubicBezTo>
                  <a:pt x="103" y="56"/>
                  <a:pt x="103" y="56"/>
                  <a:pt x="103" y="56"/>
                </a:cubicBezTo>
                <a:cubicBezTo>
                  <a:pt x="103" y="37"/>
                  <a:pt x="103" y="37"/>
                  <a:pt x="103" y="37"/>
                </a:cubicBezTo>
                <a:cubicBezTo>
                  <a:pt x="103" y="16"/>
                  <a:pt x="86" y="0"/>
                  <a:pt x="66" y="0"/>
                </a:cubicBezTo>
                <a:cubicBezTo>
                  <a:pt x="46" y="0"/>
                  <a:pt x="29" y="16"/>
                  <a:pt x="29" y="37"/>
                </a:cubicBezTo>
                <a:cubicBezTo>
                  <a:pt x="29" y="55"/>
                  <a:pt x="29" y="55"/>
                  <a:pt x="29" y="55"/>
                </a:cubicBezTo>
                <a:cubicBezTo>
                  <a:pt x="21" y="55"/>
                  <a:pt x="21" y="55"/>
                  <a:pt x="21" y="55"/>
                </a:cubicBezTo>
                <a:cubicBezTo>
                  <a:pt x="9" y="55"/>
                  <a:pt x="0" y="65"/>
                  <a:pt x="0" y="76"/>
                </a:cubicBezTo>
                <a:cubicBezTo>
                  <a:pt x="0" y="88"/>
                  <a:pt x="9" y="97"/>
                  <a:pt x="21" y="97"/>
                </a:cubicBezTo>
                <a:cubicBezTo>
                  <a:pt x="41" y="97"/>
                  <a:pt x="41" y="97"/>
                  <a:pt x="41" y="97"/>
                </a:cubicBezTo>
                <a:cubicBezTo>
                  <a:pt x="41" y="57"/>
                  <a:pt x="41" y="57"/>
                  <a:pt x="41" y="57"/>
                </a:cubicBezTo>
                <a:cubicBezTo>
                  <a:pt x="41" y="55"/>
                  <a:pt x="41" y="55"/>
                  <a:pt x="41" y="55"/>
                </a:cubicBezTo>
                <a:cubicBezTo>
                  <a:pt x="41" y="37"/>
                  <a:pt x="41" y="37"/>
                  <a:pt x="41" y="37"/>
                </a:cubicBezTo>
                <a:cubicBezTo>
                  <a:pt x="41" y="23"/>
                  <a:pt x="52" y="12"/>
                  <a:pt x="66" y="12"/>
                </a:cubicBezTo>
                <a:cubicBezTo>
                  <a:pt x="80" y="12"/>
                  <a:pt x="91" y="23"/>
                  <a:pt x="91" y="37"/>
                </a:cubicBezTo>
                <a:cubicBezTo>
                  <a:pt x="91" y="56"/>
                  <a:pt x="91" y="56"/>
                  <a:pt x="91" y="56"/>
                </a:cubicBezTo>
                <a:cubicBezTo>
                  <a:pt x="91" y="59"/>
                  <a:pt x="91" y="59"/>
                  <a:pt x="91" y="59"/>
                </a:cubicBezTo>
                <a:cubicBezTo>
                  <a:pt x="91" y="92"/>
                  <a:pt x="91" y="92"/>
                  <a:pt x="91" y="92"/>
                </a:cubicBezTo>
                <a:cubicBezTo>
                  <a:pt x="91" y="98"/>
                  <a:pt x="91" y="98"/>
                  <a:pt x="91" y="98"/>
                </a:cubicBezTo>
                <a:cubicBezTo>
                  <a:pt x="91" y="109"/>
                  <a:pt x="91" y="109"/>
                  <a:pt x="91" y="109"/>
                </a:cubicBezTo>
                <a:cubicBezTo>
                  <a:pt x="91" y="114"/>
                  <a:pt x="86" y="119"/>
                  <a:pt x="81" y="119"/>
                </a:cubicBezTo>
                <a:cubicBezTo>
                  <a:pt x="79" y="119"/>
                  <a:pt x="79" y="119"/>
                  <a:pt x="79" y="119"/>
                </a:cubicBezTo>
                <a:cubicBezTo>
                  <a:pt x="77" y="114"/>
                  <a:pt x="72" y="110"/>
                  <a:pt x="66" y="110"/>
                </a:cubicBezTo>
                <a:cubicBezTo>
                  <a:pt x="58" y="110"/>
                  <a:pt x="51" y="117"/>
                  <a:pt x="51" y="125"/>
                </a:cubicBezTo>
                <a:cubicBezTo>
                  <a:pt x="51" y="133"/>
                  <a:pt x="58" y="140"/>
                  <a:pt x="66" y="140"/>
                </a:cubicBezTo>
                <a:cubicBezTo>
                  <a:pt x="72" y="140"/>
                  <a:pt x="77" y="136"/>
                  <a:pt x="79" y="131"/>
                </a:cubicBezTo>
                <a:cubicBezTo>
                  <a:pt x="81" y="131"/>
                  <a:pt x="81" y="131"/>
                  <a:pt x="81" y="131"/>
                </a:cubicBezTo>
                <a:cubicBezTo>
                  <a:pt x="93" y="131"/>
                  <a:pt x="103" y="121"/>
                  <a:pt x="103" y="109"/>
                </a:cubicBezTo>
                <a:cubicBezTo>
                  <a:pt x="103" y="98"/>
                  <a:pt x="103" y="98"/>
                  <a:pt x="103" y="98"/>
                </a:cubicBezTo>
                <a:cubicBezTo>
                  <a:pt x="111" y="98"/>
                  <a:pt x="111" y="98"/>
                  <a:pt x="111" y="98"/>
                </a:cubicBezTo>
                <a:cubicBezTo>
                  <a:pt x="123" y="98"/>
                  <a:pt x="132" y="89"/>
                  <a:pt x="132" y="77"/>
                </a:cubicBezTo>
                <a:cubicBezTo>
                  <a:pt x="132" y="66"/>
                  <a:pt x="123" y="56"/>
                  <a:pt x="111" y="56"/>
                </a:cubicBezTo>
                <a:close/>
                <a:moveTo>
                  <a:pt x="29" y="85"/>
                </a:moveTo>
                <a:cubicBezTo>
                  <a:pt x="21" y="85"/>
                  <a:pt x="21" y="85"/>
                  <a:pt x="21" y="85"/>
                </a:cubicBezTo>
                <a:cubicBezTo>
                  <a:pt x="16" y="85"/>
                  <a:pt x="12" y="81"/>
                  <a:pt x="12" y="76"/>
                </a:cubicBezTo>
                <a:cubicBezTo>
                  <a:pt x="12" y="71"/>
                  <a:pt x="16" y="67"/>
                  <a:pt x="21" y="67"/>
                </a:cubicBezTo>
                <a:cubicBezTo>
                  <a:pt x="29" y="67"/>
                  <a:pt x="29" y="67"/>
                  <a:pt x="29" y="67"/>
                </a:cubicBezTo>
                <a:lnTo>
                  <a:pt x="29" y="85"/>
                </a:lnTo>
                <a:close/>
                <a:moveTo>
                  <a:pt x="111" y="86"/>
                </a:moveTo>
                <a:cubicBezTo>
                  <a:pt x="103" y="86"/>
                  <a:pt x="103" y="86"/>
                  <a:pt x="103" y="86"/>
                </a:cubicBezTo>
                <a:cubicBezTo>
                  <a:pt x="103" y="68"/>
                  <a:pt x="103" y="68"/>
                  <a:pt x="103" y="68"/>
                </a:cubicBezTo>
                <a:cubicBezTo>
                  <a:pt x="111" y="68"/>
                  <a:pt x="111" y="68"/>
                  <a:pt x="111" y="68"/>
                </a:cubicBezTo>
                <a:cubicBezTo>
                  <a:pt x="116" y="68"/>
                  <a:pt x="120" y="72"/>
                  <a:pt x="120" y="77"/>
                </a:cubicBezTo>
                <a:cubicBezTo>
                  <a:pt x="120" y="82"/>
                  <a:pt x="116" y="86"/>
                  <a:pt x="111" y="86"/>
                </a:cubicBezTo>
                <a:close/>
              </a:path>
            </a:pathLst>
          </a:custGeom>
          <a:solidFill>
            <a:schemeClr val="bg1"/>
          </a:solidFill>
          <a:ln>
            <a:noFill/>
          </a:ln>
        </p:spPr>
        <p:txBody>
          <a:bodyPr lIns="91455" tIns="45728" rIns="91455" bIns="45728"/>
          <a:lstStyle/>
          <a:p>
            <a:endParaRPr lang="zh-CN" altLang="en-US" sz="1800">
              <a:solidFill>
                <a:schemeClr val="bg1">
                  <a:lumMod val="50000"/>
                </a:schemeClr>
              </a:solidFill>
              <a:latin typeface="+mn-lt"/>
              <a:ea typeface="+mn-ea"/>
              <a:cs typeface="+mn-ea"/>
              <a:sym typeface="+mn-lt"/>
            </a:endParaRPr>
          </a:p>
        </p:txBody>
      </p:sp>
      <p:grpSp>
        <p:nvGrpSpPr>
          <p:cNvPr id="24" name="Group 24"/>
          <p:cNvGrpSpPr/>
          <p:nvPr/>
        </p:nvGrpSpPr>
        <p:grpSpPr bwMode="auto">
          <a:xfrm>
            <a:off x="7240881" y="4410407"/>
            <a:ext cx="402727" cy="344756"/>
            <a:chOff x="0" y="0"/>
            <a:chExt cx="280" cy="240"/>
          </a:xfrm>
        </p:grpSpPr>
        <p:sp>
          <p:nvSpPr>
            <p:cNvPr id="25" name="Freeform 25"/>
            <p:cNvSpPr>
              <a:spLocks noEditPoints="1"/>
            </p:cNvSpPr>
            <p:nvPr/>
          </p:nvSpPr>
          <p:spPr bwMode="auto">
            <a:xfrm>
              <a:off x="0" y="0"/>
              <a:ext cx="280" cy="240"/>
            </a:xfrm>
            <a:custGeom>
              <a:avLst/>
              <a:gdLst>
                <a:gd name="T0" fmla="*/ 122 w 140"/>
                <a:gd name="T1" fmla="*/ 20 h 120"/>
                <a:gd name="T2" fmla="*/ 100 w 140"/>
                <a:gd name="T3" fmla="*/ 20 h 120"/>
                <a:gd name="T4" fmla="*/ 100 w 140"/>
                <a:gd name="T5" fmla="*/ 18 h 120"/>
                <a:gd name="T6" fmla="*/ 100 w 140"/>
                <a:gd name="T7" fmla="*/ 15 h 120"/>
                <a:gd name="T8" fmla="*/ 85 w 140"/>
                <a:gd name="T9" fmla="*/ 0 h 120"/>
                <a:gd name="T10" fmla="*/ 70 w 140"/>
                <a:gd name="T11" fmla="*/ 0 h 120"/>
                <a:gd name="T12" fmla="*/ 56 w 140"/>
                <a:gd name="T13" fmla="*/ 15 h 120"/>
                <a:gd name="T14" fmla="*/ 56 w 140"/>
                <a:gd name="T15" fmla="*/ 20 h 120"/>
                <a:gd name="T16" fmla="*/ 18 w 140"/>
                <a:gd name="T17" fmla="*/ 20 h 120"/>
                <a:gd name="T18" fmla="*/ 0 w 140"/>
                <a:gd name="T19" fmla="*/ 38 h 120"/>
                <a:gd name="T20" fmla="*/ 0 w 140"/>
                <a:gd name="T21" fmla="*/ 101 h 120"/>
                <a:gd name="T22" fmla="*/ 18 w 140"/>
                <a:gd name="T23" fmla="*/ 120 h 120"/>
                <a:gd name="T24" fmla="*/ 122 w 140"/>
                <a:gd name="T25" fmla="*/ 120 h 120"/>
                <a:gd name="T26" fmla="*/ 140 w 140"/>
                <a:gd name="T27" fmla="*/ 101 h 120"/>
                <a:gd name="T28" fmla="*/ 140 w 140"/>
                <a:gd name="T29" fmla="*/ 38 h 120"/>
                <a:gd name="T30" fmla="*/ 122 w 140"/>
                <a:gd name="T31" fmla="*/ 20 h 120"/>
                <a:gd name="T32" fmla="*/ 12 w 140"/>
                <a:gd name="T33" fmla="*/ 101 h 120"/>
                <a:gd name="T34" fmla="*/ 12 w 140"/>
                <a:gd name="T35" fmla="*/ 38 h 120"/>
                <a:gd name="T36" fmla="*/ 18 w 140"/>
                <a:gd name="T37" fmla="*/ 32 h 120"/>
                <a:gd name="T38" fmla="*/ 33 w 140"/>
                <a:gd name="T39" fmla="*/ 32 h 120"/>
                <a:gd name="T40" fmla="*/ 33 w 140"/>
                <a:gd name="T41" fmla="*/ 108 h 120"/>
                <a:gd name="T42" fmla="*/ 18 w 140"/>
                <a:gd name="T43" fmla="*/ 108 h 120"/>
                <a:gd name="T44" fmla="*/ 12 w 140"/>
                <a:gd name="T45" fmla="*/ 101 h 120"/>
                <a:gd name="T46" fmla="*/ 128 w 140"/>
                <a:gd name="T47" fmla="*/ 101 h 120"/>
                <a:gd name="T48" fmla="*/ 122 w 140"/>
                <a:gd name="T49" fmla="*/ 108 h 120"/>
                <a:gd name="T50" fmla="*/ 45 w 140"/>
                <a:gd name="T51" fmla="*/ 108 h 120"/>
                <a:gd name="T52" fmla="*/ 45 w 140"/>
                <a:gd name="T53" fmla="*/ 32 h 120"/>
                <a:gd name="T54" fmla="*/ 56 w 140"/>
                <a:gd name="T55" fmla="*/ 32 h 120"/>
                <a:gd name="T56" fmla="*/ 99 w 140"/>
                <a:gd name="T57" fmla="*/ 32 h 120"/>
                <a:gd name="T58" fmla="*/ 122 w 140"/>
                <a:gd name="T59" fmla="*/ 32 h 120"/>
                <a:gd name="T60" fmla="*/ 128 w 140"/>
                <a:gd name="T61" fmla="*/ 38 h 120"/>
                <a:gd name="T62" fmla="*/ 128 w 140"/>
                <a:gd name="T63" fmla="*/ 10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0" h="120">
                  <a:moveTo>
                    <a:pt x="122" y="20"/>
                  </a:moveTo>
                  <a:cubicBezTo>
                    <a:pt x="100" y="20"/>
                    <a:pt x="100" y="20"/>
                    <a:pt x="100" y="20"/>
                  </a:cubicBezTo>
                  <a:cubicBezTo>
                    <a:pt x="100" y="18"/>
                    <a:pt x="100" y="18"/>
                    <a:pt x="100" y="18"/>
                  </a:cubicBezTo>
                  <a:cubicBezTo>
                    <a:pt x="100" y="15"/>
                    <a:pt x="100" y="15"/>
                    <a:pt x="100" y="15"/>
                  </a:cubicBezTo>
                  <a:cubicBezTo>
                    <a:pt x="100" y="6"/>
                    <a:pt x="93" y="0"/>
                    <a:pt x="85" y="0"/>
                  </a:cubicBezTo>
                  <a:cubicBezTo>
                    <a:pt x="70" y="0"/>
                    <a:pt x="70" y="0"/>
                    <a:pt x="70" y="0"/>
                  </a:cubicBezTo>
                  <a:cubicBezTo>
                    <a:pt x="62" y="0"/>
                    <a:pt x="56" y="6"/>
                    <a:pt x="56" y="15"/>
                  </a:cubicBezTo>
                  <a:cubicBezTo>
                    <a:pt x="56" y="20"/>
                    <a:pt x="56" y="20"/>
                    <a:pt x="56" y="20"/>
                  </a:cubicBezTo>
                  <a:cubicBezTo>
                    <a:pt x="18" y="20"/>
                    <a:pt x="18" y="20"/>
                    <a:pt x="18" y="20"/>
                  </a:cubicBezTo>
                  <a:cubicBezTo>
                    <a:pt x="8" y="20"/>
                    <a:pt x="0" y="28"/>
                    <a:pt x="0" y="38"/>
                  </a:cubicBezTo>
                  <a:cubicBezTo>
                    <a:pt x="0" y="101"/>
                    <a:pt x="0" y="101"/>
                    <a:pt x="0" y="101"/>
                  </a:cubicBezTo>
                  <a:cubicBezTo>
                    <a:pt x="0" y="112"/>
                    <a:pt x="8" y="120"/>
                    <a:pt x="18" y="120"/>
                  </a:cubicBezTo>
                  <a:cubicBezTo>
                    <a:pt x="122" y="120"/>
                    <a:pt x="122" y="120"/>
                    <a:pt x="122" y="120"/>
                  </a:cubicBezTo>
                  <a:cubicBezTo>
                    <a:pt x="132" y="120"/>
                    <a:pt x="140" y="111"/>
                    <a:pt x="140" y="101"/>
                  </a:cubicBezTo>
                  <a:cubicBezTo>
                    <a:pt x="140" y="38"/>
                    <a:pt x="140" y="38"/>
                    <a:pt x="140" y="38"/>
                  </a:cubicBezTo>
                  <a:cubicBezTo>
                    <a:pt x="140" y="28"/>
                    <a:pt x="132" y="20"/>
                    <a:pt x="122" y="20"/>
                  </a:cubicBezTo>
                  <a:close/>
                  <a:moveTo>
                    <a:pt x="12" y="101"/>
                  </a:moveTo>
                  <a:cubicBezTo>
                    <a:pt x="12" y="38"/>
                    <a:pt x="12" y="38"/>
                    <a:pt x="12" y="38"/>
                  </a:cubicBezTo>
                  <a:cubicBezTo>
                    <a:pt x="12" y="34"/>
                    <a:pt x="15" y="32"/>
                    <a:pt x="18" y="32"/>
                  </a:cubicBezTo>
                  <a:cubicBezTo>
                    <a:pt x="33" y="32"/>
                    <a:pt x="33" y="32"/>
                    <a:pt x="33" y="32"/>
                  </a:cubicBezTo>
                  <a:cubicBezTo>
                    <a:pt x="33" y="108"/>
                    <a:pt x="33" y="108"/>
                    <a:pt x="33" y="108"/>
                  </a:cubicBezTo>
                  <a:cubicBezTo>
                    <a:pt x="18" y="108"/>
                    <a:pt x="18" y="108"/>
                    <a:pt x="18" y="108"/>
                  </a:cubicBezTo>
                  <a:cubicBezTo>
                    <a:pt x="14" y="108"/>
                    <a:pt x="12" y="105"/>
                    <a:pt x="12" y="101"/>
                  </a:cubicBezTo>
                  <a:close/>
                  <a:moveTo>
                    <a:pt x="128" y="101"/>
                  </a:moveTo>
                  <a:cubicBezTo>
                    <a:pt x="128" y="105"/>
                    <a:pt x="125" y="108"/>
                    <a:pt x="122" y="108"/>
                  </a:cubicBezTo>
                  <a:cubicBezTo>
                    <a:pt x="45" y="108"/>
                    <a:pt x="45" y="108"/>
                    <a:pt x="45" y="108"/>
                  </a:cubicBezTo>
                  <a:cubicBezTo>
                    <a:pt x="45" y="32"/>
                    <a:pt x="45" y="32"/>
                    <a:pt x="45" y="32"/>
                  </a:cubicBezTo>
                  <a:cubicBezTo>
                    <a:pt x="56" y="32"/>
                    <a:pt x="56" y="32"/>
                    <a:pt x="56" y="32"/>
                  </a:cubicBezTo>
                  <a:cubicBezTo>
                    <a:pt x="99" y="32"/>
                    <a:pt x="99" y="32"/>
                    <a:pt x="99" y="32"/>
                  </a:cubicBezTo>
                  <a:cubicBezTo>
                    <a:pt x="122" y="32"/>
                    <a:pt x="122" y="32"/>
                    <a:pt x="122" y="32"/>
                  </a:cubicBezTo>
                  <a:cubicBezTo>
                    <a:pt x="125" y="32"/>
                    <a:pt x="128" y="34"/>
                    <a:pt x="128" y="38"/>
                  </a:cubicBezTo>
                  <a:lnTo>
                    <a:pt x="128" y="10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800">
                <a:solidFill>
                  <a:schemeClr val="bg1">
                    <a:lumMod val="50000"/>
                  </a:schemeClr>
                </a:solidFill>
                <a:latin typeface="+mn-lt"/>
                <a:ea typeface="+mn-ea"/>
                <a:cs typeface="+mn-ea"/>
                <a:sym typeface="+mn-lt"/>
              </a:endParaRPr>
            </a:p>
          </p:txBody>
        </p:sp>
        <p:sp>
          <p:nvSpPr>
            <p:cNvPr id="26" name="Freeform 26"/>
            <p:cNvSpPr>
              <a:spLocks noEditPoints="1"/>
            </p:cNvSpPr>
            <p:nvPr/>
          </p:nvSpPr>
          <p:spPr bwMode="auto">
            <a:xfrm>
              <a:off x="112" y="100"/>
              <a:ext cx="88" cy="88"/>
            </a:xfrm>
            <a:custGeom>
              <a:avLst/>
              <a:gdLst>
                <a:gd name="T0" fmla="*/ 22 w 44"/>
                <a:gd name="T1" fmla="*/ 0 h 44"/>
                <a:gd name="T2" fmla="*/ 0 w 44"/>
                <a:gd name="T3" fmla="*/ 22 h 44"/>
                <a:gd name="T4" fmla="*/ 22 w 44"/>
                <a:gd name="T5" fmla="*/ 44 h 44"/>
                <a:gd name="T6" fmla="*/ 44 w 44"/>
                <a:gd name="T7" fmla="*/ 22 h 44"/>
                <a:gd name="T8" fmla="*/ 22 w 44"/>
                <a:gd name="T9" fmla="*/ 0 h 44"/>
                <a:gd name="T10" fmla="*/ 22 w 44"/>
                <a:gd name="T11" fmla="*/ 32 h 44"/>
                <a:gd name="T12" fmla="*/ 12 w 44"/>
                <a:gd name="T13" fmla="*/ 22 h 44"/>
                <a:gd name="T14" fmla="*/ 22 w 44"/>
                <a:gd name="T15" fmla="*/ 12 h 44"/>
                <a:gd name="T16" fmla="*/ 32 w 44"/>
                <a:gd name="T17" fmla="*/ 22 h 44"/>
                <a:gd name="T18" fmla="*/ 22 w 44"/>
                <a:gd name="T19" fmla="*/ 3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44">
                  <a:moveTo>
                    <a:pt x="22" y="0"/>
                  </a:moveTo>
                  <a:cubicBezTo>
                    <a:pt x="10" y="0"/>
                    <a:pt x="0" y="10"/>
                    <a:pt x="0" y="22"/>
                  </a:cubicBezTo>
                  <a:cubicBezTo>
                    <a:pt x="0" y="34"/>
                    <a:pt x="10" y="44"/>
                    <a:pt x="22" y="44"/>
                  </a:cubicBezTo>
                  <a:cubicBezTo>
                    <a:pt x="34" y="44"/>
                    <a:pt x="44" y="34"/>
                    <a:pt x="44" y="22"/>
                  </a:cubicBezTo>
                  <a:cubicBezTo>
                    <a:pt x="44" y="10"/>
                    <a:pt x="34" y="0"/>
                    <a:pt x="22" y="0"/>
                  </a:cubicBezTo>
                  <a:close/>
                  <a:moveTo>
                    <a:pt x="22" y="32"/>
                  </a:moveTo>
                  <a:cubicBezTo>
                    <a:pt x="16" y="32"/>
                    <a:pt x="12" y="27"/>
                    <a:pt x="12" y="22"/>
                  </a:cubicBezTo>
                  <a:cubicBezTo>
                    <a:pt x="12" y="16"/>
                    <a:pt x="16" y="12"/>
                    <a:pt x="22" y="12"/>
                  </a:cubicBezTo>
                  <a:cubicBezTo>
                    <a:pt x="27" y="12"/>
                    <a:pt x="32" y="16"/>
                    <a:pt x="32" y="22"/>
                  </a:cubicBezTo>
                  <a:cubicBezTo>
                    <a:pt x="32" y="27"/>
                    <a:pt x="27" y="32"/>
                    <a:pt x="22" y="3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800">
                <a:solidFill>
                  <a:schemeClr val="bg1">
                    <a:lumMod val="50000"/>
                  </a:schemeClr>
                </a:solidFill>
                <a:latin typeface="+mn-lt"/>
                <a:ea typeface="+mn-ea"/>
                <a:cs typeface="+mn-ea"/>
                <a:sym typeface="+mn-lt"/>
              </a:endParaRPr>
            </a:p>
          </p:txBody>
        </p:sp>
      </p:grpSp>
      <p:sp>
        <p:nvSpPr>
          <p:cNvPr id="27" name="Freeform 27"/>
          <p:cNvSpPr>
            <a:spLocks noEditPoints="1"/>
          </p:cNvSpPr>
          <p:nvPr/>
        </p:nvSpPr>
        <p:spPr bwMode="auto">
          <a:xfrm>
            <a:off x="6019286" y="4462330"/>
            <a:ext cx="303083" cy="282449"/>
          </a:xfrm>
          <a:custGeom>
            <a:avLst/>
            <a:gdLst>
              <a:gd name="T0" fmla="*/ 138 w 142"/>
              <a:gd name="T1" fmla="*/ 47 h 133"/>
              <a:gd name="T2" fmla="*/ 114 w 142"/>
              <a:gd name="T3" fmla="*/ 30 h 133"/>
              <a:gd name="T4" fmla="*/ 114 w 142"/>
              <a:gd name="T5" fmla="*/ 12 h 133"/>
              <a:gd name="T6" fmla="*/ 108 w 142"/>
              <a:gd name="T7" fmla="*/ 6 h 133"/>
              <a:gd name="T8" fmla="*/ 104 w 142"/>
              <a:gd name="T9" fmla="*/ 6 h 133"/>
              <a:gd name="T10" fmla="*/ 98 w 142"/>
              <a:gd name="T11" fmla="*/ 12 h 133"/>
              <a:gd name="T12" fmla="*/ 98 w 142"/>
              <a:gd name="T13" fmla="*/ 18 h 133"/>
              <a:gd name="T14" fmla="*/ 74 w 142"/>
              <a:gd name="T15" fmla="*/ 2 h 133"/>
              <a:gd name="T16" fmla="*/ 68 w 142"/>
              <a:gd name="T17" fmla="*/ 2 h 133"/>
              <a:gd name="T18" fmla="*/ 4 w 142"/>
              <a:gd name="T19" fmla="*/ 47 h 133"/>
              <a:gd name="T20" fmla="*/ 2 w 142"/>
              <a:gd name="T21" fmla="*/ 56 h 133"/>
              <a:gd name="T22" fmla="*/ 10 w 142"/>
              <a:gd name="T23" fmla="*/ 57 h 133"/>
              <a:gd name="T24" fmla="*/ 17 w 142"/>
              <a:gd name="T25" fmla="*/ 52 h 133"/>
              <a:gd name="T26" fmla="*/ 17 w 142"/>
              <a:gd name="T27" fmla="*/ 123 h 133"/>
              <a:gd name="T28" fmla="*/ 27 w 142"/>
              <a:gd name="T29" fmla="*/ 133 h 133"/>
              <a:gd name="T30" fmla="*/ 115 w 142"/>
              <a:gd name="T31" fmla="*/ 133 h 133"/>
              <a:gd name="T32" fmla="*/ 125 w 142"/>
              <a:gd name="T33" fmla="*/ 123 h 133"/>
              <a:gd name="T34" fmla="*/ 125 w 142"/>
              <a:gd name="T35" fmla="*/ 52 h 133"/>
              <a:gd name="T36" fmla="*/ 132 w 142"/>
              <a:gd name="T37" fmla="*/ 57 h 133"/>
              <a:gd name="T38" fmla="*/ 135 w 142"/>
              <a:gd name="T39" fmla="*/ 58 h 133"/>
              <a:gd name="T40" fmla="*/ 140 w 142"/>
              <a:gd name="T41" fmla="*/ 56 h 133"/>
              <a:gd name="T42" fmla="*/ 138 w 142"/>
              <a:gd name="T43" fmla="*/ 47 h 133"/>
              <a:gd name="T44" fmla="*/ 83 w 142"/>
              <a:gd name="T45" fmla="*/ 121 h 133"/>
              <a:gd name="T46" fmla="*/ 59 w 142"/>
              <a:gd name="T47" fmla="*/ 121 h 133"/>
              <a:gd name="T48" fmla="*/ 59 w 142"/>
              <a:gd name="T49" fmla="*/ 84 h 133"/>
              <a:gd name="T50" fmla="*/ 83 w 142"/>
              <a:gd name="T51" fmla="*/ 84 h 133"/>
              <a:gd name="T52" fmla="*/ 83 w 142"/>
              <a:gd name="T53" fmla="*/ 121 h 133"/>
              <a:gd name="T54" fmla="*/ 113 w 142"/>
              <a:gd name="T55" fmla="*/ 121 h 133"/>
              <a:gd name="T56" fmla="*/ 95 w 142"/>
              <a:gd name="T57" fmla="*/ 121 h 133"/>
              <a:gd name="T58" fmla="*/ 95 w 142"/>
              <a:gd name="T59" fmla="*/ 82 h 133"/>
              <a:gd name="T60" fmla="*/ 85 w 142"/>
              <a:gd name="T61" fmla="*/ 72 h 133"/>
              <a:gd name="T62" fmla="*/ 57 w 142"/>
              <a:gd name="T63" fmla="*/ 72 h 133"/>
              <a:gd name="T64" fmla="*/ 47 w 142"/>
              <a:gd name="T65" fmla="*/ 82 h 133"/>
              <a:gd name="T66" fmla="*/ 47 w 142"/>
              <a:gd name="T67" fmla="*/ 121 h 133"/>
              <a:gd name="T68" fmla="*/ 29 w 142"/>
              <a:gd name="T69" fmla="*/ 121 h 133"/>
              <a:gd name="T70" fmla="*/ 29 w 142"/>
              <a:gd name="T71" fmla="*/ 44 h 133"/>
              <a:gd name="T72" fmla="*/ 71 w 142"/>
              <a:gd name="T73" fmla="*/ 14 h 133"/>
              <a:gd name="T74" fmla="*/ 113 w 142"/>
              <a:gd name="T75" fmla="*/ 44 h 133"/>
              <a:gd name="T76" fmla="*/ 113 w 142"/>
              <a:gd name="T77" fmla="*/ 121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2" h="133">
                <a:moveTo>
                  <a:pt x="138" y="47"/>
                </a:moveTo>
                <a:cubicBezTo>
                  <a:pt x="114" y="30"/>
                  <a:pt x="114" y="30"/>
                  <a:pt x="114" y="30"/>
                </a:cubicBezTo>
                <a:cubicBezTo>
                  <a:pt x="114" y="12"/>
                  <a:pt x="114" y="12"/>
                  <a:pt x="114" y="12"/>
                </a:cubicBezTo>
                <a:cubicBezTo>
                  <a:pt x="114" y="9"/>
                  <a:pt x="111" y="6"/>
                  <a:pt x="108" y="6"/>
                </a:cubicBezTo>
                <a:cubicBezTo>
                  <a:pt x="104" y="6"/>
                  <a:pt x="104" y="6"/>
                  <a:pt x="104" y="6"/>
                </a:cubicBezTo>
                <a:cubicBezTo>
                  <a:pt x="100" y="6"/>
                  <a:pt x="98" y="9"/>
                  <a:pt x="98" y="12"/>
                </a:cubicBezTo>
                <a:cubicBezTo>
                  <a:pt x="98" y="18"/>
                  <a:pt x="98" y="18"/>
                  <a:pt x="98" y="18"/>
                </a:cubicBezTo>
                <a:cubicBezTo>
                  <a:pt x="74" y="2"/>
                  <a:pt x="74" y="2"/>
                  <a:pt x="74" y="2"/>
                </a:cubicBezTo>
                <a:cubicBezTo>
                  <a:pt x="72" y="0"/>
                  <a:pt x="70" y="0"/>
                  <a:pt x="68" y="2"/>
                </a:cubicBezTo>
                <a:cubicBezTo>
                  <a:pt x="4" y="47"/>
                  <a:pt x="4" y="47"/>
                  <a:pt x="4" y="47"/>
                </a:cubicBezTo>
                <a:cubicBezTo>
                  <a:pt x="1" y="49"/>
                  <a:pt x="0" y="53"/>
                  <a:pt x="2" y="56"/>
                </a:cubicBezTo>
                <a:cubicBezTo>
                  <a:pt x="4" y="58"/>
                  <a:pt x="8" y="59"/>
                  <a:pt x="10" y="57"/>
                </a:cubicBezTo>
                <a:cubicBezTo>
                  <a:pt x="17" y="52"/>
                  <a:pt x="17" y="52"/>
                  <a:pt x="17" y="52"/>
                </a:cubicBezTo>
                <a:cubicBezTo>
                  <a:pt x="17" y="123"/>
                  <a:pt x="17" y="123"/>
                  <a:pt x="17" y="123"/>
                </a:cubicBezTo>
                <a:cubicBezTo>
                  <a:pt x="17" y="129"/>
                  <a:pt x="21" y="133"/>
                  <a:pt x="27" y="133"/>
                </a:cubicBezTo>
                <a:cubicBezTo>
                  <a:pt x="115" y="133"/>
                  <a:pt x="115" y="133"/>
                  <a:pt x="115" y="133"/>
                </a:cubicBezTo>
                <a:cubicBezTo>
                  <a:pt x="121" y="133"/>
                  <a:pt x="125" y="129"/>
                  <a:pt x="125" y="123"/>
                </a:cubicBezTo>
                <a:cubicBezTo>
                  <a:pt x="125" y="52"/>
                  <a:pt x="125" y="52"/>
                  <a:pt x="125" y="52"/>
                </a:cubicBezTo>
                <a:cubicBezTo>
                  <a:pt x="132" y="57"/>
                  <a:pt x="132" y="57"/>
                  <a:pt x="132" y="57"/>
                </a:cubicBezTo>
                <a:cubicBezTo>
                  <a:pt x="133" y="58"/>
                  <a:pt x="134" y="58"/>
                  <a:pt x="135" y="58"/>
                </a:cubicBezTo>
                <a:cubicBezTo>
                  <a:pt x="137" y="58"/>
                  <a:pt x="139" y="57"/>
                  <a:pt x="140" y="56"/>
                </a:cubicBezTo>
                <a:cubicBezTo>
                  <a:pt x="142" y="53"/>
                  <a:pt x="141" y="49"/>
                  <a:pt x="138" y="47"/>
                </a:cubicBezTo>
                <a:close/>
                <a:moveTo>
                  <a:pt x="83" y="121"/>
                </a:moveTo>
                <a:cubicBezTo>
                  <a:pt x="59" y="121"/>
                  <a:pt x="59" y="121"/>
                  <a:pt x="59" y="121"/>
                </a:cubicBezTo>
                <a:cubicBezTo>
                  <a:pt x="59" y="84"/>
                  <a:pt x="59" y="84"/>
                  <a:pt x="59" y="84"/>
                </a:cubicBezTo>
                <a:cubicBezTo>
                  <a:pt x="83" y="84"/>
                  <a:pt x="83" y="84"/>
                  <a:pt x="83" y="84"/>
                </a:cubicBezTo>
                <a:lnTo>
                  <a:pt x="83" y="121"/>
                </a:lnTo>
                <a:close/>
                <a:moveTo>
                  <a:pt x="113" y="121"/>
                </a:moveTo>
                <a:cubicBezTo>
                  <a:pt x="95" y="121"/>
                  <a:pt x="95" y="121"/>
                  <a:pt x="95" y="121"/>
                </a:cubicBezTo>
                <a:cubicBezTo>
                  <a:pt x="95" y="82"/>
                  <a:pt x="95" y="82"/>
                  <a:pt x="95" y="82"/>
                </a:cubicBezTo>
                <a:cubicBezTo>
                  <a:pt x="95" y="76"/>
                  <a:pt x="90" y="72"/>
                  <a:pt x="85" y="72"/>
                </a:cubicBezTo>
                <a:cubicBezTo>
                  <a:pt x="57" y="72"/>
                  <a:pt x="57" y="72"/>
                  <a:pt x="57" y="72"/>
                </a:cubicBezTo>
                <a:cubicBezTo>
                  <a:pt x="52" y="72"/>
                  <a:pt x="47" y="76"/>
                  <a:pt x="47" y="82"/>
                </a:cubicBezTo>
                <a:cubicBezTo>
                  <a:pt x="47" y="121"/>
                  <a:pt x="47" y="121"/>
                  <a:pt x="47" y="121"/>
                </a:cubicBezTo>
                <a:cubicBezTo>
                  <a:pt x="29" y="121"/>
                  <a:pt x="29" y="121"/>
                  <a:pt x="29" y="121"/>
                </a:cubicBezTo>
                <a:cubicBezTo>
                  <a:pt x="29" y="44"/>
                  <a:pt x="29" y="44"/>
                  <a:pt x="29" y="44"/>
                </a:cubicBezTo>
                <a:cubicBezTo>
                  <a:pt x="71" y="14"/>
                  <a:pt x="71" y="14"/>
                  <a:pt x="71" y="14"/>
                </a:cubicBezTo>
                <a:cubicBezTo>
                  <a:pt x="113" y="44"/>
                  <a:pt x="113" y="44"/>
                  <a:pt x="113" y="44"/>
                </a:cubicBezTo>
                <a:lnTo>
                  <a:pt x="113" y="121"/>
                </a:lnTo>
                <a:close/>
              </a:path>
            </a:pathLst>
          </a:custGeom>
          <a:solidFill>
            <a:schemeClr val="bg1">
              <a:lumMod val="75000"/>
            </a:schemeClr>
          </a:solidFill>
          <a:ln>
            <a:noFill/>
          </a:ln>
        </p:spPr>
        <p:txBody>
          <a:bodyPr lIns="91455" tIns="45728" rIns="91455" bIns="45728"/>
          <a:lstStyle/>
          <a:p>
            <a:endParaRPr lang="zh-CN" altLang="en-US" sz="1800">
              <a:solidFill>
                <a:schemeClr val="bg1">
                  <a:lumMod val="50000"/>
                </a:schemeClr>
              </a:solidFill>
              <a:latin typeface="+mn-lt"/>
              <a:ea typeface="+mn-ea"/>
              <a:cs typeface="+mn-ea"/>
              <a:sym typeface="+mn-lt"/>
            </a:endParaRPr>
          </a:p>
        </p:txBody>
      </p:sp>
      <p:grpSp>
        <p:nvGrpSpPr>
          <p:cNvPr id="30" name="组合 29"/>
          <p:cNvGrpSpPr/>
          <p:nvPr/>
        </p:nvGrpSpPr>
        <p:grpSpPr>
          <a:xfrm>
            <a:off x="1152871" y="2576451"/>
            <a:ext cx="2514311" cy="1018906"/>
            <a:chOff x="-1743928" y="4919298"/>
            <a:chExt cx="2514311" cy="1018906"/>
          </a:xfrm>
        </p:grpSpPr>
        <p:sp>
          <p:nvSpPr>
            <p:cNvPr id="31"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2"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33" name="组合 32"/>
          <p:cNvGrpSpPr/>
          <p:nvPr/>
        </p:nvGrpSpPr>
        <p:grpSpPr>
          <a:xfrm>
            <a:off x="1152871" y="4716257"/>
            <a:ext cx="2514311" cy="1018906"/>
            <a:chOff x="-1743928" y="4919298"/>
            <a:chExt cx="2514311" cy="1018906"/>
          </a:xfrm>
        </p:grpSpPr>
        <p:sp>
          <p:nvSpPr>
            <p:cNvPr id="34"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5"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36" name="组合 35"/>
          <p:cNvGrpSpPr/>
          <p:nvPr/>
        </p:nvGrpSpPr>
        <p:grpSpPr>
          <a:xfrm>
            <a:off x="8379148" y="2522088"/>
            <a:ext cx="2514311" cy="1018906"/>
            <a:chOff x="-1743928" y="4919298"/>
            <a:chExt cx="2514311" cy="1018906"/>
          </a:xfrm>
        </p:grpSpPr>
        <p:sp>
          <p:nvSpPr>
            <p:cNvPr id="37"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8"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39" name="组合 38"/>
          <p:cNvGrpSpPr/>
          <p:nvPr/>
        </p:nvGrpSpPr>
        <p:grpSpPr>
          <a:xfrm>
            <a:off x="8379148" y="4661894"/>
            <a:ext cx="2514311" cy="1018906"/>
            <a:chOff x="-1743928" y="4919298"/>
            <a:chExt cx="2514311" cy="1018906"/>
          </a:xfrm>
        </p:grpSpPr>
        <p:sp>
          <p:nvSpPr>
            <p:cNvPr id="40"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41"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60" name="组合 59"/>
          <p:cNvGrpSpPr/>
          <p:nvPr/>
        </p:nvGrpSpPr>
        <p:grpSpPr>
          <a:xfrm>
            <a:off x="6262928" y="266844"/>
            <a:ext cx="5929072" cy="330008"/>
            <a:chOff x="5025390" y="266844"/>
            <a:chExt cx="6259830" cy="330008"/>
          </a:xfrm>
        </p:grpSpPr>
        <p:cxnSp>
          <p:nvCxnSpPr>
            <p:cNvPr id="61" name="直接连接符 60"/>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66" name="组合 65"/>
          <p:cNvGrpSpPr/>
          <p:nvPr/>
        </p:nvGrpSpPr>
        <p:grpSpPr>
          <a:xfrm>
            <a:off x="0" y="266844"/>
            <a:ext cx="487680" cy="330008"/>
            <a:chOff x="5025390" y="266844"/>
            <a:chExt cx="6259830" cy="330008"/>
          </a:xfrm>
        </p:grpSpPr>
        <p:cxnSp>
          <p:nvCxnSpPr>
            <p:cNvPr id="67" name="直接连接符 66"/>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72" name="矩形 71"/>
          <p:cNvSpPr/>
          <p:nvPr/>
        </p:nvSpPr>
        <p:spPr>
          <a:xfrm>
            <a:off x="496522"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论文绪论</a:t>
            </a:r>
            <a:endPar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3" name="矩形 72"/>
          <p:cNvSpPr/>
          <p:nvPr/>
        </p:nvSpPr>
        <p:spPr>
          <a:xfrm>
            <a:off x="1465866"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研究背景</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4" name="矩形 73"/>
          <p:cNvSpPr/>
          <p:nvPr/>
        </p:nvSpPr>
        <p:spPr>
          <a:xfrm>
            <a:off x="3404554"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研究结果</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5" name="矩形 74"/>
          <p:cNvSpPr/>
          <p:nvPr/>
        </p:nvSpPr>
        <p:spPr>
          <a:xfrm>
            <a:off x="4373898"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问题讨论</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6" name="矩形 75"/>
          <p:cNvSpPr/>
          <p:nvPr/>
        </p:nvSpPr>
        <p:spPr>
          <a:xfrm>
            <a:off x="2435210"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a:t>
            </a: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方法</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77" name="矩形 76"/>
          <p:cNvSpPr/>
          <p:nvPr/>
        </p:nvSpPr>
        <p:spPr>
          <a:xfrm>
            <a:off x="5343244"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论文总结</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cxnSp>
        <p:nvCxnSpPr>
          <p:cNvPr id="78" name="直接连接符 77"/>
          <p:cNvCxnSpPr/>
          <p:nvPr/>
        </p:nvCxnSpPr>
        <p:spPr>
          <a:xfrm>
            <a:off x="4474939" y="554554"/>
            <a:ext cx="657739" cy="0"/>
          </a:xfrm>
          <a:prstGeom prst="line">
            <a:avLst/>
          </a:prstGeom>
          <a:ln w="6350">
            <a:solidFill>
              <a:srgbClr val="AC4243"/>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3"/>
                                        </p:tgtEl>
                                        <p:attrNameLst>
                                          <p:attrName>style.visibility</p:attrName>
                                        </p:attrNameLst>
                                      </p:cBhvr>
                                      <p:to>
                                        <p:strVal val="visible"/>
                                      </p:to>
                                    </p:set>
                                    <p:anim calcmode="lin" valueType="num">
                                      <p:cBhvr additive="base">
                                        <p:cTn id="11" dur="500" fill="hold"/>
                                        <p:tgtEl>
                                          <p:spTgt spid="33"/>
                                        </p:tgtEl>
                                        <p:attrNameLst>
                                          <p:attrName>ppt_x</p:attrName>
                                        </p:attrNameLst>
                                      </p:cBhvr>
                                      <p:tavLst>
                                        <p:tav tm="0">
                                          <p:val>
                                            <p:strVal val="#ppt_x"/>
                                          </p:val>
                                        </p:tav>
                                        <p:tav tm="100000">
                                          <p:val>
                                            <p:strVal val="#ppt_x"/>
                                          </p:val>
                                        </p:tav>
                                      </p:tavLst>
                                    </p:anim>
                                    <p:anim calcmode="lin" valueType="num">
                                      <p:cBhvr additive="base">
                                        <p:cTn id="12" dur="500" fill="hold"/>
                                        <p:tgtEl>
                                          <p:spTgt spid="3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additive="base">
                                        <p:cTn id="15" dur="500" fill="hold"/>
                                        <p:tgtEl>
                                          <p:spTgt spid="36"/>
                                        </p:tgtEl>
                                        <p:attrNameLst>
                                          <p:attrName>ppt_x</p:attrName>
                                        </p:attrNameLst>
                                      </p:cBhvr>
                                      <p:tavLst>
                                        <p:tav tm="0">
                                          <p:val>
                                            <p:strVal val="#ppt_x"/>
                                          </p:val>
                                        </p:tav>
                                        <p:tav tm="100000">
                                          <p:val>
                                            <p:strVal val="#ppt_x"/>
                                          </p:val>
                                        </p:tav>
                                      </p:tavLst>
                                    </p:anim>
                                    <p:anim calcmode="lin" valueType="num">
                                      <p:cBhvr additive="base">
                                        <p:cTn id="16" dur="500" fill="hold"/>
                                        <p:tgtEl>
                                          <p:spTgt spid="3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anim calcmode="lin" valueType="num">
                                      <p:cBhvr additive="base">
                                        <p:cTn id="19" dur="500" fill="hold"/>
                                        <p:tgtEl>
                                          <p:spTgt spid="39"/>
                                        </p:tgtEl>
                                        <p:attrNameLst>
                                          <p:attrName>ppt_x</p:attrName>
                                        </p:attrNameLst>
                                      </p:cBhvr>
                                      <p:tavLst>
                                        <p:tav tm="0">
                                          <p:val>
                                            <p:strVal val="#ppt_x"/>
                                          </p:val>
                                        </p:tav>
                                        <p:tav tm="100000">
                                          <p:val>
                                            <p:strVal val="#ppt_x"/>
                                          </p:val>
                                        </p:tav>
                                      </p:tavLst>
                                    </p:anim>
                                    <p:anim calcmode="lin" valueType="num">
                                      <p:cBhvr additive="base">
                                        <p:cTn id="20" dur="500" fill="hold"/>
                                        <p:tgtEl>
                                          <p:spTgt spid="39"/>
                                        </p:tgtEl>
                                        <p:attrNameLst>
                                          <p:attrName>ppt_y</p:attrName>
                                        </p:attrNameLst>
                                      </p:cBhvr>
                                      <p:tavLst>
                                        <p:tav tm="0">
                                          <p:val>
                                            <p:strVal val="1+#ppt_h/2"/>
                                          </p:val>
                                        </p:tav>
                                        <p:tav tm="100000">
                                          <p:val>
                                            <p:strVal val="#ppt_y"/>
                                          </p:val>
                                        </p:tav>
                                      </p:tavLst>
                                    </p:anim>
                                  </p:childTnLst>
                                </p:cTn>
                              </p:par>
                              <p:par>
                                <p:cTn id="21" presetID="22" presetClass="entr" presetSubtype="8" fill="hold" grpId="0" nodeType="withEffect">
                                  <p:stCondLst>
                                    <p:cond delay="250"/>
                                  </p:stCondLst>
                                  <p:childTnLst>
                                    <p:set>
                                      <p:cBhvr>
                                        <p:cTn id="22" dur="1" fill="hold">
                                          <p:stCondLst>
                                            <p:cond delay="0"/>
                                          </p:stCondLst>
                                        </p:cTn>
                                        <p:tgtEl>
                                          <p:spTgt spid="72"/>
                                        </p:tgtEl>
                                        <p:attrNameLst>
                                          <p:attrName>style.visibility</p:attrName>
                                        </p:attrNameLst>
                                      </p:cBhvr>
                                      <p:to>
                                        <p:strVal val="visible"/>
                                      </p:to>
                                    </p:set>
                                    <p:animEffect transition="in" filter="wipe(left)">
                                      <p:cBhvr>
                                        <p:cTn id="23" dur="500"/>
                                        <p:tgtEl>
                                          <p:spTgt spid="72"/>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73"/>
                                        </p:tgtEl>
                                        <p:attrNameLst>
                                          <p:attrName>style.visibility</p:attrName>
                                        </p:attrNameLst>
                                      </p:cBhvr>
                                      <p:to>
                                        <p:strVal val="visible"/>
                                      </p:to>
                                    </p:set>
                                    <p:animEffect transition="in" filter="wipe(left)">
                                      <p:cBhvr>
                                        <p:cTn id="26" dur="500"/>
                                        <p:tgtEl>
                                          <p:spTgt spid="73"/>
                                        </p:tgtEl>
                                      </p:cBhvr>
                                    </p:animEffect>
                                  </p:childTnLst>
                                </p:cTn>
                              </p:par>
                              <p:par>
                                <p:cTn id="27" presetID="22" presetClass="entr" presetSubtype="8" fill="hold" grpId="0" nodeType="withEffect">
                                  <p:stCondLst>
                                    <p:cond delay="1000"/>
                                  </p:stCondLst>
                                  <p:childTnLst>
                                    <p:set>
                                      <p:cBhvr>
                                        <p:cTn id="28" dur="1" fill="hold">
                                          <p:stCondLst>
                                            <p:cond delay="0"/>
                                          </p:stCondLst>
                                        </p:cTn>
                                        <p:tgtEl>
                                          <p:spTgt spid="74"/>
                                        </p:tgtEl>
                                        <p:attrNameLst>
                                          <p:attrName>style.visibility</p:attrName>
                                        </p:attrNameLst>
                                      </p:cBhvr>
                                      <p:to>
                                        <p:strVal val="visible"/>
                                      </p:to>
                                    </p:set>
                                    <p:animEffect transition="in" filter="wipe(left)">
                                      <p:cBhvr>
                                        <p:cTn id="29" dur="500"/>
                                        <p:tgtEl>
                                          <p:spTgt spid="74"/>
                                        </p:tgtEl>
                                      </p:cBhvr>
                                    </p:animEffect>
                                  </p:childTnLst>
                                </p:cTn>
                              </p:par>
                              <p:par>
                                <p:cTn id="30" presetID="22" presetClass="entr" presetSubtype="8" fill="hold" grpId="0" nodeType="withEffect">
                                  <p:stCondLst>
                                    <p:cond delay="1250"/>
                                  </p:stCondLst>
                                  <p:childTnLst>
                                    <p:set>
                                      <p:cBhvr>
                                        <p:cTn id="31" dur="1" fill="hold">
                                          <p:stCondLst>
                                            <p:cond delay="0"/>
                                          </p:stCondLst>
                                        </p:cTn>
                                        <p:tgtEl>
                                          <p:spTgt spid="75"/>
                                        </p:tgtEl>
                                        <p:attrNameLst>
                                          <p:attrName>style.visibility</p:attrName>
                                        </p:attrNameLst>
                                      </p:cBhvr>
                                      <p:to>
                                        <p:strVal val="visible"/>
                                      </p:to>
                                    </p:set>
                                    <p:animEffect transition="in" filter="wipe(left)">
                                      <p:cBhvr>
                                        <p:cTn id="32" dur="500"/>
                                        <p:tgtEl>
                                          <p:spTgt spid="75"/>
                                        </p:tgtEl>
                                      </p:cBhvr>
                                    </p:animEffect>
                                  </p:childTnLst>
                                </p:cTn>
                              </p:par>
                              <p:par>
                                <p:cTn id="33" presetID="22" presetClass="entr" presetSubtype="8" fill="hold" grpId="0" nodeType="withEffect">
                                  <p:stCondLst>
                                    <p:cond delay="500"/>
                                  </p:stCondLst>
                                  <p:childTnLst>
                                    <p:set>
                                      <p:cBhvr>
                                        <p:cTn id="34" dur="1" fill="hold">
                                          <p:stCondLst>
                                            <p:cond delay="0"/>
                                          </p:stCondLst>
                                        </p:cTn>
                                        <p:tgtEl>
                                          <p:spTgt spid="76"/>
                                        </p:tgtEl>
                                        <p:attrNameLst>
                                          <p:attrName>style.visibility</p:attrName>
                                        </p:attrNameLst>
                                      </p:cBhvr>
                                      <p:to>
                                        <p:strVal val="visible"/>
                                      </p:to>
                                    </p:set>
                                    <p:animEffect transition="in" filter="wipe(left)">
                                      <p:cBhvr>
                                        <p:cTn id="35" dur="500"/>
                                        <p:tgtEl>
                                          <p:spTgt spid="76"/>
                                        </p:tgtEl>
                                      </p:cBhvr>
                                    </p:animEffect>
                                  </p:childTnLst>
                                </p:cTn>
                              </p:par>
                              <p:par>
                                <p:cTn id="36" presetID="22" presetClass="entr" presetSubtype="8" fill="hold" grpId="0" nodeType="withEffect">
                                  <p:stCondLst>
                                    <p:cond delay="500"/>
                                  </p:stCondLst>
                                  <p:childTnLst>
                                    <p:set>
                                      <p:cBhvr>
                                        <p:cTn id="37" dur="1" fill="hold">
                                          <p:stCondLst>
                                            <p:cond delay="0"/>
                                          </p:stCondLst>
                                        </p:cTn>
                                        <p:tgtEl>
                                          <p:spTgt spid="77"/>
                                        </p:tgtEl>
                                        <p:attrNameLst>
                                          <p:attrName>style.visibility</p:attrName>
                                        </p:attrNameLst>
                                      </p:cBhvr>
                                      <p:to>
                                        <p:strVal val="visible"/>
                                      </p:to>
                                    </p:set>
                                    <p:animEffect transition="in" filter="wipe(left)">
                                      <p:cBhvr>
                                        <p:cTn id="38"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3" grpId="0"/>
      <p:bldP spid="74" grpId="0"/>
      <p:bldP spid="75" grpId="0"/>
      <p:bldP spid="76" grpId="0"/>
      <p:bldP spid="7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p:cNvGrpSpPr/>
          <p:nvPr/>
        </p:nvGrpSpPr>
        <p:grpSpPr>
          <a:xfrm>
            <a:off x="-97121" y="1253167"/>
            <a:ext cx="2559495" cy="4063749"/>
            <a:chOff x="1022470" y="1481251"/>
            <a:chExt cx="2066102" cy="4063749"/>
          </a:xfrm>
        </p:grpSpPr>
        <p:sp>
          <p:nvSpPr>
            <p:cNvPr id="31" name="任意多边形: 形状 185"/>
            <p:cNvSpPr/>
            <p:nvPr/>
          </p:nvSpPr>
          <p:spPr>
            <a:xfrm rot="16200000">
              <a:off x="64703" y="2439018"/>
              <a:ext cx="3981636" cy="2066102"/>
            </a:xfrm>
            <a:custGeom>
              <a:avLst/>
              <a:gdLst>
                <a:gd name="connsiteX0" fmla="*/ 0 w 3968423"/>
                <a:gd name="connsiteY0" fmla="*/ 0 h 1933574"/>
                <a:gd name="connsiteX1" fmla="*/ 3968423 w 3968423"/>
                <a:gd name="connsiteY1" fmla="*/ 0 h 1933574"/>
                <a:gd name="connsiteX2" fmla="*/ 3946431 w 3968423"/>
                <a:gd name="connsiteY2" fmla="*/ 161996 h 1933574"/>
                <a:gd name="connsiteX3" fmla="*/ 1984212 w 3968423"/>
                <a:gd name="connsiteY3" fmla="*/ 1933574 h 1933574"/>
                <a:gd name="connsiteX4" fmla="*/ 21992 w 3968423"/>
                <a:gd name="connsiteY4" fmla="*/ 161996 h 1933574"/>
                <a:gd name="connsiteX0-1" fmla="*/ 0 w 3968423"/>
                <a:gd name="connsiteY0-2" fmla="*/ 19051 h 1952625"/>
                <a:gd name="connsiteX1-3" fmla="*/ 304945 w 3968423"/>
                <a:gd name="connsiteY1-4" fmla="*/ 0 h 1952625"/>
                <a:gd name="connsiteX2-5" fmla="*/ 3968423 w 3968423"/>
                <a:gd name="connsiteY2-6" fmla="*/ 19051 h 1952625"/>
                <a:gd name="connsiteX3-7" fmla="*/ 3946431 w 3968423"/>
                <a:gd name="connsiteY3-8" fmla="*/ 181047 h 1952625"/>
                <a:gd name="connsiteX4-9" fmla="*/ 1984212 w 3968423"/>
                <a:gd name="connsiteY4-10" fmla="*/ 1952625 h 1952625"/>
                <a:gd name="connsiteX5" fmla="*/ 21992 w 3968423"/>
                <a:gd name="connsiteY5" fmla="*/ 181047 h 1952625"/>
                <a:gd name="connsiteX6" fmla="*/ 0 w 3968423"/>
                <a:gd name="connsiteY6" fmla="*/ 19051 h 1952625"/>
                <a:gd name="connsiteX0-11" fmla="*/ 0 w 3968423"/>
                <a:gd name="connsiteY0-12" fmla="*/ 0 h 1933574"/>
                <a:gd name="connsiteX1-13" fmla="*/ 3968423 w 3968423"/>
                <a:gd name="connsiteY1-14" fmla="*/ 0 h 1933574"/>
                <a:gd name="connsiteX2-15" fmla="*/ 3946431 w 3968423"/>
                <a:gd name="connsiteY2-16" fmla="*/ 161996 h 1933574"/>
                <a:gd name="connsiteX3-17" fmla="*/ 1984212 w 3968423"/>
                <a:gd name="connsiteY3-18" fmla="*/ 1933574 h 1933574"/>
                <a:gd name="connsiteX4-19" fmla="*/ 21992 w 3968423"/>
                <a:gd name="connsiteY4-20" fmla="*/ 161996 h 1933574"/>
                <a:gd name="connsiteX5-21" fmla="*/ 0 w 3968423"/>
                <a:gd name="connsiteY5-22" fmla="*/ 0 h 1933574"/>
                <a:gd name="connsiteX0-23" fmla="*/ 0 w 3968423"/>
                <a:gd name="connsiteY0-24" fmla="*/ 14289 h 1947863"/>
                <a:gd name="connsiteX1-25" fmla="*/ 328757 w 3968423"/>
                <a:gd name="connsiteY1-26" fmla="*/ 0 h 1947863"/>
                <a:gd name="connsiteX2-27" fmla="*/ 3968423 w 3968423"/>
                <a:gd name="connsiteY2-28" fmla="*/ 14289 h 1947863"/>
                <a:gd name="connsiteX3-29" fmla="*/ 3946431 w 3968423"/>
                <a:gd name="connsiteY3-30" fmla="*/ 176285 h 1947863"/>
                <a:gd name="connsiteX4-31" fmla="*/ 1984212 w 3968423"/>
                <a:gd name="connsiteY4-32" fmla="*/ 1947863 h 1947863"/>
                <a:gd name="connsiteX5-33" fmla="*/ 21992 w 3968423"/>
                <a:gd name="connsiteY5-34" fmla="*/ 176285 h 1947863"/>
                <a:gd name="connsiteX6-35" fmla="*/ 0 w 3968423"/>
                <a:gd name="connsiteY6-36" fmla="*/ 14289 h 1947863"/>
                <a:gd name="connsiteX0-37" fmla="*/ 328757 w 3968423"/>
                <a:gd name="connsiteY0-38" fmla="*/ 0 h 1947863"/>
                <a:gd name="connsiteX1-39" fmla="*/ 3968423 w 3968423"/>
                <a:gd name="connsiteY1-40" fmla="*/ 14289 h 1947863"/>
                <a:gd name="connsiteX2-41" fmla="*/ 3946431 w 3968423"/>
                <a:gd name="connsiteY2-42" fmla="*/ 176285 h 1947863"/>
                <a:gd name="connsiteX3-43" fmla="*/ 1984212 w 3968423"/>
                <a:gd name="connsiteY3-44" fmla="*/ 1947863 h 1947863"/>
                <a:gd name="connsiteX4-45" fmla="*/ 21992 w 3968423"/>
                <a:gd name="connsiteY4-46" fmla="*/ 176285 h 1947863"/>
                <a:gd name="connsiteX5-47" fmla="*/ 0 w 3968423"/>
                <a:gd name="connsiteY5-48" fmla="*/ 14289 h 1947863"/>
                <a:gd name="connsiteX6-49" fmla="*/ 420197 w 3968423"/>
                <a:gd name="connsiteY6-50" fmla="*/ 91440 h 1947863"/>
                <a:gd name="connsiteX0-51" fmla="*/ 328757 w 3968423"/>
                <a:gd name="connsiteY0-52" fmla="*/ 0 h 1947863"/>
                <a:gd name="connsiteX1-53" fmla="*/ 3968423 w 3968423"/>
                <a:gd name="connsiteY1-54" fmla="*/ 14289 h 1947863"/>
                <a:gd name="connsiteX2-55" fmla="*/ 3946431 w 3968423"/>
                <a:gd name="connsiteY2-56" fmla="*/ 176285 h 1947863"/>
                <a:gd name="connsiteX3-57" fmla="*/ 1984212 w 3968423"/>
                <a:gd name="connsiteY3-58" fmla="*/ 1947863 h 1947863"/>
                <a:gd name="connsiteX4-59" fmla="*/ 21992 w 3968423"/>
                <a:gd name="connsiteY4-60" fmla="*/ 176285 h 1947863"/>
                <a:gd name="connsiteX5-61" fmla="*/ 0 w 3968423"/>
                <a:gd name="connsiteY5-62" fmla="*/ 14289 h 1947863"/>
                <a:gd name="connsiteX0-63" fmla="*/ 3968423 w 3968423"/>
                <a:gd name="connsiteY0-64" fmla="*/ 0 h 1933574"/>
                <a:gd name="connsiteX1-65" fmla="*/ 3946431 w 3968423"/>
                <a:gd name="connsiteY1-66" fmla="*/ 161996 h 1933574"/>
                <a:gd name="connsiteX2-67" fmla="*/ 1984212 w 3968423"/>
                <a:gd name="connsiteY2-68" fmla="*/ 1933574 h 1933574"/>
                <a:gd name="connsiteX3-69" fmla="*/ 21992 w 3968423"/>
                <a:gd name="connsiteY3-70" fmla="*/ 161996 h 1933574"/>
                <a:gd name="connsiteX4-71" fmla="*/ 0 w 3968423"/>
                <a:gd name="connsiteY4-72" fmla="*/ 0 h 19335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68423" h="1933574">
                  <a:moveTo>
                    <a:pt x="3968423" y="0"/>
                  </a:moveTo>
                  <a:lnTo>
                    <a:pt x="3946431" y="161996"/>
                  </a:lnTo>
                  <a:cubicBezTo>
                    <a:pt x="3764638" y="1172055"/>
                    <a:pt x="2955217" y="1933574"/>
                    <a:pt x="1984212" y="1933574"/>
                  </a:cubicBezTo>
                  <a:cubicBezTo>
                    <a:pt x="1013203" y="1933574"/>
                    <a:pt x="203783" y="1172055"/>
                    <a:pt x="21992" y="161996"/>
                  </a:cubicBezTo>
                  <a:lnTo>
                    <a:pt x="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2" name="任意多边形: 形状 186"/>
            <p:cNvSpPr/>
            <p:nvPr/>
          </p:nvSpPr>
          <p:spPr>
            <a:xfrm rot="16200000">
              <a:off x="101594" y="2669337"/>
              <a:ext cx="3914225" cy="1837102"/>
            </a:xfrm>
            <a:custGeom>
              <a:avLst/>
              <a:gdLst>
                <a:gd name="connsiteX0" fmla="*/ 0 w 3901235"/>
                <a:gd name="connsiteY0" fmla="*/ 0 h 1719263"/>
                <a:gd name="connsiteX1" fmla="*/ 3901235 w 3901235"/>
                <a:gd name="connsiteY1" fmla="*/ 0 h 1719263"/>
                <a:gd name="connsiteX2" fmla="*/ 3871510 w 3901235"/>
                <a:gd name="connsiteY2" fmla="*/ 134033 h 1719263"/>
                <a:gd name="connsiteX3" fmla="*/ 1950618 w 3901235"/>
                <a:gd name="connsiteY3" fmla="*/ 1719263 h 1719263"/>
                <a:gd name="connsiteX4" fmla="*/ 29725 w 3901235"/>
                <a:gd name="connsiteY4" fmla="*/ 134033 h 1719263"/>
                <a:gd name="connsiteX0-1" fmla="*/ 0 w 3901235"/>
                <a:gd name="connsiteY0-2" fmla="*/ 4764 h 1724027"/>
                <a:gd name="connsiteX1-3" fmla="*/ 971439 w 3901235"/>
                <a:gd name="connsiteY1-4" fmla="*/ 0 h 1724027"/>
                <a:gd name="connsiteX2-5" fmla="*/ 3901235 w 3901235"/>
                <a:gd name="connsiteY2-6" fmla="*/ 4764 h 1724027"/>
                <a:gd name="connsiteX3-7" fmla="*/ 3871510 w 3901235"/>
                <a:gd name="connsiteY3-8" fmla="*/ 138797 h 1724027"/>
                <a:gd name="connsiteX4-9" fmla="*/ 1950618 w 3901235"/>
                <a:gd name="connsiteY4-10" fmla="*/ 1724027 h 1724027"/>
                <a:gd name="connsiteX5" fmla="*/ 29725 w 3901235"/>
                <a:gd name="connsiteY5" fmla="*/ 138797 h 1724027"/>
                <a:gd name="connsiteX6" fmla="*/ 0 w 3901235"/>
                <a:gd name="connsiteY6" fmla="*/ 4764 h 1724027"/>
                <a:gd name="connsiteX0-11" fmla="*/ 971439 w 3901235"/>
                <a:gd name="connsiteY0-12" fmla="*/ 0 h 1724027"/>
                <a:gd name="connsiteX1-13" fmla="*/ 3901235 w 3901235"/>
                <a:gd name="connsiteY1-14" fmla="*/ 4764 h 1724027"/>
                <a:gd name="connsiteX2-15" fmla="*/ 3871510 w 3901235"/>
                <a:gd name="connsiteY2-16" fmla="*/ 138797 h 1724027"/>
                <a:gd name="connsiteX3-17" fmla="*/ 1950618 w 3901235"/>
                <a:gd name="connsiteY3-18" fmla="*/ 1724027 h 1724027"/>
                <a:gd name="connsiteX4-19" fmla="*/ 29725 w 3901235"/>
                <a:gd name="connsiteY4-20" fmla="*/ 138797 h 1724027"/>
                <a:gd name="connsiteX5-21" fmla="*/ 0 w 3901235"/>
                <a:gd name="connsiteY5-22" fmla="*/ 4764 h 1724027"/>
                <a:gd name="connsiteX6-23" fmla="*/ 1062879 w 3901235"/>
                <a:gd name="connsiteY6-24" fmla="*/ 91440 h 1724027"/>
                <a:gd name="connsiteX0-25" fmla="*/ 971439 w 3901235"/>
                <a:gd name="connsiteY0-26" fmla="*/ 0 h 1724027"/>
                <a:gd name="connsiteX1-27" fmla="*/ 3901235 w 3901235"/>
                <a:gd name="connsiteY1-28" fmla="*/ 4764 h 1724027"/>
                <a:gd name="connsiteX2-29" fmla="*/ 3871510 w 3901235"/>
                <a:gd name="connsiteY2-30" fmla="*/ 138797 h 1724027"/>
                <a:gd name="connsiteX3-31" fmla="*/ 1950618 w 3901235"/>
                <a:gd name="connsiteY3-32" fmla="*/ 1724027 h 1724027"/>
                <a:gd name="connsiteX4-33" fmla="*/ 29725 w 3901235"/>
                <a:gd name="connsiteY4-34" fmla="*/ 138797 h 1724027"/>
                <a:gd name="connsiteX5-35" fmla="*/ 0 w 3901235"/>
                <a:gd name="connsiteY5-36" fmla="*/ 4764 h 1724027"/>
                <a:gd name="connsiteX0-37" fmla="*/ 3901235 w 3901235"/>
                <a:gd name="connsiteY0-38" fmla="*/ 0 h 1719263"/>
                <a:gd name="connsiteX1-39" fmla="*/ 3871510 w 3901235"/>
                <a:gd name="connsiteY1-40" fmla="*/ 134033 h 1719263"/>
                <a:gd name="connsiteX2-41" fmla="*/ 1950618 w 3901235"/>
                <a:gd name="connsiteY2-42" fmla="*/ 1719263 h 1719263"/>
                <a:gd name="connsiteX3-43" fmla="*/ 29725 w 3901235"/>
                <a:gd name="connsiteY3-44" fmla="*/ 134033 h 1719263"/>
                <a:gd name="connsiteX4-45" fmla="*/ 0 w 3901235"/>
                <a:gd name="connsiteY4-46" fmla="*/ 0 h 17192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01235" h="1719263">
                  <a:moveTo>
                    <a:pt x="3901235" y="0"/>
                  </a:moveTo>
                  <a:lnTo>
                    <a:pt x="3871510" y="134033"/>
                  </a:lnTo>
                  <a:cubicBezTo>
                    <a:pt x="3629235" y="1049959"/>
                    <a:pt x="2860935" y="1719263"/>
                    <a:pt x="1950618" y="1719263"/>
                  </a:cubicBezTo>
                  <a:cubicBezTo>
                    <a:pt x="1040298" y="1719263"/>
                    <a:pt x="271998" y="1049959"/>
                    <a:pt x="29725" y="134033"/>
                  </a:cubicBezTo>
                  <a:lnTo>
                    <a:pt x="0" y="0"/>
                  </a:lnTo>
                </a:path>
              </a:pathLst>
            </a:custGeom>
            <a:noFill/>
            <a:ln>
              <a:solidFill>
                <a:srgbClr val="AC424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33" name="椭圆 32"/>
          <p:cNvSpPr/>
          <p:nvPr/>
        </p:nvSpPr>
        <p:spPr>
          <a:xfrm>
            <a:off x="-759511" y="1885309"/>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p:nvPr/>
        </p:nvCxnSpPr>
        <p:spPr>
          <a:xfrm flipV="1">
            <a:off x="4007576" y="1481250"/>
            <a:ext cx="0" cy="3737552"/>
          </a:xfrm>
          <a:prstGeom prst="line">
            <a:avLst/>
          </a:prstGeom>
          <a:ln w="19050">
            <a:solidFill>
              <a:srgbClr val="AC4243"/>
            </a:solidFill>
            <a:prstDash val="dash"/>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4407344" y="2274461"/>
            <a:ext cx="3262432" cy="1015663"/>
          </a:xfrm>
          <a:prstGeom prst="rect">
            <a:avLst/>
          </a:prstGeom>
        </p:spPr>
        <p:txBody>
          <a:bodyPr wrap="none">
            <a:spAutoFit/>
          </a:bodyPr>
          <a:lstStyle/>
          <a:p>
            <a:pPr algn="ctr">
              <a:defRPr/>
            </a:pPr>
            <a:r>
              <a:rPr lang="zh-CN" altLang="en-US" sz="6000" kern="100" dirty="0" smtClean="0">
                <a:solidFill>
                  <a:srgbClr val="AB1E21"/>
                </a:solidFill>
                <a:latin typeface="思源黑体 CN Medium" panose="020B0600000000000000" pitchFamily="34" charset="-122"/>
                <a:ea typeface="思源黑体 CN Medium" panose="020B0600000000000000" pitchFamily="34" charset="-122"/>
                <a:cs typeface="字魂59号-创粗黑" panose="00000500000000000000" charset="-122"/>
              </a:rPr>
              <a:t>论文总结</a:t>
            </a:r>
            <a:endParaRPr lang="zh-CN" altLang="en-US" sz="6000" kern="100" dirty="0" smtClean="0">
              <a:solidFill>
                <a:srgbClr val="AB1E21"/>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36" name="矩形 35"/>
          <p:cNvSpPr/>
          <p:nvPr/>
        </p:nvSpPr>
        <p:spPr>
          <a:xfrm>
            <a:off x="4824431" y="3436308"/>
            <a:ext cx="1210588" cy="400110"/>
          </a:xfrm>
          <a:prstGeom prst="rect">
            <a:avLst/>
          </a:prstGeom>
        </p:spPr>
        <p:txBody>
          <a:bodyPr wrap="none">
            <a:spAutoFit/>
          </a:bodyPr>
          <a:lstStyle/>
          <a:p>
            <a:r>
              <a:rPr lang="zh-CN" altLang="en-US" sz="2000" dirty="0">
                <a:solidFill>
                  <a:srgbClr val="AB1E21"/>
                </a:solidFill>
                <a:latin typeface="思源黑体 CN Medium" panose="020B0600000000000000" pitchFamily="34" charset="-122"/>
                <a:ea typeface="思源黑体 CN Medium" panose="020B0600000000000000" pitchFamily="34" charset="-122"/>
              </a:rPr>
              <a:t>您的</a:t>
            </a:r>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37" name="椭圆 36"/>
          <p:cNvSpPr/>
          <p:nvPr/>
        </p:nvSpPr>
        <p:spPr>
          <a:xfrm>
            <a:off x="4407337" y="34316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1</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38" name="矩形 37"/>
          <p:cNvSpPr/>
          <p:nvPr/>
        </p:nvSpPr>
        <p:spPr>
          <a:xfrm>
            <a:off x="6674766" y="3436308"/>
            <a:ext cx="125867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39" name="椭圆 38"/>
          <p:cNvSpPr/>
          <p:nvPr/>
        </p:nvSpPr>
        <p:spPr>
          <a:xfrm>
            <a:off x="6257672" y="34316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2</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40" name="矩形 39"/>
          <p:cNvSpPr/>
          <p:nvPr/>
        </p:nvSpPr>
        <p:spPr>
          <a:xfrm>
            <a:off x="8554598" y="34363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41" name="椭圆 40"/>
          <p:cNvSpPr/>
          <p:nvPr/>
        </p:nvSpPr>
        <p:spPr>
          <a:xfrm>
            <a:off x="8137504" y="34316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3</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42" name="矩形 41"/>
          <p:cNvSpPr/>
          <p:nvPr/>
        </p:nvSpPr>
        <p:spPr>
          <a:xfrm>
            <a:off x="4824431" y="43344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43" name="椭圆 42"/>
          <p:cNvSpPr/>
          <p:nvPr/>
        </p:nvSpPr>
        <p:spPr>
          <a:xfrm>
            <a:off x="4407337" y="43297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4</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44" name="矩形 43"/>
          <p:cNvSpPr/>
          <p:nvPr/>
        </p:nvSpPr>
        <p:spPr>
          <a:xfrm>
            <a:off x="6674766" y="43344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45" name="椭圆 44"/>
          <p:cNvSpPr/>
          <p:nvPr/>
        </p:nvSpPr>
        <p:spPr>
          <a:xfrm>
            <a:off x="6257672" y="43297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5</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46" name="矩形 45"/>
          <p:cNvSpPr/>
          <p:nvPr/>
        </p:nvSpPr>
        <p:spPr>
          <a:xfrm>
            <a:off x="8554598" y="4334408"/>
            <a:ext cx="1210588" cy="400110"/>
          </a:xfrm>
          <a:prstGeom prst="rect">
            <a:avLst/>
          </a:prstGeom>
        </p:spPr>
        <p:txBody>
          <a:bodyPr wrap="none">
            <a:spAutoFit/>
          </a:bodyPr>
          <a:lstStyle/>
          <a:p>
            <a:r>
              <a:rPr lang="zh-CN" altLang="en-US" sz="2000" dirty="0" smtClean="0">
                <a:solidFill>
                  <a:srgbClr val="AB1E21"/>
                </a:solidFill>
                <a:latin typeface="思源黑体 CN Medium" panose="020B0600000000000000" pitchFamily="34" charset="-122"/>
                <a:ea typeface="思源黑体 CN Medium" panose="020B0600000000000000" pitchFamily="34" charset="-122"/>
              </a:rPr>
              <a:t>您的标题</a:t>
            </a:r>
            <a:endParaRPr lang="zh-CN" altLang="en-US" sz="2000" dirty="0">
              <a:solidFill>
                <a:srgbClr val="AB1E21"/>
              </a:solidFill>
              <a:latin typeface="思源黑体 CN Medium" panose="020B0600000000000000" pitchFamily="34" charset="-122"/>
              <a:ea typeface="思源黑体 CN Medium" panose="020B0600000000000000" pitchFamily="34" charset="-122"/>
            </a:endParaRPr>
          </a:p>
        </p:txBody>
      </p:sp>
      <p:sp>
        <p:nvSpPr>
          <p:cNvPr id="47" name="椭圆 46"/>
          <p:cNvSpPr/>
          <p:nvPr/>
        </p:nvSpPr>
        <p:spPr>
          <a:xfrm>
            <a:off x="8137504" y="4329757"/>
            <a:ext cx="417094" cy="417094"/>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思源黑体 CN Medium" panose="020B0600000000000000" pitchFamily="34" charset="-122"/>
                <a:ea typeface="思源黑体 CN Medium" panose="020B0600000000000000" pitchFamily="34" charset="-122"/>
              </a:rPr>
              <a:t>6</a:t>
            </a:r>
            <a:endParaRPr lang="zh-CN" altLang="en-US" sz="1600" dirty="0">
              <a:solidFill>
                <a:schemeClr val="bg1"/>
              </a:solidFill>
              <a:latin typeface="思源黑体 CN Medium" panose="020B0600000000000000" pitchFamily="34" charset="-122"/>
              <a:ea typeface="思源黑体 CN Medium" panose="020B0600000000000000" pitchFamily="34" charset="-122"/>
            </a:endParaRPr>
          </a:p>
        </p:txBody>
      </p:sp>
      <p:sp>
        <p:nvSpPr>
          <p:cNvPr id="48" name="任意多边形: 形状 120"/>
          <p:cNvSpPr/>
          <p:nvPr/>
        </p:nvSpPr>
        <p:spPr>
          <a:xfrm rot="18201767">
            <a:off x="2498891" y="1017834"/>
            <a:ext cx="979224" cy="985205"/>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9" name="椭圆 48"/>
          <p:cNvSpPr/>
          <p:nvPr/>
        </p:nvSpPr>
        <p:spPr>
          <a:xfrm rot="16200000">
            <a:off x="6536383" y="1404540"/>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rot="16200000">
            <a:off x="1566654" y="4983591"/>
            <a:ext cx="140946" cy="140946"/>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44213" y="2934527"/>
            <a:ext cx="2372539" cy="830997"/>
          </a:xfrm>
          <a:prstGeom prst="rect">
            <a:avLst/>
          </a:prstGeom>
          <a:noFill/>
        </p:spPr>
        <p:txBody>
          <a:bodyPr wrap="square" rtlCol="0">
            <a:spAutoFit/>
          </a:bodyPr>
          <a:lstStyle/>
          <a:p>
            <a:r>
              <a:rPr lang="en-US" altLang="zh-CN" sz="4800" dirty="0" smtClean="0">
                <a:solidFill>
                  <a:schemeClr val="bg1"/>
                </a:solidFill>
                <a:latin typeface="思源黑体 CN Medium" panose="020B0600000000000000" pitchFamily="34" charset="-122"/>
                <a:ea typeface="思源黑体 CN Medium" panose="020B0600000000000000" pitchFamily="34" charset="-122"/>
              </a:rPr>
              <a:t>PART 6</a:t>
            </a:r>
            <a:endParaRPr lang="zh-CN" altLang="en-US" sz="4800" dirty="0">
              <a:solidFill>
                <a:schemeClr val="bg1"/>
              </a:solidFill>
              <a:latin typeface="思源黑体 CN Medium" panose="020B0600000000000000" pitchFamily="34" charset="-122"/>
              <a:ea typeface="思源黑体 CN Medium" panose="020B0600000000000000" pitchFamily="34" charset="-122"/>
            </a:endParaRPr>
          </a:p>
        </p:txBody>
      </p:sp>
      <p:sp>
        <p:nvSpPr>
          <p:cNvPr id="52" name="椭圆 51"/>
          <p:cNvSpPr/>
          <p:nvPr/>
        </p:nvSpPr>
        <p:spPr>
          <a:xfrm>
            <a:off x="2485210" y="5481711"/>
            <a:ext cx="603363" cy="603363"/>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500"/>
                                        <p:tgtEl>
                                          <p:spTgt spid="3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500"/>
                                        <p:tgtEl>
                                          <p:spTgt spid="3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500"/>
                                        <p:tgtEl>
                                          <p:spTgt spid="3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500"/>
                                        <p:tgtEl>
                                          <p:spTgt spid="4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fade">
                                      <p:cBhvr>
                                        <p:cTn id="25" dur="500"/>
                                        <p:tgtEl>
                                          <p:spTgt spid="4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fade">
                                      <p:cBhvr>
                                        <p:cTn id="28" dur="500"/>
                                        <p:tgtEl>
                                          <p:spTgt spid="4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fade">
                                      <p:cBhvr>
                                        <p:cTn id="31" dur="500"/>
                                        <p:tgtEl>
                                          <p:spTgt spid="4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fade">
                                      <p:cBhvr>
                                        <p:cTn id="34" dur="500"/>
                                        <p:tgtEl>
                                          <p:spTgt spid="4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fade">
                                      <p:cBhvr>
                                        <p:cTn id="37" dur="500"/>
                                        <p:tgtEl>
                                          <p:spTgt spid="4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7"/>
                                        </p:tgtEl>
                                        <p:attrNameLst>
                                          <p:attrName>style.visibility</p:attrName>
                                        </p:attrNameLst>
                                      </p:cBhvr>
                                      <p:to>
                                        <p:strVal val="visible"/>
                                      </p:to>
                                    </p:set>
                                    <p:animEffect transition="in" filter="fade">
                                      <p:cBhvr>
                                        <p:cTn id="4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bldLvl="0" animBg="1"/>
      <p:bldP spid="38" grpId="0"/>
      <p:bldP spid="39" grpId="0" bldLvl="0" animBg="1"/>
      <p:bldP spid="40" grpId="0"/>
      <p:bldP spid="41" grpId="0" bldLvl="0" animBg="1"/>
      <p:bldP spid="42" grpId="0"/>
      <p:bldP spid="43" grpId="0" bldLvl="0" animBg="1"/>
      <p:bldP spid="44" grpId="0"/>
      <p:bldP spid="45" grpId="0" bldLvl="0" animBg="1"/>
      <p:bldP spid="46" grpId="0"/>
      <p:bldP spid="47"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963582" y="2346840"/>
            <a:ext cx="1539575" cy="1780511"/>
            <a:chOff x="5309021" y="2381859"/>
            <a:chExt cx="1025219" cy="1185661"/>
          </a:xfrm>
        </p:grpSpPr>
        <p:sp>
          <p:nvSpPr>
            <p:cNvPr id="3" name="Freeform 8"/>
            <p:cNvSpPr/>
            <p:nvPr/>
          </p:nvSpPr>
          <p:spPr bwMode="auto">
            <a:xfrm>
              <a:off x="5309021" y="2381859"/>
              <a:ext cx="1025219" cy="1185661"/>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4" name="Freeform 14"/>
            <p:cNvSpPr>
              <a:spLocks noEditPoints="1"/>
            </p:cNvSpPr>
            <p:nvPr/>
          </p:nvSpPr>
          <p:spPr bwMode="auto">
            <a:xfrm>
              <a:off x="5655005" y="2697514"/>
              <a:ext cx="327928" cy="447732"/>
            </a:xfrm>
            <a:custGeom>
              <a:avLst/>
              <a:gdLst>
                <a:gd name="T0" fmla="*/ 95 w 723"/>
                <a:gd name="T1" fmla="*/ 160 h 986"/>
                <a:gd name="T2" fmla="*/ 80 w 723"/>
                <a:gd name="T3" fmla="*/ 986 h 986"/>
                <a:gd name="T4" fmla="*/ 723 w 723"/>
                <a:gd name="T5" fmla="*/ 242 h 986"/>
                <a:gd name="T6" fmla="*/ 668 w 723"/>
                <a:gd name="T7" fmla="*/ 260 h 986"/>
                <a:gd name="T8" fmla="*/ 83 w 723"/>
                <a:gd name="T9" fmla="*/ 929 h 986"/>
                <a:gd name="T10" fmla="*/ 313 w 723"/>
                <a:gd name="T11" fmla="*/ 105 h 986"/>
                <a:gd name="T12" fmla="*/ 410 w 723"/>
                <a:gd name="T13" fmla="*/ 105 h 986"/>
                <a:gd name="T14" fmla="*/ 360 w 723"/>
                <a:gd name="T15" fmla="*/ 157 h 986"/>
                <a:gd name="T16" fmla="*/ 253 w 723"/>
                <a:gd name="T17" fmla="*/ 107 h 986"/>
                <a:gd name="T18" fmla="*/ 133 w 723"/>
                <a:gd name="T19" fmla="*/ 250 h 986"/>
                <a:gd name="T20" fmla="*/ 590 w 723"/>
                <a:gd name="T21" fmla="*/ 250 h 986"/>
                <a:gd name="T22" fmla="*/ 470 w 723"/>
                <a:gd name="T23" fmla="*/ 107 h 986"/>
                <a:gd name="T24" fmla="*/ 253 w 723"/>
                <a:gd name="T25" fmla="*/ 107 h 986"/>
                <a:gd name="T26" fmla="*/ 255 w 723"/>
                <a:gd name="T27" fmla="*/ 749 h 986"/>
                <a:gd name="T28" fmla="*/ 175 w 723"/>
                <a:gd name="T29" fmla="*/ 771 h 986"/>
                <a:gd name="T30" fmla="*/ 158 w 723"/>
                <a:gd name="T31" fmla="*/ 789 h 986"/>
                <a:gd name="T32" fmla="*/ 255 w 723"/>
                <a:gd name="T33" fmla="*/ 796 h 986"/>
                <a:gd name="T34" fmla="*/ 153 w 723"/>
                <a:gd name="T35" fmla="*/ 846 h 986"/>
                <a:gd name="T36" fmla="*/ 280 w 723"/>
                <a:gd name="T37" fmla="*/ 784 h 986"/>
                <a:gd name="T38" fmla="*/ 280 w 723"/>
                <a:gd name="T39" fmla="*/ 744 h 986"/>
                <a:gd name="T40" fmla="*/ 128 w 723"/>
                <a:gd name="T41" fmla="*/ 751 h 986"/>
                <a:gd name="T42" fmla="*/ 248 w 723"/>
                <a:gd name="T43" fmla="*/ 879 h 986"/>
                <a:gd name="T44" fmla="*/ 248 w 723"/>
                <a:gd name="T45" fmla="*/ 387 h 986"/>
                <a:gd name="T46" fmla="*/ 175 w 723"/>
                <a:gd name="T47" fmla="*/ 409 h 986"/>
                <a:gd name="T48" fmla="*/ 200 w 723"/>
                <a:gd name="T49" fmla="*/ 474 h 986"/>
                <a:gd name="T50" fmla="*/ 153 w 723"/>
                <a:gd name="T51" fmla="*/ 492 h 986"/>
                <a:gd name="T52" fmla="*/ 248 w 723"/>
                <a:gd name="T53" fmla="*/ 362 h 986"/>
                <a:gd name="T54" fmla="*/ 128 w 723"/>
                <a:gd name="T55" fmla="*/ 489 h 986"/>
                <a:gd name="T56" fmla="*/ 279 w 723"/>
                <a:gd name="T57" fmla="*/ 416 h 986"/>
                <a:gd name="T58" fmla="*/ 278 w 723"/>
                <a:gd name="T59" fmla="*/ 382 h 986"/>
                <a:gd name="T60" fmla="*/ 255 w 723"/>
                <a:gd name="T61" fmla="*/ 582 h 986"/>
                <a:gd name="T62" fmla="*/ 158 w 723"/>
                <a:gd name="T63" fmla="*/ 607 h 986"/>
                <a:gd name="T64" fmla="*/ 255 w 723"/>
                <a:gd name="T65" fmla="*/ 672 h 986"/>
                <a:gd name="T66" fmla="*/ 280 w 723"/>
                <a:gd name="T67" fmla="*/ 563 h 986"/>
                <a:gd name="T68" fmla="*/ 128 w 723"/>
                <a:gd name="T69" fmla="*/ 569 h 986"/>
                <a:gd name="T70" fmla="*/ 255 w 723"/>
                <a:gd name="T71" fmla="*/ 696 h 986"/>
                <a:gd name="T72" fmla="*/ 334 w 723"/>
                <a:gd name="T73" fmla="*/ 538 h 986"/>
                <a:gd name="T74" fmla="*/ 378 w 723"/>
                <a:gd name="T75" fmla="*/ 836 h 986"/>
                <a:gd name="T76" fmla="*/ 580 w 723"/>
                <a:gd name="T77" fmla="*/ 774 h 986"/>
                <a:gd name="T78" fmla="*/ 370 w 723"/>
                <a:gd name="T79" fmla="*/ 829 h 986"/>
                <a:gd name="T80" fmla="*/ 580 w 723"/>
                <a:gd name="T81" fmla="*/ 587 h 986"/>
                <a:gd name="T82" fmla="*/ 370 w 723"/>
                <a:gd name="T83" fmla="*/ 474 h 986"/>
                <a:gd name="T84" fmla="*/ 370 w 723"/>
                <a:gd name="T85" fmla="*/ 407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23" h="986">
                  <a:moveTo>
                    <a:pt x="55" y="260"/>
                  </a:moveTo>
                  <a:cubicBezTo>
                    <a:pt x="55" y="232"/>
                    <a:pt x="68" y="218"/>
                    <a:pt x="95" y="217"/>
                  </a:cubicBezTo>
                  <a:lnTo>
                    <a:pt x="95" y="160"/>
                  </a:lnTo>
                  <a:cubicBezTo>
                    <a:pt x="45" y="161"/>
                    <a:pt x="0" y="193"/>
                    <a:pt x="0" y="242"/>
                  </a:cubicBezTo>
                  <a:lnTo>
                    <a:pt x="0" y="906"/>
                  </a:lnTo>
                  <a:cubicBezTo>
                    <a:pt x="0" y="947"/>
                    <a:pt x="40" y="986"/>
                    <a:pt x="80" y="986"/>
                  </a:cubicBezTo>
                  <a:lnTo>
                    <a:pt x="643" y="986"/>
                  </a:lnTo>
                  <a:cubicBezTo>
                    <a:pt x="683" y="986"/>
                    <a:pt x="723" y="947"/>
                    <a:pt x="723" y="906"/>
                  </a:cubicBezTo>
                  <a:lnTo>
                    <a:pt x="723" y="242"/>
                  </a:lnTo>
                  <a:cubicBezTo>
                    <a:pt x="723" y="193"/>
                    <a:pt x="678" y="161"/>
                    <a:pt x="628" y="160"/>
                  </a:cubicBezTo>
                  <a:lnTo>
                    <a:pt x="628" y="217"/>
                  </a:lnTo>
                  <a:cubicBezTo>
                    <a:pt x="655" y="218"/>
                    <a:pt x="668" y="232"/>
                    <a:pt x="668" y="260"/>
                  </a:cubicBezTo>
                  <a:lnTo>
                    <a:pt x="668" y="889"/>
                  </a:lnTo>
                  <a:cubicBezTo>
                    <a:pt x="668" y="908"/>
                    <a:pt x="659" y="929"/>
                    <a:pt x="640" y="929"/>
                  </a:cubicBezTo>
                  <a:lnTo>
                    <a:pt x="83" y="929"/>
                  </a:lnTo>
                  <a:cubicBezTo>
                    <a:pt x="61" y="929"/>
                    <a:pt x="55" y="906"/>
                    <a:pt x="55" y="884"/>
                  </a:cubicBezTo>
                  <a:lnTo>
                    <a:pt x="55" y="260"/>
                  </a:lnTo>
                  <a:close/>
                  <a:moveTo>
                    <a:pt x="313" y="105"/>
                  </a:moveTo>
                  <a:cubicBezTo>
                    <a:pt x="313" y="82"/>
                    <a:pt x="335" y="60"/>
                    <a:pt x="358" y="60"/>
                  </a:cubicBezTo>
                  <a:lnTo>
                    <a:pt x="365" y="60"/>
                  </a:lnTo>
                  <a:cubicBezTo>
                    <a:pt x="388" y="60"/>
                    <a:pt x="410" y="82"/>
                    <a:pt x="410" y="105"/>
                  </a:cubicBezTo>
                  <a:lnTo>
                    <a:pt x="410" y="110"/>
                  </a:lnTo>
                  <a:cubicBezTo>
                    <a:pt x="410" y="135"/>
                    <a:pt x="388" y="157"/>
                    <a:pt x="363" y="157"/>
                  </a:cubicBezTo>
                  <a:lnTo>
                    <a:pt x="360" y="157"/>
                  </a:lnTo>
                  <a:cubicBezTo>
                    <a:pt x="335" y="157"/>
                    <a:pt x="313" y="135"/>
                    <a:pt x="313" y="110"/>
                  </a:cubicBezTo>
                  <a:lnTo>
                    <a:pt x="313" y="105"/>
                  </a:lnTo>
                  <a:close/>
                  <a:moveTo>
                    <a:pt x="253" y="107"/>
                  </a:moveTo>
                  <a:lnTo>
                    <a:pt x="173" y="107"/>
                  </a:lnTo>
                  <a:cubicBezTo>
                    <a:pt x="145" y="107"/>
                    <a:pt x="133" y="120"/>
                    <a:pt x="133" y="147"/>
                  </a:cubicBezTo>
                  <a:lnTo>
                    <a:pt x="133" y="250"/>
                  </a:lnTo>
                  <a:cubicBezTo>
                    <a:pt x="133" y="267"/>
                    <a:pt x="144" y="285"/>
                    <a:pt x="160" y="285"/>
                  </a:cubicBezTo>
                  <a:lnTo>
                    <a:pt x="563" y="285"/>
                  </a:lnTo>
                  <a:cubicBezTo>
                    <a:pt x="579" y="285"/>
                    <a:pt x="590" y="267"/>
                    <a:pt x="590" y="250"/>
                  </a:cubicBezTo>
                  <a:lnTo>
                    <a:pt x="590" y="147"/>
                  </a:lnTo>
                  <a:cubicBezTo>
                    <a:pt x="590" y="120"/>
                    <a:pt x="578" y="107"/>
                    <a:pt x="550" y="107"/>
                  </a:cubicBezTo>
                  <a:lnTo>
                    <a:pt x="470" y="107"/>
                  </a:lnTo>
                  <a:cubicBezTo>
                    <a:pt x="470" y="52"/>
                    <a:pt x="423" y="0"/>
                    <a:pt x="370" y="0"/>
                  </a:cubicBezTo>
                  <a:lnTo>
                    <a:pt x="353" y="0"/>
                  </a:lnTo>
                  <a:cubicBezTo>
                    <a:pt x="300" y="0"/>
                    <a:pt x="253" y="52"/>
                    <a:pt x="253" y="107"/>
                  </a:cubicBezTo>
                  <a:close/>
                  <a:moveTo>
                    <a:pt x="153" y="756"/>
                  </a:moveTo>
                  <a:cubicBezTo>
                    <a:pt x="153" y="751"/>
                    <a:pt x="154" y="749"/>
                    <a:pt x="160" y="749"/>
                  </a:cubicBezTo>
                  <a:lnTo>
                    <a:pt x="255" y="749"/>
                  </a:lnTo>
                  <a:lnTo>
                    <a:pt x="255" y="756"/>
                  </a:lnTo>
                  <a:cubicBezTo>
                    <a:pt x="255" y="764"/>
                    <a:pt x="216" y="787"/>
                    <a:pt x="208" y="791"/>
                  </a:cubicBezTo>
                  <a:cubicBezTo>
                    <a:pt x="201" y="786"/>
                    <a:pt x="186" y="771"/>
                    <a:pt x="175" y="771"/>
                  </a:cubicBezTo>
                  <a:lnTo>
                    <a:pt x="173" y="771"/>
                  </a:lnTo>
                  <a:cubicBezTo>
                    <a:pt x="167" y="771"/>
                    <a:pt x="158" y="780"/>
                    <a:pt x="158" y="786"/>
                  </a:cubicBezTo>
                  <a:lnTo>
                    <a:pt x="158" y="789"/>
                  </a:lnTo>
                  <a:cubicBezTo>
                    <a:pt x="158" y="795"/>
                    <a:pt x="193" y="834"/>
                    <a:pt x="200" y="834"/>
                  </a:cubicBezTo>
                  <a:lnTo>
                    <a:pt x="203" y="834"/>
                  </a:lnTo>
                  <a:cubicBezTo>
                    <a:pt x="208" y="834"/>
                    <a:pt x="247" y="802"/>
                    <a:pt x="255" y="796"/>
                  </a:cubicBezTo>
                  <a:cubicBezTo>
                    <a:pt x="255" y="810"/>
                    <a:pt x="261" y="854"/>
                    <a:pt x="248" y="854"/>
                  </a:cubicBezTo>
                  <a:lnTo>
                    <a:pt x="160" y="854"/>
                  </a:lnTo>
                  <a:cubicBezTo>
                    <a:pt x="154" y="854"/>
                    <a:pt x="153" y="852"/>
                    <a:pt x="153" y="846"/>
                  </a:cubicBezTo>
                  <a:lnTo>
                    <a:pt x="153" y="756"/>
                  </a:lnTo>
                  <a:close/>
                  <a:moveTo>
                    <a:pt x="248" y="879"/>
                  </a:moveTo>
                  <a:cubicBezTo>
                    <a:pt x="295" y="879"/>
                    <a:pt x="277" y="827"/>
                    <a:pt x="280" y="784"/>
                  </a:cubicBezTo>
                  <a:cubicBezTo>
                    <a:pt x="282" y="762"/>
                    <a:pt x="337" y="742"/>
                    <a:pt x="343" y="721"/>
                  </a:cubicBezTo>
                  <a:lnTo>
                    <a:pt x="335" y="721"/>
                  </a:lnTo>
                  <a:cubicBezTo>
                    <a:pt x="318" y="721"/>
                    <a:pt x="293" y="737"/>
                    <a:pt x="280" y="744"/>
                  </a:cubicBezTo>
                  <a:cubicBezTo>
                    <a:pt x="274" y="735"/>
                    <a:pt x="268" y="724"/>
                    <a:pt x="253" y="724"/>
                  </a:cubicBezTo>
                  <a:lnTo>
                    <a:pt x="155" y="724"/>
                  </a:lnTo>
                  <a:cubicBezTo>
                    <a:pt x="141" y="724"/>
                    <a:pt x="128" y="737"/>
                    <a:pt x="128" y="751"/>
                  </a:cubicBezTo>
                  <a:lnTo>
                    <a:pt x="128" y="851"/>
                  </a:lnTo>
                  <a:cubicBezTo>
                    <a:pt x="128" y="868"/>
                    <a:pt x="143" y="879"/>
                    <a:pt x="160" y="879"/>
                  </a:cubicBezTo>
                  <a:lnTo>
                    <a:pt x="248" y="879"/>
                  </a:lnTo>
                  <a:close/>
                  <a:moveTo>
                    <a:pt x="153" y="394"/>
                  </a:moveTo>
                  <a:cubicBezTo>
                    <a:pt x="153" y="389"/>
                    <a:pt x="154" y="387"/>
                    <a:pt x="160" y="387"/>
                  </a:cubicBezTo>
                  <a:lnTo>
                    <a:pt x="248" y="387"/>
                  </a:lnTo>
                  <a:cubicBezTo>
                    <a:pt x="253" y="387"/>
                    <a:pt x="255" y="389"/>
                    <a:pt x="255" y="394"/>
                  </a:cubicBezTo>
                  <a:cubicBezTo>
                    <a:pt x="255" y="401"/>
                    <a:pt x="213" y="429"/>
                    <a:pt x="208" y="429"/>
                  </a:cubicBezTo>
                  <a:cubicBezTo>
                    <a:pt x="203" y="429"/>
                    <a:pt x="190" y="409"/>
                    <a:pt x="175" y="409"/>
                  </a:cubicBezTo>
                  <a:cubicBezTo>
                    <a:pt x="168" y="409"/>
                    <a:pt x="158" y="417"/>
                    <a:pt x="158" y="424"/>
                  </a:cubicBezTo>
                  <a:lnTo>
                    <a:pt x="158" y="427"/>
                  </a:lnTo>
                  <a:cubicBezTo>
                    <a:pt x="158" y="437"/>
                    <a:pt x="192" y="470"/>
                    <a:pt x="200" y="474"/>
                  </a:cubicBezTo>
                  <a:lnTo>
                    <a:pt x="255" y="434"/>
                  </a:lnTo>
                  <a:lnTo>
                    <a:pt x="255" y="492"/>
                  </a:lnTo>
                  <a:lnTo>
                    <a:pt x="153" y="492"/>
                  </a:lnTo>
                  <a:lnTo>
                    <a:pt x="153" y="394"/>
                  </a:lnTo>
                  <a:close/>
                  <a:moveTo>
                    <a:pt x="278" y="382"/>
                  </a:moveTo>
                  <a:cubicBezTo>
                    <a:pt x="275" y="369"/>
                    <a:pt x="264" y="362"/>
                    <a:pt x="248" y="362"/>
                  </a:cubicBezTo>
                  <a:lnTo>
                    <a:pt x="160" y="362"/>
                  </a:lnTo>
                  <a:cubicBezTo>
                    <a:pt x="143" y="362"/>
                    <a:pt x="128" y="373"/>
                    <a:pt x="128" y="390"/>
                  </a:cubicBezTo>
                  <a:lnTo>
                    <a:pt x="128" y="489"/>
                  </a:lnTo>
                  <a:cubicBezTo>
                    <a:pt x="128" y="504"/>
                    <a:pt x="141" y="517"/>
                    <a:pt x="155" y="517"/>
                  </a:cubicBezTo>
                  <a:lnTo>
                    <a:pt x="253" y="517"/>
                  </a:lnTo>
                  <a:cubicBezTo>
                    <a:pt x="292" y="517"/>
                    <a:pt x="280" y="455"/>
                    <a:pt x="279" y="416"/>
                  </a:cubicBezTo>
                  <a:lnTo>
                    <a:pt x="343" y="362"/>
                  </a:lnTo>
                  <a:cubicBezTo>
                    <a:pt x="343" y="362"/>
                    <a:pt x="338" y="360"/>
                    <a:pt x="338" y="360"/>
                  </a:cubicBezTo>
                  <a:cubicBezTo>
                    <a:pt x="313" y="360"/>
                    <a:pt x="293" y="381"/>
                    <a:pt x="278" y="382"/>
                  </a:cubicBezTo>
                  <a:close/>
                  <a:moveTo>
                    <a:pt x="153" y="569"/>
                  </a:moveTo>
                  <a:lnTo>
                    <a:pt x="255" y="569"/>
                  </a:lnTo>
                  <a:lnTo>
                    <a:pt x="255" y="582"/>
                  </a:lnTo>
                  <a:lnTo>
                    <a:pt x="208" y="612"/>
                  </a:lnTo>
                  <a:lnTo>
                    <a:pt x="176" y="588"/>
                  </a:lnTo>
                  <a:cubicBezTo>
                    <a:pt x="168" y="593"/>
                    <a:pt x="158" y="595"/>
                    <a:pt x="158" y="607"/>
                  </a:cubicBezTo>
                  <a:cubicBezTo>
                    <a:pt x="158" y="614"/>
                    <a:pt x="193" y="654"/>
                    <a:pt x="200" y="654"/>
                  </a:cubicBezTo>
                  <a:cubicBezTo>
                    <a:pt x="212" y="654"/>
                    <a:pt x="242" y="620"/>
                    <a:pt x="255" y="617"/>
                  </a:cubicBezTo>
                  <a:lnTo>
                    <a:pt x="255" y="672"/>
                  </a:lnTo>
                  <a:lnTo>
                    <a:pt x="153" y="672"/>
                  </a:lnTo>
                  <a:lnTo>
                    <a:pt x="153" y="569"/>
                  </a:lnTo>
                  <a:close/>
                  <a:moveTo>
                    <a:pt x="280" y="563"/>
                  </a:moveTo>
                  <a:cubicBezTo>
                    <a:pt x="275" y="555"/>
                    <a:pt x="269" y="544"/>
                    <a:pt x="255" y="544"/>
                  </a:cubicBezTo>
                  <a:lnTo>
                    <a:pt x="153" y="544"/>
                  </a:lnTo>
                  <a:cubicBezTo>
                    <a:pt x="140" y="544"/>
                    <a:pt x="128" y="557"/>
                    <a:pt x="128" y="569"/>
                  </a:cubicBezTo>
                  <a:lnTo>
                    <a:pt x="128" y="672"/>
                  </a:lnTo>
                  <a:cubicBezTo>
                    <a:pt x="128" y="684"/>
                    <a:pt x="140" y="696"/>
                    <a:pt x="153" y="696"/>
                  </a:cubicBezTo>
                  <a:lnTo>
                    <a:pt x="255" y="696"/>
                  </a:lnTo>
                  <a:cubicBezTo>
                    <a:pt x="291" y="696"/>
                    <a:pt x="280" y="632"/>
                    <a:pt x="279" y="596"/>
                  </a:cubicBezTo>
                  <a:lnTo>
                    <a:pt x="343" y="542"/>
                  </a:lnTo>
                  <a:lnTo>
                    <a:pt x="334" y="538"/>
                  </a:lnTo>
                  <a:lnTo>
                    <a:pt x="280" y="563"/>
                  </a:lnTo>
                  <a:close/>
                  <a:moveTo>
                    <a:pt x="370" y="829"/>
                  </a:moveTo>
                  <a:cubicBezTo>
                    <a:pt x="370" y="834"/>
                    <a:pt x="372" y="836"/>
                    <a:pt x="378" y="836"/>
                  </a:cubicBezTo>
                  <a:lnTo>
                    <a:pt x="573" y="836"/>
                  </a:lnTo>
                  <a:cubicBezTo>
                    <a:pt x="579" y="836"/>
                    <a:pt x="580" y="834"/>
                    <a:pt x="580" y="829"/>
                  </a:cubicBezTo>
                  <a:lnTo>
                    <a:pt x="580" y="774"/>
                  </a:lnTo>
                  <a:cubicBezTo>
                    <a:pt x="580" y="768"/>
                    <a:pt x="579" y="766"/>
                    <a:pt x="573" y="766"/>
                  </a:cubicBezTo>
                  <a:lnTo>
                    <a:pt x="370" y="766"/>
                  </a:lnTo>
                  <a:lnTo>
                    <a:pt x="370" y="829"/>
                  </a:lnTo>
                  <a:close/>
                  <a:moveTo>
                    <a:pt x="370" y="654"/>
                  </a:moveTo>
                  <a:lnTo>
                    <a:pt x="580" y="654"/>
                  </a:lnTo>
                  <a:lnTo>
                    <a:pt x="580" y="587"/>
                  </a:lnTo>
                  <a:lnTo>
                    <a:pt x="370" y="587"/>
                  </a:lnTo>
                  <a:lnTo>
                    <a:pt x="370" y="654"/>
                  </a:lnTo>
                  <a:close/>
                  <a:moveTo>
                    <a:pt x="370" y="474"/>
                  </a:moveTo>
                  <a:lnTo>
                    <a:pt x="523" y="474"/>
                  </a:lnTo>
                  <a:lnTo>
                    <a:pt x="523" y="407"/>
                  </a:lnTo>
                  <a:lnTo>
                    <a:pt x="370" y="407"/>
                  </a:lnTo>
                  <a:lnTo>
                    <a:pt x="370" y="474"/>
                  </a:lnTo>
                  <a:close/>
                </a:path>
              </a:pathLst>
            </a:custGeom>
            <a:solidFill>
              <a:schemeClr val="bg1"/>
            </a:solidFill>
            <a:ln w="25400">
              <a:no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grpSp>
      <p:grpSp>
        <p:nvGrpSpPr>
          <p:cNvPr id="5" name="组合 4"/>
          <p:cNvGrpSpPr/>
          <p:nvPr/>
        </p:nvGrpSpPr>
        <p:grpSpPr>
          <a:xfrm>
            <a:off x="4189798" y="3757859"/>
            <a:ext cx="1539575" cy="1780511"/>
            <a:chOff x="4754960" y="3327704"/>
            <a:chExt cx="1025219" cy="1185661"/>
          </a:xfrm>
        </p:grpSpPr>
        <p:sp>
          <p:nvSpPr>
            <p:cNvPr id="6" name="Freeform 8"/>
            <p:cNvSpPr/>
            <p:nvPr/>
          </p:nvSpPr>
          <p:spPr bwMode="auto">
            <a:xfrm>
              <a:off x="4754960" y="3327704"/>
              <a:ext cx="1025219" cy="1185661"/>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rgbClr val="AC4243"/>
            </a:solidFill>
            <a:ln w="19050">
              <a:noFill/>
            </a:ln>
            <a:effectLst/>
          </p:spPr>
          <p:txBody>
            <a:bodyPr vert="horz" wrap="square" lIns="68571" tIns="34285" rIns="68571" bIns="34285" numCol="1" anchor="t" anchorCtr="0" compatLnSpc="1"/>
            <a:lstStyle/>
            <a:p>
              <a:pPr>
                <a:defRPr/>
              </a:pPr>
              <a:endParaRPr lang="zh-CN" altLang="en-US" kern="0">
                <a:solidFill>
                  <a:schemeClr val="tx1">
                    <a:lumMod val="85000"/>
                    <a:lumOff val="15000"/>
                  </a:schemeClr>
                </a:solidFill>
                <a:latin typeface="Calibri" panose="020F0502020204030204"/>
                <a:ea typeface="宋体" pitchFamily="2" charset="-122"/>
              </a:endParaRPr>
            </a:p>
          </p:txBody>
        </p:sp>
        <p:grpSp>
          <p:nvGrpSpPr>
            <p:cNvPr id="7" name="组合 6"/>
            <p:cNvGrpSpPr/>
            <p:nvPr/>
          </p:nvGrpSpPr>
          <p:grpSpPr>
            <a:xfrm>
              <a:off x="5063754" y="3698542"/>
              <a:ext cx="348221" cy="380748"/>
              <a:chOff x="697828" y="4453123"/>
              <a:chExt cx="229831" cy="251300"/>
            </a:xfrm>
            <a:solidFill>
              <a:schemeClr val="bg1"/>
            </a:solidFill>
            <a:effectLst/>
          </p:grpSpPr>
          <p:sp>
            <p:nvSpPr>
              <p:cNvPr id="8" name="Freeform 665"/>
              <p:cNvSpPr/>
              <p:nvPr/>
            </p:nvSpPr>
            <p:spPr bwMode="auto">
              <a:xfrm>
                <a:off x="697828" y="4453123"/>
                <a:ext cx="229831" cy="177458"/>
              </a:xfrm>
              <a:custGeom>
                <a:avLst/>
                <a:gdLst>
                  <a:gd name="T0" fmla="*/ 179 w 193"/>
                  <a:gd name="T1" fmla="*/ 54 h 149"/>
                  <a:gd name="T2" fmla="*/ 193 w 193"/>
                  <a:gd name="T3" fmla="*/ 0 h 149"/>
                  <a:gd name="T4" fmla="*/ 138 w 193"/>
                  <a:gd name="T5" fmla="*/ 13 h 149"/>
                  <a:gd name="T6" fmla="*/ 152 w 193"/>
                  <a:gd name="T7" fmla="*/ 27 h 149"/>
                  <a:gd name="T8" fmla="*/ 99 w 193"/>
                  <a:gd name="T9" fmla="*/ 79 h 149"/>
                  <a:gd name="T10" fmla="*/ 77 w 193"/>
                  <a:gd name="T11" fmla="*/ 57 h 149"/>
                  <a:gd name="T12" fmla="*/ 0 w 193"/>
                  <a:gd name="T13" fmla="*/ 134 h 149"/>
                  <a:gd name="T14" fmla="*/ 15 w 193"/>
                  <a:gd name="T15" fmla="*/ 149 h 149"/>
                  <a:gd name="T16" fmla="*/ 15 w 193"/>
                  <a:gd name="T17" fmla="*/ 149 h 149"/>
                  <a:gd name="T18" fmla="*/ 77 w 193"/>
                  <a:gd name="T19" fmla="*/ 87 h 149"/>
                  <a:gd name="T20" fmla="*/ 99 w 193"/>
                  <a:gd name="T21" fmla="*/ 108 h 149"/>
                  <a:gd name="T22" fmla="*/ 167 w 193"/>
                  <a:gd name="T23" fmla="*/ 41 h 149"/>
                  <a:gd name="T24" fmla="*/ 179 w 193"/>
                  <a:gd name="T25" fmla="*/ 5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3" h="149">
                    <a:moveTo>
                      <a:pt x="179" y="54"/>
                    </a:moveTo>
                    <a:lnTo>
                      <a:pt x="193" y="0"/>
                    </a:lnTo>
                    <a:lnTo>
                      <a:pt x="138" y="13"/>
                    </a:lnTo>
                    <a:lnTo>
                      <a:pt x="152" y="27"/>
                    </a:lnTo>
                    <a:lnTo>
                      <a:pt x="99" y="79"/>
                    </a:lnTo>
                    <a:lnTo>
                      <a:pt x="77" y="57"/>
                    </a:lnTo>
                    <a:lnTo>
                      <a:pt x="0" y="134"/>
                    </a:lnTo>
                    <a:lnTo>
                      <a:pt x="15" y="149"/>
                    </a:lnTo>
                    <a:lnTo>
                      <a:pt x="15" y="149"/>
                    </a:lnTo>
                    <a:lnTo>
                      <a:pt x="77" y="87"/>
                    </a:lnTo>
                    <a:lnTo>
                      <a:pt x="99" y="108"/>
                    </a:lnTo>
                    <a:lnTo>
                      <a:pt x="167" y="41"/>
                    </a:lnTo>
                    <a:lnTo>
                      <a:pt x="179" y="54"/>
                    </a:lnTo>
                    <a:close/>
                  </a:path>
                </a:pathLst>
              </a:custGeom>
              <a:grpFill/>
              <a:ln>
                <a:noFill/>
              </a:ln>
            </p:spPr>
            <p:txBody>
              <a:bodyPr vert="horz" wrap="square" lIns="68589" tIns="34295" rIns="68589" bIns="34295" numCol="1" anchor="t" anchorCtr="0" compatLnSpc="1"/>
              <a:lstStyle/>
              <a:p>
                <a:pPr>
                  <a:defRPr/>
                </a:pPr>
                <a:endParaRPr lang="zh-CN" altLang="en-US">
                  <a:solidFill>
                    <a:schemeClr val="tx1">
                      <a:lumMod val="85000"/>
                      <a:lumOff val="15000"/>
                    </a:schemeClr>
                  </a:solidFill>
                  <a:latin typeface="Calibri" panose="020F0502020204030204"/>
                  <a:ea typeface="宋体" pitchFamily="2" charset="-122"/>
                </a:endParaRPr>
              </a:p>
            </p:txBody>
          </p:sp>
          <p:sp>
            <p:nvSpPr>
              <p:cNvPr id="9" name="Rectangle 666"/>
              <p:cNvSpPr>
                <a:spLocks noChangeArrowheads="1"/>
              </p:cNvSpPr>
              <p:nvPr/>
            </p:nvSpPr>
            <p:spPr bwMode="auto">
              <a:xfrm>
                <a:off x="718073" y="4643682"/>
                <a:ext cx="33343" cy="60741"/>
              </a:xfrm>
              <a:prstGeom prst="rect">
                <a:avLst/>
              </a:prstGeom>
              <a:grpFill/>
              <a:ln>
                <a:noFill/>
              </a:ln>
            </p:spPr>
            <p:txBody>
              <a:bodyPr vert="horz" wrap="square" lIns="68589" tIns="34295" rIns="68589" bIns="34295" numCol="1" anchor="t" anchorCtr="0" compatLnSpc="1"/>
              <a:lstStyle/>
              <a:p>
                <a:pPr>
                  <a:defRPr/>
                </a:pPr>
                <a:endParaRPr lang="zh-CN" altLang="en-US">
                  <a:solidFill>
                    <a:schemeClr val="tx1">
                      <a:lumMod val="85000"/>
                      <a:lumOff val="15000"/>
                    </a:schemeClr>
                  </a:solidFill>
                  <a:latin typeface="Calibri" panose="020F0502020204030204"/>
                  <a:ea typeface="宋体" pitchFamily="2" charset="-122"/>
                </a:endParaRPr>
              </a:p>
            </p:txBody>
          </p:sp>
          <p:sp>
            <p:nvSpPr>
              <p:cNvPr id="10" name="Rectangle 667"/>
              <p:cNvSpPr>
                <a:spLocks noChangeArrowheads="1"/>
              </p:cNvSpPr>
              <p:nvPr/>
            </p:nvSpPr>
            <p:spPr bwMode="auto">
              <a:xfrm>
                <a:off x="772851" y="4613906"/>
                <a:ext cx="33343" cy="90515"/>
              </a:xfrm>
              <a:prstGeom prst="rect">
                <a:avLst/>
              </a:prstGeom>
              <a:grpFill/>
              <a:ln>
                <a:noFill/>
              </a:ln>
            </p:spPr>
            <p:txBody>
              <a:bodyPr vert="horz" wrap="square" lIns="68589" tIns="34295" rIns="68589" bIns="34295" numCol="1" anchor="t" anchorCtr="0" compatLnSpc="1"/>
              <a:lstStyle/>
              <a:p>
                <a:pPr>
                  <a:defRPr/>
                </a:pPr>
                <a:endParaRPr lang="zh-CN" altLang="en-US">
                  <a:solidFill>
                    <a:schemeClr val="tx1">
                      <a:lumMod val="85000"/>
                      <a:lumOff val="15000"/>
                    </a:schemeClr>
                  </a:solidFill>
                  <a:latin typeface="Calibri" panose="020F0502020204030204"/>
                  <a:ea typeface="宋体" pitchFamily="2" charset="-122"/>
                </a:endParaRPr>
              </a:p>
            </p:txBody>
          </p:sp>
          <p:sp>
            <p:nvSpPr>
              <p:cNvPr id="11" name="Rectangle 668"/>
              <p:cNvSpPr>
                <a:spLocks noChangeArrowheads="1"/>
              </p:cNvSpPr>
              <p:nvPr/>
            </p:nvSpPr>
            <p:spPr bwMode="auto">
              <a:xfrm>
                <a:off x="828820" y="4584131"/>
                <a:ext cx="33343" cy="120291"/>
              </a:xfrm>
              <a:prstGeom prst="rect">
                <a:avLst/>
              </a:prstGeom>
              <a:grpFill/>
              <a:ln>
                <a:noFill/>
              </a:ln>
            </p:spPr>
            <p:txBody>
              <a:bodyPr vert="horz" wrap="square" lIns="68589" tIns="34295" rIns="68589" bIns="34295" numCol="1" anchor="t" anchorCtr="0" compatLnSpc="1"/>
              <a:lstStyle/>
              <a:p>
                <a:pPr>
                  <a:defRPr/>
                </a:pPr>
                <a:endParaRPr lang="zh-CN" altLang="en-US">
                  <a:solidFill>
                    <a:schemeClr val="tx1">
                      <a:lumMod val="85000"/>
                      <a:lumOff val="15000"/>
                    </a:schemeClr>
                  </a:solidFill>
                  <a:latin typeface="Calibri" panose="020F0502020204030204"/>
                  <a:ea typeface="宋体" pitchFamily="2" charset="-122"/>
                </a:endParaRPr>
              </a:p>
            </p:txBody>
          </p:sp>
          <p:sp>
            <p:nvSpPr>
              <p:cNvPr id="12" name="Rectangle 669"/>
              <p:cNvSpPr>
                <a:spLocks noChangeArrowheads="1"/>
              </p:cNvSpPr>
              <p:nvPr/>
            </p:nvSpPr>
            <p:spPr bwMode="auto">
              <a:xfrm>
                <a:off x="883598" y="4554357"/>
                <a:ext cx="33343" cy="150065"/>
              </a:xfrm>
              <a:prstGeom prst="rect">
                <a:avLst/>
              </a:prstGeom>
              <a:grpFill/>
              <a:ln>
                <a:noFill/>
              </a:ln>
            </p:spPr>
            <p:txBody>
              <a:bodyPr vert="horz" wrap="square" lIns="68589" tIns="34295" rIns="68589" bIns="34295" numCol="1" anchor="t" anchorCtr="0" compatLnSpc="1"/>
              <a:lstStyle/>
              <a:p>
                <a:pPr>
                  <a:defRPr/>
                </a:pPr>
                <a:endParaRPr lang="zh-CN" altLang="en-US">
                  <a:solidFill>
                    <a:schemeClr val="tx1">
                      <a:lumMod val="85000"/>
                      <a:lumOff val="15000"/>
                    </a:schemeClr>
                  </a:solidFill>
                  <a:latin typeface="Calibri" panose="020F0502020204030204"/>
                  <a:ea typeface="宋体" pitchFamily="2" charset="-122"/>
                </a:endParaRPr>
              </a:p>
            </p:txBody>
          </p:sp>
        </p:grpSp>
      </p:grpSp>
      <p:sp>
        <p:nvSpPr>
          <p:cNvPr id="14" name="Freeform 8"/>
          <p:cNvSpPr/>
          <p:nvPr/>
        </p:nvSpPr>
        <p:spPr bwMode="auto">
          <a:xfrm>
            <a:off x="6565302" y="2354888"/>
            <a:ext cx="1539575" cy="1780511"/>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rgbClr val="AC4243"/>
          </a:solidFill>
          <a:ln w="19050">
            <a:noFill/>
          </a:ln>
          <a:effectLst/>
        </p:spPr>
        <p:txBody>
          <a:bodyPr vert="horz" wrap="square" lIns="68571" tIns="34285" rIns="68571" bIns="34285" numCol="1" anchor="t" anchorCtr="0" compatLnSpc="1"/>
          <a:lstStyle/>
          <a:p>
            <a:pPr>
              <a:defRPr/>
            </a:pPr>
            <a:endParaRPr lang="zh-CN" altLang="en-US" kern="0">
              <a:solidFill>
                <a:schemeClr val="tx1">
                  <a:lumMod val="85000"/>
                  <a:lumOff val="15000"/>
                </a:schemeClr>
              </a:solidFill>
              <a:latin typeface="Calibri" panose="020F0502020204030204"/>
              <a:ea typeface="宋体" pitchFamily="2" charset="-122"/>
            </a:endParaRPr>
          </a:p>
        </p:txBody>
      </p:sp>
      <p:sp>
        <p:nvSpPr>
          <p:cNvPr id="16" name="Freeform 8"/>
          <p:cNvSpPr/>
          <p:nvPr/>
        </p:nvSpPr>
        <p:spPr bwMode="auto">
          <a:xfrm>
            <a:off x="5837195" y="3790314"/>
            <a:ext cx="1539575" cy="1780511"/>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18" name="Freeform 9"/>
          <p:cNvSpPr>
            <a:spLocks noEditPoints="1"/>
          </p:cNvSpPr>
          <p:nvPr/>
        </p:nvSpPr>
        <p:spPr bwMode="auto">
          <a:xfrm>
            <a:off x="7022722" y="2820860"/>
            <a:ext cx="668133" cy="691839"/>
          </a:xfrm>
          <a:custGeom>
            <a:avLst/>
            <a:gdLst>
              <a:gd name="T0" fmla="*/ 324 w 450"/>
              <a:gd name="T1" fmla="*/ 20 h 467"/>
              <a:gd name="T2" fmla="*/ 437 w 450"/>
              <a:gd name="T3" fmla="*/ 126 h 467"/>
              <a:gd name="T4" fmla="*/ 324 w 450"/>
              <a:gd name="T5" fmla="*/ 20 h 467"/>
              <a:gd name="T6" fmla="*/ 356 w 450"/>
              <a:gd name="T7" fmla="*/ 50 h 467"/>
              <a:gd name="T8" fmla="*/ 356 w 450"/>
              <a:gd name="T9" fmla="*/ 50 h 467"/>
              <a:gd name="T10" fmla="*/ 356 w 450"/>
              <a:gd name="T11" fmla="*/ 50 h 467"/>
              <a:gd name="T12" fmla="*/ 356 w 450"/>
              <a:gd name="T13" fmla="*/ 50 h 467"/>
              <a:gd name="T14" fmla="*/ 68 w 450"/>
              <a:gd name="T15" fmla="*/ 274 h 467"/>
              <a:gd name="T16" fmla="*/ 68 w 450"/>
              <a:gd name="T17" fmla="*/ 274 h 467"/>
              <a:gd name="T18" fmla="*/ 102 w 450"/>
              <a:gd name="T19" fmla="*/ 305 h 467"/>
              <a:gd name="T20" fmla="*/ 102 w 450"/>
              <a:gd name="T21" fmla="*/ 305 h 467"/>
              <a:gd name="T22" fmla="*/ 144 w 450"/>
              <a:gd name="T23" fmla="*/ 344 h 467"/>
              <a:gd name="T24" fmla="*/ 178 w 450"/>
              <a:gd name="T25" fmla="*/ 376 h 467"/>
              <a:gd name="T26" fmla="*/ 178 w 450"/>
              <a:gd name="T27" fmla="*/ 376 h 467"/>
              <a:gd name="T28" fmla="*/ 203 w 450"/>
              <a:gd name="T29" fmla="*/ 399 h 467"/>
              <a:gd name="T30" fmla="*/ 442 w 450"/>
              <a:gd name="T31" fmla="*/ 162 h 467"/>
              <a:gd name="T32" fmla="*/ 433 w 450"/>
              <a:gd name="T33" fmla="*/ 123 h 467"/>
              <a:gd name="T34" fmla="*/ 433 w 450"/>
              <a:gd name="T35" fmla="*/ 122 h 467"/>
              <a:gd name="T36" fmla="*/ 401 w 450"/>
              <a:gd name="T37" fmla="*/ 93 h 467"/>
              <a:gd name="T38" fmla="*/ 401 w 450"/>
              <a:gd name="T39" fmla="*/ 93 h 467"/>
              <a:gd name="T40" fmla="*/ 356 w 450"/>
              <a:gd name="T41" fmla="*/ 50 h 467"/>
              <a:gd name="T42" fmla="*/ 356 w 450"/>
              <a:gd name="T43" fmla="*/ 50 h 467"/>
              <a:gd name="T44" fmla="*/ 326 w 450"/>
              <a:gd name="T45" fmla="*/ 22 h 467"/>
              <a:gd name="T46" fmla="*/ 324 w 450"/>
              <a:gd name="T47" fmla="*/ 20 h 467"/>
              <a:gd name="T48" fmla="*/ 279 w 450"/>
              <a:gd name="T49" fmla="*/ 8 h 467"/>
              <a:gd name="T50" fmla="*/ 39 w 450"/>
              <a:gd name="T51" fmla="*/ 247 h 467"/>
              <a:gd name="T52" fmla="*/ 68 w 450"/>
              <a:gd name="T53" fmla="*/ 274 h 467"/>
              <a:gd name="T54" fmla="*/ 421 w 450"/>
              <a:gd name="T55" fmla="*/ 444 h 467"/>
              <a:gd name="T56" fmla="*/ 94 w 450"/>
              <a:gd name="T57" fmla="*/ 444 h 467"/>
              <a:gd name="T58" fmla="*/ 0 w 450"/>
              <a:gd name="T59" fmla="*/ 461 h 467"/>
              <a:gd name="T60" fmla="*/ 421 w 450"/>
              <a:gd name="T61" fmla="*/ 467 h 467"/>
              <a:gd name="T62" fmla="*/ 425 w 450"/>
              <a:gd name="T63" fmla="*/ 463 h 467"/>
              <a:gd name="T64" fmla="*/ 425 w 450"/>
              <a:gd name="T65" fmla="*/ 448 h 467"/>
              <a:gd name="T66" fmla="*/ 421 w 450"/>
              <a:gd name="T67" fmla="*/ 444 h 467"/>
              <a:gd name="T68" fmla="*/ 20 w 450"/>
              <a:gd name="T69" fmla="*/ 443 h 467"/>
              <a:gd name="T70" fmla="*/ 75 w 450"/>
              <a:gd name="T71" fmla="*/ 433 h 467"/>
              <a:gd name="T72" fmla="*/ 192 w 450"/>
              <a:gd name="T73" fmla="*/ 410 h 467"/>
              <a:gd name="T74" fmla="*/ 144 w 450"/>
              <a:gd name="T75" fmla="*/ 364 h 467"/>
              <a:gd name="T76" fmla="*/ 89 w 450"/>
              <a:gd name="T77" fmla="*/ 312 h 467"/>
              <a:gd name="T78" fmla="*/ 30 w 450"/>
              <a:gd name="T79" fmla="*/ 255 h 467"/>
              <a:gd name="T80" fmla="*/ 12 w 450"/>
              <a:gd name="T81" fmla="*/ 372 h 467"/>
              <a:gd name="T82" fmla="*/ 10 w 450"/>
              <a:gd name="T83" fmla="*/ 384 h 467"/>
              <a:gd name="T84" fmla="*/ 10 w 450"/>
              <a:gd name="T85" fmla="*/ 384 h 467"/>
              <a:gd name="T86" fmla="*/ 3 w 450"/>
              <a:gd name="T87" fmla="*/ 429 h 467"/>
              <a:gd name="T88" fmla="*/ 3 w 450"/>
              <a:gd name="T89" fmla="*/ 429 h 467"/>
              <a:gd name="T90" fmla="*/ 3 w 450"/>
              <a:gd name="T91" fmla="*/ 429 h 467"/>
              <a:gd name="T92" fmla="*/ 0 w 450"/>
              <a:gd name="T93" fmla="*/ 447 h 467"/>
              <a:gd name="T94" fmla="*/ 20 w 450"/>
              <a:gd name="T95" fmla="*/ 443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0" h="467">
                <a:moveTo>
                  <a:pt x="324" y="20"/>
                </a:moveTo>
                <a:cubicBezTo>
                  <a:pt x="437" y="126"/>
                  <a:pt x="437" y="126"/>
                  <a:pt x="437" y="126"/>
                </a:cubicBezTo>
                <a:cubicBezTo>
                  <a:pt x="324" y="20"/>
                  <a:pt x="324" y="20"/>
                  <a:pt x="324" y="20"/>
                </a:cubicBezTo>
                <a:close/>
                <a:moveTo>
                  <a:pt x="356" y="50"/>
                </a:moveTo>
                <a:cubicBezTo>
                  <a:pt x="356" y="50"/>
                  <a:pt x="356" y="50"/>
                  <a:pt x="356" y="50"/>
                </a:cubicBezTo>
                <a:cubicBezTo>
                  <a:pt x="356" y="50"/>
                  <a:pt x="356" y="50"/>
                  <a:pt x="356" y="50"/>
                </a:cubicBezTo>
                <a:cubicBezTo>
                  <a:pt x="356" y="50"/>
                  <a:pt x="356" y="50"/>
                  <a:pt x="356" y="50"/>
                </a:cubicBezTo>
                <a:close/>
                <a:moveTo>
                  <a:pt x="68" y="274"/>
                </a:moveTo>
                <a:cubicBezTo>
                  <a:pt x="68" y="274"/>
                  <a:pt x="68" y="274"/>
                  <a:pt x="68" y="274"/>
                </a:cubicBezTo>
                <a:cubicBezTo>
                  <a:pt x="102" y="305"/>
                  <a:pt x="102" y="305"/>
                  <a:pt x="102" y="305"/>
                </a:cubicBezTo>
                <a:cubicBezTo>
                  <a:pt x="102" y="305"/>
                  <a:pt x="102" y="305"/>
                  <a:pt x="102" y="305"/>
                </a:cubicBezTo>
                <a:cubicBezTo>
                  <a:pt x="144" y="344"/>
                  <a:pt x="144" y="344"/>
                  <a:pt x="144" y="344"/>
                </a:cubicBezTo>
                <a:cubicBezTo>
                  <a:pt x="178" y="376"/>
                  <a:pt x="178" y="376"/>
                  <a:pt x="178" y="376"/>
                </a:cubicBezTo>
                <a:cubicBezTo>
                  <a:pt x="178" y="376"/>
                  <a:pt x="178" y="376"/>
                  <a:pt x="178" y="376"/>
                </a:cubicBezTo>
                <a:cubicBezTo>
                  <a:pt x="203" y="399"/>
                  <a:pt x="203" y="399"/>
                  <a:pt x="203" y="399"/>
                </a:cubicBezTo>
                <a:cubicBezTo>
                  <a:pt x="442" y="162"/>
                  <a:pt x="442" y="162"/>
                  <a:pt x="442" y="162"/>
                </a:cubicBezTo>
                <a:cubicBezTo>
                  <a:pt x="450" y="155"/>
                  <a:pt x="445" y="138"/>
                  <a:pt x="433" y="123"/>
                </a:cubicBezTo>
                <a:cubicBezTo>
                  <a:pt x="433" y="122"/>
                  <a:pt x="433" y="122"/>
                  <a:pt x="433" y="122"/>
                </a:cubicBezTo>
                <a:cubicBezTo>
                  <a:pt x="401" y="93"/>
                  <a:pt x="401" y="93"/>
                  <a:pt x="401" y="93"/>
                </a:cubicBezTo>
                <a:cubicBezTo>
                  <a:pt x="401" y="93"/>
                  <a:pt x="401" y="93"/>
                  <a:pt x="401" y="93"/>
                </a:cubicBezTo>
                <a:cubicBezTo>
                  <a:pt x="356" y="50"/>
                  <a:pt x="356" y="50"/>
                  <a:pt x="356" y="50"/>
                </a:cubicBezTo>
                <a:cubicBezTo>
                  <a:pt x="356" y="50"/>
                  <a:pt x="356" y="50"/>
                  <a:pt x="356" y="50"/>
                </a:cubicBezTo>
                <a:cubicBezTo>
                  <a:pt x="326" y="22"/>
                  <a:pt x="326" y="22"/>
                  <a:pt x="326" y="22"/>
                </a:cubicBezTo>
                <a:cubicBezTo>
                  <a:pt x="324" y="20"/>
                  <a:pt x="324" y="20"/>
                  <a:pt x="324" y="20"/>
                </a:cubicBezTo>
                <a:cubicBezTo>
                  <a:pt x="307" y="6"/>
                  <a:pt x="287" y="0"/>
                  <a:pt x="279" y="8"/>
                </a:cubicBezTo>
                <a:cubicBezTo>
                  <a:pt x="39" y="247"/>
                  <a:pt x="39" y="247"/>
                  <a:pt x="39" y="247"/>
                </a:cubicBezTo>
                <a:cubicBezTo>
                  <a:pt x="68" y="274"/>
                  <a:pt x="68" y="274"/>
                  <a:pt x="68" y="274"/>
                </a:cubicBezTo>
                <a:close/>
                <a:moveTo>
                  <a:pt x="421" y="444"/>
                </a:moveTo>
                <a:cubicBezTo>
                  <a:pt x="94" y="444"/>
                  <a:pt x="94" y="444"/>
                  <a:pt x="94" y="444"/>
                </a:cubicBezTo>
                <a:cubicBezTo>
                  <a:pt x="0" y="461"/>
                  <a:pt x="0" y="461"/>
                  <a:pt x="0" y="461"/>
                </a:cubicBezTo>
                <a:cubicBezTo>
                  <a:pt x="421" y="467"/>
                  <a:pt x="421" y="467"/>
                  <a:pt x="421" y="467"/>
                </a:cubicBezTo>
                <a:cubicBezTo>
                  <a:pt x="423" y="467"/>
                  <a:pt x="425" y="465"/>
                  <a:pt x="425" y="463"/>
                </a:cubicBezTo>
                <a:cubicBezTo>
                  <a:pt x="425" y="448"/>
                  <a:pt x="425" y="448"/>
                  <a:pt x="425" y="448"/>
                </a:cubicBezTo>
                <a:cubicBezTo>
                  <a:pt x="425" y="446"/>
                  <a:pt x="423" y="444"/>
                  <a:pt x="421" y="444"/>
                </a:cubicBezTo>
                <a:close/>
                <a:moveTo>
                  <a:pt x="20" y="443"/>
                </a:moveTo>
                <a:cubicBezTo>
                  <a:pt x="75" y="433"/>
                  <a:pt x="75" y="433"/>
                  <a:pt x="75" y="433"/>
                </a:cubicBezTo>
                <a:cubicBezTo>
                  <a:pt x="192" y="410"/>
                  <a:pt x="192" y="410"/>
                  <a:pt x="192" y="410"/>
                </a:cubicBezTo>
                <a:cubicBezTo>
                  <a:pt x="144" y="364"/>
                  <a:pt x="144" y="364"/>
                  <a:pt x="144" y="364"/>
                </a:cubicBezTo>
                <a:cubicBezTo>
                  <a:pt x="89" y="312"/>
                  <a:pt x="89" y="312"/>
                  <a:pt x="89" y="312"/>
                </a:cubicBezTo>
                <a:cubicBezTo>
                  <a:pt x="30" y="255"/>
                  <a:pt x="30" y="255"/>
                  <a:pt x="30" y="255"/>
                </a:cubicBezTo>
                <a:cubicBezTo>
                  <a:pt x="12" y="372"/>
                  <a:pt x="12" y="372"/>
                  <a:pt x="12" y="372"/>
                </a:cubicBezTo>
                <a:cubicBezTo>
                  <a:pt x="10" y="384"/>
                  <a:pt x="10" y="384"/>
                  <a:pt x="10" y="384"/>
                </a:cubicBezTo>
                <a:cubicBezTo>
                  <a:pt x="10" y="384"/>
                  <a:pt x="10" y="384"/>
                  <a:pt x="10" y="384"/>
                </a:cubicBezTo>
                <a:cubicBezTo>
                  <a:pt x="3" y="429"/>
                  <a:pt x="3" y="429"/>
                  <a:pt x="3" y="429"/>
                </a:cubicBezTo>
                <a:cubicBezTo>
                  <a:pt x="3" y="429"/>
                  <a:pt x="3" y="429"/>
                  <a:pt x="3" y="429"/>
                </a:cubicBezTo>
                <a:cubicBezTo>
                  <a:pt x="3" y="429"/>
                  <a:pt x="3" y="429"/>
                  <a:pt x="3" y="429"/>
                </a:cubicBezTo>
                <a:cubicBezTo>
                  <a:pt x="0" y="447"/>
                  <a:pt x="0" y="447"/>
                  <a:pt x="0" y="447"/>
                </a:cubicBezTo>
                <a:cubicBezTo>
                  <a:pt x="20" y="443"/>
                  <a:pt x="20" y="443"/>
                  <a:pt x="20" y="443"/>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9" name="Freeform 13"/>
          <p:cNvSpPr>
            <a:spLocks noEditPoints="1"/>
          </p:cNvSpPr>
          <p:nvPr/>
        </p:nvSpPr>
        <p:spPr bwMode="auto">
          <a:xfrm>
            <a:off x="6211387" y="4332985"/>
            <a:ext cx="658935" cy="648211"/>
          </a:xfrm>
          <a:custGeom>
            <a:avLst/>
            <a:gdLst>
              <a:gd name="T0" fmla="*/ 75905 w 1145"/>
              <a:gd name="T1" fmla="*/ 444444 h 1127"/>
              <a:gd name="T2" fmla="*/ 164077 w 1145"/>
              <a:gd name="T3" fmla="*/ 325670 h 1127"/>
              <a:gd name="T4" fmla="*/ 252249 w 1145"/>
              <a:gd name="T5" fmla="*/ 444444 h 1127"/>
              <a:gd name="T6" fmla="*/ 75905 w 1145"/>
              <a:gd name="T7" fmla="*/ 444444 h 1127"/>
              <a:gd name="T8" fmla="*/ 328153 w 1145"/>
              <a:gd name="T9" fmla="*/ 444444 h 1127"/>
              <a:gd name="T10" fmla="*/ 312819 w 1145"/>
              <a:gd name="T11" fmla="*/ 444444 h 1127"/>
              <a:gd name="T12" fmla="*/ 315119 w 1145"/>
              <a:gd name="T13" fmla="*/ 442911 h 1127"/>
              <a:gd name="T14" fmla="*/ 164077 w 1145"/>
              <a:gd name="T15" fmla="*/ 239846 h 1127"/>
              <a:gd name="T16" fmla="*/ 13801 w 1145"/>
              <a:gd name="T17" fmla="*/ 442911 h 1127"/>
              <a:gd name="T18" fmla="*/ 16101 w 1145"/>
              <a:gd name="T19" fmla="*/ 444444 h 1127"/>
              <a:gd name="T20" fmla="*/ 0 w 1145"/>
              <a:gd name="T21" fmla="*/ 444444 h 1127"/>
              <a:gd name="T22" fmla="*/ 164077 w 1145"/>
              <a:gd name="T23" fmla="*/ 607662 h 1127"/>
              <a:gd name="T24" fmla="*/ 328153 w 1145"/>
              <a:gd name="T25" fmla="*/ 444444 h 1127"/>
              <a:gd name="T26" fmla="*/ 439327 w 1145"/>
              <a:gd name="T27" fmla="*/ 142528 h 1127"/>
              <a:gd name="T28" fmla="*/ 404058 w 1145"/>
              <a:gd name="T29" fmla="*/ 106513 h 1127"/>
              <a:gd name="T30" fmla="*/ 439327 w 1145"/>
              <a:gd name="T31" fmla="*/ 71264 h 1127"/>
              <a:gd name="T32" fmla="*/ 474596 w 1145"/>
              <a:gd name="T33" fmla="*/ 106513 h 1127"/>
              <a:gd name="T34" fmla="*/ 439327 w 1145"/>
              <a:gd name="T35" fmla="*/ 142528 h 1127"/>
              <a:gd name="T36" fmla="*/ 619505 w 1145"/>
              <a:gd name="T37" fmla="*/ 792336 h 1127"/>
              <a:gd name="T38" fmla="*/ 600337 w 1145"/>
              <a:gd name="T39" fmla="*/ 792336 h 1127"/>
              <a:gd name="T40" fmla="*/ 616438 w 1145"/>
              <a:gd name="T41" fmla="*/ 762451 h 1127"/>
              <a:gd name="T42" fmla="*/ 580402 w 1145"/>
              <a:gd name="T43" fmla="*/ 727202 h 1127"/>
              <a:gd name="T44" fmla="*/ 475362 w 1145"/>
              <a:gd name="T45" fmla="*/ 727202 h 1127"/>
              <a:gd name="T46" fmla="*/ 475362 w 1145"/>
              <a:gd name="T47" fmla="*/ 221456 h 1127"/>
              <a:gd name="T48" fmla="*/ 716110 w 1145"/>
              <a:gd name="T49" fmla="*/ 221456 h 1127"/>
              <a:gd name="T50" fmla="*/ 751379 w 1145"/>
              <a:gd name="T51" fmla="*/ 185440 h 1127"/>
              <a:gd name="T52" fmla="*/ 716110 w 1145"/>
              <a:gd name="T53" fmla="*/ 150191 h 1127"/>
              <a:gd name="T54" fmla="*/ 537466 w 1145"/>
              <a:gd name="T55" fmla="*/ 150191 h 1127"/>
              <a:gd name="T56" fmla="*/ 546667 w 1145"/>
              <a:gd name="T57" fmla="*/ 106513 h 1127"/>
              <a:gd name="T58" fmla="*/ 439327 w 1145"/>
              <a:gd name="T59" fmla="*/ 0 h 1127"/>
              <a:gd name="T60" fmla="*/ 332754 w 1145"/>
              <a:gd name="T61" fmla="*/ 106513 h 1127"/>
              <a:gd name="T62" fmla="*/ 341954 w 1145"/>
              <a:gd name="T63" fmla="*/ 150191 h 1127"/>
              <a:gd name="T64" fmla="*/ 163310 w 1145"/>
              <a:gd name="T65" fmla="*/ 150191 h 1127"/>
              <a:gd name="T66" fmla="*/ 127274 w 1145"/>
              <a:gd name="T67" fmla="*/ 185440 h 1127"/>
              <a:gd name="T68" fmla="*/ 163310 w 1145"/>
              <a:gd name="T69" fmla="*/ 221456 h 1127"/>
              <a:gd name="T70" fmla="*/ 403291 w 1145"/>
              <a:gd name="T71" fmla="*/ 221456 h 1127"/>
              <a:gd name="T72" fmla="*/ 403291 w 1145"/>
              <a:gd name="T73" fmla="*/ 727202 h 1127"/>
              <a:gd name="T74" fmla="*/ 298252 w 1145"/>
              <a:gd name="T75" fmla="*/ 727202 h 1127"/>
              <a:gd name="T76" fmla="*/ 262983 w 1145"/>
              <a:gd name="T77" fmla="*/ 762451 h 1127"/>
              <a:gd name="T78" fmla="*/ 278317 w 1145"/>
              <a:gd name="T79" fmla="*/ 792336 h 1127"/>
              <a:gd name="T80" fmla="*/ 259149 w 1145"/>
              <a:gd name="T81" fmla="*/ 792336 h 1127"/>
              <a:gd name="T82" fmla="*/ 223880 w 1145"/>
              <a:gd name="T83" fmla="*/ 827585 h 1127"/>
              <a:gd name="T84" fmla="*/ 259149 w 1145"/>
              <a:gd name="T85" fmla="*/ 863600 h 1127"/>
              <a:gd name="T86" fmla="*/ 619505 w 1145"/>
              <a:gd name="T87" fmla="*/ 863600 h 1127"/>
              <a:gd name="T88" fmla="*/ 654773 w 1145"/>
              <a:gd name="T89" fmla="*/ 827585 h 1127"/>
              <a:gd name="T90" fmla="*/ 619505 w 1145"/>
              <a:gd name="T91" fmla="*/ 792336 h 1127"/>
              <a:gd name="T92" fmla="*/ 626405 w 1145"/>
              <a:gd name="T93" fmla="*/ 444444 h 1127"/>
              <a:gd name="T94" fmla="*/ 714577 w 1145"/>
              <a:gd name="T95" fmla="*/ 325670 h 1127"/>
              <a:gd name="T96" fmla="*/ 802749 w 1145"/>
              <a:gd name="T97" fmla="*/ 444444 h 1127"/>
              <a:gd name="T98" fmla="*/ 626405 w 1145"/>
              <a:gd name="T99" fmla="*/ 444444 h 1127"/>
              <a:gd name="T100" fmla="*/ 862553 w 1145"/>
              <a:gd name="T101" fmla="*/ 444444 h 1127"/>
              <a:gd name="T102" fmla="*/ 864853 w 1145"/>
              <a:gd name="T103" fmla="*/ 442911 h 1127"/>
              <a:gd name="T104" fmla="*/ 714577 w 1145"/>
              <a:gd name="T105" fmla="*/ 239846 h 1127"/>
              <a:gd name="T106" fmla="*/ 563534 w 1145"/>
              <a:gd name="T107" fmla="*/ 442911 h 1127"/>
              <a:gd name="T108" fmla="*/ 565835 w 1145"/>
              <a:gd name="T109" fmla="*/ 444444 h 1127"/>
              <a:gd name="T110" fmla="*/ 550500 w 1145"/>
              <a:gd name="T111" fmla="*/ 444444 h 1127"/>
              <a:gd name="T112" fmla="*/ 714577 w 1145"/>
              <a:gd name="T113" fmla="*/ 607662 h 1127"/>
              <a:gd name="T114" fmla="*/ 877887 w 1145"/>
              <a:gd name="T115" fmla="*/ 444444 h 1127"/>
              <a:gd name="T116" fmla="*/ 862553 w 1145"/>
              <a:gd name="T117" fmla="*/ 444444 h 112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45" h="1127">
                <a:moveTo>
                  <a:pt x="99" y="580"/>
                </a:moveTo>
                <a:lnTo>
                  <a:pt x="214" y="425"/>
                </a:lnTo>
                <a:lnTo>
                  <a:pt x="329" y="580"/>
                </a:lnTo>
                <a:lnTo>
                  <a:pt x="99" y="580"/>
                </a:lnTo>
                <a:close/>
                <a:moveTo>
                  <a:pt x="428" y="580"/>
                </a:moveTo>
                <a:lnTo>
                  <a:pt x="408" y="580"/>
                </a:lnTo>
                <a:lnTo>
                  <a:pt x="411" y="578"/>
                </a:lnTo>
                <a:lnTo>
                  <a:pt x="214" y="313"/>
                </a:lnTo>
                <a:lnTo>
                  <a:pt x="18" y="578"/>
                </a:lnTo>
                <a:lnTo>
                  <a:pt x="21" y="580"/>
                </a:lnTo>
                <a:lnTo>
                  <a:pt x="0" y="580"/>
                </a:lnTo>
                <a:cubicBezTo>
                  <a:pt x="0" y="698"/>
                  <a:pt x="96" y="793"/>
                  <a:pt x="214" y="793"/>
                </a:cubicBezTo>
                <a:cubicBezTo>
                  <a:pt x="332" y="793"/>
                  <a:pt x="428" y="698"/>
                  <a:pt x="428" y="580"/>
                </a:cubicBezTo>
                <a:close/>
                <a:moveTo>
                  <a:pt x="573" y="186"/>
                </a:moveTo>
                <a:cubicBezTo>
                  <a:pt x="548" y="186"/>
                  <a:pt x="527" y="165"/>
                  <a:pt x="527" y="139"/>
                </a:cubicBezTo>
                <a:cubicBezTo>
                  <a:pt x="527" y="114"/>
                  <a:pt x="548" y="93"/>
                  <a:pt x="573" y="93"/>
                </a:cubicBezTo>
                <a:cubicBezTo>
                  <a:pt x="599" y="93"/>
                  <a:pt x="619" y="114"/>
                  <a:pt x="619" y="139"/>
                </a:cubicBezTo>
                <a:cubicBezTo>
                  <a:pt x="619" y="165"/>
                  <a:pt x="599" y="186"/>
                  <a:pt x="573" y="186"/>
                </a:cubicBezTo>
                <a:close/>
                <a:moveTo>
                  <a:pt x="808" y="1034"/>
                </a:moveTo>
                <a:lnTo>
                  <a:pt x="783" y="1034"/>
                </a:lnTo>
                <a:cubicBezTo>
                  <a:pt x="796" y="1025"/>
                  <a:pt x="804" y="1011"/>
                  <a:pt x="804" y="995"/>
                </a:cubicBezTo>
                <a:cubicBezTo>
                  <a:pt x="804" y="970"/>
                  <a:pt x="783" y="949"/>
                  <a:pt x="757" y="949"/>
                </a:cubicBezTo>
                <a:lnTo>
                  <a:pt x="620" y="949"/>
                </a:lnTo>
                <a:lnTo>
                  <a:pt x="620" y="289"/>
                </a:lnTo>
                <a:lnTo>
                  <a:pt x="934" y="289"/>
                </a:lnTo>
                <a:cubicBezTo>
                  <a:pt x="959" y="289"/>
                  <a:pt x="980" y="268"/>
                  <a:pt x="980" y="242"/>
                </a:cubicBezTo>
                <a:cubicBezTo>
                  <a:pt x="980" y="217"/>
                  <a:pt x="959" y="196"/>
                  <a:pt x="934" y="196"/>
                </a:cubicBezTo>
                <a:lnTo>
                  <a:pt x="701" y="196"/>
                </a:lnTo>
                <a:cubicBezTo>
                  <a:pt x="708" y="178"/>
                  <a:pt x="713" y="159"/>
                  <a:pt x="713" y="139"/>
                </a:cubicBezTo>
                <a:cubicBezTo>
                  <a:pt x="713" y="62"/>
                  <a:pt x="650" y="0"/>
                  <a:pt x="573" y="0"/>
                </a:cubicBezTo>
                <a:cubicBezTo>
                  <a:pt x="496" y="0"/>
                  <a:pt x="434" y="62"/>
                  <a:pt x="434" y="139"/>
                </a:cubicBezTo>
                <a:cubicBezTo>
                  <a:pt x="434" y="159"/>
                  <a:pt x="438" y="178"/>
                  <a:pt x="446" y="196"/>
                </a:cubicBezTo>
                <a:lnTo>
                  <a:pt x="213" y="196"/>
                </a:lnTo>
                <a:cubicBezTo>
                  <a:pt x="187" y="196"/>
                  <a:pt x="166" y="217"/>
                  <a:pt x="166" y="242"/>
                </a:cubicBezTo>
                <a:cubicBezTo>
                  <a:pt x="166" y="268"/>
                  <a:pt x="187" y="289"/>
                  <a:pt x="213" y="289"/>
                </a:cubicBezTo>
                <a:lnTo>
                  <a:pt x="526" y="289"/>
                </a:lnTo>
                <a:lnTo>
                  <a:pt x="526" y="949"/>
                </a:lnTo>
                <a:lnTo>
                  <a:pt x="389" y="949"/>
                </a:lnTo>
                <a:cubicBezTo>
                  <a:pt x="363" y="949"/>
                  <a:pt x="343" y="970"/>
                  <a:pt x="343" y="995"/>
                </a:cubicBezTo>
                <a:cubicBezTo>
                  <a:pt x="343" y="1011"/>
                  <a:pt x="351" y="1025"/>
                  <a:pt x="363" y="1034"/>
                </a:cubicBezTo>
                <a:lnTo>
                  <a:pt x="338" y="1034"/>
                </a:lnTo>
                <a:cubicBezTo>
                  <a:pt x="313" y="1034"/>
                  <a:pt x="292" y="1055"/>
                  <a:pt x="292" y="1080"/>
                </a:cubicBezTo>
                <a:cubicBezTo>
                  <a:pt x="292" y="1106"/>
                  <a:pt x="313" y="1127"/>
                  <a:pt x="338" y="1127"/>
                </a:cubicBezTo>
                <a:lnTo>
                  <a:pt x="808" y="1127"/>
                </a:lnTo>
                <a:cubicBezTo>
                  <a:pt x="833" y="1127"/>
                  <a:pt x="854" y="1106"/>
                  <a:pt x="854" y="1080"/>
                </a:cubicBezTo>
                <a:cubicBezTo>
                  <a:pt x="854" y="1055"/>
                  <a:pt x="833" y="1034"/>
                  <a:pt x="808" y="1034"/>
                </a:cubicBezTo>
                <a:close/>
                <a:moveTo>
                  <a:pt x="817" y="580"/>
                </a:moveTo>
                <a:lnTo>
                  <a:pt x="932" y="425"/>
                </a:lnTo>
                <a:lnTo>
                  <a:pt x="1047" y="580"/>
                </a:lnTo>
                <a:lnTo>
                  <a:pt x="817" y="580"/>
                </a:lnTo>
                <a:close/>
                <a:moveTo>
                  <a:pt x="1125" y="580"/>
                </a:moveTo>
                <a:lnTo>
                  <a:pt x="1128" y="578"/>
                </a:lnTo>
                <a:lnTo>
                  <a:pt x="932" y="313"/>
                </a:lnTo>
                <a:lnTo>
                  <a:pt x="735" y="578"/>
                </a:lnTo>
                <a:lnTo>
                  <a:pt x="738" y="580"/>
                </a:lnTo>
                <a:lnTo>
                  <a:pt x="718" y="580"/>
                </a:lnTo>
                <a:cubicBezTo>
                  <a:pt x="718" y="698"/>
                  <a:pt x="814" y="793"/>
                  <a:pt x="932" y="793"/>
                </a:cubicBezTo>
                <a:cubicBezTo>
                  <a:pt x="1050" y="793"/>
                  <a:pt x="1145" y="698"/>
                  <a:pt x="1145" y="580"/>
                </a:cubicBezTo>
                <a:lnTo>
                  <a:pt x="1125" y="580"/>
                </a:lnTo>
                <a:close/>
              </a:path>
            </a:pathLst>
          </a:custGeom>
          <a:solidFill>
            <a:schemeClr val="bg1"/>
          </a:solidFill>
          <a:ln>
            <a:noFill/>
          </a:ln>
        </p:spPr>
        <p:txBody>
          <a:bodyPr/>
          <a:lstStyle/>
          <a:p>
            <a:endParaRPr lang="zh-CN" altLang="en-US" sz="1800"/>
          </a:p>
        </p:txBody>
      </p:sp>
      <p:grpSp>
        <p:nvGrpSpPr>
          <p:cNvPr id="21" name="组合 20"/>
          <p:cNvGrpSpPr/>
          <p:nvPr/>
        </p:nvGrpSpPr>
        <p:grpSpPr>
          <a:xfrm>
            <a:off x="1231336" y="2730145"/>
            <a:ext cx="2514311" cy="1018906"/>
            <a:chOff x="-1743928" y="4919298"/>
            <a:chExt cx="2514311" cy="1018906"/>
          </a:xfrm>
        </p:grpSpPr>
        <p:sp>
          <p:nvSpPr>
            <p:cNvPr id="22"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3"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24" name="组合 23"/>
          <p:cNvGrpSpPr/>
          <p:nvPr/>
        </p:nvGrpSpPr>
        <p:grpSpPr>
          <a:xfrm>
            <a:off x="1231336" y="4171117"/>
            <a:ext cx="2514311" cy="1018906"/>
            <a:chOff x="-1743928" y="4919298"/>
            <a:chExt cx="2514311" cy="1018906"/>
          </a:xfrm>
        </p:grpSpPr>
        <p:sp>
          <p:nvSpPr>
            <p:cNvPr id="25"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6"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27" name="组合 26"/>
          <p:cNvGrpSpPr/>
          <p:nvPr/>
        </p:nvGrpSpPr>
        <p:grpSpPr>
          <a:xfrm>
            <a:off x="8336986" y="2730145"/>
            <a:ext cx="2514311" cy="1018906"/>
            <a:chOff x="-1743928" y="4919298"/>
            <a:chExt cx="2514311" cy="1018906"/>
          </a:xfrm>
        </p:grpSpPr>
        <p:sp>
          <p:nvSpPr>
            <p:cNvPr id="28"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9"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30" name="组合 29"/>
          <p:cNvGrpSpPr/>
          <p:nvPr/>
        </p:nvGrpSpPr>
        <p:grpSpPr>
          <a:xfrm>
            <a:off x="8336986" y="4171117"/>
            <a:ext cx="2514311" cy="1018906"/>
            <a:chOff x="-1743928" y="4919298"/>
            <a:chExt cx="2514311" cy="1018906"/>
          </a:xfrm>
        </p:grpSpPr>
        <p:sp>
          <p:nvSpPr>
            <p:cNvPr id="31"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2"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51" name="组合 50"/>
          <p:cNvGrpSpPr/>
          <p:nvPr/>
        </p:nvGrpSpPr>
        <p:grpSpPr>
          <a:xfrm>
            <a:off x="6262928" y="266844"/>
            <a:ext cx="5929072" cy="330008"/>
            <a:chOff x="5025390" y="266844"/>
            <a:chExt cx="6259830" cy="330008"/>
          </a:xfrm>
        </p:grpSpPr>
        <p:cxnSp>
          <p:nvCxnSpPr>
            <p:cNvPr id="52" name="直接连接符 51"/>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57" name="组合 56"/>
          <p:cNvGrpSpPr/>
          <p:nvPr/>
        </p:nvGrpSpPr>
        <p:grpSpPr>
          <a:xfrm>
            <a:off x="0" y="266844"/>
            <a:ext cx="487680" cy="330008"/>
            <a:chOff x="5025390" y="266844"/>
            <a:chExt cx="6259830" cy="330008"/>
          </a:xfrm>
        </p:grpSpPr>
        <p:cxnSp>
          <p:nvCxnSpPr>
            <p:cNvPr id="58" name="直接连接符 57"/>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63" name="矩形 62"/>
          <p:cNvSpPr/>
          <p:nvPr/>
        </p:nvSpPr>
        <p:spPr>
          <a:xfrm>
            <a:off x="496522"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论文绪论</a:t>
            </a:r>
            <a:endPar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4" name="矩形 63"/>
          <p:cNvSpPr/>
          <p:nvPr/>
        </p:nvSpPr>
        <p:spPr>
          <a:xfrm>
            <a:off x="1465866"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研究背景</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5" name="矩形 64"/>
          <p:cNvSpPr/>
          <p:nvPr/>
        </p:nvSpPr>
        <p:spPr>
          <a:xfrm>
            <a:off x="3404554"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研究结果</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6" name="矩形 65"/>
          <p:cNvSpPr/>
          <p:nvPr/>
        </p:nvSpPr>
        <p:spPr>
          <a:xfrm>
            <a:off x="4373898"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问题讨论</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7" name="矩形 66"/>
          <p:cNvSpPr/>
          <p:nvPr/>
        </p:nvSpPr>
        <p:spPr>
          <a:xfrm>
            <a:off x="2435210"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a:t>
            </a: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方法</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8" name="矩形 67"/>
          <p:cNvSpPr/>
          <p:nvPr/>
        </p:nvSpPr>
        <p:spPr>
          <a:xfrm>
            <a:off x="5343244"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论文总结</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cxnSp>
        <p:nvCxnSpPr>
          <p:cNvPr id="69" name="直接连接符 68"/>
          <p:cNvCxnSpPr/>
          <p:nvPr/>
        </p:nvCxnSpPr>
        <p:spPr>
          <a:xfrm>
            <a:off x="5484589" y="554554"/>
            <a:ext cx="657739" cy="0"/>
          </a:xfrm>
          <a:prstGeom prst="line">
            <a:avLst/>
          </a:prstGeom>
          <a:ln w="6350">
            <a:solidFill>
              <a:srgbClr val="AC4243"/>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00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par>
                                <p:cTn id="10" presetID="2" presetClass="entr" presetSubtype="4" fill="hold" nodeType="withEffect">
                                  <p:stCondLst>
                                    <p:cond delay="0"/>
                                  </p:stCondLst>
                                  <p:childTnLst>
                                    <p:set>
                                      <p:cBhvr>
                                        <p:cTn id="11" dur="1" fill="hold">
                                          <p:stCondLst>
                                            <p:cond delay="0"/>
                                          </p:stCondLst>
                                        </p:cTn>
                                        <p:tgtEl>
                                          <p:spTgt spid="21"/>
                                        </p:tgtEl>
                                        <p:attrNameLst>
                                          <p:attrName>style.visibility</p:attrName>
                                        </p:attrNameLst>
                                      </p:cBhvr>
                                      <p:to>
                                        <p:strVal val="visible"/>
                                      </p:to>
                                    </p:set>
                                    <p:anim calcmode="lin" valueType="num">
                                      <p:cBhvr additive="base">
                                        <p:cTn id="12" dur="500" fill="hold"/>
                                        <p:tgtEl>
                                          <p:spTgt spid="21"/>
                                        </p:tgtEl>
                                        <p:attrNameLst>
                                          <p:attrName>ppt_x</p:attrName>
                                        </p:attrNameLst>
                                      </p:cBhvr>
                                      <p:tavLst>
                                        <p:tav tm="0">
                                          <p:val>
                                            <p:strVal val="#ppt_x"/>
                                          </p:val>
                                        </p:tav>
                                        <p:tav tm="100000">
                                          <p:val>
                                            <p:strVal val="#ppt_x"/>
                                          </p:val>
                                        </p:tav>
                                      </p:tavLst>
                                    </p:anim>
                                    <p:anim calcmode="lin" valueType="num">
                                      <p:cBhvr additive="base">
                                        <p:cTn id="13" dur="500" fill="hold"/>
                                        <p:tgtEl>
                                          <p:spTgt spid="21"/>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additive="base">
                                        <p:cTn id="16" dur="500" fill="hold"/>
                                        <p:tgtEl>
                                          <p:spTgt spid="24"/>
                                        </p:tgtEl>
                                        <p:attrNameLst>
                                          <p:attrName>ppt_x</p:attrName>
                                        </p:attrNameLst>
                                      </p:cBhvr>
                                      <p:tavLst>
                                        <p:tav tm="0">
                                          <p:val>
                                            <p:strVal val="#ppt_x"/>
                                          </p:val>
                                        </p:tav>
                                        <p:tav tm="100000">
                                          <p:val>
                                            <p:strVal val="#ppt_x"/>
                                          </p:val>
                                        </p:tav>
                                      </p:tavLst>
                                    </p:anim>
                                    <p:anim calcmode="lin" valueType="num">
                                      <p:cBhvr additive="base">
                                        <p:cTn id="17" dur="500" fill="hold"/>
                                        <p:tgtEl>
                                          <p:spTgt spid="24"/>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27"/>
                                        </p:tgtEl>
                                        <p:attrNameLst>
                                          <p:attrName>style.visibility</p:attrName>
                                        </p:attrNameLst>
                                      </p:cBhvr>
                                      <p:to>
                                        <p:strVal val="visible"/>
                                      </p:to>
                                    </p:set>
                                    <p:anim calcmode="lin" valueType="num">
                                      <p:cBhvr additive="base">
                                        <p:cTn id="20" dur="500" fill="hold"/>
                                        <p:tgtEl>
                                          <p:spTgt spid="27"/>
                                        </p:tgtEl>
                                        <p:attrNameLst>
                                          <p:attrName>ppt_x</p:attrName>
                                        </p:attrNameLst>
                                      </p:cBhvr>
                                      <p:tavLst>
                                        <p:tav tm="0">
                                          <p:val>
                                            <p:strVal val="#ppt_x"/>
                                          </p:val>
                                        </p:tav>
                                        <p:tav tm="100000">
                                          <p:val>
                                            <p:strVal val="#ppt_x"/>
                                          </p:val>
                                        </p:tav>
                                      </p:tavLst>
                                    </p:anim>
                                    <p:anim calcmode="lin" valueType="num">
                                      <p:cBhvr additive="base">
                                        <p:cTn id="21" dur="500" fill="hold"/>
                                        <p:tgtEl>
                                          <p:spTgt spid="27"/>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30"/>
                                        </p:tgtEl>
                                        <p:attrNameLst>
                                          <p:attrName>style.visibility</p:attrName>
                                        </p:attrNameLst>
                                      </p:cBhvr>
                                      <p:to>
                                        <p:strVal val="visible"/>
                                      </p:to>
                                    </p:set>
                                    <p:anim calcmode="lin" valueType="num">
                                      <p:cBhvr additive="base">
                                        <p:cTn id="24" dur="500" fill="hold"/>
                                        <p:tgtEl>
                                          <p:spTgt spid="30"/>
                                        </p:tgtEl>
                                        <p:attrNameLst>
                                          <p:attrName>ppt_x</p:attrName>
                                        </p:attrNameLst>
                                      </p:cBhvr>
                                      <p:tavLst>
                                        <p:tav tm="0">
                                          <p:val>
                                            <p:strVal val="#ppt_x"/>
                                          </p:val>
                                        </p:tav>
                                        <p:tav tm="100000">
                                          <p:val>
                                            <p:strVal val="#ppt_x"/>
                                          </p:val>
                                        </p:tav>
                                      </p:tavLst>
                                    </p:anim>
                                    <p:anim calcmode="lin" valueType="num">
                                      <p:cBhvr additive="base">
                                        <p:cTn id="25" dur="500" fill="hold"/>
                                        <p:tgtEl>
                                          <p:spTgt spid="30"/>
                                        </p:tgtEl>
                                        <p:attrNameLst>
                                          <p:attrName>ppt_y</p:attrName>
                                        </p:attrNameLst>
                                      </p:cBhvr>
                                      <p:tavLst>
                                        <p:tav tm="0">
                                          <p:val>
                                            <p:strVal val="1+#ppt_h/2"/>
                                          </p:val>
                                        </p:tav>
                                        <p:tav tm="100000">
                                          <p:val>
                                            <p:strVal val="#ppt_y"/>
                                          </p:val>
                                        </p:tav>
                                      </p:tavLst>
                                    </p:anim>
                                  </p:childTnLst>
                                </p:cTn>
                              </p:par>
                              <p:par>
                                <p:cTn id="26" presetID="22" presetClass="entr" presetSubtype="8" fill="hold" grpId="0" nodeType="withEffect">
                                  <p:stCondLst>
                                    <p:cond delay="250"/>
                                  </p:stCondLst>
                                  <p:childTnLst>
                                    <p:set>
                                      <p:cBhvr>
                                        <p:cTn id="27" dur="1" fill="hold">
                                          <p:stCondLst>
                                            <p:cond delay="0"/>
                                          </p:stCondLst>
                                        </p:cTn>
                                        <p:tgtEl>
                                          <p:spTgt spid="63"/>
                                        </p:tgtEl>
                                        <p:attrNameLst>
                                          <p:attrName>style.visibility</p:attrName>
                                        </p:attrNameLst>
                                      </p:cBhvr>
                                      <p:to>
                                        <p:strVal val="visible"/>
                                      </p:to>
                                    </p:set>
                                    <p:animEffect transition="in" filter="wipe(left)">
                                      <p:cBhvr>
                                        <p:cTn id="28" dur="500"/>
                                        <p:tgtEl>
                                          <p:spTgt spid="63"/>
                                        </p:tgtEl>
                                      </p:cBhvr>
                                    </p:animEffect>
                                  </p:childTnLst>
                                </p:cTn>
                              </p:par>
                              <p:par>
                                <p:cTn id="29" presetID="22" presetClass="entr" presetSubtype="8" fill="hold" grpId="0" nodeType="withEffect">
                                  <p:stCondLst>
                                    <p:cond delay="500"/>
                                  </p:stCondLst>
                                  <p:childTnLst>
                                    <p:set>
                                      <p:cBhvr>
                                        <p:cTn id="30" dur="1" fill="hold">
                                          <p:stCondLst>
                                            <p:cond delay="0"/>
                                          </p:stCondLst>
                                        </p:cTn>
                                        <p:tgtEl>
                                          <p:spTgt spid="64"/>
                                        </p:tgtEl>
                                        <p:attrNameLst>
                                          <p:attrName>style.visibility</p:attrName>
                                        </p:attrNameLst>
                                      </p:cBhvr>
                                      <p:to>
                                        <p:strVal val="visible"/>
                                      </p:to>
                                    </p:set>
                                    <p:animEffect transition="in" filter="wipe(left)">
                                      <p:cBhvr>
                                        <p:cTn id="31" dur="500"/>
                                        <p:tgtEl>
                                          <p:spTgt spid="64"/>
                                        </p:tgtEl>
                                      </p:cBhvr>
                                    </p:animEffect>
                                  </p:childTnLst>
                                </p:cTn>
                              </p:par>
                              <p:par>
                                <p:cTn id="32" presetID="22" presetClass="entr" presetSubtype="8" fill="hold" grpId="0" nodeType="withEffect">
                                  <p:stCondLst>
                                    <p:cond delay="1000"/>
                                  </p:stCondLst>
                                  <p:childTnLst>
                                    <p:set>
                                      <p:cBhvr>
                                        <p:cTn id="33" dur="1" fill="hold">
                                          <p:stCondLst>
                                            <p:cond delay="0"/>
                                          </p:stCondLst>
                                        </p:cTn>
                                        <p:tgtEl>
                                          <p:spTgt spid="65"/>
                                        </p:tgtEl>
                                        <p:attrNameLst>
                                          <p:attrName>style.visibility</p:attrName>
                                        </p:attrNameLst>
                                      </p:cBhvr>
                                      <p:to>
                                        <p:strVal val="visible"/>
                                      </p:to>
                                    </p:set>
                                    <p:animEffect transition="in" filter="wipe(left)">
                                      <p:cBhvr>
                                        <p:cTn id="34" dur="500"/>
                                        <p:tgtEl>
                                          <p:spTgt spid="65"/>
                                        </p:tgtEl>
                                      </p:cBhvr>
                                    </p:animEffect>
                                  </p:childTnLst>
                                </p:cTn>
                              </p:par>
                              <p:par>
                                <p:cTn id="35" presetID="22" presetClass="entr" presetSubtype="8" fill="hold" grpId="0" nodeType="withEffect">
                                  <p:stCondLst>
                                    <p:cond delay="1250"/>
                                  </p:stCondLst>
                                  <p:childTnLst>
                                    <p:set>
                                      <p:cBhvr>
                                        <p:cTn id="36" dur="1" fill="hold">
                                          <p:stCondLst>
                                            <p:cond delay="0"/>
                                          </p:stCondLst>
                                        </p:cTn>
                                        <p:tgtEl>
                                          <p:spTgt spid="66"/>
                                        </p:tgtEl>
                                        <p:attrNameLst>
                                          <p:attrName>style.visibility</p:attrName>
                                        </p:attrNameLst>
                                      </p:cBhvr>
                                      <p:to>
                                        <p:strVal val="visible"/>
                                      </p:to>
                                    </p:set>
                                    <p:animEffect transition="in" filter="wipe(left)">
                                      <p:cBhvr>
                                        <p:cTn id="37" dur="500"/>
                                        <p:tgtEl>
                                          <p:spTgt spid="66"/>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67"/>
                                        </p:tgtEl>
                                        <p:attrNameLst>
                                          <p:attrName>style.visibility</p:attrName>
                                        </p:attrNameLst>
                                      </p:cBhvr>
                                      <p:to>
                                        <p:strVal val="visible"/>
                                      </p:to>
                                    </p:set>
                                    <p:animEffect transition="in" filter="wipe(left)">
                                      <p:cBhvr>
                                        <p:cTn id="40" dur="500"/>
                                        <p:tgtEl>
                                          <p:spTgt spid="67"/>
                                        </p:tgtEl>
                                      </p:cBhvr>
                                    </p:animEffect>
                                  </p:childTnLst>
                                </p:cTn>
                              </p:par>
                              <p:par>
                                <p:cTn id="41" presetID="22" presetClass="entr" presetSubtype="8" fill="hold" grpId="0" nodeType="withEffect">
                                  <p:stCondLst>
                                    <p:cond delay="500"/>
                                  </p:stCondLst>
                                  <p:childTnLst>
                                    <p:set>
                                      <p:cBhvr>
                                        <p:cTn id="42" dur="1" fill="hold">
                                          <p:stCondLst>
                                            <p:cond delay="0"/>
                                          </p:stCondLst>
                                        </p:cTn>
                                        <p:tgtEl>
                                          <p:spTgt spid="68"/>
                                        </p:tgtEl>
                                        <p:attrNameLst>
                                          <p:attrName>style.visibility</p:attrName>
                                        </p:attrNameLst>
                                      </p:cBhvr>
                                      <p:to>
                                        <p:strVal val="visible"/>
                                      </p:to>
                                    </p:set>
                                    <p:animEffect transition="in" filter="wipe(left)">
                                      <p:cBhvr>
                                        <p:cTn id="43"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63" grpId="0"/>
      <p:bldP spid="64" grpId="0"/>
      <p:bldP spid="65" grpId="0"/>
      <p:bldP spid="66" grpId="0"/>
      <p:bldP spid="67" grpId="0"/>
      <p:bldP spid="6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414021" y="3693468"/>
            <a:ext cx="2641600" cy="1081087"/>
            <a:chOff x="1356871" y="3464868"/>
            <a:chExt cx="2641600" cy="1081087"/>
          </a:xfrm>
          <a:solidFill>
            <a:srgbClr val="AC4243"/>
          </a:solidFill>
        </p:grpSpPr>
        <p:sp>
          <p:nvSpPr>
            <p:cNvPr id="4" name="平行四边形 3"/>
            <p:cNvSpPr/>
            <p:nvPr/>
          </p:nvSpPr>
          <p:spPr>
            <a:xfrm>
              <a:off x="1356871" y="3464868"/>
              <a:ext cx="2641600" cy="1081087"/>
            </a:xfrm>
            <a:prstGeom prst="parallelogram">
              <a:avLst>
                <a:gd name="adj" fmla="val 58333"/>
              </a:avLst>
            </a:prstGeom>
            <a:grp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5" name="Freeform 46"/>
            <p:cNvSpPr>
              <a:spLocks noEditPoints="1" noChangeArrowheads="1"/>
            </p:cNvSpPr>
            <p:nvPr/>
          </p:nvSpPr>
          <p:spPr bwMode="auto">
            <a:xfrm>
              <a:off x="2376046" y="3693468"/>
              <a:ext cx="568325" cy="568325"/>
            </a:xfrm>
            <a:custGeom>
              <a:avLst/>
              <a:gdLst>
                <a:gd name="T0" fmla="*/ 72 w 144"/>
                <a:gd name="T1" fmla="*/ 0 h 144"/>
                <a:gd name="T2" fmla="*/ 0 w 144"/>
                <a:gd name="T3" fmla="*/ 72 h 144"/>
                <a:gd name="T4" fmla="*/ 72 w 144"/>
                <a:gd name="T5" fmla="*/ 144 h 144"/>
                <a:gd name="T6" fmla="*/ 144 w 144"/>
                <a:gd name="T7" fmla="*/ 72 h 144"/>
                <a:gd name="T8" fmla="*/ 72 w 144"/>
                <a:gd name="T9" fmla="*/ 0 h 144"/>
                <a:gd name="T10" fmla="*/ 110 w 144"/>
                <a:gd name="T11" fmla="*/ 91 h 144"/>
                <a:gd name="T12" fmla="*/ 108 w 144"/>
                <a:gd name="T13" fmla="*/ 93 h 144"/>
                <a:gd name="T14" fmla="*/ 84 w 144"/>
                <a:gd name="T15" fmla="*/ 93 h 144"/>
                <a:gd name="T16" fmla="*/ 84 w 144"/>
                <a:gd name="T17" fmla="*/ 100 h 144"/>
                <a:gd name="T18" fmla="*/ 101 w 144"/>
                <a:gd name="T19" fmla="*/ 100 h 144"/>
                <a:gd name="T20" fmla="*/ 103 w 144"/>
                <a:gd name="T21" fmla="*/ 102 h 144"/>
                <a:gd name="T22" fmla="*/ 103 w 144"/>
                <a:gd name="T23" fmla="*/ 108 h 144"/>
                <a:gd name="T24" fmla="*/ 101 w 144"/>
                <a:gd name="T25" fmla="*/ 110 h 144"/>
                <a:gd name="T26" fmla="*/ 43 w 144"/>
                <a:gd name="T27" fmla="*/ 110 h 144"/>
                <a:gd name="T28" fmla="*/ 41 w 144"/>
                <a:gd name="T29" fmla="*/ 108 h 144"/>
                <a:gd name="T30" fmla="*/ 41 w 144"/>
                <a:gd name="T31" fmla="*/ 102 h 144"/>
                <a:gd name="T32" fmla="*/ 43 w 144"/>
                <a:gd name="T33" fmla="*/ 100 h 144"/>
                <a:gd name="T34" fmla="*/ 60 w 144"/>
                <a:gd name="T35" fmla="*/ 100 h 144"/>
                <a:gd name="T36" fmla="*/ 60 w 144"/>
                <a:gd name="T37" fmla="*/ 93 h 144"/>
                <a:gd name="T38" fmla="*/ 36 w 144"/>
                <a:gd name="T39" fmla="*/ 93 h 144"/>
                <a:gd name="T40" fmla="*/ 34 w 144"/>
                <a:gd name="T41" fmla="*/ 91 h 144"/>
                <a:gd name="T42" fmla="*/ 34 w 144"/>
                <a:gd name="T43" fmla="*/ 37 h 144"/>
                <a:gd name="T44" fmla="*/ 36 w 144"/>
                <a:gd name="T45" fmla="*/ 35 h 144"/>
                <a:gd name="T46" fmla="*/ 108 w 144"/>
                <a:gd name="T47" fmla="*/ 35 h 144"/>
                <a:gd name="T48" fmla="*/ 110 w 144"/>
                <a:gd name="T49" fmla="*/ 37 h 144"/>
                <a:gd name="T50" fmla="*/ 110 w 144"/>
                <a:gd name="T51" fmla="*/ 9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144">
                  <a:moveTo>
                    <a:pt x="72" y="0"/>
                  </a:moveTo>
                  <a:cubicBezTo>
                    <a:pt x="32" y="0"/>
                    <a:pt x="0" y="32"/>
                    <a:pt x="0" y="72"/>
                  </a:cubicBezTo>
                  <a:cubicBezTo>
                    <a:pt x="0" y="112"/>
                    <a:pt x="32" y="144"/>
                    <a:pt x="72" y="144"/>
                  </a:cubicBezTo>
                  <a:cubicBezTo>
                    <a:pt x="112" y="144"/>
                    <a:pt x="144" y="112"/>
                    <a:pt x="144" y="72"/>
                  </a:cubicBezTo>
                  <a:cubicBezTo>
                    <a:pt x="144" y="32"/>
                    <a:pt x="112" y="0"/>
                    <a:pt x="72" y="0"/>
                  </a:cubicBezTo>
                  <a:close/>
                  <a:moveTo>
                    <a:pt x="110" y="91"/>
                  </a:moveTo>
                  <a:cubicBezTo>
                    <a:pt x="110" y="92"/>
                    <a:pt x="109" y="93"/>
                    <a:pt x="108" y="93"/>
                  </a:cubicBezTo>
                  <a:cubicBezTo>
                    <a:pt x="84" y="93"/>
                    <a:pt x="84" y="93"/>
                    <a:pt x="84" y="93"/>
                  </a:cubicBezTo>
                  <a:cubicBezTo>
                    <a:pt x="84" y="100"/>
                    <a:pt x="84" y="100"/>
                    <a:pt x="84" y="100"/>
                  </a:cubicBezTo>
                  <a:cubicBezTo>
                    <a:pt x="101" y="100"/>
                    <a:pt x="101" y="100"/>
                    <a:pt x="101" y="100"/>
                  </a:cubicBezTo>
                  <a:cubicBezTo>
                    <a:pt x="102" y="100"/>
                    <a:pt x="103" y="101"/>
                    <a:pt x="103" y="102"/>
                  </a:cubicBezTo>
                  <a:cubicBezTo>
                    <a:pt x="103" y="108"/>
                    <a:pt x="103" y="108"/>
                    <a:pt x="103" y="108"/>
                  </a:cubicBezTo>
                  <a:cubicBezTo>
                    <a:pt x="103" y="109"/>
                    <a:pt x="102" y="110"/>
                    <a:pt x="101" y="110"/>
                  </a:cubicBezTo>
                  <a:cubicBezTo>
                    <a:pt x="43" y="110"/>
                    <a:pt x="43" y="110"/>
                    <a:pt x="43" y="110"/>
                  </a:cubicBezTo>
                  <a:cubicBezTo>
                    <a:pt x="42" y="110"/>
                    <a:pt x="41" y="109"/>
                    <a:pt x="41" y="108"/>
                  </a:cubicBezTo>
                  <a:cubicBezTo>
                    <a:pt x="41" y="102"/>
                    <a:pt x="41" y="102"/>
                    <a:pt x="41" y="102"/>
                  </a:cubicBezTo>
                  <a:cubicBezTo>
                    <a:pt x="41" y="101"/>
                    <a:pt x="42" y="100"/>
                    <a:pt x="43" y="100"/>
                  </a:cubicBezTo>
                  <a:cubicBezTo>
                    <a:pt x="60" y="100"/>
                    <a:pt x="60" y="100"/>
                    <a:pt x="60" y="100"/>
                  </a:cubicBezTo>
                  <a:cubicBezTo>
                    <a:pt x="60" y="93"/>
                    <a:pt x="60" y="93"/>
                    <a:pt x="60" y="93"/>
                  </a:cubicBezTo>
                  <a:cubicBezTo>
                    <a:pt x="36" y="93"/>
                    <a:pt x="36" y="93"/>
                    <a:pt x="36" y="93"/>
                  </a:cubicBezTo>
                  <a:cubicBezTo>
                    <a:pt x="35" y="93"/>
                    <a:pt x="34" y="92"/>
                    <a:pt x="34" y="91"/>
                  </a:cubicBezTo>
                  <a:cubicBezTo>
                    <a:pt x="34" y="37"/>
                    <a:pt x="34" y="37"/>
                    <a:pt x="34" y="37"/>
                  </a:cubicBezTo>
                  <a:cubicBezTo>
                    <a:pt x="34" y="36"/>
                    <a:pt x="35" y="35"/>
                    <a:pt x="36" y="35"/>
                  </a:cubicBezTo>
                  <a:cubicBezTo>
                    <a:pt x="108" y="35"/>
                    <a:pt x="108" y="35"/>
                    <a:pt x="108" y="35"/>
                  </a:cubicBezTo>
                  <a:cubicBezTo>
                    <a:pt x="109" y="35"/>
                    <a:pt x="110" y="36"/>
                    <a:pt x="110" y="37"/>
                  </a:cubicBezTo>
                  <a:lnTo>
                    <a:pt x="110" y="91"/>
                  </a:lnTo>
                  <a:close/>
                </a:path>
              </a:pathLst>
            </a:custGeom>
            <a:grp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grpSp>
      <p:grpSp>
        <p:nvGrpSpPr>
          <p:cNvPr id="6" name="组合 5"/>
          <p:cNvGrpSpPr/>
          <p:nvPr/>
        </p:nvGrpSpPr>
        <p:grpSpPr>
          <a:xfrm>
            <a:off x="3566671" y="3693468"/>
            <a:ext cx="2641600" cy="1081087"/>
            <a:chOff x="3509521" y="3464868"/>
            <a:chExt cx="2641600" cy="1081087"/>
          </a:xfrm>
        </p:grpSpPr>
        <p:sp>
          <p:nvSpPr>
            <p:cNvPr id="7" name="平行四边形 6"/>
            <p:cNvSpPr/>
            <p:nvPr/>
          </p:nvSpPr>
          <p:spPr>
            <a:xfrm>
              <a:off x="3509521" y="3464868"/>
              <a:ext cx="2641600" cy="1081087"/>
            </a:xfrm>
            <a:prstGeom prst="parallelogram">
              <a:avLst>
                <a:gd name="adj" fmla="val 58333"/>
              </a:avLst>
            </a:prstGeom>
            <a:solidFill>
              <a:srgbClr val="AC424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rgbClr val="FFFFFF"/>
                </a:solidFill>
              </a:endParaRPr>
            </a:p>
          </p:txBody>
        </p:sp>
        <p:sp>
          <p:nvSpPr>
            <p:cNvPr id="8" name="Freeform 52"/>
            <p:cNvSpPr>
              <a:spLocks noEditPoints="1" noChangeArrowheads="1"/>
            </p:cNvSpPr>
            <p:nvPr/>
          </p:nvSpPr>
          <p:spPr bwMode="auto">
            <a:xfrm>
              <a:off x="4541396" y="3693468"/>
              <a:ext cx="568325" cy="568325"/>
            </a:xfrm>
            <a:custGeom>
              <a:avLst/>
              <a:gdLst>
                <a:gd name="T0" fmla="*/ 72 w 144"/>
                <a:gd name="T1" fmla="*/ 0 h 144"/>
                <a:gd name="T2" fmla="*/ 0 w 144"/>
                <a:gd name="T3" fmla="*/ 72 h 144"/>
                <a:gd name="T4" fmla="*/ 72 w 144"/>
                <a:gd name="T5" fmla="*/ 144 h 144"/>
                <a:gd name="T6" fmla="*/ 144 w 144"/>
                <a:gd name="T7" fmla="*/ 72 h 144"/>
                <a:gd name="T8" fmla="*/ 72 w 144"/>
                <a:gd name="T9" fmla="*/ 0 h 144"/>
                <a:gd name="T10" fmla="*/ 110 w 144"/>
                <a:gd name="T11" fmla="*/ 76 h 144"/>
                <a:gd name="T12" fmla="*/ 105 w 144"/>
                <a:gd name="T13" fmla="*/ 91 h 144"/>
                <a:gd name="T14" fmla="*/ 109 w 144"/>
                <a:gd name="T15" fmla="*/ 104 h 144"/>
                <a:gd name="T16" fmla="*/ 91 w 144"/>
                <a:gd name="T17" fmla="*/ 117 h 144"/>
                <a:gd name="T18" fmla="*/ 80 w 144"/>
                <a:gd name="T19" fmla="*/ 110 h 144"/>
                <a:gd name="T20" fmla="*/ 72 w 144"/>
                <a:gd name="T21" fmla="*/ 111 h 144"/>
                <a:gd name="T22" fmla="*/ 64 w 144"/>
                <a:gd name="T23" fmla="*/ 110 h 144"/>
                <a:gd name="T24" fmla="*/ 53 w 144"/>
                <a:gd name="T25" fmla="*/ 117 h 144"/>
                <a:gd name="T26" fmla="*/ 35 w 144"/>
                <a:gd name="T27" fmla="*/ 104 h 144"/>
                <a:gd name="T28" fmla="*/ 39 w 144"/>
                <a:gd name="T29" fmla="*/ 91 h 144"/>
                <a:gd name="T30" fmla="*/ 34 w 144"/>
                <a:gd name="T31" fmla="*/ 76 h 144"/>
                <a:gd name="T32" fmla="*/ 23 w 144"/>
                <a:gd name="T33" fmla="*/ 68 h 144"/>
                <a:gd name="T34" fmla="*/ 30 w 144"/>
                <a:gd name="T35" fmla="*/ 46 h 144"/>
                <a:gd name="T36" fmla="*/ 43 w 144"/>
                <a:gd name="T37" fmla="*/ 46 h 144"/>
                <a:gd name="T38" fmla="*/ 56 w 144"/>
                <a:gd name="T39" fmla="*/ 37 h 144"/>
                <a:gd name="T40" fmla="*/ 60 w 144"/>
                <a:gd name="T41" fmla="*/ 24 h 144"/>
                <a:gd name="T42" fmla="*/ 84 w 144"/>
                <a:gd name="T43" fmla="*/ 24 h 144"/>
                <a:gd name="T44" fmla="*/ 88 w 144"/>
                <a:gd name="T45" fmla="*/ 37 h 144"/>
                <a:gd name="T46" fmla="*/ 101 w 144"/>
                <a:gd name="T47" fmla="*/ 46 h 144"/>
                <a:gd name="T48" fmla="*/ 114 w 144"/>
                <a:gd name="T49" fmla="*/ 46 h 144"/>
                <a:gd name="T50" fmla="*/ 121 w 144"/>
                <a:gd name="T51" fmla="*/ 68 h 144"/>
                <a:gd name="T52" fmla="*/ 110 w 144"/>
                <a:gd name="T53" fmla="*/ 7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4" h="144">
                  <a:moveTo>
                    <a:pt x="72" y="0"/>
                  </a:moveTo>
                  <a:cubicBezTo>
                    <a:pt x="32" y="0"/>
                    <a:pt x="0" y="32"/>
                    <a:pt x="0" y="72"/>
                  </a:cubicBezTo>
                  <a:cubicBezTo>
                    <a:pt x="0" y="112"/>
                    <a:pt x="32" y="144"/>
                    <a:pt x="72" y="144"/>
                  </a:cubicBezTo>
                  <a:cubicBezTo>
                    <a:pt x="112" y="144"/>
                    <a:pt x="144" y="112"/>
                    <a:pt x="144" y="72"/>
                  </a:cubicBezTo>
                  <a:cubicBezTo>
                    <a:pt x="144" y="32"/>
                    <a:pt x="112" y="0"/>
                    <a:pt x="72" y="0"/>
                  </a:cubicBezTo>
                  <a:close/>
                  <a:moveTo>
                    <a:pt x="110" y="76"/>
                  </a:moveTo>
                  <a:cubicBezTo>
                    <a:pt x="110" y="81"/>
                    <a:pt x="108" y="87"/>
                    <a:pt x="105" y="91"/>
                  </a:cubicBezTo>
                  <a:cubicBezTo>
                    <a:pt x="109" y="104"/>
                    <a:pt x="109" y="104"/>
                    <a:pt x="109" y="104"/>
                  </a:cubicBezTo>
                  <a:cubicBezTo>
                    <a:pt x="91" y="117"/>
                    <a:pt x="91" y="117"/>
                    <a:pt x="91" y="117"/>
                  </a:cubicBezTo>
                  <a:cubicBezTo>
                    <a:pt x="80" y="110"/>
                    <a:pt x="80" y="110"/>
                    <a:pt x="80" y="110"/>
                  </a:cubicBezTo>
                  <a:cubicBezTo>
                    <a:pt x="78" y="110"/>
                    <a:pt x="75" y="111"/>
                    <a:pt x="72" y="111"/>
                  </a:cubicBezTo>
                  <a:cubicBezTo>
                    <a:pt x="69" y="111"/>
                    <a:pt x="66" y="110"/>
                    <a:pt x="64" y="110"/>
                  </a:cubicBezTo>
                  <a:cubicBezTo>
                    <a:pt x="53" y="117"/>
                    <a:pt x="53" y="117"/>
                    <a:pt x="53" y="117"/>
                  </a:cubicBezTo>
                  <a:cubicBezTo>
                    <a:pt x="35" y="104"/>
                    <a:pt x="35" y="104"/>
                    <a:pt x="35" y="104"/>
                  </a:cubicBezTo>
                  <a:cubicBezTo>
                    <a:pt x="39" y="91"/>
                    <a:pt x="39" y="91"/>
                    <a:pt x="39" y="91"/>
                  </a:cubicBezTo>
                  <a:cubicBezTo>
                    <a:pt x="36" y="87"/>
                    <a:pt x="34" y="81"/>
                    <a:pt x="34" y="76"/>
                  </a:cubicBezTo>
                  <a:cubicBezTo>
                    <a:pt x="23" y="68"/>
                    <a:pt x="23" y="68"/>
                    <a:pt x="23" y="68"/>
                  </a:cubicBezTo>
                  <a:cubicBezTo>
                    <a:pt x="30" y="46"/>
                    <a:pt x="30" y="46"/>
                    <a:pt x="30" y="46"/>
                  </a:cubicBezTo>
                  <a:cubicBezTo>
                    <a:pt x="43" y="46"/>
                    <a:pt x="43" y="46"/>
                    <a:pt x="43" y="46"/>
                  </a:cubicBezTo>
                  <a:cubicBezTo>
                    <a:pt x="47" y="42"/>
                    <a:pt x="51" y="39"/>
                    <a:pt x="56" y="37"/>
                  </a:cubicBezTo>
                  <a:cubicBezTo>
                    <a:pt x="60" y="24"/>
                    <a:pt x="60" y="24"/>
                    <a:pt x="60" y="24"/>
                  </a:cubicBezTo>
                  <a:cubicBezTo>
                    <a:pt x="84" y="24"/>
                    <a:pt x="84" y="24"/>
                    <a:pt x="84" y="24"/>
                  </a:cubicBezTo>
                  <a:cubicBezTo>
                    <a:pt x="88" y="37"/>
                    <a:pt x="88" y="37"/>
                    <a:pt x="88" y="37"/>
                  </a:cubicBezTo>
                  <a:cubicBezTo>
                    <a:pt x="93" y="39"/>
                    <a:pt x="97" y="42"/>
                    <a:pt x="101" y="46"/>
                  </a:cubicBezTo>
                  <a:cubicBezTo>
                    <a:pt x="114" y="46"/>
                    <a:pt x="114" y="46"/>
                    <a:pt x="114" y="46"/>
                  </a:cubicBezTo>
                  <a:cubicBezTo>
                    <a:pt x="121" y="68"/>
                    <a:pt x="121" y="68"/>
                    <a:pt x="121" y="68"/>
                  </a:cubicBezTo>
                  <a:lnTo>
                    <a:pt x="110" y="76"/>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rgbClr val="000000"/>
                </a:solidFill>
              </a:endParaRPr>
            </a:p>
          </p:txBody>
        </p:sp>
      </p:grpSp>
      <p:sp>
        <p:nvSpPr>
          <p:cNvPr id="9" name="任意多边形 8"/>
          <p:cNvSpPr/>
          <p:nvPr/>
        </p:nvSpPr>
        <p:spPr>
          <a:xfrm>
            <a:off x="7884671" y="3182293"/>
            <a:ext cx="3355975" cy="2049462"/>
          </a:xfrm>
          <a:custGeom>
            <a:avLst/>
            <a:gdLst>
              <a:gd name="connsiteX0" fmla="*/ 2037680 w 3355054"/>
              <a:gd name="connsiteY0" fmla="*/ 0 h 2049929"/>
              <a:gd name="connsiteX1" fmla="*/ 2696189 w 3355054"/>
              <a:gd name="connsiteY1" fmla="*/ 512344 h 2049929"/>
              <a:gd name="connsiteX2" fmla="*/ 2753137 w 3355054"/>
              <a:gd name="connsiteY2" fmla="*/ 512344 h 2049929"/>
              <a:gd name="connsiteX3" fmla="*/ 2735359 w 3355054"/>
              <a:gd name="connsiteY3" fmla="*/ 542820 h 2049929"/>
              <a:gd name="connsiteX4" fmla="*/ 3355054 w 3355054"/>
              <a:gd name="connsiteY4" fmla="*/ 1024965 h 2049929"/>
              <a:gd name="connsiteX5" fmla="*/ 2037680 w 3355054"/>
              <a:gd name="connsiteY5" fmla="*/ 2049929 h 2049929"/>
              <a:gd name="connsiteX6" fmla="*/ 2037680 w 3355054"/>
              <a:gd name="connsiteY6" fmla="*/ 1592999 h 2049929"/>
              <a:gd name="connsiteX7" fmla="*/ 0 w 3355054"/>
              <a:gd name="connsiteY7" fmla="*/ 1592999 h 2049929"/>
              <a:gd name="connsiteX8" fmla="*/ 630378 w 3355054"/>
              <a:gd name="connsiteY8" fmla="*/ 512344 h 2049929"/>
              <a:gd name="connsiteX9" fmla="*/ 2037680 w 3355054"/>
              <a:gd name="connsiteY9" fmla="*/ 512344 h 2049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55054" h="2049929">
                <a:moveTo>
                  <a:pt x="2037680" y="0"/>
                </a:moveTo>
                <a:lnTo>
                  <a:pt x="2696189" y="512344"/>
                </a:lnTo>
                <a:lnTo>
                  <a:pt x="2753137" y="512344"/>
                </a:lnTo>
                <a:lnTo>
                  <a:pt x="2735359" y="542820"/>
                </a:lnTo>
                <a:lnTo>
                  <a:pt x="3355054" y="1024965"/>
                </a:lnTo>
                <a:lnTo>
                  <a:pt x="2037680" y="2049929"/>
                </a:lnTo>
                <a:lnTo>
                  <a:pt x="2037680" y="1592999"/>
                </a:lnTo>
                <a:lnTo>
                  <a:pt x="0" y="1592999"/>
                </a:lnTo>
                <a:lnTo>
                  <a:pt x="630378" y="512344"/>
                </a:lnTo>
                <a:lnTo>
                  <a:pt x="2037680" y="512344"/>
                </a:lnTo>
                <a:close/>
              </a:path>
            </a:pathLst>
          </a:custGeom>
          <a:solidFill>
            <a:srgbClr val="AC424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srgbClr val="FFFFFF"/>
              </a:solidFill>
            </a:endParaRPr>
          </a:p>
        </p:txBody>
      </p:sp>
      <p:sp>
        <p:nvSpPr>
          <p:cNvPr id="10" name="平行四边形 9"/>
          <p:cNvSpPr/>
          <p:nvPr/>
        </p:nvSpPr>
        <p:spPr>
          <a:xfrm>
            <a:off x="5698381" y="3685991"/>
            <a:ext cx="2643187" cy="1081087"/>
          </a:xfrm>
          <a:prstGeom prst="parallelogram">
            <a:avLst>
              <a:gd name="adj" fmla="val 58333"/>
            </a:avLst>
          </a:prstGeom>
          <a:solidFill>
            <a:srgbClr val="AC4243"/>
          </a:soli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17" name="椭圆 16"/>
          <p:cNvSpPr/>
          <p:nvPr/>
        </p:nvSpPr>
        <p:spPr>
          <a:xfrm>
            <a:off x="9081836" y="3918912"/>
            <a:ext cx="568325" cy="5683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îŝļiḓé"/>
          <p:cNvSpPr/>
          <p:nvPr/>
        </p:nvSpPr>
        <p:spPr bwMode="auto">
          <a:xfrm>
            <a:off x="9206122" y="4005315"/>
            <a:ext cx="319752" cy="386291"/>
          </a:xfrm>
          <a:custGeom>
            <a:avLst/>
            <a:gdLst>
              <a:gd name="T0" fmla="*/ 31 w 73"/>
              <a:gd name="T1" fmla="*/ 88 h 88"/>
              <a:gd name="T2" fmla="*/ 29 w 73"/>
              <a:gd name="T3" fmla="*/ 82 h 88"/>
              <a:gd name="T4" fmla="*/ 12 w 73"/>
              <a:gd name="T5" fmla="*/ 68 h 88"/>
              <a:gd name="T6" fmla="*/ 6 w 73"/>
              <a:gd name="T7" fmla="*/ 56 h 88"/>
              <a:gd name="T8" fmla="*/ 1 w 73"/>
              <a:gd name="T9" fmla="*/ 45 h 88"/>
              <a:gd name="T10" fmla="*/ 6 w 73"/>
              <a:gd name="T11" fmla="*/ 39 h 88"/>
              <a:gd name="T12" fmla="*/ 16 w 73"/>
              <a:gd name="T13" fmla="*/ 54 h 88"/>
              <a:gd name="T14" fmla="*/ 21 w 73"/>
              <a:gd name="T15" fmla="*/ 53 h 88"/>
              <a:gd name="T16" fmla="*/ 21 w 73"/>
              <a:gd name="T17" fmla="*/ 41 h 88"/>
              <a:gd name="T18" fmla="*/ 15 w 73"/>
              <a:gd name="T19" fmla="*/ 14 h 88"/>
              <a:gd name="T20" fmla="*/ 22 w 73"/>
              <a:gd name="T21" fmla="*/ 12 h 88"/>
              <a:gd name="T22" fmla="*/ 33 w 73"/>
              <a:gd name="T23" fmla="*/ 40 h 88"/>
              <a:gd name="T24" fmla="*/ 34 w 73"/>
              <a:gd name="T25" fmla="*/ 3 h 88"/>
              <a:gd name="T26" fmla="*/ 42 w 73"/>
              <a:gd name="T27" fmla="*/ 4 h 88"/>
              <a:gd name="T28" fmla="*/ 46 w 73"/>
              <a:gd name="T29" fmla="*/ 40 h 88"/>
              <a:gd name="T30" fmla="*/ 54 w 73"/>
              <a:gd name="T31" fmla="*/ 9 h 88"/>
              <a:gd name="T32" fmla="*/ 60 w 73"/>
              <a:gd name="T33" fmla="*/ 11 h 88"/>
              <a:gd name="T34" fmla="*/ 57 w 73"/>
              <a:gd name="T35" fmla="*/ 44 h 88"/>
              <a:gd name="T36" fmla="*/ 69 w 73"/>
              <a:gd name="T37" fmla="*/ 21 h 88"/>
              <a:gd name="T38" fmla="*/ 73 w 73"/>
              <a:gd name="T39" fmla="*/ 24 h 88"/>
              <a:gd name="T40" fmla="*/ 65 w 73"/>
              <a:gd name="T41" fmla="*/ 54 h 88"/>
              <a:gd name="T42" fmla="*/ 60 w 73"/>
              <a:gd name="T43" fmla="*/ 83 h 88"/>
              <a:gd name="T44" fmla="*/ 58 w 73"/>
              <a:gd name="T45" fmla="*/ 88 h 88"/>
              <a:gd name="T46" fmla="*/ 31 w 73"/>
              <a:gd name="T47" fmla="*/ 88 h 88"/>
              <a:gd name="T48" fmla="*/ 31 w 73"/>
              <a:gd name="T4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 h="88">
                <a:moveTo>
                  <a:pt x="31" y="88"/>
                </a:moveTo>
                <a:cubicBezTo>
                  <a:pt x="31" y="88"/>
                  <a:pt x="33" y="86"/>
                  <a:pt x="29" y="82"/>
                </a:cubicBezTo>
                <a:cubicBezTo>
                  <a:pt x="29" y="82"/>
                  <a:pt x="19" y="76"/>
                  <a:pt x="12" y="68"/>
                </a:cubicBezTo>
                <a:cubicBezTo>
                  <a:pt x="11" y="66"/>
                  <a:pt x="6" y="60"/>
                  <a:pt x="6" y="56"/>
                </a:cubicBezTo>
                <a:cubicBezTo>
                  <a:pt x="5" y="53"/>
                  <a:pt x="1" y="45"/>
                  <a:pt x="1" y="45"/>
                </a:cubicBezTo>
                <a:cubicBezTo>
                  <a:pt x="1" y="45"/>
                  <a:pt x="0" y="39"/>
                  <a:pt x="6" y="39"/>
                </a:cubicBezTo>
                <a:cubicBezTo>
                  <a:pt x="11" y="41"/>
                  <a:pt x="16" y="54"/>
                  <a:pt x="16" y="54"/>
                </a:cubicBezTo>
                <a:cubicBezTo>
                  <a:pt x="16" y="54"/>
                  <a:pt x="21" y="57"/>
                  <a:pt x="21" y="53"/>
                </a:cubicBezTo>
                <a:cubicBezTo>
                  <a:pt x="21" y="53"/>
                  <a:pt x="22" y="48"/>
                  <a:pt x="21" y="41"/>
                </a:cubicBezTo>
                <a:cubicBezTo>
                  <a:pt x="19" y="32"/>
                  <a:pt x="16" y="25"/>
                  <a:pt x="15" y="14"/>
                </a:cubicBezTo>
                <a:cubicBezTo>
                  <a:pt x="14" y="6"/>
                  <a:pt x="21" y="9"/>
                  <a:pt x="22" y="12"/>
                </a:cubicBezTo>
                <a:cubicBezTo>
                  <a:pt x="23" y="12"/>
                  <a:pt x="28" y="40"/>
                  <a:pt x="33" y="40"/>
                </a:cubicBezTo>
                <a:cubicBezTo>
                  <a:pt x="37" y="40"/>
                  <a:pt x="32" y="5"/>
                  <a:pt x="34" y="3"/>
                </a:cubicBezTo>
                <a:cubicBezTo>
                  <a:pt x="36" y="0"/>
                  <a:pt x="41" y="2"/>
                  <a:pt x="42" y="4"/>
                </a:cubicBezTo>
                <a:cubicBezTo>
                  <a:pt x="42" y="7"/>
                  <a:pt x="43" y="40"/>
                  <a:pt x="46" y="40"/>
                </a:cubicBezTo>
                <a:cubicBezTo>
                  <a:pt x="49" y="40"/>
                  <a:pt x="52" y="9"/>
                  <a:pt x="54" y="9"/>
                </a:cubicBezTo>
                <a:cubicBezTo>
                  <a:pt x="57" y="6"/>
                  <a:pt x="60" y="7"/>
                  <a:pt x="60" y="11"/>
                </a:cubicBezTo>
                <a:cubicBezTo>
                  <a:pt x="60" y="13"/>
                  <a:pt x="55" y="42"/>
                  <a:pt x="57" y="44"/>
                </a:cubicBezTo>
                <a:cubicBezTo>
                  <a:pt x="60" y="46"/>
                  <a:pt x="64" y="28"/>
                  <a:pt x="69" y="21"/>
                </a:cubicBezTo>
                <a:cubicBezTo>
                  <a:pt x="70" y="21"/>
                  <a:pt x="73" y="22"/>
                  <a:pt x="73" y="24"/>
                </a:cubicBezTo>
                <a:cubicBezTo>
                  <a:pt x="72" y="30"/>
                  <a:pt x="65" y="53"/>
                  <a:pt x="65" y="54"/>
                </a:cubicBezTo>
                <a:cubicBezTo>
                  <a:pt x="65" y="54"/>
                  <a:pt x="65" y="67"/>
                  <a:pt x="60" y="83"/>
                </a:cubicBezTo>
                <a:cubicBezTo>
                  <a:pt x="58" y="88"/>
                  <a:pt x="58" y="88"/>
                  <a:pt x="58" y="88"/>
                </a:cubicBezTo>
                <a:cubicBezTo>
                  <a:pt x="31" y="88"/>
                  <a:pt x="31" y="88"/>
                  <a:pt x="31" y="88"/>
                </a:cubicBezTo>
                <a:cubicBezTo>
                  <a:pt x="31" y="88"/>
                  <a:pt x="31" y="88"/>
                  <a:pt x="31" y="88"/>
                </a:cubicBezTo>
                <a:close/>
              </a:path>
            </a:pathLst>
          </a:custGeom>
          <a:solidFill>
            <a:srgbClr val="AC4243"/>
          </a:solidFill>
          <a:ln>
            <a:noFill/>
          </a:ln>
        </p:spPr>
        <p:txBody>
          <a:bodyPr anchor="ctr"/>
          <a:lstStyle/>
          <a:p>
            <a:pPr algn="ctr"/>
          </a:p>
        </p:txBody>
      </p:sp>
      <p:sp>
        <p:nvSpPr>
          <p:cNvPr id="19" name="椭圆 18"/>
          <p:cNvSpPr/>
          <p:nvPr/>
        </p:nvSpPr>
        <p:spPr>
          <a:xfrm>
            <a:off x="6730117" y="3914297"/>
            <a:ext cx="568325" cy="5683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iṡ1îḍe"/>
          <p:cNvSpPr/>
          <p:nvPr/>
        </p:nvSpPr>
        <p:spPr bwMode="auto">
          <a:xfrm>
            <a:off x="6876725" y="4035171"/>
            <a:ext cx="275107" cy="356638"/>
          </a:xfrm>
          <a:custGeom>
            <a:avLst/>
            <a:gdLst>
              <a:gd name="T0" fmla="*/ 719 w 1222"/>
              <a:gd name="T1" fmla="*/ 1338 h 1581"/>
              <a:gd name="T2" fmla="*/ 686 w 1222"/>
              <a:gd name="T3" fmla="*/ 1221 h 1581"/>
              <a:gd name="T4" fmla="*/ 686 w 1222"/>
              <a:gd name="T5" fmla="*/ 359 h 1581"/>
              <a:gd name="T6" fmla="*/ 719 w 1222"/>
              <a:gd name="T7" fmla="*/ 243 h 1581"/>
              <a:gd name="T8" fmla="*/ 17 w 1222"/>
              <a:gd name="T9" fmla="*/ 460 h 1581"/>
              <a:gd name="T10" fmla="*/ 0 w 1222"/>
              <a:gd name="T11" fmla="*/ 794 h 1581"/>
              <a:gd name="T12" fmla="*/ 17 w 1222"/>
              <a:gd name="T13" fmla="*/ 1120 h 1581"/>
              <a:gd name="T14" fmla="*/ 502 w 1222"/>
              <a:gd name="T15" fmla="*/ 1530 h 1581"/>
              <a:gd name="T16" fmla="*/ 493 w 1222"/>
              <a:gd name="T17" fmla="*/ 1112 h 1581"/>
              <a:gd name="T18" fmla="*/ 284 w 1222"/>
              <a:gd name="T19" fmla="*/ 1120 h 1581"/>
              <a:gd name="T20" fmla="*/ 284 w 1222"/>
              <a:gd name="T21" fmla="*/ 794 h 1581"/>
              <a:gd name="T22" fmla="*/ 284 w 1222"/>
              <a:gd name="T23" fmla="*/ 460 h 1581"/>
              <a:gd name="T24" fmla="*/ 493 w 1222"/>
              <a:gd name="T25" fmla="*/ 468 h 1581"/>
              <a:gd name="T26" fmla="*/ 502 w 1222"/>
              <a:gd name="T27" fmla="*/ 58 h 1581"/>
              <a:gd name="T28" fmla="*/ 17 w 1222"/>
              <a:gd name="T29" fmla="*/ 460 h 1581"/>
              <a:gd name="T30" fmla="*/ 602 w 1222"/>
              <a:gd name="T31" fmla="*/ 911 h 1581"/>
              <a:gd name="T32" fmla="*/ 493 w 1222"/>
              <a:gd name="T33" fmla="*/ 861 h 1581"/>
              <a:gd name="T34" fmla="*/ 543 w 1222"/>
              <a:gd name="T35" fmla="*/ 828 h 1581"/>
              <a:gd name="T36" fmla="*/ 610 w 1222"/>
              <a:gd name="T37" fmla="*/ 778 h 1581"/>
              <a:gd name="T38" fmla="*/ 627 w 1222"/>
              <a:gd name="T39" fmla="*/ 660 h 1581"/>
              <a:gd name="T40" fmla="*/ 476 w 1222"/>
              <a:gd name="T41" fmla="*/ 677 h 1581"/>
              <a:gd name="T42" fmla="*/ 510 w 1222"/>
              <a:gd name="T43" fmla="*/ 736 h 1581"/>
              <a:gd name="T44" fmla="*/ 560 w 1222"/>
              <a:gd name="T45" fmla="*/ 677 h 1581"/>
              <a:gd name="T46" fmla="*/ 585 w 1222"/>
              <a:gd name="T47" fmla="*/ 719 h 1581"/>
              <a:gd name="T48" fmla="*/ 502 w 1222"/>
              <a:gd name="T49" fmla="*/ 803 h 1581"/>
              <a:gd name="T50" fmla="*/ 410 w 1222"/>
              <a:gd name="T51" fmla="*/ 911 h 1581"/>
              <a:gd name="T52" fmla="*/ 819 w 1222"/>
              <a:gd name="T53" fmla="*/ 811 h 1581"/>
              <a:gd name="T54" fmla="*/ 794 w 1222"/>
              <a:gd name="T55" fmla="*/ 635 h 1581"/>
              <a:gd name="T56" fmla="*/ 644 w 1222"/>
              <a:gd name="T57" fmla="*/ 853 h 1581"/>
              <a:gd name="T58" fmla="*/ 744 w 1222"/>
              <a:gd name="T59" fmla="*/ 911 h 1581"/>
              <a:gd name="T60" fmla="*/ 803 w 1222"/>
              <a:gd name="T61" fmla="*/ 853 h 1581"/>
              <a:gd name="T62" fmla="*/ 844 w 1222"/>
              <a:gd name="T63" fmla="*/ 811 h 1581"/>
              <a:gd name="T64" fmla="*/ 786 w 1222"/>
              <a:gd name="T65" fmla="*/ 686 h 1581"/>
              <a:gd name="T66" fmla="*/ 694 w 1222"/>
              <a:gd name="T67" fmla="*/ 811 h 1581"/>
              <a:gd name="T68" fmla="*/ 694 w 1222"/>
              <a:gd name="T69" fmla="*/ 811 h 1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22" h="1581">
                <a:moveTo>
                  <a:pt x="1221" y="794"/>
                </a:moveTo>
                <a:cubicBezTo>
                  <a:pt x="1221" y="1079"/>
                  <a:pt x="995" y="1313"/>
                  <a:pt x="719" y="1338"/>
                </a:cubicBezTo>
                <a:cubicBezTo>
                  <a:pt x="719" y="1329"/>
                  <a:pt x="711" y="1313"/>
                  <a:pt x="711" y="1296"/>
                </a:cubicBezTo>
                <a:cubicBezTo>
                  <a:pt x="711" y="1296"/>
                  <a:pt x="702" y="1262"/>
                  <a:pt x="686" y="1221"/>
                </a:cubicBezTo>
                <a:cubicBezTo>
                  <a:pt x="911" y="1212"/>
                  <a:pt x="1095" y="1028"/>
                  <a:pt x="1095" y="794"/>
                </a:cubicBezTo>
                <a:cubicBezTo>
                  <a:pt x="1095" y="560"/>
                  <a:pt x="911" y="368"/>
                  <a:pt x="686" y="359"/>
                </a:cubicBezTo>
                <a:cubicBezTo>
                  <a:pt x="702" y="326"/>
                  <a:pt x="711" y="293"/>
                  <a:pt x="711" y="284"/>
                </a:cubicBezTo>
                <a:cubicBezTo>
                  <a:pt x="711" y="276"/>
                  <a:pt x="719" y="259"/>
                  <a:pt x="719" y="243"/>
                </a:cubicBezTo>
                <a:cubicBezTo>
                  <a:pt x="995" y="267"/>
                  <a:pt x="1221" y="510"/>
                  <a:pt x="1221" y="794"/>
                </a:cubicBezTo>
                <a:close/>
                <a:moveTo>
                  <a:pt x="17" y="460"/>
                </a:moveTo>
                <a:cubicBezTo>
                  <a:pt x="8" y="568"/>
                  <a:pt x="0" y="677"/>
                  <a:pt x="0" y="786"/>
                </a:cubicBezTo>
                <a:lnTo>
                  <a:pt x="0" y="794"/>
                </a:lnTo>
                <a:lnTo>
                  <a:pt x="0" y="803"/>
                </a:lnTo>
                <a:cubicBezTo>
                  <a:pt x="0" y="911"/>
                  <a:pt x="8" y="1012"/>
                  <a:pt x="17" y="1120"/>
                </a:cubicBezTo>
                <a:cubicBezTo>
                  <a:pt x="42" y="1396"/>
                  <a:pt x="259" y="1580"/>
                  <a:pt x="468" y="1538"/>
                </a:cubicBezTo>
                <a:cubicBezTo>
                  <a:pt x="485" y="1530"/>
                  <a:pt x="493" y="1530"/>
                  <a:pt x="502" y="1530"/>
                </a:cubicBezTo>
                <a:cubicBezTo>
                  <a:pt x="552" y="1505"/>
                  <a:pt x="594" y="1471"/>
                  <a:pt x="644" y="1438"/>
                </a:cubicBezTo>
                <a:cubicBezTo>
                  <a:pt x="702" y="1396"/>
                  <a:pt x="569" y="1070"/>
                  <a:pt x="493" y="1112"/>
                </a:cubicBezTo>
                <a:cubicBezTo>
                  <a:pt x="460" y="1129"/>
                  <a:pt x="376" y="1196"/>
                  <a:pt x="343" y="1196"/>
                </a:cubicBezTo>
                <a:cubicBezTo>
                  <a:pt x="309" y="1204"/>
                  <a:pt x="293" y="1162"/>
                  <a:pt x="284" y="1120"/>
                </a:cubicBezTo>
                <a:cubicBezTo>
                  <a:pt x="276" y="1028"/>
                  <a:pt x="284" y="903"/>
                  <a:pt x="284" y="803"/>
                </a:cubicBezTo>
                <a:cubicBezTo>
                  <a:pt x="284" y="794"/>
                  <a:pt x="284" y="794"/>
                  <a:pt x="284" y="794"/>
                </a:cubicBezTo>
                <a:cubicBezTo>
                  <a:pt x="284" y="786"/>
                  <a:pt x="284" y="786"/>
                  <a:pt x="284" y="786"/>
                </a:cubicBezTo>
                <a:cubicBezTo>
                  <a:pt x="284" y="677"/>
                  <a:pt x="276" y="560"/>
                  <a:pt x="284" y="460"/>
                </a:cubicBezTo>
                <a:cubicBezTo>
                  <a:pt x="293" y="426"/>
                  <a:pt x="309" y="385"/>
                  <a:pt x="343" y="385"/>
                </a:cubicBezTo>
                <a:cubicBezTo>
                  <a:pt x="376" y="393"/>
                  <a:pt x="460" y="452"/>
                  <a:pt x="493" y="468"/>
                </a:cubicBezTo>
                <a:cubicBezTo>
                  <a:pt x="569" y="510"/>
                  <a:pt x="702" y="184"/>
                  <a:pt x="644" y="142"/>
                </a:cubicBezTo>
                <a:cubicBezTo>
                  <a:pt x="594" y="117"/>
                  <a:pt x="552" y="75"/>
                  <a:pt x="502" y="58"/>
                </a:cubicBezTo>
                <a:cubicBezTo>
                  <a:pt x="493" y="50"/>
                  <a:pt x="485" y="50"/>
                  <a:pt x="468" y="50"/>
                </a:cubicBezTo>
                <a:cubicBezTo>
                  <a:pt x="259" y="0"/>
                  <a:pt x="42" y="184"/>
                  <a:pt x="17" y="460"/>
                </a:cubicBezTo>
                <a:close/>
                <a:moveTo>
                  <a:pt x="410" y="911"/>
                </a:moveTo>
                <a:cubicBezTo>
                  <a:pt x="602" y="911"/>
                  <a:pt x="602" y="911"/>
                  <a:pt x="602" y="911"/>
                </a:cubicBezTo>
                <a:cubicBezTo>
                  <a:pt x="610" y="861"/>
                  <a:pt x="610" y="861"/>
                  <a:pt x="610" y="861"/>
                </a:cubicBezTo>
                <a:cubicBezTo>
                  <a:pt x="493" y="861"/>
                  <a:pt x="493" y="861"/>
                  <a:pt x="493" y="861"/>
                </a:cubicBezTo>
                <a:cubicBezTo>
                  <a:pt x="493" y="861"/>
                  <a:pt x="502" y="853"/>
                  <a:pt x="510" y="853"/>
                </a:cubicBezTo>
                <a:cubicBezTo>
                  <a:pt x="510" y="845"/>
                  <a:pt x="527" y="836"/>
                  <a:pt x="543" y="828"/>
                </a:cubicBezTo>
                <a:cubicBezTo>
                  <a:pt x="569" y="811"/>
                  <a:pt x="569" y="811"/>
                  <a:pt x="569" y="811"/>
                </a:cubicBezTo>
                <a:cubicBezTo>
                  <a:pt x="585" y="803"/>
                  <a:pt x="602" y="786"/>
                  <a:pt x="610" y="778"/>
                </a:cubicBezTo>
                <a:cubicBezTo>
                  <a:pt x="627" y="761"/>
                  <a:pt x="635" y="744"/>
                  <a:pt x="644" y="719"/>
                </a:cubicBezTo>
                <a:cubicBezTo>
                  <a:pt x="652" y="694"/>
                  <a:pt x="644" y="677"/>
                  <a:pt x="627" y="660"/>
                </a:cubicBezTo>
                <a:cubicBezTo>
                  <a:pt x="619" y="644"/>
                  <a:pt x="594" y="635"/>
                  <a:pt x="569" y="635"/>
                </a:cubicBezTo>
                <a:cubicBezTo>
                  <a:pt x="527" y="635"/>
                  <a:pt x="502" y="644"/>
                  <a:pt x="476" y="677"/>
                </a:cubicBezTo>
                <a:cubicBezTo>
                  <a:pt x="468" y="686"/>
                  <a:pt x="460" y="711"/>
                  <a:pt x="452" y="736"/>
                </a:cubicBezTo>
                <a:cubicBezTo>
                  <a:pt x="510" y="736"/>
                  <a:pt x="510" y="736"/>
                  <a:pt x="510" y="736"/>
                </a:cubicBezTo>
                <a:cubicBezTo>
                  <a:pt x="510" y="719"/>
                  <a:pt x="518" y="702"/>
                  <a:pt x="518" y="694"/>
                </a:cubicBezTo>
                <a:cubicBezTo>
                  <a:pt x="527" y="686"/>
                  <a:pt x="543" y="677"/>
                  <a:pt x="560" y="677"/>
                </a:cubicBezTo>
                <a:cubicBezTo>
                  <a:pt x="569" y="677"/>
                  <a:pt x="577" y="686"/>
                  <a:pt x="585" y="694"/>
                </a:cubicBezTo>
                <a:cubicBezTo>
                  <a:pt x="585" y="702"/>
                  <a:pt x="594" y="711"/>
                  <a:pt x="585" y="719"/>
                </a:cubicBezTo>
                <a:cubicBezTo>
                  <a:pt x="585" y="736"/>
                  <a:pt x="577" y="744"/>
                  <a:pt x="560" y="761"/>
                </a:cubicBezTo>
                <a:cubicBezTo>
                  <a:pt x="552" y="769"/>
                  <a:pt x="535" y="778"/>
                  <a:pt x="502" y="803"/>
                </a:cubicBezTo>
                <a:cubicBezTo>
                  <a:pt x="468" y="819"/>
                  <a:pt x="452" y="836"/>
                  <a:pt x="435" y="861"/>
                </a:cubicBezTo>
                <a:cubicBezTo>
                  <a:pt x="426" y="878"/>
                  <a:pt x="418" y="895"/>
                  <a:pt x="410" y="911"/>
                </a:cubicBezTo>
                <a:close/>
                <a:moveTo>
                  <a:pt x="844" y="811"/>
                </a:moveTo>
                <a:cubicBezTo>
                  <a:pt x="819" y="811"/>
                  <a:pt x="819" y="811"/>
                  <a:pt x="819" y="811"/>
                </a:cubicBezTo>
                <a:cubicBezTo>
                  <a:pt x="853" y="635"/>
                  <a:pt x="853" y="635"/>
                  <a:pt x="853" y="635"/>
                </a:cubicBezTo>
                <a:cubicBezTo>
                  <a:pt x="794" y="635"/>
                  <a:pt x="794" y="635"/>
                  <a:pt x="794" y="635"/>
                </a:cubicBezTo>
                <a:cubicBezTo>
                  <a:pt x="652" y="803"/>
                  <a:pt x="652" y="803"/>
                  <a:pt x="652" y="803"/>
                </a:cubicBezTo>
                <a:cubicBezTo>
                  <a:pt x="644" y="853"/>
                  <a:pt x="644" y="853"/>
                  <a:pt x="644" y="853"/>
                </a:cubicBezTo>
                <a:cubicBezTo>
                  <a:pt x="753" y="853"/>
                  <a:pt x="753" y="853"/>
                  <a:pt x="753" y="853"/>
                </a:cubicBezTo>
                <a:cubicBezTo>
                  <a:pt x="744" y="911"/>
                  <a:pt x="744" y="911"/>
                  <a:pt x="744" y="911"/>
                </a:cubicBezTo>
                <a:cubicBezTo>
                  <a:pt x="794" y="911"/>
                  <a:pt x="794" y="911"/>
                  <a:pt x="794" y="911"/>
                </a:cubicBezTo>
                <a:cubicBezTo>
                  <a:pt x="803" y="853"/>
                  <a:pt x="803" y="853"/>
                  <a:pt x="803" y="853"/>
                </a:cubicBezTo>
                <a:cubicBezTo>
                  <a:pt x="836" y="853"/>
                  <a:pt x="836" y="853"/>
                  <a:pt x="836" y="853"/>
                </a:cubicBezTo>
                <a:lnTo>
                  <a:pt x="844" y="811"/>
                </a:lnTo>
                <a:close/>
                <a:moveTo>
                  <a:pt x="694" y="811"/>
                </a:moveTo>
                <a:cubicBezTo>
                  <a:pt x="786" y="686"/>
                  <a:pt x="786" y="686"/>
                  <a:pt x="786" y="686"/>
                </a:cubicBezTo>
                <a:cubicBezTo>
                  <a:pt x="761" y="811"/>
                  <a:pt x="761" y="811"/>
                  <a:pt x="761" y="811"/>
                </a:cubicBezTo>
                <a:lnTo>
                  <a:pt x="694" y="811"/>
                </a:lnTo>
                <a:close/>
                <a:moveTo>
                  <a:pt x="694" y="811"/>
                </a:moveTo>
                <a:lnTo>
                  <a:pt x="694" y="811"/>
                </a:lnTo>
                <a:close/>
              </a:path>
            </a:pathLst>
          </a:custGeom>
          <a:solidFill>
            <a:srgbClr val="AC4243"/>
          </a:solidFill>
          <a:ln>
            <a:noFill/>
          </a:ln>
          <a:effectLst/>
        </p:spPr>
        <p:txBody>
          <a:bodyPr anchor="ctr"/>
          <a:lstStyle/>
          <a:p>
            <a:pPr algn="ctr"/>
          </a:p>
        </p:txBody>
      </p:sp>
      <p:grpSp>
        <p:nvGrpSpPr>
          <p:cNvPr id="21" name="组合 20"/>
          <p:cNvGrpSpPr/>
          <p:nvPr/>
        </p:nvGrpSpPr>
        <p:grpSpPr>
          <a:xfrm>
            <a:off x="1950885" y="2390400"/>
            <a:ext cx="2514311" cy="1018906"/>
            <a:chOff x="-1743928" y="4919298"/>
            <a:chExt cx="2514311" cy="1018906"/>
          </a:xfrm>
        </p:grpSpPr>
        <p:sp>
          <p:nvSpPr>
            <p:cNvPr id="22"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3"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24" name="组合 23"/>
          <p:cNvGrpSpPr/>
          <p:nvPr/>
        </p:nvGrpSpPr>
        <p:grpSpPr>
          <a:xfrm>
            <a:off x="6041286" y="2390400"/>
            <a:ext cx="2514311" cy="1018906"/>
            <a:chOff x="-1743928" y="4919298"/>
            <a:chExt cx="2514311" cy="1018906"/>
          </a:xfrm>
        </p:grpSpPr>
        <p:sp>
          <p:nvSpPr>
            <p:cNvPr id="25"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6"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27" name="组合 26"/>
          <p:cNvGrpSpPr/>
          <p:nvPr/>
        </p:nvGrpSpPr>
        <p:grpSpPr>
          <a:xfrm>
            <a:off x="3489170" y="5219241"/>
            <a:ext cx="2514311" cy="1018906"/>
            <a:chOff x="-1743928" y="4919298"/>
            <a:chExt cx="2514311" cy="1018906"/>
          </a:xfrm>
        </p:grpSpPr>
        <p:sp>
          <p:nvSpPr>
            <p:cNvPr id="28"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29"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30" name="组合 29"/>
          <p:cNvGrpSpPr/>
          <p:nvPr/>
        </p:nvGrpSpPr>
        <p:grpSpPr>
          <a:xfrm>
            <a:off x="7579571" y="5219241"/>
            <a:ext cx="2514311" cy="1018906"/>
            <a:chOff x="-1743928" y="4919298"/>
            <a:chExt cx="2514311" cy="1018906"/>
          </a:xfrm>
        </p:grpSpPr>
        <p:sp>
          <p:nvSpPr>
            <p:cNvPr id="31" name="TextBox 18"/>
            <p:cNvSpPr txBox="1"/>
            <p:nvPr/>
          </p:nvSpPr>
          <p:spPr>
            <a:xfrm>
              <a:off x="-1351078" y="4919298"/>
              <a:ext cx="1728611" cy="389337"/>
            </a:xfrm>
            <a:prstGeom prst="rect">
              <a:avLst/>
            </a:prstGeom>
            <a:noFill/>
          </p:spPr>
          <p:txBody>
            <a:bodyPr wrap="square" lIns="68580" tIns="34290" rIns="68580" bIns="34290" rtlCol="0">
              <a:spAutoFit/>
            </a:bodyPr>
            <a:lstStyle/>
            <a:p>
              <a:pPr algn="ctr">
                <a:lnSpc>
                  <a:spcPct val="130000"/>
                </a:lnSpc>
              </a:pPr>
              <a:r>
                <a:rPr lang="zh-CN" altLang="en-US" sz="16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输入您的标题</a:t>
              </a:r>
              <a:endParaRPr lang="zh-CN" altLang="en-US" sz="16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2" name="学论网-www.xuelun.me"/>
            <p:cNvSpPr txBox="1"/>
            <p:nvPr/>
          </p:nvSpPr>
          <p:spPr>
            <a:xfrm>
              <a:off x="-1743928" y="5384206"/>
              <a:ext cx="2514311" cy="553998"/>
            </a:xfrm>
            <a:prstGeom prst="rect">
              <a:avLst/>
            </a:prstGeom>
            <a:noFill/>
            <a:ln>
              <a:noFill/>
            </a:ln>
          </p:spPr>
          <p:txBody>
            <a:bodyPr wrap="square" lIns="0" tIns="0" rIns="0" bIns="0" rtlCol="0">
              <a:spAutoFit/>
            </a:bodyPr>
            <a:lstStyle/>
            <a:p>
              <a:pPr>
                <a:lnSpc>
                  <a:spcPct val="150000"/>
                </a:lnSpc>
              </a:pP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在这里输入您的文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这里输入您的文</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本在</a:t>
              </a:r>
              <a:r>
                <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这里</a:t>
              </a:r>
              <a:r>
                <a:rPr lang="zh-CN" altLang="en-US" sz="12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rPr>
                <a:t>输入</a:t>
              </a:r>
              <a:endParaRPr lang="zh-CN" altLang="en-US" sz="1200" dirty="0">
                <a:solidFill>
                  <a:schemeClr val="tx1">
                    <a:lumMod val="65000"/>
                    <a:lumOff val="35000"/>
                  </a:schemeClr>
                </a:solidFill>
                <a:latin typeface="思源黑体 CN Normal" panose="020B0400000000000000" pitchFamily="34" charset="-122"/>
                <a:ea typeface="思源黑体 CN Normal" panose="020B0400000000000000" pitchFamily="34" charset="-122"/>
                <a:sym typeface="字魂105号-简雅黑" panose="00000500000000000000" pitchFamily="2" charset="-122"/>
              </a:endParaRPr>
            </a:p>
          </p:txBody>
        </p:sp>
      </p:grpSp>
      <p:grpSp>
        <p:nvGrpSpPr>
          <p:cNvPr id="51" name="组合 50"/>
          <p:cNvGrpSpPr/>
          <p:nvPr/>
        </p:nvGrpSpPr>
        <p:grpSpPr>
          <a:xfrm>
            <a:off x="6262928" y="266844"/>
            <a:ext cx="5929072" cy="330008"/>
            <a:chOff x="5025390" y="266844"/>
            <a:chExt cx="6259830" cy="330008"/>
          </a:xfrm>
        </p:grpSpPr>
        <p:cxnSp>
          <p:nvCxnSpPr>
            <p:cNvPr id="52" name="直接连接符 51"/>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57" name="组合 56"/>
          <p:cNvGrpSpPr/>
          <p:nvPr/>
        </p:nvGrpSpPr>
        <p:grpSpPr>
          <a:xfrm>
            <a:off x="0" y="266844"/>
            <a:ext cx="487680" cy="330008"/>
            <a:chOff x="5025390" y="266844"/>
            <a:chExt cx="6259830" cy="330008"/>
          </a:xfrm>
        </p:grpSpPr>
        <p:cxnSp>
          <p:nvCxnSpPr>
            <p:cNvPr id="58" name="直接连接符 57"/>
            <p:cNvCxnSpPr/>
            <p:nvPr/>
          </p:nvCxnSpPr>
          <p:spPr>
            <a:xfrm flipH="1">
              <a:off x="5025390" y="596852"/>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5025390" y="514350"/>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5025390" y="431848"/>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5025390" y="349346"/>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5025390" y="266844"/>
              <a:ext cx="62598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63" name="矩形 62"/>
          <p:cNvSpPr/>
          <p:nvPr/>
        </p:nvSpPr>
        <p:spPr>
          <a:xfrm>
            <a:off x="496522"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论文绪论</a:t>
            </a:r>
            <a:endPar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4" name="矩形 63"/>
          <p:cNvSpPr/>
          <p:nvPr/>
        </p:nvSpPr>
        <p:spPr>
          <a:xfrm>
            <a:off x="1465866"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研究背景</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5" name="矩形 64"/>
          <p:cNvSpPr/>
          <p:nvPr/>
        </p:nvSpPr>
        <p:spPr>
          <a:xfrm>
            <a:off x="3404554"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研究结果</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6" name="矩形 65"/>
          <p:cNvSpPr/>
          <p:nvPr/>
        </p:nvSpPr>
        <p:spPr>
          <a:xfrm>
            <a:off x="4373898" y="288150"/>
            <a:ext cx="902811" cy="307777"/>
          </a:xfrm>
          <a:prstGeom prst="rect">
            <a:avLst/>
          </a:prstGeom>
        </p:spPr>
        <p:txBody>
          <a:bodyPr wrap="none">
            <a:spAutoFit/>
          </a:bodyPr>
          <a:lstStyle/>
          <a:p>
            <a:pPr algn="ctr">
              <a:defRPr/>
            </a:pP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问题讨论</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7" name="矩形 66"/>
          <p:cNvSpPr/>
          <p:nvPr/>
        </p:nvSpPr>
        <p:spPr>
          <a:xfrm>
            <a:off x="2435210"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研究</a:t>
            </a:r>
            <a:r>
              <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方法</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sp>
        <p:nvSpPr>
          <p:cNvPr id="68" name="矩形 67"/>
          <p:cNvSpPr/>
          <p:nvPr/>
        </p:nvSpPr>
        <p:spPr>
          <a:xfrm>
            <a:off x="5343244" y="288150"/>
            <a:ext cx="902811" cy="307777"/>
          </a:xfrm>
          <a:prstGeom prst="rect">
            <a:avLst/>
          </a:prstGeom>
        </p:spPr>
        <p:txBody>
          <a:bodyPr wrap="none">
            <a:spAutoFit/>
          </a:bodyPr>
          <a:lstStyle/>
          <a:p>
            <a:pPr algn="ctr">
              <a:defRPr/>
            </a:pPr>
            <a:r>
              <a:rPr lang="zh-CN" altLang="en-US" sz="1400" kern="1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rPr>
              <a:t>论文总结</a:t>
            </a:r>
            <a:endParaRPr lang="zh-CN" altLang="en-US" sz="1400" kern="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字魂59号-创粗黑" panose="00000500000000000000" charset="-122"/>
            </a:endParaRPr>
          </a:p>
        </p:txBody>
      </p:sp>
      <p:cxnSp>
        <p:nvCxnSpPr>
          <p:cNvPr id="69" name="直接连接符 68"/>
          <p:cNvCxnSpPr/>
          <p:nvPr/>
        </p:nvCxnSpPr>
        <p:spPr>
          <a:xfrm>
            <a:off x="5484589" y="554554"/>
            <a:ext cx="657739" cy="0"/>
          </a:xfrm>
          <a:prstGeom prst="line">
            <a:avLst/>
          </a:prstGeom>
          <a:ln w="6350">
            <a:solidFill>
              <a:srgbClr val="AC4243"/>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anim calcmode="lin" valueType="num">
                                      <p:cBhvr additive="base">
                                        <p:cTn id="15" dur="500" fill="hold"/>
                                        <p:tgtEl>
                                          <p:spTgt spid="27"/>
                                        </p:tgtEl>
                                        <p:attrNameLst>
                                          <p:attrName>ppt_x</p:attrName>
                                        </p:attrNameLst>
                                      </p:cBhvr>
                                      <p:tavLst>
                                        <p:tav tm="0">
                                          <p:val>
                                            <p:strVal val="#ppt_x"/>
                                          </p:val>
                                        </p:tav>
                                        <p:tav tm="100000">
                                          <p:val>
                                            <p:strVal val="#ppt_x"/>
                                          </p:val>
                                        </p:tav>
                                      </p:tavLst>
                                    </p:anim>
                                    <p:anim calcmode="lin" valueType="num">
                                      <p:cBhvr additive="base">
                                        <p:cTn id="16" dur="500" fill="hold"/>
                                        <p:tgtEl>
                                          <p:spTgt spid="2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ppt_x"/>
                                          </p:val>
                                        </p:tav>
                                        <p:tav tm="100000">
                                          <p:val>
                                            <p:strVal val="#ppt_x"/>
                                          </p:val>
                                        </p:tav>
                                      </p:tavLst>
                                    </p:anim>
                                    <p:anim calcmode="lin" valueType="num">
                                      <p:cBhvr additive="base">
                                        <p:cTn id="20" dur="500" fill="hold"/>
                                        <p:tgtEl>
                                          <p:spTgt spid="30"/>
                                        </p:tgtEl>
                                        <p:attrNameLst>
                                          <p:attrName>ppt_y</p:attrName>
                                        </p:attrNameLst>
                                      </p:cBhvr>
                                      <p:tavLst>
                                        <p:tav tm="0">
                                          <p:val>
                                            <p:strVal val="1+#ppt_h/2"/>
                                          </p:val>
                                        </p:tav>
                                        <p:tav tm="100000">
                                          <p:val>
                                            <p:strVal val="#ppt_y"/>
                                          </p:val>
                                        </p:tav>
                                      </p:tavLst>
                                    </p:anim>
                                  </p:childTnLst>
                                </p:cTn>
                              </p:par>
                              <p:par>
                                <p:cTn id="21" presetID="22" presetClass="entr" presetSubtype="8" fill="hold" grpId="0" nodeType="withEffect">
                                  <p:stCondLst>
                                    <p:cond delay="250"/>
                                  </p:stCondLst>
                                  <p:childTnLst>
                                    <p:set>
                                      <p:cBhvr>
                                        <p:cTn id="22" dur="1" fill="hold">
                                          <p:stCondLst>
                                            <p:cond delay="0"/>
                                          </p:stCondLst>
                                        </p:cTn>
                                        <p:tgtEl>
                                          <p:spTgt spid="63"/>
                                        </p:tgtEl>
                                        <p:attrNameLst>
                                          <p:attrName>style.visibility</p:attrName>
                                        </p:attrNameLst>
                                      </p:cBhvr>
                                      <p:to>
                                        <p:strVal val="visible"/>
                                      </p:to>
                                    </p:set>
                                    <p:animEffect transition="in" filter="wipe(left)">
                                      <p:cBhvr>
                                        <p:cTn id="23" dur="500"/>
                                        <p:tgtEl>
                                          <p:spTgt spid="63"/>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64"/>
                                        </p:tgtEl>
                                        <p:attrNameLst>
                                          <p:attrName>style.visibility</p:attrName>
                                        </p:attrNameLst>
                                      </p:cBhvr>
                                      <p:to>
                                        <p:strVal val="visible"/>
                                      </p:to>
                                    </p:set>
                                    <p:animEffect transition="in" filter="wipe(left)">
                                      <p:cBhvr>
                                        <p:cTn id="26" dur="500"/>
                                        <p:tgtEl>
                                          <p:spTgt spid="64"/>
                                        </p:tgtEl>
                                      </p:cBhvr>
                                    </p:animEffect>
                                  </p:childTnLst>
                                </p:cTn>
                              </p:par>
                              <p:par>
                                <p:cTn id="27" presetID="22" presetClass="entr" presetSubtype="8" fill="hold" grpId="0" nodeType="withEffect">
                                  <p:stCondLst>
                                    <p:cond delay="1000"/>
                                  </p:stCondLst>
                                  <p:childTnLst>
                                    <p:set>
                                      <p:cBhvr>
                                        <p:cTn id="28" dur="1" fill="hold">
                                          <p:stCondLst>
                                            <p:cond delay="0"/>
                                          </p:stCondLst>
                                        </p:cTn>
                                        <p:tgtEl>
                                          <p:spTgt spid="65"/>
                                        </p:tgtEl>
                                        <p:attrNameLst>
                                          <p:attrName>style.visibility</p:attrName>
                                        </p:attrNameLst>
                                      </p:cBhvr>
                                      <p:to>
                                        <p:strVal val="visible"/>
                                      </p:to>
                                    </p:set>
                                    <p:animEffect transition="in" filter="wipe(left)">
                                      <p:cBhvr>
                                        <p:cTn id="29" dur="500"/>
                                        <p:tgtEl>
                                          <p:spTgt spid="65"/>
                                        </p:tgtEl>
                                      </p:cBhvr>
                                    </p:animEffect>
                                  </p:childTnLst>
                                </p:cTn>
                              </p:par>
                              <p:par>
                                <p:cTn id="30" presetID="22" presetClass="entr" presetSubtype="8" fill="hold" grpId="0" nodeType="withEffect">
                                  <p:stCondLst>
                                    <p:cond delay="1250"/>
                                  </p:stCondLst>
                                  <p:childTnLst>
                                    <p:set>
                                      <p:cBhvr>
                                        <p:cTn id="31" dur="1" fill="hold">
                                          <p:stCondLst>
                                            <p:cond delay="0"/>
                                          </p:stCondLst>
                                        </p:cTn>
                                        <p:tgtEl>
                                          <p:spTgt spid="66"/>
                                        </p:tgtEl>
                                        <p:attrNameLst>
                                          <p:attrName>style.visibility</p:attrName>
                                        </p:attrNameLst>
                                      </p:cBhvr>
                                      <p:to>
                                        <p:strVal val="visible"/>
                                      </p:to>
                                    </p:set>
                                    <p:animEffect transition="in" filter="wipe(left)">
                                      <p:cBhvr>
                                        <p:cTn id="32" dur="500"/>
                                        <p:tgtEl>
                                          <p:spTgt spid="66"/>
                                        </p:tgtEl>
                                      </p:cBhvr>
                                    </p:animEffect>
                                  </p:childTnLst>
                                </p:cTn>
                              </p:par>
                              <p:par>
                                <p:cTn id="33" presetID="22" presetClass="entr" presetSubtype="8" fill="hold" grpId="0" nodeType="withEffect">
                                  <p:stCondLst>
                                    <p:cond delay="500"/>
                                  </p:stCondLst>
                                  <p:childTnLst>
                                    <p:set>
                                      <p:cBhvr>
                                        <p:cTn id="34" dur="1" fill="hold">
                                          <p:stCondLst>
                                            <p:cond delay="0"/>
                                          </p:stCondLst>
                                        </p:cTn>
                                        <p:tgtEl>
                                          <p:spTgt spid="67"/>
                                        </p:tgtEl>
                                        <p:attrNameLst>
                                          <p:attrName>style.visibility</p:attrName>
                                        </p:attrNameLst>
                                      </p:cBhvr>
                                      <p:to>
                                        <p:strVal val="visible"/>
                                      </p:to>
                                    </p:set>
                                    <p:animEffect transition="in" filter="wipe(left)">
                                      <p:cBhvr>
                                        <p:cTn id="35" dur="500"/>
                                        <p:tgtEl>
                                          <p:spTgt spid="67"/>
                                        </p:tgtEl>
                                      </p:cBhvr>
                                    </p:animEffect>
                                  </p:childTnLst>
                                </p:cTn>
                              </p:par>
                              <p:par>
                                <p:cTn id="36" presetID="22" presetClass="entr" presetSubtype="8" fill="hold" grpId="0" nodeType="withEffect">
                                  <p:stCondLst>
                                    <p:cond delay="500"/>
                                  </p:stCondLst>
                                  <p:childTnLst>
                                    <p:set>
                                      <p:cBhvr>
                                        <p:cTn id="37" dur="1" fill="hold">
                                          <p:stCondLst>
                                            <p:cond delay="0"/>
                                          </p:stCondLst>
                                        </p:cTn>
                                        <p:tgtEl>
                                          <p:spTgt spid="68"/>
                                        </p:tgtEl>
                                        <p:attrNameLst>
                                          <p:attrName>style.visibility</p:attrName>
                                        </p:attrNameLst>
                                      </p:cBhvr>
                                      <p:to>
                                        <p:strVal val="visible"/>
                                      </p:to>
                                    </p:set>
                                    <p:animEffect transition="in" filter="wipe(left)">
                                      <p:cBhvr>
                                        <p:cTn id="38"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4" grpId="0"/>
      <p:bldP spid="65" grpId="0"/>
      <p:bldP spid="66" grpId="0"/>
      <p:bldP spid="67" grpId="0"/>
      <p:bldP spid="6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任意多边形: 形状 2"/>
          <p:cNvSpPr/>
          <p:nvPr/>
        </p:nvSpPr>
        <p:spPr>
          <a:xfrm>
            <a:off x="-1422399" y="3780766"/>
            <a:ext cx="17613085" cy="1444704"/>
          </a:xfrm>
          <a:custGeom>
            <a:avLst/>
            <a:gdLst>
              <a:gd name="connsiteX0" fmla="*/ 0 w 15210971"/>
              <a:gd name="connsiteY0" fmla="*/ 72097 h 1444704"/>
              <a:gd name="connsiteX1" fmla="*/ 1748971 w 15210971"/>
              <a:gd name="connsiteY1" fmla="*/ 761526 h 1444704"/>
              <a:gd name="connsiteX2" fmla="*/ 3969657 w 15210971"/>
              <a:gd name="connsiteY2" fmla="*/ 188211 h 1444704"/>
              <a:gd name="connsiteX3" fmla="*/ 6328228 w 15210971"/>
              <a:gd name="connsiteY3" fmla="*/ 863126 h 1444704"/>
              <a:gd name="connsiteX4" fmla="*/ 9296400 w 15210971"/>
              <a:gd name="connsiteY4" fmla="*/ 6783 h 1444704"/>
              <a:gd name="connsiteX5" fmla="*/ 11560628 w 15210971"/>
              <a:gd name="connsiteY5" fmla="*/ 1429183 h 1444704"/>
              <a:gd name="connsiteX6" fmla="*/ 15210971 w 15210971"/>
              <a:gd name="connsiteY6" fmla="*/ 638154 h 144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0971" h="1444704">
                <a:moveTo>
                  <a:pt x="0" y="72097"/>
                </a:moveTo>
                <a:cubicBezTo>
                  <a:pt x="543681" y="407135"/>
                  <a:pt x="1087362" y="742174"/>
                  <a:pt x="1748971" y="761526"/>
                </a:cubicBezTo>
                <a:cubicBezTo>
                  <a:pt x="2410580" y="780878"/>
                  <a:pt x="3206448" y="171278"/>
                  <a:pt x="3969657" y="188211"/>
                </a:cubicBezTo>
                <a:cubicBezTo>
                  <a:pt x="4732866" y="205144"/>
                  <a:pt x="5440438" y="893364"/>
                  <a:pt x="6328228" y="863126"/>
                </a:cubicBezTo>
                <a:cubicBezTo>
                  <a:pt x="7216018" y="832888"/>
                  <a:pt x="8424333" y="-87560"/>
                  <a:pt x="9296400" y="6783"/>
                </a:cubicBezTo>
                <a:cubicBezTo>
                  <a:pt x="10168467" y="101126"/>
                  <a:pt x="10574866" y="1323955"/>
                  <a:pt x="11560628" y="1429183"/>
                </a:cubicBezTo>
                <a:cubicBezTo>
                  <a:pt x="12546390" y="1534411"/>
                  <a:pt x="13878680" y="1086282"/>
                  <a:pt x="15210971" y="638154"/>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形状 3"/>
          <p:cNvSpPr/>
          <p:nvPr/>
        </p:nvSpPr>
        <p:spPr>
          <a:xfrm>
            <a:off x="-3047999" y="3809795"/>
            <a:ext cx="17613085" cy="1444704"/>
          </a:xfrm>
          <a:custGeom>
            <a:avLst/>
            <a:gdLst>
              <a:gd name="connsiteX0" fmla="*/ 0 w 15210971"/>
              <a:gd name="connsiteY0" fmla="*/ 72097 h 1444704"/>
              <a:gd name="connsiteX1" fmla="*/ 1748971 w 15210971"/>
              <a:gd name="connsiteY1" fmla="*/ 761526 h 1444704"/>
              <a:gd name="connsiteX2" fmla="*/ 3969657 w 15210971"/>
              <a:gd name="connsiteY2" fmla="*/ 188211 h 1444704"/>
              <a:gd name="connsiteX3" fmla="*/ 6328228 w 15210971"/>
              <a:gd name="connsiteY3" fmla="*/ 863126 h 1444704"/>
              <a:gd name="connsiteX4" fmla="*/ 9296400 w 15210971"/>
              <a:gd name="connsiteY4" fmla="*/ 6783 h 1444704"/>
              <a:gd name="connsiteX5" fmla="*/ 11560628 w 15210971"/>
              <a:gd name="connsiteY5" fmla="*/ 1429183 h 1444704"/>
              <a:gd name="connsiteX6" fmla="*/ 15210971 w 15210971"/>
              <a:gd name="connsiteY6" fmla="*/ 638154 h 144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0971" h="1444704">
                <a:moveTo>
                  <a:pt x="0" y="72097"/>
                </a:moveTo>
                <a:cubicBezTo>
                  <a:pt x="543681" y="407135"/>
                  <a:pt x="1087362" y="742174"/>
                  <a:pt x="1748971" y="761526"/>
                </a:cubicBezTo>
                <a:cubicBezTo>
                  <a:pt x="2410580" y="780878"/>
                  <a:pt x="3206448" y="171278"/>
                  <a:pt x="3969657" y="188211"/>
                </a:cubicBezTo>
                <a:cubicBezTo>
                  <a:pt x="4732866" y="205144"/>
                  <a:pt x="5440438" y="893364"/>
                  <a:pt x="6328228" y="863126"/>
                </a:cubicBezTo>
                <a:cubicBezTo>
                  <a:pt x="7216018" y="832888"/>
                  <a:pt x="8424333" y="-87560"/>
                  <a:pt x="9296400" y="6783"/>
                </a:cubicBezTo>
                <a:cubicBezTo>
                  <a:pt x="10168467" y="101126"/>
                  <a:pt x="10574866" y="1323955"/>
                  <a:pt x="11560628" y="1429183"/>
                </a:cubicBezTo>
                <a:cubicBezTo>
                  <a:pt x="12546390" y="1534411"/>
                  <a:pt x="13878680" y="1086282"/>
                  <a:pt x="15210971" y="638154"/>
                </a:cubicBez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10761323" y="1202532"/>
            <a:ext cx="389278" cy="38927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2826799" y="2753052"/>
            <a:ext cx="6538402" cy="1015663"/>
          </a:xfrm>
          <a:prstGeom prst="rect">
            <a:avLst/>
          </a:prstGeom>
          <a:noFill/>
        </p:spPr>
        <p:txBody>
          <a:bodyPr wrap="square">
            <a:spAutoFit/>
          </a:bodyPr>
          <a:lstStyle/>
          <a:p>
            <a:pPr algn="ctr"/>
            <a:r>
              <a:rPr lang="zh-CN" altLang="en-US" sz="6000" b="1"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谢谢您的聆听</a:t>
            </a:r>
            <a:endParaRPr lang="zh-CN" altLang="en-US" sz="6000" b="1"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2" name="椭圆 31"/>
          <p:cNvSpPr/>
          <p:nvPr/>
        </p:nvSpPr>
        <p:spPr>
          <a:xfrm>
            <a:off x="2694741" y="3233939"/>
            <a:ext cx="194120" cy="1941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2501709" y="3286582"/>
            <a:ext cx="94318" cy="9431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9311862" y="3222590"/>
            <a:ext cx="194120" cy="1941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9595972" y="3275233"/>
            <a:ext cx="94318" cy="9431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871877" y="2044360"/>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3344523" y="817902"/>
            <a:ext cx="356620" cy="3566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646350" y="5476986"/>
            <a:ext cx="603363" cy="603363"/>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10333151" y="3059454"/>
            <a:ext cx="452100" cy="452100"/>
          </a:xfrm>
          <a:prstGeom prst="ellipse">
            <a:avLst/>
          </a:prstGeom>
          <a:solidFill>
            <a:schemeClr val="bg1"/>
          </a:solidFill>
          <a:ln>
            <a:solidFill>
              <a:srgbClr val="AC42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2190637" y="1558131"/>
            <a:ext cx="153420" cy="153420"/>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8787379" y="1478302"/>
            <a:ext cx="153420" cy="1534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形状 47"/>
          <p:cNvSpPr/>
          <p:nvPr/>
        </p:nvSpPr>
        <p:spPr>
          <a:xfrm rot="2001767">
            <a:off x="10705817" y="1962311"/>
            <a:ext cx="979224" cy="985205"/>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3" name="任意多边形: 形状 49"/>
          <p:cNvSpPr/>
          <p:nvPr/>
        </p:nvSpPr>
        <p:spPr>
          <a:xfrm rot="2001767">
            <a:off x="8342563" y="399356"/>
            <a:ext cx="471236" cy="474114"/>
          </a:xfrm>
          <a:custGeom>
            <a:avLst/>
            <a:gdLst>
              <a:gd name="connsiteX0" fmla="*/ 447971 w 1442460"/>
              <a:gd name="connsiteY0" fmla="*/ 1397101 h 1451272"/>
              <a:gd name="connsiteX1" fmla="*/ 994490 w 1442460"/>
              <a:gd name="connsiteY1" fmla="*/ 1397101 h 1451272"/>
              <a:gd name="connsiteX2" fmla="*/ 867471 w 1442460"/>
              <a:gd name="connsiteY2" fmla="*/ 1436530 h 1451272"/>
              <a:gd name="connsiteX3" fmla="*/ 721230 w 1442460"/>
              <a:gd name="connsiteY3" fmla="*/ 1451272 h 1451272"/>
              <a:gd name="connsiteX4" fmla="*/ 574989 w 1442460"/>
              <a:gd name="connsiteY4" fmla="*/ 1436530 h 1451272"/>
              <a:gd name="connsiteX5" fmla="*/ 209854 w 1442460"/>
              <a:gd name="connsiteY5" fmla="*/ 1240162 h 1451272"/>
              <a:gd name="connsiteX6" fmla="*/ 1232607 w 1442460"/>
              <a:gd name="connsiteY6" fmla="*/ 1240162 h 1451272"/>
              <a:gd name="connsiteX7" fmla="*/ 1166640 w 1442460"/>
              <a:gd name="connsiteY7" fmla="*/ 1294590 h 1451272"/>
              <a:gd name="connsiteX8" fmla="*/ 275821 w 1442460"/>
              <a:gd name="connsiteY8" fmla="*/ 1294590 h 1451272"/>
              <a:gd name="connsiteX9" fmla="*/ 93401 w 1442460"/>
              <a:gd name="connsiteY9" fmla="*/ 1083223 h 1451272"/>
              <a:gd name="connsiteX10" fmla="*/ 1349059 w 1442460"/>
              <a:gd name="connsiteY10" fmla="*/ 1083223 h 1451272"/>
              <a:gd name="connsiteX11" fmla="*/ 1322939 w 1442460"/>
              <a:gd name="connsiteY11" fmla="*/ 1131346 h 1451272"/>
              <a:gd name="connsiteX12" fmla="*/ 1317737 w 1442460"/>
              <a:gd name="connsiteY12" fmla="*/ 1137651 h 1451272"/>
              <a:gd name="connsiteX13" fmla="*/ 124723 w 1442460"/>
              <a:gd name="connsiteY13" fmla="*/ 1137651 h 1451272"/>
              <a:gd name="connsiteX14" fmla="*/ 119521 w 1442460"/>
              <a:gd name="connsiteY14" fmla="*/ 1131346 h 1451272"/>
              <a:gd name="connsiteX15" fmla="*/ 27225 w 1442460"/>
              <a:gd name="connsiteY15" fmla="*/ 926284 h 1451272"/>
              <a:gd name="connsiteX16" fmla="*/ 1415235 w 1442460"/>
              <a:gd name="connsiteY16" fmla="*/ 926284 h 1451272"/>
              <a:gd name="connsiteX17" fmla="*/ 1398340 w 1442460"/>
              <a:gd name="connsiteY17" fmla="*/ 980712 h 1451272"/>
              <a:gd name="connsiteX18" fmla="*/ 44121 w 1442460"/>
              <a:gd name="connsiteY18" fmla="*/ 980712 h 1451272"/>
              <a:gd name="connsiteX19" fmla="*/ 0 w 1442460"/>
              <a:gd name="connsiteY19" fmla="*/ 769345 h 1451272"/>
              <a:gd name="connsiteX20" fmla="*/ 1442460 w 1442460"/>
              <a:gd name="connsiteY20" fmla="*/ 769345 h 1451272"/>
              <a:gd name="connsiteX21" fmla="*/ 1436973 w 1442460"/>
              <a:gd name="connsiteY21" fmla="*/ 823773 h 1451272"/>
              <a:gd name="connsiteX22" fmla="*/ 5487 w 1442460"/>
              <a:gd name="connsiteY22" fmla="*/ 823773 h 1451272"/>
              <a:gd name="connsiteX23" fmla="*/ 7009 w 1442460"/>
              <a:gd name="connsiteY23" fmla="*/ 612406 h 1451272"/>
              <a:gd name="connsiteX24" fmla="*/ 1435452 w 1442460"/>
              <a:gd name="connsiteY24" fmla="*/ 612406 h 1451272"/>
              <a:gd name="connsiteX25" fmla="*/ 1440939 w 1442460"/>
              <a:gd name="connsiteY25" fmla="*/ 666834 h 1451272"/>
              <a:gd name="connsiteX26" fmla="*/ 1522 w 1442460"/>
              <a:gd name="connsiteY26" fmla="*/ 666834 h 1451272"/>
              <a:gd name="connsiteX27" fmla="*/ 48806 w 1442460"/>
              <a:gd name="connsiteY27" fmla="*/ 455467 h 1451272"/>
              <a:gd name="connsiteX28" fmla="*/ 1393655 w 1442460"/>
              <a:gd name="connsiteY28" fmla="*/ 455467 h 1451272"/>
              <a:gd name="connsiteX29" fmla="*/ 1410550 w 1442460"/>
              <a:gd name="connsiteY29" fmla="*/ 509895 h 1451272"/>
              <a:gd name="connsiteX30" fmla="*/ 31911 w 1442460"/>
              <a:gd name="connsiteY30" fmla="*/ 509895 h 1451272"/>
              <a:gd name="connsiteX31" fmla="*/ 137176 w 1442460"/>
              <a:gd name="connsiteY31" fmla="*/ 298528 h 1451272"/>
              <a:gd name="connsiteX32" fmla="*/ 1305284 w 1442460"/>
              <a:gd name="connsiteY32" fmla="*/ 298528 h 1451272"/>
              <a:gd name="connsiteX33" fmla="*/ 1322939 w 1442460"/>
              <a:gd name="connsiteY33" fmla="*/ 319926 h 1451272"/>
              <a:gd name="connsiteX34" fmla="*/ 1340867 w 1442460"/>
              <a:gd name="connsiteY34" fmla="*/ 352956 h 1451272"/>
              <a:gd name="connsiteX35" fmla="*/ 101593 w 1442460"/>
              <a:gd name="connsiteY35" fmla="*/ 352956 h 1451272"/>
              <a:gd name="connsiteX36" fmla="*/ 119521 w 1442460"/>
              <a:gd name="connsiteY36" fmla="*/ 319926 h 1451272"/>
              <a:gd name="connsiteX37" fmla="*/ 294114 w 1442460"/>
              <a:gd name="connsiteY37" fmla="*/ 141589 h 1451272"/>
              <a:gd name="connsiteX38" fmla="*/ 1148347 w 1442460"/>
              <a:gd name="connsiteY38" fmla="*/ 141589 h 1451272"/>
              <a:gd name="connsiteX39" fmla="*/ 1214314 w 1442460"/>
              <a:gd name="connsiteY39" fmla="*/ 196017 h 1451272"/>
              <a:gd name="connsiteX40" fmla="*/ 228147 w 1442460"/>
              <a:gd name="connsiteY40" fmla="*/ 196017 h 1451272"/>
              <a:gd name="connsiteX41" fmla="*/ 721230 w 1442460"/>
              <a:gd name="connsiteY41" fmla="*/ 0 h 1451272"/>
              <a:gd name="connsiteX42" fmla="*/ 867471 w 1442460"/>
              <a:gd name="connsiteY42" fmla="*/ 14742 h 1451272"/>
              <a:gd name="connsiteX43" fmla="*/ 945868 w 1442460"/>
              <a:gd name="connsiteY43" fmla="*/ 39078 h 1451272"/>
              <a:gd name="connsiteX44" fmla="*/ 496593 w 1442460"/>
              <a:gd name="connsiteY44" fmla="*/ 39078 h 1451272"/>
              <a:gd name="connsiteX45" fmla="*/ 574989 w 1442460"/>
              <a:gd name="connsiteY45" fmla="*/ 14742 h 1451272"/>
              <a:gd name="connsiteX46" fmla="*/ 721230 w 1442460"/>
              <a:gd name="connsiteY46" fmla="*/ 0 h 145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42460" h="1451272">
                <a:moveTo>
                  <a:pt x="447971" y="1397101"/>
                </a:moveTo>
                <a:lnTo>
                  <a:pt x="994490" y="1397101"/>
                </a:lnTo>
                <a:lnTo>
                  <a:pt x="867471" y="1436530"/>
                </a:lnTo>
                <a:cubicBezTo>
                  <a:pt x="820234" y="1446196"/>
                  <a:pt x="771325" y="1451272"/>
                  <a:pt x="721230" y="1451272"/>
                </a:cubicBezTo>
                <a:cubicBezTo>
                  <a:pt x="671136" y="1451272"/>
                  <a:pt x="622226" y="1446196"/>
                  <a:pt x="574989" y="1436530"/>
                </a:cubicBezTo>
                <a:close/>
                <a:moveTo>
                  <a:pt x="209854" y="1240162"/>
                </a:moveTo>
                <a:lnTo>
                  <a:pt x="1232607" y="1240162"/>
                </a:lnTo>
                <a:lnTo>
                  <a:pt x="1166640" y="1294590"/>
                </a:lnTo>
                <a:lnTo>
                  <a:pt x="275821" y="1294590"/>
                </a:lnTo>
                <a:close/>
                <a:moveTo>
                  <a:pt x="93401" y="1083223"/>
                </a:moveTo>
                <a:lnTo>
                  <a:pt x="1349059" y="1083223"/>
                </a:lnTo>
                <a:lnTo>
                  <a:pt x="1322939" y="1131346"/>
                </a:lnTo>
                <a:lnTo>
                  <a:pt x="1317737" y="1137651"/>
                </a:lnTo>
                <a:lnTo>
                  <a:pt x="124723" y="1137651"/>
                </a:lnTo>
                <a:lnTo>
                  <a:pt x="119521" y="1131346"/>
                </a:lnTo>
                <a:close/>
                <a:moveTo>
                  <a:pt x="27225" y="926284"/>
                </a:moveTo>
                <a:lnTo>
                  <a:pt x="1415235" y="926284"/>
                </a:lnTo>
                <a:lnTo>
                  <a:pt x="1398340" y="980712"/>
                </a:lnTo>
                <a:lnTo>
                  <a:pt x="44121" y="980712"/>
                </a:lnTo>
                <a:close/>
                <a:moveTo>
                  <a:pt x="0" y="769345"/>
                </a:moveTo>
                <a:lnTo>
                  <a:pt x="1442460" y="769345"/>
                </a:lnTo>
                <a:lnTo>
                  <a:pt x="1436973" y="823773"/>
                </a:lnTo>
                <a:lnTo>
                  <a:pt x="5487" y="823773"/>
                </a:lnTo>
                <a:close/>
                <a:moveTo>
                  <a:pt x="7009" y="612406"/>
                </a:moveTo>
                <a:lnTo>
                  <a:pt x="1435452" y="612406"/>
                </a:lnTo>
                <a:lnTo>
                  <a:pt x="1440939" y="666834"/>
                </a:lnTo>
                <a:lnTo>
                  <a:pt x="1522" y="666834"/>
                </a:lnTo>
                <a:close/>
                <a:moveTo>
                  <a:pt x="48806" y="455467"/>
                </a:moveTo>
                <a:lnTo>
                  <a:pt x="1393655" y="455467"/>
                </a:lnTo>
                <a:lnTo>
                  <a:pt x="1410550" y="509895"/>
                </a:lnTo>
                <a:lnTo>
                  <a:pt x="31911" y="509895"/>
                </a:lnTo>
                <a:close/>
                <a:moveTo>
                  <a:pt x="137176" y="298528"/>
                </a:moveTo>
                <a:lnTo>
                  <a:pt x="1305284" y="298528"/>
                </a:lnTo>
                <a:lnTo>
                  <a:pt x="1322939" y="319926"/>
                </a:lnTo>
                <a:lnTo>
                  <a:pt x="1340867" y="352956"/>
                </a:lnTo>
                <a:lnTo>
                  <a:pt x="101593" y="352956"/>
                </a:lnTo>
                <a:lnTo>
                  <a:pt x="119521" y="319926"/>
                </a:lnTo>
                <a:close/>
                <a:moveTo>
                  <a:pt x="294114" y="141589"/>
                </a:moveTo>
                <a:lnTo>
                  <a:pt x="1148347" y="141589"/>
                </a:lnTo>
                <a:lnTo>
                  <a:pt x="1214314" y="196017"/>
                </a:lnTo>
                <a:lnTo>
                  <a:pt x="228147" y="196017"/>
                </a:lnTo>
                <a:close/>
                <a:moveTo>
                  <a:pt x="721230" y="0"/>
                </a:moveTo>
                <a:cubicBezTo>
                  <a:pt x="771325" y="0"/>
                  <a:pt x="820234" y="5076"/>
                  <a:pt x="867471" y="14742"/>
                </a:cubicBezTo>
                <a:lnTo>
                  <a:pt x="945868" y="39078"/>
                </a:lnTo>
                <a:lnTo>
                  <a:pt x="496593" y="39078"/>
                </a:lnTo>
                <a:lnTo>
                  <a:pt x="574989" y="14742"/>
                </a:lnTo>
                <a:cubicBezTo>
                  <a:pt x="622226" y="5076"/>
                  <a:pt x="671136" y="0"/>
                  <a:pt x="721230" y="0"/>
                </a:cubicBezTo>
                <a:close/>
              </a:path>
            </a:pathLst>
          </a:cu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44" name="图片 4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23866" y="1601385"/>
            <a:ext cx="3144268" cy="946060"/>
          </a:xfrm>
          <a:prstGeom prst="rect">
            <a:avLst/>
          </a:prstGeom>
        </p:spPr>
      </p:pic>
      <p:sp>
        <p:nvSpPr>
          <p:cNvPr id="45" name="矩形 44"/>
          <p:cNvSpPr/>
          <p:nvPr/>
        </p:nvSpPr>
        <p:spPr>
          <a:xfrm flipH="1">
            <a:off x="6362463" y="5188145"/>
            <a:ext cx="5242162" cy="398780"/>
          </a:xfrm>
          <a:prstGeom prst="rect">
            <a:avLst/>
          </a:prstGeom>
        </p:spPr>
        <p:txBody>
          <a:bodyPr wrap="square">
            <a:spAutoFit/>
          </a:bodyPr>
          <a:lstStyle/>
          <a:p>
            <a:r>
              <a:rPr lang="zh-CN" altLang="en-US"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rPr>
              <a:t>汇报人：</a:t>
            </a:r>
            <a:r>
              <a:rPr lang="en-US" altLang="zh-CN"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rPr>
              <a:t>xx</a:t>
            </a:r>
            <a:r>
              <a:rPr lang="zh-CN" altLang="en-US"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rPr>
              <a:t>   指导导师：</a:t>
            </a:r>
            <a:r>
              <a:rPr lang="en-US" altLang="zh-CN"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rPr>
              <a:t>XX</a:t>
            </a:r>
            <a:r>
              <a:rPr lang="zh-CN" altLang="en-US"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rPr>
              <a:t>教授</a:t>
            </a:r>
            <a:endParaRPr lang="zh-CN" altLang="en-US" sz="20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mn-lt"/>
            </a:endParaRPr>
          </a:p>
        </p:txBody>
      </p:sp>
      <p:sp>
        <p:nvSpPr>
          <p:cNvPr id="46" name="椭圆 45"/>
          <p:cNvSpPr/>
          <p:nvPr/>
        </p:nvSpPr>
        <p:spPr>
          <a:xfrm>
            <a:off x="10785251" y="4148461"/>
            <a:ext cx="2976448" cy="2976448"/>
          </a:xfrm>
          <a:prstGeom prst="ellipse">
            <a:avLst/>
          </a:prstGeom>
          <a:solidFill>
            <a:srgbClr val="AC42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down)">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additive="base">
                                        <p:cTn id="12" dur="500" fill="hold"/>
                                        <p:tgtEl>
                                          <p:spTgt spid="44"/>
                                        </p:tgtEl>
                                        <p:attrNameLst>
                                          <p:attrName>ppt_x</p:attrName>
                                        </p:attrNameLst>
                                      </p:cBhvr>
                                      <p:tavLst>
                                        <p:tav tm="0">
                                          <p:val>
                                            <p:strVal val="#ppt_x"/>
                                          </p:val>
                                        </p:tav>
                                        <p:tav tm="100000">
                                          <p:val>
                                            <p:strVal val="#ppt_x"/>
                                          </p:val>
                                        </p:tav>
                                      </p:tavLst>
                                    </p:anim>
                                    <p:anim calcmode="lin" valueType="num">
                                      <p:cBhvr additive="base">
                                        <p:cTn id="13"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1000"/>
                                        <p:tgtEl>
                                          <p:spTgt spid="31"/>
                                        </p:tgtEl>
                                      </p:cBhvr>
                                    </p:animEffect>
                                    <p:anim calcmode="lin" valueType="num">
                                      <p:cBhvr>
                                        <p:cTn id="19" dur="1000" fill="hold"/>
                                        <p:tgtEl>
                                          <p:spTgt spid="31"/>
                                        </p:tgtEl>
                                        <p:attrNameLst>
                                          <p:attrName>ppt_x</p:attrName>
                                        </p:attrNameLst>
                                      </p:cBhvr>
                                      <p:tavLst>
                                        <p:tav tm="0">
                                          <p:val>
                                            <p:strVal val="#ppt_x"/>
                                          </p:val>
                                        </p:tav>
                                        <p:tav tm="100000">
                                          <p:val>
                                            <p:strVal val="#ppt_x"/>
                                          </p:val>
                                        </p:tav>
                                      </p:tavLst>
                                    </p:anim>
                                    <p:anim calcmode="lin" valueType="num">
                                      <p:cBhvr>
                                        <p:cTn id="20"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5" grpId="0"/>
    </p:bldLst>
  </p:timing>
</p:sld>
</file>

<file path=ppt/tags/tag1.xml><?xml version="1.0" encoding="utf-8"?>
<p:tagLst xmlns:p="http://schemas.openxmlformats.org/presentationml/2006/main">
  <p:tag name="commondata" val="eyJoZGlkIjoiYjNkNDYxMmIwNmM5NTY2OTdkODYxNGM2OGY2YmI2OG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4555</Words>
  <Application>WPS 表格</Application>
  <PresentationFormat>宽屏</PresentationFormat>
  <Paragraphs>754</Paragraphs>
  <Slides>26</Slides>
  <Notes>1</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26</vt:i4>
      </vt:variant>
    </vt:vector>
  </HeadingPairs>
  <TitlesOfParts>
    <vt:vector size="52" baseType="lpstr">
      <vt:lpstr>Arial</vt:lpstr>
      <vt:lpstr>宋体</vt:lpstr>
      <vt:lpstr>Wingdings</vt:lpstr>
      <vt:lpstr>思源黑体 CN Medium</vt:lpstr>
      <vt:lpstr>汉仪中黑KW</vt:lpstr>
      <vt:lpstr>思源黑体 CN Normal</vt:lpstr>
      <vt:lpstr>字魂59号-创粗黑</vt:lpstr>
      <vt:lpstr>字魂105号-简雅黑</vt:lpstr>
      <vt:lpstr>Calibri</vt:lpstr>
      <vt:lpstr>微软雅黑</vt:lpstr>
      <vt:lpstr>造字工房悦黑体验版常规体</vt:lpstr>
      <vt:lpstr>汉仪旗黑</vt:lpstr>
      <vt:lpstr>等线</vt:lpstr>
      <vt:lpstr>汉仪中等线KW</vt:lpstr>
      <vt:lpstr>宋体</vt:lpstr>
      <vt:lpstr>Arial Unicode MS</vt:lpstr>
      <vt:lpstr>等线 Light</vt:lpstr>
      <vt:lpstr>汉仪书宋二KW</vt:lpstr>
      <vt:lpstr>Helvetica Neue</vt:lpstr>
      <vt:lpstr>字魂105号-简雅黑</vt:lpstr>
      <vt:lpstr>字魂59号-创粗黑</vt:lpstr>
      <vt:lpstr>微软雅黑</vt:lpstr>
      <vt:lpstr>思源黑体 CN Medium</vt:lpstr>
      <vt:lpstr>思源黑体 CN Normal</vt:lpstr>
      <vt:lpstr>造字工房悦黑体验版常规体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涵莜儿</cp:lastModifiedBy>
  <cp:revision>39</cp:revision>
  <dcterms:created xsi:type="dcterms:W3CDTF">2025-05-09T09:57:41Z</dcterms:created>
  <dcterms:modified xsi:type="dcterms:W3CDTF">2025-05-09T09:57:41Z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D6FD08B504C04F2EBAA57C5A66A40733_12</vt:lpwstr>
  </property>
  <property fmtid="{D5CDD505-2E9C-101B-9397-08002B2CF9AE}" pid="3" name="KSOProductBuildVer">
    <vt:lpwstr>2052-7.2.2.8955</vt:lpwstr>
  </property>
</Properties>
</file>