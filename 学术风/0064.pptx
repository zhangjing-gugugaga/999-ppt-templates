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handoutMasterIdLst>
    <p:handoutMasterId r:id="rId11"/>
  </p:handoutMasterIdLst>
  <p:sldIdLst>
    <p:sldId id="256" r:id="rId4"/>
    <p:sldId id="258" r:id="rId6"/>
    <p:sldId id="257" r:id="rId7"/>
    <p:sldId id="296" r:id="rId8"/>
    <p:sldId id="307" r:id="rId9"/>
    <p:sldId id="322" r:id="rId10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3172"/>
    <a:srgbClr val="FF9C00"/>
    <a:srgbClr val="FECB30"/>
    <a:srgbClr val="B23AF9"/>
    <a:srgbClr val="6F42FF"/>
    <a:srgbClr val="2AA1FF"/>
    <a:srgbClr val="1CA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gs" Target="tags/tag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209957-232C-4C23-BD71-3CF7C12B4AA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D8AB2E-B972-4F63-8917-8AA4D44F908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D8AB2E-B972-4F63-8917-8AA4D44F90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8E374D-6E28-41D4-B529-E46F9BB595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D8AB2E-B972-4F63-8917-8AA4D44F90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D8E374D-6E28-41D4-B529-E46F9BB5955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链接：https://pan.baidu.com/s/1dBUOykZfGkjoJj8YrmZuTw?pwd=7788 </a:t>
            </a:r>
            <a:endParaRPr lang="zh-CN" altLang="en-US"/>
          </a:p>
          <a:p>
            <a:r>
              <a:rPr lang="zh-CN" altLang="en-US"/>
              <a:t>提取码：7788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D8E374D-6E28-41D4-B529-E46F9BB5955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D8AB2E-B972-4F63-8917-8AA4D44F90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76F4B-A296-492A-8FB9-C78E7B25B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8236D-BA36-4C90-BC5E-4C81E99777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Click="0" advTm="3000">
        <p:fade/>
      </p:transition>
    </mc:Choice>
    <mc:Fallback>
      <p:transition spd="slow" advClick="0" advTm="3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76F4B-A296-492A-8FB9-C78E7B25B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8236D-BA36-4C90-BC5E-4C81E99777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Click="0" advTm="3000">
        <p:fade/>
      </p:transition>
    </mc:Choice>
    <mc:Fallback>
      <p:transition spd="slow" advClick="0" advTm="3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76F4B-A296-492A-8FB9-C78E7B25B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8236D-BA36-4C90-BC5E-4C81E99777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Click="0" advTm="3000">
        <p:fade/>
      </p:transition>
    </mc:Choice>
    <mc:Fallback>
      <p:transition spd="slow" advClick="0" advTm="3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76F4B-A296-492A-8FB9-C78E7B25B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8236D-BA36-4C90-BC5E-4C81E99777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Click="0" advTm="3000">
        <p:fade/>
      </p:transition>
    </mc:Choice>
    <mc:Fallback>
      <p:transition spd="slow" advClick="0" advTm="3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76F4B-A296-492A-8FB9-C78E7B25B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8236D-BA36-4C90-BC5E-4C81E99777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Click="0" advTm="3000">
        <p:fade/>
      </p:transition>
    </mc:Choice>
    <mc:Fallback>
      <p:transition spd="slow" advClick="0" advTm="3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76F4B-A296-492A-8FB9-C78E7B25B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8236D-BA36-4C90-BC5E-4C81E99777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Click="0" advTm="3000">
        <p:fade/>
      </p:transition>
    </mc:Choice>
    <mc:Fallback>
      <p:transition spd="slow" advClick="0" advTm="3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76F4B-A296-492A-8FB9-C78E7B25B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8236D-BA36-4C90-BC5E-4C81E99777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Click="0" advTm="3000">
        <p:fade/>
      </p:transition>
    </mc:Choice>
    <mc:Fallback>
      <p:transition spd="slow" advClick="0" advTm="3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76F4B-A296-492A-8FB9-C78E7B25B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8236D-BA36-4C90-BC5E-4C81E99777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Click="0" advTm="3000">
        <p:fade/>
      </p:transition>
    </mc:Choice>
    <mc:Fallback>
      <p:transition spd="slow" advClick="0" advTm="3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76F4B-A296-492A-8FB9-C78E7B25B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8236D-BA36-4C90-BC5E-4C81E99777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Click="0" advTm="3000">
        <p:fade/>
      </p:transition>
    </mc:Choice>
    <mc:Fallback>
      <p:transition spd="slow" advClick="0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76F4B-A296-492A-8FB9-C78E7B25B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8236D-BA36-4C90-BC5E-4C81E99777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Click="0" advTm="3000">
        <p:fade/>
      </p:transition>
    </mc:Choice>
    <mc:Fallback>
      <p:transition spd="slow" advClick="0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76F4B-A296-492A-8FB9-C78E7B25B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8236D-BA36-4C90-BC5E-4C81E99777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Click="0" advTm="3000">
        <p:fade/>
      </p:transition>
    </mc:Choice>
    <mc:Fallback>
      <p:transition spd="slow" advClick="0" advTm="3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Click="0" advTm="3000">
        <p:fade/>
      </p:transition>
    </mc:Choice>
    <mc:Fallback>
      <p:transition spd="slow" advClick="0" advTm="3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Click="0" advTm="3000">
        <p:fade/>
      </p:transition>
    </mc:Choice>
    <mc:Fallback>
      <p:transition spd="slow" advClick="0" advTm="3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1437" y="209880"/>
            <a:ext cx="10850563" cy="663575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book-and-cd_43679"/>
          <p:cNvSpPr>
            <a:spLocks noChangeAspect="1"/>
          </p:cNvSpPr>
          <p:nvPr userDrawn="1"/>
        </p:nvSpPr>
        <p:spPr bwMode="auto">
          <a:xfrm>
            <a:off x="520658" y="414668"/>
            <a:ext cx="609685" cy="488288"/>
          </a:xfrm>
          <a:custGeom>
            <a:avLst/>
            <a:gdLst>
              <a:gd name="connsiteX0" fmla="*/ 452113 w 560604"/>
              <a:gd name="connsiteY0" fmla="*/ 77314 h 448980"/>
              <a:gd name="connsiteX1" fmla="*/ 417185 w 560604"/>
              <a:gd name="connsiteY1" fmla="*/ 112165 h 448980"/>
              <a:gd name="connsiteX2" fmla="*/ 452113 w 560604"/>
              <a:gd name="connsiteY2" fmla="*/ 145726 h 448980"/>
              <a:gd name="connsiteX3" fmla="*/ 485747 w 560604"/>
              <a:gd name="connsiteY3" fmla="*/ 112165 h 448980"/>
              <a:gd name="connsiteX4" fmla="*/ 452113 w 560604"/>
              <a:gd name="connsiteY4" fmla="*/ 77314 h 448980"/>
              <a:gd name="connsiteX5" fmla="*/ 118850 w 560604"/>
              <a:gd name="connsiteY5" fmla="*/ 64516 h 448980"/>
              <a:gd name="connsiteX6" fmla="*/ 40048 w 560604"/>
              <a:gd name="connsiteY6" fmla="*/ 77417 h 448980"/>
              <a:gd name="connsiteX7" fmla="*/ 40048 w 560604"/>
              <a:gd name="connsiteY7" fmla="*/ 392214 h 448980"/>
              <a:gd name="connsiteX8" fmla="*/ 107224 w 560604"/>
              <a:gd name="connsiteY8" fmla="*/ 380602 h 448980"/>
              <a:gd name="connsiteX9" fmla="*/ 255786 w 560604"/>
              <a:gd name="connsiteY9" fmla="*/ 412856 h 448980"/>
              <a:gd name="connsiteX10" fmla="*/ 255786 w 560604"/>
              <a:gd name="connsiteY10" fmla="*/ 277390 h 448980"/>
              <a:gd name="connsiteX11" fmla="*/ 246743 w 560604"/>
              <a:gd name="connsiteY11" fmla="*/ 287711 h 448980"/>
              <a:gd name="connsiteX12" fmla="*/ 246743 w 560604"/>
              <a:gd name="connsiteY12" fmla="*/ 109671 h 448980"/>
              <a:gd name="connsiteX13" fmla="*/ 118850 w 560604"/>
              <a:gd name="connsiteY13" fmla="*/ 64516 h 448980"/>
              <a:gd name="connsiteX14" fmla="*/ 452113 w 560604"/>
              <a:gd name="connsiteY14" fmla="*/ 64406 h 448980"/>
              <a:gd name="connsiteX15" fmla="*/ 498683 w 560604"/>
              <a:gd name="connsiteY15" fmla="*/ 112165 h 448980"/>
              <a:gd name="connsiteX16" fmla="*/ 452113 w 560604"/>
              <a:gd name="connsiteY16" fmla="*/ 158634 h 448980"/>
              <a:gd name="connsiteX17" fmla="*/ 404248 w 560604"/>
              <a:gd name="connsiteY17" fmla="*/ 112165 h 448980"/>
              <a:gd name="connsiteX18" fmla="*/ 452113 w 560604"/>
              <a:gd name="connsiteY18" fmla="*/ 64406 h 448980"/>
              <a:gd name="connsiteX19" fmla="*/ 452058 w 560604"/>
              <a:gd name="connsiteY19" fmla="*/ 59344 h 448980"/>
              <a:gd name="connsiteX20" fmla="*/ 399076 w 560604"/>
              <a:gd name="connsiteY20" fmla="*/ 112237 h 448980"/>
              <a:gd name="connsiteX21" fmla="*/ 452058 w 560604"/>
              <a:gd name="connsiteY21" fmla="*/ 163840 h 448980"/>
              <a:gd name="connsiteX22" fmla="*/ 505039 w 560604"/>
              <a:gd name="connsiteY22" fmla="*/ 112237 h 448980"/>
              <a:gd name="connsiteX23" fmla="*/ 452058 w 560604"/>
              <a:gd name="connsiteY23" fmla="*/ 59344 h 448980"/>
              <a:gd name="connsiteX24" fmla="*/ 118850 w 560604"/>
              <a:gd name="connsiteY24" fmla="*/ 50324 h 448980"/>
              <a:gd name="connsiteX25" fmla="*/ 257078 w 560604"/>
              <a:gd name="connsiteY25" fmla="*/ 99350 h 448980"/>
              <a:gd name="connsiteX26" fmla="*/ 334589 w 560604"/>
              <a:gd name="connsiteY26" fmla="*/ 58065 h 448980"/>
              <a:gd name="connsiteX27" fmla="*/ 329422 w 560604"/>
              <a:gd name="connsiteY27" fmla="*/ 76127 h 448980"/>
              <a:gd name="connsiteX28" fmla="*/ 268705 w 560604"/>
              <a:gd name="connsiteY28" fmla="*/ 109671 h 448980"/>
              <a:gd name="connsiteX29" fmla="*/ 268705 w 560604"/>
              <a:gd name="connsiteY29" fmla="*/ 287711 h 448980"/>
              <a:gd name="connsiteX30" fmla="*/ 259662 w 560604"/>
              <a:gd name="connsiteY30" fmla="*/ 277390 h 448980"/>
              <a:gd name="connsiteX31" fmla="*/ 259662 w 560604"/>
              <a:gd name="connsiteY31" fmla="*/ 412856 h 448980"/>
              <a:gd name="connsiteX32" fmla="*/ 405641 w 560604"/>
              <a:gd name="connsiteY32" fmla="*/ 380602 h 448980"/>
              <a:gd name="connsiteX33" fmla="*/ 475400 w 560604"/>
              <a:gd name="connsiteY33" fmla="*/ 392214 h 448980"/>
              <a:gd name="connsiteX34" fmla="*/ 475400 w 560604"/>
              <a:gd name="connsiteY34" fmla="*/ 233525 h 448980"/>
              <a:gd name="connsiteX35" fmla="*/ 510280 w 560604"/>
              <a:gd name="connsiteY35" fmla="*/ 221914 h 448980"/>
              <a:gd name="connsiteX36" fmla="*/ 510280 w 560604"/>
              <a:gd name="connsiteY36" fmla="*/ 437369 h 448980"/>
              <a:gd name="connsiteX37" fmla="*/ 290666 w 560604"/>
              <a:gd name="connsiteY37" fmla="*/ 437369 h 448980"/>
              <a:gd name="connsiteX38" fmla="*/ 258370 w 560604"/>
              <a:gd name="connsiteY38" fmla="*/ 448980 h 448980"/>
              <a:gd name="connsiteX39" fmla="*/ 226074 w 560604"/>
              <a:gd name="connsiteY39" fmla="*/ 437369 h 448980"/>
              <a:gd name="connsiteX40" fmla="*/ 0 w 560604"/>
              <a:gd name="connsiteY40" fmla="*/ 437369 h 448980"/>
              <a:gd name="connsiteX41" fmla="*/ 0 w 560604"/>
              <a:gd name="connsiteY41" fmla="*/ 113541 h 448980"/>
              <a:gd name="connsiteX42" fmla="*/ 24545 w 560604"/>
              <a:gd name="connsiteY42" fmla="*/ 96769 h 448980"/>
              <a:gd name="connsiteX43" fmla="*/ 24545 w 560604"/>
              <a:gd name="connsiteY43" fmla="*/ 67096 h 448980"/>
              <a:gd name="connsiteX44" fmla="*/ 29713 w 560604"/>
              <a:gd name="connsiteY44" fmla="*/ 65806 h 448980"/>
              <a:gd name="connsiteX45" fmla="*/ 118850 w 560604"/>
              <a:gd name="connsiteY45" fmla="*/ 50324 h 448980"/>
              <a:gd name="connsiteX46" fmla="*/ 449473 w 560604"/>
              <a:gd name="connsiteY46" fmla="*/ 0 h 448980"/>
              <a:gd name="connsiteX47" fmla="*/ 560604 w 560604"/>
              <a:gd name="connsiteY47" fmla="*/ 109657 h 448980"/>
              <a:gd name="connsiteX48" fmla="*/ 449473 w 560604"/>
              <a:gd name="connsiteY48" fmla="*/ 219313 h 448980"/>
              <a:gd name="connsiteX49" fmla="*/ 339634 w 560604"/>
              <a:gd name="connsiteY49" fmla="*/ 109657 h 448980"/>
              <a:gd name="connsiteX50" fmla="*/ 449473 w 560604"/>
              <a:gd name="connsiteY50" fmla="*/ 0 h 448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560604" h="448980">
                <a:moveTo>
                  <a:pt x="452113" y="77314"/>
                </a:moveTo>
                <a:cubicBezTo>
                  <a:pt x="432708" y="77314"/>
                  <a:pt x="417185" y="92804"/>
                  <a:pt x="417185" y="112165"/>
                </a:cubicBezTo>
                <a:cubicBezTo>
                  <a:pt x="417185" y="130237"/>
                  <a:pt x="432708" y="145726"/>
                  <a:pt x="452113" y="145726"/>
                </a:cubicBezTo>
                <a:cubicBezTo>
                  <a:pt x="471517" y="145726"/>
                  <a:pt x="485747" y="130237"/>
                  <a:pt x="485747" y="112165"/>
                </a:cubicBezTo>
                <a:cubicBezTo>
                  <a:pt x="485747" y="92804"/>
                  <a:pt x="470223" y="77314"/>
                  <a:pt x="452113" y="77314"/>
                </a:cubicBezTo>
                <a:close/>
                <a:moveTo>
                  <a:pt x="118850" y="64516"/>
                </a:moveTo>
                <a:cubicBezTo>
                  <a:pt x="81387" y="64516"/>
                  <a:pt x="50382" y="73547"/>
                  <a:pt x="40048" y="77417"/>
                </a:cubicBezTo>
                <a:lnTo>
                  <a:pt x="40048" y="392214"/>
                </a:lnTo>
                <a:cubicBezTo>
                  <a:pt x="58133" y="384473"/>
                  <a:pt x="81387" y="380602"/>
                  <a:pt x="107224" y="380602"/>
                </a:cubicBezTo>
                <a:cubicBezTo>
                  <a:pt x="171816" y="380602"/>
                  <a:pt x="236408" y="405115"/>
                  <a:pt x="255786" y="412856"/>
                </a:cubicBezTo>
                <a:lnTo>
                  <a:pt x="255786" y="277390"/>
                </a:lnTo>
                <a:lnTo>
                  <a:pt x="246743" y="287711"/>
                </a:lnTo>
                <a:lnTo>
                  <a:pt x="246743" y="109671"/>
                </a:lnTo>
                <a:cubicBezTo>
                  <a:pt x="211863" y="79997"/>
                  <a:pt x="169232" y="64516"/>
                  <a:pt x="118850" y="64516"/>
                </a:cubicBezTo>
                <a:close/>
                <a:moveTo>
                  <a:pt x="452113" y="64406"/>
                </a:moveTo>
                <a:cubicBezTo>
                  <a:pt x="477985" y="64406"/>
                  <a:pt x="498683" y="86350"/>
                  <a:pt x="498683" y="112165"/>
                </a:cubicBezTo>
                <a:cubicBezTo>
                  <a:pt x="498683" y="137981"/>
                  <a:pt x="477985" y="158634"/>
                  <a:pt x="452113" y="158634"/>
                </a:cubicBezTo>
                <a:cubicBezTo>
                  <a:pt x="426240" y="158634"/>
                  <a:pt x="404248" y="137981"/>
                  <a:pt x="404248" y="112165"/>
                </a:cubicBezTo>
                <a:cubicBezTo>
                  <a:pt x="404248" y="86350"/>
                  <a:pt x="426240" y="64406"/>
                  <a:pt x="452113" y="64406"/>
                </a:cubicBezTo>
                <a:close/>
                <a:moveTo>
                  <a:pt x="452058" y="59344"/>
                </a:moveTo>
                <a:cubicBezTo>
                  <a:pt x="422336" y="59344"/>
                  <a:pt x="399076" y="82565"/>
                  <a:pt x="399076" y="112237"/>
                </a:cubicBezTo>
                <a:cubicBezTo>
                  <a:pt x="399076" y="140618"/>
                  <a:pt x="422336" y="163840"/>
                  <a:pt x="452058" y="163840"/>
                </a:cubicBezTo>
                <a:cubicBezTo>
                  <a:pt x="480486" y="163840"/>
                  <a:pt x="505039" y="140618"/>
                  <a:pt x="505039" y="112237"/>
                </a:cubicBezTo>
                <a:cubicBezTo>
                  <a:pt x="505039" y="82565"/>
                  <a:pt x="480486" y="59344"/>
                  <a:pt x="452058" y="59344"/>
                </a:cubicBezTo>
                <a:close/>
                <a:moveTo>
                  <a:pt x="118850" y="50324"/>
                </a:moveTo>
                <a:cubicBezTo>
                  <a:pt x="173108" y="50324"/>
                  <a:pt x="219614" y="67096"/>
                  <a:pt x="257078" y="99350"/>
                </a:cubicBezTo>
                <a:cubicBezTo>
                  <a:pt x="280331" y="79997"/>
                  <a:pt x="306168" y="65806"/>
                  <a:pt x="334589" y="58065"/>
                </a:cubicBezTo>
                <a:cubicBezTo>
                  <a:pt x="332005" y="64516"/>
                  <a:pt x="330713" y="69676"/>
                  <a:pt x="329422" y="76127"/>
                </a:cubicBezTo>
                <a:cubicBezTo>
                  <a:pt x="307460" y="82578"/>
                  <a:pt x="286791" y="94189"/>
                  <a:pt x="268705" y="109671"/>
                </a:cubicBezTo>
                <a:lnTo>
                  <a:pt x="268705" y="287711"/>
                </a:lnTo>
                <a:lnTo>
                  <a:pt x="259662" y="277390"/>
                </a:lnTo>
                <a:lnTo>
                  <a:pt x="259662" y="412856"/>
                </a:lnTo>
                <a:cubicBezTo>
                  <a:pt x="279039" y="405115"/>
                  <a:pt x="339756" y="380602"/>
                  <a:pt x="405641" y="380602"/>
                </a:cubicBezTo>
                <a:cubicBezTo>
                  <a:pt x="431478" y="380602"/>
                  <a:pt x="454731" y="384473"/>
                  <a:pt x="475400" y="392214"/>
                </a:cubicBezTo>
                <a:lnTo>
                  <a:pt x="475400" y="233525"/>
                </a:lnTo>
                <a:cubicBezTo>
                  <a:pt x="488319" y="230945"/>
                  <a:pt x="499945" y="227074"/>
                  <a:pt x="510280" y="221914"/>
                </a:cubicBezTo>
                <a:lnTo>
                  <a:pt x="510280" y="437369"/>
                </a:lnTo>
                <a:lnTo>
                  <a:pt x="290666" y="437369"/>
                </a:lnTo>
                <a:cubicBezTo>
                  <a:pt x="282915" y="445110"/>
                  <a:pt x="271288" y="448980"/>
                  <a:pt x="258370" y="448980"/>
                </a:cubicBezTo>
                <a:cubicBezTo>
                  <a:pt x="245451" y="448980"/>
                  <a:pt x="233825" y="445110"/>
                  <a:pt x="226074" y="437369"/>
                </a:cubicBezTo>
                <a:lnTo>
                  <a:pt x="0" y="437369"/>
                </a:lnTo>
                <a:lnTo>
                  <a:pt x="0" y="113541"/>
                </a:lnTo>
                <a:cubicBezTo>
                  <a:pt x="0" y="105800"/>
                  <a:pt x="9043" y="100640"/>
                  <a:pt x="24545" y="96769"/>
                </a:cubicBezTo>
                <a:lnTo>
                  <a:pt x="24545" y="67096"/>
                </a:lnTo>
                <a:lnTo>
                  <a:pt x="29713" y="65806"/>
                </a:lnTo>
                <a:cubicBezTo>
                  <a:pt x="31005" y="64516"/>
                  <a:pt x="68468" y="50324"/>
                  <a:pt x="118850" y="50324"/>
                </a:cubicBezTo>
                <a:close/>
                <a:moveTo>
                  <a:pt x="449473" y="0"/>
                </a:moveTo>
                <a:cubicBezTo>
                  <a:pt x="510208" y="0"/>
                  <a:pt x="560604" y="49023"/>
                  <a:pt x="560604" y="109657"/>
                </a:cubicBezTo>
                <a:cubicBezTo>
                  <a:pt x="560604" y="170290"/>
                  <a:pt x="510208" y="219313"/>
                  <a:pt x="449473" y="219313"/>
                </a:cubicBezTo>
                <a:cubicBezTo>
                  <a:pt x="388739" y="219313"/>
                  <a:pt x="339634" y="170290"/>
                  <a:pt x="339634" y="109657"/>
                </a:cubicBezTo>
                <a:cubicBezTo>
                  <a:pt x="339634" y="49023"/>
                  <a:pt x="388739" y="0"/>
                  <a:pt x="449473" y="0"/>
                </a:cubicBezTo>
                <a:close/>
              </a:path>
            </a:pathLst>
          </a:custGeom>
          <a:solidFill>
            <a:srgbClr val="1A3172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Click="0" advTm="3000">
        <p:fade/>
      </p:transition>
    </mc:Choice>
    <mc:Fallback>
      <p:transition spd="slow" advClick="0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0" y="0"/>
            <a:ext cx="12192000" cy="3848100"/>
          </a:xfrm>
          <a:prstGeom prst="rect">
            <a:avLst/>
          </a:prstGeom>
          <a:solidFill>
            <a:srgbClr val="1A31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276F4B-A296-492A-8FB9-C78E7B25B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88236D-BA36-4C90-BC5E-4C81E997770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spd="slow" p14:dur="1750" advClick="0" advTm="3000">
        <p:fade/>
      </p:transition>
    </mc:Choice>
    <mc:Fallback>
      <p:transition spd="slow" advClick="0" advTm="3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mc:AlternateContent xmlns:mc="http://schemas.openxmlformats.org/markup-compatibility/2006">
    <mc:Choice xmlns:p14="http://schemas.microsoft.com/office/powerpoint/2010/main" Requires="p14">
      <p:transition spd="slow" p14:dur="1750" advClick="0" advTm="3000">
        <p:fade/>
      </p:transition>
    </mc:Choice>
    <mc:Fallback>
      <p:transition spd="slow" advClick="0" advTm="3000">
        <p:fade/>
      </p:transition>
    </mc:Fallback>
  </mc:AlternateContent>
  <p:hf sldNum="0" hdr="0" ftr="0" dt="0"/>
  <p:txStyles>
    <p:titleStyle>
      <a:lvl1pPr algn="l" defTabSz="913765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3765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themeOverride" Target="../theme/themeOverride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7.xml"/><Relationship Id="rId2" Type="http://schemas.openxmlformats.org/officeDocument/2006/relationships/themeOverride" Target="../theme/themeOverride3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7.xml"/><Relationship Id="rId2" Type="http://schemas.openxmlformats.org/officeDocument/2006/relationships/themeOverride" Target="../theme/themeOverride6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矩形 116"/>
          <p:cNvSpPr/>
          <p:nvPr/>
        </p:nvSpPr>
        <p:spPr>
          <a:xfrm flipH="1">
            <a:off x="677419" y="598161"/>
            <a:ext cx="10825884" cy="5667826"/>
          </a:xfrm>
          <a:prstGeom prst="rect">
            <a:avLst/>
          </a:prstGeom>
          <a:blipFill dpi="0" rotWithShape="1">
            <a:blip r:embed="rId1">
              <a:alphaModFix amt="85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716532" y="4900965"/>
            <a:ext cx="10825884" cy="14083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32" name="组合 131"/>
          <p:cNvGrpSpPr/>
          <p:nvPr/>
        </p:nvGrpSpPr>
        <p:grpSpPr>
          <a:xfrm>
            <a:off x="1026052" y="5394358"/>
            <a:ext cx="2879011" cy="406487"/>
            <a:chOff x="1038752" y="5253033"/>
            <a:chExt cx="2879011" cy="406487"/>
          </a:xfrm>
        </p:grpSpPr>
        <p:grpSp>
          <p:nvGrpSpPr>
            <p:cNvPr id="131" name="组合 130"/>
            <p:cNvGrpSpPr/>
            <p:nvPr/>
          </p:nvGrpSpPr>
          <p:grpSpPr>
            <a:xfrm>
              <a:off x="1546569" y="5253033"/>
              <a:ext cx="1855688" cy="391431"/>
              <a:chOff x="1546569" y="5326964"/>
              <a:chExt cx="1855688" cy="317500"/>
            </a:xfrm>
          </p:grpSpPr>
          <p:sp>
            <p:nvSpPr>
              <p:cNvPr id="118" name="矩形 117"/>
              <p:cNvSpPr/>
              <p:nvPr/>
            </p:nvSpPr>
            <p:spPr>
              <a:xfrm>
                <a:off x="1692618" y="5326964"/>
                <a:ext cx="1571281" cy="317500"/>
              </a:xfrm>
              <a:prstGeom prst="rect">
                <a:avLst/>
              </a:prstGeom>
              <a:solidFill>
                <a:srgbClr val="FF9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9" name="椭圆 118"/>
              <p:cNvSpPr/>
              <p:nvPr/>
            </p:nvSpPr>
            <p:spPr>
              <a:xfrm>
                <a:off x="1546569" y="5326964"/>
                <a:ext cx="292100" cy="317500"/>
              </a:xfrm>
              <a:prstGeom prst="ellipse">
                <a:avLst/>
              </a:prstGeom>
              <a:solidFill>
                <a:srgbClr val="FF9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6" name="椭圆 125"/>
              <p:cNvSpPr/>
              <p:nvPr/>
            </p:nvSpPr>
            <p:spPr>
              <a:xfrm>
                <a:off x="3110157" y="5326964"/>
                <a:ext cx="292100" cy="317500"/>
              </a:xfrm>
              <a:prstGeom prst="ellipse">
                <a:avLst/>
              </a:prstGeom>
              <a:solidFill>
                <a:srgbClr val="FF9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124" name="文本占位符 1110"/>
            <p:cNvSpPr txBox="1"/>
            <p:nvPr/>
          </p:nvSpPr>
          <p:spPr>
            <a:xfrm>
              <a:off x="1038752" y="5268089"/>
              <a:ext cx="2879011" cy="39143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marL="0" indent="0" algn="r" defTabSz="913765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None/>
                <a:defRPr sz="1500" b="0" kern="1200">
                  <a:solidFill>
                    <a:srgbClr val="08A0E2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376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376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376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376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376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376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376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376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3765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55600" dist="88900" dir="2700000" algn="tl" rotWithShape="0">
                      <a:prstClr val="black">
                        <a:alpha val="28000"/>
                      </a:prstClr>
                    </a:outerShdw>
                  </a:effectLst>
                  <a:uLnTx/>
                  <a:uFillTx/>
                  <a:cs typeface="+mn-ea"/>
                  <a:sym typeface="+mn-lt"/>
                </a:rPr>
                <a:t>汇报人：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55600" dist="88900" dir="2700000" algn="tl" rotWithShape="0">
                      <a:prstClr val="black">
                        <a:alpha val="28000"/>
                      </a:prstClr>
                    </a:outerShdw>
                  </a:effectLst>
                  <a:uLnTx/>
                  <a:uFillTx/>
                  <a:cs typeface="+mn-ea"/>
                  <a:sym typeface="+mn-lt"/>
                </a:rPr>
                <a:t>xx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55600" dist="88900" dir="2700000" algn="tl" rotWithShape="0">
                    <a:prstClr val="black">
                      <a:alpha val="28000"/>
                    </a:prstClr>
                  </a:outerShdw>
                </a:effectLst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138" name="组合 137"/>
          <p:cNvGrpSpPr/>
          <p:nvPr/>
        </p:nvGrpSpPr>
        <p:grpSpPr>
          <a:xfrm>
            <a:off x="3625370" y="5399183"/>
            <a:ext cx="2879011" cy="401662"/>
            <a:chOff x="6064368" y="-979684"/>
            <a:chExt cx="3102362" cy="401662"/>
          </a:xfrm>
        </p:grpSpPr>
        <p:grpSp>
          <p:nvGrpSpPr>
            <p:cNvPr id="137" name="组合 136"/>
            <p:cNvGrpSpPr/>
            <p:nvPr/>
          </p:nvGrpSpPr>
          <p:grpSpPr>
            <a:xfrm>
              <a:off x="6196432" y="-979684"/>
              <a:ext cx="2858407" cy="391432"/>
              <a:chOff x="6196432" y="-979684"/>
              <a:chExt cx="2858407" cy="391432"/>
            </a:xfrm>
          </p:grpSpPr>
          <p:sp>
            <p:nvSpPr>
              <p:cNvPr id="133" name="矩形 132"/>
              <p:cNvSpPr/>
              <p:nvPr/>
            </p:nvSpPr>
            <p:spPr>
              <a:xfrm>
                <a:off x="6322310" y="-979684"/>
                <a:ext cx="2586479" cy="391431"/>
              </a:xfrm>
              <a:prstGeom prst="rect">
                <a:avLst/>
              </a:prstGeom>
              <a:solidFill>
                <a:srgbClr val="FF9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4" name="椭圆 133"/>
              <p:cNvSpPr/>
              <p:nvPr/>
            </p:nvSpPr>
            <p:spPr>
              <a:xfrm>
                <a:off x="6196432" y="-979683"/>
                <a:ext cx="292100" cy="391431"/>
              </a:xfrm>
              <a:prstGeom prst="ellipse">
                <a:avLst/>
              </a:prstGeom>
              <a:solidFill>
                <a:srgbClr val="FF9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5" name="椭圆 134"/>
              <p:cNvSpPr/>
              <p:nvPr/>
            </p:nvSpPr>
            <p:spPr>
              <a:xfrm>
                <a:off x="8762739" y="-979683"/>
                <a:ext cx="292100" cy="391431"/>
              </a:xfrm>
              <a:prstGeom prst="ellipse">
                <a:avLst/>
              </a:prstGeom>
              <a:solidFill>
                <a:srgbClr val="FF9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125" name="文本占位符 1111"/>
            <p:cNvSpPr txBox="1"/>
            <p:nvPr/>
          </p:nvSpPr>
          <p:spPr>
            <a:xfrm>
              <a:off x="6064368" y="-969453"/>
              <a:ext cx="3102362" cy="39143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marL="0" indent="0" algn="r" defTabSz="913765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None/>
                <a:defRPr sz="1500" b="0" kern="1200">
                  <a:solidFill>
                    <a:srgbClr val="08A0E2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376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376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376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376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376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376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376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376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3765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55600" dist="88900" dir="2700000" algn="tl" rotWithShape="0">
                      <a:prstClr val="black">
                        <a:alpha val="28000"/>
                      </a:prstClr>
                    </a:outerShdw>
                  </a:effectLst>
                  <a:uLnTx/>
                  <a:uFillTx/>
                  <a:cs typeface="+mn-ea"/>
                  <a:sym typeface="+mn-lt"/>
                </a:rPr>
                <a:t>汇报时间：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55600" dist="88900" dir="2700000" algn="tl" rotWithShape="0">
                      <a:prstClr val="black">
                        <a:alpha val="28000"/>
                      </a:prstClr>
                    </a:outerShdw>
                  </a:effectLst>
                  <a:uLnTx/>
                  <a:uFillTx/>
                  <a:cs typeface="+mn-ea"/>
                  <a:sym typeface="+mn-lt"/>
                </a:rPr>
                <a:t>XX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55600" dist="88900" dir="2700000" algn="tl" rotWithShape="0">
                      <a:prstClr val="black">
                        <a:alpha val="28000"/>
                      </a:prstClr>
                    </a:outerShdw>
                  </a:effectLst>
                  <a:uLnTx/>
                  <a:uFillTx/>
                  <a:cs typeface="+mn-ea"/>
                  <a:sym typeface="+mn-lt"/>
                </a:rPr>
                <a:t>年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55600" dist="88900" dir="2700000" algn="tl" rotWithShape="0">
                      <a:prstClr val="black">
                        <a:alpha val="28000"/>
                      </a:prstClr>
                    </a:outerShdw>
                  </a:effectLst>
                  <a:uLnTx/>
                  <a:uFillTx/>
                  <a:cs typeface="+mn-ea"/>
                  <a:sym typeface="+mn-lt"/>
                </a:rPr>
                <a:t>XX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55600" dist="88900" dir="2700000" algn="tl" rotWithShape="0">
                      <a:prstClr val="black">
                        <a:alpha val="28000"/>
                      </a:prstClr>
                    </a:outerShdw>
                  </a:effectLst>
                  <a:uLnTx/>
                  <a:uFillTx/>
                  <a:cs typeface="+mn-ea"/>
                  <a:sym typeface="+mn-lt"/>
                </a:rPr>
                <a:t>月</a:t>
              </a:r>
              <a:endPara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55600" dist="88900" dir="2700000" algn="tl" rotWithShape="0">
                    <a:prstClr val="black">
                      <a:alpha val="28000"/>
                    </a:prstClr>
                  </a:outerShdw>
                </a:effectLst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150" name="组合 149"/>
          <p:cNvGrpSpPr/>
          <p:nvPr/>
        </p:nvGrpSpPr>
        <p:grpSpPr>
          <a:xfrm>
            <a:off x="8429625" y="837908"/>
            <a:ext cx="2809874" cy="457054"/>
            <a:chOff x="8429625" y="837908"/>
            <a:chExt cx="2809874" cy="457054"/>
          </a:xfrm>
        </p:grpSpPr>
        <p:grpSp>
          <p:nvGrpSpPr>
            <p:cNvPr id="143" name="组合 142"/>
            <p:cNvGrpSpPr/>
            <p:nvPr/>
          </p:nvGrpSpPr>
          <p:grpSpPr>
            <a:xfrm>
              <a:off x="10795050" y="837908"/>
              <a:ext cx="444449" cy="457054"/>
              <a:chOff x="10795050" y="837908"/>
              <a:chExt cx="444449" cy="457054"/>
            </a:xfrm>
          </p:grpSpPr>
          <p:sp>
            <p:nvSpPr>
              <p:cNvPr id="141" name="businessman_57134"/>
              <p:cNvSpPr>
                <a:spLocks noChangeAspect="1"/>
              </p:cNvSpPr>
              <p:nvPr/>
            </p:nvSpPr>
            <p:spPr bwMode="auto">
              <a:xfrm>
                <a:off x="10884001" y="895204"/>
                <a:ext cx="279300" cy="304842"/>
              </a:xfrm>
              <a:custGeom>
                <a:avLst/>
                <a:gdLst>
                  <a:gd name="connsiteX0" fmla="*/ 243589 w 557114"/>
                  <a:gd name="connsiteY0" fmla="*/ 355438 h 608062"/>
                  <a:gd name="connsiteX1" fmla="*/ 277656 w 557114"/>
                  <a:gd name="connsiteY1" fmla="*/ 355438 h 608062"/>
                  <a:gd name="connsiteX2" fmla="*/ 277940 w 557114"/>
                  <a:gd name="connsiteY2" fmla="*/ 355438 h 608062"/>
                  <a:gd name="connsiteX3" fmla="*/ 278604 w 557114"/>
                  <a:gd name="connsiteY3" fmla="*/ 355438 h 608062"/>
                  <a:gd name="connsiteX4" fmla="*/ 279174 w 557114"/>
                  <a:gd name="connsiteY4" fmla="*/ 355438 h 608062"/>
                  <a:gd name="connsiteX5" fmla="*/ 279458 w 557114"/>
                  <a:gd name="connsiteY5" fmla="*/ 355438 h 608062"/>
                  <a:gd name="connsiteX6" fmla="*/ 279553 w 557114"/>
                  <a:gd name="connsiteY6" fmla="*/ 355438 h 608062"/>
                  <a:gd name="connsiteX7" fmla="*/ 313620 w 557114"/>
                  <a:gd name="connsiteY7" fmla="*/ 355438 h 608062"/>
                  <a:gd name="connsiteX8" fmla="*/ 324438 w 557114"/>
                  <a:gd name="connsiteY8" fmla="*/ 375432 h 608062"/>
                  <a:gd name="connsiteX9" fmla="*/ 298152 w 557114"/>
                  <a:gd name="connsiteY9" fmla="*/ 430202 h 608062"/>
                  <a:gd name="connsiteX10" fmla="*/ 301948 w 557114"/>
                  <a:gd name="connsiteY10" fmla="*/ 510272 h 608062"/>
                  <a:gd name="connsiteX11" fmla="*/ 356891 w 557114"/>
                  <a:gd name="connsiteY11" fmla="*/ 389172 h 608062"/>
                  <a:gd name="connsiteX12" fmla="*/ 356986 w 557114"/>
                  <a:gd name="connsiteY12" fmla="*/ 389172 h 608062"/>
                  <a:gd name="connsiteX13" fmla="*/ 376628 w 557114"/>
                  <a:gd name="connsiteY13" fmla="*/ 375337 h 608062"/>
                  <a:gd name="connsiteX14" fmla="*/ 383556 w 557114"/>
                  <a:gd name="connsiteY14" fmla="*/ 376474 h 608062"/>
                  <a:gd name="connsiteX15" fmla="*/ 383745 w 557114"/>
                  <a:gd name="connsiteY15" fmla="*/ 376569 h 608062"/>
                  <a:gd name="connsiteX16" fmla="*/ 518588 w 557114"/>
                  <a:gd name="connsiteY16" fmla="*/ 438920 h 608062"/>
                  <a:gd name="connsiteX17" fmla="*/ 557114 w 557114"/>
                  <a:gd name="connsiteY17" fmla="*/ 482224 h 608062"/>
                  <a:gd name="connsiteX18" fmla="*/ 557114 w 557114"/>
                  <a:gd name="connsiteY18" fmla="*/ 608062 h 608062"/>
                  <a:gd name="connsiteX19" fmla="*/ 279743 w 557114"/>
                  <a:gd name="connsiteY19" fmla="*/ 608062 h 608062"/>
                  <a:gd name="connsiteX20" fmla="*/ 279458 w 557114"/>
                  <a:gd name="connsiteY20" fmla="*/ 608062 h 608062"/>
                  <a:gd name="connsiteX21" fmla="*/ 279364 w 557114"/>
                  <a:gd name="connsiteY21" fmla="*/ 608062 h 608062"/>
                  <a:gd name="connsiteX22" fmla="*/ 279174 w 557114"/>
                  <a:gd name="connsiteY22" fmla="*/ 608062 h 608062"/>
                  <a:gd name="connsiteX23" fmla="*/ 278984 w 557114"/>
                  <a:gd name="connsiteY23" fmla="*/ 608062 h 608062"/>
                  <a:gd name="connsiteX24" fmla="*/ 278604 w 557114"/>
                  <a:gd name="connsiteY24" fmla="*/ 608062 h 608062"/>
                  <a:gd name="connsiteX25" fmla="*/ 278130 w 557114"/>
                  <a:gd name="connsiteY25" fmla="*/ 608062 h 608062"/>
                  <a:gd name="connsiteX26" fmla="*/ 277940 w 557114"/>
                  <a:gd name="connsiteY26" fmla="*/ 608062 h 608062"/>
                  <a:gd name="connsiteX27" fmla="*/ 277845 w 557114"/>
                  <a:gd name="connsiteY27" fmla="*/ 608062 h 608062"/>
                  <a:gd name="connsiteX28" fmla="*/ 277750 w 557114"/>
                  <a:gd name="connsiteY28" fmla="*/ 608062 h 608062"/>
                  <a:gd name="connsiteX29" fmla="*/ 277656 w 557114"/>
                  <a:gd name="connsiteY29" fmla="*/ 608062 h 608062"/>
                  <a:gd name="connsiteX30" fmla="*/ 277371 w 557114"/>
                  <a:gd name="connsiteY30" fmla="*/ 608062 h 608062"/>
                  <a:gd name="connsiteX31" fmla="*/ 0 w 557114"/>
                  <a:gd name="connsiteY31" fmla="*/ 608062 h 608062"/>
                  <a:gd name="connsiteX32" fmla="*/ 0 w 557114"/>
                  <a:gd name="connsiteY32" fmla="*/ 482224 h 608062"/>
                  <a:gd name="connsiteX33" fmla="*/ 38621 w 557114"/>
                  <a:gd name="connsiteY33" fmla="*/ 438920 h 608062"/>
                  <a:gd name="connsiteX34" fmla="*/ 173464 w 557114"/>
                  <a:gd name="connsiteY34" fmla="*/ 376569 h 608062"/>
                  <a:gd name="connsiteX35" fmla="*/ 173558 w 557114"/>
                  <a:gd name="connsiteY35" fmla="*/ 376474 h 608062"/>
                  <a:gd name="connsiteX36" fmla="*/ 180486 w 557114"/>
                  <a:gd name="connsiteY36" fmla="*/ 375337 h 608062"/>
                  <a:gd name="connsiteX37" fmla="*/ 200223 w 557114"/>
                  <a:gd name="connsiteY37" fmla="*/ 389172 h 608062"/>
                  <a:gd name="connsiteX38" fmla="*/ 255166 w 557114"/>
                  <a:gd name="connsiteY38" fmla="*/ 510272 h 608062"/>
                  <a:gd name="connsiteX39" fmla="*/ 258962 w 557114"/>
                  <a:gd name="connsiteY39" fmla="*/ 430202 h 608062"/>
                  <a:gd name="connsiteX40" fmla="*/ 232676 w 557114"/>
                  <a:gd name="connsiteY40" fmla="*/ 375432 h 608062"/>
                  <a:gd name="connsiteX41" fmla="*/ 243589 w 557114"/>
                  <a:gd name="connsiteY41" fmla="*/ 355438 h 608062"/>
                  <a:gd name="connsiteX42" fmla="*/ 276250 w 557114"/>
                  <a:gd name="connsiteY42" fmla="*/ 0 h 608062"/>
                  <a:gd name="connsiteX43" fmla="*/ 277674 w 557114"/>
                  <a:gd name="connsiteY43" fmla="*/ 0 h 608062"/>
                  <a:gd name="connsiteX44" fmla="*/ 277863 w 557114"/>
                  <a:gd name="connsiteY44" fmla="*/ 0 h 608062"/>
                  <a:gd name="connsiteX45" fmla="*/ 277958 w 557114"/>
                  <a:gd name="connsiteY45" fmla="*/ 0 h 608062"/>
                  <a:gd name="connsiteX46" fmla="*/ 279382 w 557114"/>
                  <a:gd name="connsiteY46" fmla="*/ 0 h 608062"/>
                  <a:gd name="connsiteX47" fmla="*/ 402570 w 557114"/>
                  <a:gd name="connsiteY47" fmla="*/ 104895 h 608062"/>
                  <a:gd name="connsiteX48" fmla="*/ 394693 w 557114"/>
                  <a:gd name="connsiteY48" fmla="*/ 159001 h 608062"/>
                  <a:gd name="connsiteX49" fmla="*/ 405892 w 557114"/>
                  <a:gd name="connsiteY49" fmla="*/ 184774 h 608062"/>
                  <a:gd name="connsiteX50" fmla="*/ 377040 w 557114"/>
                  <a:gd name="connsiteY50" fmla="*/ 236890 h 608062"/>
                  <a:gd name="connsiteX51" fmla="*/ 315731 w 557114"/>
                  <a:gd name="connsiteY51" fmla="*/ 311274 h 608062"/>
                  <a:gd name="connsiteX52" fmla="*/ 277958 w 557114"/>
                  <a:gd name="connsiteY52" fmla="*/ 319707 h 608062"/>
                  <a:gd name="connsiteX53" fmla="*/ 277958 w 557114"/>
                  <a:gd name="connsiteY53" fmla="*/ 319802 h 608062"/>
                  <a:gd name="connsiteX54" fmla="*/ 277863 w 557114"/>
                  <a:gd name="connsiteY54" fmla="*/ 319802 h 608062"/>
                  <a:gd name="connsiteX55" fmla="*/ 277674 w 557114"/>
                  <a:gd name="connsiteY55" fmla="*/ 319802 h 608062"/>
                  <a:gd name="connsiteX56" fmla="*/ 277674 w 557114"/>
                  <a:gd name="connsiteY56" fmla="*/ 319707 h 608062"/>
                  <a:gd name="connsiteX57" fmla="*/ 239901 w 557114"/>
                  <a:gd name="connsiteY57" fmla="*/ 311274 h 608062"/>
                  <a:gd name="connsiteX58" fmla="*/ 178592 w 557114"/>
                  <a:gd name="connsiteY58" fmla="*/ 236890 h 608062"/>
                  <a:gd name="connsiteX59" fmla="*/ 149740 w 557114"/>
                  <a:gd name="connsiteY59" fmla="*/ 184774 h 608062"/>
                  <a:gd name="connsiteX60" fmla="*/ 161034 w 557114"/>
                  <a:gd name="connsiteY60" fmla="*/ 159001 h 608062"/>
                  <a:gd name="connsiteX61" fmla="*/ 153062 w 557114"/>
                  <a:gd name="connsiteY61" fmla="*/ 104895 h 608062"/>
                  <a:gd name="connsiteX62" fmla="*/ 276250 w 557114"/>
                  <a:gd name="connsiteY62" fmla="*/ 0 h 6080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557114" h="608062">
                    <a:moveTo>
                      <a:pt x="243589" y="355438"/>
                    </a:moveTo>
                    <a:lnTo>
                      <a:pt x="277656" y="355438"/>
                    </a:lnTo>
                    <a:lnTo>
                      <a:pt x="277940" y="355438"/>
                    </a:lnTo>
                    <a:lnTo>
                      <a:pt x="278604" y="355438"/>
                    </a:lnTo>
                    <a:lnTo>
                      <a:pt x="279174" y="355438"/>
                    </a:lnTo>
                    <a:lnTo>
                      <a:pt x="279458" y="355438"/>
                    </a:lnTo>
                    <a:lnTo>
                      <a:pt x="279553" y="355438"/>
                    </a:lnTo>
                    <a:lnTo>
                      <a:pt x="313620" y="355438"/>
                    </a:lnTo>
                    <a:cubicBezTo>
                      <a:pt x="325007" y="355438"/>
                      <a:pt x="330511" y="364630"/>
                      <a:pt x="324438" y="375432"/>
                    </a:cubicBezTo>
                    <a:cubicBezTo>
                      <a:pt x="321781" y="379980"/>
                      <a:pt x="298152" y="430202"/>
                      <a:pt x="298152" y="430202"/>
                    </a:cubicBezTo>
                    <a:lnTo>
                      <a:pt x="301948" y="510272"/>
                    </a:lnTo>
                    <a:cubicBezTo>
                      <a:pt x="317700" y="481655"/>
                      <a:pt x="343131" y="422432"/>
                      <a:pt x="356891" y="389172"/>
                    </a:cubicBezTo>
                    <a:cubicBezTo>
                      <a:pt x="356891" y="389172"/>
                      <a:pt x="356891" y="389172"/>
                      <a:pt x="356986" y="389172"/>
                    </a:cubicBezTo>
                    <a:cubicBezTo>
                      <a:pt x="359832" y="381117"/>
                      <a:pt x="367519" y="375337"/>
                      <a:pt x="376628" y="375337"/>
                    </a:cubicBezTo>
                    <a:cubicBezTo>
                      <a:pt x="379096" y="375337"/>
                      <a:pt x="381373" y="375716"/>
                      <a:pt x="383556" y="376474"/>
                    </a:cubicBezTo>
                    <a:cubicBezTo>
                      <a:pt x="383650" y="376474"/>
                      <a:pt x="383650" y="376474"/>
                      <a:pt x="383745" y="376569"/>
                    </a:cubicBezTo>
                    <a:cubicBezTo>
                      <a:pt x="387446" y="377706"/>
                      <a:pt x="464973" y="411724"/>
                      <a:pt x="518588" y="438920"/>
                    </a:cubicBezTo>
                    <a:cubicBezTo>
                      <a:pt x="542595" y="451049"/>
                      <a:pt x="557114" y="466305"/>
                      <a:pt x="557114" y="482224"/>
                    </a:cubicBezTo>
                    <a:lnTo>
                      <a:pt x="557114" y="608062"/>
                    </a:lnTo>
                    <a:lnTo>
                      <a:pt x="279743" y="608062"/>
                    </a:lnTo>
                    <a:lnTo>
                      <a:pt x="279458" y="608062"/>
                    </a:lnTo>
                    <a:lnTo>
                      <a:pt x="279364" y="608062"/>
                    </a:lnTo>
                    <a:lnTo>
                      <a:pt x="279174" y="608062"/>
                    </a:lnTo>
                    <a:lnTo>
                      <a:pt x="278984" y="608062"/>
                    </a:lnTo>
                    <a:lnTo>
                      <a:pt x="278604" y="608062"/>
                    </a:lnTo>
                    <a:lnTo>
                      <a:pt x="278130" y="608062"/>
                    </a:lnTo>
                    <a:lnTo>
                      <a:pt x="277940" y="608062"/>
                    </a:lnTo>
                    <a:lnTo>
                      <a:pt x="277845" y="608062"/>
                    </a:lnTo>
                    <a:lnTo>
                      <a:pt x="277750" y="608062"/>
                    </a:lnTo>
                    <a:lnTo>
                      <a:pt x="277656" y="608062"/>
                    </a:lnTo>
                    <a:lnTo>
                      <a:pt x="277371" y="608062"/>
                    </a:lnTo>
                    <a:lnTo>
                      <a:pt x="0" y="608062"/>
                    </a:lnTo>
                    <a:lnTo>
                      <a:pt x="0" y="482224"/>
                    </a:lnTo>
                    <a:cubicBezTo>
                      <a:pt x="0" y="466305"/>
                      <a:pt x="14519" y="451049"/>
                      <a:pt x="38621" y="438920"/>
                    </a:cubicBezTo>
                    <a:cubicBezTo>
                      <a:pt x="92141" y="411724"/>
                      <a:pt x="169668" y="377706"/>
                      <a:pt x="173464" y="376569"/>
                    </a:cubicBezTo>
                    <a:cubicBezTo>
                      <a:pt x="173464" y="376474"/>
                      <a:pt x="173464" y="376474"/>
                      <a:pt x="173558" y="376474"/>
                    </a:cubicBezTo>
                    <a:cubicBezTo>
                      <a:pt x="175741" y="375716"/>
                      <a:pt x="178018" y="375337"/>
                      <a:pt x="180486" y="375337"/>
                    </a:cubicBezTo>
                    <a:cubicBezTo>
                      <a:pt x="189595" y="375337"/>
                      <a:pt x="197282" y="381117"/>
                      <a:pt x="200223" y="389172"/>
                    </a:cubicBezTo>
                    <a:cubicBezTo>
                      <a:pt x="214078" y="422432"/>
                      <a:pt x="239414" y="481655"/>
                      <a:pt x="255166" y="510272"/>
                    </a:cubicBezTo>
                    <a:lnTo>
                      <a:pt x="258962" y="430202"/>
                    </a:lnTo>
                    <a:cubicBezTo>
                      <a:pt x="258962" y="430202"/>
                      <a:pt x="235333" y="379980"/>
                      <a:pt x="232676" y="375432"/>
                    </a:cubicBezTo>
                    <a:cubicBezTo>
                      <a:pt x="226603" y="364630"/>
                      <a:pt x="232107" y="355438"/>
                      <a:pt x="243589" y="355438"/>
                    </a:cubicBezTo>
                    <a:close/>
                    <a:moveTo>
                      <a:pt x="276250" y="0"/>
                    </a:moveTo>
                    <a:cubicBezTo>
                      <a:pt x="276725" y="0"/>
                      <a:pt x="277199" y="0"/>
                      <a:pt x="277674" y="0"/>
                    </a:cubicBezTo>
                    <a:cubicBezTo>
                      <a:pt x="277769" y="0"/>
                      <a:pt x="277769" y="0"/>
                      <a:pt x="277863" y="0"/>
                    </a:cubicBezTo>
                    <a:cubicBezTo>
                      <a:pt x="277863" y="0"/>
                      <a:pt x="277863" y="0"/>
                      <a:pt x="277958" y="0"/>
                    </a:cubicBezTo>
                    <a:cubicBezTo>
                      <a:pt x="278433" y="0"/>
                      <a:pt x="278907" y="0"/>
                      <a:pt x="279382" y="0"/>
                    </a:cubicBezTo>
                    <a:cubicBezTo>
                      <a:pt x="385487" y="0"/>
                      <a:pt x="405417" y="75615"/>
                      <a:pt x="402570" y="104895"/>
                    </a:cubicBezTo>
                    <a:cubicBezTo>
                      <a:pt x="400387" y="128395"/>
                      <a:pt x="394693" y="159001"/>
                      <a:pt x="394693" y="159001"/>
                    </a:cubicBezTo>
                    <a:cubicBezTo>
                      <a:pt x="394693" y="159001"/>
                      <a:pt x="405892" y="164118"/>
                      <a:pt x="405892" y="184774"/>
                    </a:cubicBezTo>
                    <a:cubicBezTo>
                      <a:pt x="402001" y="236511"/>
                      <a:pt x="381311" y="214149"/>
                      <a:pt x="377040" y="236890"/>
                    </a:cubicBezTo>
                    <a:cubicBezTo>
                      <a:pt x="370017" y="274603"/>
                      <a:pt x="336610" y="301893"/>
                      <a:pt x="315731" y="311274"/>
                    </a:cubicBezTo>
                    <a:cubicBezTo>
                      <a:pt x="303583" y="316770"/>
                      <a:pt x="291055" y="319518"/>
                      <a:pt x="277958" y="319707"/>
                    </a:cubicBezTo>
                    <a:lnTo>
                      <a:pt x="277958" y="319802"/>
                    </a:lnTo>
                    <a:cubicBezTo>
                      <a:pt x="277863" y="319802"/>
                      <a:pt x="277863" y="319802"/>
                      <a:pt x="277863" y="319802"/>
                    </a:cubicBezTo>
                    <a:cubicBezTo>
                      <a:pt x="277769" y="319802"/>
                      <a:pt x="277769" y="319802"/>
                      <a:pt x="277674" y="319802"/>
                    </a:cubicBezTo>
                    <a:lnTo>
                      <a:pt x="277674" y="319707"/>
                    </a:lnTo>
                    <a:cubicBezTo>
                      <a:pt x="264577" y="319518"/>
                      <a:pt x="252049" y="316770"/>
                      <a:pt x="239901" y="311274"/>
                    </a:cubicBezTo>
                    <a:cubicBezTo>
                      <a:pt x="219022" y="301893"/>
                      <a:pt x="185615" y="274603"/>
                      <a:pt x="178592" y="236890"/>
                    </a:cubicBezTo>
                    <a:cubicBezTo>
                      <a:pt x="174321" y="214149"/>
                      <a:pt x="153631" y="236511"/>
                      <a:pt x="149740" y="184774"/>
                    </a:cubicBezTo>
                    <a:cubicBezTo>
                      <a:pt x="149740" y="164118"/>
                      <a:pt x="161034" y="159001"/>
                      <a:pt x="161034" y="159001"/>
                    </a:cubicBezTo>
                    <a:cubicBezTo>
                      <a:pt x="161034" y="159001"/>
                      <a:pt x="155245" y="128395"/>
                      <a:pt x="153062" y="104895"/>
                    </a:cubicBezTo>
                    <a:cubicBezTo>
                      <a:pt x="150215" y="75615"/>
                      <a:pt x="170145" y="0"/>
                      <a:pt x="276250" y="0"/>
                    </a:cubicBezTo>
                    <a:close/>
                  </a:path>
                </a:pathLst>
              </a:custGeom>
              <a:solidFill>
                <a:srgbClr val="1A3172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2" name="椭圆 141"/>
              <p:cNvSpPr/>
              <p:nvPr/>
            </p:nvSpPr>
            <p:spPr>
              <a:xfrm>
                <a:off x="10795050" y="837908"/>
                <a:ext cx="444449" cy="457054"/>
              </a:xfrm>
              <a:prstGeom prst="ellipse">
                <a:avLst/>
              </a:prstGeom>
              <a:noFill/>
              <a:ln w="25400">
                <a:solidFill>
                  <a:srgbClr val="1A317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144" name="文本框 143"/>
            <p:cNvSpPr txBox="1"/>
            <p:nvPr/>
          </p:nvSpPr>
          <p:spPr>
            <a:xfrm>
              <a:off x="8429625" y="915813"/>
              <a:ext cx="23209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XX</a:t>
              </a: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大学临床医学专业</a:t>
              </a:r>
              <a:endPara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146" name="直接连接符 145"/>
          <p:cNvCxnSpPr/>
          <p:nvPr/>
        </p:nvCxnSpPr>
        <p:spPr>
          <a:xfrm>
            <a:off x="1651343" y="4943475"/>
            <a:ext cx="663232" cy="0"/>
          </a:xfrm>
          <a:prstGeom prst="line">
            <a:avLst/>
          </a:prstGeom>
          <a:ln w="38100">
            <a:solidFill>
              <a:srgbClr val="FF9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9" name="组合 148"/>
          <p:cNvGrpSpPr/>
          <p:nvPr/>
        </p:nvGrpSpPr>
        <p:grpSpPr>
          <a:xfrm>
            <a:off x="1508469" y="2000836"/>
            <a:ext cx="7526419" cy="2540904"/>
            <a:chOff x="1508469" y="2000836"/>
            <a:chExt cx="7526419" cy="2540904"/>
          </a:xfrm>
        </p:grpSpPr>
        <p:sp>
          <p:nvSpPr>
            <p:cNvPr id="123" name="标题 1104"/>
            <p:cNvSpPr txBox="1"/>
            <p:nvPr/>
          </p:nvSpPr>
          <p:spPr>
            <a:xfrm>
              <a:off x="1533869" y="2891804"/>
              <a:ext cx="6188531" cy="478635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r" defTabSz="91376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000" b="1" kern="1200">
                  <a:solidFill>
                    <a:srgbClr val="08A0E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3765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Graduation thesis defense PPT template.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1508469" y="3308709"/>
              <a:ext cx="7526419" cy="101566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60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毕业论文答辩</a:t>
              </a:r>
              <a:r>
                <a:rPr lang="en-US" altLang="zh-CN" sz="60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PPT</a:t>
              </a:r>
              <a:r>
                <a:rPr lang="zh-CN" altLang="en-US" sz="60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模板</a:t>
              </a:r>
              <a:endPara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40" name="矩形 139"/>
            <p:cNvSpPr/>
            <p:nvPr/>
          </p:nvSpPr>
          <p:spPr>
            <a:xfrm>
              <a:off x="1533869" y="4126242"/>
              <a:ext cx="6281320" cy="4154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Lorem Ipsum is simply dummy text of the printing and typesetting industry. 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47" name="文本框 146"/>
            <p:cNvSpPr txBox="1"/>
            <p:nvPr/>
          </p:nvSpPr>
          <p:spPr>
            <a:xfrm>
              <a:off x="1533869" y="2000836"/>
              <a:ext cx="209150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201X</a:t>
              </a:r>
              <a:endParaRPr lang="zh-CN" altLang="en-US" sz="60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Click="0" advTm="3000">
        <p:fade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67151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71512" y="0"/>
            <a:ext cx="1152048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680377" y="371475"/>
            <a:ext cx="10033350" cy="6115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6277005" y="5218247"/>
            <a:ext cx="5125668" cy="771282"/>
            <a:chOff x="6277005" y="5218247"/>
            <a:chExt cx="5125668" cy="771282"/>
          </a:xfrm>
        </p:grpSpPr>
        <p:sp>
          <p:nvSpPr>
            <p:cNvPr id="30" name="菱形 29"/>
            <p:cNvSpPr/>
            <p:nvPr/>
          </p:nvSpPr>
          <p:spPr bwMode="auto">
            <a:xfrm>
              <a:off x="6277005" y="5218247"/>
              <a:ext cx="771282" cy="771282"/>
            </a:xfrm>
            <a:prstGeom prst="diamond">
              <a:avLst/>
            </a:prstGeom>
            <a:solidFill>
              <a:srgbClr val="1A3172"/>
            </a:solidFill>
            <a:ln w="38100">
              <a:noFill/>
            </a:ln>
            <a:effectLst>
              <a:outerShdw blurRad="355600" dist="88900" dir="2700000" algn="tl" rotWithShape="0">
                <a:srgbClr val="1A3172">
                  <a:alpha val="27000"/>
                </a:srgb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cs typeface="+mn-ea"/>
                  <a:sym typeface="+mn-lt"/>
                </a:rPr>
                <a:t>04</a:t>
              </a:r>
              <a:endParaRPr lang="zh-CN" altLang="en-US" sz="2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2" name="TextBox 31"/>
            <p:cNvSpPr txBox="1"/>
            <p:nvPr/>
          </p:nvSpPr>
          <p:spPr bwMode="auto">
            <a:xfrm>
              <a:off x="7281987" y="5239828"/>
              <a:ext cx="4120686" cy="749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36000">
              <a:no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3200" spc="600" dirty="0">
                  <a:solidFill>
                    <a:srgbClr val="1A3172"/>
                  </a:solidFill>
                  <a:cs typeface="+mn-ea"/>
                  <a:sym typeface="+mn-lt"/>
                </a:rPr>
                <a:t>致谢与参考文献</a:t>
              </a:r>
              <a:endParaRPr lang="en-US" altLang="zh-CN" sz="3200" spc="600" dirty="0">
                <a:solidFill>
                  <a:srgbClr val="1A3172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6277005" y="1119176"/>
            <a:ext cx="5125668" cy="887669"/>
            <a:chOff x="6277005" y="1119176"/>
            <a:chExt cx="5125668" cy="887669"/>
          </a:xfrm>
        </p:grpSpPr>
        <p:sp>
          <p:nvSpPr>
            <p:cNvPr id="16" name="菱形 15"/>
            <p:cNvSpPr/>
            <p:nvPr/>
          </p:nvSpPr>
          <p:spPr bwMode="auto">
            <a:xfrm>
              <a:off x="6277005" y="1235563"/>
              <a:ext cx="771282" cy="771282"/>
            </a:xfrm>
            <a:prstGeom prst="diamond">
              <a:avLst/>
            </a:prstGeom>
            <a:solidFill>
              <a:srgbClr val="1A3172"/>
            </a:solidFill>
            <a:ln w="38100">
              <a:noFill/>
            </a:ln>
            <a:effectLst>
              <a:outerShdw blurRad="355600" dist="88900" dir="2700000" algn="tl" rotWithShape="0">
                <a:srgbClr val="1A3172">
                  <a:alpha val="27000"/>
                </a:srgb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cs typeface="+mn-ea"/>
                  <a:sym typeface="+mn-lt"/>
                </a:rPr>
                <a:t>01</a:t>
              </a:r>
              <a:endParaRPr lang="zh-CN" altLang="en-US" sz="2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9" name="TextBox 31"/>
            <p:cNvSpPr txBox="1"/>
            <p:nvPr/>
          </p:nvSpPr>
          <p:spPr bwMode="auto">
            <a:xfrm>
              <a:off x="7281987" y="1119176"/>
              <a:ext cx="4120686" cy="749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36000">
              <a:no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3200" spc="600" dirty="0">
                  <a:solidFill>
                    <a:srgbClr val="1A3172"/>
                  </a:solidFill>
                  <a:cs typeface="+mn-ea"/>
                  <a:sym typeface="+mn-lt"/>
                </a:rPr>
                <a:t>研究背景及意义</a:t>
              </a:r>
              <a:endParaRPr lang="en-US" altLang="zh-CN" sz="3200" spc="600" dirty="0">
                <a:solidFill>
                  <a:srgbClr val="1A3172"/>
                </a:solidFill>
                <a:cs typeface="+mn-ea"/>
                <a:sym typeface="+mn-lt"/>
              </a:endParaRPr>
            </a:p>
          </p:txBody>
        </p:sp>
        <p:cxnSp>
          <p:nvCxnSpPr>
            <p:cNvPr id="34" name="直接连接符 33"/>
            <p:cNvCxnSpPr/>
            <p:nvPr/>
          </p:nvCxnSpPr>
          <p:spPr>
            <a:xfrm>
              <a:off x="7340054" y="2006845"/>
              <a:ext cx="3984488" cy="0"/>
            </a:xfrm>
            <a:prstGeom prst="line">
              <a:avLst/>
            </a:prstGeom>
            <a:ln w="6350" cap="rnd">
              <a:solidFill>
                <a:schemeClr val="tx1">
                  <a:lumMod val="75000"/>
                  <a:lumOff val="2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17"/>
          <p:cNvGrpSpPr/>
          <p:nvPr/>
        </p:nvGrpSpPr>
        <p:grpSpPr>
          <a:xfrm>
            <a:off x="6277005" y="2597253"/>
            <a:ext cx="5125668" cy="771282"/>
            <a:chOff x="6277005" y="2597253"/>
            <a:chExt cx="5125668" cy="771282"/>
          </a:xfrm>
        </p:grpSpPr>
        <p:sp>
          <p:nvSpPr>
            <p:cNvPr id="22" name="菱形 21"/>
            <p:cNvSpPr/>
            <p:nvPr/>
          </p:nvSpPr>
          <p:spPr bwMode="auto">
            <a:xfrm>
              <a:off x="6277005" y="2597253"/>
              <a:ext cx="771282" cy="771282"/>
            </a:xfrm>
            <a:prstGeom prst="diamond">
              <a:avLst/>
            </a:prstGeom>
            <a:solidFill>
              <a:srgbClr val="1A3172"/>
            </a:solidFill>
            <a:ln w="38100">
              <a:noFill/>
            </a:ln>
            <a:effectLst>
              <a:outerShdw blurRad="355600" dist="88900" dir="2700000" algn="tl" rotWithShape="0">
                <a:srgbClr val="1A3172">
                  <a:alpha val="27000"/>
                </a:srgb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cs typeface="+mn-ea"/>
                  <a:sym typeface="+mn-lt"/>
                </a:rPr>
                <a:t>02</a:t>
              </a:r>
              <a:endParaRPr lang="zh-CN" altLang="en-US" sz="2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4" name="TextBox 31"/>
            <p:cNvSpPr txBox="1"/>
            <p:nvPr/>
          </p:nvSpPr>
          <p:spPr bwMode="auto">
            <a:xfrm>
              <a:off x="7281987" y="2618834"/>
              <a:ext cx="4120686" cy="749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36000">
              <a:no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sz="3200" spc="600" dirty="0">
                  <a:solidFill>
                    <a:srgbClr val="1A3172"/>
                  </a:solidFill>
                  <a:cs typeface="+mn-ea"/>
                  <a:sym typeface="+mn-lt"/>
                </a:rPr>
                <a:t>研究材料和方法</a:t>
              </a:r>
              <a:endParaRPr lang="en-US" altLang="zh-CN" sz="3200" spc="600" dirty="0">
                <a:solidFill>
                  <a:srgbClr val="1A3172"/>
                </a:solidFill>
                <a:cs typeface="+mn-ea"/>
                <a:sym typeface="+mn-lt"/>
              </a:endParaRPr>
            </a:p>
          </p:txBody>
        </p:sp>
        <p:cxnSp>
          <p:nvCxnSpPr>
            <p:cNvPr id="37" name="直接连接符 36"/>
            <p:cNvCxnSpPr/>
            <p:nvPr/>
          </p:nvCxnSpPr>
          <p:spPr>
            <a:xfrm>
              <a:off x="7340054" y="3368535"/>
              <a:ext cx="3984488" cy="0"/>
            </a:xfrm>
            <a:prstGeom prst="line">
              <a:avLst/>
            </a:prstGeom>
            <a:ln w="6350" cap="rnd">
              <a:solidFill>
                <a:schemeClr val="tx1">
                  <a:lumMod val="75000"/>
                  <a:lumOff val="2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组合 19"/>
          <p:cNvGrpSpPr/>
          <p:nvPr/>
        </p:nvGrpSpPr>
        <p:grpSpPr>
          <a:xfrm>
            <a:off x="6277005" y="3958943"/>
            <a:ext cx="5125668" cy="771282"/>
            <a:chOff x="6277005" y="3958943"/>
            <a:chExt cx="5125668" cy="771282"/>
          </a:xfrm>
        </p:grpSpPr>
        <p:sp>
          <p:nvSpPr>
            <p:cNvPr id="26" name="菱形 25"/>
            <p:cNvSpPr/>
            <p:nvPr/>
          </p:nvSpPr>
          <p:spPr bwMode="auto">
            <a:xfrm>
              <a:off x="6277005" y="3958943"/>
              <a:ext cx="771282" cy="771282"/>
            </a:xfrm>
            <a:prstGeom prst="diamond">
              <a:avLst/>
            </a:prstGeom>
            <a:solidFill>
              <a:srgbClr val="1A3172"/>
            </a:solidFill>
            <a:ln w="38100">
              <a:noFill/>
            </a:ln>
            <a:effectLst>
              <a:outerShdw blurRad="355600" dist="88900" dir="2700000" algn="tl" rotWithShape="0">
                <a:srgbClr val="1A3172">
                  <a:alpha val="27000"/>
                </a:srgb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cs typeface="+mn-ea"/>
                  <a:sym typeface="+mn-lt"/>
                </a:rPr>
                <a:t>03</a:t>
              </a:r>
              <a:endParaRPr lang="zh-CN" altLang="en-US" sz="2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8" name="TextBox 31"/>
            <p:cNvSpPr txBox="1"/>
            <p:nvPr/>
          </p:nvSpPr>
          <p:spPr bwMode="auto">
            <a:xfrm>
              <a:off x="7281987" y="3980524"/>
              <a:ext cx="4120686" cy="749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36000">
              <a:no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sz="3200" spc="600" dirty="0">
                  <a:solidFill>
                    <a:srgbClr val="1A3172"/>
                  </a:solidFill>
                  <a:cs typeface="+mn-ea"/>
                  <a:sym typeface="+mn-lt"/>
                </a:rPr>
                <a:t>研究结果与讨论</a:t>
              </a:r>
              <a:endParaRPr lang="en-US" altLang="zh-CN" sz="3200" spc="600" dirty="0">
                <a:solidFill>
                  <a:srgbClr val="1A3172"/>
                </a:solidFill>
                <a:cs typeface="+mn-ea"/>
                <a:sym typeface="+mn-lt"/>
              </a:endParaRPr>
            </a:p>
          </p:txBody>
        </p:sp>
        <p:cxnSp>
          <p:nvCxnSpPr>
            <p:cNvPr id="38" name="直接连接符 37"/>
            <p:cNvCxnSpPr/>
            <p:nvPr/>
          </p:nvCxnSpPr>
          <p:spPr>
            <a:xfrm>
              <a:off x="7340054" y="4724350"/>
              <a:ext cx="3984488" cy="0"/>
            </a:xfrm>
            <a:prstGeom prst="line">
              <a:avLst/>
            </a:prstGeom>
            <a:ln w="6350" cap="rnd">
              <a:solidFill>
                <a:schemeClr val="tx1">
                  <a:lumMod val="75000"/>
                  <a:lumOff val="2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7"/>
          <p:cNvGrpSpPr/>
          <p:nvPr/>
        </p:nvGrpSpPr>
        <p:grpSpPr>
          <a:xfrm>
            <a:off x="333378" y="1405691"/>
            <a:ext cx="4216744" cy="4311372"/>
            <a:chOff x="1329535" y="2086986"/>
            <a:chExt cx="2851930" cy="2999852"/>
          </a:xfrm>
        </p:grpSpPr>
        <p:sp>
          <p:nvSpPr>
            <p:cNvPr id="9" name="矩形 8"/>
            <p:cNvSpPr/>
            <p:nvPr/>
          </p:nvSpPr>
          <p:spPr>
            <a:xfrm>
              <a:off x="1485000" y="2799000"/>
              <a:ext cx="2541000" cy="562912"/>
            </a:xfrm>
            <a:prstGeom prst="rect">
              <a:avLst/>
            </a:prstGeom>
            <a:noFill/>
          </p:spPr>
          <p:txBody>
            <a:bodyPr wrap="none" anchor="ctr">
              <a:norm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cs typeface="+mn-ea"/>
                  <a:sym typeface="+mn-lt"/>
                </a:rPr>
                <a:t>CONTENTS</a:t>
              </a:r>
              <a:endParaRPr lang="en-US" altLang="zh-CN" sz="28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6" name="菱形 55"/>
            <p:cNvSpPr/>
            <p:nvPr/>
          </p:nvSpPr>
          <p:spPr bwMode="auto">
            <a:xfrm>
              <a:off x="1329535" y="2086986"/>
              <a:ext cx="2851930" cy="2999852"/>
            </a:xfrm>
            <a:prstGeom prst="diamond">
              <a:avLst/>
            </a:prstGeom>
            <a:solidFill>
              <a:srgbClr val="1A3172"/>
            </a:solidFill>
            <a:ln w="38100">
              <a:noFill/>
            </a:ln>
            <a:effectLst>
              <a:outerShdw blurRad="355600" dist="88900" dir="2700000" algn="tl" rotWithShape="0">
                <a:srgbClr val="1A3172">
                  <a:alpha val="27000"/>
                </a:srgb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>
              <a:noAutofit/>
            </a:bodyPr>
            <a:lstStyle/>
            <a:p>
              <a:pPr algn="ctr"/>
              <a:endParaRPr lang="zh-CN" altLang="en-US" sz="2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2240557" y="3361912"/>
              <a:ext cx="900000" cy="450000"/>
            </a:xfrm>
            <a:prstGeom prst="rect">
              <a:avLst/>
            </a:prstGeom>
            <a:noFill/>
          </p:spPr>
          <p:txBody>
            <a:bodyPr wrap="none" rtlCol="0" anchor="ctr">
              <a:normAutofit fontScale="92500" lnSpcReduction="20000"/>
            </a:bodyPr>
            <a:lstStyle/>
            <a:p>
              <a:pPr algn="ctr"/>
              <a:r>
                <a:rPr lang="zh-CN" altLang="en-US" sz="4400" b="1" dirty="0">
                  <a:solidFill>
                    <a:schemeClr val="bg1">
                      <a:lumMod val="95000"/>
                    </a:schemeClr>
                  </a:solidFill>
                  <a:cs typeface="+mn-ea"/>
                  <a:sym typeface="+mn-lt"/>
                </a:rPr>
                <a:t>目录</a:t>
              </a:r>
              <a:endParaRPr lang="en-US" altLang="zh-CN" sz="4400" b="1" dirty="0">
                <a:solidFill>
                  <a:schemeClr val="bg1">
                    <a:lumMod val="95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2" name="直接连接符 11"/>
            <p:cNvCxnSpPr>
              <a:stCxn id="10" idx="1"/>
            </p:cNvCxnSpPr>
            <p:nvPr/>
          </p:nvCxnSpPr>
          <p:spPr>
            <a:xfrm flipH="1">
              <a:off x="1655557" y="3586912"/>
              <a:ext cx="585000" cy="0"/>
            </a:xfrm>
            <a:prstGeom prst="line">
              <a:avLst/>
            </a:prstGeom>
            <a:ln w="6350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>
              <a:stCxn id="10" idx="3"/>
            </p:cNvCxnSpPr>
            <p:nvPr/>
          </p:nvCxnSpPr>
          <p:spPr>
            <a:xfrm>
              <a:off x="3140557" y="3586912"/>
              <a:ext cx="586800" cy="0"/>
            </a:xfrm>
            <a:prstGeom prst="line">
              <a:avLst/>
            </a:prstGeom>
            <a:ln w="6350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" name="直接连接符 12"/>
          <p:cNvCxnSpPr/>
          <p:nvPr/>
        </p:nvCxnSpPr>
        <p:spPr>
          <a:xfrm flipH="1">
            <a:off x="1407501" y="568813"/>
            <a:ext cx="1034249" cy="112395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 flipH="1">
            <a:off x="2003458" y="1034216"/>
            <a:ext cx="438292" cy="434758"/>
          </a:xfrm>
          <a:prstGeom prst="line">
            <a:avLst/>
          </a:prstGeom>
          <a:ln w="25400">
            <a:solidFill>
              <a:srgbClr val="FF9C0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 flipH="1">
            <a:off x="2389134" y="5524259"/>
            <a:ext cx="1034249" cy="112395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 flipH="1">
            <a:off x="2490345" y="5650502"/>
            <a:ext cx="438292" cy="434758"/>
          </a:xfrm>
          <a:prstGeom prst="line">
            <a:avLst/>
          </a:prstGeom>
          <a:ln w="25400">
            <a:solidFill>
              <a:srgbClr val="FF9C00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Click="0" advTm="3000">
        <p:fade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77419" y="598161"/>
            <a:ext cx="10825884" cy="5667826"/>
          </a:xfrm>
          <a:prstGeom prst="rect">
            <a:avLst/>
          </a:prstGeom>
          <a:blipFill dpi="0" rotWithShape="1">
            <a:blip r:embed="rId1">
              <a:alphaModFix amt="85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5015410" y="1465053"/>
            <a:ext cx="2149901" cy="2149901"/>
            <a:chOff x="5015408" y="1196255"/>
            <a:chExt cx="2149901" cy="2149901"/>
          </a:xfrm>
        </p:grpSpPr>
        <p:sp>
          <p:nvSpPr>
            <p:cNvPr id="10" name="菱形 9"/>
            <p:cNvSpPr/>
            <p:nvPr/>
          </p:nvSpPr>
          <p:spPr bwMode="auto">
            <a:xfrm>
              <a:off x="5015408" y="1196255"/>
              <a:ext cx="2149901" cy="2149901"/>
            </a:xfrm>
            <a:prstGeom prst="diamond">
              <a:avLst/>
            </a:prstGeom>
            <a:solidFill>
              <a:srgbClr val="1A3172"/>
            </a:solidFill>
            <a:ln w="38100">
              <a:solidFill>
                <a:srgbClr val="1A317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>
              <a:noAutofit/>
            </a:bodyPr>
            <a:lstStyle/>
            <a:p>
              <a:pPr algn="ctr"/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5503528" y="1671042"/>
              <a:ext cx="1184940" cy="120032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en-US" altLang="zh-CN" sz="7200" b="1" spc="600" dirty="0">
                  <a:solidFill>
                    <a:schemeClr val="bg1"/>
                  </a:solidFill>
                  <a:cs typeface="+mn-ea"/>
                  <a:sym typeface="+mn-lt"/>
                </a:rPr>
                <a:t>01</a:t>
              </a:r>
              <a:endParaRPr lang="zh-CN" altLang="en-US" sz="7200" b="1" spc="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2949700" y="3743491"/>
            <a:ext cx="6260098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b="1" spc="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研究背景及意义</a:t>
            </a:r>
            <a:endParaRPr lang="en-US" altLang="zh-CN" sz="5400" b="1" spc="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960980" y="4910084"/>
            <a:ext cx="628132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Lorem Ipsum is simply dummy text of the printing and typesetting industry. 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Click="0" advTm="3000">
        <p:fade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45909" y="261331"/>
            <a:ext cx="1882775" cy="663575"/>
          </a:xfrm>
        </p:spPr>
        <p:txBody>
          <a:bodyPr/>
          <a:lstStyle/>
          <a:p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选题背景</a:t>
            </a:r>
            <a:endParaRPr lang="zh-CN" altLang="en-US" sz="2800" dirty="0"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Click="0" advTm="3000">
        <p:fade/>
      </p:transition>
    </mc:Choice>
    <mc:Fallback>
      <p:transition spd="slow" advClick="0" advTm="3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 bwMode="auto">
          <a:xfrm>
            <a:off x="-1482" y="0"/>
            <a:ext cx="12193481" cy="6863750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dk1"/>
              </a:solidFill>
              <a:cs typeface="+mn-ea"/>
              <a:sym typeface="+mn-lt"/>
            </a:endParaRPr>
          </a:p>
        </p:txBody>
      </p:sp>
      <p:sp>
        <p:nvSpPr>
          <p:cNvPr id="29" name="矩形 28"/>
          <p:cNvSpPr/>
          <p:nvPr/>
        </p:nvSpPr>
        <p:spPr bwMode="auto">
          <a:xfrm>
            <a:off x="-1482" y="1016000"/>
            <a:ext cx="12193481" cy="5346700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dk1"/>
              </a:solidFill>
              <a:cs typeface="+mn-ea"/>
              <a:sym typeface="+mn-lt"/>
            </a:endParaRPr>
          </a:p>
        </p:txBody>
      </p:sp>
      <p:cxnSp>
        <p:nvCxnSpPr>
          <p:cNvPr id="33" name="直接连接符 32"/>
          <p:cNvCxnSpPr>
            <a:stCxn id="38" idx="7"/>
            <a:endCxn id="39" idx="2"/>
          </p:cNvCxnSpPr>
          <p:nvPr/>
        </p:nvCxnSpPr>
        <p:spPr>
          <a:xfrm flipV="1">
            <a:off x="880976" y="3629817"/>
            <a:ext cx="2246282" cy="1489824"/>
          </a:xfrm>
          <a:prstGeom prst="line">
            <a:avLst/>
          </a:prstGeom>
          <a:ln w="254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>
            <a:stCxn id="39" idx="6"/>
            <a:endCxn id="40" idx="1"/>
          </p:cNvCxnSpPr>
          <p:nvPr/>
        </p:nvCxnSpPr>
        <p:spPr>
          <a:xfrm>
            <a:off x="3374520" y="3629817"/>
            <a:ext cx="1895512" cy="1503754"/>
          </a:xfrm>
          <a:prstGeom prst="line">
            <a:avLst/>
          </a:prstGeom>
          <a:ln w="254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>
            <a:stCxn id="40" idx="7"/>
            <a:endCxn id="41" idx="3"/>
          </p:cNvCxnSpPr>
          <p:nvPr/>
        </p:nvCxnSpPr>
        <p:spPr>
          <a:xfrm flipV="1">
            <a:off x="5444872" y="3759501"/>
            <a:ext cx="1649640" cy="1374070"/>
          </a:xfrm>
          <a:prstGeom prst="line">
            <a:avLst/>
          </a:prstGeom>
          <a:ln w="254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>
            <a:stCxn id="42" idx="7"/>
            <a:endCxn id="43" idx="3"/>
          </p:cNvCxnSpPr>
          <p:nvPr/>
        </p:nvCxnSpPr>
        <p:spPr>
          <a:xfrm flipV="1">
            <a:off x="9473902" y="1318801"/>
            <a:ext cx="1835535" cy="1966597"/>
          </a:xfrm>
          <a:prstGeom prst="line">
            <a:avLst/>
          </a:prstGeom>
          <a:ln w="254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>
            <a:stCxn id="41" idx="6"/>
            <a:endCxn id="42" idx="2"/>
          </p:cNvCxnSpPr>
          <p:nvPr/>
        </p:nvCxnSpPr>
        <p:spPr>
          <a:xfrm flipV="1">
            <a:off x="7305563" y="3372818"/>
            <a:ext cx="1957288" cy="299263"/>
          </a:xfrm>
          <a:prstGeom prst="line">
            <a:avLst/>
          </a:prstGeom>
          <a:ln w="254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ïśḻíḑé"/>
          <p:cNvSpPr/>
          <p:nvPr/>
        </p:nvSpPr>
        <p:spPr>
          <a:xfrm>
            <a:off x="669925" y="5083430"/>
            <a:ext cx="247262" cy="247262"/>
          </a:xfrm>
          <a:prstGeom prst="ellipse">
            <a:avLst/>
          </a:prstGeom>
          <a:solidFill>
            <a:srgbClr val="1A31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9" name="íṧḻïḑe"/>
          <p:cNvSpPr/>
          <p:nvPr/>
        </p:nvSpPr>
        <p:spPr>
          <a:xfrm>
            <a:off x="3127258" y="3506186"/>
            <a:ext cx="247262" cy="247262"/>
          </a:xfrm>
          <a:prstGeom prst="ellipse">
            <a:avLst/>
          </a:prstGeom>
          <a:solidFill>
            <a:srgbClr val="1A31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0" name="iṡ1ïḋé"/>
          <p:cNvSpPr/>
          <p:nvPr/>
        </p:nvSpPr>
        <p:spPr>
          <a:xfrm>
            <a:off x="5233821" y="5097360"/>
            <a:ext cx="247262" cy="247262"/>
          </a:xfrm>
          <a:prstGeom prst="ellipse">
            <a:avLst/>
          </a:prstGeom>
          <a:solidFill>
            <a:srgbClr val="1A31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1" name="íšlîḋé"/>
          <p:cNvSpPr/>
          <p:nvPr/>
        </p:nvSpPr>
        <p:spPr>
          <a:xfrm>
            <a:off x="7058301" y="3548450"/>
            <a:ext cx="247262" cy="247262"/>
          </a:xfrm>
          <a:prstGeom prst="ellipse">
            <a:avLst/>
          </a:prstGeom>
          <a:solidFill>
            <a:srgbClr val="1A31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2" name="íśļíďè"/>
          <p:cNvSpPr/>
          <p:nvPr/>
        </p:nvSpPr>
        <p:spPr>
          <a:xfrm>
            <a:off x="9262851" y="3249187"/>
            <a:ext cx="247262" cy="247262"/>
          </a:xfrm>
          <a:prstGeom prst="ellipse">
            <a:avLst/>
          </a:prstGeom>
          <a:solidFill>
            <a:srgbClr val="1A31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3" name="ïṩḻíďê"/>
          <p:cNvSpPr/>
          <p:nvPr/>
        </p:nvSpPr>
        <p:spPr>
          <a:xfrm>
            <a:off x="11273226" y="1107750"/>
            <a:ext cx="247262" cy="247262"/>
          </a:xfrm>
          <a:prstGeom prst="ellipse">
            <a:avLst/>
          </a:prstGeom>
          <a:solidFill>
            <a:srgbClr val="1A31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4" name="ís1ïḍè"/>
          <p:cNvSpPr/>
          <p:nvPr/>
        </p:nvSpPr>
        <p:spPr bwMode="auto">
          <a:xfrm>
            <a:off x="902187" y="5246143"/>
            <a:ext cx="2135594" cy="355600"/>
          </a:xfrm>
          <a:prstGeom prst="roundRect">
            <a:avLst>
              <a:gd name="adj" fmla="val 0"/>
            </a:avLst>
          </a:prstGeom>
          <a:noFill/>
          <a:ln w="28575" algn="ctr">
            <a:noFill/>
            <a:round/>
          </a:ln>
        </p:spPr>
        <p:txBody>
          <a:bodyPr wrap="none" lIns="91440" tIns="45720" rIns="91440" bIns="4572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Text Here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5" name="矩形 44"/>
          <p:cNvSpPr/>
          <p:nvPr/>
        </p:nvSpPr>
        <p:spPr bwMode="auto">
          <a:xfrm>
            <a:off x="902187" y="5601743"/>
            <a:ext cx="2141075" cy="653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marR="0" lvl="0" indent="-171450" algn="l" defTabSz="913765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Supporting text here.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171450" marR="0" lvl="0" indent="-171450" algn="l" defTabSz="913765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Supporting text here.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8" name="ís1ïḍè"/>
          <p:cNvSpPr/>
          <p:nvPr/>
        </p:nvSpPr>
        <p:spPr bwMode="auto">
          <a:xfrm>
            <a:off x="5481083" y="5246143"/>
            <a:ext cx="2135594" cy="355600"/>
          </a:xfrm>
          <a:prstGeom prst="roundRect">
            <a:avLst>
              <a:gd name="adj" fmla="val 0"/>
            </a:avLst>
          </a:prstGeom>
          <a:noFill/>
          <a:ln w="28575" algn="ctr">
            <a:noFill/>
            <a:round/>
          </a:ln>
        </p:spPr>
        <p:txBody>
          <a:bodyPr wrap="none" lIns="91440" tIns="45720" rIns="91440" bIns="4572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Text Here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9" name="矩形 58"/>
          <p:cNvSpPr/>
          <p:nvPr/>
        </p:nvSpPr>
        <p:spPr bwMode="auto">
          <a:xfrm>
            <a:off x="5481083" y="5601743"/>
            <a:ext cx="2141075" cy="653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marR="0" lvl="0" indent="-171450" algn="l" defTabSz="913765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Supporting text here.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171450" marR="0" lvl="0" indent="-171450" algn="l" defTabSz="913765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Supporting text here.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0" name="ís1ïḍè"/>
          <p:cNvSpPr/>
          <p:nvPr/>
        </p:nvSpPr>
        <p:spPr bwMode="auto">
          <a:xfrm>
            <a:off x="3485208" y="2929798"/>
            <a:ext cx="2135594" cy="355600"/>
          </a:xfrm>
          <a:prstGeom prst="roundRect">
            <a:avLst>
              <a:gd name="adj" fmla="val 0"/>
            </a:avLst>
          </a:prstGeom>
          <a:noFill/>
          <a:ln w="28575" algn="ctr">
            <a:noFill/>
            <a:round/>
          </a:ln>
        </p:spPr>
        <p:txBody>
          <a:bodyPr wrap="none" lIns="91440" tIns="45720" rIns="91440" bIns="4572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Text Here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1" name="矩形 60"/>
          <p:cNvSpPr/>
          <p:nvPr/>
        </p:nvSpPr>
        <p:spPr bwMode="auto">
          <a:xfrm>
            <a:off x="3485208" y="3285398"/>
            <a:ext cx="2141075" cy="653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marR="0" lvl="0" indent="-171450" algn="l" defTabSz="913765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Supporting text here.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171450" marR="0" lvl="0" indent="-171450" algn="l" defTabSz="913765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Supporting text here.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2" name="ís1ïḍè"/>
          <p:cNvSpPr/>
          <p:nvPr/>
        </p:nvSpPr>
        <p:spPr bwMode="auto">
          <a:xfrm>
            <a:off x="7058301" y="3849881"/>
            <a:ext cx="2135594" cy="355600"/>
          </a:xfrm>
          <a:prstGeom prst="roundRect">
            <a:avLst>
              <a:gd name="adj" fmla="val 0"/>
            </a:avLst>
          </a:prstGeom>
          <a:noFill/>
          <a:ln w="28575" algn="ctr">
            <a:noFill/>
            <a:round/>
          </a:ln>
        </p:spPr>
        <p:txBody>
          <a:bodyPr wrap="none" lIns="91440" tIns="45720" rIns="91440" bIns="4572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Text Here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3" name="矩形 62"/>
          <p:cNvSpPr/>
          <p:nvPr/>
        </p:nvSpPr>
        <p:spPr bwMode="auto">
          <a:xfrm>
            <a:off x="7058301" y="4205481"/>
            <a:ext cx="2141075" cy="653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marR="0" lvl="0" indent="-171450" algn="l" defTabSz="913765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Supporting text here.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171450" marR="0" lvl="0" indent="-171450" algn="l" defTabSz="913765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Supporting text here.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4" name="ís1ïḍè"/>
          <p:cNvSpPr/>
          <p:nvPr/>
        </p:nvSpPr>
        <p:spPr bwMode="auto">
          <a:xfrm>
            <a:off x="9295596" y="3539437"/>
            <a:ext cx="2135594" cy="355600"/>
          </a:xfrm>
          <a:prstGeom prst="roundRect">
            <a:avLst>
              <a:gd name="adj" fmla="val 0"/>
            </a:avLst>
          </a:prstGeom>
          <a:noFill/>
          <a:ln w="28575" algn="ctr">
            <a:noFill/>
            <a:round/>
          </a:ln>
        </p:spPr>
        <p:txBody>
          <a:bodyPr wrap="none" lIns="91440" tIns="45720" rIns="91440" bIns="4572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Text Here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5" name="矩形 64"/>
          <p:cNvSpPr/>
          <p:nvPr/>
        </p:nvSpPr>
        <p:spPr bwMode="auto">
          <a:xfrm>
            <a:off x="9295596" y="3895037"/>
            <a:ext cx="2141075" cy="653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marR="0" lvl="0" indent="-171450" algn="l" defTabSz="913765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Supporting text here.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171450" marR="0" lvl="0" indent="-171450" algn="l" defTabSz="913765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Supporting text here.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6" name="ís1ïḍè"/>
          <p:cNvSpPr/>
          <p:nvPr/>
        </p:nvSpPr>
        <p:spPr bwMode="auto">
          <a:xfrm>
            <a:off x="9029366" y="1134070"/>
            <a:ext cx="2135594" cy="355600"/>
          </a:xfrm>
          <a:prstGeom prst="roundRect">
            <a:avLst>
              <a:gd name="adj" fmla="val 0"/>
            </a:avLst>
          </a:prstGeom>
          <a:noFill/>
          <a:ln w="28575" algn="ctr">
            <a:noFill/>
            <a:round/>
          </a:ln>
        </p:spPr>
        <p:txBody>
          <a:bodyPr wrap="none" lIns="91440" tIns="45720" rIns="91440" bIns="4572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Text Here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7" name="矩形 66"/>
          <p:cNvSpPr/>
          <p:nvPr/>
        </p:nvSpPr>
        <p:spPr bwMode="auto">
          <a:xfrm>
            <a:off x="9029366" y="1489670"/>
            <a:ext cx="2141075" cy="653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marR="0" lvl="0" indent="-171450" algn="l" defTabSz="913765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Supporting text here.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171450" marR="0" lvl="0" indent="-171450" algn="l" defTabSz="913765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Supporting text here.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9" name="íṡ1íḑè"/>
          <p:cNvSpPr txBox="1"/>
          <p:nvPr/>
        </p:nvSpPr>
        <p:spPr bwMode="auto">
          <a:xfrm>
            <a:off x="669925" y="2112047"/>
            <a:ext cx="5750239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Text here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73" name="直接连接符 72"/>
          <p:cNvCxnSpPr/>
          <p:nvPr/>
        </p:nvCxnSpPr>
        <p:spPr>
          <a:xfrm>
            <a:off x="647521" y="2574000"/>
            <a:ext cx="5408722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2537" y="260507"/>
            <a:ext cx="10850563" cy="663575"/>
          </a:xfrm>
        </p:spPr>
        <p:txBody>
          <a:bodyPr/>
          <a:lstStyle/>
          <a:p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研究思路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6" name="book-and-cd_43679"/>
          <p:cNvSpPr>
            <a:spLocks noChangeAspect="1"/>
          </p:cNvSpPr>
          <p:nvPr/>
        </p:nvSpPr>
        <p:spPr bwMode="auto">
          <a:xfrm>
            <a:off x="520658" y="414668"/>
            <a:ext cx="609685" cy="488288"/>
          </a:xfrm>
          <a:custGeom>
            <a:avLst/>
            <a:gdLst>
              <a:gd name="connsiteX0" fmla="*/ 452113 w 560604"/>
              <a:gd name="connsiteY0" fmla="*/ 77314 h 448980"/>
              <a:gd name="connsiteX1" fmla="*/ 417185 w 560604"/>
              <a:gd name="connsiteY1" fmla="*/ 112165 h 448980"/>
              <a:gd name="connsiteX2" fmla="*/ 452113 w 560604"/>
              <a:gd name="connsiteY2" fmla="*/ 145726 h 448980"/>
              <a:gd name="connsiteX3" fmla="*/ 485747 w 560604"/>
              <a:gd name="connsiteY3" fmla="*/ 112165 h 448980"/>
              <a:gd name="connsiteX4" fmla="*/ 452113 w 560604"/>
              <a:gd name="connsiteY4" fmla="*/ 77314 h 448980"/>
              <a:gd name="connsiteX5" fmla="*/ 118850 w 560604"/>
              <a:gd name="connsiteY5" fmla="*/ 64516 h 448980"/>
              <a:gd name="connsiteX6" fmla="*/ 40048 w 560604"/>
              <a:gd name="connsiteY6" fmla="*/ 77417 h 448980"/>
              <a:gd name="connsiteX7" fmla="*/ 40048 w 560604"/>
              <a:gd name="connsiteY7" fmla="*/ 392214 h 448980"/>
              <a:gd name="connsiteX8" fmla="*/ 107224 w 560604"/>
              <a:gd name="connsiteY8" fmla="*/ 380602 h 448980"/>
              <a:gd name="connsiteX9" fmla="*/ 255786 w 560604"/>
              <a:gd name="connsiteY9" fmla="*/ 412856 h 448980"/>
              <a:gd name="connsiteX10" fmla="*/ 255786 w 560604"/>
              <a:gd name="connsiteY10" fmla="*/ 277390 h 448980"/>
              <a:gd name="connsiteX11" fmla="*/ 246743 w 560604"/>
              <a:gd name="connsiteY11" fmla="*/ 287711 h 448980"/>
              <a:gd name="connsiteX12" fmla="*/ 246743 w 560604"/>
              <a:gd name="connsiteY12" fmla="*/ 109671 h 448980"/>
              <a:gd name="connsiteX13" fmla="*/ 118850 w 560604"/>
              <a:gd name="connsiteY13" fmla="*/ 64516 h 448980"/>
              <a:gd name="connsiteX14" fmla="*/ 452113 w 560604"/>
              <a:gd name="connsiteY14" fmla="*/ 64406 h 448980"/>
              <a:gd name="connsiteX15" fmla="*/ 498683 w 560604"/>
              <a:gd name="connsiteY15" fmla="*/ 112165 h 448980"/>
              <a:gd name="connsiteX16" fmla="*/ 452113 w 560604"/>
              <a:gd name="connsiteY16" fmla="*/ 158634 h 448980"/>
              <a:gd name="connsiteX17" fmla="*/ 404248 w 560604"/>
              <a:gd name="connsiteY17" fmla="*/ 112165 h 448980"/>
              <a:gd name="connsiteX18" fmla="*/ 452113 w 560604"/>
              <a:gd name="connsiteY18" fmla="*/ 64406 h 448980"/>
              <a:gd name="connsiteX19" fmla="*/ 452058 w 560604"/>
              <a:gd name="connsiteY19" fmla="*/ 59344 h 448980"/>
              <a:gd name="connsiteX20" fmla="*/ 399076 w 560604"/>
              <a:gd name="connsiteY20" fmla="*/ 112237 h 448980"/>
              <a:gd name="connsiteX21" fmla="*/ 452058 w 560604"/>
              <a:gd name="connsiteY21" fmla="*/ 163840 h 448980"/>
              <a:gd name="connsiteX22" fmla="*/ 505039 w 560604"/>
              <a:gd name="connsiteY22" fmla="*/ 112237 h 448980"/>
              <a:gd name="connsiteX23" fmla="*/ 452058 w 560604"/>
              <a:gd name="connsiteY23" fmla="*/ 59344 h 448980"/>
              <a:gd name="connsiteX24" fmla="*/ 118850 w 560604"/>
              <a:gd name="connsiteY24" fmla="*/ 50324 h 448980"/>
              <a:gd name="connsiteX25" fmla="*/ 257078 w 560604"/>
              <a:gd name="connsiteY25" fmla="*/ 99350 h 448980"/>
              <a:gd name="connsiteX26" fmla="*/ 334589 w 560604"/>
              <a:gd name="connsiteY26" fmla="*/ 58065 h 448980"/>
              <a:gd name="connsiteX27" fmla="*/ 329422 w 560604"/>
              <a:gd name="connsiteY27" fmla="*/ 76127 h 448980"/>
              <a:gd name="connsiteX28" fmla="*/ 268705 w 560604"/>
              <a:gd name="connsiteY28" fmla="*/ 109671 h 448980"/>
              <a:gd name="connsiteX29" fmla="*/ 268705 w 560604"/>
              <a:gd name="connsiteY29" fmla="*/ 287711 h 448980"/>
              <a:gd name="connsiteX30" fmla="*/ 259662 w 560604"/>
              <a:gd name="connsiteY30" fmla="*/ 277390 h 448980"/>
              <a:gd name="connsiteX31" fmla="*/ 259662 w 560604"/>
              <a:gd name="connsiteY31" fmla="*/ 412856 h 448980"/>
              <a:gd name="connsiteX32" fmla="*/ 405641 w 560604"/>
              <a:gd name="connsiteY32" fmla="*/ 380602 h 448980"/>
              <a:gd name="connsiteX33" fmla="*/ 475400 w 560604"/>
              <a:gd name="connsiteY33" fmla="*/ 392214 h 448980"/>
              <a:gd name="connsiteX34" fmla="*/ 475400 w 560604"/>
              <a:gd name="connsiteY34" fmla="*/ 233525 h 448980"/>
              <a:gd name="connsiteX35" fmla="*/ 510280 w 560604"/>
              <a:gd name="connsiteY35" fmla="*/ 221914 h 448980"/>
              <a:gd name="connsiteX36" fmla="*/ 510280 w 560604"/>
              <a:gd name="connsiteY36" fmla="*/ 437369 h 448980"/>
              <a:gd name="connsiteX37" fmla="*/ 290666 w 560604"/>
              <a:gd name="connsiteY37" fmla="*/ 437369 h 448980"/>
              <a:gd name="connsiteX38" fmla="*/ 258370 w 560604"/>
              <a:gd name="connsiteY38" fmla="*/ 448980 h 448980"/>
              <a:gd name="connsiteX39" fmla="*/ 226074 w 560604"/>
              <a:gd name="connsiteY39" fmla="*/ 437369 h 448980"/>
              <a:gd name="connsiteX40" fmla="*/ 0 w 560604"/>
              <a:gd name="connsiteY40" fmla="*/ 437369 h 448980"/>
              <a:gd name="connsiteX41" fmla="*/ 0 w 560604"/>
              <a:gd name="connsiteY41" fmla="*/ 113541 h 448980"/>
              <a:gd name="connsiteX42" fmla="*/ 24545 w 560604"/>
              <a:gd name="connsiteY42" fmla="*/ 96769 h 448980"/>
              <a:gd name="connsiteX43" fmla="*/ 24545 w 560604"/>
              <a:gd name="connsiteY43" fmla="*/ 67096 h 448980"/>
              <a:gd name="connsiteX44" fmla="*/ 29713 w 560604"/>
              <a:gd name="connsiteY44" fmla="*/ 65806 h 448980"/>
              <a:gd name="connsiteX45" fmla="*/ 118850 w 560604"/>
              <a:gd name="connsiteY45" fmla="*/ 50324 h 448980"/>
              <a:gd name="connsiteX46" fmla="*/ 449473 w 560604"/>
              <a:gd name="connsiteY46" fmla="*/ 0 h 448980"/>
              <a:gd name="connsiteX47" fmla="*/ 560604 w 560604"/>
              <a:gd name="connsiteY47" fmla="*/ 109657 h 448980"/>
              <a:gd name="connsiteX48" fmla="*/ 449473 w 560604"/>
              <a:gd name="connsiteY48" fmla="*/ 219313 h 448980"/>
              <a:gd name="connsiteX49" fmla="*/ 339634 w 560604"/>
              <a:gd name="connsiteY49" fmla="*/ 109657 h 448980"/>
              <a:gd name="connsiteX50" fmla="*/ 449473 w 560604"/>
              <a:gd name="connsiteY50" fmla="*/ 0 h 448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560604" h="448980">
                <a:moveTo>
                  <a:pt x="452113" y="77314"/>
                </a:moveTo>
                <a:cubicBezTo>
                  <a:pt x="432708" y="77314"/>
                  <a:pt x="417185" y="92804"/>
                  <a:pt x="417185" y="112165"/>
                </a:cubicBezTo>
                <a:cubicBezTo>
                  <a:pt x="417185" y="130237"/>
                  <a:pt x="432708" y="145726"/>
                  <a:pt x="452113" y="145726"/>
                </a:cubicBezTo>
                <a:cubicBezTo>
                  <a:pt x="471517" y="145726"/>
                  <a:pt x="485747" y="130237"/>
                  <a:pt x="485747" y="112165"/>
                </a:cubicBezTo>
                <a:cubicBezTo>
                  <a:pt x="485747" y="92804"/>
                  <a:pt x="470223" y="77314"/>
                  <a:pt x="452113" y="77314"/>
                </a:cubicBezTo>
                <a:close/>
                <a:moveTo>
                  <a:pt x="118850" y="64516"/>
                </a:moveTo>
                <a:cubicBezTo>
                  <a:pt x="81387" y="64516"/>
                  <a:pt x="50382" y="73547"/>
                  <a:pt x="40048" y="77417"/>
                </a:cubicBezTo>
                <a:lnTo>
                  <a:pt x="40048" y="392214"/>
                </a:lnTo>
                <a:cubicBezTo>
                  <a:pt x="58133" y="384473"/>
                  <a:pt x="81387" y="380602"/>
                  <a:pt x="107224" y="380602"/>
                </a:cubicBezTo>
                <a:cubicBezTo>
                  <a:pt x="171816" y="380602"/>
                  <a:pt x="236408" y="405115"/>
                  <a:pt x="255786" y="412856"/>
                </a:cubicBezTo>
                <a:lnTo>
                  <a:pt x="255786" y="277390"/>
                </a:lnTo>
                <a:lnTo>
                  <a:pt x="246743" y="287711"/>
                </a:lnTo>
                <a:lnTo>
                  <a:pt x="246743" y="109671"/>
                </a:lnTo>
                <a:cubicBezTo>
                  <a:pt x="211863" y="79997"/>
                  <a:pt x="169232" y="64516"/>
                  <a:pt x="118850" y="64516"/>
                </a:cubicBezTo>
                <a:close/>
                <a:moveTo>
                  <a:pt x="452113" y="64406"/>
                </a:moveTo>
                <a:cubicBezTo>
                  <a:pt x="477985" y="64406"/>
                  <a:pt x="498683" y="86350"/>
                  <a:pt x="498683" y="112165"/>
                </a:cubicBezTo>
                <a:cubicBezTo>
                  <a:pt x="498683" y="137981"/>
                  <a:pt x="477985" y="158634"/>
                  <a:pt x="452113" y="158634"/>
                </a:cubicBezTo>
                <a:cubicBezTo>
                  <a:pt x="426240" y="158634"/>
                  <a:pt x="404248" y="137981"/>
                  <a:pt x="404248" y="112165"/>
                </a:cubicBezTo>
                <a:cubicBezTo>
                  <a:pt x="404248" y="86350"/>
                  <a:pt x="426240" y="64406"/>
                  <a:pt x="452113" y="64406"/>
                </a:cubicBezTo>
                <a:close/>
                <a:moveTo>
                  <a:pt x="452058" y="59344"/>
                </a:moveTo>
                <a:cubicBezTo>
                  <a:pt x="422336" y="59344"/>
                  <a:pt x="399076" y="82565"/>
                  <a:pt x="399076" y="112237"/>
                </a:cubicBezTo>
                <a:cubicBezTo>
                  <a:pt x="399076" y="140618"/>
                  <a:pt x="422336" y="163840"/>
                  <a:pt x="452058" y="163840"/>
                </a:cubicBezTo>
                <a:cubicBezTo>
                  <a:pt x="480486" y="163840"/>
                  <a:pt x="505039" y="140618"/>
                  <a:pt x="505039" y="112237"/>
                </a:cubicBezTo>
                <a:cubicBezTo>
                  <a:pt x="505039" y="82565"/>
                  <a:pt x="480486" y="59344"/>
                  <a:pt x="452058" y="59344"/>
                </a:cubicBezTo>
                <a:close/>
                <a:moveTo>
                  <a:pt x="118850" y="50324"/>
                </a:moveTo>
                <a:cubicBezTo>
                  <a:pt x="173108" y="50324"/>
                  <a:pt x="219614" y="67096"/>
                  <a:pt x="257078" y="99350"/>
                </a:cubicBezTo>
                <a:cubicBezTo>
                  <a:pt x="280331" y="79997"/>
                  <a:pt x="306168" y="65806"/>
                  <a:pt x="334589" y="58065"/>
                </a:cubicBezTo>
                <a:cubicBezTo>
                  <a:pt x="332005" y="64516"/>
                  <a:pt x="330713" y="69676"/>
                  <a:pt x="329422" y="76127"/>
                </a:cubicBezTo>
                <a:cubicBezTo>
                  <a:pt x="307460" y="82578"/>
                  <a:pt x="286791" y="94189"/>
                  <a:pt x="268705" y="109671"/>
                </a:cubicBezTo>
                <a:lnTo>
                  <a:pt x="268705" y="287711"/>
                </a:lnTo>
                <a:lnTo>
                  <a:pt x="259662" y="277390"/>
                </a:lnTo>
                <a:lnTo>
                  <a:pt x="259662" y="412856"/>
                </a:lnTo>
                <a:cubicBezTo>
                  <a:pt x="279039" y="405115"/>
                  <a:pt x="339756" y="380602"/>
                  <a:pt x="405641" y="380602"/>
                </a:cubicBezTo>
                <a:cubicBezTo>
                  <a:pt x="431478" y="380602"/>
                  <a:pt x="454731" y="384473"/>
                  <a:pt x="475400" y="392214"/>
                </a:cubicBezTo>
                <a:lnTo>
                  <a:pt x="475400" y="233525"/>
                </a:lnTo>
                <a:cubicBezTo>
                  <a:pt x="488319" y="230945"/>
                  <a:pt x="499945" y="227074"/>
                  <a:pt x="510280" y="221914"/>
                </a:cubicBezTo>
                <a:lnTo>
                  <a:pt x="510280" y="437369"/>
                </a:lnTo>
                <a:lnTo>
                  <a:pt x="290666" y="437369"/>
                </a:lnTo>
                <a:cubicBezTo>
                  <a:pt x="282915" y="445110"/>
                  <a:pt x="271288" y="448980"/>
                  <a:pt x="258370" y="448980"/>
                </a:cubicBezTo>
                <a:cubicBezTo>
                  <a:pt x="245451" y="448980"/>
                  <a:pt x="233825" y="445110"/>
                  <a:pt x="226074" y="437369"/>
                </a:cubicBezTo>
                <a:lnTo>
                  <a:pt x="0" y="437369"/>
                </a:lnTo>
                <a:lnTo>
                  <a:pt x="0" y="113541"/>
                </a:lnTo>
                <a:cubicBezTo>
                  <a:pt x="0" y="105800"/>
                  <a:pt x="9043" y="100640"/>
                  <a:pt x="24545" y="96769"/>
                </a:cubicBezTo>
                <a:lnTo>
                  <a:pt x="24545" y="67096"/>
                </a:lnTo>
                <a:lnTo>
                  <a:pt x="29713" y="65806"/>
                </a:lnTo>
                <a:cubicBezTo>
                  <a:pt x="31005" y="64516"/>
                  <a:pt x="68468" y="50324"/>
                  <a:pt x="118850" y="50324"/>
                </a:cubicBezTo>
                <a:close/>
                <a:moveTo>
                  <a:pt x="449473" y="0"/>
                </a:moveTo>
                <a:cubicBezTo>
                  <a:pt x="510208" y="0"/>
                  <a:pt x="560604" y="49023"/>
                  <a:pt x="560604" y="109657"/>
                </a:cubicBezTo>
                <a:cubicBezTo>
                  <a:pt x="560604" y="170290"/>
                  <a:pt x="510208" y="219313"/>
                  <a:pt x="449473" y="219313"/>
                </a:cubicBezTo>
                <a:cubicBezTo>
                  <a:pt x="388739" y="219313"/>
                  <a:pt x="339634" y="170290"/>
                  <a:pt x="339634" y="109657"/>
                </a:cubicBezTo>
                <a:cubicBezTo>
                  <a:pt x="339634" y="49023"/>
                  <a:pt x="388739" y="0"/>
                  <a:pt x="449473" y="0"/>
                </a:cubicBezTo>
                <a:close/>
              </a:path>
            </a:pathLst>
          </a:custGeom>
          <a:solidFill>
            <a:srgbClr val="1A3172"/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Click="0" advTm="3000">
        <p:fade/>
      </p:transition>
    </mc:Choice>
    <mc:Fallback>
      <p:transition spd="slow" advClick="0" advTm="3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矩形 116"/>
          <p:cNvSpPr/>
          <p:nvPr/>
        </p:nvSpPr>
        <p:spPr>
          <a:xfrm flipH="1">
            <a:off x="677419" y="598161"/>
            <a:ext cx="10825884" cy="5667826"/>
          </a:xfrm>
          <a:prstGeom prst="rect">
            <a:avLst/>
          </a:prstGeom>
          <a:blipFill dpi="0" rotWithShape="1">
            <a:blip r:embed="rId1">
              <a:alphaModFix amt="85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716532" y="4900965"/>
            <a:ext cx="10825884" cy="14083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32" name="组合 131"/>
          <p:cNvGrpSpPr/>
          <p:nvPr/>
        </p:nvGrpSpPr>
        <p:grpSpPr>
          <a:xfrm>
            <a:off x="1026052" y="5394358"/>
            <a:ext cx="2879011" cy="406487"/>
            <a:chOff x="1038752" y="5253033"/>
            <a:chExt cx="2879011" cy="406487"/>
          </a:xfrm>
        </p:grpSpPr>
        <p:grpSp>
          <p:nvGrpSpPr>
            <p:cNvPr id="131" name="组合 130"/>
            <p:cNvGrpSpPr/>
            <p:nvPr/>
          </p:nvGrpSpPr>
          <p:grpSpPr>
            <a:xfrm>
              <a:off x="1546569" y="5253033"/>
              <a:ext cx="1855688" cy="391431"/>
              <a:chOff x="1546569" y="5326964"/>
              <a:chExt cx="1855688" cy="317500"/>
            </a:xfrm>
          </p:grpSpPr>
          <p:sp>
            <p:nvSpPr>
              <p:cNvPr id="118" name="矩形 117"/>
              <p:cNvSpPr/>
              <p:nvPr/>
            </p:nvSpPr>
            <p:spPr>
              <a:xfrm>
                <a:off x="1692618" y="5326964"/>
                <a:ext cx="1571281" cy="317500"/>
              </a:xfrm>
              <a:prstGeom prst="rect">
                <a:avLst/>
              </a:prstGeom>
              <a:solidFill>
                <a:srgbClr val="FF9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9" name="椭圆 118"/>
              <p:cNvSpPr/>
              <p:nvPr/>
            </p:nvSpPr>
            <p:spPr>
              <a:xfrm>
                <a:off x="1546569" y="5326964"/>
                <a:ext cx="292100" cy="317500"/>
              </a:xfrm>
              <a:prstGeom prst="ellipse">
                <a:avLst/>
              </a:prstGeom>
              <a:solidFill>
                <a:srgbClr val="FF9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6" name="椭圆 125"/>
              <p:cNvSpPr/>
              <p:nvPr/>
            </p:nvSpPr>
            <p:spPr>
              <a:xfrm>
                <a:off x="3110157" y="5326964"/>
                <a:ext cx="292100" cy="317500"/>
              </a:xfrm>
              <a:prstGeom prst="ellipse">
                <a:avLst/>
              </a:prstGeom>
              <a:solidFill>
                <a:srgbClr val="FF9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124" name="文本占位符 1110"/>
            <p:cNvSpPr txBox="1"/>
            <p:nvPr/>
          </p:nvSpPr>
          <p:spPr>
            <a:xfrm>
              <a:off x="1038752" y="5268089"/>
              <a:ext cx="2879011" cy="39143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marL="0" indent="0" algn="r" defTabSz="913765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None/>
                <a:defRPr sz="1500" b="0" kern="1200">
                  <a:solidFill>
                    <a:srgbClr val="08A0E2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376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376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376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376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376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376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376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376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3765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55600" dist="88900" dir="2700000" algn="tl" rotWithShape="0">
                      <a:prstClr val="black">
                        <a:alpha val="28000"/>
                      </a:prstClr>
                    </a:outerShdw>
                  </a:effectLst>
                  <a:uLnTx/>
                  <a:uFillTx/>
                  <a:cs typeface="+mn-ea"/>
                  <a:sym typeface="+mn-lt"/>
                </a:rPr>
                <a:t>汇报人：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55600" dist="88900" dir="2700000" algn="tl" rotWithShape="0">
                      <a:prstClr val="black">
                        <a:alpha val="28000"/>
                      </a:prstClr>
                    </a:outerShdw>
                  </a:effectLst>
                  <a:uLnTx/>
                  <a:uFillTx/>
                  <a:cs typeface="+mn-ea"/>
                  <a:sym typeface="+mn-lt"/>
                </a:rPr>
                <a:t>xx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55600" dist="88900" dir="2700000" algn="tl" rotWithShape="0">
                    <a:prstClr val="black">
                      <a:alpha val="28000"/>
                    </a:prstClr>
                  </a:outerShdw>
                </a:effectLst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138" name="组合 137"/>
          <p:cNvGrpSpPr/>
          <p:nvPr/>
        </p:nvGrpSpPr>
        <p:grpSpPr>
          <a:xfrm>
            <a:off x="3625370" y="5399183"/>
            <a:ext cx="2879011" cy="401662"/>
            <a:chOff x="6064368" y="-979684"/>
            <a:chExt cx="3102362" cy="401662"/>
          </a:xfrm>
        </p:grpSpPr>
        <p:grpSp>
          <p:nvGrpSpPr>
            <p:cNvPr id="137" name="组合 136"/>
            <p:cNvGrpSpPr/>
            <p:nvPr/>
          </p:nvGrpSpPr>
          <p:grpSpPr>
            <a:xfrm>
              <a:off x="6196432" y="-979684"/>
              <a:ext cx="2858407" cy="391432"/>
              <a:chOff x="6196432" y="-979684"/>
              <a:chExt cx="2858407" cy="391432"/>
            </a:xfrm>
          </p:grpSpPr>
          <p:sp>
            <p:nvSpPr>
              <p:cNvPr id="133" name="矩形 132"/>
              <p:cNvSpPr/>
              <p:nvPr/>
            </p:nvSpPr>
            <p:spPr>
              <a:xfrm>
                <a:off x="6322310" y="-979684"/>
                <a:ext cx="2586479" cy="391431"/>
              </a:xfrm>
              <a:prstGeom prst="rect">
                <a:avLst/>
              </a:prstGeom>
              <a:solidFill>
                <a:srgbClr val="FF9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4" name="椭圆 133"/>
              <p:cNvSpPr/>
              <p:nvPr/>
            </p:nvSpPr>
            <p:spPr>
              <a:xfrm>
                <a:off x="6196432" y="-979683"/>
                <a:ext cx="292100" cy="391431"/>
              </a:xfrm>
              <a:prstGeom prst="ellipse">
                <a:avLst/>
              </a:prstGeom>
              <a:solidFill>
                <a:srgbClr val="FF9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5" name="椭圆 134"/>
              <p:cNvSpPr/>
              <p:nvPr/>
            </p:nvSpPr>
            <p:spPr>
              <a:xfrm>
                <a:off x="8762739" y="-979683"/>
                <a:ext cx="292100" cy="391431"/>
              </a:xfrm>
              <a:prstGeom prst="ellipse">
                <a:avLst/>
              </a:prstGeom>
              <a:solidFill>
                <a:srgbClr val="FF9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125" name="文本占位符 1111"/>
            <p:cNvSpPr txBox="1"/>
            <p:nvPr/>
          </p:nvSpPr>
          <p:spPr>
            <a:xfrm>
              <a:off x="6064368" y="-969453"/>
              <a:ext cx="3102362" cy="39143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marL="0" indent="0" algn="r" defTabSz="913765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None/>
                <a:defRPr sz="1500" b="0" kern="1200">
                  <a:solidFill>
                    <a:srgbClr val="08A0E2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376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376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376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376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376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376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376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3765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3765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55600" dist="88900" dir="2700000" algn="tl" rotWithShape="0">
                      <a:prstClr val="black">
                        <a:alpha val="28000"/>
                      </a:prstClr>
                    </a:outerShdw>
                  </a:effectLst>
                  <a:uLnTx/>
                  <a:uFillTx/>
                  <a:cs typeface="+mn-ea"/>
                  <a:sym typeface="+mn-lt"/>
                </a:rPr>
                <a:t>汇报时间：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55600" dist="88900" dir="2700000" algn="tl" rotWithShape="0">
                      <a:prstClr val="black">
                        <a:alpha val="28000"/>
                      </a:prstClr>
                    </a:outerShdw>
                  </a:effectLst>
                  <a:uLnTx/>
                  <a:uFillTx/>
                  <a:cs typeface="+mn-ea"/>
                  <a:sym typeface="+mn-lt"/>
                </a:rPr>
                <a:t>XX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55600" dist="88900" dir="2700000" algn="tl" rotWithShape="0">
                      <a:prstClr val="black">
                        <a:alpha val="28000"/>
                      </a:prstClr>
                    </a:outerShdw>
                  </a:effectLst>
                  <a:uLnTx/>
                  <a:uFillTx/>
                  <a:cs typeface="+mn-ea"/>
                  <a:sym typeface="+mn-lt"/>
                </a:rPr>
                <a:t>年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55600" dist="88900" dir="2700000" algn="tl" rotWithShape="0">
                      <a:prstClr val="black">
                        <a:alpha val="28000"/>
                      </a:prstClr>
                    </a:outerShdw>
                  </a:effectLst>
                  <a:uLnTx/>
                  <a:uFillTx/>
                  <a:cs typeface="+mn-ea"/>
                  <a:sym typeface="+mn-lt"/>
                </a:rPr>
                <a:t>XX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55600" dist="88900" dir="2700000" algn="tl" rotWithShape="0">
                      <a:prstClr val="black">
                        <a:alpha val="28000"/>
                      </a:prstClr>
                    </a:outerShdw>
                  </a:effectLst>
                  <a:uLnTx/>
                  <a:uFillTx/>
                  <a:cs typeface="+mn-ea"/>
                  <a:sym typeface="+mn-lt"/>
                </a:rPr>
                <a:t>月</a:t>
              </a:r>
              <a:endPara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55600" dist="88900" dir="2700000" algn="tl" rotWithShape="0">
                    <a:prstClr val="black">
                      <a:alpha val="28000"/>
                    </a:prstClr>
                  </a:outerShdw>
                </a:effectLst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150" name="组合 149"/>
          <p:cNvGrpSpPr/>
          <p:nvPr/>
        </p:nvGrpSpPr>
        <p:grpSpPr>
          <a:xfrm>
            <a:off x="8429625" y="837908"/>
            <a:ext cx="2809874" cy="457054"/>
            <a:chOff x="8429625" y="837908"/>
            <a:chExt cx="2809874" cy="457054"/>
          </a:xfrm>
        </p:grpSpPr>
        <p:grpSp>
          <p:nvGrpSpPr>
            <p:cNvPr id="143" name="组合 142"/>
            <p:cNvGrpSpPr/>
            <p:nvPr/>
          </p:nvGrpSpPr>
          <p:grpSpPr>
            <a:xfrm>
              <a:off x="10795050" y="837908"/>
              <a:ext cx="444449" cy="457054"/>
              <a:chOff x="10795050" y="837908"/>
              <a:chExt cx="444449" cy="457054"/>
            </a:xfrm>
          </p:grpSpPr>
          <p:sp>
            <p:nvSpPr>
              <p:cNvPr id="141" name="businessman_57134"/>
              <p:cNvSpPr>
                <a:spLocks noChangeAspect="1"/>
              </p:cNvSpPr>
              <p:nvPr/>
            </p:nvSpPr>
            <p:spPr bwMode="auto">
              <a:xfrm>
                <a:off x="10884001" y="895204"/>
                <a:ext cx="279300" cy="304842"/>
              </a:xfrm>
              <a:custGeom>
                <a:avLst/>
                <a:gdLst>
                  <a:gd name="connsiteX0" fmla="*/ 243589 w 557114"/>
                  <a:gd name="connsiteY0" fmla="*/ 355438 h 608062"/>
                  <a:gd name="connsiteX1" fmla="*/ 277656 w 557114"/>
                  <a:gd name="connsiteY1" fmla="*/ 355438 h 608062"/>
                  <a:gd name="connsiteX2" fmla="*/ 277940 w 557114"/>
                  <a:gd name="connsiteY2" fmla="*/ 355438 h 608062"/>
                  <a:gd name="connsiteX3" fmla="*/ 278604 w 557114"/>
                  <a:gd name="connsiteY3" fmla="*/ 355438 h 608062"/>
                  <a:gd name="connsiteX4" fmla="*/ 279174 w 557114"/>
                  <a:gd name="connsiteY4" fmla="*/ 355438 h 608062"/>
                  <a:gd name="connsiteX5" fmla="*/ 279458 w 557114"/>
                  <a:gd name="connsiteY5" fmla="*/ 355438 h 608062"/>
                  <a:gd name="connsiteX6" fmla="*/ 279553 w 557114"/>
                  <a:gd name="connsiteY6" fmla="*/ 355438 h 608062"/>
                  <a:gd name="connsiteX7" fmla="*/ 313620 w 557114"/>
                  <a:gd name="connsiteY7" fmla="*/ 355438 h 608062"/>
                  <a:gd name="connsiteX8" fmla="*/ 324438 w 557114"/>
                  <a:gd name="connsiteY8" fmla="*/ 375432 h 608062"/>
                  <a:gd name="connsiteX9" fmla="*/ 298152 w 557114"/>
                  <a:gd name="connsiteY9" fmla="*/ 430202 h 608062"/>
                  <a:gd name="connsiteX10" fmla="*/ 301948 w 557114"/>
                  <a:gd name="connsiteY10" fmla="*/ 510272 h 608062"/>
                  <a:gd name="connsiteX11" fmla="*/ 356891 w 557114"/>
                  <a:gd name="connsiteY11" fmla="*/ 389172 h 608062"/>
                  <a:gd name="connsiteX12" fmla="*/ 356986 w 557114"/>
                  <a:gd name="connsiteY12" fmla="*/ 389172 h 608062"/>
                  <a:gd name="connsiteX13" fmla="*/ 376628 w 557114"/>
                  <a:gd name="connsiteY13" fmla="*/ 375337 h 608062"/>
                  <a:gd name="connsiteX14" fmla="*/ 383556 w 557114"/>
                  <a:gd name="connsiteY14" fmla="*/ 376474 h 608062"/>
                  <a:gd name="connsiteX15" fmla="*/ 383745 w 557114"/>
                  <a:gd name="connsiteY15" fmla="*/ 376569 h 608062"/>
                  <a:gd name="connsiteX16" fmla="*/ 518588 w 557114"/>
                  <a:gd name="connsiteY16" fmla="*/ 438920 h 608062"/>
                  <a:gd name="connsiteX17" fmla="*/ 557114 w 557114"/>
                  <a:gd name="connsiteY17" fmla="*/ 482224 h 608062"/>
                  <a:gd name="connsiteX18" fmla="*/ 557114 w 557114"/>
                  <a:gd name="connsiteY18" fmla="*/ 608062 h 608062"/>
                  <a:gd name="connsiteX19" fmla="*/ 279743 w 557114"/>
                  <a:gd name="connsiteY19" fmla="*/ 608062 h 608062"/>
                  <a:gd name="connsiteX20" fmla="*/ 279458 w 557114"/>
                  <a:gd name="connsiteY20" fmla="*/ 608062 h 608062"/>
                  <a:gd name="connsiteX21" fmla="*/ 279364 w 557114"/>
                  <a:gd name="connsiteY21" fmla="*/ 608062 h 608062"/>
                  <a:gd name="connsiteX22" fmla="*/ 279174 w 557114"/>
                  <a:gd name="connsiteY22" fmla="*/ 608062 h 608062"/>
                  <a:gd name="connsiteX23" fmla="*/ 278984 w 557114"/>
                  <a:gd name="connsiteY23" fmla="*/ 608062 h 608062"/>
                  <a:gd name="connsiteX24" fmla="*/ 278604 w 557114"/>
                  <a:gd name="connsiteY24" fmla="*/ 608062 h 608062"/>
                  <a:gd name="connsiteX25" fmla="*/ 278130 w 557114"/>
                  <a:gd name="connsiteY25" fmla="*/ 608062 h 608062"/>
                  <a:gd name="connsiteX26" fmla="*/ 277940 w 557114"/>
                  <a:gd name="connsiteY26" fmla="*/ 608062 h 608062"/>
                  <a:gd name="connsiteX27" fmla="*/ 277845 w 557114"/>
                  <a:gd name="connsiteY27" fmla="*/ 608062 h 608062"/>
                  <a:gd name="connsiteX28" fmla="*/ 277750 w 557114"/>
                  <a:gd name="connsiteY28" fmla="*/ 608062 h 608062"/>
                  <a:gd name="connsiteX29" fmla="*/ 277656 w 557114"/>
                  <a:gd name="connsiteY29" fmla="*/ 608062 h 608062"/>
                  <a:gd name="connsiteX30" fmla="*/ 277371 w 557114"/>
                  <a:gd name="connsiteY30" fmla="*/ 608062 h 608062"/>
                  <a:gd name="connsiteX31" fmla="*/ 0 w 557114"/>
                  <a:gd name="connsiteY31" fmla="*/ 608062 h 608062"/>
                  <a:gd name="connsiteX32" fmla="*/ 0 w 557114"/>
                  <a:gd name="connsiteY32" fmla="*/ 482224 h 608062"/>
                  <a:gd name="connsiteX33" fmla="*/ 38621 w 557114"/>
                  <a:gd name="connsiteY33" fmla="*/ 438920 h 608062"/>
                  <a:gd name="connsiteX34" fmla="*/ 173464 w 557114"/>
                  <a:gd name="connsiteY34" fmla="*/ 376569 h 608062"/>
                  <a:gd name="connsiteX35" fmla="*/ 173558 w 557114"/>
                  <a:gd name="connsiteY35" fmla="*/ 376474 h 608062"/>
                  <a:gd name="connsiteX36" fmla="*/ 180486 w 557114"/>
                  <a:gd name="connsiteY36" fmla="*/ 375337 h 608062"/>
                  <a:gd name="connsiteX37" fmla="*/ 200223 w 557114"/>
                  <a:gd name="connsiteY37" fmla="*/ 389172 h 608062"/>
                  <a:gd name="connsiteX38" fmla="*/ 255166 w 557114"/>
                  <a:gd name="connsiteY38" fmla="*/ 510272 h 608062"/>
                  <a:gd name="connsiteX39" fmla="*/ 258962 w 557114"/>
                  <a:gd name="connsiteY39" fmla="*/ 430202 h 608062"/>
                  <a:gd name="connsiteX40" fmla="*/ 232676 w 557114"/>
                  <a:gd name="connsiteY40" fmla="*/ 375432 h 608062"/>
                  <a:gd name="connsiteX41" fmla="*/ 243589 w 557114"/>
                  <a:gd name="connsiteY41" fmla="*/ 355438 h 608062"/>
                  <a:gd name="connsiteX42" fmla="*/ 276250 w 557114"/>
                  <a:gd name="connsiteY42" fmla="*/ 0 h 608062"/>
                  <a:gd name="connsiteX43" fmla="*/ 277674 w 557114"/>
                  <a:gd name="connsiteY43" fmla="*/ 0 h 608062"/>
                  <a:gd name="connsiteX44" fmla="*/ 277863 w 557114"/>
                  <a:gd name="connsiteY44" fmla="*/ 0 h 608062"/>
                  <a:gd name="connsiteX45" fmla="*/ 277958 w 557114"/>
                  <a:gd name="connsiteY45" fmla="*/ 0 h 608062"/>
                  <a:gd name="connsiteX46" fmla="*/ 279382 w 557114"/>
                  <a:gd name="connsiteY46" fmla="*/ 0 h 608062"/>
                  <a:gd name="connsiteX47" fmla="*/ 402570 w 557114"/>
                  <a:gd name="connsiteY47" fmla="*/ 104895 h 608062"/>
                  <a:gd name="connsiteX48" fmla="*/ 394693 w 557114"/>
                  <a:gd name="connsiteY48" fmla="*/ 159001 h 608062"/>
                  <a:gd name="connsiteX49" fmla="*/ 405892 w 557114"/>
                  <a:gd name="connsiteY49" fmla="*/ 184774 h 608062"/>
                  <a:gd name="connsiteX50" fmla="*/ 377040 w 557114"/>
                  <a:gd name="connsiteY50" fmla="*/ 236890 h 608062"/>
                  <a:gd name="connsiteX51" fmla="*/ 315731 w 557114"/>
                  <a:gd name="connsiteY51" fmla="*/ 311274 h 608062"/>
                  <a:gd name="connsiteX52" fmla="*/ 277958 w 557114"/>
                  <a:gd name="connsiteY52" fmla="*/ 319707 h 608062"/>
                  <a:gd name="connsiteX53" fmla="*/ 277958 w 557114"/>
                  <a:gd name="connsiteY53" fmla="*/ 319802 h 608062"/>
                  <a:gd name="connsiteX54" fmla="*/ 277863 w 557114"/>
                  <a:gd name="connsiteY54" fmla="*/ 319802 h 608062"/>
                  <a:gd name="connsiteX55" fmla="*/ 277674 w 557114"/>
                  <a:gd name="connsiteY55" fmla="*/ 319802 h 608062"/>
                  <a:gd name="connsiteX56" fmla="*/ 277674 w 557114"/>
                  <a:gd name="connsiteY56" fmla="*/ 319707 h 608062"/>
                  <a:gd name="connsiteX57" fmla="*/ 239901 w 557114"/>
                  <a:gd name="connsiteY57" fmla="*/ 311274 h 608062"/>
                  <a:gd name="connsiteX58" fmla="*/ 178592 w 557114"/>
                  <a:gd name="connsiteY58" fmla="*/ 236890 h 608062"/>
                  <a:gd name="connsiteX59" fmla="*/ 149740 w 557114"/>
                  <a:gd name="connsiteY59" fmla="*/ 184774 h 608062"/>
                  <a:gd name="connsiteX60" fmla="*/ 161034 w 557114"/>
                  <a:gd name="connsiteY60" fmla="*/ 159001 h 608062"/>
                  <a:gd name="connsiteX61" fmla="*/ 153062 w 557114"/>
                  <a:gd name="connsiteY61" fmla="*/ 104895 h 608062"/>
                  <a:gd name="connsiteX62" fmla="*/ 276250 w 557114"/>
                  <a:gd name="connsiteY62" fmla="*/ 0 h 6080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557114" h="608062">
                    <a:moveTo>
                      <a:pt x="243589" y="355438"/>
                    </a:moveTo>
                    <a:lnTo>
                      <a:pt x="277656" y="355438"/>
                    </a:lnTo>
                    <a:lnTo>
                      <a:pt x="277940" y="355438"/>
                    </a:lnTo>
                    <a:lnTo>
                      <a:pt x="278604" y="355438"/>
                    </a:lnTo>
                    <a:lnTo>
                      <a:pt x="279174" y="355438"/>
                    </a:lnTo>
                    <a:lnTo>
                      <a:pt x="279458" y="355438"/>
                    </a:lnTo>
                    <a:lnTo>
                      <a:pt x="279553" y="355438"/>
                    </a:lnTo>
                    <a:lnTo>
                      <a:pt x="313620" y="355438"/>
                    </a:lnTo>
                    <a:cubicBezTo>
                      <a:pt x="325007" y="355438"/>
                      <a:pt x="330511" y="364630"/>
                      <a:pt x="324438" y="375432"/>
                    </a:cubicBezTo>
                    <a:cubicBezTo>
                      <a:pt x="321781" y="379980"/>
                      <a:pt x="298152" y="430202"/>
                      <a:pt x="298152" y="430202"/>
                    </a:cubicBezTo>
                    <a:lnTo>
                      <a:pt x="301948" y="510272"/>
                    </a:lnTo>
                    <a:cubicBezTo>
                      <a:pt x="317700" y="481655"/>
                      <a:pt x="343131" y="422432"/>
                      <a:pt x="356891" y="389172"/>
                    </a:cubicBezTo>
                    <a:cubicBezTo>
                      <a:pt x="356891" y="389172"/>
                      <a:pt x="356891" y="389172"/>
                      <a:pt x="356986" y="389172"/>
                    </a:cubicBezTo>
                    <a:cubicBezTo>
                      <a:pt x="359832" y="381117"/>
                      <a:pt x="367519" y="375337"/>
                      <a:pt x="376628" y="375337"/>
                    </a:cubicBezTo>
                    <a:cubicBezTo>
                      <a:pt x="379096" y="375337"/>
                      <a:pt x="381373" y="375716"/>
                      <a:pt x="383556" y="376474"/>
                    </a:cubicBezTo>
                    <a:cubicBezTo>
                      <a:pt x="383650" y="376474"/>
                      <a:pt x="383650" y="376474"/>
                      <a:pt x="383745" y="376569"/>
                    </a:cubicBezTo>
                    <a:cubicBezTo>
                      <a:pt x="387446" y="377706"/>
                      <a:pt x="464973" y="411724"/>
                      <a:pt x="518588" y="438920"/>
                    </a:cubicBezTo>
                    <a:cubicBezTo>
                      <a:pt x="542595" y="451049"/>
                      <a:pt x="557114" y="466305"/>
                      <a:pt x="557114" y="482224"/>
                    </a:cubicBezTo>
                    <a:lnTo>
                      <a:pt x="557114" y="608062"/>
                    </a:lnTo>
                    <a:lnTo>
                      <a:pt x="279743" y="608062"/>
                    </a:lnTo>
                    <a:lnTo>
                      <a:pt x="279458" y="608062"/>
                    </a:lnTo>
                    <a:lnTo>
                      <a:pt x="279364" y="608062"/>
                    </a:lnTo>
                    <a:lnTo>
                      <a:pt x="279174" y="608062"/>
                    </a:lnTo>
                    <a:lnTo>
                      <a:pt x="278984" y="608062"/>
                    </a:lnTo>
                    <a:lnTo>
                      <a:pt x="278604" y="608062"/>
                    </a:lnTo>
                    <a:lnTo>
                      <a:pt x="278130" y="608062"/>
                    </a:lnTo>
                    <a:lnTo>
                      <a:pt x="277940" y="608062"/>
                    </a:lnTo>
                    <a:lnTo>
                      <a:pt x="277845" y="608062"/>
                    </a:lnTo>
                    <a:lnTo>
                      <a:pt x="277750" y="608062"/>
                    </a:lnTo>
                    <a:lnTo>
                      <a:pt x="277656" y="608062"/>
                    </a:lnTo>
                    <a:lnTo>
                      <a:pt x="277371" y="608062"/>
                    </a:lnTo>
                    <a:lnTo>
                      <a:pt x="0" y="608062"/>
                    </a:lnTo>
                    <a:lnTo>
                      <a:pt x="0" y="482224"/>
                    </a:lnTo>
                    <a:cubicBezTo>
                      <a:pt x="0" y="466305"/>
                      <a:pt x="14519" y="451049"/>
                      <a:pt x="38621" y="438920"/>
                    </a:cubicBezTo>
                    <a:cubicBezTo>
                      <a:pt x="92141" y="411724"/>
                      <a:pt x="169668" y="377706"/>
                      <a:pt x="173464" y="376569"/>
                    </a:cubicBezTo>
                    <a:cubicBezTo>
                      <a:pt x="173464" y="376474"/>
                      <a:pt x="173464" y="376474"/>
                      <a:pt x="173558" y="376474"/>
                    </a:cubicBezTo>
                    <a:cubicBezTo>
                      <a:pt x="175741" y="375716"/>
                      <a:pt x="178018" y="375337"/>
                      <a:pt x="180486" y="375337"/>
                    </a:cubicBezTo>
                    <a:cubicBezTo>
                      <a:pt x="189595" y="375337"/>
                      <a:pt x="197282" y="381117"/>
                      <a:pt x="200223" y="389172"/>
                    </a:cubicBezTo>
                    <a:cubicBezTo>
                      <a:pt x="214078" y="422432"/>
                      <a:pt x="239414" y="481655"/>
                      <a:pt x="255166" y="510272"/>
                    </a:cubicBezTo>
                    <a:lnTo>
                      <a:pt x="258962" y="430202"/>
                    </a:lnTo>
                    <a:cubicBezTo>
                      <a:pt x="258962" y="430202"/>
                      <a:pt x="235333" y="379980"/>
                      <a:pt x="232676" y="375432"/>
                    </a:cubicBezTo>
                    <a:cubicBezTo>
                      <a:pt x="226603" y="364630"/>
                      <a:pt x="232107" y="355438"/>
                      <a:pt x="243589" y="355438"/>
                    </a:cubicBezTo>
                    <a:close/>
                    <a:moveTo>
                      <a:pt x="276250" y="0"/>
                    </a:moveTo>
                    <a:cubicBezTo>
                      <a:pt x="276725" y="0"/>
                      <a:pt x="277199" y="0"/>
                      <a:pt x="277674" y="0"/>
                    </a:cubicBezTo>
                    <a:cubicBezTo>
                      <a:pt x="277769" y="0"/>
                      <a:pt x="277769" y="0"/>
                      <a:pt x="277863" y="0"/>
                    </a:cubicBezTo>
                    <a:cubicBezTo>
                      <a:pt x="277863" y="0"/>
                      <a:pt x="277863" y="0"/>
                      <a:pt x="277958" y="0"/>
                    </a:cubicBezTo>
                    <a:cubicBezTo>
                      <a:pt x="278433" y="0"/>
                      <a:pt x="278907" y="0"/>
                      <a:pt x="279382" y="0"/>
                    </a:cubicBezTo>
                    <a:cubicBezTo>
                      <a:pt x="385487" y="0"/>
                      <a:pt x="405417" y="75615"/>
                      <a:pt x="402570" y="104895"/>
                    </a:cubicBezTo>
                    <a:cubicBezTo>
                      <a:pt x="400387" y="128395"/>
                      <a:pt x="394693" y="159001"/>
                      <a:pt x="394693" y="159001"/>
                    </a:cubicBezTo>
                    <a:cubicBezTo>
                      <a:pt x="394693" y="159001"/>
                      <a:pt x="405892" y="164118"/>
                      <a:pt x="405892" y="184774"/>
                    </a:cubicBezTo>
                    <a:cubicBezTo>
                      <a:pt x="402001" y="236511"/>
                      <a:pt x="381311" y="214149"/>
                      <a:pt x="377040" y="236890"/>
                    </a:cubicBezTo>
                    <a:cubicBezTo>
                      <a:pt x="370017" y="274603"/>
                      <a:pt x="336610" y="301893"/>
                      <a:pt x="315731" y="311274"/>
                    </a:cubicBezTo>
                    <a:cubicBezTo>
                      <a:pt x="303583" y="316770"/>
                      <a:pt x="291055" y="319518"/>
                      <a:pt x="277958" y="319707"/>
                    </a:cubicBezTo>
                    <a:lnTo>
                      <a:pt x="277958" y="319802"/>
                    </a:lnTo>
                    <a:cubicBezTo>
                      <a:pt x="277863" y="319802"/>
                      <a:pt x="277863" y="319802"/>
                      <a:pt x="277863" y="319802"/>
                    </a:cubicBezTo>
                    <a:cubicBezTo>
                      <a:pt x="277769" y="319802"/>
                      <a:pt x="277769" y="319802"/>
                      <a:pt x="277674" y="319802"/>
                    </a:cubicBezTo>
                    <a:lnTo>
                      <a:pt x="277674" y="319707"/>
                    </a:lnTo>
                    <a:cubicBezTo>
                      <a:pt x="264577" y="319518"/>
                      <a:pt x="252049" y="316770"/>
                      <a:pt x="239901" y="311274"/>
                    </a:cubicBezTo>
                    <a:cubicBezTo>
                      <a:pt x="219022" y="301893"/>
                      <a:pt x="185615" y="274603"/>
                      <a:pt x="178592" y="236890"/>
                    </a:cubicBezTo>
                    <a:cubicBezTo>
                      <a:pt x="174321" y="214149"/>
                      <a:pt x="153631" y="236511"/>
                      <a:pt x="149740" y="184774"/>
                    </a:cubicBezTo>
                    <a:cubicBezTo>
                      <a:pt x="149740" y="164118"/>
                      <a:pt x="161034" y="159001"/>
                      <a:pt x="161034" y="159001"/>
                    </a:cubicBezTo>
                    <a:cubicBezTo>
                      <a:pt x="161034" y="159001"/>
                      <a:pt x="155245" y="128395"/>
                      <a:pt x="153062" y="104895"/>
                    </a:cubicBezTo>
                    <a:cubicBezTo>
                      <a:pt x="150215" y="75615"/>
                      <a:pt x="170145" y="0"/>
                      <a:pt x="276250" y="0"/>
                    </a:cubicBezTo>
                    <a:close/>
                  </a:path>
                </a:pathLst>
              </a:custGeom>
              <a:solidFill>
                <a:srgbClr val="1A3172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2" name="椭圆 141"/>
              <p:cNvSpPr/>
              <p:nvPr/>
            </p:nvSpPr>
            <p:spPr>
              <a:xfrm>
                <a:off x="10795050" y="837908"/>
                <a:ext cx="444449" cy="457054"/>
              </a:xfrm>
              <a:prstGeom prst="ellipse">
                <a:avLst/>
              </a:prstGeom>
              <a:noFill/>
              <a:ln w="25400">
                <a:solidFill>
                  <a:srgbClr val="1A317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144" name="文本框 143"/>
            <p:cNvSpPr txBox="1"/>
            <p:nvPr/>
          </p:nvSpPr>
          <p:spPr>
            <a:xfrm>
              <a:off x="8429625" y="915813"/>
              <a:ext cx="23209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XX</a:t>
              </a: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大学临床医学专业</a:t>
              </a:r>
              <a:endPara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146" name="直接连接符 145"/>
          <p:cNvCxnSpPr/>
          <p:nvPr/>
        </p:nvCxnSpPr>
        <p:spPr>
          <a:xfrm>
            <a:off x="1651343" y="4943475"/>
            <a:ext cx="663232" cy="0"/>
          </a:xfrm>
          <a:prstGeom prst="line">
            <a:avLst/>
          </a:prstGeom>
          <a:ln w="38100">
            <a:solidFill>
              <a:srgbClr val="FF9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9" name="组合 148"/>
          <p:cNvGrpSpPr/>
          <p:nvPr/>
        </p:nvGrpSpPr>
        <p:grpSpPr>
          <a:xfrm>
            <a:off x="1508469" y="2000836"/>
            <a:ext cx="6306720" cy="2540904"/>
            <a:chOff x="1508469" y="2000836"/>
            <a:chExt cx="6306720" cy="2540904"/>
          </a:xfrm>
        </p:grpSpPr>
        <p:sp>
          <p:nvSpPr>
            <p:cNvPr id="123" name="标题 1104"/>
            <p:cNvSpPr txBox="1"/>
            <p:nvPr/>
          </p:nvSpPr>
          <p:spPr>
            <a:xfrm>
              <a:off x="1533869" y="2891804"/>
              <a:ext cx="6188531" cy="478635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r" defTabSz="91376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000" b="1" kern="1200">
                  <a:solidFill>
                    <a:srgbClr val="08A0E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3765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Graduation thesis defense PPT template.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1508469" y="3308709"/>
              <a:ext cx="5878532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54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非常感谢您的观看</a:t>
              </a:r>
              <a:endPara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40" name="矩形 139"/>
            <p:cNvSpPr/>
            <p:nvPr/>
          </p:nvSpPr>
          <p:spPr>
            <a:xfrm>
              <a:off x="1533869" y="4126242"/>
              <a:ext cx="6281320" cy="4154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Lorem Ipsum is simply dummy text of the printing and typesetting industry. 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47" name="文本框 146"/>
            <p:cNvSpPr txBox="1"/>
            <p:nvPr/>
          </p:nvSpPr>
          <p:spPr>
            <a:xfrm>
              <a:off x="1533869" y="2000836"/>
              <a:ext cx="209150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201X</a:t>
              </a:r>
              <a:endParaRPr lang="zh-CN" altLang="en-US" sz="60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Click="0" advTm="3000">
        <p:fade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" grpId="0" animBg="1"/>
    </p:bldLst>
  </p:timing>
</p:sld>
</file>

<file path=ppt/tags/tag1.xml><?xml version="1.0" encoding="utf-8"?>
<p:tagLst xmlns:p="http://schemas.openxmlformats.org/presentationml/2006/main">
  <p:tag name="ISPRING_FIRST_PUBLISH" val="1"/>
  <p:tag name="ISPRING_PRESENTATION_TITLE" val="简约毕业答辩设计论文答辩PPT背景"/>
  <p:tag name="commondata" val="eyJoZGlkIjoiYjNkNDYxMmIwNmM5NTY2OTdkODYxNGM2OGY2YmI2OGYifQ=="/>
</p:tagLst>
</file>

<file path=ppt/theme/theme1.xml><?xml version="1.0" encoding="utf-8"?>
<a:theme xmlns:a="http://schemas.openxmlformats.org/drawingml/2006/main" name="千图网拥有20W+精美PPT模板 更多PPT模板下载至：www.58pic.com/office/ppt">
  <a:themeElements>
    <a:clrScheme name="Office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0167A2"/>
      </a:accent1>
      <a:accent2>
        <a:srgbClr val="0F4D96"/>
      </a:accent2>
      <a:accent3>
        <a:srgbClr val="3491CA"/>
      </a:accent3>
      <a:accent4>
        <a:srgbClr val="1B9AF9"/>
      </a:accent4>
      <a:accent5>
        <a:srgbClr val="01A4E1"/>
      </a:accent5>
      <a:accent6>
        <a:srgbClr val="006EBE"/>
      </a:accent6>
      <a:hlink>
        <a:srgbClr val="4472C4"/>
      </a:hlink>
      <a:folHlink>
        <a:srgbClr val="BFBFBF"/>
      </a:folHlink>
    </a:clrScheme>
    <a:fontScheme name="wpqi2k4x">
      <a:majorFont>
        <a:latin typeface="字魂59号-创粗黑"/>
        <a:ea typeface="字魂59号-创粗黑"/>
        <a:cs typeface=""/>
      </a:majorFont>
      <a:minorFont>
        <a:latin typeface="字魂59号-创粗黑"/>
        <a:ea typeface="字魂59号-创粗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 123">
  <a:themeElements>
    <a:clrScheme name="答辩宝典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0167A2"/>
      </a:accent1>
      <a:accent2>
        <a:srgbClr val="0F4D96"/>
      </a:accent2>
      <a:accent3>
        <a:srgbClr val="3491CA"/>
      </a:accent3>
      <a:accent4>
        <a:srgbClr val="1B9AF9"/>
      </a:accent4>
      <a:accent5>
        <a:srgbClr val="01A4E1"/>
      </a:accent5>
      <a:accent6>
        <a:srgbClr val="006EBE"/>
      </a:accent6>
      <a:hlink>
        <a:srgbClr val="4472C4"/>
      </a:hlink>
      <a:folHlink>
        <a:srgbClr val="BFBFBF"/>
      </a:folHlink>
    </a:clrScheme>
    <a:fontScheme name="wpqi2k4x">
      <a:majorFont>
        <a:latin typeface="字魂59号-创粗黑"/>
        <a:ea typeface="字魂59号-创粗黑"/>
        <a:cs typeface=""/>
      </a:majorFont>
      <a:minorFont>
        <a:latin typeface="字魂59号-创粗黑"/>
        <a:ea typeface="字魂59号-创粗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 w="38100">
          <a:noFill/>
        </a:ln>
      </a:spPr>
      <a:bodyPr rtlCol="0" anchor="ctr"/>
      <a:lstStyle>
        <a:defPPr algn="ctr">
          <a:defRPr dirty="0" smtClean="0">
            <a:solidFill>
              <a:schemeClr val="dk1"/>
            </a:solidFill>
          </a:defRPr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>
        <a:ln w="3175" cap="rnd">
          <a:solidFill>
            <a:schemeClr val="bg1">
              <a:lumMod val="75000"/>
            </a:schemeClr>
          </a:solidFill>
          <a:round/>
          <a:headEnd type="none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90000" tIns="46800" rIns="90000" bIns="46800" rtlCol="0" anchor="ctr" anchorCtr="0">
        <a:normAutofit/>
      </a:bodyPr>
      <a:lstStyle>
        <a:defPPr algn="ctr">
          <a:defRPr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68395"/>
    </a:dk2>
    <a:lt2>
      <a:srgbClr val="F0F0F0"/>
    </a:lt2>
    <a:accent1>
      <a:srgbClr val="0167A2"/>
    </a:accent1>
    <a:accent2>
      <a:srgbClr val="0F4D96"/>
    </a:accent2>
    <a:accent3>
      <a:srgbClr val="3491CA"/>
    </a:accent3>
    <a:accent4>
      <a:srgbClr val="1B9AF9"/>
    </a:accent4>
    <a:accent5>
      <a:srgbClr val="01A4E1"/>
    </a:accent5>
    <a:accent6>
      <a:srgbClr val="006EBE"/>
    </a:accent6>
    <a:hlink>
      <a:srgbClr val="4472C4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68395"/>
    </a:dk2>
    <a:lt2>
      <a:srgbClr val="F0F0F0"/>
    </a:lt2>
    <a:accent1>
      <a:srgbClr val="0167A2"/>
    </a:accent1>
    <a:accent2>
      <a:srgbClr val="0F4D96"/>
    </a:accent2>
    <a:accent3>
      <a:srgbClr val="3491CA"/>
    </a:accent3>
    <a:accent4>
      <a:srgbClr val="1B9AF9"/>
    </a:accent4>
    <a:accent5>
      <a:srgbClr val="01A4E1"/>
    </a:accent5>
    <a:accent6>
      <a:srgbClr val="006EBE"/>
    </a:accent6>
    <a:hlink>
      <a:srgbClr val="4472C4"/>
    </a:hlink>
    <a:folHlink>
      <a:srgbClr val="BFBFBF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68395"/>
    </a:dk2>
    <a:lt2>
      <a:srgbClr val="F0F0F0"/>
    </a:lt2>
    <a:accent1>
      <a:srgbClr val="0167A2"/>
    </a:accent1>
    <a:accent2>
      <a:srgbClr val="0F4D96"/>
    </a:accent2>
    <a:accent3>
      <a:srgbClr val="3491CA"/>
    </a:accent3>
    <a:accent4>
      <a:srgbClr val="1B9AF9"/>
    </a:accent4>
    <a:accent5>
      <a:srgbClr val="01A4E1"/>
    </a:accent5>
    <a:accent6>
      <a:srgbClr val="006EBE"/>
    </a:accent6>
    <a:hlink>
      <a:srgbClr val="4472C4"/>
    </a:hlink>
    <a:folHlink>
      <a:srgbClr val="BFBFBF"/>
    </a:folHlink>
  </a:clrScheme>
</a:themeOverride>
</file>

<file path=ppt/theme/themeOverride4.xml><?xml version="1.0" encoding="utf-8"?>
<a:themeOverride xmlns:a="http://schemas.openxmlformats.org/drawingml/2006/main">
  <a:clrScheme name="答辩宝典">
    <a:dk1>
      <a:srgbClr val="000000"/>
    </a:dk1>
    <a:lt1>
      <a:srgbClr val="FFFFFF"/>
    </a:lt1>
    <a:dk2>
      <a:srgbClr val="768395"/>
    </a:dk2>
    <a:lt2>
      <a:srgbClr val="F0F0F0"/>
    </a:lt2>
    <a:accent1>
      <a:srgbClr val="0167A2"/>
    </a:accent1>
    <a:accent2>
      <a:srgbClr val="0F4D96"/>
    </a:accent2>
    <a:accent3>
      <a:srgbClr val="3491CA"/>
    </a:accent3>
    <a:accent4>
      <a:srgbClr val="1B9AF9"/>
    </a:accent4>
    <a:accent5>
      <a:srgbClr val="01A4E1"/>
    </a:accent5>
    <a:accent6>
      <a:srgbClr val="006EBE"/>
    </a:accent6>
    <a:hlink>
      <a:srgbClr val="4472C4"/>
    </a:hlink>
    <a:folHlink>
      <a:srgbClr val="BFBFBF"/>
    </a:folHlink>
  </a:clrScheme>
</a:themeOverride>
</file>

<file path=ppt/theme/themeOverride5.xml><?xml version="1.0" encoding="utf-8"?>
<a:themeOverride xmlns:a="http://schemas.openxmlformats.org/drawingml/2006/main">
  <a:clrScheme name="答辩宝典">
    <a:dk1>
      <a:srgbClr val="000000"/>
    </a:dk1>
    <a:lt1>
      <a:srgbClr val="FFFFFF"/>
    </a:lt1>
    <a:dk2>
      <a:srgbClr val="768395"/>
    </a:dk2>
    <a:lt2>
      <a:srgbClr val="F0F0F0"/>
    </a:lt2>
    <a:accent1>
      <a:srgbClr val="0167A2"/>
    </a:accent1>
    <a:accent2>
      <a:srgbClr val="0F4D96"/>
    </a:accent2>
    <a:accent3>
      <a:srgbClr val="3491CA"/>
    </a:accent3>
    <a:accent4>
      <a:srgbClr val="1B9AF9"/>
    </a:accent4>
    <a:accent5>
      <a:srgbClr val="01A4E1"/>
    </a:accent5>
    <a:accent6>
      <a:srgbClr val="006EBE"/>
    </a:accent6>
    <a:hlink>
      <a:srgbClr val="4472C4"/>
    </a:hlink>
    <a:folHlink>
      <a:srgbClr val="BFBFBF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68395"/>
    </a:dk2>
    <a:lt2>
      <a:srgbClr val="F0F0F0"/>
    </a:lt2>
    <a:accent1>
      <a:srgbClr val="0167A2"/>
    </a:accent1>
    <a:accent2>
      <a:srgbClr val="0F4D96"/>
    </a:accent2>
    <a:accent3>
      <a:srgbClr val="3491CA"/>
    </a:accent3>
    <a:accent4>
      <a:srgbClr val="1B9AF9"/>
    </a:accent4>
    <a:accent5>
      <a:srgbClr val="01A4E1"/>
    </a:accent5>
    <a:accent6>
      <a:srgbClr val="006EBE"/>
    </a:accent6>
    <a:hlink>
      <a:srgbClr val="4472C4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762</Words>
  <Application>WPS 表格</Application>
  <PresentationFormat>宽屏</PresentationFormat>
  <Paragraphs>90</Paragraphs>
  <Slides>6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22" baseType="lpstr">
      <vt:lpstr>Arial</vt:lpstr>
      <vt:lpstr>宋体</vt:lpstr>
      <vt:lpstr>Wingdings</vt:lpstr>
      <vt:lpstr>Calibri</vt:lpstr>
      <vt:lpstr>字魂59号-创粗黑</vt:lpstr>
      <vt:lpstr>汉仪中黑KW</vt:lpstr>
      <vt:lpstr>微软雅黑</vt:lpstr>
      <vt:lpstr>汉仪旗黑</vt:lpstr>
      <vt:lpstr>宋体</vt:lpstr>
      <vt:lpstr>Arial Unicode MS</vt:lpstr>
      <vt:lpstr>等线</vt:lpstr>
      <vt:lpstr>汉仪中等线KW</vt:lpstr>
      <vt:lpstr>Helvetica Neue</vt:lpstr>
      <vt:lpstr>汉仪书宋二KW</vt:lpstr>
      <vt:lpstr>千图网拥有20W+精美PPT模板 更多PPT模板下载至：www.58pic.com/office/ppt</vt:lpstr>
      <vt:lpstr> 123</vt:lpstr>
      <vt:lpstr>PowerPoint 演示文稿</vt:lpstr>
      <vt:lpstr>PowerPoint 演示文稿</vt:lpstr>
      <vt:lpstr>PowerPoint 演示文稿</vt:lpstr>
      <vt:lpstr>选题背景</vt:lpstr>
      <vt:lpstr>研究思路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简约毕业答辩设计论文答辩PPT背景</dc:title>
  <dc:creator/>
  <cp:lastModifiedBy>涵莜儿</cp:lastModifiedBy>
  <cp:revision>129</cp:revision>
  <dcterms:created xsi:type="dcterms:W3CDTF">2025-05-09T09:46:04Z</dcterms:created>
  <dcterms:modified xsi:type="dcterms:W3CDTF">2025-05-09T09:46:04Z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RubyTemplateID">
    <vt:lpwstr>8</vt:lpwstr>
  </property>
  <property fmtid="{D5CDD505-2E9C-101B-9397-08002B2CF9AE}" pid="3" name="KSOProductBuildVer">
    <vt:lpwstr>2052-7.2.2.8955</vt:lpwstr>
  </property>
  <property fmtid="{D5CDD505-2E9C-101B-9397-08002B2CF9AE}" pid="4" name="ICV">
    <vt:lpwstr>EF99B4A1E0C442EA8358277E9AD17194_12</vt:lpwstr>
  </property>
</Properties>
</file>