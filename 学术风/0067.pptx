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5"/>
  </p:handoutMasterIdLst>
  <p:sldIdLst>
    <p:sldId id="306" r:id="rId3"/>
    <p:sldId id="308" r:id="rId5"/>
    <p:sldId id="309" r:id="rId6"/>
    <p:sldId id="313" r:id="rId7"/>
    <p:sldId id="314" r:id="rId8"/>
    <p:sldId id="315" r:id="rId9"/>
    <p:sldId id="316" r:id="rId10"/>
    <p:sldId id="310" r:id="rId11"/>
    <p:sldId id="317" r:id="rId12"/>
    <p:sldId id="318" r:id="rId13"/>
    <p:sldId id="319" r:id="rId14"/>
    <p:sldId id="320" r:id="rId15"/>
    <p:sldId id="311" r:id="rId16"/>
    <p:sldId id="323" r:id="rId17"/>
    <p:sldId id="322" r:id="rId18"/>
    <p:sldId id="321" r:id="rId19"/>
    <p:sldId id="312" r:id="rId20"/>
    <p:sldId id="326" r:id="rId21"/>
    <p:sldId id="325" r:id="rId22"/>
    <p:sldId id="324" r:id="rId23"/>
    <p:sldId id="307" r:id="rId24"/>
  </p:sldIdLst>
  <p:sldSz cx="12190095" cy="6858000"/>
  <p:notesSz cx="6858000" cy="9144000"/>
  <p:custDataLst>
    <p:tags r:id="rId2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6EA"/>
    <a:srgbClr val="0083E6"/>
    <a:srgbClr val="3366FF"/>
    <a:srgbClr val="008AF2"/>
    <a:srgbClr val="0D97FF"/>
    <a:srgbClr val="2DA5FF"/>
    <a:srgbClr val="007FDE"/>
    <a:srgbClr val="376092"/>
    <a:srgbClr val="4274B0"/>
    <a:srgbClr val="3864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16" autoAdjust="0"/>
    <p:restoredTop sz="99516" autoAdjust="0"/>
  </p:normalViewPr>
  <p:slideViewPr>
    <p:cSldViewPr showGuides="1">
      <p:cViewPr varScale="1">
        <p:scale>
          <a:sx n="105" d="100"/>
          <a:sy n="105" d="100"/>
        </p:scale>
        <p:origin x="26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tableStyles" Target="tableStyles.xml"/><Relationship Id="rId27" Type="http://schemas.openxmlformats.org/officeDocument/2006/relationships/viewProps" Target="viewProps.xml"/><Relationship Id="rId26" Type="http://schemas.openxmlformats.org/officeDocument/2006/relationships/presProps" Target="presProps.xml"/><Relationship Id="rId25" Type="http://schemas.openxmlformats.org/officeDocument/2006/relationships/handoutMaster" Target="handoutMasters/handoutMaster1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750EAFB-B3B9-4385-ABD3-2853BED232AF}" type="doc">
      <dgm:prSet loTypeId="urn:microsoft.com/office/officeart/2005/8/layout/pyramid2" loCatId="pyramid" qsTypeId="urn:microsoft.com/office/officeart/2005/8/quickstyle/simple1" qsCatId="simple" csTypeId="urn:microsoft.com/office/officeart/2005/8/colors/accent1_2" csCatId="accent1" phldr="1"/>
      <dgm:spPr/>
    </dgm:pt>
    <dgm:pt modelId="{7593000D-AA7E-4848-816C-79FFCEF26CFC}">
      <dgm:prSet phldrT="[文本]" custT="1"/>
      <dgm:spPr>
        <a:ln>
          <a:solidFill>
            <a:srgbClr val="0D97FF"/>
          </a:solidFill>
        </a:ln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zh-CN" altLang="en-US" sz="1800" b="0" i="0" u="none" strike="noStrike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cs typeface="+mn-cs"/>
              <a:sym typeface="字魂105号-简雅黑" panose="00000500000000000000" pitchFamily="2" charset="-122"/>
            </a:rPr>
            <a:t>添加标题内容</a:t>
          </a:r>
          <a:endParaRPr lang="zh-CN" altLang="en-US" sz="1800" dirty="0">
            <a:solidFill>
              <a:srgbClr val="0070C0"/>
            </a:solidFill>
            <a:latin typeface="字魂105号-简雅黑" panose="00000500000000000000" pitchFamily="2" charset="-122"/>
            <a:ea typeface="字魂105号-简雅黑" panose="00000500000000000000" pitchFamily="2" charset="-122"/>
            <a:sym typeface="字魂105号-简雅黑" panose="00000500000000000000" pitchFamily="2" charset="-122"/>
          </a:endParaRPr>
        </a:p>
      </dgm:t>
    </dgm:pt>
    <dgm:pt modelId="{55AB04D6-74BD-424A-99DB-D56B3C826D0D}" cxnId="{5EAB5590-DA7E-4F1A-A47C-06531BE2A7BC}" type="parTrans">
      <dgm:prSet/>
      <dgm:spPr/>
      <dgm:t>
        <a:bodyPr/>
        <a:lstStyle/>
        <a:p>
          <a:endParaRPr lang="zh-CN" altLang="en-US" sz="1400"/>
        </a:p>
      </dgm:t>
    </dgm:pt>
    <dgm:pt modelId="{D790962B-7EE3-46E4-87F0-EA60234086EF}" cxnId="{5EAB5590-DA7E-4F1A-A47C-06531BE2A7BC}" type="sibTrans">
      <dgm:prSet/>
      <dgm:spPr/>
      <dgm:t>
        <a:bodyPr/>
        <a:lstStyle/>
        <a:p>
          <a:endParaRPr lang="zh-CN" altLang="en-US" sz="1400"/>
        </a:p>
      </dgm:t>
    </dgm:pt>
    <dgm:pt modelId="{CA4AD9EF-9738-4FD4-9D73-2660D3172A52}">
      <dgm:prSet phldrT="[文本]" custT="1"/>
      <dgm:spPr>
        <a:ln>
          <a:solidFill>
            <a:srgbClr val="0D97FF"/>
          </a:solidFill>
        </a:ln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zh-CN" altLang="en-US" sz="1800" b="0" i="0" u="none" strike="noStrike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cs typeface="+mn-cs"/>
              <a:sym typeface="字魂105号-简雅黑" panose="00000500000000000000" pitchFamily="2" charset="-122"/>
            </a:rPr>
            <a:t>添加标题内容</a:t>
          </a:r>
          <a:endParaRPr lang="zh-CN" altLang="en-US" sz="1800" dirty="0">
            <a:solidFill>
              <a:srgbClr val="0070C0"/>
            </a:solidFill>
            <a:latin typeface="字魂105号-简雅黑" panose="00000500000000000000" pitchFamily="2" charset="-122"/>
            <a:ea typeface="字魂105号-简雅黑" panose="00000500000000000000" pitchFamily="2" charset="-122"/>
            <a:sym typeface="字魂105号-简雅黑" panose="00000500000000000000" pitchFamily="2" charset="-122"/>
          </a:endParaRPr>
        </a:p>
      </dgm:t>
    </dgm:pt>
    <dgm:pt modelId="{9DFEE47F-39AB-4994-B218-7E0D3487E8B4}" cxnId="{B8A34DB0-BCE4-4CBD-8744-3034E0CB1D24}" type="parTrans">
      <dgm:prSet/>
      <dgm:spPr/>
      <dgm:t>
        <a:bodyPr/>
        <a:lstStyle/>
        <a:p>
          <a:endParaRPr lang="zh-CN" altLang="en-US" sz="1400"/>
        </a:p>
      </dgm:t>
    </dgm:pt>
    <dgm:pt modelId="{25D79450-78FB-45BE-8417-27FEB6F7537D}" cxnId="{B8A34DB0-BCE4-4CBD-8744-3034E0CB1D24}" type="sibTrans">
      <dgm:prSet/>
      <dgm:spPr/>
      <dgm:t>
        <a:bodyPr/>
        <a:lstStyle/>
        <a:p>
          <a:endParaRPr lang="zh-CN" altLang="en-US" sz="1400"/>
        </a:p>
      </dgm:t>
    </dgm:pt>
    <dgm:pt modelId="{4346EF0E-F796-43B6-B931-8F5392B0B00D}">
      <dgm:prSet phldrT="[文本]" custT="1"/>
      <dgm:spPr>
        <a:ln>
          <a:solidFill>
            <a:srgbClr val="0D97FF"/>
          </a:solidFill>
        </a:ln>
      </dgm:spPr>
      <dgm:t>
        <a:bodyPr/>
        <a:lstStyle/>
        <a:p>
          <a:pPr>
            <a:buClrTx/>
            <a:buSzTx/>
            <a:buFontTx/>
            <a:buNone/>
          </a:pPr>
          <a:r>
            <a:rPr kumimoji="0" lang="zh-CN" altLang="en-US" sz="1800" b="0" i="0" u="none" strike="noStrike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cs typeface="+mn-cs"/>
              <a:sym typeface="字魂105号-简雅黑" panose="00000500000000000000" pitchFamily="2" charset="-122"/>
            </a:rPr>
            <a:t>添加标题内容</a:t>
          </a:r>
          <a:endParaRPr lang="zh-CN" altLang="en-US" sz="1800" dirty="0">
            <a:solidFill>
              <a:srgbClr val="0070C0"/>
            </a:solidFill>
            <a:latin typeface="字魂105号-简雅黑" panose="00000500000000000000" pitchFamily="2" charset="-122"/>
            <a:ea typeface="字魂105号-简雅黑" panose="00000500000000000000" pitchFamily="2" charset="-122"/>
            <a:sym typeface="字魂105号-简雅黑" panose="00000500000000000000" pitchFamily="2" charset="-122"/>
          </a:endParaRPr>
        </a:p>
      </dgm:t>
    </dgm:pt>
    <dgm:pt modelId="{5E7A42D8-24C5-46D4-97B4-4F08DBDFA063}" cxnId="{EE0947FF-3035-4B7D-8AF4-B91682C7E20E}" type="parTrans">
      <dgm:prSet/>
      <dgm:spPr/>
      <dgm:t>
        <a:bodyPr/>
        <a:lstStyle/>
        <a:p>
          <a:endParaRPr lang="zh-CN" altLang="en-US" sz="1400"/>
        </a:p>
      </dgm:t>
    </dgm:pt>
    <dgm:pt modelId="{ADF5874F-FA6D-4743-A886-0B143246D121}" cxnId="{EE0947FF-3035-4B7D-8AF4-B91682C7E20E}" type="sibTrans">
      <dgm:prSet/>
      <dgm:spPr/>
      <dgm:t>
        <a:bodyPr/>
        <a:lstStyle/>
        <a:p>
          <a:endParaRPr lang="zh-CN" altLang="en-US" sz="1400"/>
        </a:p>
      </dgm:t>
    </dgm:pt>
    <dgm:pt modelId="{7D095790-0793-4BD0-B139-F33CF61EDC5C}" type="pres">
      <dgm:prSet presAssocID="{3750EAFB-B3B9-4385-ABD3-2853BED232AF}" presName="compositeShape" presStyleCnt="0">
        <dgm:presLayoutVars>
          <dgm:dir/>
          <dgm:resizeHandles/>
        </dgm:presLayoutVars>
      </dgm:prSet>
      <dgm:spPr/>
    </dgm:pt>
    <dgm:pt modelId="{050AB468-18D9-4978-AF7E-F3E1F046C681}" type="pres">
      <dgm:prSet presAssocID="{3750EAFB-B3B9-4385-ABD3-2853BED232AF}" presName="pyramid" presStyleLbl="node1" presStyleIdx="0" presStyleCnt="1"/>
      <dgm:spPr>
        <a:solidFill>
          <a:srgbClr val="0070C0"/>
        </a:solidFill>
        <a:ln>
          <a:noFill/>
        </a:ln>
      </dgm:spPr>
    </dgm:pt>
    <dgm:pt modelId="{95F652BA-D9B0-42C2-93F5-07DA893E4204}" type="pres">
      <dgm:prSet presAssocID="{3750EAFB-B3B9-4385-ABD3-2853BED232AF}" presName="theList" presStyleCnt="0"/>
      <dgm:spPr/>
    </dgm:pt>
    <dgm:pt modelId="{4F0083BD-A8D3-4719-9B58-FBD59E53162F}" type="pres">
      <dgm:prSet presAssocID="{7593000D-AA7E-4848-816C-79FFCEF26CFC}" presName="aNode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9911EB4-4EE9-4EC1-961F-5C0639DD1ACA}" type="pres">
      <dgm:prSet presAssocID="{7593000D-AA7E-4848-816C-79FFCEF26CFC}" presName="aSpace" presStyleCnt="0"/>
      <dgm:spPr/>
    </dgm:pt>
    <dgm:pt modelId="{30A68129-D046-4BB5-864D-D37CB6545DDA}" type="pres">
      <dgm:prSet presAssocID="{CA4AD9EF-9738-4FD4-9D73-2660D3172A52}" presName="aNode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1F0F08B1-E7DC-4A97-8631-0D3A7CE8E080}" type="pres">
      <dgm:prSet presAssocID="{CA4AD9EF-9738-4FD4-9D73-2660D3172A52}" presName="aSpace" presStyleCnt="0"/>
      <dgm:spPr/>
    </dgm:pt>
    <dgm:pt modelId="{E04391D6-95F5-4EC1-8294-A129DCEB2248}" type="pres">
      <dgm:prSet presAssocID="{4346EF0E-F796-43B6-B931-8F5392B0B00D}" presName="aNode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5EA25A5-4E74-43A6-8EE9-0CB0FE758C27}" type="pres">
      <dgm:prSet presAssocID="{4346EF0E-F796-43B6-B931-8F5392B0B00D}" presName="aSpace" presStyleCnt="0"/>
      <dgm:spPr/>
    </dgm:pt>
  </dgm:ptLst>
  <dgm:cxnLst>
    <dgm:cxn modelId="{B8A34DB0-BCE4-4CBD-8744-3034E0CB1D24}" srcId="{3750EAFB-B3B9-4385-ABD3-2853BED232AF}" destId="{CA4AD9EF-9738-4FD4-9D73-2660D3172A52}" srcOrd="1" destOrd="0" parTransId="{9DFEE47F-39AB-4994-B218-7E0D3487E8B4}" sibTransId="{25D79450-78FB-45BE-8417-27FEB6F7537D}"/>
    <dgm:cxn modelId="{A1374774-0F59-49FB-95E6-CB03676AFA1F}" type="presOf" srcId="{4346EF0E-F796-43B6-B931-8F5392B0B00D}" destId="{E04391D6-95F5-4EC1-8294-A129DCEB2248}" srcOrd="0" destOrd="0" presId="urn:microsoft.com/office/officeart/2005/8/layout/pyramid2"/>
    <dgm:cxn modelId="{E183FD50-C3EE-4DC2-BE21-BD8A426D6655}" type="presOf" srcId="{7593000D-AA7E-4848-816C-79FFCEF26CFC}" destId="{4F0083BD-A8D3-4719-9B58-FBD59E53162F}" srcOrd="0" destOrd="0" presId="urn:microsoft.com/office/officeart/2005/8/layout/pyramid2"/>
    <dgm:cxn modelId="{EE0947FF-3035-4B7D-8AF4-B91682C7E20E}" srcId="{3750EAFB-B3B9-4385-ABD3-2853BED232AF}" destId="{4346EF0E-F796-43B6-B931-8F5392B0B00D}" srcOrd="2" destOrd="0" parTransId="{5E7A42D8-24C5-46D4-97B4-4F08DBDFA063}" sibTransId="{ADF5874F-FA6D-4743-A886-0B143246D121}"/>
    <dgm:cxn modelId="{5EAB5590-DA7E-4F1A-A47C-06531BE2A7BC}" srcId="{3750EAFB-B3B9-4385-ABD3-2853BED232AF}" destId="{7593000D-AA7E-4848-816C-79FFCEF26CFC}" srcOrd="0" destOrd="0" parTransId="{55AB04D6-74BD-424A-99DB-D56B3C826D0D}" sibTransId="{D790962B-7EE3-46E4-87F0-EA60234086EF}"/>
    <dgm:cxn modelId="{652312CB-A203-4535-ADEB-15D876C88FFB}" type="presOf" srcId="{CA4AD9EF-9738-4FD4-9D73-2660D3172A52}" destId="{30A68129-D046-4BB5-864D-D37CB6545DDA}" srcOrd="0" destOrd="0" presId="urn:microsoft.com/office/officeart/2005/8/layout/pyramid2"/>
    <dgm:cxn modelId="{8793374C-BB2F-40AE-AC55-36CC164C6125}" type="presOf" srcId="{3750EAFB-B3B9-4385-ABD3-2853BED232AF}" destId="{7D095790-0793-4BD0-B139-F33CF61EDC5C}" srcOrd="0" destOrd="0" presId="urn:microsoft.com/office/officeart/2005/8/layout/pyramid2"/>
    <dgm:cxn modelId="{E33EAD40-C60B-4767-8186-C440DAA43464}" type="presParOf" srcId="{7D095790-0793-4BD0-B139-F33CF61EDC5C}" destId="{050AB468-18D9-4978-AF7E-F3E1F046C681}" srcOrd="0" destOrd="0" presId="urn:microsoft.com/office/officeart/2005/8/layout/pyramid2"/>
    <dgm:cxn modelId="{00B7AC39-B923-4449-80B3-7191039ACD8C}" type="presParOf" srcId="{7D095790-0793-4BD0-B139-F33CF61EDC5C}" destId="{95F652BA-D9B0-42C2-93F5-07DA893E4204}" srcOrd="1" destOrd="0" presId="urn:microsoft.com/office/officeart/2005/8/layout/pyramid2"/>
    <dgm:cxn modelId="{048D11D2-7667-4484-ABEA-FB671D52FE96}" type="presParOf" srcId="{95F652BA-D9B0-42C2-93F5-07DA893E4204}" destId="{4F0083BD-A8D3-4719-9B58-FBD59E53162F}" srcOrd="0" destOrd="0" presId="urn:microsoft.com/office/officeart/2005/8/layout/pyramid2"/>
    <dgm:cxn modelId="{38ABEC69-E3AE-481D-8E5F-FFC5A6615A1D}" type="presParOf" srcId="{95F652BA-D9B0-42C2-93F5-07DA893E4204}" destId="{B9911EB4-4EE9-4EC1-961F-5C0639DD1ACA}" srcOrd="1" destOrd="0" presId="urn:microsoft.com/office/officeart/2005/8/layout/pyramid2"/>
    <dgm:cxn modelId="{63E14065-2740-41C3-9580-36A202E941F2}" type="presParOf" srcId="{95F652BA-D9B0-42C2-93F5-07DA893E4204}" destId="{30A68129-D046-4BB5-864D-D37CB6545DDA}" srcOrd="2" destOrd="0" presId="urn:microsoft.com/office/officeart/2005/8/layout/pyramid2"/>
    <dgm:cxn modelId="{A42BBF72-EDCF-40E1-A35B-C089442D4A30}" type="presParOf" srcId="{95F652BA-D9B0-42C2-93F5-07DA893E4204}" destId="{1F0F08B1-E7DC-4A97-8631-0D3A7CE8E080}" srcOrd="3" destOrd="0" presId="urn:microsoft.com/office/officeart/2005/8/layout/pyramid2"/>
    <dgm:cxn modelId="{251300E8-B380-4F33-BCF2-2E900100636C}" type="presParOf" srcId="{95F652BA-D9B0-42C2-93F5-07DA893E4204}" destId="{E04391D6-95F5-4EC1-8294-A129DCEB2248}" srcOrd="4" destOrd="0" presId="urn:microsoft.com/office/officeart/2005/8/layout/pyramid2"/>
    <dgm:cxn modelId="{23055930-6E97-4476-A046-E262710E715C}" type="presParOf" srcId="{95F652BA-D9B0-42C2-93F5-07DA893E4204}" destId="{95EA25A5-4E74-43A6-8EE9-0CB0FE758C27}" srcOrd="5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4999575" cy="3333050"/>
        <a:chOff x="0" y="0"/>
        <a:chExt cx="4999575" cy="3333050"/>
      </a:xfrm>
    </dsp:grpSpPr>
    <dsp:sp modelId="{050AB468-18D9-4978-AF7E-F3E1F046C681}">
      <dsp:nvSpPr>
        <dsp:cNvPr id="3" name="等腰三角形 2"/>
        <dsp:cNvSpPr/>
      </dsp:nvSpPr>
      <dsp:spPr bwMode="white">
        <a:xfrm>
          <a:off x="583284" y="0"/>
          <a:ext cx="3333050" cy="3333050"/>
        </a:xfrm>
        <a:prstGeom prst="triangle">
          <a:avLst/>
        </a:prstGeom>
        <a:solidFill>
          <a:srgbClr val="0070C0"/>
        </a:solidFill>
        <a:ln>
          <a:noFill/>
        </a:ln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583284" y="0"/>
        <a:ext cx="3333050" cy="3333050"/>
      </dsp:txXfrm>
    </dsp:sp>
    <dsp:sp modelId="{4F0083BD-A8D3-4719-9B58-FBD59E53162F}">
      <dsp:nvSpPr>
        <dsp:cNvPr id="4" name="圆角矩形 3"/>
        <dsp:cNvSpPr/>
      </dsp:nvSpPr>
      <dsp:spPr bwMode="white">
        <a:xfrm>
          <a:off x="2249809" y="333305"/>
          <a:ext cx="2166483" cy="790056"/>
        </a:xfrm>
        <a:prstGeom prst="roundRect">
          <a:avLst/>
        </a:prstGeom>
        <a:ln>
          <a:solidFill>
            <a:srgbClr val="0D97FF"/>
          </a:solidFill>
        </a:ln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CN" altLang="en-US" sz="1800" b="0" i="0" u="none" strike="noStrike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cs typeface="+mn-cs"/>
              <a:sym typeface="字魂105号-简雅黑" panose="00000500000000000000" pitchFamily="2" charset="-122"/>
            </a:rPr>
            <a:t>添加标题内容</a:t>
          </a:r>
          <a:endParaRPr lang="zh-CN" altLang="en-US" sz="1800" dirty="0">
            <a:solidFill>
              <a:srgbClr val="0070C0"/>
            </a:solidFill>
            <a:latin typeface="字魂105号-简雅黑" panose="00000500000000000000" pitchFamily="2" charset="-122"/>
            <a:ea typeface="字魂105号-简雅黑" panose="00000500000000000000" pitchFamily="2" charset="-122"/>
            <a:sym typeface="字魂105号-简雅黑" panose="00000500000000000000" pitchFamily="2" charset="-122"/>
          </a:endParaRPr>
        </a:p>
      </dsp:txBody>
      <dsp:txXfrm>
        <a:off x="2249809" y="333305"/>
        <a:ext cx="2166483" cy="790056"/>
      </dsp:txXfrm>
    </dsp:sp>
    <dsp:sp modelId="{30A68129-D046-4BB5-864D-D37CB6545DDA}">
      <dsp:nvSpPr>
        <dsp:cNvPr id="5" name="圆角矩形 4"/>
        <dsp:cNvSpPr/>
      </dsp:nvSpPr>
      <dsp:spPr bwMode="white">
        <a:xfrm>
          <a:off x="2249809" y="1222118"/>
          <a:ext cx="2166483" cy="790056"/>
        </a:xfrm>
        <a:prstGeom prst="roundRect">
          <a:avLst/>
        </a:prstGeom>
        <a:ln>
          <a:solidFill>
            <a:srgbClr val="0D97FF"/>
          </a:solidFill>
        </a:ln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CN" altLang="en-US" sz="1800" b="0" i="0" u="none" strike="noStrike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cs typeface="+mn-cs"/>
              <a:sym typeface="字魂105号-简雅黑" panose="00000500000000000000" pitchFamily="2" charset="-122"/>
            </a:rPr>
            <a:t>添加标题内容</a:t>
          </a:r>
          <a:endParaRPr lang="zh-CN" altLang="en-US" sz="1800" dirty="0">
            <a:solidFill>
              <a:srgbClr val="0070C0"/>
            </a:solidFill>
            <a:latin typeface="字魂105号-简雅黑" panose="00000500000000000000" pitchFamily="2" charset="-122"/>
            <a:ea typeface="字魂105号-简雅黑" panose="00000500000000000000" pitchFamily="2" charset="-122"/>
            <a:sym typeface="字魂105号-简雅黑" panose="00000500000000000000" pitchFamily="2" charset="-122"/>
          </a:endParaRPr>
        </a:p>
      </dsp:txBody>
      <dsp:txXfrm>
        <a:off x="2249809" y="1222118"/>
        <a:ext cx="2166483" cy="790056"/>
      </dsp:txXfrm>
    </dsp:sp>
    <dsp:sp modelId="{E04391D6-95F5-4EC1-8294-A129DCEB2248}">
      <dsp:nvSpPr>
        <dsp:cNvPr id="6" name="圆角矩形 5"/>
        <dsp:cNvSpPr/>
      </dsp:nvSpPr>
      <dsp:spPr bwMode="white">
        <a:xfrm>
          <a:off x="2249809" y="2110932"/>
          <a:ext cx="2166483" cy="790056"/>
        </a:xfrm>
        <a:prstGeom prst="roundRect">
          <a:avLst/>
        </a:prstGeom>
        <a:ln>
          <a:solidFill>
            <a:srgbClr val="0D97FF"/>
          </a:solidFill>
        </a:ln>
      </dsp:spPr>
      <dsp:style>
        <a:lnRef idx="2">
          <a:schemeClr val="accent1"/>
        </a:lnRef>
        <a:fillRef idx="1">
          <a:schemeClr val="lt1">
            <a:alpha val="90000"/>
          </a:schemeClr>
        </a:fillRef>
        <a:effectRef idx="0">
          <a:scrgbClr r="0" g="0" b="0"/>
        </a:effectRef>
        <a:fontRef idx="minor"/>
      </dsp:style>
      <dsp:txBody>
        <a:bodyPr lIns="68580" tIns="68580" rIns="68580" bIns="68580" anchor="ctr"/>
        <a:lstStyle>
          <a:lvl1pPr algn="ctr">
            <a:defRPr sz="6500"/>
          </a:lvl1pPr>
          <a:lvl2pPr marL="285750" indent="-285750" algn="ctr">
            <a:defRPr sz="5000"/>
          </a:lvl2pPr>
          <a:lvl3pPr marL="571500" indent="-285750" algn="ctr">
            <a:defRPr sz="5000"/>
          </a:lvl3pPr>
          <a:lvl4pPr marL="857250" indent="-285750" algn="ctr">
            <a:defRPr sz="5000"/>
          </a:lvl4pPr>
          <a:lvl5pPr marL="1143000" indent="-285750" algn="ctr">
            <a:defRPr sz="5000"/>
          </a:lvl5pPr>
          <a:lvl6pPr marL="1428750" indent="-285750" algn="ctr">
            <a:defRPr sz="5000"/>
          </a:lvl6pPr>
          <a:lvl7pPr marL="1714500" indent="-285750" algn="ctr">
            <a:defRPr sz="5000"/>
          </a:lvl7pPr>
          <a:lvl8pPr marL="2000250" indent="-285750" algn="ctr">
            <a:defRPr sz="5000"/>
          </a:lvl8pPr>
          <a:lvl9pPr marL="2286000" indent="-285750" algn="ctr">
            <a:defRPr sz="50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zh-CN" altLang="en-US" sz="1800" b="0" i="0" u="none" strike="noStrike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cs typeface="+mn-cs"/>
              <a:sym typeface="字魂105号-简雅黑" panose="00000500000000000000" pitchFamily="2" charset="-122"/>
            </a:rPr>
            <a:t>添加标题内容</a:t>
          </a:r>
          <a:endParaRPr lang="zh-CN" altLang="en-US" sz="1800" dirty="0">
            <a:solidFill>
              <a:srgbClr val="0070C0"/>
            </a:solidFill>
            <a:latin typeface="字魂105号-简雅黑" panose="00000500000000000000" pitchFamily="2" charset="-122"/>
            <a:ea typeface="字魂105号-简雅黑" panose="00000500000000000000" pitchFamily="2" charset="-122"/>
            <a:sym typeface="字魂105号-简雅黑" panose="00000500000000000000" pitchFamily="2" charset="-122"/>
          </a:endParaRPr>
        </a:p>
      </dsp:txBody>
      <dsp:txXfrm>
        <a:off x="2249809" y="2110932"/>
        <a:ext cx="2166483" cy="790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varLst>
      <dgm:dir/>
      <dgm:resizeHandles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字魂36号-孙新恒宋楷体" panose="02000000000000000000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字魂36号-孙新恒宋楷体" panose="02000000000000000000" pitchFamily="2" charset="-122"/>
              </a:defRPr>
            </a:lvl1pPr>
          </a:lstStyle>
          <a:p>
            <a:fld id="{0B5994CD-D03A-4101-9E89-56D6B0A820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字魂36号-孙新恒宋楷体" panose="02000000000000000000" pitchFamily="2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字魂36号-孙新恒宋楷体" panose="02000000000000000000" pitchFamily="2" charset="-122"/>
              </a:defRPr>
            </a:lvl1pPr>
          </a:lstStyle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字魂36号-孙新恒宋楷体" panose="02000000000000000000" pitchFamily="2" charset="-122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字魂36号-孙新恒宋楷体" panose="02000000000000000000" pitchFamily="2" charset="-122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字魂36号-孙新恒宋楷体" panose="02000000000000000000" pitchFamily="2" charset="-122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字魂36号-孙新恒宋楷体" panose="02000000000000000000" pitchFamily="2" charset="-122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字魂36号-孙新恒宋楷体" panose="02000000000000000000" pitchFamily="2" charset="-122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链接：https://pan.baidu.com/s/1dBUOykZfGkjoJj8YrmZuTw?pwd=7788 </a:t>
            </a:r>
            <a:endParaRPr lang="zh-CN" altLang="en-US"/>
          </a:p>
          <a:p>
            <a:r>
              <a:rPr lang="zh-CN" altLang="en-US"/>
              <a:t>提取码：7788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链接：https://pan.baidu.com/s/1dBUOykZfGkjoJj8YrmZuTw?pwd=7788 </a:t>
            </a:r>
            <a:endParaRPr lang="zh-CN" altLang="en-US"/>
          </a:p>
          <a:p>
            <a:r>
              <a:rPr lang="zh-CN" altLang="en-US"/>
              <a:t>提取码：7788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50C85C-E9D3-4231-B599-154D482DB76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 advTm="3000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401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 advTm="3000">
    <p:wipe/>
  </p:transition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 spd="slow" advTm="3000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字魂36号-孙新恒宋楷体" panose="02000000000000000000" pitchFamily="2" charset="-122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字魂36号-孙新恒宋楷体" panose="02000000000000000000" pitchFamily="2" charset="-122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字魂36号-孙新恒宋楷体" panose="02000000000000000000" pitchFamily="2" charset="-122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字魂36号-孙新恒宋楷体" panose="02000000000000000000" pitchFamily="2" charset="-122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字魂36号-孙新恒宋楷体" panose="02000000000000000000" pitchFamily="2" charset="-122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字魂36号-孙新恒宋楷体" panose="02000000000000000000" pitchFamily="2" charset="-122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4.png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7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2598" y="548680"/>
            <a:ext cx="10945216" cy="5760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" name="TextBox 40"/>
          <p:cNvSpPr txBox="1"/>
          <p:nvPr/>
        </p:nvSpPr>
        <p:spPr>
          <a:xfrm>
            <a:off x="4799856" y="4900160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指导老师：</a:t>
            </a:r>
            <a:r>
              <a:rPr lang="en-US" altLang="zh-CN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XXX</a:t>
            </a:r>
            <a:endParaRPr lang="zh-CN" altLang="en-US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8" name="TextBox 40"/>
          <p:cNvSpPr txBox="1"/>
          <p:nvPr/>
        </p:nvSpPr>
        <p:spPr>
          <a:xfrm>
            <a:off x="4797857" y="4418326"/>
            <a:ext cx="25922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学生信息：</a:t>
            </a:r>
            <a:r>
              <a:rPr lang="en-US" altLang="zh-CN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XXX</a:t>
            </a:r>
            <a:endParaRPr lang="zh-CN" altLang="en-US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20" name="组合 19"/>
          <p:cNvGrpSpPr/>
          <p:nvPr/>
        </p:nvGrpSpPr>
        <p:grpSpPr>
          <a:xfrm>
            <a:off x="2371436" y="2708920"/>
            <a:ext cx="7445127" cy="1440160"/>
            <a:chOff x="2371436" y="2708920"/>
            <a:chExt cx="7445127" cy="1440160"/>
          </a:xfrm>
        </p:grpSpPr>
        <p:sp>
          <p:nvSpPr>
            <p:cNvPr id="3" name="TextBox 40"/>
            <p:cNvSpPr txBox="1"/>
            <p:nvPr/>
          </p:nvSpPr>
          <p:spPr>
            <a:xfrm>
              <a:off x="2371436" y="2817796"/>
              <a:ext cx="74451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5400" b="1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毕业论文答辩</a:t>
              </a:r>
              <a:r>
                <a:rPr lang="en-US" altLang="zh-CN" sz="5400" b="1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PPT</a:t>
              </a:r>
              <a:r>
                <a:rPr lang="zh-CN" altLang="en-US" sz="5400" b="1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模板</a:t>
              </a:r>
              <a:endParaRPr lang="zh-CN" altLang="en-US" sz="5400" b="1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TextBox 40"/>
            <p:cNvSpPr txBox="1"/>
            <p:nvPr/>
          </p:nvSpPr>
          <p:spPr>
            <a:xfrm>
              <a:off x="2999655" y="3603994"/>
              <a:ext cx="61926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Only by working hard can we have a better tomorrow.</a:t>
              </a:r>
              <a:endParaRPr lang="en-US" altLang="zh-CN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250081" y="2708920"/>
              <a:ext cx="568783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连接符 11"/>
            <p:cNvCxnSpPr/>
            <p:nvPr/>
          </p:nvCxnSpPr>
          <p:spPr>
            <a:xfrm>
              <a:off x="3252080" y="4149080"/>
              <a:ext cx="5687839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/>
          <a:srcRect l="26054" t="1466" r="6529" b="37409"/>
          <a:stretch>
            <a:fillRect/>
          </a:stretch>
        </p:blipFill>
        <p:spPr>
          <a:xfrm>
            <a:off x="5488799" y="1094345"/>
            <a:ext cx="1214402" cy="1214402"/>
          </a:xfrm>
          <a:prstGeom prst="ellipse">
            <a:avLst/>
          </a:prstGeom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</p:pic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3790950" cy="6858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3" name="TextBox 40"/>
          <p:cNvSpPr txBox="1"/>
          <p:nvPr/>
        </p:nvSpPr>
        <p:spPr>
          <a:xfrm>
            <a:off x="1074544" y="3367423"/>
            <a:ext cx="165618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8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目录</a:t>
            </a:r>
            <a:endParaRPr lang="zh-CN" altLang="en-US" sz="48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4" name="TextBox 40"/>
          <p:cNvSpPr txBox="1"/>
          <p:nvPr/>
        </p:nvSpPr>
        <p:spPr>
          <a:xfrm>
            <a:off x="984448" y="4161731"/>
            <a:ext cx="18220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Contents</a:t>
            </a:r>
            <a:endParaRPr lang="en-US" altLang="zh-CN" sz="2400" dirty="0">
              <a:solidFill>
                <a:schemeClr val="bg1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biLevel thresh="25000"/>
          </a:blip>
          <a:srcRect l="26054" t="1466" r="6529" b="37409"/>
          <a:stretch>
            <a:fillRect/>
          </a:stretch>
        </p:blipFill>
        <p:spPr>
          <a:xfrm>
            <a:off x="1499873" y="2234603"/>
            <a:ext cx="830998" cy="830998"/>
          </a:xfrm>
          <a:prstGeom prst="ellipse">
            <a:avLst/>
          </a:prstGeom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</p:pic>
      <p:grpSp>
        <p:nvGrpSpPr>
          <p:cNvPr id="12" name="组合 11"/>
          <p:cNvGrpSpPr/>
          <p:nvPr/>
        </p:nvGrpSpPr>
        <p:grpSpPr>
          <a:xfrm>
            <a:off x="5161078" y="981683"/>
            <a:ext cx="6216460" cy="831989"/>
            <a:chOff x="5289297" y="1123752"/>
            <a:chExt cx="6216460" cy="831989"/>
          </a:xfrm>
        </p:grpSpPr>
        <p:grpSp>
          <p:nvGrpSpPr>
            <p:cNvPr id="9" name="组合 8"/>
            <p:cNvGrpSpPr/>
            <p:nvPr/>
          </p:nvGrpSpPr>
          <p:grpSpPr>
            <a:xfrm>
              <a:off x="6599262" y="1124744"/>
              <a:ext cx="4906495" cy="830997"/>
              <a:chOff x="4865129" y="2357715"/>
              <a:chExt cx="4906495" cy="830997"/>
            </a:xfrm>
          </p:grpSpPr>
          <p:sp>
            <p:nvSpPr>
              <p:cNvPr id="7" name="TextBox 40"/>
              <p:cNvSpPr txBox="1"/>
              <p:nvPr/>
            </p:nvSpPr>
            <p:spPr>
              <a:xfrm>
                <a:off x="4871071" y="2357715"/>
                <a:ext cx="2714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此处添加标题</a:t>
                </a:r>
                <a:endParaRPr lang="zh-CN" altLang="en-US" sz="28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8" name="TextBox 40"/>
              <p:cNvSpPr txBox="1"/>
              <p:nvPr/>
            </p:nvSpPr>
            <p:spPr>
              <a:xfrm>
                <a:off x="4865129" y="2880935"/>
                <a:ext cx="49064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Only by working hard can we have a better tomorrow.</a:t>
                </a:r>
                <a:endParaRPr lang="en-US" altLang="zh-CN" sz="1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10" name="TextBox 40"/>
            <p:cNvSpPr txBox="1"/>
            <p:nvPr/>
          </p:nvSpPr>
          <p:spPr>
            <a:xfrm>
              <a:off x="5447134" y="1124744"/>
              <a:ext cx="10089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01</a:t>
              </a:r>
              <a:endParaRPr lang="zh-CN" altLang="en-US" sz="48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289297" y="1123752"/>
              <a:ext cx="96362" cy="83099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5161078" y="2335899"/>
            <a:ext cx="6216460" cy="831989"/>
            <a:chOff x="5289297" y="1123752"/>
            <a:chExt cx="6216460" cy="831989"/>
          </a:xfrm>
        </p:grpSpPr>
        <p:grpSp>
          <p:nvGrpSpPr>
            <p:cNvPr id="14" name="组合 13"/>
            <p:cNvGrpSpPr/>
            <p:nvPr/>
          </p:nvGrpSpPr>
          <p:grpSpPr>
            <a:xfrm>
              <a:off x="6599262" y="1124744"/>
              <a:ext cx="4906495" cy="830997"/>
              <a:chOff x="4865129" y="2357715"/>
              <a:chExt cx="4906495" cy="830997"/>
            </a:xfrm>
          </p:grpSpPr>
          <p:sp>
            <p:nvSpPr>
              <p:cNvPr id="17" name="TextBox 40"/>
              <p:cNvSpPr txBox="1"/>
              <p:nvPr/>
            </p:nvSpPr>
            <p:spPr>
              <a:xfrm>
                <a:off x="4871071" y="2357715"/>
                <a:ext cx="2714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此处添加标题</a:t>
                </a:r>
                <a:endParaRPr lang="zh-CN" altLang="en-US" sz="28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8" name="TextBox 40"/>
              <p:cNvSpPr txBox="1"/>
              <p:nvPr/>
            </p:nvSpPr>
            <p:spPr>
              <a:xfrm>
                <a:off x="4865129" y="2880935"/>
                <a:ext cx="49064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Only by working hard can we have a better tomorrow.</a:t>
                </a:r>
                <a:endParaRPr lang="en-US" altLang="zh-CN" sz="1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15" name="TextBox 40"/>
            <p:cNvSpPr txBox="1"/>
            <p:nvPr/>
          </p:nvSpPr>
          <p:spPr>
            <a:xfrm>
              <a:off x="5447134" y="1124744"/>
              <a:ext cx="10089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02</a:t>
              </a:r>
              <a:endParaRPr lang="zh-CN" altLang="en-US" sz="48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5289297" y="1123752"/>
              <a:ext cx="96362" cy="83099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159102" y="3690114"/>
            <a:ext cx="6216460" cy="831989"/>
            <a:chOff x="5289297" y="1123752"/>
            <a:chExt cx="6216460" cy="831989"/>
          </a:xfrm>
        </p:grpSpPr>
        <p:grpSp>
          <p:nvGrpSpPr>
            <p:cNvPr id="20" name="组合 19"/>
            <p:cNvGrpSpPr/>
            <p:nvPr/>
          </p:nvGrpSpPr>
          <p:grpSpPr>
            <a:xfrm>
              <a:off x="6599262" y="1124744"/>
              <a:ext cx="4906495" cy="830997"/>
              <a:chOff x="4865129" y="2357715"/>
              <a:chExt cx="4906495" cy="830997"/>
            </a:xfrm>
          </p:grpSpPr>
          <p:sp>
            <p:nvSpPr>
              <p:cNvPr id="23" name="TextBox 40"/>
              <p:cNvSpPr txBox="1"/>
              <p:nvPr/>
            </p:nvSpPr>
            <p:spPr>
              <a:xfrm>
                <a:off x="4871071" y="2357715"/>
                <a:ext cx="2714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此处添加标题</a:t>
                </a:r>
                <a:endParaRPr lang="zh-CN" altLang="en-US" sz="28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4" name="TextBox 40"/>
              <p:cNvSpPr txBox="1"/>
              <p:nvPr/>
            </p:nvSpPr>
            <p:spPr>
              <a:xfrm>
                <a:off x="4865129" y="2880935"/>
                <a:ext cx="49064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Only by working hard can we have a better tomorrow.</a:t>
                </a:r>
                <a:endParaRPr lang="en-US" altLang="zh-CN" sz="1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21" name="TextBox 40"/>
            <p:cNvSpPr txBox="1"/>
            <p:nvPr/>
          </p:nvSpPr>
          <p:spPr>
            <a:xfrm>
              <a:off x="5447134" y="1124744"/>
              <a:ext cx="10089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03</a:t>
              </a:r>
              <a:endParaRPr lang="zh-CN" altLang="en-US" sz="48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>
              <a:off x="5289297" y="1123752"/>
              <a:ext cx="96362" cy="83099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5159102" y="5044328"/>
            <a:ext cx="6216460" cy="831989"/>
            <a:chOff x="5289297" y="1123752"/>
            <a:chExt cx="6216460" cy="831989"/>
          </a:xfrm>
        </p:grpSpPr>
        <p:grpSp>
          <p:nvGrpSpPr>
            <p:cNvPr id="26" name="组合 25"/>
            <p:cNvGrpSpPr/>
            <p:nvPr/>
          </p:nvGrpSpPr>
          <p:grpSpPr>
            <a:xfrm>
              <a:off x="6599262" y="1124744"/>
              <a:ext cx="4906495" cy="830997"/>
              <a:chOff x="4865129" y="2357715"/>
              <a:chExt cx="4906495" cy="830997"/>
            </a:xfrm>
          </p:grpSpPr>
          <p:sp>
            <p:nvSpPr>
              <p:cNvPr id="29" name="TextBox 40"/>
              <p:cNvSpPr txBox="1"/>
              <p:nvPr/>
            </p:nvSpPr>
            <p:spPr>
              <a:xfrm>
                <a:off x="4871071" y="2357715"/>
                <a:ext cx="271486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此处添加标题</a:t>
                </a:r>
                <a:endParaRPr lang="zh-CN" altLang="en-US" sz="28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0" name="TextBox 40"/>
              <p:cNvSpPr txBox="1"/>
              <p:nvPr/>
            </p:nvSpPr>
            <p:spPr>
              <a:xfrm>
                <a:off x="4865129" y="2880935"/>
                <a:ext cx="490649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Only by working hard can we have a better tomorrow.</a:t>
                </a:r>
                <a:endParaRPr lang="en-US" altLang="zh-CN" sz="1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27" name="TextBox 40"/>
            <p:cNvSpPr txBox="1"/>
            <p:nvPr/>
          </p:nvSpPr>
          <p:spPr>
            <a:xfrm>
              <a:off x="5447134" y="1124744"/>
              <a:ext cx="100890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48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04</a:t>
              </a:r>
              <a:endParaRPr lang="zh-CN" altLang="en-US" sz="48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5289297" y="1123752"/>
              <a:ext cx="96362" cy="83099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000"/>
                            </p:stCondLst>
                            <p:childTnLst>
                              <p:par>
                                <p:cTn id="2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7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8121" y="1376772"/>
            <a:ext cx="6096000" cy="4104456"/>
            <a:chOff x="-8121" y="1376772"/>
            <a:chExt cx="6096000" cy="4104456"/>
          </a:xfrm>
        </p:grpSpPr>
        <p:sp>
          <p:nvSpPr>
            <p:cNvPr id="2" name="矩形 1"/>
            <p:cNvSpPr/>
            <p:nvPr/>
          </p:nvSpPr>
          <p:spPr>
            <a:xfrm>
              <a:off x="-8121" y="1376772"/>
              <a:ext cx="6096000" cy="41044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84538" y="2564904"/>
              <a:ext cx="4287673" cy="523220"/>
              <a:chOff x="784538" y="2523673"/>
              <a:chExt cx="4287673" cy="52322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784538" y="2523673"/>
                <a:ext cx="4287673" cy="523220"/>
                <a:chOff x="164498" y="2217595"/>
                <a:chExt cx="4287673" cy="523220"/>
              </a:xfrm>
            </p:grpSpPr>
            <p:sp>
              <p:nvSpPr>
                <p:cNvPr id="3" name="TextBox 40"/>
                <p:cNvSpPr txBox="1"/>
                <p:nvPr/>
              </p:nvSpPr>
              <p:spPr>
                <a:xfrm>
                  <a:off x="164498" y="2217595"/>
                  <a:ext cx="242837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zh-CN" altLang="en-US" sz="2800" dirty="0">
                      <a:solidFill>
                        <a:schemeClr val="bg1"/>
                      </a:solidFill>
                      <a:latin typeface="字魂105号-简雅黑" panose="00000500000000000000" pitchFamily="2" charset="-122"/>
                      <a:ea typeface="字魂105号-简雅黑" panose="00000500000000000000" pitchFamily="2" charset="-122"/>
                      <a:sym typeface="字魂105号-简雅黑" panose="00000500000000000000" pitchFamily="2" charset="-122"/>
                    </a:rPr>
                    <a:t>第一章</a:t>
                  </a:r>
                  <a:endParaRPr lang="zh-CN" altLang="en-US" sz="2800" dirty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endParaRPr>
                </a:p>
              </p:txBody>
            </p:sp>
            <p:sp>
              <p:nvSpPr>
                <p:cNvPr id="4" name="TextBox 40"/>
                <p:cNvSpPr txBox="1"/>
                <p:nvPr/>
              </p:nvSpPr>
              <p:spPr>
                <a:xfrm>
                  <a:off x="2318891" y="2298712"/>
                  <a:ext cx="21332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pt-BR" altLang="zh-CN" dirty="0">
                      <a:solidFill>
                        <a:schemeClr val="bg1"/>
                      </a:solidFill>
                      <a:latin typeface="字魂105号-简雅黑" panose="00000500000000000000" pitchFamily="2" charset="-122"/>
                      <a:ea typeface="字魂105号-简雅黑" panose="00000500000000000000" pitchFamily="2" charset="-122"/>
                      <a:sym typeface="字魂105号-简雅黑" panose="00000500000000000000" pitchFamily="2" charset="-122"/>
                    </a:rPr>
                    <a:t>Chapter  1</a:t>
                  </a:r>
                  <a:endParaRPr lang="en-US" altLang="zh-CN" dirty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>
                <a:off x="3039879" y="2600617"/>
                <a:ext cx="0" cy="369332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683590" y="3331677"/>
              <a:ext cx="4510682" cy="876399"/>
              <a:chOff x="784538" y="3488705"/>
              <a:chExt cx="4510682" cy="876399"/>
            </a:xfrm>
          </p:grpSpPr>
          <p:sp>
            <p:nvSpPr>
              <p:cNvPr id="5" name="TextBox 40"/>
              <p:cNvSpPr txBox="1"/>
              <p:nvPr/>
            </p:nvSpPr>
            <p:spPr>
              <a:xfrm>
                <a:off x="784538" y="3576790"/>
                <a:ext cx="451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zh-CN" altLang="en-US" sz="4000" dirty="0">
                    <a:solidFill>
                      <a:schemeClr val="bg1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 处 添 加 标 题</a:t>
                </a:r>
                <a:endParaRPr lang="zh-CN" altLang="en-US" sz="40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>
                <a:off x="1203675" y="4365104"/>
                <a:ext cx="367240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203675" y="3488705"/>
                <a:ext cx="367240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40"/>
          <p:cNvSpPr txBox="1"/>
          <p:nvPr/>
        </p:nvSpPr>
        <p:spPr>
          <a:xfrm>
            <a:off x="6441062" y="1950101"/>
            <a:ext cx="541894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lang="en-US" altLang="zh-CN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lang="en-US" altLang="zh-CN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lang="en-US" altLang="zh-CN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lang="zh-CN" altLang="en-US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01 </a:t>
              </a:r>
              <a:r>
                <a:rPr lang="zh-CN" altLang="en-US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lang="zh-CN" altLang="en-US" sz="24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10" name="组合 9"/>
          <p:cNvGrpSpPr/>
          <p:nvPr/>
        </p:nvGrpSpPr>
        <p:grpSpPr>
          <a:xfrm>
            <a:off x="1558702" y="1988840"/>
            <a:ext cx="8273889" cy="701731"/>
            <a:chOff x="1445823" y="1719969"/>
            <a:chExt cx="8273889" cy="701731"/>
          </a:xfrm>
        </p:grpSpPr>
        <p:sp>
          <p:nvSpPr>
            <p:cNvPr id="7" name="矩形 6"/>
            <p:cNvSpPr/>
            <p:nvPr/>
          </p:nvSpPr>
          <p:spPr>
            <a:xfrm>
              <a:off x="1445823" y="1769640"/>
              <a:ext cx="3106078" cy="60720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" name="文本框 23"/>
            <p:cNvSpPr txBox="1"/>
            <p:nvPr/>
          </p:nvSpPr>
          <p:spPr>
            <a:xfrm>
              <a:off x="1774341" y="1842407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lang="zh-CN" altLang="en-US" sz="2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文本框 26"/>
            <p:cNvSpPr txBox="1"/>
            <p:nvPr/>
          </p:nvSpPr>
          <p:spPr>
            <a:xfrm>
              <a:off x="4655046" y="1719969"/>
              <a:ext cx="5064666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1558702" y="3291754"/>
            <a:ext cx="8273889" cy="701731"/>
            <a:chOff x="1445823" y="1719969"/>
            <a:chExt cx="8273889" cy="701731"/>
          </a:xfrm>
        </p:grpSpPr>
        <p:sp>
          <p:nvSpPr>
            <p:cNvPr id="12" name="矩形 11"/>
            <p:cNvSpPr/>
            <p:nvPr/>
          </p:nvSpPr>
          <p:spPr>
            <a:xfrm>
              <a:off x="1445823" y="1769640"/>
              <a:ext cx="3106078" cy="60720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文本框 23"/>
            <p:cNvSpPr txBox="1"/>
            <p:nvPr/>
          </p:nvSpPr>
          <p:spPr>
            <a:xfrm>
              <a:off x="1774341" y="1842407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lang="zh-CN" altLang="en-US" sz="2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文本框 26"/>
            <p:cNvSpPr txBox="1"/>
            <p:nvPr/>
          </p:nvSpPr>
          <p:spPr>
            <a:xfrm>
              <a:off x="4655046" y="1719969"/>
              <a:ext cx="5064666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1558702" y="4594668"/>
            <a:ext cx="8273889" cy="701731"/>
            <a:chOff x="1445823" y="1719969"/>
            <a:chExt cx="8273889" cy="701731"/>
          </a:xfrm>
        </p:grpSpPr>
        <p:sp>
          <p:nvSpPr>
            <p:cNvPr id="16" name="矩形 15"/>
            <p:cNvSpPr/>
            <p:nvPr/>
          </p:nvSpPr>
          <p:spPr>
            <a:xfrm>
              <a:off x="1445823" y="1769640"/>
              <a:ext cx="3106078" cy="607201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7" name="文本框 23"/>
            <p:cNvSpPr txBox="1"/>
            <p:nvPr/>
          </p:nvSpPr>
          <p:spPr>
            <a:xfrm>
              <a:off x="1774341" y="1842407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400" dirty="0">
                  <a:solidFill>
                    <a:schemeClr val="bg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lang="zh-CN" altLang="en-US" sz="2400" dirty="0">
                <a:solidFill>
                  <a:schemeClr val="bg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文本框 26"/>
            <p:cNvSpPr txBox="1"/>
            <p:nvPr/>
          </p:nvSpPr>
          <p:spPr>
            <a:xfrm>
              <a:off x="4655046" y="1719969"/>
              <a:ext cx="5064666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19" name="箭头: 虚尾 18"/>
          <p:cNvSpPr/>
          <p:nvPr/>
        </p:nvSpPr>
        <p:spPr>
          <a:xfrm rot="5400000">
            <a:off x="2911560" y="2804573"/>
            <a:ext cx="400361" cy="377992"/>
          </a:xfrm>
          <a:prstGeom prst="stripedRightArrow">
            <a:avLst>
              <a:gd name="adj1" fmla="val 53938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20" name="箭头: 虚尾 19"/>
          <p:cNvSpPr/>
          <p:nvPr/>
        </p:nvSpPr>
        <p:spPr>
          <a:xfrm rot="5400000">
            <a:off x="2911560" y="4107486"/>
            <a:ext cx="400361" cy="377992"/>
          </a:xfrm>
          <a:prstGeom prst="stripedRightArrow">
            <a:avLst>
              <a:gd name="adj1" fmla="val 53938"/>
              <a:gd name="adj2" fmla="val 50000"/>
            </a:avLst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59984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01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10" name="组合 9"/>
          <p:cNvGrpSpPr/>
          <p:nvPr/>
        </p:nvGrpSpPr>
        <p:grpSpPr>
          <a:xfrm>
            <a:off x="5158902" y="2691744"/>
            <a:ext cx="1872605" cy="1980220"/>
            <a:chOff x="5087491" y="2564904"/>
            <a:chExt cx="1872605" cy="1980220"/>
          </a:xfrm>
        </p:grpSpPr>
        <p:sp>
          <p:nvSpPr>
            <p:cNvPr id="3" name="空心弧 2"/>
            <p:cNvSpPr/>
            <p:nvPr/>
          </p:nvSpPr>
          <p:spPr>
            <a:xfrm>
              <a:off x="5231904" y="2564904"/>
              <a:ext cx="1728192" cy="1728192"/>
            </a:xfrm>
            <a:prstGeom prst="blockArc">
              <a:avLst>
                <a:gd name="adj1" fmla="val 16222875"/>
                <a:gd name="adj2" fmla="val 0"/>
                <a:gd name="adj3" fmla="val 1696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7" name="空心弧 6"/>
            <p:cNvSpPr/>
            <p:nvPr/>
          </p:nvSpPr>
          <p:spPr>
            <a:xfrm flipV="1">
              <a:off x="5231904" y="2816932"/>
              <a:ext cx="1728192" cy="1728192"/>
            </a:xfrm>
            <a:prstGeom prst="blockArc">
              <a:avLst>
                <a:gd name="adj1" fmla="val 16222875"/>
                <a:gd name="adj2" fmla="val 0"/>
                <a:gd name="adj3" fmla="val 1696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8" name="空心弧 7"/>
            <p:cNvSpPr/>
            <p:nvPr/>
          </p:nvSpPr>
          <p:spPr>
            <a:xfrm flipH="1" flipV="1">
              <a:off x="5087491" y="2816932"/>
              <a:ext cx="1728192" cy="1728192"/>
            </a:xfrm>
            <a:prstGeom prst="blockArc">
              <a:avLst>
                <a:gd name="adj1" fmla="val 16222875"/>
                <a:gd name="adj2" fmla="val 0"/>
                <a:gd name="adj3" fmla="val 1696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空心弧 8"/>
            <p:cNvSpPr/>
            <p:nvPr/>
          </p:nvSpPr>
          <p:spPr>
            <a:xfrm flipH="1">
              <a:off x="5087491" y="2564904"/>
              <a:ext cx="1728192" cy="1728192"/>
            </a:xfrm>
            <a:prstGeom prst="blockArc">
              <a:avLst>
                <a:gd name="adj1" fmla="val 16222875"/>
                <a:gd name="adj2" fmla="val 0"/>
                <a:gd name="adj3" fmla="val 16963"/>
              </a:avLst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7255378" y="2420888"/>
            <a:ext cx="4210271" cy="1040958"/>
            <a:chOff x="7206346" y="2109232"/>
            <a:chExt cx="4210271" cy="1040958"/>
          </a:xfrm>
        </p:grpSpPr>
        <p:sp>
          <p:nvSpPr>
            <p:cNvPr id="11" name="文本框 23"/>
            <p:cNvSpPr txBox="1"/>
            <p:nvPr/>
          </p:nvSpPr>
          <p:spPr>
            <a:xfrm>
              <a:off x="7206346" y="2109232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·</a:t>
              </a:r>
              <a:r>
                <a:rPr lang="zh-CN" altLang="en-US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lang="zh-CN" altLang="en-US" sz="24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" name="文本框 26"/>
            <p:cNvSpPr txBox="1"/>
            <p:nvPr/>
          </p:nvSpPr>
          <p:spPr>
            <a:xfrm>
              <a:off x="7209016" y="2448459"/>
              <a:ext cx="4207601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7258075" y="4149080"/>
            <a:ext cx="4210271" cy="1040958"/>
            <a:chOff x="7206346" y="2109232"/>
            <a:chExt cx="4210271" cy="1040958"/>
          </a:xfrm>
        </p:grpSpPr>
        <p:sp>
          <p:nvSpPr>
            <p:cNvPr id="15" name="文本框 23"/>
            <p:cNvSpPr txBox="1"/>
            <p:nvPr/>
          </p:nvSpPr>
          <p:spPr>
            <a:xfrm>
              <a:off x="7206346" y="2109232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·</a:t>
              </a:r>
              <a:r>
                <a:rPr lang="zh-CN" altLang="en-US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lang="zh-CN" altLang="en-US" sz="24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文本框 26"/>
            <p:cNvSpPr txBox="1"/>
            <p:nvPr/>
          </p:nvSpPr>
          <p:spPr>
            <a:xfrm>
              <a:off x="7209016" y="2448459"/>
              <a:ext cx="4207601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829013" y="2420888"/>
            <a:ext cx="4208730" cy="1040958"/>
            <a:chOff x="7029063" y="2109232"/>
            <a:chExt cx="4208730" cy="1040958"/>
          </a:xfrm>
        </p:grpSpPr>
        <p:sp>
          <p:nvSpPr>
            <p:cNvPr id="18" name="文本框 23"/>
            <p:cNvSpPr txBox="1"/>
            <p:nvPr/>
          </p:nvSpPr>
          <p:spPr>
            <a:xfrm>
              <a:off x="8788751" y="2109232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r>
                <a:rPr lang="en-US" altLang="zh-CN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·</a:t>
              </a:r>
              <a:endParaRPr lang="zh-CN" altLang="en-US" sz="24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文本框 26"/>
            <p:cNvSpPr txBox="1"/>
            <p:nvPr/>
          </p:nvSpPr>
          <p:spPr>
            <a:xfrm>
              <a:off x="7029063" y="2448459"/>
              <a:ext cx="4207601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7884" y="4149080"/>
            <a:ext cx="4208730" cy="1040958"/>
            <a:chOff x="7029063" y="2109232"/>
            <a:chExt cx="4208730" cy="1040958"/>
          </a:xfrm>
        </p:grpSpPr>
        <p:sp>
          <p:nvSpPr>
            <p:cNvPr id="21" name="文本框 23"/>
            <p:cNvSpPr txBox="1"/>
            <p:nvPr/>
          </p:nvSpPr>
          <p:spPr>
            <a:xfrm>
              <a:off x="8788751" y="2109232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zh-CN" altLang="en-US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r>
                <a:rPr lang="en-US" altLang="zh-CN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·</a:t>
              </a:r>
              <a:endParaRPr lang="zh-CN" altLang="en-US" sz="24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文本框 26"/>
            <p:cNvSpPr txBox="1"/>
            <p:nvPr/>
          </p:nvSpPr>
          <p:spPr>
            <a:xfrm>
              <a:off x="7029063" y="2448459"/>
              <a:ext cx="4207601" cy="7017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r"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01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16" name="组合 15"/>
          <p:cNvGrpSpPr/>
          <p:nvPr/>
        </p:nvGrpSpPr>
        <p:grpSpPr>
          <a:xfrm>
            <a:off x="1040771" y="2136732"/>
            <a:ext cx="4104456" cy="3205875"/>
            <a:chOff x="-4004569" y="4257913"/>
            <a:chExt cx="4376920" cy="3418689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</a:extLst>
            </a:blip>
            <a:srcRect l="24586" t="29024" r="8854" b="19342"/>
            <a:stretch>
              <a:fillRect/>
            </a:stretch>
          </p:blipFill>
          <p:spPr>
            <a:xfrm>
              <a:off x="-3796329" y="4539202"/>
              <a:ext cx="3960440" cy="2304256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4004569" y="4257913"/>
              <a:ext cx="4376920" cy="3418689"/>
            </a:xfrm>
            <a:prstGeom prst="rect">
              <a:avLst/>
            </a:prstGeom>
          </p:spPr>
        </p:pic>
      </p:grpSp>
      <p:grpSp>
        <p:nvGrpSpPr>
          <p:cNvPr id="19" name="组合 18"/>
          <p:cNvGrpSpPr/>
          <p:nvPr/>
        </p:nvGrpSpPr>
        <p:grpSpPr>
          <a:xfrm>
            <a:off x="5768354" y="1815519"/>
            <a:ext cx="5569639" cy="988721"/>
            <a:chOff x="5782151" y="2060848"/>
            <a:chExt cx="5569639" cy="988721"/>
          </a:xfrm>
        </p:grpSpPr>
        <p:sp>
          <p:nvSpPr>
            <p:cNvPr id="17" name="TextBox 7"/>
            <p:cNvSpPr>
              <a:spLocks noChangeArrowheads="1"/>
            </p:cNvSpPr>
            <p:nvPr/>
          </p:nvSpPr>
          <p:spPr bwMode="auto">
            <a:xfrm>
              <a:off x="6959302" y="2138457"/>
              <a:ext cx="4392488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5782151" y="2060848"/>
              <a:ext cx="988721" cy="988721"/>
            </a:xfrm>
            <a:prstGeom prst="ellipse">
              <a:avLst/>
            </a:prstGeom>
            <a:solidFill>
              <a:srgbClr val="008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</a:t>
              </a:r>
              <a:endParaRPr lang="zh-CN" alt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5768354" y="3095050"/>
            <a:ext cx="5569639" cy="988721"/>
            <a:chOff x="5782151" y="2060848"/>
            <a:chExt cx="5569639" cy="988721"/>
          </a:xfrm>
        </p:grpSpPr>
        <p:sp>
          <p:nvSpPr>
            <p:cNvPr id="21" name="TextBox 7"/>
            <p:cNvSpPr>
              <a:spLocks noChangeArrowheads="1"/>
            </p:cNvSpPr>
            <p:nvPr/>
          </p:nvSpPr>
          <p:spPr bwMode="auto">
            <a:xfrm>
              <a:off x="6959302" y="2138457"/>
              <a:ext cx="4392488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5782151" y="2060848"/>
              <a:ext cx="988721" cy="988721"/>
            </a:xfrm>
            <a:prstGeom prst="ellipse">
              <a:avLst/>
            </a:prstGeom>
            <a:solidFill>
              <a:srgbClr val="008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</a:t>
              </a:r>
              <a:endParaRPr lang="zh-CN" alt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>
            <a:off x="5768354" y="4452083"/>
            <a:ext cx="5569639" cy="988721"/>
            <a:chOff x="5782151" y="2060848"/>
            <a:chExt cx="5569639" cy="988721"/>
          </a:xfrm>
        </p:grpSpPr>
        <p:sp>
          <p:nvSpPr>
            <p:cNvPr id="24" name="TextBox 7"/>
            <p:cNvSpPr>
              <a:spLocks noChangeArrowheads="1"/>
            </p:cNvSpPr>
            <p:nvPr/>
          </p:nvSpPr>
          <p:spPr bwMode="auto">
            <a:xfrm>
              <a:off x="6959302" y="2138457"/>
              <a:ext cx="4392488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30000"/>
                </a:lnSpc>
                <a:spcBef>
                  <a:spcPct val="0"/>
                </a:spcBef>
              </a:pPr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5" name="椭圆 24"/>
            <p:cNvSpPr/>
            <p:nvPr/>
          </p:nvSpPr>
          <p:spPr>
            <a:xfrm>
              <a:off x="5782151" y="2060848"/>
              <a:ext cx="988721" cy="988721"/>
            </a:xfrm>
            <a:prstGeom prst="ellipse">
              <a:avLst/>
            </a:prstGeom>
            <a:solidFill>
              <a:srgbClr val="0086E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</a:t>
              </a:r>
              <a:endParaRPr lang="zh-CN" alt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01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26" name="组合 25"/>
          <p:cNvGrpSpPr/>
          <p:nvPr/>
        </p:nvGrpSpPr>
        <p:grpSpPr>
          <a:xfrm>
            <a:off x="1823542" y="3501008"/>
            <a:ext cx="8544916" cy="2765175"/>
            <a:chOff x="1291771" y="1340768"/>
            <a:chExt cx="9695543" cy="3137524"/>
          </a:xfrm>
        </p:grpSpPr>
        <p:cxnSp>
          <p:nvCxnSpPr>
            <p:cNvPr id="27" name="Straight Connector 22"/>
            <p:cNvCxnSpPr/>
            <p:nvPr/>
          </p:nvCxnSpPr>
          <p:spPr>
            <a:xfrm>
              <a:off x="1291771" y="3820021"/>
              <a:ext cx="9695543" cy="0"/>
            </a:xfrm>
            <a:prstGeom prst="line">
              <a:avLst/>
            </a:prstGeom>
            <a:noFill/>
            <a:ln w="6350" cap="flat" cmpd="sng" algn="ctr">
              <a:solidFill>
                <a:sysClr val="window" lastClr="FFFFFF">
                  <a:lumMod val="65000"/>
                </a:sysClr>
              </a:solidFill>
              <a:prstDash val="solid"/>
              <a:miter lim="800000"/>
              <a:headEnd type="oval"/>
              <a:tailEnd type="oval"/>
            </a:ln>
            <a:effectLst/>
          </p:spPr>
        </p:cxnSp>
        <p:sp>
          <p:nvSpPr>
            <p:cNvPr id="28" name="Rounded Rectangle 1"/>
            <p:cNvSpPr/>
            <p:nvPr/>
          </p:nvSpPr>
          <p:spPr>
            <a:xfrm>
              <a:off x="1765300" y="2758664"/>
              <a:ext cx="393700" cy="132715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29" name="TextBox 11"/>
            <p:cNvSpPr txBox="1"/>
            <p:nvPr/>
          </p:nvSpPr>
          <p:spPr>
            <a:xfrm>
              <a:off x="1450726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二月份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0" name="Rounded Rectangle 3"/>
            <p:cNvSpPr/>
            <p:nvPr/>
          </p:nvSpPr>
          <p:spPr>
            <a:xfrm>
              <a:off x="2641600" y="2286224"/>
              <a:ext cx="393700" cy="1799590"/>
            </a:xfrm>
            <a:prstGeom prst="roundRect">
              <a:avLst>
                <a:gd name="adj" fmla="val 50000"/>
              </a:avLst>
            </a:prstGeom>
            <a:solidFill>
              <a:srgbClr val="0070C0">
                <a:alpha val="50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TextBox 13"/>
            <p:cNvSpPr txBox="1"/>
            <p:nvPr/>
          </p:nvSpPr>
          <p:spPr>
            <a:xfrm>
              <a:off x="2327026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三月份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2" name="Rounded Rectangle 5"/>
            <p:cNvSpPr/>
            <p:nvPr/>
          </p:nvSpPr>
          <p:spPr>
            <a:xfrm>
              <a:off x="3606596" y="3246344"/>
              <a:ext cx="393700" cy="83947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3" name="TextBox 15"/>
            <p:cNvSpPr txBox="1"/>
            <p:nvPr/>
          </p:nvSpPr>
          <p:spPr>
            <a:xfrm>
              <a:off x="3292021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四月份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4" name="Rounded Rectangle 7"/>
            <p:cNvSpPr/>
            <p:nvPr/>
          </p:nvSpPr>
          <p:spPr>
            <a:xfrm>
              <a:off x="4482896" y="2903444"/>
              <a:ext cx="393700" cy="1182370"/>
            </a:xfrm>
            <a:prstGeom prst="roundRect">
              <a:avLst>
                <a:gd name="adj" fmla="val 50000"/>
              </a:avLst>
            </a:prstGeom>
            <a:solidFill>
              <a:srgbClr val="0070C0">
                <a:alpha val="50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TextBox 17"/>
            <p:cNvSpPr txBox="1"/>
            <p:nvPr/>
          </p:nvSpPr>
          <p:spPr>
            <a:xfrm>
              <a:off x="4168322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五月份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6" name="Rounded Rectangle 9"/>
            <p:cNvSpPr/>
            <p:nvPr/>
          </p:nvSpPr>
          <p:spPr>
            <a:xfrm>
              <a:off x="5447892" y="1684244"/>
              <a:ext cx="393700" cy="240157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7" name="TextBox 19"/>
            <p:cNvSpPr txBox="1"/>
            <p:nvPr/>
          </p:nvSpPr>
          <p:spPr>
            <a:xfrm>
              <a:off x="5133318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六月份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Rounded Rectangle 11"/>
            <p:cNvSpPr/>
            <p:nvPr/>
          </p:nvSpPr>
          <p:spPr>
            <a:xfrm>
              <a:off x="6324192" y="2339564"/>
              <a:ext cx="393700" cy="1746250"/>
            </a:xfrm>
            <a:prstGeom prst="roundRect">
              <a:avLst>
                <a:gd name="adj" fmla="val 50000"/>
              </a:avLst>
            </a:prstGeom>
            <a:solidFill>
              <a:srgbClr val="0070C0">
                <a:alpha val="50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39" name="TextBox 21"/>
            <p:cNvSpPr txBox="1"/>
            <p:nvPr/>
          </p:nvSpPr>
          <p:spPr>
            <a:xfrm>
              <a:off x="6009618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七月份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0" name="Rounded Rectangle 13"/>
            <p:cNvSpPr/>
            <p:nvPr/>
          </p:nvSpPr>
          <p:spPr>
            <a:xfrm>
              <a:off x="7289188" y="2758664"/>
              <a:ext cx="393700" cy="132715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TextBox 23"/>
            <p:cNvSpPr txBox="1"/>
            <p:nvPr/>
          </p:nvSpPr>
          <p:spPr>
            <a:xfrm>
              <a:off x="6974614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八月份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2" name="Rounded Rectangle 15"/>
            <p:cNvSpPr/>
            <p:nvPr/>
          </p:nvSpPr>
          <p:spPr>
            <a:xfrm>
              <a:off x="8165488" y="2903444"/>
              <a:ext cx="399392" cy="1182370"/>
            </a:xfrm>
            <a:prstGeom prst="roundRect">
              <a:avLst>
                <a:gd name="adj" fmla="val 50000"/>
              </a:avLst>
            </a:prstGeom>
            <a:solidFill>
              <a:srgbClr val="0070C0">
                <a:alpha val="50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3" name="TextBox 25"/>
            <p:cNvSpPr txBox="1"/>
            <p:nvPr/>
          </p:nvSpPr>
          <p:spPr>
            <a:xfrm>
              <a:off x="7850914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九月份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4" name="Rounded Rectangle 17"/>
            <p:cNvSpPr/>
            <p:nvPr/>
          </p:nvSpPr>
          <p:spPr>
            <a:xfrm>
              <a:off x="9130484" y="1996664"/>
              <a:ext cx="394516" cy="2089150"/>
            </a:xfrm>
            <a:prstGeom prst="roundRect">
              <a:avLst>
                <a:gd name="adj" fmla="val 50000"/>
              </a:avLst>
            </a:prstGeom>
            <a:solidFill>
              <a:srgbClr val="0070C0"/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5" name="TextBox 27"/>
            <p:cNvSpPr txBox="1"/>
            <p:nvPr/>
          </p:nvSpPr>
          <p:spPr>
            <a:xfrm>
              <a:off x="8815910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十月份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6" name="Rounded Rectangle 19"/>
            <p:cNvSpPr/>
            <p:nvPr/>
          </p:nvSpPr>
          <p:spPr>
            <a:xfrm>
              <a:off x="10006784" y="2339564"/>
              <a:ext cx="386896" cy="1746250"/>
            </a:xfrm>
            <a:prstGeom prst="roundRect">
              <a:avLst>
                <a:gd name="adj" fmla="val 50000"/>
              </a:avLst>
            </a:prstGeom>
            <a:solidFill>
              <a:srgbClr val="0070C0">
                <a:alpha val="50000"/>
              </a:srgbClr>
            </a:solidFill>
            <a:ln w="9525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1800" b="0" i="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7" name="TextBox 29"/>
            <p:cNvSpPr txBox="1"/>
            <p:nvPr/>
          </p:nvSpPr>
          <p:spPr>
            <a:xfrm>
              <a:off x="9692210" y="4190185"/>
              <a:ext cx="964791" cy="288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十一月份</a:t>
              </a:r>
              <a:endParaRPr kumimoji="0" lang="zh-CN" altLang="en-US" sz="105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8" name="TextBox 30"/>
            <p:cNvSpPr txBox="1"/>
            <p:nvPr/>
          </p:nvSpPr>
          <p:spPr>
            <a:xfrm>
              <a:off x="1450726" y="2431154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40%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49" name="TextBox 31"/>
            <p:cNvSpPr txBox="1"/>
            <p:nvPr/>
          </p:nvSpPr>
          <p:spPr>
            <a:xfrm>
              <a:off x="2327026" y="1950492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55%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0" name="TextBox 32"/>
            <p:cNvSpPr txBox="1"/>
            <p:nvPr/>
          </p:nvSpPr>
          <p:spPr>
            <a:xfrm>
              <a:off x="3292021" y="2893136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30%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1" name="TextBox 33"/>
            <p:cNvSpPr txBox="1"/>
            <p:nvPr/>
          </p:nvSpPr>
          <p:spPr>
            <a:xfrm>
              <a:off x="4168322" y="2517873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39%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2" name="TextBox 34"/>
            <p:cNvSpPr txBox="1"/>
            <p:nvPr/>
          </p:nvSpPr>
          <p:spPr>
            <a:xfrm>
              <a:off x="5133318" y="1340768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75%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3" name="TextBox 35"/>
            <p:cNvSpPr txBox="1"/>
            <p:nvPr/>
          </p:nvSpPr>
          <p:spPr>
            <a:xfrm>
              <a:off x="6009618" y="2019683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55%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4" name="TextBox 36"/>
            <p:cNvSpPr txBox="1"/>
            <p:nvPr/>
          </p:nvSpPr>
          <p:spPr>
            <a:xfrm>
              <a:off x="6974614" y="2456409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40%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5" name="TextBox 37"/>
            <p:cNvSpPr txBox="1"/>
            <p:nvPr/>
          </p:nvSpPr>
          <p:spPr>
            <a:xfrm>
              <a:off x="7850914" y="2560780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35%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6" name="TextBox 38"/>
            <p:cNvSpPr txBox="1"/>
            <p:nvPr/>
          </p:nvSpPr>
          <p:spPr>
            <a:xfrm>
              <a:off x="8815910" y="1672479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60%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  <p:sp>
          <p:nvSpPr>
            <p:cNvPr id="57" name="TextBox 39"/>
            <p:cNvSpPr txBox="1"/>
            <p:nvPr/>
          </p:nvSpPr>
          <p:spPr>
            <a:xfrm>
              <a:off x="9692210" y="2009225"/>
              <a:ext cx="964791" cy="3142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id-ID" sz="1200" b="0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cs typeface="+mn-ea"/>
                  <a:sym typeface="字魂105号-简雅黑" panose="00000500000000000000" pitchFamily="2" charset="-122"/>
                </a:rPr>
                <a:t>55%</a:t>
              </a:r>
              <a:endParaRPr kumimoji="0" lang="id-ID" sz="1200" b="0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cs typeface="+mn-ea"/>
                <a:sym typeface="字魂105号-简雅黑" panose="00000500000000000000" pitchFamily="2" charset="-122"/>
              </a:endParaRPr>
            </a:p>
          </p:txBody>
        </p:sp>
      </p:grpSp>
      <p:sp>
        <p:nvSpPr>
          <p:cNvPr id="58" name="TextBox 7"/>
          <p:cNvSpPr>
            <a:spLocks noChangeArrowheads="1"/>
          </p:cNvSpPr>
          <p:nvPr/>
        </p:nvSpPr>
        <p:spPr bwMode="auto">
          <a:xfrm>
            <a:off x="1521143" y="2459497"/>
            <a:ext cx="9149713" cy="5332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/>
          <a:p>
            <a:pPr>
              <a:lnSpc>
                <a:spcPct val="130000"/>
              </a:lnSpc>
              <a:spcBef>
                <a:spcPct val="0"/>
              </a:spcBef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请在此处添加你的内容。请在此处添加你的内容。请在此处添加你的内容。请在此处添加你的内容。请在此处添加你的内容。请在此处添加你的内容。</a:t>
            </a: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sp>
        <p:nvSpPr>
          <p:cNvPr id="59" name="文本框 23"/>
          <p:cNvSpPr txBox="1"/>
          <p:nvPr/>
        </p:nvSpPr>
        <p:spPr>
          <a:xfrm>
            <a:off x="4871479" y="1812265"/>
            <a:ext cx="24490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rgbClr val="0070C0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添加标题内容</a:t>
            </a:r>
            <a:endParaRPr lang="zh-CN" altLang="en-US" sz="2400" dirty="0">
              <a:solidFill>
                <a:srgbClr val="0070C0"/>
              </a:solidFill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8121" y="1376772"/>
            <a:ext cx="6096000" cy="4104456"/>
            <a:chOff x="-8121" y="1376772"/>
            <a:chExt cx="6096000" cy="4104456"/>
          </a:xfrm>
        </p:grpSpPr>
        <p:sp>
          <p:nvSpPr>
            <p:cNvPr id="2" name="矩形 1"/>
            <p:cNvSpPr/>
            <p:nvPr/>
          </p:nvSpPr>
          <p:spPr>
            <a:xfrm>
              <a:off x="-8121" y="1376772"/>
              <a:ext cx="6096000" cy="41044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84538" y="2564904"/>
              <a:ext cx="4287673" cy="523220"/>
              <a:chOff x="784538" y="2523673"/>
              <a:chExt cx="4287673" cy="52322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784538" y="2523673"/>
                <a:ext cx="4287673" cy="523220"/>
                <a:chOff x="164498" y="2217595"/>
                <a:chExt cx="4287673" cy="523220"/>
              </a:xfrm>
            </p:grpSpPr>
            <p:sp>
              <p:nvSpPr>
                <p:cNvPr id="3" name="TextBox 40"/>
                <p:cNvSpPr txBox="1"/>
                <p:nvPr/>
              </p:nvSpPr>
              <p:spPr>
                <a:xfrm>
                  <a:off x="164498" y="2217595"/>
                  <a:ext cx="242837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105号-简雅黑" panose="00000500000000000000" pitchFamily="2" charset="-122"/>
                      <a:ea typeface="字魂105号-简雅黑" panose="00000500000000000000" pitchFamily="2" charset="-122"/>
                      <a:sym typeface="字魂105号-简雅黑" panose="00000500000000000000" pitchFamily="2" charset="-122"/>
                    </a:rPr>
                    <a:t>第二章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endParaRPr>
                </a:p>
              </p:txBody>
            </p:sp>
            <p:sp>
              <p:nvSpPr>
                <p:cNvPr id="4" name="TextBox 40"/>
                <p:cNvSpPr txBox="1"/>
                <p:nvPr/>
              </p:nvSpPr>
              <p:spPr>
                <a:xfrm>
                  <a:off x="2318891" y="2298712"/>
                  <a:ext cx="21332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pt-BR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105号-简雅黑" panose="00000500000000000000" pitchFamily="2" charset="-122"/>
                      <a:ea typeface="字魂105号-简雅黑" panose="00000500000000000000" pitchFamily="2" charset="-122"/>
                      <a:sym typeface="字魂105号-简雅黑" panose="00000500000000000000" pitchFamily="2" charset="-122"/>
                    </a:rPr>
                    <a:t>Chapter  2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>
                <a:off x="3039879" y="2600617"/>
                <a:ext cx="0" cy="369332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683590" y="3331677"/>
              <a:ext cx="4510682" cy="876399"/>
              <a:chOff x="784538" y="3488705"/>
              <a:chExt cx="4510682" cy="876399"/>
            </a:xfrm>
          </p:grpSpPr>
          <p:sp>
            <p:nvSpPr>
              <p:cNvPr id="5" name="TextBox 40"/>
              <p:cNvSpPr txBox="1"/>
              <p:nvPr/>
            </p:nvSpPr>
            <p:spPr>
              <a:xfrm>
                <a:off x="784538" y="3576790"/>
                <a:ext cx="451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 处 添 加 标 题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>
                <a:off x="1203675" y="4365104"/>
                <a:ext cx="367240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203675" y="3488705"/>
                <a:ext cx="367240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40"/>
          <p:cNvSpPr txBox="1"/>
          <p:nvPr/>
        </p:nvSpPr>
        <p:spPr>
          <a:xfrm>
            <a:off x="6441062" y="1950101"/>
            <a:ext cx="541894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02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sp>
        <p:nvSpPr>
          <p:cNvPr id="17" name="任意多边形: 形状 16"/>
          <p:cNvSpPr/>
          <p:nvPr/>
        </p:nvSpPr>
        <p:spPr>
          <a:xfrm>
            <a:off x="505453" y="689781"/>
            <a:ext cx="11224182" cy="3791147"/>
          </a:xfrm>
          <a:custGeom>
            <a:avLst/>
            <a:gdLst>
              <a:gd name="connsiteX0" fmla="*/ 0 w 10805160"/>
              <a:gd name="connsiteY0" fmla="*/ 5303520 h 5303520"/>
              <a:gd name="connsiteX1" fmla="*/ 5974080 w 10805160"/>
              <a:gd name="connsiteY1" fmla="*/ 3550920 h 5303520"/>
              <a:gd name="connsiteX2" fmla="*/ 10805160 w 10805160"/>
              <a:gd name="connsiteY2" fmla="*/ 0 h 5303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805160" h="5303520">
                <a:moveTo>
                  <a:pt x="0" y="5303520"/>
                </a:moveTo>
                <a:cubicBezTo>
                  <a:pt x="2086610" y="4869180"/>
                  <a:pt x="4173220" y="4434840"/>
                  <a:pt x="5974080" y="3550920"/>
                </a:cubicBezTo>
                <a:cubicBezTo>
                  <a:pt x="7774940" y="2667000"/>
                  <a:pt x="9290050" y="1333500"/>
                  <a:pt x="10805160" y="0"/>
                </a:cubicBezTo>
              </a:path>
            </a:pathLst>
          </a:cu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838622" y="4157362"/>
            <a:ext cx="2825577" cy="1714921"/>
            <a:chOff x="871012" y="3861049"/>
            <a:chExt cx="2825577" cy="1714921"/>
          </a:xfrm>
        </p:grpSpPr>
        <p:grpSp>
          <p:nvGrpSpPr>
            <p:cNvPr id="7" name="组合 6"/>
            <p:cNvGrpSpPr/>
            <p:nvPr/>
          </p:nvGrpSpPr>
          <p:grpSpPr>
            <a:xfrm>
              <a:off x="871012" y="4305339"/>
              <a:ext cx="2825577" cy="1270631"/>
              <a:chOff x="1090250" y="4916613"/>
              <a:chExt cx="2825577" cy="1270631"/>
            </a:xfrm>
          </p:grpSpPr>
          <p:sp>
            <p:nvSpPr>
              <p:cNvPr id="58" name="TextBox 7"/>
              <p:cNvSpPr>
                <a:spLocks noChangeArrowheads="1"/>
              </p:cNvSpPr>
              <p:nvPr/>
            </p:nvSpPr>
            <p:spPr bwMode="auto">
              <a:xfrm>
                <a:off x="1090250" y="5347014"/>
                <a:ext cx="2825577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9" name="文本框 23"/>
              <p:cNvSpPr txBox="1"/>
              <p:nvPr/>
            </p:nvSpPr>
            <p:spPr>
              <a:xfrm>
                <a:off x="1278518" y="4916613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3" name="椭圆 2"/>
            <p:cNvSpPr/>
            <p:nvPr/>
          </p:nvSpPr>
          <p:spPr>
            <a:xfrm>
              <a:off x="2062759" y="3861049"/>
              <a:ext cx="440280" cy="44028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4682417" y="3165484"/>
            <a:ext cx="2825577" cy="1714921"/>
            <a:chOff x="871012" y="3861049"/>
            <a:chExt cx="2825577" cy="1714921"/>
          </a:xfrm>
        </p:grpSpPr>
        <p:grpSp>
          <p:nvGrpSpPr>
            <p:cNvPr id="61" name="组合 60"/>
            <p:cNvGrpSpPr/>
            <p:nvPr/>
          </p:nvGrpSpPr>
          <p:grpSpPr>
            <a:xfrm>
              <a:off x="871012" y="4305339"/>
              <a:ext cx="2825577" cy="1270631"/>
              <a:chOff x="1090250" y="4916613"/>
              <a:chExt cx="2825577" cy="1270631"/>
            </a:xfrm>
          </p:grpSpPr>
          <p:sp>
            <p:nvSpPr>
              <p:cNvPr id="63" name="TextBox 7"/>
              <p:cNvSpPr>
                <a:spLocks noChangeArrowheads="1"/>
              </p:cNvSpPr>
              <p:nvPr/>
            </p:nvSpPr>
            <p:spPr bwMode="auto">
              <a:xfrm>
                <a:off x="1090250" y="5347014"/>
                <a:ext cx="2825577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64" name="文本框 23"/>
              <p:cNvSpPr txBox="1"/>
              <p:nvPr/>
            </p:nvSpPr>
            <p:spPr>
              <a:xfrm>
                <a:off x="1278518" y="4916613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62" name="椭圆 61"/>
            <p:cNvSpPr/>
            <p:nvPr/>
          </p:nvSpPr>
          <p:spPr>
            <a:xfrm>
              <a:off x="2062759" y="3861049"/>
              <a:ext cx="440280" cy="44028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65" name="组合 64"/>
          <p:cNvGrpSpPr/>
          <p:nvPr/>
        </p:nvGrpSpPr>
        <p:grpSpPr>
          <a:xfrm>
            <a:off x="8255446" y="1750839"/>
            <a:ext cx="2825577" cy="1714921"/>
            <a:chOff x="871012" y="3861049"/>
            <a:chExt cx="2825577" cy="1714921"/>
          </a:xfrm>
        </p:grpSpPr>
        <p:grpSp>
          <p:nvGrpSpPr>
            <p:cNvPr id="66" name="组合 65"/>
            <p:cNvGrpSpPr/>
            <p:nvPr/>
          </p:nvGrpSpPr>
          <p:grpSpPr>
            <a:xfrm>
              <a:off x="871012" y="4305339"/>
              <a:ext cx="2825577" cy="1270631"/>
              <a:chOff x="1090250" y="4916613"/>
              <a:chExt cx="2825577" cy="1270631"/>
            </a:xfrm>
          </p:grpSpPr>
          <p:sp>
            <p:nvSpPr>
              <p:cNvPr id="68" name="TextBox 7"/>
              <p:cNvSpPr>
                <a:spLocks noChangeArrowheads="1"/>
              </p:cNvSpPr>
              <p:nvPr/>
            </p:nvSpPr>
            <p:spPr bwMode="auto">
              <a:xfrm>
                <a:off x="1090250" y="5347014"/>
                <a:ext cx="2825577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69" name="文本框 23"/>
              <p:cNvSpPr txBox="1"/>
              <p:nvPr/>
            </p:nvSpPr>
            <p:spPr>
              <a:xfrm>
                <a:off x="1278518" y="4916613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67" name="椭圆 66"/>
            <p:cNvSpPr/>
            <p:nvPr/>
          </p:nvSpPr>
          <p:spPr>
            <a:xfrm>
              <a:off x="2062759" y="3861049"/>
              <a:ext cx="440280" cy="440280"/>
            </a:xfrm>
            <a:prstGeom prst="ellipse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6095206" y="3362525"/>
            <a:ext cx="5452891" cy="3000529"/>
            <a:chOff x="2654929" y="4433922"/>
            <a:chExt cx="6295344" cy="3464099"/>
          </a:xfrm>
        </p:grpSpPr>
        <p:sp>
          <p:nvSpPr>
            <p:cNvPr id="18" name="直角三角形 17"/>
            <p:cNvSpPr/>
            <p:nvPr/>
          </p:nvSpPr>
          <p:spPr>
            <a:xfrm flipH="1">
              <a:off x="2654929" y="5448980"/>
              <a:ext cx="6295344" cy="2449041"/>
            </a:xfrm>
            <a:prstGeom prst="rtTriangle">
              <a:avLst/>
            </a:prstGeom>
            <a:solidFill>
              <a:srgbClr val="0D97FF">
                <a:alpha val="2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>
              <a:off x="2665944" y="4433922"/>
              <a:ext cx="6282189" cy="3461246"/>
              <a:chOff x="4681624" y="2927444"/>
              <a:chExt cx="6282189" cy="3461246"/>
            </a:xfrm>
          </p:grpSpPr>
          <p:sp>
            <p:nvSpPr>
              <p:cNvPr id="70" name="直角三角形 69"/>
              <p:cNvSpPr/>
              <p:nvPr/>
            </p:nvSpPr>
            <p:spPr>
              <a:xfrm flipH="1">
                <a:off x="4682416" y="2927444"/>
                <a:ext cx="6281397" cy="3440863"/>
              </a:xfrm>
              <a:prstGeom prst="rtTriangle">
                <a:avLst/>
              </a:prstGeom>
              <a:solidFill>
                <a:srgbClr val="0D97FF">
                  <a:alpha val="2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71" name="直角三角形 70"/>
              <p:cNvSpPr/>
              <p:nvPr/>
            </p:nvSpPr>
            <p:spPr>
              <a:xfrm flipH="1">
                <a:off x="4681624" y="4838053"/>
                <a:ext cx="6273315" cy="1550637"/>
              </a:xfrm>
              <a:prstGeom prst="rtTriangle">
                <a:avLst/>
              </a:prstGeom>
              <a:solidFill>
                <a:srgbClr val="0086EA">
                  <a:alpha val="22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02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7" name="组合 6"/>
          <p:cNvGrpSpPr/>
          <p:nvPr/>
        </p:nvGrpSpPr>
        <p:grpSpPr>
          <a:xfrm>
            <a:off x="1898346" y="2184421"/>
            <a:ext cx="2604645" cy="3384392"/>
            <a:chOff x="1898346" y="2184421"/>
            <a:chExt cx="2604645" cy="3384392"/>
          </a:xfrm>
        </p:grpSpPr>
        <p:sp>
          <p:nvSpPr>
            <p:cNvPr id="17" name="îṩľíḍê"/>
            <p:cNvSpPr/>
            <p:nvPr/>
          </p:nvSpPr>
          <p:spPr>
            <a:xfrm>
              <a:off x="1898346" y="2184421"/>
              <a:ext cx="2604645" cy="3384392"/>
            </a:xfrm>
            <a:prstGeom prst="roundRect">
              <a:avLst>
                <a:gd name="adj" fmla="val 3877"/>
              </a:avLst>
            </a:prstGeom>
            <a:solidFill>
              <a:schemeClr val="bg1"/>
            </a:solidFill>
            <a:ln w="3175">
              <a:noFill/>
              <a:prstDash val="solid"/>
              <a:round/>
            </a:ln>
            <a:effectLst>
              <a:outerShdw blurRad="127000" sx="101000" sy="101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îŝlíḑê"/>
            <p:cNvSpPr/>
            <p:nvPr/>
          </p:nvSpPr>
          <p:spPr>
            <a:xfrm>
              <a:off x="1898346" y="2184421"/>
              <a:ext cx="2604645" cy="614061"/>
            </a:xfrm>
            <a:prstGeom prst="roundRect">
              <a:avLst/>
            </a:prstGeom>
            <a:solidFill>
              <a:srgbClr val="0070C0">
                <a:alpha val="62000"/>
              </a:srgbClr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en-US" altLang="zh-CN" b="1" i="1" u="sng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1976147" y="3309328"/>
              <a:ext cx="2449042" cy="1523081"/>
              <a:chOff x="1976147" y="3350765"/>
              <a:chExt cx="2449042" cy="1523081"/>
            </a:xfrm>
          </p:grpSpPr>
          <p:sp>
            <p:nvSpPr>
              <p:cNvPr id="58" name="TextBox 7"/>
              <p:cNvSpPr>
                <a:spLocks noChangeArrowheads="1"/>
              </p:cNvSpPr>
              <p:nvPr/>
            </p:nvSpPr>
            <p:spPr bwMode="auto">
              <a:xfrm>
                <a:off x="2301192" y="3753539"/>
                <a:ext cx="1890669" cy="11203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9" name="文本框 23"/>
              <p:cNvSpPr txBox="1"/>
              <p:nvPr/>
            </p:nvSpPr>
            <p:spPr>
              <a:xfrm>
                <a:off x="1976147" y="3350765"/>
                <a:ext cx="24490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28" name="组合 27"/>
          <p:cNvGrpSpPr/>
          <p:nvPr/>
        </p:nvGrpSpPr>
        <p:grpSpPr>
          <a:xfrm>
            <a:off x="7689008" y="2184421"/>
            <a:ext cx="2604645" cy="3384392"/>
            <a:chOff x="7689008" y="2184421"/>
            <a:chExt cx="2604645" cy="3384392"/>
          </a:xfrm>
        </p:grpSpPr>
        <p:sp>
          <p:nvSpPr>
            <p:cNvPr id="19" name="iṧļíde"/>
            <p:cNvSpPr/>
            <p:nvPr/>
          </p:nvSpPr>
          <p:spPr>
            <a:xfrm>
              <a:off x="7689008" y="2184421"/>
              <a:ext cx="2604645" cy="3384392"/>
            </a:xfrm>
            <a:prstGeom prst="roundRect">
              <a:avLst>
                <a:gd name="adj" fmla="val 3877"/>
              </a:avLst>
            </a:prstGeom>
            <a:solidFill>
              <a:schemeClr val="bg1"/>
            </a:solidFill>
            <a:ln w="3175">
              <a:noFill/>
              <a:prstDash val="solid"/>
              <a:round/>
            </a:ln>
            <a:effectLst>
              <a:outerShdw blurRad="127000" sx="101000" sy="101000" algn="ctr" rotWithShape="0">
                <a:prstClr val="black">
                  <a:alpha val="1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spcBef>
                  <a:spcPct val="0"/>
                </a:spcBef>
              </a:pPr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ïṣ1îḋé"/>
            <p:cNvSpPr/>
            <p:nvPr/>
          </p:nvSpPr>
          <p:spPr>
            <a:xfrm>
              <a:off x="7689008" y="2184421"/>
              <a:ext cx="2604645" cy="614061"/>
            </a:xfrm>
            <a:prstGeom prst="roundRect">
              <a:avLst/>
            </a:prstGeom>
            <a:solidFill>
              <a:srgbClr val="0070C0">
                <a:alpha val="62000"/>
              </a:srgbClr>
            </a:solidFill>
            <a:ln w="3175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>
                <a:lnSpc>
                  <a:spcPct val="120000"/>
                </a:lnSpc>
              </a:pPr>
              <a:endParaRPr lang="en-US" altLang="zh-CN" b="1" i="1" u="sng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7766809" y="3309328"/>
              <a:ext cx="2449042" cy="1523081"/>
              <a:chOff x="1976147" y="3350765"/>
              <a:chExt cx="2449042" cy="1523081"/>
            </a:xfrm>
          </p:grpSpPr>
          <p:sp>
            <p:nvSpPr>
              <p:cNvPr id="23" name="TextBox 7"/>
              <p:cNvSpPr>
                <a:spLocks noChangeArrowheads="1"/>
              </p:cNvSpPr>
              <p:nvPr/>
            </p:nvSpPr>
            <p:spPr bwMode="auto">
              <a:xfrm>
                <a:off x="2301192" y="3753539"/>
                <a:ext cx="1890669" cy="11203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4" name="文本框 23"/>
              <p:cNvSpPr txBox="1"/>
              <p:nvPr/>
            </p:nvSpPr>
            <p:spPr>
              <a:xfrm>
                <a:off x="1976147" y="3350765"/>
                <a:ext cx="244904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21" name="组合 20"/>
          <p:cNvGrpSpPr/>
          <p:nvPr/>
        </p:nvGrpSpPr>
        <p:grpSpPr>
          <a:xfrm>
            <a:off x="4578787" y="1905198"/>
            <a:ext cx="3034426" cy="3942837"/>
            <a:chOff x="4578787" y="1905198"/>
            <a:chExt cx="3034426" cy="3942837"/>
          </a:xfrm>
        </p:grpSpPr>
        <p:grpSp>
          <p:nvGrpSpPr>
            <p:cNvPr id="14" name="ïSḷiḋè"/>
            <p:cNvGrpSpPr/>
            <p:nvPr/>
          </p:nvGrpSpPr>
          <p:grpSpPr>
            <a:xfrm>
              <a:off x="4578787" y="1905198"/>
              <a:ext cx="3034426" cy="3942837"/>
              <a:chOff x="4578590" y="1666875"/>
              <a:chExt cx="3034821" cy="3943350"/>
            </a:xfrm>
          </p:grpSpPr>
          <p:sp>
            <p:nvSpPr>
              <p:cNvPr id="15" name="ïŝľîḋé"/>
              <p:cNvSpPr/>
              <p:nvPr/>
            </p:nvSpPr>
            <p:spPr>
              <a:xfrm>
                <a:off x="4578590" y="1666875"/>
                <a:ext cx="3034821" cy="3943350"/>
              </a:xfrm>
              <a:prstGeom prst="roundRect">
                <a:avLst>
                  <a:gd name="adj" fmla="val 3877"/>
                </a:avLst>
              </a:prstGeom>
              <a:solidFill>
                <a:schemeClr val="bg1"/>
              </a:solidFill>
              <a:ln w="3175">
                <a:noFill/>
                <a:prstDash val="solid"/>
                <a:round/>
              </a:ln>
              <a:effectLst>
                <a:outerShdw blurRad="127000" sx="101000" sy="101000" algn="ctr" rotWithShape="0">
                  <a:prstClr val="black">
                    <a:alpha val="15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spcBef>
                    <a:spcPct val="0"/>
                  </a:spcBef>
                </a:pPr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6" name="îṡ1îḓè"/>
              <p:cNvSpPr/>
              <p:nvPr/>
            </p:nvSpPr>
            <p:spPr>
              <a:xfrm>
                <a:off x="4578590" y="1666875"/>
                <a:ext cx="3034821" cy="715478"/>
              </a:xfrm>
              <a:prstGeom prst="roundRect">
                <a:avLst/>
              </a:prstGeom>
              <a:solidFill>
                <a:srgbClr val="0070C0"/>
              </a:solidFill>
              <a:ln w="3175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>
                <a:defPPr>
                  <a:defRPr lang="zh-CN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</a:defRPr>
                </a:lvl9pPr>
              </a:lstStyle>
              <a:p>
                <a:pPr algn="ctr">
                  <a:lnSpc>
                    <a:spcPct val="120000"/>
                  </a:lnSpc>
                </a:pPr>
                <a:endParaRPr lang="en-US" altLang="zh-CN" sz="2000" b="1" i="1" u="sng" dirty="0">
                  <a:solidFill>
                    <a:srgbClr val="0086EA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871479" y="3068960"/>
              <a:ext cx="2449042" cy="2003212"/>
              <a:chOff x="1976147" y="3350765"/>
              <a:chExt cx="2449042" cy="2003212"/>
            </a:xfrm>
          </p:grpSpPr>
          <p:sp>
            <p:nvSpPr>
              <p:cNvPr id="26" name="TextBox 7"/>
              <p:cNvSpPr>
                <a:spLocks noChangeArrowheads="1"/>
              </p:cNvSpPr>
              <p:nvPr/>
            </p:nvSpPr>
            <p:spPr bwMode="auto">
              <a:xfrm>
                <a:off x="2301192" y="3753539"/>
                <a:ext cx="1890669" cy="160043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1976147" y="3350765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02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7" name="组合 6"/>
          <p:cNvGrpSpPr/>
          <p:nvPr/>
        </p:nvGrpSpPr>
        <p:grpSpPr>
          <a:xfrm>
            <a:off x="4139403" y="1998753"/>
            <a:ext cx="3660434" cy="3402945"/>
            <a:chOff x="4139403" y="1998753"/>
            <a:chExt cx="3660434" cy="3402945"/>
          </a:xfrm>
        </p:grpSpPr>
        <p:sp>
          <p:nvSpPr>
            <p:cNvPr id="59" name="文本框 23"/>
            <p:cNvSpPr txBox="1"/>
            <p:nvPr/>
          </p:nvSpPr>
          <p:spPr>
            <a:xfrm>
              <a:off x="4887282" y="3448179"/>
              <a:ext cx="244904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î$ľïde"/>
            <p:cNvSpPr/>
            <p:nvPr/>
          </p:nvSpPr>
          <p:spPr>
            <a:xfrm>
              <a:off x="4520648" y="2264369"/>
              <a:ext cx="2958447" cy="2817567"/>
            </a:xfrm>
            <a:prstGeom prst="pentagon">
              <a:avLst/>
            </a:prstGeom>
            <a:noFill/>
            <a:ln w="19050"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iSļíḓê"/>
            <p:cNvSpPr/>
            <p:nvPr/>
          </p:nvSpPr>
          <p:spPr>
            <a:xfrm>
              <a:off x="7007852" y="2934907"/>
              <a:ext cx="791985" cy="744533"/>
            </a:xfrm>
            <a:prstGeom prst="hept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02</a:t>
              </a:r>
              <a:endParaRPr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2" name="íšļiḋé"/>
            <p:cNvSpPr/>
            <p:nvPr/>
          </p:nvSpPr>
          <p:spPr>
            <a:xfrm>
              <a:off x="5698632" y="1998753"/>
              <a:ext cx="791985" cy="744533"/>
            </a:xfrm>
            <a:prstGeom prst="heptagon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01</a:t>
              </a:r>
              <a:endParaRPr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ïSlïḍé"/>
            <p:cNvSpPr/>
            <p:nvPr/>
          </p:nvSpPr>
          <p:spPr>
            <a:xfrm>
              <a:off x="4139403" y="2934907"/>
              <a:ext cx="791985" cy="744533"/>
            </a:xfrm>
            <a:prstGeom prst="heptagon">
              <a:avLst/>
            </a:pr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05</a:t>
              </a:r>
              <a:endParaRPr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4" name="î$ľíḑê"/>
            <p:cNvSpPr/>
            <p:nvPr/>
          </p:nvSpPr>
          <p:spPr>
            <a:xfrm>
              <a:off x="6611859" y="4624392"/>
              <a:ext cx="791985" cy="744533"/>
            </a:xfrm>
            <a:prstGeom prst="heptagon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03</a:t>
              </a:r>
              <a:endParaRPr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5" name="îSḷíḋè"/>
            <p:cNvSpPr/>
            <p:nvPr/>
          </p:nvSpPr>
          <p:spPr>
            <a:xfrm>
              <a:off x="4747905" y="4657165"/>
              <a:ext cx="791985" cy="744533"/>
            </a:xfrm>
            <a:prstGeom prst="heptagon">
              <a:avLst/>
            </a:prstGeom>
            <a:solidFill>
              <a:srgbClr val="0070C0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r>
                <a:rPr lang="en-US" altLang="zh-CN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04</a:t>
              </a:r>
              <a:endParaRPr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6637882" y="1599772"/>
            <a:ext cx="3241130" cy="755227"/>
            <a:chOff x="6670500" y="1646428"/>
            <a:chExt cx="3241130" cy="755227"/>
          </a:xfrm>
        </p:grpSpPr>
        <p:sp>
          <p:nvSpPr>
            <p:cNvPr id="58" name="TextBox 7"/>
            <p:cNvSpPr>
              <a:spLocks noChangeArrowheads="1"/>
            </p:cNvSpPr>
            <p:nvPr/>
          </p:nvSpPr>
          <p:spPr bwMode="auto">
            <a:xfrm>
              <a:off x="6770827" y="1944607"/>
              <a:ext cx="3140803" cy="457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1" name="文本框 23"/>
            <p:cNvSpPr txBox="1"/>
            <p:nvPr/>
          </p:nvSpPr>
          <p:spPr>
            <a:xfrm>
              <a:off x="6670500" y="1646428"/>
              <a:ext cx="244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8144964" y="2934907"/>
            <a:ext cx="3241130" cy="755227"/>
            <a:chOff x="6670500" y="1646428"/>
            <a:chExt cx="3241130" cy="755227"/>
          </a:xfrm>
        </p:grpSpPr>
        <p:sp>
          <p:nvSpPr>
            <p:cNvPr id="34" name="TextBox 7"/>
            <p:cNvSpPr>
              <a:spLocks noChangeArrowheads="1"/>
            </p:cNvSpPr>
            <p:nvPr/>
          </p:nvSpPr>
          <p:spPr bwMode="auto">
            <a:xfrm>
              <a:off x="6770827" y="1944607"/>
              <a:ext cx="3140803" cy="457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5" name="文本框 23"/>
            <p:cNvSpPr txBox="1"/>
            <p:nvPr/>
          </p:nvSpPr>
          <p:spPr>
            <a:xfrm>
              <a:off x="6670500" y="1646428"/>
              <a:ext cx="244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7523619" y="4989483"/>
            <a:ext cx="3241130" cy="755227"/>
            <a:chOff x="6670500" y="1646428"/>
            <a:chExt cx="3241130" cy="755227"/>
          </a:xfrm>
        </p:grpSpPr>
        <p:sp>
          <p:nvSpPr>
            <p:cNvPr id="37" name="TextBox 7"/>
            <p:cNvSpPr>
              <a:spLocks noChangeArrowheads="1"/>
            </p:cNvSpPr>
            <p:nvPr/>
          </p:nvSpPr>
          <p:spPr bwMode="auto">
            <a:xfrm>
              <a:off x="6770827" y="1944607"/>
              <a:ext cx="3140803" cy="457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文本框 23"/>
            <p:cNvSpPr txBox="1"/>
            <p:nvPr/>
          </p:nvSpPr>
          <p:spPr>
            <a:xfrm>
              <a:off x="6670500" y="1646428"/>
              <a:ext cx="244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30815" y="2934907"/>
            <a:ext cx="3241456" cy="752285"/>
            <a:chOff x="6770827" y="1649370"/>
            <a:chExt cx="3241456" cy="752285"/>
          </a:xfrm>
        </p:grpSpPr>
        <p:sp>
          <p:nvSpPr>
            <p:cNvPr id="40" name="TextBox 7"/>
            <p:cNvSpPr>
              <a:spLocks noChangeArrowheads="1"/>
            </p:cNvSpPr>
            <p:nvPr/>
          </p:nvSpPr>
          <p:spPr bwMode="auto">
            <a:xfrm>
              <a:off x="6770827" y="1944607"/>
              <a:ext cx="3140803" cy="457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1" name="文本框 23"/>
            <p:cNvSpPr txBox="1"/>
            <p:nvPr/>
          </p:nvSpPr>
          <p:spPr>
            <a:xfrm>
              <a:off x="7563241" y="1649370"/>
              <a:ext cx="244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42" name="组合 41"/>
          <p:cNvGrpSpPr/>
          <p:nvPr/>
        </p:nvGrpSpPr>
        <p:grpSpPr>
          <a:xfrm>
            <a:off x="1279192" y="4989483"/>
            <a:ext cx="3241456" cy="752285"/>
            <a:chOff x="6770827" y="1649370"/>
            <a:chExt cx="3241456" cy="752285"/>
          </a:xfrm>
        </p:grpSpPr>
        <p:sp>
          <p:nvSpPr>
            <p:cNvPr id="43" name="TextBox 7"/>
            <p:cNvSpPr>
              <a:spLocks noChangeArrowheads="1"/>
            </p:cNvSpPr>
            <p:nvPr/>
          </p:nvSpPr>
          <p:spPr bwMode="auto">
            <a:xfrm>
              <a:off x="6770827" y="1944607"/>
              <a:ext cx="3140803" cy="4570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44" name="文本框 23"/>
            <p:cNvSpPr txBox="1"/>
            <p:nvPr/>
          </p:nvSpPr>
          <p:spPr>
            <a:xfrm>
              <a:off x="7563241" y="1649370"/>
              <a:ext cx="244904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3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02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7" name="组合 6"/>
          <p:cNvGrpSpPr/>
          <p:nvPr/>
        </p:nvGrpSpPr>
        <p:grpSpPr>
          <a:xfrm>
            <a:off x="-1848566" y="1867630"/>
            <a:ext cx="13560396" cy="4017973"/>
            <a:chOff x="-1848566" y="1867630"/>
            <a:chExt cx="13560396" cy="4017973"/>
          </a:xfrm>
        </p:grpSpPr>
        <p:grpSp>
          <p:nvGrpSpPr>
            <p:cNvPr id="8" name="组合 7"/>
            <p:cNvGrpSpPr/>
            <p:nvPr/>
          </p:nvGrpSpPr>
          <p:grpSpPr>
            <a:xfrm>
              <a:off x="-1848566" y="1867630"/>
              <a:ext cx="13560396" cy="4017973"/>
              <a:chOff x="-2041407" y="1629574"/>
              <a:chExt cx="13560396" cy="4017973"/>
            </a:xfrm>
          </p:grpSpPr>
          <p:sp>
            <p:nvSpPr>
              <p:cNvPr id="9" name="i$ḷïḋé"/>
              <p:cNvSpPr/>
              <p:nvPr/>
            </p:nvSpPr>
            <p:spPr>
              <a:xfrm rot="5400000">
                <a:off x="-2041407" y="1629574"/>
                <a:ext cx="4017973" cy="4017973"/>
              </a:xfrm>
              <a:prstGeom prst="blockArc">
                <a:avLst>
                  <a:gd name="adj1" fmla="val 12906221"/>
                  <a:gd name="adj2" fmla="val 19379123"/>
                  <a:gd name="adj3" fmla="val 7527"/>
                </a:avLst>
              </a:prstGeom>
              <a:solidFill>
                <a:schemeClr val="bg1">
                  <a:lumMod val="9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>
                <a:normAutofit/>
              </a:bodyPr>
              <a:lstStyle/>
              <a:p>
                <a:pPr marL="225425" indent="-225425" algn="ctr"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1200" kern="0">
                  <a:solidFill>
                    <a:prstClr val="black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0" name="íŝ1ïḋé"/>
              <p:cNvSpPr/>
              <p:nvPr/>
            </p:nvSpPr>
            <p:spPr>
              <a:xfrm>
                <a:off x="690851" y="1713531"/>
                <a:ext cx="730109" cy="73010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indent="-225425"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b="1" kern="0" dirty="0">
                  <a:solidFill>
                    <a:schemeClr val="tx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" name="îSlîḑe"/>
              <p:cNvSpPr/>
              <p:nvPr/>
            </p:nvSpPr>
            <p:spPr>
              <a:xfrm>
                <a:off x="1522605" y="3260195"/>
                <a:ext cx="730109" cy="730109"/>
              </a:xfrm>
              <a:prstGeom prst="ellipse">
                <a:avLst/>
              </a:prstGeom>
              <a:solidFill>
                <a:srgbClr val="0070C0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indent="-225425"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b="1" kern="0" dirty="0">
                  <a:solidFill>
                    <a:schemeClr val="tx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2" name="îSḻïḓe"/>
              <p:cNvSpPr/>
              <p:nvPr/>
            </p:nvSpPr>
            <p:spPr>
              <a:xfrm>
                <a:off x="690851" y="4806859"/>
                <a:ext cx="730109" cy="730109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91440" tIns="45720" rIns="91440" bIns="45720" rtlCol="0" anchor="ctr" anchorCtr="0">
                <a:normAutofit/>
              </a:bodyPr>
              <a:lstStyle/>
              <a:p>
                <a:pPr indent="-225425" algn="ctr" fontAlgn="base">
                  <a:lnSpc>
                    <a:spcPct val="110000"/>
                  </a:lnSpc>
                  <a:spcBef>
                    <a:spcPct val="0"/>
                  </a:spcBef>
                  <a:spcAft>
                    <a:spcPct val="0"/>
                  </a:spcAft>
                </a:pPr>
                <a:endParaRPr lang="en-US" b="1" kern="0" dirty="0">
                  <a:solidFill>
                    <a:schemeClr val="tx1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cxnSp>
            <p:nvCxnSpPr>
              <p:cNvPr id="13" name="直接连接符 12"/>
              <p:cNvCxnSpPr/>
              <p:nvPr/>
            </p:nvCxnSpPr>
            <p:spPr>
              <a:xfrm>
                <a:off x="1976566" y="2851918"/>
                <a:ext cx="9542423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/>
              <p:cNvCxnSpPr/>
              <p:nvPr/>
            </p:nvCxnSpPr>
            <p:spPr>
              <a:xfrm>
                <a:off x="1976566" y="4398582"/>
                <a:ext cx="9542423" cy="0"/>
              </a:xfrm>
              <a:prstGeom prst="line">
                <a:avLst/>
              </a:prstGeom>
              <a:ln w="3175" cap="rnd">
                <a:solidFill>
                  <a:schemeClr val="bg1">
                    <a:lumMod val="75000"/>
                  </a:schemeClr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íṧ1iḍè"/>
              <p:cNvSpPr/>
              <p:nvPr/>
            </p:nvSpPr>
            <p:spPr>
              <a:xfrm>
                <a:off x="924188" y="1850865"/>
                <a:ext cx="263436" cy="455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547" y="0"/>
                    </a:moveTo>
                    <a:cubicBezTo>
                      <a:pt x="9239" y="0"/>
                      <a:pt x="8126" y="269"/>
                      <a:pt x="7204" y="802"/>
                    </a:cubicBezTo>
                    <a:cubicBezTo>
                      <a:pt x="6284" y="1334"/>
                      <a:pt x="5831" y="1979"/>
                      <a:pt x="5831" y="2736"/>
                    </a:cubicBezTo>
                    <a:cubicBezTo>
                      <a:pt x="5831" y="3491"/>
                      <a:pt x="6284" y="4137"/>
                      <a:pt x="7204" y="4669"/>
                    </a:cubicBezTo>
                    <a:cubicBezTo>
                      <a:pt x="8126" y="5202"/>
                      <a:pt x="9241" y="5464"/>
                      <a:pt x="10547" y="5464"/>
                    </a:cubicBezTo>
                    <a:cubicBezTo>
                      <a:pt x="11854" y="5464"/>
                      <a:pt x="12969" y="5202"/>
                      <a:pt x="13890" y="4669"/>
                    </a:cubicBezTo>
                    <a:cubicBezTo>
                      <a:pt x="14810" y="4137"/>
                      <a:pt x="15277" y="3491"/>
                      <a:pt x="15277" y="2736"/>
                    </a:cubicBezTo>
                    <a:cubicBezTo>
                      <a:pt x="15277" y="1979"/>
                      <a:pt x="14810" y="1335"/>
                      <a:pt x="13890" y="802"/>
                    </a:cubicBezTo>
                    <a:cubicBezTo>
                      <a:pt x="12969" y="269"/>
                      <a:pt x="11854" y="0"/>
                      <a:pt x="10547" y="0"/>
                    </a:cubicBezTo>
                    <a:close/>
                    <a:moveTo>
                      <a:pt x="4056" y="5988"/>
                    </a:moveTo>
                    <a:cubicBezTo>
                      <a:pt x="2931" y="5988"/>
                      <a:pt x="1979" y="6215"/>
                      <a:pt x="1192" y="6670"/>
                    </a:cubicBezTo>
                    <a:cubicBezTo>
                      <a:pt x="406" y="7126"/>
                      <a:pt x="0" y="7684"/>
                      <a:pt x="0" y="8334"/>
                    </a:cubicBezTo>
                    <a:lnTo>
                      <a:pt x="0" y="13408"/>
                    </a:lnTo>
                    <a:cubicBezTo>
                      <a:pt x="0" y="13733"/>
                      <a:pt x="203" y="14005"/>
                      <a:pt x="596" y="14233"/>
                    </a:cubicBezTo>
                    <a:cubicBezTo>
                      <a:pt x="990" y="14460"/>
                      <a:pt x="1472" y="14577"/>
                      <a:pt x="2034" y="14577"/>
                    </a:cubicBezTo>
                    <a:cubicBezTo>
                      <a:pt x="2597" y="14577"/>
                      <a:pt x="3065" y="14460"/>
                      <a:pt x="3460" y="14233"/>
                    </a:cubicBezTo>
                    <a:cubicBezTo>
                      <a:pt x="3853" y="14005"/>
                      <a:pt x="4056" y="13733"/>
                      <a:pt x="4056" y="13408"/>
                    </a:cubicBezTo>
                    <a:lnTo>
                      <a:pt x="4056" y="9114"/>
                    </a:lnTo>
                    <a:lnTo>
                      <a:pt x="5403" y="9114"/>
                    </a:lnTo>
                    <a:lnTo>
                      <a:pt x="5403" y="20236"/>
                    </a:lnTo>
                    <a:cubicBezTo>
                      <a:pt x="5403" y="20610"/>
                      <a:pt x="5639" y="20935"/>
                      <a:pt x="6103" y="21203"/>
                    </a:cubicBezTo>
                    <a:cubicBezTo>
                      <a:pt x="6567" y="21471"/>
                      <a:pt x="7116" y="21600"/>
                      <a:pt x="7761" y="21600"/>
                    </a:cubicBezTo>
                    <a:cubicBezTo>
                      <a:pt x="8409" y="21600"/>
                      <a:pt x="8969" y="21471"/>
                      <a:pt x="9433" y="21203"/>
                    </a:cubicBezTo>
                    <a:cubicBezTo>
                      <a:pt x="9897" y="20935"/>
                      <a:pt x="10133" y="20610"/>
                      <a:pt x="10133" y="20236"/>
                    </a:cubicBezTo>
                    <a:lnTo>
                      <a:pt x="10133" y="14577"/>
                    </a:lnTo>
                    <a:lnTo>
                      <a:pt x="11480" y="14577"/>
                    </a:lnTo>
                    <a:lnTo>
                      <a:pt x="11480" y="20236"/>
                    </a:lnTo>
                    <a:cubicBezTo>
                      <a:pt x="11480" y="20610"/>
                      <a:pt x="11703" y="20935"/>
                      <a:pt x="12167" y="21203"/>
                    </a:cubicBezTo>
                    <a:cubicBezTo>
                      <a:pt x="12631" y="21471"/>
                      <a:pt x="13191" y="21600"/>
                      <a:pt x="13839" y="21600"/>
                    </a:cubicBezTo>
                    <a:cubicBezTo>
                      <a:pt x="14486" y="21600"/>
                      <a:pt x="15046" y="21471"/>
                      <a:pt x="15510" y="21203"/>
                    </a:cubicBezTo>
                    <a:cubicBezTo>
                      <a:pt x="15974" y="20934"/>
                      <a:pt x="16197" y="20610"/>
                      <a:pt x="16197" y="20236"/>
                    </a:cubicBezTo>
                    <a:lnTo>
                      <a:pt x="16197" y="9114"/>
                    </a:lnTo>
                    <a:lnTo>
                      <a:pt x="17544" y="9114"/>
                    </a:lnTo>
                    <a:lnTo>
                      <a:pt x="17544" y="13408"/>
                    </a:lnTo>
                    <a:cubicBezTo>
                      <a:pt x="17544" y="13733"/>
                      <a:pt x="17746" y="14005"/>
                      <a:pt x="18140" y="14233"/>
                    </a:cubicBezTo>
                    <a:cubicBezTo>
                      <a:pt x="18533" y="14460"/>
                      <a:pt x="19016" y="14577"/>
                      <a:pt x="19579" y="14577"/>
                    </a:cubicBezTo>
                    <a:cubicBezTo>
                      <a:pt x="20141" y="14577"/>
                      <a:pt x="20611" y="14460"/>
                      <a:pt x="21004" y="14233"/>
                    </a:cubicBezTo>
                    <a:cubicBezTo>
                      <a:pt x="21397" y="14005"/>
                      <a:pt x="21600" y="13733"/>
                      <a:pt x="21600" y="13408"/>
                    </a:cubicBezTo>
                    <a:lnTo>
                      <a:pt x="21600" y="8334"/>
                    </a:lnTo>
                    <a:cubicBezTo>
                      <a:pt x="21600" y="7684"/>
                      <a:pt x="21208" y="7126"/>
                      <a:pt x="20421" y="6670"/>
                    </a:cubicBezTo>
                    <a:cubicBezTo>
                      <a:pt x="19634" y="6216"/>
                      <a:pt x="18668" y="5988"/>
                      <a:pt x="17544" y="5988"/>
                    </a:cubicBezTo>
                    <a:lnTo>
                      <a:pt x="4056" y="5988"/>
                    </a:lnTo>
                    <a:close/>
                  </a:path>
                </a:pathLst>
              </a:custGeom>
              <a:solidFill>
                <a:srgbClr val="0070C0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6" name="íṧļîḍè"/>
              <p:cNvSpPr/>
              <p:nvPr/>
            </p:nvSpPr>
            <p:spPr>
              <a:xfrm>
                <a:off x="1755942" y="3397529"/>
                <a:ext cx="263436" cy="455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547" y="0"/>
                    </a:moveTo>
                    <a:cubicBezTo>
                      <a:pt x="9239" y="0"/>
                      <a:pt x="8126" y="269"/>
                      <a:pt x="7204" y="802"/>
                    </a:cubicBezTo>
                    <a:cubicBezTo>
                      <a:pt x="6284" y="1334"/>
                      <a:pt x="5831" y="1979"/>
                      <a:pt x="5831" y="2736"/>
                    </a:cubicBezTo>
                    <a:cubicBezTo>
                      <a:pt x="5831" y="3491"/>
                      <a:pt x="6284" y="4137"/>
                      <a:pt x="7204" y="4669"/>
                    </a:cubicBezTo>
                    <a:cubicBezTo>
                      <a:pt x="8126" y="5202"/>
                      <a:pt x="9241" y="5464"/>
                      <a:pt x="10547" y="5464"/>
                    </a:cubicBezTo>
                    <a:cubicBezTo>
                      <a:pt x="11854" y="5464"/>
                      <a:pt x="12969" y="5202"/>
                      <a:pt x="13890" y="4669"/>
                    </a:cubicBezTo>
                    <a:cubicBezTo>
                      <a:pt x="14810" y="4137"/>
                      <a:pt x="15277" y="3491"/>
                      <a:pt x="15277" y="2736"/>
                    </a:cubicBezTo>
                    <a:cubicBezTo>
                      <a:pt x="15277" y="1979"/>
                      <a:pt x="14810" y="1335"/>
                      <a:pt x="13890" y="802"/>
                    </a:cubicBezTo>
                    <a:cubicBezTo>
                      <a:pt x="12969" y="269"/>
                      <a:pt x="11854" y="0"/>
                      <a:pt x="10547" y="0"/>
                    </a:cubicBezTo>
                    <a:close/>
                    <a:moveTo>
                      <a:pt x="4056" y="5988"/>
                    </a:moveTo>
                    <a:cubicBezTo>
                      <a:pt x="2931" y="5988"/>
                      <a:pt x="1979" y="6215"/>
                      <a:pt x="1192" y="6670"/>
                    </a:cubicBezTo>
                    <a:cubicBezTo>
                      <a:pt x="406" y="7126"/>
                      <a:pt x="0" y="7684"/>
                      <a:pt x="0" y="8334"/>
                    </a:cubicBezTo>
                    <a:lnTo>
                      <a:pt x="0" y="13408"/>
                    </a:lnTo>
                    <a:cubicBezTo>
                      <a:pt x="0" y="13733"/>
                      <a:pt x="203" y="14005"/>
                      <a:pt x="596" y="14233"/>
                    </a:cubicBezTo>
                    <a:cubicBezTo>
                      <a:pt x="990" y="14460"/>
                      <a:pt x="1472" y="14577"/>
                      <a:pt x="2034" y="14577"/>
                    </a:cubicBezTo>
                    <a:cubicBezTo>
                      <a:pt x="2597" y="14577"/>
                      <a:pt x="3065" y="14460"/>
                      <a:pt x="3460" y="14233"/>
                    </a:cubicBezTo>
                    <a:cubicBezTo>
                      <a:pt x="3853" y="14005"/>
                      <a:pt x="4056" y="13733"/>
                      <a:pt x="4056" y="13408"/>
                    </a:cubicBezTo>
                    <a:lnTo>
                      <a:pt x="4056" y="9114"/>
                    </a:lnTo>
                    <a:lnTo>
                      <a:pt x="5403" y="9114"/>
                    </a:lnTo>
                    <a:lnTo>
                      <a:pt x="5403" y="20236"/>
                    </a:lnTo>
                    <a:cubicBezTo>
                      <a:pt x="5403" y="20610"/>
                      <a:pt x="5639" y="20935"/>
                      <a:pt x="6103" y="21203"/>
                    </a:cubicBezTo>
                    <a:cubicBezTo>
                      <a:pt x="6567" y="21471"/>
                      <a:pt x="7116" y="21600"/>
                      <a:pt x="7761" y="21600"/>
                    </a:cubicBezTo>
                    <a:cubicBezTo>
                      <a:pt x="8409" y="21600"/>
                      <a:pt x="8969" y="21471"/>
                      <a:pt x="9433" y="21203"/>
                    </a:cubicBezTo>
                    <a:cubicBezTo>
                      <a:pt x="9897" y="20935"/>
                      <a:pt x="10133" y="20610"/>
                      <a:pt x="10133" y="20236"/>
                    </a:cubicBezTo>
                    <a:lnTo>
                      <a:pt x="10133" y="14577"/>
                    </a:lnTo>
                    <a:lnTo>
                      <a:pt x="11480" y="14577"/>
                    </a:lnTo>
                    <a:lnTo>
                      <a:pt x="11480" y="20236"/>
                    </a:lnTo>
                    <a:cubicBezTo>
                      <a:pt x="11480" y="20610"/>
                      <a:pt x="11703" y="20935"/>
                      <a:pt x="12167" y="21203"/>
                    </a:cubicBezTo>
                    <a:cubicBezTo>
                      <a:pt x="12631" y="21471"/>
                      <a:pt x="13191" y="21600"/>
                      <a:pt x="13839" y="21600"/>
                    </a:cubicBezTo>
                    <a:cubicBezTo>
                      <a:pt x="14486" y="21600"/>
                      <a:pt x="15046" y="21471"/>
                      <a:pt x="15510" y="21203"/>
                    </a:cubicBezTo>
                    <a:cubicBezTo>
                      <a:pt x="15974" y="20934"/>
                      <a:pt x="16197" y="20610"/>
                      <a:pt x="16197" y="20236"/>
                    </a:cubicBezTo>
                    <a:lnTo>
                      <a:pt x="16197" y="9114"/>
                    </a:lnTo>
                    <a:lnTo>
                      <a:pt x="17544" y="9114"/>
                    </a:lnTo>
                    <a:lnTo>
                      <a:pt x="17544" y="13408"/>
                    </a:lnTo>
                    <a:cubicBezTo>
                      <a:pt x="17544" y="13733"/>
                      <a:pt x="17746" y="14005"/>
                      <a:pt x="18140" y="14233"/>
                    </a:cubicBezTo>
                    <a:cubicBezTo>
                      <a:pt x="18533" y="14460"/>
                      <a:pt x="19016" y="14577"/>
                      <a:pt x="19579" y="14577"/>
                    </a:cubicBezTo>
                    <a:cubicBezTo>
                      <a:pt x="20141" y="14577"/>
                      <a:pt x="20611" y="14460"/>
                      <a:pt x="21004" y="14233"/>
                    </a:cubicBezTo>
                    <a:cubicBezTo>
                      <a:pt x="21397" y="14005"/>
                      <a:pt x="21600" y="13733"/>
                      <a:pt x="21600" y="13408"/>
                    </a:cubicBezTo>
                    <a:lnTo>
                      <a:pt x="21600" y="8334"/>
                    </a:lnTo>
                    <a:cubicBezTo>
                      <a:pt x="21600" y="7684"/>
                      <a:pt x="21208" y="7126"/>
                      <a:pt x="20421" y="6670"/>
                    </a:cubicBezTo>
                    <a:cubicBezTo>
                      <a:pt x="19634" y="6216"/>
                      <a:pt x="18668" y="5988"/>
                      <a:pt x="17544" y="5988"/>
                    </a:cubicBezTo>
                    <a:lnTo>
                      <a:pt x="4056" y="5988"/>
                    </a:lnTo>
                    <a:close/>
                  </a:path>
                </a:pathLst>
              </a:custGeom>
              <a:solidFill>
                <a:schemeClr val="bg1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7" name="ïṩlïde"/>
              <p:cNvSpPr/>
              <p:nvPr/>
            </p:nvSpPr>
            <p:spPr>
              <a:xfrm>
                <a:off x="924188" y="4942779"/>
                <a:ext cx="263436" cy="455441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547" y="0"/>
                    </a:moveTo>
                    <a:cubicBezTo>
                      <a:pt x="9239" y="0"/>
                      <a:pt x="8126" y="269"/>
                      <a:pt x="7204" y="802"/>
                    </a:cubicBezTo>
                    <a:cubicBezTo>
                      <a:pt x="6284" y="1334"/>
                      <a:pt x="5831" y="1979"/>
                      <a:pt x="5831" y="2736"/>
                    </a:cubicBezTo>
                    <a:cubicBezTo>
                      <a:pt x="5831" y="3491"/>
                      <a:pt x="6284" y="4137"/>
                      <a:pt x="7204" y="4669"/>
                    </a:cubicBezTo>
                    <a:cubicBezTo>
                      <a:pt x="8126" y="5202"/>
                      <a:pt x="9241" y="5464"/>
                      <a:pt x="10547" y="5464"/>
                    </a:cubicBezTo>
                    <a:cubicBezTo>
                      <a:pt x="11854" y="5464"/>
                      <a:pt x="12969" y="5202"/>
                      <a:pt x="13890" y="4669"/>
                    </a:cubicBezTo>
                    <a:cubicBezTo>
                      <a:pt x="14810" y="4137"/>
                      <a:pt x="15277" y="3491"/>
                      <a:pt x="15277" y="2736"/>
                    </a:cubicBezTo>
                    <a:cubicBezTo>
                      <a:pt x="15277" y="1979"/>
                      <a:pt x="14810" y="1335"/>
                      <a:pt x="13890" y="802"/>
                    </a:cubicBezTo>
                    <a:cubicBezTo>
                      <a:pt x="12969" y="269"/>
                      <a:pt x="11854" y="0"/>
                      <a:pt x="10547" y="0"/>
                    </a:cubicBezTo>
                    <a:close/>
                    <a:moveTo>
                      <a:pt x="4056" y="5988"/>
                    </a:moveTo>
                    <a:cubicBezTo>
                      <a:pt x="2931" y="5988"/>
                      <a:pt x="1979" y="6215"/>
                      <a:pt x="1192" y="6670"/>
                    </a:cubicBezTo>
                    <a:cubicBezTo>
                      <a:pt x="406" y="7126"/>
                      <a:pt x="0" y="7684"/>
                      <a:pt x="0" y="8334"/>
                    </a:cubicBezTo>
                    <a:lnTo>
                      <a:pt x="0" y="13408"/>
                    </a:lnTo>
                    <a:cubicBezTo>
                      <a:pt x="0" y="13733"/>
                      <a:pt x="203" y="14005"/>
                      <a:pt x="596" y="14233"/>
                    </a:cubicBezTo>
                    <a:cubicBezTo>
                      <a:pt x="990" y="14460"/>
                      <a:pt x="1472" y="14577"/>
                      <a:pt x="2034" y="14577"/>
                    </a:cubicBezTo>
                    <a:cubicBezTo>
                      <a:pt x="2597" y="14577"/>
                      <a:pt x="3065" y="14460"/>
                      <a:pt x="3460" y="14233"/>
                    </a:cubicBezTo>
                    <a:cubicBezTo>
                      <a:pt x="3853" y="14005"/>
                      <a:pt x="4056" y="13733"/>
                      <a:pt x="4056" y="13408"/>
                    </a:cubicBezTo>
                    <a:lnTo>
                      <a:pt x="4056" y="9114"/>
                    </a:lnTo>
                    <a:lnTo>
                      <a:pt x="5403" y="9114"/>
                    </a:lnTo>
                    <a:lnTo>
                      <a:pt x="5403" y="20236"/>
                    </a:lnTo>
                    <a:cubicBezTo>
                      <a:pt x="5403" y="20610"/>
                      <a:pt x="5639" y="20935"/>
                      <a:pt x="6103" y="21203"/>
                    </a:cubicBezTo>
                    <a:cubicBezTo>
                      <a:pt x="6567" y="21471"/>
                      <a:pt x="7116" y="21600"/>
                      <a:pt x="7761" y="21600"/>
                    </a:cubicBezTo>
                    <a:cubicBezTo>
                      <a:pt x="8409" y="21600"/>
                      <a:pt x="8969" y="21471"/>
                      <a:pt x="9433" y="21203"/>
                    </a:cubicBezTo>
                    <a:cubicBezTo>
                      <a:pt x="9897" y="20935"/>
                      <a:pt x="10133" y="20610"/>
                      <a:pt x="10133" y="20236"/>
                    </a:cubicBezTo>
                    <a:lnTo>
                      <a:pt x="10133" y="14577"/>
                    </a:lnTo>
                    <a:lnTo>
                      <a:pt x="11480" y="14577"/>
                    </a:lnTo>
                    <a:lnTo>
                      <a:pt x="11480" y="20236"/>
                    </a:lnTo>
                    <a:cubicBezTo>
                      <a:pt x="11480" y="20610"/>
                      <a:pt x="11703" y="20935"/>
                      <a:pt x="12167" y="21203"/>
                    </a:cubicBezTo>
                    <a:cubicBezTo>
                      <a:pt x="12631" y="21471"/>
                      <a:pt x="13191" y="21600"/>
                      <a:pt x="13839" y="21600"/>
                    </a:cubicBezTo>
                    <a:cubicBezTo>
                      <a:pt x="14486" y="21600"/>
                      <a:pt x="15046" y="21471"/>
                      <a:pt x="15510" y="21203"/>
                    </a:cubicBezTo>
                    <a:cubicBezTo>
                      <a:pt x="15974" y="20934"/>
                      <a:pt x="16197" y="20610"/>
                      <a:pt x="16197" y="20236"/>
                    </a:cubicBezTo>
                    <a:lnTo>
                      <a:pt x="16197" y="9114"/>
                    </a:lnTo>
                    <a:lnTo>
                      <a:pt x="17544" y="9114"/>
                    </a:lnTo>
                    <a:lnTo>
                      <a:pt x="17544" y="13408"/>
                    </a:lnTo>
                    <a:cubicBezTo>
                      <a:pt x="17544" y="13733"/>
                      <a:pt x="17746" y="14005"/>
                      <a:pt x="18140" y="14233"/>
                    </a:cubicBezTo>
                    <a:cubicBezTo>
                      <a:pt x="18533" y="14460"/>
                      <a:pt x="19016" y="14577"/>
                      <a:pt x="19579" y="14577"/>
                    </a:cubicBezTo>
                    <a:cubicBezTo>
                      <a:pt x="20141" y="14577"/>
                      <a:pt x="20611" y="14460"/>
                      <a:pt x="21004" y="14233"/>
                    </a:cubicBezTo>
                    <a:cubicBezTo>
                      <a:pt x="21397" y="14005"/>
                      <a:pt x="21600" y="13733"/>
                      <a:pt x="21600" y="13408"/>
                    </a:cubicBezTo>
                    <a:lnTo>
                      <a:pt x="21600" y="8334"/>
                    </a:lnTo>
                    <a:cubicBezTo>
                      <a:pt x="21600" y="7684"/>
                      <a:pt x="21208" y="7126"/>
                      <a:pt x="20421" y="6670"/>
                    </a:cubicBezTo>
                    <a:cubicBezTo>
                      <a:pt x="19634" y="6216"/>
                      <a:pt x="18668" y="5988"/>
                      <a:pt x="17544" y="5988"/>
                    </a:cubicBezTo>
                    <a:lnTo>
                      <a:pt x="4056" y="5988"/>
                    </a:lnTo>
                    <a:close/>
                  </a:path>
                </a:pathLst>
              </a:custGeom>
              <a:solidFill>
                <a:srgbClr val="0070C0"/>
              </a:solidFill>
              <a:ln w="12700">
                <a:miter lim="400000"/>
              </a:ln>
            </p:spPr>
            <p:txBody>
              <a:bodyPr wrap="square" lIns="91440" tIns="45720" rIns="91440" bIns="45720" anchor="ctr">
                <a:normAutofit/>
              </a:bodyPr>
              <a:lstStyle/>
              <a:p>
                <a:pPr algn="ctr"/>
                <a:endParaRPr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18" name="组合 17"/>
            <p:cNvGrpSpPr/>
            <p:nvPr/>
          </p:nvGrpSpPr>
          <p:grpSpPr>
            <a:xfrm>
              <a:off x="2169407" y="2000478"/>
              <a:ext cx="3241130" cy="755227"/>
              <a:chOff x="6670500" y="1646428"/>
              <a:chExt cx="3241130" cy="755227"/>
            </a:xfrm>
          </p:grpSpPr>
          <p:sp>
            <p:nvSpPr>
              <p:cNvPr id="19" name="TextBox 7"/>
              <p:cNvSpPr>
                <a:spLocks noChangeArrowheads="1"/>
              </p:cNvSpPr>
              <p:nvPr/>
            </p:nvSpPr>
            <p:spPr bwMode="auto">
              <a:xfrm>
                <a:off x="6770827" y="1944607"/>
                <a:ext cx="3140803" cy="4570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0" name="文本框 23"/>
              <p:cNvSpPr txBox="1"/>
              <p:nvPr/>
            </p:nvSpPr>
            <p:spPr>
              <a:xfrm>
                <a:off x="6670500" y="1646428"/>
                <a:ext cx="24490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2630351" y="3483865"/>
              <a:ext cx="3241130" cy="755227"/>
              <a:chOff x="6670500" y="1646428"/>
              <a:chExt cx="3241130" cy="755227"/>
            </a:xfrm>
          </p:grpSpPr>
          <p:sp>
            <p:nvSpPr>
              <p:cNvPr id="22" name="TextBox 7"/>
              <p:cNvSpPr>
                <a:spLocks noChangeArrowheads="1"/>
              </p:cNvSpPr>
              <p:nvPr/>
            </p:nvSpPr>
            <p:spPr bwMode="auto">
              <a:xfrm>
                <a:off x="6770827" y="1944607"/>
                <a:ext cx="3140803" cy="4570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3" name="文本框 23"/>
              <p:cNvSpPr txBox="1"/>
              <p:nvPr/>
            </p:nvSpPr>
            <p:spPr>
              <a:xfrm>
                <a:off x="6670500" y="1646428"/>
                <a:ext cx="24490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>
              <a:off x="2073405" y="5067149"/>
              <a:ext cx="3241130" cy="755227"/>
              <a:chOff x="6670500" y="1646428"/>
              <a:chExt cx="3241130" cy="755227"/>
            </a:xfrm>
          </p:grpSpPr>
          <p:sp>
            <p:nvSpPr>
              <p:cNvPr id="25" name="TextBox 7"/>
              <p:cNvSpPr>
                <a:spLocks noChangeArrowheads="1"/>
              </p:cNvSpPr>
              <p:nvPr/>
            </p:nvSpPr>
            <p:spPr bwMode="auto">
              <a:xfrm>
                <a:off x="6770827" y="1944607"/>
                <a:ext cx="3140803" cy="4570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6" name="文本框 23"/>
              <p:cNvSpPr txBox="1"/>
              <p:nvPr/>
            </p:nvSpPr>
            <p:spPr>
              <a:xfrm>
                <a:off x="6670500" y="1646428"/>
                <a:ext cx="24490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7463358" y="2000478"/>
              <a:ext cx="3241130" cy="755227"/>
              <a:chOff x="6670500" y="1646428"/>
              <a:chExt cx="3241130" cy="755227"/>
            </a:xfrm>
          </p:grpSpPr>
          <p:sp>
            <p:nvSpPr>
              <p:cNvPr id="28" name="TextBox 7"/>
              <p:cNvSpPr>
                <a:spLocks noChangeArrowheads="1"/>
              </p:cNvSpPr>
              <p:nvPr/>
            </p:nvSpPr>
            <p:spPr bwMode="auto">
              <a:xfrm>
                <a:off x="6770827" y="1944607"/>
                <a:ext cx="3140803" cy="4570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9" name="文本框 23"/>
              <p:cNvSpPr txBox="1"/>
              <p:nvPr/>
            </p:nvSpPr>
            <p:spPr>
              <a:xfrm>
                <a:off x="6670500" y="1646428"/>
                <a:ext cx="24490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>
              <a:off x="7463358" y="3490752"/>
              <a:ext cx="3241130" cy="755227"/>
              <a:chOff x="6670500" y="1646428"/>
              <a:chExt cx="3241130" cy="755227"/>
            </a:xfrm>
          </p:grpSpPr>
          <p:sp>
            <p:nvSpPr>
              <p:cNvPr id="31" name="TextBox 7"/>
              <p:cNvSpPr>
                <a:spLocks noChangeArrowheads="1"/>
              </p:cNvSpPr>
              <p:nvPr/>
            </p:nvSpPr>
            <p:spPr bwMode="auto">
              <a:xfrm>
                <a:off x="6770827" y="1944607"/>
                <a:ext cx="3140803" cy="4570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2" name="文本框 23"/>
              <p:cNvSpPr txBox="1"/>
              <p:nvPr/>
            </p:nvSpPr>
            <p:spPr>
              <a:xfrm>
                <a:off x="6670500" y="1646428"/>
                <a:ext cx="24490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33" name="组合 32"/>
            <p:cNvGrpSpPr/>
            <p:nvPr/>
          </p:nvGrpSpPr>
          <p:grpSpPr>
            <a:xfrm>
              <a:off x="7463358" y="5057595"/>
              <a:ext cx="3241130" cy="755227"/>
              <a:chOff x="6670500" y="1646428"/>
              <a:chExt cx="3241130" cy="755227"/>
            </a:xfrm>
          </p:grpSpPr>
          <p:sp>
            <p:nvSpPr>
              <p:cNvPr id="34" name="TextBox 7"/>
              <p:cNvSpPr>
                <a:spLocks noChangeArrowheads="1"/>
              </p:cNvSpPr>
              <p:nvPr/>
            </p:nvSpPr>
            <p:spPr bwMode="auto">
              <a:xfrm>
                <a:off x="6770827" y="1944607"/>
                <a:ext cx="3140803" cy="45704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kumimoji="0" lang="zh-CN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5" name="文本框 23"/>
              <p:cNvSpPr txBox="1"/>
              <p:nvPr/>
            </p:nvSpPr>
            <p:spPr>
              <a:xfrm>
                <a:off x="6670500" y="1646428"/>
                <a:ext cx="244904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3" name="箭头: 虚尾 2"/>
            <p:cNvSpPr/>
            <p:nvPr/>
          </p:nvSpPr>
          <p:spPr>
            <a:xfrm>
              <a:off x="6262166" y="2249251"/>
              <a:ext cx="297864" cy="307768"/>
            </a:xfrm>
            <a:prstGeom prst="striped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86EA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7" name="箭头: 虚尾 36"/>
            <p:cNvSpPr/>
            <p:nvPr/>
          </p:nvSpPr>
          <p:spPr>
            <a:xfrm>
              <a:off x="6260081" y="3795914"/>
              <a:ext cx="297864" cy="307768"/>
            </a:xfrm>
            <a:prstGeom prst="striped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86EA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38" name="箭头: 虚尾 37"/>
            <p:cNvSpPr/>
            <p:nvPr/>
          </p:nvSpPr>
          <p:spPr>
            <a:xfrm>
              <a:off x="6260081" y="5320864"/>
              <a:ext cx="297864" cy="307768"/>
            </a:xfrm>
            <a:prstGeom prst="stripedRightArrow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86EA"/>
                </a:solidFill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8121" y="1376772"/>
            <a:ext cx="6096000" cy="4104456"/>
            <a:chOff x="-8121" y="1376772"/>
            <a:chExt cx="6096000" cy="4104456"/>
          </a:xfrm>
        </p:grpSpPr>
        <p:sp>
          <p:nvSpPr>
            <p:cNvPr id="2" name="矩形 1"/>
            <p:cNvSpPr/>
            <p:nvPr/>
          </p:nvSpPr>
          <p:spPr>
            <a:xfrm>
              <a:off x="-8121" y="1376772"/>
              <a:ext cx="6096000" cy="41044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84538" y="2564904"/>
              <a:ext cx="4287673" cy="523220"/>
              <a:chOff x="784538" y="2523673"/>
              <a:chExt cx="4287673" cy="52322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784538" y="2523673"/>
                <a:ext cx="4287673" cy="523220"/>
                <a:chOff x="164498" y="2217595"/>
                <a:chExt cx="4287673" cy="523220"/>
              </a:xfrm>
            </p:grpSpPr>
            <p:sp>
              <p:nvSpPr>
                <p:cNvPr id="3" name="TextBox 40"/>
                <p:cNvSpPr txBox="1"/>
                <p:nvPr/>
              </p:nvSpPr>
              <p:spPr>
                <a:xfrm>
                  <a:off x="164498" y="2217595"/>
                  <a:ext cx="242837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105号-简雅黑" panose="00000500000000000000" pitchFamily="2" charset="-122"/>
                      <a:ea typeface="字魂105号-简雅黑" panose="00000500000000000000" pitchFamily="2" charset="-122"/>
                      <a:sym typeface="字魂105号-简雅黑" panose="00000500000000000000" pitchFamily="2" charset="-122"/>
                    </a:rPr>
                    <a:t>第三章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endParaRPr>
                </a:p>
              </p:txBody>
            </p:sp>
            <p:sp>
              <p:nvSpPr>
                <p:cNvPr id="4" name="TextBox 40"/>
                <p:cNvSpPr txBox="1"/>
                <p:nvPr/>
              </p:nvSpPr>
              <p:spPr>
                <a:xfrm>
                  <a:off x="2318891" y="2298712"/>
                  <a:ext cx="21332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pt-BR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105号-简雅黑" panose="00000500000000000000" pitchFamily="2" charset="-122"/>
                      <a:ea typeface="字魂105号-简雅黑" panose="00000500000000000000" pitchFamily="2" charset="-122"/>
                      <a:sym typeface="字魂105号-简雅黑" panose="00000500000000000000" pitchFamily="2" charset="-122"/>
                    </a:rPr>
                    <a:t>Chapter  3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>
                <a:off x="3039879" y="2600617"/>
                <a:ext cx="0" cy="369332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683590" y="3331677"/>
              <a:ext cx="4510682" cy="876399"/>
              <a:chOff x="784538" y="3488705"/>
              <a:chExt cx="4510682" cy="876399"/>
            </a:xfrm>
          </p:grpSpPr>
          <p:sp>
            <p:nvSpPr>
              <p:cNvPr id="5" name="TextBox 40"/>
              <p:cNvSpPr txBox="1"/>
              <p:nvPr/>
            </p:nvSpPr>
            <p:spPr>
              <a:xfrm>
                <a:off x="784538" y="3576790"/>
                <a:ext cx="451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 处 添 加 标 题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>
                <a:off x="1203675" y="4365104"/>
                <a:ext cx="367240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203675" y="3488705"/>
                <a:ext cx="367240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40"/>
          <p:cNvSpPr txBox="1"/>
          <p:nvPr/>
        </p:nvSpPr>
        <p:spPr>
          <a:xfrm>
            <a:off x="6441062" y="1950101"/>
            <a:ext cx="541894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03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8" name="组合 7"/>
          <p:cNvGrpSpPr/>
          <p:nvPr/>
        </p:nvGrpSpPr>
        <p:grpSpPr>
          <a:xfrm>
            <a:off x="459192" y="2173707"/>
            <a:ext cx="10585176" cy="3333050"/>
            <a:chOff x="694606" y="2348880"/>
            <a:chExt cx="10585176" cy="3333050"/>
          </a:xfrm>
        </p:grpSpPr>
        <p:sp>
          <p:nvSpPr>
            <p:cNvPr id="58" name="TextBox 7"/>
            <p:cNvSpPr>
              <a:spLocks noChangeArrowheads="1"/>
            </p:cNvSpPr>
            <p:nvPr/>
          </p:nvSpPr>
          <p:spPr bwMode="auto">
            <a:xfrm>
              <a:off x="5375126" y="2780928"/>
              <a:ext cx="5904656" cy="533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aphicFrame>
          <p:nvGraphicFramePr>
            <p:cNvPr id="7" name="图示 6"/>
            <p:cNvGraphicFramePr/>
            <p:nvPr/>
          </p:nvGraphicFramePr>
          <p:xfrm>
            <a:off x="694606" y="2348880"/>
            <a:ext cx="4999575" cy="3333050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sp>
          <p:nvSpPr>
            <p:cNvPr id="10" name="TextBox 7"/>
            <p:cNvSpPr>
              <a:spLocks noChangeArrowheads="1"/>
            </p:cNvSpPr>
            <p:nvPr/>
          </p:nvSpPr>
          <p:spPr bwMode="auto">
            <a:xfrm>
              <a:off x="5375126" y="3693974"/>
              <a:ext cx="5904656" cy="533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TextBox 7"/>
            <p:cNvSpPr>
              <a:spLocks noChangeArrowheads="1"/>
            </p:cNvSpPr>
            <p:nvPr/>
          </p:nvSpPr>
          <p:spPr bwMode="auto">
            <a:xfrm>
              <a:off x="5375126" y="4572204"/>
              <a:ext cx="5904656" cy="53322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03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19" name="组合 18"/>
          <p:cNvGrpSpPr/>
          <p:nvPr/>
        </p:nvGrpSpPr>
        <p:grpSpPr>
          <a:xfrm>
            <a:off x="5474133" y="1870170"/>
            <a:ext cx="5832551" cy="1720078"/>
            <a:chOff x="5474133" y="1870170"/>
            <a:chExt cx="5832551" cy="1720078"/>
          </a:xfrm>
        </p:grpSpPr>
        <p:grpSp>
          <p:nvGrpSpPr>
            <p:cNvPr id="16" name="组合 15"/>
            <p:cNvGrpSpPr/>
            <p:nvPr/>
          </p:nvGrpSpPr>
          <p:grpSpPr>
            <a:xfrm>
              <a:off x="5474133" y="1870170"/>
              <a:ext cx="1719817" cy="1720078"/>
              <a:chOff x="5474133" y="1870170"/>
              <a:chExt cx="1719817" cy="1720078"/>
            </a:xfrm>
          </p:grpSpPr>
          <p:sp>
            <p:nvSpPr>
              <p:cNvPr id="10" name="箭头: 环形 9"/>
              <p:cNvSpPr/>
              <p:nvPr/>
            </p:nvSpPr>
            <p:spPr>
              <a:xfrm>
                <a:off x="5474133" y="1870170"/>
                <a:ext cx="1719817" cy="1720078"/>
              </a:xfrm>
              <a:prstGeom prst="circularArrow">
                <a:avLst>
                  <a:gd name="adj1" fmla="val 10980"/>
                  <a:gd name="adj2" fmla="val 1142322"/>
                  <a:gd name="adj3" fmla="val 4500000"/>
                  <a:gd name="adj4" fmla="val 10800000"/>
                  <a:gd name="adj5" fmla="val 12500"/>
                </a:avLst>
              </a:prstGeom>
              <a:solidFill>
                <a:srgbClr val="0070C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5854269" y="2491170"/>
                <a:ext cx="955669" cy="477720"/>
              </a:xfrm>
              <a:custGeom>
                <a:avLst/>
                <a:gdLst>
                  <a:gd name="connsiteX0" fmla="*/ 0 w 955669"/>
                  <a:gd name="connsiteY0" fmla="*/ 0 h 477720"/>
                  <a:gd name="connsiteX1" fmla="*/ 955669 w 955669"/>
                  <a:gd name="connsiteY1" fmla="*/ 0 h 477720"/>
                  <a:gd name="connsiteX2" fmla="*/ 955669 w 955669"/>
                  <a:gd name="connsiteY2" fmla="*/ 477720 h 477720"/>
                  <a:gd name="connsiteX3" fmla="*/ 0 w 955669"/>
                  <a:gd name="connsiteY3" fmla="*/ 477720 h 477720"/>
                  <a:gd name="connsiteX4" fmla="*/ 0 w 955669"/>
                  <a:gd name="connsiteY4" fmla="*/ 0 h 477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5669" h="477720">
                    <a:moveTo>
                      <a:pt x="0" y="0"/>
                    </a:moveTo>
                    <a:lnTo>
                      <a:pt x="955669" y="0"/>
                    </a:lnTo>
                    <a:lnTo>
                      <a:pt x="955669" y="477720"/>
                    </a:lnTo>
                    <a:lnTo>
                      <a:pt x="0" y="47772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0320" tIns="20320" rIns="20320" bIns="20320" numCol="1" spcCol="1270" anchor="ctr" anchorCtr="0">
                <a:noAutofit/>
              </a:bodyPr>
              <a:lstStyle/>
              <a:p>
                <a:pPr marL="0" lvl="0" indent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3200" kern="12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01</a:t>
                </a:r>
                <a:endParaRPr lang="zh-CN" altLang="en-US" sz="3200" kern="12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21" name="组合 20"/>
            <p:cNvGrpSpPr/>
            <p:nvPr/>
          </p:nvGrpSpPr>
          <p:grpSpPr>
            <a:xfrm>
              <a:off x="7096413" y="2207146"/>
              <a:ext cx="4210271" cy="1040958"/>
              <a:chOff x="7206346" y="2109232"/>
              <a:chExt cx="4210271" cy="1040958"/>
            </a:xfrm>
          </p:grpSpPr>
          <p:sp>
            <p:nvSpPr>
              <p:cNvPr id="22" name="文本框 23"/>
              <p:cNvSpPr txBox="1"/>
              <p:nvPr/>
            </p:nvSpPr>
            <p:spPr>
              <a:xfrm>
                <a:off x="7206346" y="2109232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·</a:t>
                </a:r>
                <a:r>
                  <a:rPr lang="zh-CN" altLang="en-US" sz="2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lang="zh-CN" altLang="en-US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3" name="文本框 26"/>
              <p:cNvSpPr txBox="1"/>
              <p:nvPr/>
            </p:nvSpPr>
            <p:spPr>
              <a:xfrm>
                <a:off x="7209016" y="2448459"/>
                <a:ext cx="4207601" cy="701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20" name="组合 19"/>
          <p:cNvGrpSpPr/>
          <p:nvPr/>
        </p:nvGrpSpPr>
        <p:grpSpPr>
          <a:xfrm>
            <a:off x="5596539" y="3965064"/>
            <a:ext cx="5710145" cy="1478181"/>
            <a:chOff x="5596539" y="3965064"/>
            <a:chExt cx="5710145" cy="1478181"/>
          </a:xfrm>
        </p:grpSpPr>
        <p:grpSp>
          <p:nvGrpSpPr>
            <p:cNvPr id="17" name="组合 16"/>
            <p:cNvGrpSpPr/>
            <p:nvPr/>
          </p:nvGrpSpPr>
          <p:grpSpPr>
            <a:xfrm>
              <a:off x="5596539" y="3965064"/>
              <a:ext cx="1477589" cy="1478181"/>
              <a:chOff x="5596539" y="3965064"/>
              <a:chExt cx="1477589" cy="1478181"/>
            </a:xfrm>
          </p:grpSpPr>
          <p:sp>
            <p:nvSpPr>
              <p:cNvPr id="14" name="空心弧 13"/>
              <p:cNvSpPr/>
              <p:nvPr/>
            </p:nvSpPr>
            <p:spPr>
              <a:xfrm>
                <a:off x="5596539" y="3965064"/>
                <a:ext cx="1477589" cy="1478181"/>
              </a:xfrm>
              <a:prstGeom prst="blockArc">
                <a:avLst>
                  <a:gd name="adj1" fmla="val 13500000"/>
                  <a:gd name="adj2" fmla="val 10800000"/>
                  <a:gd name="adj3" fmla="val 12740"/>
                </a:avLst>
              </a:prstGeom>
              <a:solidFill>
                <a:srgbClr val="0070C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5" name="任意多边形: 形状 14"/>
              <p:cNvSpPr/>
              <p:nvPr/>
            </p:nvSpPr>
            <p:spPr>
              <a:xfrm>
                <a:off x="5856530" y="4480659"/>
                <a:ext cx="955669" cy="477720"/>
              </a:xfrm>
              <a:custGeom>
                <a:avLst/>
                <a:gdLst>
                  <a:gd name="connsiteX0" fmla="*/ 0 w 955669"/>
                  <a:gd name="connsiteY0" fmla="*/ 0 h 477720"/>
                  <a:gd name="connsiteX1" fmla="*/ 955669 w 955669"/>
                  <a:gd name="connsiteY1" fmla="*/ 0 h 477720"/>
                  <a:gd name="connsiteX2" fmla="*/ 955669 w 955669"/>
                  <a:gd name="connsiteY2" fmla="*/ 477720 h 477720"/>
                  <a:gd name="connsiteX3" fmla="*/ 0 w 955669"/>
                  <a:gd name="connsiteY3" fmla="*/ 477720 h 477720"/>
                  <a:gd name="connsiteX4" fmla="*/ 0 w 955669"/>
                  <a:gd name="connsiteY4" fmla="*/ 0 h 477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5669" h="477720">
                    <a:moveTo>
                      <a:pt x="0" y="0"/>
                    </a:moveTo>
                    <a:lnTo>
                      <a:pt x="955669" y="0"/>
                    </a:lnTo>
                    <a:lnTo>
                      <a:pt x="955669" y="477720"/>
                    </a:lnTo>
                    <a:lnTo>
                      <a:pt x="0" y="47772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0320" tIns="20320" rIns="20320" bIns="20320" numCol="1" spcCol="1270" anchor="ctr" anchorCtr="0">
                <a:noAutofit/>
              </a:bodyPr>
              <a:lstStyle/>
              <a:p>
                <a:pPr marL="0" lvl="0" indent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3200" kern="12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03</a:t>
                </a:r>
                <a:endParaRPr lang="zh-CN" altLang="en-US" sz="3200" kern="12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7096413" y="4180696"/>
              <a:ext cx="4210271" cy="1040958"/>
              <a:chOff x="7206346" y="2109232"/>
              <a:chExt cx="4210271" cy="1040958"/>
            </a:xfrm>
          </p:grpSpPr>
          <p:sp>
            <p:nvSpPr>
              <p:cNvPr id="26" name="文本框 23"/>
              <p:cNvSpPr txBox="1"/>
              <p:nvPr/>
            </p:nvSpPr>
            <p:spPr>
              <a:xfrm>
                <a:off x="7206346" y="2109232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2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·</a:t>
                </a:r>
                <a:r>
                  <a:rPr lang="zh-CN" altLang="en-US" sz="2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lang="zh-CN" altLang="en-US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7" name="文本框 26"/>
              <p:cNvSpPr txBox="1"/>
              <p:nvPr/>
            </p:nvSpPr>
            <p:spPr>
              <a:xfrm>
                <a:off x="7209016" y="2448459"/>
                <a:ext cx="4207601" cy="701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24" name="组合 23"/>
          <p:cNvGrpSpPr/>
          <p:nvPr/>
        </p:nvGrpSpPr>
        <p:grpSpPr>
          <a:xfrm>
            <a:off x="817040" y="2858482"/>
            <a:ext cx="5899237" cy="1720078"/>
            <a:chOff x="817040" y="2858482"/>
            <a:chExt cx="5899237" cy="1720078"/>
          </a:xfrm>
        </p:grpSpPr>
        <p:grpSp>
          <p:nvGrpSpPr>
            <p:cNvPr id="18" name="组合 17"/>
            <p:cNvGrpSpPr/>
            <p:nvPr/>
          </p:nvGrpSpPr>
          <p:grpSpPr>
            <a:xfrm>
              <a:off x="4996460" y="2858482"/>
              <a:ext cx="1719817" cy="1720078"/>
              <a:chOff x="4996460" y="2858482"/>
              <a:chExt cx="1719817" cy="1720078"/>
            </a:xfrm>
          </p:grpSpPr>
          <p:sp>
            <p:nvSpPr>
              <p:cNvPr id="12" name="形状 11"/>
              <p:cNvSpPr/>
              <p:nvPr/>
            </p:nvSpPr>
            <p:spPr>
              <a:xfrm>
                <a:off x="4996460" y="2858482"/>
                <a:ext cx="1719817" cy="1720078"/>
              </a:xfrm>
              <a:prstGeom prst="leftCircularArrow">
                <a:avLst>
                  <a:gd name="adj1" fmla="val 10980"/>
                  <a:gd name="adj2" fmla="val 1142322"/>
                  <a:gd name="adj3" fmla="val 6300000"/>
                  <a:gd name="adj4" fmla="val 18900000"/>
                  <a:gd name="adj5" fmla="val 12500"/>
                </a:avLst>
              </a:prstGeom>
              <a:solidFill>
                <a:srgbClr val="0070C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zh-CN" altLang="en-US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378534" y="3485200"/>
                <a:ext cx="955669" cy="477720"/>
              </a:xfrm>
              <a:custGeom>
                <a:avLst/>
                <a:gdLst>
                  <a:gd name="connsiteX0" fmla="*/ 0 w 955669"/>
                  <a:gd name="connsiteY0" fmla="*/ 0 h 477720"/>
                  <a:gd name="connsiteX1" fmla="*/ 955669 w 955669"/>
                  <a:gd name="connsiteY1" fmla="*/ 0 h 477720"/>
                  <a:gd name="connsiteX2" fmla="*/ 955669 w 955669"/>
                  <a:gd name="connsiteY2" fmla="*/ 477720 h 477720"/>
                  <a:gd name="connsiteX3" fmla="*/ 0 w 955669"/>
                  <a:gd name="connsiteY3" fmla="*/ 477720 h 477720"/>
                  <a:gd name="connsiteX4" fmla="*/ 0 w 955669"/>
                  <a:gd name="connsiteY4" fmla="*/ 0 h 4777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5669" h="477720">
                    <a:moveTo>
                      <a:pt x="0" y="0"/>
                    </a:moveTo>
                    <a:lnTo>
                      <a:pt x="955669" y="0"/>
                    </a:lnTo>
                    <a:lnTo>
                      <a:pt x="955669" y="477720"/>
                    </a:lnTo>
                    <a:lnTo>
                      <a:pt x="0" y="477720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20320" tIns="20320" rIns="20320" bIns="20320" numCol="1" spcCol="1270" anchor="ctr" anchorCtr="0">
                <a:noAutofit/>
              </a:bodyPr>
              <a:lstStyle/>
              <a:p>
                <a:pPr marL="0" lvl="0" indent="0" algn="ctr" defTabSz="14224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US" altLang="zh-CN" sz="3200" kern="12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02</a:t>
                </a:r>
                <a:endParaRPr lang="zh-CN" altLang="en-US" sz="3200" kern="12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grpSp>
          <p:nvGrpSpPr>
            <p:cNvPr id="29" name="组合 28"/>
            <p:cNvGrpSpPr/>
            <p:nvPr/>
          </p:nvGrpSpPr>
          <p:grpSpPr>
            <a:xfrm>
              <a:off x="817040" y="3212813"/>
              <a:ext cx="4207601" cy="1006607"/>
              <a:chOff x="7209016" y="2143583"/>
              <a:chExt cx="4207601" cy="1006607"/>
            </a:xfrm>
          </p:grpSpPr>
          <p:sp>
            <p:nvSpPr>
              <p:cNvPr id="30" name="文本框 23"/>
              <p:cNvSpPr txBox="1"/>
              <p:nvPr/>
            </p:nvSpPr>
            <p:spPr>
              <a:xfrm>
                <a:off x="8931733" y="2143583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zh-CN" altLang="en-US" sz="2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r>
                  <a:rPr lang="en-US" altLang="zh-CN" sz="2400" dirty="0">
                    <a:solidFill>
                      <a:srgbClr val="0070C0"/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·</a:t>
                </a:r>
                <a:endParaRPr lang="zh-CN" altLang="en-US" sz="24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31" name="文本框 26"/>
              <p:cNvSpPr txBox="1"/>
              <p:nvPr/>
            </p:nvSpPr>
            <p:spPr>
              <a:xfrm>
                <a:off x="7209016" y="2448459"/>
                <a:ext cx="4207601" cy="7017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algn="r">
                  <a:lnSpc>
                    <a:spcPct val="130000"/>
                  </a:lnSpc>
                  <a:spcBef>
                    <a:spcPct val="0"/>
                  </a:spcBef>
                </a:pPr>
                <a:r>
                  <a:rPr lang="zh-CN" altLang="en-US" sz="16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03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28" name="组合 27"/>
          <p:cNvGrpSpPr/>
          <p:nvPr/>
        </p:nvGrpSpPr>
        <p:grpSpPr>
          <a:xfrm>
            <a:off x="1445823" y="3008954"/>
            <a:ext cx="2556284" cy="2556284"/>
            <a:chOff x="1445823" y="3008954"/>
            <a:chExt cx="2556284" cy="2556284"/>
          </a:xfrm>
        </p:grpSpPr>
        <p:sp>
          <p:nvSpPr>
            <p:cNvPr id="8" name="椭圆 7"/>
            <p:cNvSpPr/>
            <p:nvPr/>
          </p:nvSpPr>
          <p:spPr>
            <a:xfrm>
              <a:off x="1445823" y="3008954"/>
              <a:ext cx="2556284" cy="2556284"/>
            </a:xfrm>
            <a:prstGeom prst="ellipse">
              <a:avLst/>
            </a:prstGeom>
            <a:solidFill>
              <a:srgbClr val="0070C0">
                <a:alpha val="26000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957079" y="3520211"/>
              <a:ext cx="1533770" cy="1533770"/>
            </a:xfrm>
            <a:prstGeom prst="ellipse">
              <a:avLst/>
            </a:prstGeom>
            <a:solidFill>
              <a:srgbClr val="0070C0">
                <a:alpha val="46000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468336" y="4031468"/>
              <a:ext cx="511256" cy="511256"/>
            </a:xfrm>
            <a:prstGeom prst="ellipse">
              <a:avLst/>
            </a:pr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2723965" y="2156860"/>
            <a:ext cx="8012259" cy="2130236"/>
            <a:chOff x="2723965" y="2156860"/>
            <a:chExt cx="8012259" cy="2130236"/>
          </a:xfrm>
        </p:grpSpPr>
        <p:grpSp>
          <p:nvGrpSpPr>
            <p:cNvPr id="20" name="组合 19"/>
            <p:cNvGrpSpPr/>
            <p:nvPr/>
          </p:nvGrpSpPr>
          <p:grpSpPr>
            <a:xfrm>
              <a:off x="4428153" y="2156860"/>
              <a:ext cx="6308071" cy="745582"/>
              <a:chOff x="4428153" y="2156860"/>
              <a:chExt cx="6308071" cy="745582"/>
            </a:xfrm>
          </p:grpSpPr>
          <p:sp>
            <p:nvSpPr>
              <p:cNvPr id="58" name="TextBox 7"/>
              <p:cNvSpPr>
                <a:spLocks noChangeArrowheads="1"/>
              </p:cNvSpPr>
              <p:nvPr/>
            </p:nvSpPr>
            <p:spPr bwMode="auto">
              <a:xfrm>
                <a:off x="6110726" y="2260923"/>
                <a:ext cx="4625498" cy="533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1" name="任意多边形: 形状 10"/>
              <p:cNvSpPr/>
              <p:nvPr/>
            </p:nvSpPr>
            <p:spPr>
              <a:xfrm>
                <a:off x="4428153" y="2156860"/>
                <a:ext cx="1617205" cy="745582"/>
              </a:xfrm>
              <a:custGeom>
                <a:avLst/>
                <a:gdLst>
                  <a:gd name="connsiteX0" fmla="*/ 0 w 1278142"/>
                  <a:gd name="connsiteY0" fmla="*/ 0 h 745582"/>
                  <a:gd name="connsiteX1" fmla="*/ 1278142 w 1278142"/>
                  <a:gd name="connsiteY1" fmla="*/ 0 h 745582"/>
                  <a:gd name="connsiteX2" fmla="*/ 1278142 w 1278142"/>
                  <a:gd name="connsiteY2" fmla="*/ 745582 h 745582"/>
                  <a:gd name="connsiteX3" fmla="*/ 0 w 1278142"/>
                  <a:gd name="connsiteY3" fmla="*/ 745582 h 745582"/>
                  <a:gd name="connsiteX4" fmla="*/ 0 w 1278142"/>
                  <a:gd name="connsiteY4" fmla="*/ 0 h 74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8142" h="745582">
                    <a:moveTo>
                      <a:pt x="0" y="0"/>
                    </a:moveTo>
                    <a:lnTo>
                      <a:pt x="1278142" y="0"/>
                    </a:lnTo>
                    <a:lnTo>
                      <a:pt x="1278142" y="745582"/>
                    </a:lnTo>
                    <a:lnTo>
                      <a:pt x="0" y="74558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792" tIns="20320" rIns="20320" bIns="20320" numCol="1" spcCol="1270" anchor="ctr" anchorCtr="0">
                <a:noAutofit/>
              </a:bodyPr>
              <a:lstStyle/>
              <a:p>
                <a:pPr marL="0" lvl="0" indent="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lang="zh-CN" altLang="en-US" sz="1600" kern="12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  <p:sp>
          <p:nvSpPr>
            <p:cNvPr id="12" name="直接连接符 11"/>
            <p:cNvSpPr/>
            <p:nvPr/>
          </p:nvSpPr>
          <p:spPr>
            <a:xfrm>
              <a:off x="4108619" y="2529651"/>
              <a:ext cx="319535" cy="0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3" name="直接连接符 12"/>
            <p:cNvSpPr/>
            <p:nvPr/>
          </p:nvSpPr>
          <p:spPr>
            <a:xfrm rot="5400000">
              <a:off x="2537143" y="2716899"/>
              <a:ext cx="1757019" cy="1383375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3090365" y="2902442"/>
            <a:ext cx="7630339" cy="1741469"/>
            <a:chOff x="3090365" y="2902442"/>
            <a:chExt cx="7630339" cy="1741469"/>
          </a:xfrm>
        </p:grpSpPr>
        <p:sp>
          <p:nvSpPr>
            <p:cNvPr id="15" name="直接连接符 14"/>
            <p:cNvSpPr/>
            <p:nvPr/>
          </p:nvSpPr>
          <p:spPr>
            <a:xfrm>
              <a:off x="4108619" y="3275234"/>
              <a:ext cx="319535" cy="0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6" name="直接连接符 15"/>
            <p:cNvSpPr/>
            <p:nvPr/>
          </p:nvSpPr>
          <p:spPr>
            <a:xfrm rot="5400000">
              <a:off x="2914280" y="3450851"/>
              <a:ext cx="1369145" cy="1016975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21" name="组合 20"/>
            <p:cNvGrpSpPr/>
            <p:nvPr/>
          </p:nvGrpSpPr>
          <p:grpSpPr>
            <a:xfrm>
              <a:off x="4428153" y="2902442"/>
              <a:ext cx="6292551" cy="745582"/>
              <a:chOff x="4428153" y="2902442"/>
              <a:chExt cx="6292551" cy="745582"/>
            </a:xfrm>
          </p:grpSpPr>
          <p:sp>
            <p:nvSpPr>
              <p:cNvPr id="14" name="任意多边形: 形状 13"/>
              <p:cNvSpPr/>
              <p:nvPr/>
            </p:nvSpPr>
            <p:spPr>
              <a:xfrm>
                <a:off x="4428153" y="2902442"/>
                <a:ext cx="1511971" cy="745582"/>
              </a:xfrm>
              <a:custGeom>
                <a:avLst/>
                <a:gdLst>
                  <a:gd name="connsiteX0" fmla="*/ 0 w 1278142"/>
                  <a:gd name="connsiteY0" fmla="*/ 0 h 745582"/>
                  <a:gd name="connsiteX1" fmla="*/ 1278142 w 1278142"/>
                  <a:gd name="connsiteY1" fmla="*/ 0 h 745582"/>
                  <a:gd name="connsiteX2" fmla="*/ 1278142 w 1278142"/>
                  <a:gd name="connsiteY2" fmla="*/ 745582 h 745582"/>
                  <a:gd name="connsiteX3" fmla="*/ 0 w 1278142"/>
                  <a:gd name="connsiteY3" fmla="*/ 745582 h 745582"/>
                  <a:gd name="connsiteX4" fmla="*/ 0 w 1278142"/>
                  <a:gd name="connsiteY4" fmla="*/ 0 h 74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8142" h="745582">
                    <a:moveTo>
                      <a:pt x="0" y="0"/>
                    </a:moveTo>
                    <a:lnTo>
                      <a:pt x="1278142" y="0"/>
                    </a:lnTo>
                    <a:lnTo>
                      <a:pt x="1278142" y="745582"/>
                    </a:lnTo>
                    <a:lnTo>
                      <a:pt x="0" y="74558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792" tIns="20320" rIns="20320" bIns="20320" numCol="1" spcCol="1270" anchor="ctr" anchorCtr="0">
                <a:noAutofit/>
              </a:bodyPr>
              <a:lstStyle/>
              <a:p>
                <a:pPr marL="0" lvl="0" indent="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lang="zh-CN" altLang="en-US" sz="1600" kern="12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2" name="TextBox 7"/>
              <p:cNvSpPr>
                <a:spLocks noChangeArrowheads="1"/>
              </p:cNvSpPr>
              <p:nvPr/>
            </p:nvSpPr>
            <p:spPr bwMode="auto">
              <a:xfrm>
                <a:off x="6095206" y="2982756"/>
                <a:ext cx="4625498" cy="533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27" name="组合 26"/>
          <p:cNvGrpSpPr/>
          <p:nvPr/>
        </p:nvGrpSpPr>
        <p:grpSpPr>
          <a:xfrm>
            <a:off x="3455701" y="3648025"/>
            <a:ext cx="7265003" cy="1350570"/>
            <a:chOff x="3455701" y="3648025"/>
            <a:chExt cx="7265003" cy="1350570"/>
          </a:xfrm>
        </p:grpSpPr>
        <p:sp>
          <p:nvSpPr>
            <p:cNvPr id="18" name="直接连接符 17"/>
            <p:cNvSpPr/>
            <p:nvPr/>
          </p:nvSpPr>
          <p:spPr>
            <a:xfrm>
              <a:off x="4108619" y="4020817"/>
              <a:ext cx="319535" cy="0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直接连接符 18"/>
            <p:cNvSpPr/>
            <p:nvPr/>
          </p:nvSpPr>
          <p:spPr>
            <a:xfrm rot="5400000">
              <a:off x="3291886" y="4184206"/>
              <a:ext cx="978204" cy="650574"/>
            </a:xfrm>
            <a:prstGeom prst="line">
              <a:avLst/>
            </a:prstGeom>
          </p:spPr>
          <p:style>
            <a:lnRef idx="2">
              <a:schemeClr val="accent1">
                <a:tint val="5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24" name="组合 23"/>
            <p:cNvGrpSpPr/>
            <p:nvPr/>
          </p:nvGrpSpPr>
          <p:grpSpPr>
            <a:xfrm>
              <a:off x="4428153" y="3648025"/>
              <a:ext cx="6292551" cy="745582"/>
              <a:chOff x="4428153" y="3648025"/>
              <a:chExt cx="6292551" cy="745582"/>
            </a:xfrm>
          </p:grpSpPr>
          <p:sp>
            <p:nvSpPr>
              <p:cNvPr id="17" name="任意多边形: 形状 16"/>
              <p:cNvSpPr/>
              <p:nvPr/>
            </p:nvSpPr>
            <p:spPr>
              <a:xfrm>
                <a:off x="4428153" y="3648025"/>
                <a:ext cx="1416157" cy="745582"/>
              </a:xfrm>
              <a:custGeom>
                <a:avLst/>
                <a:gdLst>
                  <a:gd name="connsiteX0" fmla="*/ 0 w 1278142"/>
                  <a:gd name="connsiteY0" fmla="*/ 0 h 745582"/>
                  <a:gd name="connsiteX1" fmla="*/ 1278142 w 1278142"/>
                  <a:gd name="connsiteY1" fmla="*/ 0 h 745582"/>
                  <a:gd name="connsiteX2" fmla="*/ 1278142 w 1278142"/>
                  <a:gd name="connsiteY2" fmla="*/ 745582 h 745582"/>
                  <a:gd name="connsiteX3" fmla="*/ 0 w 1278142"/>
                  <a:gd name="connsiteY3" fmla="*/ 745582 h 745582"/>
                  <a:gd name="connsiteX4" fmla="*/ 0 w 1278142"/>
                  <a:gd name="connsiteY4" fmla="*/ 0 h 7455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278142" h="745582">
                    <a:moveTo>
                      <a:pt x="0" y="0"/>
                    </a:moveTo>
                    <a:lnTo>
                      <a:pt x="1278142" y="0"/>
                    </a:lnTo>
                    <a:lnTo>
                      <a:pt x="1278142" y="745582"/>
                    </a:lnTo>
                    <a:lnTo>
                      <a:pt x="0" y="745582"/>
                    </a:lnTo>
                    <a:lnTo>
                      <a:pt x="0" y="0"/>
                    </a:lnTo>
                    <a:close/>
                  </a:path>
                </a:pathLst>
              </a:custGeom>
            </p:spPr>
            <p:style>
              <a:lnRef idx="0">
                <a:schemeClr val="dk1">
                  <a:alpha val="0"/>
                  <a:hueOff val="0"/>
                  <a:satOff val="0"/>
                  <a:lumOff val="0"/>
                  <a:alphaOff val="0"/>
                </a:schemeClr>
              </a:lnRef>
              <a:fill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3792" tIns="20320" rIns="20320" bIns="20320" numCol="1" spcCol="1270" anchor="ctr" anchorCtr="0">
                <a:noAutofit/>
              </a:bodyPr>
              <a:lstStyle/>
              <a:p>
                <a:pPr marL="0" lvl="0" indent="0" algn="l" defTabSz="7112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ClrTx/>
                  <a:buSzTx/>
                  <a:buFontTx/>
                  <a:buNone/>
                </a:pPr>
                <a:r>
                  <a:rPr kumimoji="0" lang="zh-CN" altLang="en-US" sz="16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lang="zh-CN" altLang="en-US" sz="1600" kern="1200" dirty="0">
                  <a:solidFill>
                    <a:srgbClr val="0070C0"/>
                  </a:solidFill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3" name="TextBox 7"/>
              <p:cNvSpPr>
                <a:spLocks noChangeArrowheads="1"/>
              </p:cNvSpPr>
              <p:nvPr/>
            </p:nvSpPr>
            <p:spPr bwMode="auto">
              <a:xfrm>
                <a:off x="6095206" y="3751663"/>
                <a:ext cx="4625498" cy="53322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3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-8121" y="1376772"/>
            <a:ext cx="6096000" cy="4104456"/>
            <a:chOff x="-8121" y="1376772"/>
            <a:chExt cx="6096000" cy="4104456"/>
          </a:xfrm>
        </p:grpSpPr>
        <p:sp>
          <p:nvSpPr>
            <p:cNvPr id="2" name="矩形 1"/>
            <p:cNvSpPr/>
            <p:nvPr/>
          </p:nvSpPr>
          <p:spPr>
            <a:xfrm>
              <a:off x="-8121" y="1376772"/>
              <a:ext cx="6096000" cy="4104456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9" name="组合 8"/>
            <p:cNvGrpSpPr/>
            <p:nvPr/>
          </p:nvGrpSpPr>
          <p:grpSpPr>
            <a:xfrm>
              <a:off x="784538" y="2564904"/>
              <a:ext cx="4287673" cy="523220"/>
              <a:chOff x="784538" y="2523673"/>
              <a:chExt cx="4287673" cy="523220"/>
            </a:xfrm>
          </p:grpSpPr>
          <p:grpSp>
            <p:nvGrpSpPr>
              <p:cNvPr id="6" name="组合 5"/>
              <p:cNvGrpSpPr/>
              <p:nvPr/>
            </p:nvGrpSpPr>
            <p:grpSpPr>
              <a:xfrm>
                <a:off x="784538" y="2523673"/>
                <a:ext cx="4287673" cy="523220"/>
                <a:chOff x="164498" y="2217595"/>
                <a:chExt cx="4287673" cy="523220"/>
              </a:xfrm>
            </p:grpSpPr>
            <p:sp>
              <p:nvSpPr>
                <p:cNvPr id="3" name="TextBox 40"/>
                <p:cNvSpPr txBox="1"/>
                <p:nvPr/>
              </p:nvSpPr>
              <p:spPr>
                <a:xfrm>
                  <a:off x="164498" y="2217595"/>
                  <a:ext cx="2428374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zh-CN" altLang="en-US" sz="2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105号-简雅黑" panose="00000500000000000000" pitchFamily="2" charset="-122"/>
                      <a:ea typeface="字魂105号-简雅黑" panose="00000500000000000000" pitchFamily="2" charset="-122"/>
                      <a:sym typeface="字魂105号-简雅黑" panose="00000500000000000000" pitchFamily="2" charset="-122"/>
                    </a:rPr>
                    <a:t>第四章</a:t>
                  </a:r>
                  <a:endParaRPr kumimoji="0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endParaRPr>
                </a:p>
              </p:txBody>
            </p:sp>
            <p:sp>
              <p:nvSpPr>
                <p:cNvPr id="4" name="TextBox 40"/>
                <p:cNvSpPr txBox="1"/>
                <p:nvPr/>
              </p:nvSpPr>
              <p:spPr>
                <a:xfrm>
                  <a:off x="2318891" y="2298712"/>
                  <a:ext cx="213328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kumimoji="0" lang="pt-BR" altLang="zh-CN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字魂105号-简雅黑" panose="00000500000000000000" pitchFamily="2" charset="-122"/>
                      <a:ea typeface="字魂105号-简雅黑" panose="00000500000000000000" pitchFamily="2" charset="-122"/>
                      <a:sym typeface="字魂105号-简雅黑" panose="00000500000000000000" pitchFamily="2" charset="-122"/>
                    </a:rPr>
                    <a:t>Chapter  4</a:t>
                  </a:r>
                  <a:endParaRPr kumimoji="0" lang="en-US" altLang="zh-C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endParaRPr>
                </a:p>
              </p:txBody>
            </p:sp>
          </p:grpSp>
          <p:cxnSp>
            <p:nvCxnSpPr>
              <p:cNvPr id="8" name="直接连接符 7"/>
              <p:cNvCxnSpPr/>
              <p:nvPr/>
            </p:nvCxnSpPr>
            <p:spPr>
              <a:xfrm>
                <a:off x="3039879" y="2600617"/>
                <a:ext cx="0" cy="369332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组合 12"/>
            <p:cNvGrpSpPr/>
            <p:nvPr/>
          </p:nvGrpSpPr>
          <p:grpSpPr>
            <a:xfrm>
              <a:off x="683590" y="3331677"/>
              <a:ext cx="4510682" cy="876399"/>
              <a:chOff x="784538" y="3488705"/>
              <a:chExt cx="4510682" cy="876399"/>
            </a:xfrm>
          </p:grpSpPr>
          <p:sp>
            <p:nvSpPr>
              <p:cNvPr id="5" name="TextBox 40"/>
              <p:cNvSpPr txBox="1"/>
              <p:nvPr/>
            </p:nvSpPr>
            <p:spPr>
              <a:xfrm>
                <a:off x="784538" y="3576790"/>
                <a:ext cx="4510682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4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此 处 添 加 标 题</a:t>
                </a:r>
                <a:endParaRPr kumimoji="0" lang="zh-CN" altLang="en-US" sz="40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cxnSp>
            <p:nvCxnSpPr>
              <p:cNvPr id="11" name="直接连接符 10"/>
              <p:cNvCxnSpPr/>
              <p:nvPr/>
            </p:nvCxnSpPr>
            <p:spPr>
              <a:xfrm>
                <a:off x="1203675" y="4365104"/>
                <a:ext cx="367240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1203675" y="3488705"/>
                <a:ext cx="3672408" cy="0"/>
              </a:xfrm>
              <a:prstGeom prst="line">
                <a:avLst/>
              </a:prstGeom>
              <a:ln w="254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40"/>
          <p:cNvSpPr txBox="1"/>
          <p:nvPr/>
        </p:nvSpPr>
        <p:spPr>
          <a:xfrm>
            <a:off x="6441062" y="1950101"/>
            <a:ext cx="5418943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rPr>
              <a:t>请在此处添加你的内容。请在此处添加你的内容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04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16" name="组合 15"/>
          <p:cNvGrpSpPr/>
          <p:nvPr/>
        </p:nvGrpSpPr>
        <p:grpSpPr>
          <a:xfrm>
            <a:off x="7640389" y="2731070"/>
            <a:ext cx="2735408" cy="2269802"/>
            <a:chOff x="7640389" y="2891021"/>
            <a:chExt cx="2735408" cy="2269802"/>
          </a:xfrm>
        </p:grpSpPr>
        <p:sp>
          <p:nvSpPr>
            <p:cNvPr id="14" name="任意多边形: 形状 13"/>
            <p:cNvSpPr/>
            <p:nvPr/>
          </p:nvSpPr>
          <p:spPr>
            <a:xfrm>
              <a:off x="7640389" y="2891021"/>
              <a:ext cx="2266331" cy="1869249"/>
            </a:xfrm>
            <a:custGeom>
              <a:avLst/>
              <a:gdLst>
                <a:gd name="connsiteX0" fmla="*/ 0 w 2266331"/>
                <a:gd name="connsiteY0" fmla="*/ 186925 h 1869249"/>
                <a:gd name="connsiteX1" fmla="*/ 186925 w 2266331"/>
                <a:gd name="connsiteY1" fmla="*/ 0 h 1869249"/>
                <a:gd name="connsiteX2" fmla="*/ 2079406 w 2266331"/>
                <a:gd name="connsiteY2" fmla="*/ 0 h 1869249"/>
                <a:gd name="connsiteX3" fmla="*/ 2266331 w 2266331"/>
                <a:gd name="connsiteY3" fmla="*/ 186925 h 1869249"/>
                <a:gd name="connsiteX4" fmla="*/ 2266331 w 2266331"/>
                <a:gd name="connsiteY4" fmla="*/ 1682324 h 1869249"/>
                <a:gd name="connsiteX5" fmla="*/ 2079406 w 2266331"/>
                <a:gd name="connsiteY5" fmla="*/ 1869249 h 1869249"/>
                <a:gd name="connsiteX6" fmla="*/ 186925 w 2266331"/>
                <a:gd name="connsiteY6" fmla="*/ 1869249 h 1869249"/>
                <a:gd name="connsiteX7" fmla="*/ 0 w 2266331"/>
                <a:gd name="connsiteY7" fmla="*/ 1682324 h 1869249"/>
                <a:gd name="connsiteX8" fmla="*/ 0 w 2266331"/>
                <a:gd name="connsiteY8" fmla="*/ 186925 h 1869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6331" h="1869249">
                  <a:moveTo>
                    <a:pt x="0" y="186925"/>
                  </a:moveTo>
                  <a:cubicBezTo>
                    <a:pt x="0" y="83689"/>
                    <a:pt x="83689" y="0"/>
                    <a:pt x="186925" y="0"/>
                  </a:cubicBezTo>
                  <a:lnTo>
                    <a:pt x="2079406" y="0"/>
                  </a:lnTo>
                  <a:cubicBezTo>
                    <a:pt x="2182642" y="0"/>
                    <a:pt x="2266331" y="83689"/>
                    <a:pt x="2266331" y="186925"/>
                  </a:cubicBezTo>
                  <a:lnTo>
                    <a:pt x="2266331" y="1682324"/>
                  </a:lnTo>
                  <a:cubicBezTo>
                    <a:pt x="2266331" y="1785560"/>
                    <a:pt x="2182642" y="1869249"/>
                    <a:pt x="2079406" y="1869249"/>
                  </a:cubicBezTo>
                  <a:lnTo>
                    <a:pt x="186925" y="1869249"/>
                  </a:lnTo>
                  <a:cubicBezTo>
                    <a:pt x="83689" y="1869249"/>
                    <a:pt x="0" y="1785560"/>
                    <a:pt x="0" y="1682324"/>
                  </a:cubicBezTo>
                  <a:lnTo>
                    <a:pt x="0" y="186925"/>
                  </a:lnTo>
                  <a:close/>
                </a:path>
              </a:pathLst>
            </a:custGeom>
            <a:ln>
              <a:solidFill>
                <a:srgbClr val="0070C0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15407" tIns="115407" rIns="115407" bIns="515960" numCol="1" spcCol="1270" anchor="t" anchorCtr="0">
              <a:noAutofit/>
            </a:bodyPr>
            <a:lstStyle/>
            <a:p>
              <a:pPr marL="285750" lvl="1" indent="-285750" algn="l" defTabSz="1689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38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  <a:p>
              <a:pPr marL="285750" lvl="1" indent="-285750" algn="l" defTabSz="1689100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har char="•"/>
              </a:pPr>
              <a:endParaRPr lang="zh-CN" altLang="en-US" sz="38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5" name="任意多边形: 形状 14"/>
            <p:cNvSpPr/>
            <p:nvPr/>
          </p:nvSpPr>
          <p:spPr>
            <a:xfrm>
              <a:off x="8144018" y="4359717"/>
              <a:ext cx="2014516" cy="801106"/>
            </a:xfrm>
            <a:custGeom>
              <a:avLst/>
              <a:gdLst>
                <a:gd name="connsiteX0" fmla="*/ 0 w 2014516"/>
                <a:gd name="connsiteY0" fmla="*/ 80111 h 801106"/>
                <a:gd name="connsiteX1" fmla="*/ 80111 w 2014516"/>
                <a:gd name="connsiteY1" fmla="*/ 0 h 801106"/>
                <a:gd name="connsiteX2" fmla="*/ 1934405 w 2014516"/>
                <a:gd name="connsiteY2" fmla="*/ 0 h 801106"/>
                <a:gd name="connsiteX3" fmla="*/ 2014516 w 2014516"/>
                <a:gd name="connsiteY3" fmla="*/ 80111 h 801106"/>
                <a:gd name="connsiteX4" fmla="*/ 2014516 w 2014516"/>
                <a:gd name="connsiteY4" fmla="*/ 720995 h 801106"/>
                <a:gd name="connsiteX5" fmla="*/ 1934405 w 2014516"/>
                <a:gd name="connsiteY5" fmla="*/ 801106 h 801106"/>
                <a:gd name="connsiteX6" fmla="*/ 80111 w 2014516"/>
                <a:gd name="connsiteY6" fmla="*/ 801106 h 801106"/>
                <a:gd name="connsiteX7" fmla="*/ 0 w 2014516"/>
                <a:gd name="connsiteY7" fmla="*/ 720995 h 801106"/>
                <a:gd name="connsiteX8" fmla="*/ 0 w 2014516"/>
                <a:gd name="connsiteY8" fmla="*/ 80111 h 8011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014516" h="801106">
                  <a:moveTo>
                    <a:pt x="0" y="80111"/>
                  </a:moveTo>
                  <a:cubicBezTo>
                    <a:pt x="0" y="35867"/>
                    <a:pt x="35867" y="0"/>
                    <a:pt x="80111" y="0"/>
                  </a:cubicBezTo>
                  <a:lnTo>
                    <a:pt x="1934405" y="0"/>
                  </a:lnTo>
                  <a:cubicBezTo>
                    <a:pt x="1978649" y="0"/>
                    <a:pt x="2014516" y="35867"/>
                    <a:pt x="2014516" y="80111"/>
                  </a:cubicBezTo>
                  <a:lnTo>
                    <a:pt x="2014516" y="720995"/>
                  </a:lnTo>
                  <a:cubicBezTo>
                    <a:pt x="2014516" y="765239"/>
                    <a:pt x="1978649" y="801106"/>
                    <a:pt x="1934405" y="801106"/>
                  </a:cubicBezTo>
                  <a:lnTo>
                    <a:pt x="80111" y="801106"/>
                  </a:lnTo>
                  <a:cubicBezTo>
                    <a:pt x="35867" y="801106"/>
                    <a:pt x="0" y="765239"/>
                    <a:pt x="0" y="720995"/>
                  </a:cubicBezTo>
                  <a:lnTo>
                    <a:pt x="0" y="80111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05379" tIns="78074" rIns="105379" bIns="78074" numCol="1" spcCol="1270" anchor="ctr" anchorCtr="0">
              <a:noAutofit/>
            </a:bodyPr>
            <a:lstStyle/>
            <a:p>
              <a:pPr marL="0" lvl="0" indent="0" algn="ctr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43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文本框 23"/>
            <p:cNvSpPr txBox="1"/>
            <p:nvPr/>
          </p:nvSpPr>
          <p:spPr>
            <a:xfrm>
              <a:off x="7926755" y="4529437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8" name="TextBox 7"/>
            <p:cNvSpPr>
              <a:spLocks noChangeArrowheads="1"/>
            </p:cNvSpPr>
            <p:nvPr/>
          </p:nvSpPr>
          <p:spPr bwMode="auto">
            <a:xfrm>
              <a:off x="7880584" y="3371007"/>
              <a:ext cx="2014516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4836133" y="1628800"/>
            <a:ext cx="3927336" cy="2971519"/>
            <a:chOff x="4836133" y="1628800"/>
            <a:chExt cx="3927336" cy="2971519"/>
          </a:xfrm>
        </p:grpSpPr>
        <p:sp>
          <p:nvSpPr>
            <p:cNvPr id="12" name="箭头: 环形 11"/>
            <p:cNvSpPr/>
            <p:nvPr/>
          </p:nvSpPr>
          <p:spPr>
            <a:xfrm>
              <a:off x="6117883" y="1628800"/>
              <a:ext cx="2645586" cy="2645586"/>
            </a:xfrm>
            <a:prstGeom prst="circularArrow">
              <a:avLst>
                <a:gd name="adj1" fmla="val 2271"/>
                <a:gd name="adj2" fmla="val 273786"/>
                <a:gd name="adj3" fmla="val 19550703"/>
                <a:gd name="adj4" fmla="val 12575511"/>
                <a:gd name="adj5" fmla="val 2650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17" name="组合 16"/>
            <p:cNvGrpSpPr/>
            <p:nvPr/>
          </p:nvGrpSpPr>
          <p:grpSpPr>
            <a:xfrm>
              <a:off x="4836133" y="2330517"/>
              <a:ext cx="2735409" cy="2269802"/>
              <a:chOff x="4836133" y="2490468"/>
              <a:chExt cx="2735409" cy="2269802"/>
            </a:xfrm>
          </p:grpSpPr>
          <p:sp>
            <p:nvSpPr>
              <p:cNvPr id="11" name="任意多边形: 形状 10"/>
              <p:cNvSpPr/>
              <p:nvPr/>
            </p:nvSpPr>
            <p:spPr>
              <a:xfrm>
                <a:off x="4836133" y="2891021"/>
                <a:ext cx="2266331" cy="1869249"/>
              </a:xfrm>
              <a:custGeom>
                <a:avLst/>
                <a:gdLst>
                  <a:gd name="connsiteX0" fmla="*/ 0 w 2266331"/>
                  <a:gd name="connsiteY0" fmla="*/ 186925 h 1869249"/>
                  <a:gd name="connsiteX1" fmla="*/ 186925 w 2266331"/>
                  <a:gd name="connsiteY1" fmla="*/ 0 h 1869249"/>
                  <a:gd name="connsiteX2" fmla="*/ 2079406 w 2266331"/>
                  <a:gd name="connsiteY2" fmla="*/ 0 h 1869249"/>
                  <a:gd name="connsiteX3" fmla="*/ 2266331 w 2266331"/>
                  <a:gd name="connsiteY3" fmla="*/ 186925 h 1869249"/>
                  <a:gd name="connsiteX4" fmla="*/ 2266331 w 2266331"/>
                  <a:gd name="connsiteY4" fmla="*/ 1682324 h 1869249"/>
                  <a:gd name="connsiteX5" fmla="*/ 2079406 w 2266331"/>
                  <a:gd name="connsiteY5" fmla="*/ 1869249 h 1869249"/>
                  <a:gd name="connsiteX6" fmla="*/ 186925 w 2266331"/>
                  <a:gd name="connsiteY6" fmla="*/ 1869249 h 1869249"/>
                  <a:gd name="connsiteX7" fmla="*/ 0 w 2266331"/>
                  <a:gd name="connsiteY7" fmla="*/ 1682324 h 1869249"/>
                  <a:gd name="connsiteX8" fmla="*/ 0 w 2266331"/>
                  <a:gd name="connsiteY8" fmla="*/ 186925 h 186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66331" h="1869249">
                    <a:moveTo>
                      <a:pt x="0" y="186925"/>
                    </a:moveTo>
                    <a:cubicBezTo>
                      <a:pt x="0" y="83689"/>
                      <a:pt x="83689" y="0"/>
                      <a:pt x="186925" y="0"/>
                    </a:cubicBezTo>
                    <a:lnTo>
                      <a:pt x="2079406" y="0"/>
                    </a:lnTo>
                    <a:cubicBezTo>
                      <a:pt x="2182642" y="0"/>
                      <a:pt x="2266331" y="83689"/>
                      <a:pt x="2266331" y="186925"/>
                    </a:cubicBezTo>
                    <a:lnTo>
                      <a:pt x="2266331" y="1682324"/>
                    </a:lnTo>
                    <a:cubicBezTo>
                      <a:pt x="2266331" y="1785560"/>
                      <a:pt x="2182642" y="1869249"/>
                      <a:pt x="2079406" y="1869249"/>
                    </a:cubicBezTo>
                    <a:lnTo>
                      <a:pt x="186925" y="1869249"/>
                    </a:lnTo>
                    <a:cubicBezTo>
                      <a:pt x="83689" y="1869249"/>
                      <a:pt x="0" y="1785560"/>
                      <a:pt x="0" y="1682324"/>
                    </a:cubicBezTo>
                    <a:lnTo>
                      <a:pt x="0" y="186925"/>
                    </a:lnTo>
                    <a:close/>
                  </a:path>
                </a:pathLst>
              </a:cu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5407" tIns="515961" rIns="115407" bIns="115406" numCol="1" spcCol="1270" anchor="t" anchorCtr="0">
                <a:noAutofit/>
              </a:bodyPr>
              <a:lstStyle/>
              <a:p>
                <a:pPr marL="285750" lvl="1" indent="-285750" algn="l" defTabSz="16891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3800" kern="12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  <a:p>
                <a:pPr marL="285750" lvl="1" indent="-285750" algn="l" defTabSz="16891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3800" kern="12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3" name="任意多边形: 形状 12"/>
              <p:cNvSpPr/>
              <p:nvPr/>
            </p:nvSpPr>
            <p:spPr>
              <a:xfrm>
                <a:off x="5339763" y="2490468"/>
                <a:ext cx="2014516" cy="801106"/>
              </a:xfrm>
              <a:custGeom>
                <a:avLst/>
                <a:gdLst>
                  <a:gd name="connsiteX0" fmla="*/ 0 w 2014516"/>
                  <a:gd name="connsiteY0" fmla="*/ 80111 h 801106"/>
                  <a:gd name="connsiteX1" fmla="*/ 80111 w 2014516"/>
                  <a:gd name="connsiteY1" fmla="*/ 0 h 801106"/>
                  <a:gd name="connsiteX2" fmla="*/ 1934405 w 2014516"/>
                  <a:gd name="connsiteY2" fmla="*/ 0 h 801106"/>
                  <a:gd name="connsiteX3" fmla="*/ 2014516 w 2014516"/>
                  <a:gd name="connsiteY3" fmla="*/ 80111 h 801106"/>
                  <a:gd name="connsiteX4" fmla="*/ 2014516 w 2014516"/>
                  <a:gd name="connsiteY4" fmla="*/ 720995 h 801106"/>
                  <a:gd name="connsiteX5" fmla="*/ 1934405 w 2014516"/>
                  <a:gd name="connsiteY5" fmla="*/ 801106 h 801106"/>
                  <a:gd name="connsiteX6" fmla="*/ 80111 w 2014516"/>
                  <a:gd name="connsiteY6" fmla="*/ 801106 h 801106"/>
                  <a:gd name="connsiteX7" fmla="*/ 0 w 2014516"/>
                  <a:gd name="connsiteY7" fmla="*/ 720995 h 801106"/>
                  <a:gd name="connsiteX8" fmla="*/ 0 w 2014516"/>
                  <a:gd name="connsiteY8" fmla="*/ 80111 h 801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14516" h="801106">
                    <a:moveTo>
                      <a:pt x="0" y="80111"/>
                    </a:moveTo>
                    <a:cubicBezTo>
                      <a:pt x="0" y="35867"/>
                      <a:pt x="35867" y="0"/>
                      <a:pt x="80111" y="0"/>
                    </a:cubicBezTo>
                    <a:lnTo>
                      <a:pt x="1934405" y="0"/>
                    </a:lnTo>
                    <a:cubicBezTo>
                      <a:pt x="1978649" y="0"/>
                      <a:pt x="2014516" y="35867"/>
                      <a:pt x="2014516" y="80111"/>
                    </a:cubicBezTo>
                    <a:lnTo>
                      <a:pt x="2014516" y="720995"/>
                    </a:lnTo>
                    <a:cubicBezTo>
                      <a:pt x="2014516" y="765239"/>
                      <a:pt x="1978649" y="801106"/>
                      <a:pt x="1934405" y="801106"/>
                    </a:cubicBezTo>
                    <a:lnTo>
                      <a:pt x="80111" y="801106"/>
                    </a:lnTo>
                    <a:cubicBezTo>
                      <a:pt x="35867" y="801106"/>
                      <a:pt x="0" y="765239"/>
                      <a:pt x="0" y="720995"/>
                    </a:cubicBezTo>
                    <a:lnTo>
                      <a:pt x="0" y="80111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05379" tIns="78074" rIns="105379" bIns="78074" numCol="1" spcCol="1270" anchor="ctr" anchorCtr="0">
                <a:noAutofit/>
              </a:bodyPr>
              <a:lstStyle/>
              <a:p>
                <a:pPr marL="0" lvl="0" indent="0" algn="ctr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zh-CN" altLang="en-US" sz="4300" kern="120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59" name="文本框 23"/>
              <p:cNvSpPr txBox="1"/>
              <p:nvPr/>
            </p:nvSpPr>
            <p:spPr>
              <a:xfrm>
                <a:off x="5122500" y="2660188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0" name="TextBox 7"/>
              <p:cNvSpPr>
                <a:spLocks noChangeArrowheads="1"/>
              </p:cNvSpPr>
              <p:nvPr/>
            </p:nvSpPr>
            <p:spPr bwMode="auto">
              <a:xfrm>
                <a:off x="5114711" y="3375941"/>
                <a:ext cx="2014516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  <p:grpSp>
        <p:nvGrpSpPr>
          <p:cNvPr id="23" name="组合 22"/>
          <p:cNvGrpSpPr/>
          <p:nvPr/>
        </p:nvGrpSpPr>
        <p:grpSpPr>
          <a:xfrm>
            <a:off x="2031878" y="2731070"/>
            <a:ext cx="3656634" cy="2898227"/>
            <a:chOff x="2031878" y="2731070"/>
            <a:chExt cx="3656634" cy="2898227"/>
          </a:xfrm>
        </p:grpSpPr>
        <p:sp>
          <p:nvSpPr>
            <p:cNvPr id="9" name="形状 8"/>
            <p:cNvSpPr/>
            <p:nvPr/>
          </p:nvSpPr>
          <p:spPr>
            <a:xfrm>
              <a:off x="3332513" y="3273298"/>
              <a:ext cx="2355999" cy="2355999"/>
            </a:xfrm>
            <a:prstGeom prst="leftCircularArrow">
              <a:avLst>
                <a:gd name="adj1" fmla="val 2550"/>
                <a:gd name="adj2" fmla="val 309429"/>
                <a:gd name="adj3" fmla="val 2084940"/>
                <a:gd name="adj4" fmla="val 9024489"/>
                <a:gd name="adj5" fmla="val 2975"/>
              </a:avLst>
            </a:prstGeom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grpSp>
          <p:nvGrpSpPr>
            <p:cNvPr id="22" name="组合 21"/>
            <p:cNvGrpSpPr/>
            <p:nvPr/>
          </p:nvGrpSpPr>
          <p:grpSpPr>
            <a:xfrm>
              <a:off x="2031878" y="2731070"/>
              <a:ext cx="2735408" cy="2269802"/>
              <a:chOff x="2031878" y="2891021"/>
              <a:chExt cx="2735408" cy="2269802"/>
            </a:xfrm>
          </p:grpSpPr>
          <p:sp>
            <p:nvSpPr>
              <p:cNvPr id="8" name="任意多边形: 形状 7"/>
              <p:cNvSpPr/>
              <p:nvPr/>
            </p:nvSpPr>
            <p:spPr>
              <a:xfrm>
                <a:off x="2031878" y="2891021"/>
                <a:ext cx="2266331" cy="1869249"/>
              </a:xfrm>
              <a:custGeom>
                <a:avLst/>
                <a:gdLst>
                  <a:gd name="connsiteX0" fmla="*/ 0 w 2266331"/>
                  <a:gd name="connsiteY0" fmla="*/ 186925 h 1869249"/>
                  <a:gd name="connsiteX1" fmla="*/ 186925 w 2266331"/>
                  <a:gd name="connsiteY1" fmla="*/ 0 h 1869249"/>
                  <a:gd name="connsiteX2" fmla="*/ 2079406 w 2266331"/>
                  <a:gd name="connsiteY2" fmla="*/ 0 h 1869249"/>
                  <a:gd name="connsiteX3" fmla="*/ 2266331 w 2266331"/>
                  <a:gd name="connsiteY3" fmla="*/ 186925 h 1869249"/>
                  <a:gd name="connsiteX4" fmla="*/ 2266331 w 2266331"/>
                  <a:gd name="connsiteY4" fmla="*/ 1682324 h 1869249"/>
                  <a:gd name="connsiteX5" fmla="*/ 2079406 w 2266331"/>
                  <a:gd name="connsiteY5" fmla="*/ 1869249 h 1869249"/>
                  <a:gd name="connsiteX6" fmla="*/ 186925 w 2266331"/>
                  <a:gd name="connsiteY6" fmla="*/ 1869249 h 1869249"/>
                  <a:gd name="connsiteX7" fmla="*/ 0 w 2266331"/>
                  <a:gd name="connsiteY7" fmla="*/ 1682324 h 1869249"/>
                  <a:gd name="connsiteX8" fmla="*/ 0 w 2266331"/>
                  <a:gd name="connsiteY8" fmla="*/ 186925 h 186924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266331" h="1869249">
                    <a:moveTo>
                      <a:pt x="0" y="186925"/>
                    </a:moveTo>
                    <a:cubicBezTo>
                      <a:pt x="0" y="83689"/>
                      <a:pt x="83689" y="0"/>
                      <a:pt x="186925" y="0"/>
                    </a:cubicBezTo>
                    <a:lnTo>
                      <a:pt x="2079406" y="0"/>
                    </a:lnTo>
                    <a:cubicBezTo>
                      <a:pt x="2182642" y="0"/>
                      <a:pt x="2266331" y="83689"/>
                      <a:pt x="2266331" y="186925"/>
                    </a:cubicBezTo>
                    <a:lnTo>
                      <a:pt x="2266331" y="1682324"/>
                    </a:lnTo>
                    <a:cubicBezTo>
                      <a:pt x="2266331" y="1785560"/>
                      <a:pt x="2182642" y="1869249"/>
                      <a:pt x="2079406" y="1869249"/>
                    </a:cubicBezTo>
                    <a:lnTo>
                      <a:pt x="186925" y="1869249"/>
                    </a:lnTo>
                    <a:cubicBezTo>
                      <a:pt x="83689" y="1869249"/>
                      <a:pt x="0" y="1785560"/>
                      <a:pt x="0" y="1682324"/>
                    </a:cubicBezTo>
                    <a:lnTo>
                      <a:pt x="0" y="186925"/>
                    </a:lnTo>
                    <a:close/>
                  </a:path>
                </a:pathLst>
              </a:custGeom>
              <a:ln>
                <a:solidFill>
                  <a:srgbClr val="0070C0"/>
                </a:solidFill>
              </a:ln>
            </p:spPr>
            <p:style>
              <a:lnRef idx="2">
                <a:schemeClr val="accen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lt1">
                  <a:alpha val="9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dk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spcFirstLastPara="0" vert="horz" wrap="square" lIns="115407" tIns="115407" rIns="115407" bIns="515960" numCol="1" spcCol="1270" anchor="t" anchorCtr="0">
                <a:noAutofit/>
              </a:bodyPr>
              <a:lstStyle/>
              <a:p>
                <a:pPr marL="285750" lvl="1" indent="-285750" algn="l" defTabSz="16891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3800" kern="12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  <a:p>
                <a:pPr marL="285750" lvl="1" indent="-285750" algn="l" defTabSz="1689100">
                  <a:lnSpc>
                    <a:spcPct val="90000"/>
                  </a:lnSpc>
                  <a:spcBef>
                    <a:spcPct val="0"/>
                  </a:spcBef>
                  <a:spcAft>
                    <a:spcPct val="15000"/>
                  </a:spcAft>
                  <a:buChar char="•"/>
                </a:pPr>
                <a:endParaRPr lang="zh-CN" altLang="en-US" sz="3800" kern="1200" dirty="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0" name="任意多边形: 形状 9"/>
              <p:cNvSpPr/>
              <p:nvPr/>
            </p:nvSpPr>
            <p:spPr>
              <a:xfrm>
                <a:off x="2535507" y="4359717"/>
                <a:ext cx="2014516" cy="801106"/>
              </a:xfrm>
              <a:custGeom>
                <a:avLst/>
                <a:gdLst>
                  <a:gd name="connsiteX0" fmla="*/ 0 w 2014516"/>
                  <a:gd name="connsiteY0" fmla="*/ 80111 h 801106"/>
                  <a:gd name="connsiteX1" fmla="*/ 80111 w 2014516"/>
                  <a:gd name="connsiteY1" fmla="*/ 0 h 801106"/>
                  <a:gd name="connsiteX2" fmla="*/ 1934405 w 2014516"/>
                  <a:gd name="connsiteY2" fmla="*/ 0 h 801106"/>
                  <a:gd name="connsiteX3" fmla="*/ 2014516 w 2014516"/>
                  <a:gd name="connsiteY3" fmla="*/ 80111 h 801106"/>
                  <a:gd name="connsiteX4" fmla="*/ 2014516 w 2014516"/>
                  <a:gd name="connsiteY4" fmla="*/ 720995 h 801106"/>
                  <a:gd name="connsiteX5" fmla="*/ 1934405 w 2014516"/>
                  <a:gd name="connsiteY5" fmla="*/ 801106 h 801106"/>
                  <a:gd name="connsiteX6" fmla="*/ 80111 w 2014516"/>
                  <a:gd name="connsiteY6" fmla="*/ 801106 h 801106"/>
                  <a:gd name="connsiteX7" fmla="*/ 0 w 2014516"/>
                  <a:gd name="connsiteY7" fmla="*/ 720995 h 801106"/>
                  <a:gd name="connsiteX8" fmla="*/ 0 w 2014516"/>
                  <a:gd name="connsiteY8" fmla="*/ 80111 h 801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2014516" h="801106">
                    <a:moveTo>
                      <a:pt x="0" y="80111"/>
                    </a:moveTo>
                    <a:cubicBezTo>
                      <a:pt x="0" y="35867"/>
                      <a:pt x="35867" y="0"/>
                      <a:pt x="80111" y="0"/>
                    </a:cubicBezTo>
                    <a:lnTo>
                      <a:pt x="1934405" y="0"/>
                    </a:lnTo>
                    <a:cubicBezTo>
                      <a:pt x="1978649" y="0"/>
                      <a:pt x="2014516" y="35867"/>
                      <a:pt x="2014516" y="80111"/>
                    </a:cubicBezTo>
                    <a:lnTo>
                      <a:pt x="2014516" y="720995"/>
                    </a:lnTo>
                    <a:cubicBezTo>
                      <a:pt x="2014516" y="765239"/>
                      <a:pt x="1978649" y="801106"/>
                      <a:pt x="1934405" y="801106"/>
                    </a:cubicBezTo>
                    <a:lnTo>
                      <a:pt x="80111" y="801106"/>
                    </a:lnTo>
                    <a:cubicBezTo>
                      <a:pt x="35867" y="801106"/>
                      <a:pt x="0" y="765239"/>
                      <a:pt x="0" y="720995"/>
                    </a:cubicBezTo>
                    <a:lnTo>
                      <a:pt x="0" y="80111"/>
                    </a:lnTo>
                    <a:close/>
                  </a:path>
                </a:pathLst>
              </a:custGeom>
              <a:solidFill>
                <a:srgbClr val="0070C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 spcFirstLastPara="0" vert="horz" wrap="square" lIns="105379" tIns="78074" rIns="105379" bIns="78074" numCol="1" spcCol="1270" anchor="ctr" anchorCtr="0">
                <a:noAutofit/>
              </a:bodyPr>
              <a:lstStyle/>
              <a:p>
                <a:pPr marL="0" lvl="0" indent="0" algn="ctr" defTabSz="19113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endParaRPr lang="zh-CN" altLang="en-US" sz="4300" kern="1200"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19" name="文本框 23"/>
              <p:cNvSpPr txBox="1"/>
              <p:nvPr/>
            </p:nvSpPr>
            <p:spPr>
              <a:xfrm>
                <a:off x="2318244" y="4530670"/>
                <a:ext cx="244904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添加标题内容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  <p:sp>
            <p:nvSpPr>
              <p:cNvPr id="21" name="TextBox 7"/>
              <p:cNvSpPr>
                <a:spLocks noChangeArrowheads="1"/>
              </p:cNvSpPr>
              <p:nvPr/>
            </p:nvSpPr>
            <p:spPr bwMode="auto">
              <a:xfrm>
                <a:off x="2243719" y="3356992"/>
                <a:ext cx="2014516" cy="8402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0" tIns="0" rIns="0" bIns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3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字魂105号-简雅黑" panose="00000500000000000000" pitchFamily="2" charset="-122"/>
                    <a:ea typeface="字魂105号-简雅黑" panose="00000500000000000000" pitchFamily="2" charset="-122"/>
                    <a:sym typeface="字魂105号-简雅黑" panose="00000500000000000000" pitchFamily="2" charset="-122"/>
                  </a:rPr>
                  <a:t>请在此处添加你的内容。请在此处添加你的内容。请在此处添加你的内容。</a:t>
                </a:r>
                <a:endPara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endParaRPr>
              </a:p>
            </p:txBody>
          </p:sp>
        </p:grp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04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sp>
        <p:nvSpPr>
          <p:cNvPr id="8" name="箭头: 十字 7"/>
          <p:cNvSpPr/>
          <p:nvPr/>
        </p:nvSpPr>
        <p:spPr>
          <a:xfrm>
            <a:off x="4417474" y="2075013"/>
            <a:ext cx="3357052" cy="3357052"/>
          </a:xfrm>
          <a:prstGeom prst="quadArrow">
            <a:avLst>
              <a:gd name="adj1" fmla="val 2000"/>
              <a:gd name="adj2" fmla="val 4000"/>
              <a:gd name="adj3" fmla="val 5000"/>
            </a:avLst>
          </a:prstGeom>
        </p:spPr>
        <p:style>
          <a:lnRef idx="0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4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4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zh-CN" altLang="en-US"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6213497" y="2293221"/>
            <a:ext cx="4805951" cy="1342821"/>
            <a:chOff x="6213497" y="2293221"/>
            <a:chExt cx="4805951" cy="1342821"/>
          </a:xfrm>
        </p:grpSpPr>
        <p:sp>
          <p:nvSpPr>
            <p:cNvPr id="10" name="任意多边形: 形状 9"/>
            <p:cNvSpPr/>
            <p:nvPr/>
          </p:nvSpPr>
          <p:spPr>
            <a:xfrm>
              <a:off x="6213497" y="2293221"/>
              <a:ext cx="1342821" cy="1342821"/>
            </a:xfrm>
            <a:custGeom>
              <a:avLst/>
              <a:gdLst>
                <a:gd name="connsiteX0" fmla="*/ 0 w 2167184"/>
                <a:gd name="connsiteY0" fmla="*/ 361205 h 2167184"/>
                <a:gd name="connsiteX1" fmla="*/ 361205 w 2167184"/>
                <a:gd name="connsiteY1" fmla="*/ 0 h 2167184"/>
                <a:gd name="connsiteX2" fmla="*/ 1805979 w 2167184"/>
                <a:gd name="connsiteY2" fmla="*/ 0 h 2167184"/>
                <a:gd name="connsiteX3" fmla="*/ 2167184 w 2167184"/>
                <a:gd name="connsiteY3" fmla="*/ 361205 h 2167184"/>
                <a:gd name="connsiteX4" fmla="*/ 2167184 w 2167184"/>
                <a:gd name="connsiteY4" fmla="*/ 1805979 h 2167184"/>
                <a:gd name="connsiteX5" fmla="*/ 1805979 w 2167184"/>
                <a:gd name="connsiteY5" fmla="*/ 2167184 h 2167184"/>
                <a:gd name="connsiteX6" fmla="*/ 361205 w 2167184"/>
                <a:gd name="connsiteY6" fmla="*/ 2167184 h 2167184"/>
                <a:gd name="connsiteX7" fmla="*/ 0 w 2167184"/>
                <a:gd name="connsiteY7" fmla="*/ 1805979 h 2167184"/>
                <a:gd name="connsiteX8" fmla="*/ 0 w 2167184"/>
                <a:gd name="connsiteY8" fmla="*/ 361205 h 216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184" h="2167184">
                  <a:moveTo>
                    <a:pt x="0" y="361205"/>
                  </a:moveTo>
                  <a:cubicBezTo>
                    <a:pt x="0" y="161717"/>
                    <a:pt x="161717" y="0"/>
                    <a:pt x="361205" y="0"/>
                  </a:cubicBezTo>
                  <a:lnTo>
                    <a:pt x="1805979" y="0"/>
                  </a:lnTo>
                  <a:cubicBezTo>
                    <a:pt x="2005467" y="0"/>
                    <a:pt x="2167184" y="161717"/>
                    <a:pt x="2167184" y="361205"/>
                  </a:cubicBezTo>
                  <a:lnTo>
                    <a:pt x="2167184" y="1805979"/>
                  </a:lnTo>
                  <a:cubicBezTo>
                    <a:pt x="2167184" y="2005467"/>
                    <a:pt x="2005467" y="2167184"/>
                    <a:pt x="1805979" y="2167184"/>
                  </a:cubicBezTo>
                  <a:lnTo>
                    <a:pt x="361205" y="2167184"/>
                  </a:lnTo>
                  <a:cubicBezTo>
                    <a:pt x="161717" y="2167184"/>
                    <a:pt x="0" y="2005467"/>
                    <a:pt x="0" y="1805979"/>
                  </a:cubicBezTo>
                  <a:lnTo>
                    <a:pt x="0" y="361205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chemeClr val="lt1">
                  <a:hueOff val="0"/>
                  <a:satOff val="0"/>
                  <a:lumOff val="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3913" tIns="303913" rIns="303913" bIns="303913" numCol="1" spcCol="1270" anchor="ctr" anchorCtr="0">
              <a:noAutofit/>
            </a:bodyPr>
            <a:lstStyle/>
            <a:p>
              <a:pPr marL="0" lvl="0" indent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2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9" name="文本框 23"/>
            <p:cNvSpPr txBox="1"/>
            <p:nvPr/>
          </p:nvSpPr>
          <p:spPr>
            <a:xfrm>
              <a:off x="6405128" y="2544863"/>
              <a:ext cx="9595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8" name="TextBox 7"/>
            <p:cNvSpPr>
              <a:spLocks noChangeArrowheads="1"/>
            </p:cNvSpPr>
            <p:nvPr/>
          </p:nvSpPr>
          <p:spPr bwMode="auto">
            <a:xfrm>
              <a:off x="8027974" y="2543285"/>
              <a:ext cx="2991474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6213497" y="3871036"/>
            <a:ext cx="4799771" cy="1342821"/>
            <a:chOff x="6213497" y="3871036"/>
            <a:chExt cx="4799771" cy="1342821"/>
          </a:xfrm>
        </p:grpSpPr>
        <p:sp>
          <p:nvSpPr>
            <p:cNvPr id="12" name="任意多边形: 形状 11"/>
            <p:cNvSpPr/>
            <p:nvPr/>
          </p:nvSpPr>
          <p:spPr>
            <a:xfrm>
              <a:off x="6213497" y="3871036"/>
              <a:ext cx="1342821" cy="1342821"/>
            </a:xfrm>
            <a:custGeom>
              <a:avLst/>
              <a:gdLst>
                <a:gd name="connsiteX0" fmla="*/ 0 w 2167184"/>
                <a:gd name="connsiteY0" fmla="*/ 361205 h 2167184"/>
                <a:gd name="connsiteX1" fmla="*/ 361205 w 2167184"/>
                <a:gd name="connsiteY1" fmla="*/ 0 h 2167184"/>
                <a:gd name="connsiteX2" fmla="*/ 1805979 w 2167184"/>
                <a:gd name="connsiteY2" fmla="*/ 0 h 2167184"/>
                <a:gd name="connsiteX3" fmla="*/ 2167184 w 2167184"/>
                <a:gd name="connsiteY3" fmla="*/ 361205 h 2167184"/>
                <a:gd name="connsiteX4" fmla="*/ 2167184 w 2167184"/>
                <a:gd name="connsiteY4" fmla="*/ 1805979 h 2167184"/>
                <a:gd name="connsiteX5" fmla="*/ 1805979 w 2167184"/>
                <a:gd name="connsiteY5" fmla="*/ 2167184 h 2167184"/>
                <a:gd name="connsiteX6" fmla="*/ 361205 w 2167184"/>
                <a:gd name="connsiteY6" fmla="*/ 2167184 h 2167184"/>
                <a:gd name="connsiteX7" fmla="*/ 0 w 2167184"/>
                <a:gd name="connsiteY7" fmla="*/ 1805979 h 2167184"/>
                <a:gd name="connsiteX8" fmla="*/ 0 w 2167184"/>
                <a:gd name="connsiteY8" fmla="*/ 361205 h 216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184" h="2167184">
                  <a:moveTo>
                    <a:pt x="0" y="361205"/>
                  </a:moveTo>
                  <a:cubicBezTo>
                    <a:pt x="0" y="161717"/>
                    <a:pt x="161717" y="0"/>
                    <a:pt x="361205" y="0"/>
                  </a:cubicBezTo>
                  <a:lnTo>
                    <a:pt x="1805979" y="0"/>
                  </a:lnTo>
                  <a:cubicBezTo>
                    <a:pt x="2005467" y="0"/>
                    <a:pt x="2167184" y="161717"/>
                    <a:pt x="2167184" y="361205"/>
                  </a:cubicBezTo>
                  <a:lnTo>
                    <a:pt x="2167184" y="1805979"/>
                  </a:lnTo>
                  <a:cubicBezTo>
                    <a:pt x="2167184" y="2005467"/>
                    <a:pt x="2005467" y="2167184"/>
                    <a:pt x="1805979" y="2167184"/>
                  </a:cubicBezTo>
                  <a:lnTo>
                    <a:pt x="361205" y="2167184"/>
                  </a:lnTo>
                  <a:cubicBezTo>
                    <a:pt x="161717" y="2167184"/>
                    <a:pt x="0" y="2005467"/>
                    <a:pt x="0" y="1805979"/>
                  </a:cubicBezTo>
                  <a:lnTo>
                    <a:pt x="0" y="361205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3913" tIns="303913" rIns="303913" bIns="303913" numCol="1" spcCol="1270" anchor="ctr" anchorCtr="0">
              <a:noAutofit/>
            </a:bodyPr>
            <a:lstStyle/>
            <a:p>
              <a:pPr marL="0" lvl="0" indent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2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文本框 23"/>
            <p:cNvSpPr txBox="1"/>
            <p:nvPr/>
          </p:nvSpPr>
          <p:spPr>
            <a:xfrm>
              <a:off x="6405128" y="4126947"/>
              <a:ext cx="9595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1" name="TextBox 7"/>
            <p:cNvSpPr>
              <a:spLocks noChangeArrowheads="1"/>
            </p:cNvSpPr>
            <p:nvPr/>
          </p:nvSpPr>
          <p:spPr bwMode="auto">
            <a:xfrm>
              <a:off x="8021794" y="4136848"/>
              <a:ext cx="2991474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1170965" y="2293221"/>
            <a:ext cx="4807538" cy="1342821"/>
            <a:chOff x="1170965" y="2293221"/>
            <a:chExt cx="4807538" cy="1342821"/>
          </a:xfrm>
        </p:grpSpPr>
        <p:sp>
          <p:nvSpPr>
            <p:cNvPr id="9" name="任意多边形: 形状 8"/>
            <p:cNvSpPr/>
            <p:nvPr/>
          </p:nvSpPr>
          <p:spPr>
            <a:xfrm>
              <a:off x="4635682" y="2293221"/>
              <a:ext cx="1342821" cy="1342821"/>
            </a:xfrm>
            <a:custGeom>
              <a:avLst/>
              <a:gdLst>
                <a:gd name="connsiteX0" fmla="*/ 0 w 2167184"/>
                <a:gd name="connsiteY0" fmla="*/ 361205 h 2167184"/>
                <a:gd name="connsiteX1" fmla="*/ 361205 w 2167184"/>
                <a:gd name="connsiteY1" fmla="*/ 0 h 2167184"/>
                <a:gd name="connsiteX2" fmla="*/ 1805979 w 2167184"/>
                <a:gd name="connsiteY2" fmla="*/ 0 h 2167184"/>
                <a:gd name="connsiteX3" fmla="*/ 2167184 w 2167184"/>
                <a:gd name="connsiteY3" fmla="*/ 361205 h 2167184"/>
                <a:gd name="connsiteX4" fmla="*/ 2167184 w 2167184"/>
                <a:gd name="connsiteY4" fmla="*/ 1805979 h 2167184"/>
                <a:gd name="connsiteX5" fmla="*/ 1805979 w 2167184"/>
                <a:gd name="connsiteY5" fmla="*/ 2167184 h 2167184"/>
                <a:gd name="connsiteX6" fmla="*/ 361205 w 2167184"/>
                <a:gd name="connsiteY6" fmla="*/ 2167184 h 2167184"/>
                <a:gd name="connsiteX7" fmla="*/ 0 w 2167184"/>
                <a:gd name="connsiteY7" fmla="*/ 1805979 h 2167184"/>
                <a:gd name="connsiteX8" fmla="*/ 0 w 2167184"/>
                <a:gd name="connsiteY8" fmla="*/ 361205 h 216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184" h="2167184">
                  <a:moveTo>
                    <a:pt x="0" y="361205"/>
                  </a:moveTo>
                  <a:cubicBezTo>
                    <a:pt x="0" y="161717"/>
                    <a:pt x="161717" y="0"/>
                    <a:pt x="361205" y="0"/>
                  </a:cubicBezTo>
                  <a:lnTo>
                    <a:pt x="1805979" y="0"/>
                  </a:lnTo>
                  <a:cubicBezTo>
                    <a:pt x="2005467" y="0"/>
                    <a:pt x="2167184" y="161717"/>
                    <a:pt x="2167184" y="361205"/>
                  </a:cubicBezTo>
                  <a:lnTo>
                    <a:pt x="2167184" y="1805979"/>
                  </a:lnTo>
                  <a:cubicBezTo>
                    <a:pt x="2167184" y="2005467"/>
                    <a:pt x="2005467" y="2167184"/>
                    <a:pt x="1805979" y="2167184"/>
                  </a:cubicBezTo>
                  <a:lnTo>
                    <a:pt x="361205" y="2167184"/>
                  </a:lnTo>
                  <a:cubicBezTo>
                    <a:pt x="161717" y="2167184"/>
                    <a:pt x="0" y="2005467"/>
                    <a:pt x="0" y="1805979"/>
                  </a:cubicBezTo>
                  <a:lnTo>
                    <a:pt x="0" y="361205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3913" tIns="303913" rIns="303913" bIns="303913" numCol="1" spcCol="1270" anchor="ctr" anchorCtr="0">
              <a:noAutofit/>
            </a:bodyPr>
            <a:lstStyle/>
            <a:p>
              <a:pPr marL="0" lvl="0" indent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2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文本框 23"/>
            <p:cNvSpPr txBox="1"/>
            <p:nvPr/>
          </p:nvSpPr>
          <p:spPr>
            <a:xfrm>
              <a:off x="4827313" y="2543285"/>
              <a:ext cx="9595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TextBox 7"/>
            <p:cNvSpPr>
              <a:spLocks noChangeArrowheads="1"/>
            </p:cNvSpPr>
            <p:nvPr/>
          </p:nvSpPr>
          <p:spPr bwMode="auto">
            <a:xfrm>
              <a:off x="1170965" y="2543284"/>
              <a:ext cx="2991474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1170965" y="3871036"/>
            <a:ext cx="4807538" cy="1342821"/>
            <a:chOff x="1170965" y="3871036"/>
            <a:chExt cx="4807538" cy="1342821"/>
          </a:xfrm>
        </p:grpSpPr>
        <p:sp>
          <p:nvSpPr>
            <p:cNvPr id="11" name="任意多边形: 形状 10"/>
            <p:cNvSpPr/>
            <p:nvPr/>
          </p:nvSpPr>
          <p:spPr>
            <a:xfrm>
              <a:off x="4635682" y="3871036"/>
              <a:ext cx="1342821" cy="1342821"/>
            </a:xfrm>
            <a:custGeom>
              <a:avLst/>
              <a:gdLst>
                <a:gd name="connsiteX0" fmla="*/ 0 w 2167184"/>
                <a:gd name="connsiteY0" fmla="*/ 361205 h 2167184"/>
                <a:gd name="connsiteX1" fmla="*/ 361205 w 2167184"/>
                <a:gd name="connsiteY1" fmla="*/ 0 h 2167184"/>
                <a:gd name="connsiteX2" fmla="*/ 1805979 w 2167184"/>
                <a:gd name="connsiteY2" fmla="*/ 0 h 2167184"/>
                <a:gd name="connsiteX3" fmla="*/ 2167184 w 2167184"/>
                <a:gd name="connsiteY3" fmla="*/ 361205 h 2167184"/>
                <a:gd name="connsiteX4" fmla="*/ 2167184 w 2167184"/>
                <a:gd name="connsiteY4" fmla="*/ 1805979 h 2167184"/>
                <a:gd name="connsiteX5" fmla="*/ 1805979 w 2167184"/>
                <a:gd name="connsiteY5" fmla="*/ 2167184 h 2167184"/>
                <a:gd name="connsiteX6" fmla="*/ 361205 w 2167184"/>
                <a:gd name="connsiteY6" fmla="*/ 2167184 h 2167184"/>
                <a:gd name="connsiteX7" fmla="*/ 0 w 2167184"/>
                <a:gd name="connsiteY7" fmla="*/ 1805979 h 2167184"/>
                <a:gd name="connsiteX8" fmla="*/ 0 w 2167184"/>
                <a:gd name="connsiteY8" fmla="*/ 361205 h 2167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167184" h="2167184">
                  <a:moveTo>
                    <a:pt x="0" y="361205"/>
                  </a:moveTo>
                  <a:cubicBezTo>
                    <a:pt x="0" y="161717"/>
                    <a:pt x="161717" y="0"/>
                    <a:pt x="361205" y="0"/>
                  </a:cubicBezTo>
                  <a:lnTo>
                    <a:pt x="1805979" y="0"/>
                  </a:lnTo>
                  <a:cubicBezTo>
                    <a:pt x="2005467" y="0"/>
                    <a:pt x="2167184" y="161717"/>
                    <a:pt x="2167184" y="361205"/>
                  </a:cubicBezTo>
                  <a:lnTo>
                    <a:pt x="2167184" y="1805979"/>
                  </a:lnTo>
                  <a:cubicBezTo>
                    <a:pt x="2167184" y="2005467"/>
                    <a:pt x="2005467" y="2167184"/>
                    <a:pt x="1805979" y="2167184"/>
                  </a:cubicBezTo>
                  <a:lnTo>
                    <a:pt x="361205" y="2167184"/>
                  </a:lnTo>
                  <a:cubicBezTo>
                    <a:pt x="161717" y="2167184"/>
                    <a:pt x="0" y="2005467"/>
                    <a:pt x="0" y="1805979"/>
                  </a:cubicBezTo>
                  <a:lnTo>
                    <a:pt x="0" y="361205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303913" tIns="303913" rIns="303913" bIns="303913" numCol="1" spcCol="1270" anchor="ctr" anchorCtr="0">
              <a:noAutofit/>
            </a:bodyPr>
            <a:lstStyle/>
            <a:p>
              <a:pPr marL="0" lvl="0" indent="0" algn="ctr" defTabSz="23114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52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文本框 23"/>
            <p:cNvSpPr txBox="1"/>
            <p:nvPr/>
          </p:nvSpPr>
          <p:spPr>
            <a:xfrm>
              <a:off x="4827313" y="4123382"/>
              <a:ext cx="95955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</a:t>
              </a:r>
              <a:endPara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TextBox 7"/>
            <p:cNvSpPr>
              <a:spLocks noChangeArrowheads="1"/>
            </p:cNvSpPr>
            <p:nvPr/>
          </p:nvSpPr>
          <p:spPr bwMode="auto">
            <a:xfrm>
              <a:off x="1170965" y="4136848"/>
              <a:ext cx="2991474" cy="8402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60778" y="332656"/>
            <a:ext cx="11270443" cy="619268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6" name="组合 5"/>
          <p:cNvGrpSpPr/>
          <p:nvPr/>
        </p:nvGrpSpPr>
        <p:grpSpPr>
          <a:xfrm>
            <a:off x="838622" y="620688"/>
            <a:ext cx="3353239" cy="607201"/>
            <a:chOff x="550590" y="536707"/>
            <a:chExt cx="3353239" cy="607201"/>
          </a:xfrm>
        </p:grpSpPr>
        <p:sp>
          <p:nvSpPr>
            <p:cNvPr id="4" name="TextBox 40"/>
            <p:cNvSpPr txBox="1"/>
            <p:nvPr/>
          </p:nvSpPr>
          <p:spPr>
            <a:xfrm>
              <a:off x="1270670" y="609474"/>
              <a:ext cx="263315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03 </a:t>
              </a: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此处添加标题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pic>
          <p:nvPicPr>
            <p:cNvPr id="5" name="图片 4"/>
            <p:cNvPicPr>
              <a:picLocks noChangeAspect="1"/>
            </p:cNvPicPr>
            <p:nvPr/>
          </p:nvPicPr>
          <p:blipFill rotWithShape="1">
            <a:blip r:embed="rId1"/>
            <a:srcRect l="26054" t="1466" r="6529" b="37409"/>
            <a:stretch>
              <a:fillRect/>
            </a:stretch>
          </p:blipFill>
          <p:spPr>
            <a:xfrm>
              <a:off x="550590" y="536707"/>
              <a:ext cx="607201" cy="607201"/>
            </a:xfrm>
            <a:prstGeom prst="ellipse">
              <a:avLst/>
            </a:prstGeom>
            <a:effectLst>
              <a:outerShdw blurRad="63500" sx="102000" sy="102000" algn="ctr" rotWithShape="0">
                <a:schemeClr val="bg1">
                  <a:lumMod val="50000"/>
                  <a:alpha val="40000"/>
                </a:schemeClr>
              </a:outerShdw>
            </a:effectLst>
          </p:spPr>
        </p:pic>
      </p:grpSp>
      <p:grpSp>
        <p:nvGrpSpPr>
          <p:cNvPr id="14" name="组合 13"/>
          <p:cNvGrpSpPr/>
          <p:nvPr/>
        </p:nvGrpSpPr>
        <p:grpSpPr>
          <a:xfrm>
            <a:off x="3327879" y="4725144"/>
            <a:ext cx="7591863" cy="1230341"/>
            <a:chOff x="2215158" y="3437384"/>
            <a:chExt cx="7591863" cy="1230341"/>
          </a:xfrm>
        </p:grpSpPr>
        <p:sp>
          <p:nvSpPr>
            <p:cNvPr id="21" name="任意多边形: 形状 20"/>
            <p:cNvSpPr/>
            <p:nvPr/>
          </p:nvSpPr>
          <p:spPr>
            <a:xfrm>
              <a:off x="2215158" y="3437384"/>
              <a:ext cx="7591863" cy="1230341"/>
            </a:xfrm>
            <a:custGeom>
              <a:avLst/>
              <a:gdLst>
                <a:gd name="connsiteX0" fmla="*/ 0 w 6907900"/>
                <a:gd name="connsiteY0" fmla="*/ 162539 h 1625388"/>
                <a:gd name="connsiteX1" fmla="*/ 162539 w 6907900"/>
                <a:gd name="connsiteY1" fmla="*/ 0 h 1625388"/>
                <a:gd name="connsiteX2" fmla="*/ 6745361 w 6907900"/>
                <a:gd name="connsiteY2" fmla="*/ 0 h 1625388"/>
                <a:gd name="connsiteX3" fmla="*/ 6907900 w 6907900"/>
                <a:gd name="connsiteY3" fmla="*/ 162539 h 1625388"/>
                <a:gd name="connsiteX4" fmla="*/ 6907900 w 6907900"/>
                <a:gd name="connsiteY4" fmla="*/ 1462849 h 1625388"/>
                <a:gd name="connsiteX5" fmla="*/ 6745361 w 6907900"/>
                <a:gd name="connsiteY5" fmla="*/ 1625388 h 1625388"/>
                <a:gd name="connsiteX6" fmla="*/ 162539 w 6907900"/>
                <a:gd name="connsiteY6" fmla="*/ 1625388 h 1625388"/>
                <a:gd name="connsiteX7" fmla="*/ 0 w 6907900"/>
                <a:gd name="connsiteY7" fmla="*/ 1462849 h 1625388"/>
                <a:gd name="connsiteX8" fmla="*/ 0 w 6907900"/>
                <a:gd name="connsiteY8" fmla="*/ 162539 h 1625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07900" h="1625388">
                  <a:moveTo>
                    <a:pt x="0" y="162539"/>
                  </a:moveTo>
                  <a:cubicBezTo>
                    <a:pt x="0" y="72771"/>
                    <a:pt x="72771" y="0"/>
                    <a:pt x="162539" y="0"/>
                  </a:cubicBezTo>
                  <a:lnTo>
                    <a:pt x="6745361" y="0"/>
                  </a:lnTo>
                  <a:cubicBezTo>
                    <a:pt x="6835129" y="0"/>
                    <a:pt x="6907900" y="72771"/>
                    <a:pt x="6907900" y="162539"/>
                  </a:cubicBezTo>
                  <a:lnTo>
                    <a:pt x="6907900" y="1462849"/>
                  </a:lnTo>
                  <a:cubicBezTo>
                    <a:pt x="6907900" y="1552617"/>
                    <a:pt x="6835129" y="1625388"/>
                    <a:pt x="6745361" y="1625388"/>
                  </a:cubicBezTo>
                  <a:lnTo>
                    <a:pt x="162539" y="1625388"/>
                  </a:lnTo>
                  <a:cubicBezTo>
                    <a:pt x="72771" y="1625388"/>
                    <a:pt x="0" y="1552617"/>
                    <a:pt x="0" y="1462849"/>
                  </a:cubicBezTo>
                  <a:lnTo>
                    <a:pt x="0" y="162539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5256" tIns="295256" rIns="1953965" bIns="295256" numCol="1" spcCol="1270" anchor="ctr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65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2" name="文本框 23"/>
            <p:cNvSpPr txBox="1"/>
            <p:nvPr/>
          </p:nvSpPr>
          <p:spPr>
            <a:xfrm>
              <a:off x="2606222" y="3511067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3" name="TextBox 7"/>
            <p:cNvSpPr>
              <a:spLocks noChangeArrowheads="1"/>
            </p:cNvSpPr>
            <p:nvPr/>
          </p:nvSpPr>
          <p:spPr bwMode="auto">
            <a:xfrm>
              <a:off x="2710418" y="3936085"/>
              <a:ext cx="6560360" cy="5332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2247759" y="3212976"/>
            <a:ext cx="7591863" cy="1759830"/>
            <a:chOff x="2031734" y="2036843"/>
            <a:chExt cx="7591863" cy="1759830"/>
          </a:xfrm>
        </p:grpSpPr>
        <p:sp>
          <p:nvSpPr>
            <p:cNvPr id="17" name="任意多边形: 形状 16"/>
            <p:cNvSpPr/>
            <p:nvPr/>
          </p:nvSpPr>
          <p:spPr>
            <a:xfrm>
              <a:off x="2031734" y="2036843"/>
              <a:ext cx="7591863" cy="1230341"/>
            </a:xfrm>
            <a:custGeom>
              <a:avLst/>
              <a:gdLst>
                <a:gd name="connsiteX0" fmla="*/ 0 w 6907900"/>
                <a:gd name="connsiteY0" fmla="*/ 162539 h 1625388"/>
                <a:gd name="connsiteX1" fmla="*/ 162539 w 6907900"/>
                <a:gd name="connsiteY1" fmla="*/ 0 h 1625388"/>
                <a:gd name="connsiteX2" fmla="*/ 6745361 w 6907900"/>
                <a:gd name="connsiteY2" fmla="*/ 0 h 1625388"/>
                <a:gd name="connsiteX3" fmla="*/ 6907900 w 6907900"/>
                <a:gd name="connsiteY3" fmla="*/ 162539 h 1625388"/>
                <a:gd name="connsiteX4" fmla="*/ 6907900 w 6907900"/>
                <a:gd name="connsiteY4" fmla="*/ 1462849 h 1625388"/>
                <a:gd name="connsiteX5" fmla="*/ 6745361 w 6907900"/>
                <a:gd name="connsiteY5" fmla="*/ 1625388 h 1625388"/>
                <a:gd name="connsiteX6" fmla="*/ 162539 w 6907900"/>
                <a:gd name="connsiteY6" fmla="*/ 1625388 h 1625388"/>
                <a:gd name="connsiteX7" fmla="*/ 0 w 6907900"/>
                <a:gd name="connsiteY7" fmla="*/ 1462849 h 1625388"/>
                <a:gd name="connsiteX8" fmla="*/ 0 w 6907900"/>
                <a:gd name="connsiteY8" fmla="*/ 162539 h 1625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07900" h="1625388">
                  <a:moveTo>
                    <a:pt x="0" y="162539"/>
                  </a:moveTo>
                  <a:cubicBezTo>
                    <a:pt x="0" y="72771"/>
                    <a:pt x="72771" y="0"/>
                    <a:pt x="162539" y="0"/>
                  </a:cubicBezTo>
                  <a:lnTo>
                    <a:pt x="6745361" y="0"/>
                  </a:lnTo>
                  <a:cubicBezTo>
                    <a:pt x="6835129" y="0"/>
                    <a:pt x="6907900" y="72771"/>
                    <a:pt x="6907900" y="162539"/>
                  </a:cubicBezTo>
                  <a:lnTo>
                    <a:pt x="6907900" y="1462849"/>
                  </a:lnTo>
                  <a:cubicBezTo>
                    <a:pt x="6907900" y="1552617"/>
                    <a:pt x="6835129" y="1625388"/>
                    <a:pt x="6745361" y="1625388"/>
                  </a:cubicBezTo>
                  <a:lnTo>
                    <a:pt x="162539" y="1625388"/>
                  </a:lnTo>
                  <a:cubicBezTo>
                    <a:pt x="72771" y="1625388"/>
                    <a:pt x="0" y="1552617"/>
                    <a:pt x="0" y="1462849"/>
                  </a:cubicBezTo>
                  <a:lnTo>
                    <a:pt x="0" y="162539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5256" tIns="295256" rIns="1953965" bIns="295256" numCol="1" spcCol="1270" anchor="ctr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65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8" name="任意多边形: 形状 17"/>
            <p:cNvSpPr/>
            <p:nvPr/>
          </p:nvSpPr>
          <p:spPr>
            <a:xfrm>
              <a:off x="8687494" y="2996952"/>
              <a:ext cx="799721" cy="799721"/>
            </a:xfrm>
            <a:custGeom>
              <a:avLst/>
              <a:gdLst>
                <a:gd name="connsiteX0" fmla="*/ 0 w 1056502"/>
                <a:gd name="connsiteY0" fmla="*/ 581076 h 1056502"/>
                <a:gd name="connsiteX1" fmla="*/ 237713 w 1056502"/>
                <a:gd name="connsiteY1" fmla="*/ 581076 h 1056502"/>
                <a:gd name="connsiteX2" fmla="*/ 237713 w 1056502"/>
                <a:gd name="connsiteY2" fmla="*/ 0 h 1056502"/>
                <a:gd name="connsiteX3" fmla="*/ 818789 w 1056502"/>
                <a:gd name="connsiteY3" fmla="*/ 0 h 1056502"/>
                <a:gd name="connsiteX4" fmla="*/ 818789 w 1056502"/>
                <a:gd name="connsiteY4" fmla="*/ 581076 h 1056502"/>
                <a:gd name="connsiteX5" fmla="*/ 1056502 w 1056502"/>
                <a:gd name="connsiteY5" fmla="*/ 581076 h 1056502"/>
                <a:gd name="connsiteX6" fmla="*/ 528251 w 1056502"/>
                <a:gd name="connsiteY6" fmla="*/ 1056502 h 1056502"/>
                <a:gd name="connsiteX7" fmla="*/ 0 w 1056502"/>
                <a:gd name="connsiteY7" fmla="*/ 581076 h 105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6502" h="1056502">
                  <a:moveTo>
                    <a:pt x="0" y="581076"/>
                  </a:moveTo>
                  <a:lnTo>
                    <a:pt x="237713" y="581076"/>
                  </a:lnTo>
                  <a:lnTo>
                    <a:pt x="237713" y="0"/>
                  </a:lnTo>
                  <a:lnTo>
                    <a:pt x="818789" y="0"/>
                  </a:lnTo>
                  <a:lnTo>
                    <a:pt x="818789" y="581076"/>
                  </a:lnTo>
                  <a:lnTo>
                    <a:pt x="1056502" y="581076"/>
                  </a:lnTo>
                  <a:lnTo>
                    <a:pt x="528251" y="1056502"/>
                  </a:lnTo>
                  <a:lnTo>
                    <a:pt x="0" y="581076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3433" tIns="45720" rIns="283433" bIns="307204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3600" kern="12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9" name="文本框 23"/>
            <p:cNvSpPr txBox="1"/>
            <p:nvPr/>
          </p:nvSpPr>
          <p:spPr>
            <a:xfrm>
              <a:off x="2422798" y="2110526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20" name="TextBox 7"/>
            <p:cNvSpPr>
              <a:spLocks noChangeArrowheads="1"/>
            </p:cNvSpPr>
            <p:nvPr/>
          </p:nvSpPr>
          <p:spPr bwMode="auto">
            <a:xfrm>
              <a:off x="2526994" y="2535544"/>
              <a:ext cx="6560360" cy="5332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327223" y="1700808"/>
            <a:ext cx="7591863" cy="1759830"/>
            <a:chOff x="2031734" y="2036843"/>
            <a:chExt cx="7591863" cy="1759830"/>
          </a:xfrm>
        </p:grpSpPr>
        <p:sp>
          <p:nvSpPr>
            <p:cNvPr id="8" name="任意多边形: 形状 7"/>
            <p:cNvSpPr/>
            <p:nvPr/>
          </p:nvSpPr>
          <p:spPr>
            <a:xfrm>
              <a:off x="2031734" y="2036843"/>
              <a:ext cx="7591863" cy="1230341"/>
            </a:xfrm>
            <a:custGeom>
              <a:avLst/>
              <a:gdLst>
                <a:gd name="connsiteX0" fmla="*/ 0 w 6907900"/>
                <a:gd name="connsiteY0" fmla="*/ 162539 h 1625388"/>
                <a:gd name="connsiteX1" fmla="*/ 162539 w 6907900"/>
                <a:gd name="connsiteY1" fmla="*/ 0 h 1625388"/>
                <a:gd name="connsiteX2" fmla="*/ 6745361 w 6907900"/>
                <a:gd name="connsiteY2" fmla="*/ 0 h 1625388"/>
                <a:gd name="connsiteX3" fmla="*/ 6907900 w 6907900"/>
                <a:gd name="connsiteY3" fmla="*/ 162539 h 1625388"/>
                <a:gd name="connsiteX4" fmla="*/ 6907900 w 6907900"/>
                <a:gd name="connsiteY4" fmla="*/ 1462849 h 1625388"/>
                <a:gd name="connsiteX5" fmla="*/ 6745361 w 6907900"/>
                <a:gd name="connsiteY5" fmla="*/ 1625388 h 1625388"/>
                <a:gd name="connsiteX6" fmla="*/ 162539 w 6907900"/>
                <a:gd name="connsiteY6" fmla="*/ 1625388 h 1625388"/>
                <a:gd name="connsiteX7" fmla="*/ 0 w 6907900"/>
                <a:gd name="connsiteY7" fmla="*/ 1462849 h 1625388"/>
                <a:gd name="connsiteX8" fmla="*/ 0 w 6907900"/>
                <a:gd name="connsiteY8" fmla="*/ 162539 h 1625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6907900" h="1625388">
                  <a:moveTo>
                    <a:pt x="0" y="162539"/>
                  </a:moveTo>
                  <a:cubicBezTo>
                    <a:pt x="0" y="72771"/>
                    <a:pt x="72771" y="0"/>
                    <a:pt x="162539" y="0"/>
                  </a:cubicBezTo>
                  <a:lnTo>
                    <a:pt x="6745361" y="0"/>
                  </a:lnTo>
                  <a:cubicBezTo>
                    <a:pt x="6835129" y="0"/>
                    <a:pt x="6907900" y="72771"/>
                    <a:pt x="6907900" y="162539"/>
                  </a:cubicBezTo>
                  <a:lnTo>
                    <a:pt x="6907900" y="1462849"/>
                  </a:lnTo>
                  <a:cubicBezTo>
                    <a:pt x="6907900" y="1552617"/>
                    <a:pt x="6835129" y="1625388"/>
                    <a:pt x="6745361" y="1625388"/>
                  </a:cubicBezTo>
                  <a:lnTo>
                    <a:pt x="162539" y="1625388"/>
                  </a:lnTo>
                  <a:cubicBezTo>
                    <a:pt x="72771" y="1625388"/>
                    <a:pt x="0" y="1552617"/>
                    <a:pt x="0" y="1462849"/>
                  </a:cubicBezTo>
                  <a:lnTo>
                    <a:pt x="0" y="162539"/>
                  </a:lnTo>
                  <a:close/>
                </a:path>
              </a:pathLst>
            </a:custGeom>
            <a:solidFill>
              <a:srgbClr val="0070C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295256" tIns="295256" rIns="1953965" bIns="295256" numCol="1" spcCol="1270" anchor="ctr" anchorCtr="0">
              <a:noAutofit/>
            </a:bodyPr>
            <a:lstStyle/>
            <a:p>
              <a:pPr marL="0" lvl="0" indent="0" algn="l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6500" kern="1200" dirty="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11" name="任意多边形: 形状 10"/>
            <p:cNvSpPr/>
            <p:nvPr/>
          </p:nvSpPr>
          <p:spPr>
            <a:xfrm>
              <a:off x="8687494" y="2996952"/>
              <a:ext cx="799721" cy="799721"/>
            </a:xfrm>
            <a:custGeom>
              <a:avLst/>
              <a:gdLst>
                <a:gd name="connsiteX0" fmla="*/ 0 w 1056502"/>
                <a:gd name="connsiteY0" fmla="*/ 581076 h 1056502"/>
                <a:gd name="connsiteX1" fmla="*/ 237713 w 1056502"/>
                <a:gd name="connsiteY1" fmla="*/ 581076 h 1056502"/>
                <a:gd name="connsiteX2" fmla="*/ 237713 w 1056502"/>
                <a:gd name="connsiteY2" fmla="*/ 0 h 1056502"/>
                <a:gd name="connsiteX3" fmla="*/ 818789 w 1056502"/>
                <a:gd name="connsiteY3" fmla="*/ 0 h 1056502"/>
                <a:gd name="connsiteX4" fmla="*/ 818789 w 1056502"/>
                <a:gd name="connsiteY4" fmla="*/ 581076 h 1056502"/>
                <a:gd name="connsiteX5" fmla="*/ 1056502 w 1056502"/>
                <a:gd name="connsiteY5" fmla="*/ 581076 h 1056502"/>
                <a:gd name="connsiteX6" fmla="*/ 528251 w 1056502"/>
                <a:gd name="connsiteY6" fmla="*/ 1056502 h 1056502"/>
                <a:gd name="connsiteX7" fmla="*/ 0 w 1056502"/>
                <a:gd name="connsiteY7" fmla="*/ 581076 h 1056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6502" h="1056502">
                  <a:moveTo>
                    <a:pt x="0" y="581076"/>
                  </a:moveTo>
                  <a:lnTo>
                    <a:pt x="237713" y="581076"/>
                  </a:lnTo>
                  <a:lnTo>
                    <a:pt x="237713" y="0"/>
                  </a:lnTo>
                  <a:lnTo>
                    <a:pt x="818789" y="0"/>
                  </a:lnTo>
                  <a:lnTo>
                    <a:pt x="818789" y="581076"/>
                  </a:lnTo>
                  <a:lnTo>
                    <a:pt x="1056502" y="581076"/>
                  </a:lnTo>
                  <a:lnTo>
                    <a:pt x="528251" y="1056502"/>
                  </a:lnTo>
                  <a:lnTo>
                    <a:pt x="0" y="581076"/>
                  </a:lnTo>
                  <a:close/>
                </a:path>
              </a:pathLst>
            </a:cu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283433" tIns="45720" rIns="283433" bIns="307204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zh-CN" altLang="en-US" sz="3600" kern="1200"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9" name="文本框 23"/>
            <p:cNvSpPr txBox="1"/>
            <p:nvPr/>
          </p:nvSpPr>
          <p:spPr>
            <a:xfrm>
              <a:off x="2422798" y="2110526"/>
              <a:ext cx="244904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添加标题内容</a:t>
              </a:r>
              <a:endPara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58" name="TextBox 7"/>
            <p:cNvSpPr>
              <a:spLocks noChangeArrowheads="1"/>
            </p:cNvSpPr>
            <p:nvPr/>
          </p:nvSpPr>
          <p:spPr bwMode="auto">
            <a:xfrm>
              <a:off x="2526994" y="2535544"/>
              <a:ext cx="6560360" cy="53322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square" lIns="0" tIns="0" rIns="0" bIns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3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请在此处添加你的内容。请在此处添加你的内容。请在此处添加你的内容。请在此处添加你的内容。请在此处添加你的内容。请在此处添加你的内容。</a:t>
              </a:r>
              <a:endPara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</p:grpSp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22598" y="548680"/>
            <a:ext cx="10945216" cy="57606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srgbClr val="0070C0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字魂105号-简雅黑" panose="00000500000000000000" pitchFamily="2" charset="-122"/>
              <a:ea typeface="字魂105号-简雅黑" panose="00000500000000000000" pitchFamily="2" charset="-122"/>
              <a:sym typeface="字魂105号-简雅黑" panose="00000500000000000000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3697384" y="2757337"/>
            <a:ext cx="7445127" cy="1343325"/>
            <a:chOff x="3521514" y="3051796"/>
            <a:chExt cx="7445127" cy="1343325"/>
          </a:xfrm>
        </p:grpSpPr>
        <p:sp>
          <p:nvSpPr>
            <p:cNvPr id="3" name="TextBox 40"/>
            <p:cNvSpPr txBox="1"/>
            <p:nvPr/>
          </p:nvSpPr>
          <p:spPr>
            <a:xfrm>
              <a:off x="3521514" y="3051796"/>
              <a:ext cx="7445127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5400" b="1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到此结束  谢谢观看</a:t>
              </a:r>
              <a:endPara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sp>
          <p:nvSpPr>
            <p:cNvPr id="9" name="TextBox 40"/>
            <p:cNvSpPr txBox="1"/>
            <p:nvPr/>
          </p:nvSpPr>
          <p:spPr>
            <a:xfrm>
              <a:off x="4582168" y="3995011"/>
              <a:ext cx="60896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70C0"/>
                  </a:solidFill>
                  <a:effectLst/>
                  <a:uLnTx/>
                  <a:uFillTx/>
                  <a:latin typeface="字魂105号-简雅黑" panose="00000500000000000000" pitchFamily="2" charset="-122"/>
                  <a:ea typeface="字魂105号-简雅黑" panose="00000500000000000000" pitchFamily="2" charset="-122"/>
                  <a:sym typeface="字魂105号-简雅黑" panose="00000500000000000000" pitchFamily="2" charset="-122"/>
                </a:rPr>
                <a:t>Only by working hard can we have a better tomorrow.</a:t>
              </a:r>
              <a:endPara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字魂105号-简雅黑" panose="00000500000000000000" pitchFamily="2" charset="-122"/>
                <a:ea typeface="字魂105号-简雅黑" panose="00000500000000000000" pitchFamily="2" charset="-122"/>
                <a:sym typeface="字魂105号-简雅黑" panose="00000500000000000000" pitchFamily="2" charset="-122"/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4670386" y="3894977"/>
              <a:ext cx="5147382" cy="0"/>
            </a:xfrm>
            <a:prstGeom prst="line">
              <a:avLst/>
            </a:prstGeom>
            <a:ln w="25400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1"/>
          <a:srcRect l="26054" t="1466" r="6529" b="37409"/>
          <a:stretch>
            <a:fillRect/>
          </a:stretch>
        </p:blipFill>
        <p:spPr>
          <a:xfrm>
            <a:off x="1918742" y="2341491"/>
            <a:ext cx="2175017" cy="2175017"/>
          </a:xfrm>
          <a:prstGeom prst="ellipse">
            <a:avLst/>
          </a:prstGeom>
          <a:effectLst>
            <a:outerShdw blurRad="63500" sx="102000" sy="102000" algn="ctr" rotWithShape="0">
              <a:schemeClr val="bg1">
                <a:lumMod val="50000"/>
                <a:alpha val="40000"/>
              </a:schemeClr>
            </a:outerShdw>
          </a:effectLst>
        </p:spPr>
      </p:pic>
    </p:spTree>
  </p:cSld>
  <p:clrMapOvr>
    <a:masterClrMapping/>
  </p:clrMapOvr>
  <p:transition spd="slow" advTm="3000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ISPRING_PRESENTATION_TITLE" val="蓝色简约风格论文答辩课程演示PPT模板"/>
  <p:tag name="commondata" val="eyJoZGlkIjoiYjNkNDYxMmIwNmM5NTY2OTdkODYxNGM2OGY2YmI2OG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3308</Words>
  <Application>WPS 表格</Application>
  <PresentationFormat>自定义</PresentationFormat>
  <Paragraphs>375</Paragraphs>
  <Slides>21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Arial</vt:lpstr>
      <vt:lpstr>宋体</vt:lpstr>
      <vt:lpstr>Wingdings</vt:lpstr>
      <vt:lpstr>字魂36号-孙新恒宋楷体</vt:lpstr>
      <vt:lpstr>汉仪书宋二KW</vt:lpstr>
      <vt:lpstr>字魂105号-简雅黑</vt:lpstr>
      <vt:lpstr>汉仪中黑KW</vt:lpstr>
      <vt:lpstr>微软雅黑</vt:lpstr>
      <vt:lpstr>汉仪旗黑</vt:lpstr>
      <vt:lpstr>宋体</vt:lpstr>
      <vt:lpstr>Arial Unicode MS</vt:lpstr>
      <vt:lpstr>Calibri</vt:lpstr>
      <vt:lpstr>Helvetica Neue</vt:lpstr>
      <vt:lpstr>Wingdings</vt:lpstr>
      <vt:lpstr>字魂105号-简雅黑</vt:lpstr>
      <vt:lpstr>字魂36号-孙新恒宋楷体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http://www.deepbbs.org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蓝色简约风格论文答辩课程演示PPT模板</dc:title>
  <dc:creator>深度联盟http://www.deepbbs.org</dc:creator>
  <cp:lastModifiedBy>涵莜儿</cp:lastModifiedBy>
  <cp:revision>108</cp:revision>
  <dcterms:created xsi:type="dcterms:W3CDTF">2025-05-09T09:48:21Z</dcterms:created>
  <dcterms:modified xsi:type="dcterms:W3CDTF">2025-05-09T09:48:21Z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2052-7.2.2.8955</vt:lpwstr>
  </property>
  <property fmtid="{D5CDD505-2E9C-101B-9397-08002B2CF9AE}" pid="3" name="ICV">
    <vt:lpwstr>E262C525C69F42C5BF96CA74C458B253_12</vt:lpwstr>
  </property>
</Properties>
</file>