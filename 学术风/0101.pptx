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4162" r:id="rId2"/>
    <p:sldId id="4203" r:id="rId3"/>
    <p:sldId id="4175" r:id="rId4"/>
    <p:sldId id="4200" r:id="rId5"/>
    <p:sldId id="4202" r:id="rId6"/>
    <p:sldId id="1927" r:id="rId7"/>
    <p:sldId id="1820" r:id="rId8"/>
    <p:sldId id="2258" r:id="rId9"/>
    <p:sldId id="4176" r:id="rId10"/>
    <p:sldId id="4201" r:id="rId11"/>
    <p:sldId id="4154" r:id="rId12"/>
    <p:sldId id="557" r:id="rId13"/>
    <p:sldId id="3323" r:id="rId14"/>
    <p:sldId id="4177" r:id="rId15"/>
    <p:sldId id="1949" r:id="rId16"/>
    <p:sldId id="889" r:id="rId17"/>
    <p:sldId id="4158" r:id="rId18"/>
    <p:sldId id="4178" r:id="rId19"/>
    <p:sldId id="1832" r:id="rId20"/>
    <p:sldId id="1565" r:id="rId21"/>
    <p:sldId id="4204" r:id="rId22"/>
    <p:sldId id="1829" r:id="rId23"/>
    <p:sldId id="419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8971"/>
    <a:srgbClr val="D5E6D0"/>
    <a:srgbClr val="CCE0C6"/>
    <a:srgbClr val="AFCEA6"/>
    <a:srgbClr val="FCFCFC"/>
    <a:srgbClr val="CAD8D4"/>
    <a:srgbClr val="7BA284"/>
    <a:srgbClr val="79A083"/>
    <a:srgbClr val="92A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114" y="10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5" d="100"/>
        <a:sy n="4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替换内容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697A67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7A5-4AA5-9935-09FDF8F5E0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379789760"/>
        <c:axId val="-379789216"/>
      </c:scatterChart>
      <c:valAx>
        <c:axId val="-379789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379789216"/>
        <c:crosses val="autoZero"/>
        <c:crossBetween val="midCat"/>
      </c:valAx>
      <c:valAx>
        <c:axId val="-37978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3797897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28575">
      <a:solidFill>
        <a:srgbClr val="697A67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A903622-3602-43AA-A80A-22D79304EC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5E4C8E-8E4D-4C9F-BBF0-22BD2CAC68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13A54-404D-4B0D-A49D-132576D94200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19F1F8-C35B-41BB-964A-6FEE206098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BEC77C-FE7C-41B1-9C6A-607DCD2078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60F7F-D6F6-463E-B6A2-36E616DE51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816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DDF9E-67B0-4378-A666-DEA80EFD9B0E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189C6-9B8D-4895-9168-FF60BDC0A5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E661-955D-46BC-A11E-CF5EE1EE55CC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0CD1D-CE70-4D6A-A7C6-4FE45DF90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31382-6714-40D5-BD9B-21C5DA2F54ED}" type="datetimeFigureOut">
              <a:rPr lang="zh-CN" altLang="en-US" smtClean="0"/>
              <a:t>2021/12/10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3A9CD-6356-4E54-89D6-C1270BF17C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731260" y="565150"/>
            <a:ext cx="4589145" cy="4589145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>
                  <a:alpha val="100000"/>
                </a:srgbClr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78855" y="2352675"/>
            <a:ext cx="56026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tx1"/>
                </a:solidFill>
                <a:latin typeface="站酷高端黑" panose="02010600030101010101" charset="-122"/>
                <a:ea typeface="站酷高端黑" panose="02010600030101010101" charset="-122"/>
                <a:cs typeface="+mn-ea"/>
                <a:sym typeface="+mn-lt"/>
              </a:rPr>
              <a:t>毕业答辩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4420" y="4126865"/>
            <a:ext cx="5786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站酷高端黑" panose="02010600030101010101" charset="-122"/>
                <a:ea typeface="站酷高端黑" panose="02010600030101010101" charset="-122"/>
              </a:rPr>
              <a:t>Graduation defense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824845" y="125730"/>
            <a:ext cx="1187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站酷高端黑" panose="02010600030101010101" charset="-122"/>
                <a:ea typeface="站酷高端黑" panose="02010600030101010101" charset="-122"/>
              </a:rPr>
              <a:t>2022</a:t>
            </a:r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458470" y="410210"/>
            <a:ext cx="145741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58470" y="5984875"/>
            <a:ext cx="4080510" cy="25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>
            <a:extLst>
              <a:ext uri="{FF2B5EF4-FFF2-40B4-BE49-F238E27FC236}">
                <a16:creationId xmlns:a16="http://schemas.microsoft.com/office/drawing/2014/main" id="{DC3596C8-AAC3-44AF-9206-2B0909BE3C0C}"/>
              </a:ext>
            </a:extLst>
          </p:cNvPr>
          <p:cNvSpPr/>
          <p:nvPr/>
        </p:nvSpPr>
        <p:spPr>
          <a:xfrm rot="3374788">
            <a:off x="687532" y="1804786"/>
            <a:ext cx="3544973" cy="3544973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>
                  <a:alpha val="100000"/>
                </a:srgbClr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6416A1-2687-4B34-878E-9273DB7C92BB}"/>
              </a:ext>
            </a:extLst>
          </p:cNvPr>
          <p:cNvSpPr/>
          <p:nvPr/>
        </p:nvSpPr>
        <p:spPr>
          <a:xfrm rot="16200000">
            <a:off x="635536" y="3201596"/>
            <a:ext cx="459840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CONTENTS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C6B6234-0570-4AF2-847C-72D09ADC0A3A}"/>
              </a:ext>
            </a:extLst>
          </p:cNvPr>
          <p:cNvGrpSpPr/>
          <p:nvPr/>
        </p:nvGrpSpPr>
        <p:grpSpPr>
          <a:xfrm>
            <a:off x="4268844" y="1086076"/>
            <a:ext cx="6326585" cy="5156983"/>
            <a:chOff x="8723" y="2006"/>
            <a:chExt cx="8614" cy="6788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05F30A2-A1AB-4569-984D-8283BBCA8F84}"/>
                </a:ext>
              </a:extLst>
            </p:cNvPr>
            <p:cNvCxnSpPr/>
            <p:nvPr/>
          </p:nvCxnSpPr>
          <p:spPr>
            <a:xfrm>
              <a:off x="9211" y="2006"/>
              <a:ext cx="0" cy="6788"/>
            </a:xfrm>
            <a:prstGeom prst="line">
              <a:avLst/>
            </a:prstGeom>
            <a:ln>
              <a:solidFill>
                <a:schemeClr val="tx1">
                  <a:alpha val="3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90616ED-0404-473A-9619-1232965C460F}"/>
                </a:ext>
              </a:extLst>
            </p:cNvPr>
            <p:cNvGrpSpPr/>
            <p:nvPr/>
          </p:nvGrpSpPr>
          <p:grpSpPr>
            <a:xfrm>
              <a:off x="8723" y="4050"/>
              <a:ext cx="8614" cy="1247"/>
              <a:chOff x="9263" y="4589"/>
              <a:chExt cx="8614" cy="1247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FA8419CB-C604-43B8-849F-42182009AC54}"/>
                  </a:ext>
                </a:extLst>
              </p:cNvPr>
              <p:cNvGrpSpPr/>
              <p:nvPr/>
            </p:nvGrpSpPr>
            <p:grpSpPr>
              <a:xfrm>
                <a:off x="10623" y="4691"/>
                <a:ext cx="7254" cy="1145"/>
                <a:chOff x="10775" y="4002"/>
                <a:chExt cx="7205" cy="991"/>
              </a:xfrm>
            </p:grpSpPr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16F3FE8B-41C8-4AF0-95B8-5DAC35CE5436}"/>
                    </a:ext>
                  </a:extLst>
                </p:cNvPr>
                <p:cNvSpPr/>
                <p:nvPr/>
              </p:nvSpPr>
              <p:spPr>
                <a:xfrm>
                  <a:off x="10775" y="4002"/>
                  <a:ext cx="4050" cy="5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dist">
                    <a:defRPr/>
                  </a:pPr>
                  <a:r>
                    <a:rPr lang="zh-CN" altLang="en-US" sz="2400" dirty="0">
                      <a:solidFill>
                        <a:schemeClr val="tx1">
                          <a:alpha val="88000"/>
                        </a:schemeClr>
                      </a:solidFill>
                      <a:latin typeface="思源黑体 CN Medium" panose="020B0600000000000000" pitchFamily="34" charset="-122"/>
                      <a:ea typeface="思源黑体 CN Medium" panose="020B0600000000000000" pitchFamily="34" charset="-122"/>
                    </a:rPr>
                    <a:t>研究思路和方法</a:t>
                  </a:r>
                </a:p>
              </p:txBody>
            </p:sp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76346CD4-8206-4832-BD7D-70C07EB12730}"/>
                    </a:ext>
                  </a:extLst>
                </p:cNvPr>
                <p:cNvSpPr/>
                <p:nvPr/>
              </p:nvSpPr>
              <p:spPr>
                <a:xfrm>
                  <a:off x="10775" y="4533"/>
                  <a:ext cx="7205" cy="4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600" dirty="0">
                      <a:solidFill>
                        <a:schemeClr val="tx1">
                          <a:alpha val="88000"/>
                        </a:schemeClr>
                      </a:solidFill>
                      <a:sym typeface="+mn-ea"/>
                    </a:rPr>
                    <a:t>Research methods and processes </a:t>
                  </a:r>
                </a:p>
              </p:txBody>
            </p:sp>
          </p:grpSp>
          <p:sp useBgFill="1"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1EB539A-FDFF-4E4E-933B-6C63AF98465A}"/>
                  </a:ext>
                </a:extLst>
              </p:cNvPr>
              <p:cNvSpPr txBox="1"/>
              <p:nvPr/>
            </p:nvSpPr>
            <p:spPr>
              <a:xfrm>
                <a:off x="9263" y="4589"/>
                <a:ext cx="1285" cy="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tx1">
                        <a:alpha val="88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02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B4DD4D21-16AF-451E-A2EE-C2C688230988}"/>
                </a:ext>
              </a:extLst>
            </p:cNvPr>
            <p:cNvGrpSpPr/>
            <p:nvPr/>
          </p:nvGrpSpPr>
          <p:grpSpPr>
            <a:xfrm>
              <a:off x="8723" y="5587"/>
              <a:ext cx="8614" cy="1237"/>
              <a:chOff x="9263" y="5932"/>
              <a:chExt cx="8614" cy="1237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ED76346D-6CD3-4607-9ABC-371648F2722F}"/>
                  </a:ext>
                </a:extLst>
              </p:cNvPr>
              <p:cNvGrpSpPr/>
              <p:nvPr/>
            </p:nvGrpSpPr>
            <p:grpSpPr>
              <a:xfrm>
                <a:off x="10623" y="6042"/>
                <a:ext cx="7254" cy="1127"/>
                <a:chOff x="10775" y="5407"/>
                <a:chExt cx="7205" cy="975"/>
              </a:xfrm>
            </p:grpSpPr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5C0F120-E013-479B-BD01-5D0BFC9A2C07}"/>
                    </a:ext>
                  </a:extLst>
                </p:cNvPr>
                <p:cNvSpPr/>
                <p:nvPr/>
              </p:nvSpPr>
              <p:spPr>
                <a:xfrm>
                  <a:off x="10775" y="5407"/>
                  <a:ext cx="4051" cy="5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R="0" lvl="0" indent="0" algn="dist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2400" dirty="0">
                      <a:solidFill>
                        <a:schemeClr val="tx1">
                          <a:alpha val="88000"/>
                        </a:schemeClr>
                      </a:solidFill>
                      <a:latin typeface="思源黑体 CN Medium" panose="020B0600000000000000" pitchFamily="34" charset="-122"/>
                      <a:ea typeface="思源黑体 CN Medium" panose="020B0600000000000000" pitchFamily="34" charset="-122"/>
                    </a:rPr>
                    <a:t>研究成果和应用</a:t>
                  </a:r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7BA1BDB-35EF-40F7-9ADD-15E7726BD18C}"/>
                    </a:ext>
                  </a:extLst>
                </p:cNvPr>
                <p:cNvSpPr/>
                <p:nvPr/>
              </p:nvSpPr>
              <p:spPr>
                <a:xfrm>
                  <a:off x="10775" y="5923"/>
                  <a:ext cx="7205" cy="45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600" dirty="0">
                      <a:solidFill>
                        <a:schemeClr val="tx1">
                          <a:alpha val="88000"/>
                        </a:schemeClr>
                      </a:solidFill>
                      <a:sym typeface="+mn-ea"/>
                    </a:rPr>
                    <a:t>Display and application of research results </a:t>
                  </a:r>
                </a:p>
              </p:txBody>
            </p:sp>
          </p:grpSp>
          <p:sp useBgFill="1"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3735792-CF79-4C63-B1C1-C9B3DC014B2B}"/>
                  </a:ext>
                </a:extLst>
              </p:cNvPr>
              <p:cNvSpPr txBox="1"/>
              <p:nvPr/>
            </p:nvSpPr>
            <p:spPr>
              <a:xfrm>
                <a:off x="9263" y="5932"/>
                <a:ext cx="1048" cy="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tx1">
                        <a:alpha val="88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03</a:t>
                </a:r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CCF995E-39F2-4A53-9476-4F7261D4E83B}"/>
                </a:ext>
              </a:extLst>
            </p:cNvPr>
            <p:cNvGrpSpPr/>
            <p:nvPr/>
          </p:nvGrpSpPr>
          <p:grpSpPr>
            <a:xfrm>
              <a:off x="8723" y="7116"/>
              <a:ext cx="8614" cy="1242"/>
              <a:chOff x="9263" y="7282"/>
              <a:chExt cx="8614" cy="1242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57126BE1-D04A-46A8-8B8F-505AE900AE29}"/>
                  </a:ext>
                </a:extLst>
              </p:cNvPr>
              <p:cNvGrpSpPr/>
              <p:nvPr/>
            </p:nvGrpSpPr>
            <p:grpSpPr>
              <a:xfrm>
                <a:off x="10623" y="7398"/>
                <a:ext cx="7254" cy="1126"/>
                <a:chOff x="10775" y="6872"/>
                <a:chExt cx="7205" cy="974"/>
              </a:xfrm>
            </p:grpSpPr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60BB56ED-AFDE-47AC-8732-890FCC977FB7}"/>
                    </a:ext>
                  </a:extLst>
                </p:cNvPr>
                <p:cNvSpPr/>
                <p:nvPr/>
              </p:nvSpPr>
              <p:spPr>
                <a:xfrm>
                  <a:off x="10775" y="6872"/>
                  <a:ext cx="5695" cy="5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dist">
                    <a:defRPr/>
                  </a:pPr>
                  <a:r>
                    <a:rPr lang="zh-CN" altLang="en-US" sz="2400" dirty="0">
                      <a:solidFill>
                        <a:schemeClr val="tx1">
                          <a:alpha val="88000"/>
                        </a:schemeClr>
                      </a:solidFill>
                      <a:latin typeface="思源黑体 CN Medium" panose="020B0600000000000000" pitchFamily="34" charset="-122"/>
                      <a:ea typeface="思源黑体 CN Medium" panose="020B0600000000000000" pitchFamily="34" charset="-122"/>
                    </a:rPr>
                    <a:t>结论、参考文献和致谢</a:t>
                  </a:r>
                </a:p>
              </p:txBody>
            </p:sp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1EEBED41-A9B4-4BB1-B6BA-EACD9BCA37CB}"/>
                    </a:ext>
                  </a:extLst>
                </p:cNvPr>
                <p:cNvSpPr/>
                <p:nvPr/>
              </p:nvSpPr>
              <p:spPr>
                <a:xfrm>
                  <a:off x="10775" y="7387"/>
                  <a:ext cx="7205" cy="45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600" dirty="0">
                      <a:solidFill>
                        <a:schemeClr val="tx1">
                          <a:alpha val="88000"/>
                        </a:schemeClr>
                      </a:solidFill>
                      <a:sym typeface="+mn-ea"/>
                    </a:rPr>
                    <a:t>Conclusion, references and thanks</a:t>
                  </a:r>
                </a:p>
              </p:txBody>
            </p:sp>
          </p:grpSp>
          <p:sp useBgFill="1"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A019739-AEB2-445A-B16B-9F5C49E8B7E7}"/>
                  </a:ext>
                </a:extLst>
              </p:cNvPr>
              <p:cNvSpPr txBox="1"/>
              <p:nvPr/>
            </p:nvSpPr>
            <p:spPr>
              <a:xfrm>
                <a:off x="9263" y="7282"/>
                <a:ext cx="1285" cy="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tx1">
                        <a:alpha val="88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04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3741DA0-1391-4A28-A646-B56AD3F5BE01}"/>
                </a:ext>
              </a:extLst>
            </p:cNvPr>
            <p:cNvGrpSpPr/>
            <p:nvPr/>
          </p:nvGrpSpPr>
          <p:grpSpPr>
            <a:xfrm>
              <a:off x="8723" y="2511"/>
              <a:ext cx="8614" cy="1265"/>
              <a:chOff x="9263" y="3238"/>
              <a:chExt cx="8614" cy="1265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B9603926-1282-4776-8C53-D61EE482E75A}"/>
                  </a:ext>
                </a:extLst>
              </p:cNvPr>
              <p:cNvGrpSpPr/>
              <p:nvPr/>
            </p:nvGrpSpPr>
            <p:grpSpPr>
              <a:xfrm>
                <a:off x="10623" y="3318"/>
                <a:ext cx="7254" cy="1185"/>
                <a:chOff x="10775" y="2590"/>
                <a:chExt cx="7205" cy="1026"/>
              </a:xfrm>
            </p:grpSpPr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B066DEBD-3DD9-42B5-A6A4-DAA9DD214320}"/>
                    </a:ext>
                  </a:extLst>
                </p:cNvPr>
                <p:cNvSpPr/>
                <p:nvPr/>
              </p:nvSpPr>
              <p:spPr>
                <a:xfrm>
                  <a:off x="10775" y="2590"/>
                  <a:ext cx="4050" cy="5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dist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2400" noProof="0" dirty="0">
                      <a:solidFill>
                        <a:schemeClr val="tx1">
                          <a:alpha val="88000"/>
                        </a:schemeClr>
                      </a:solidFill>
                      <a:latin typeface="思源黑体 CN Medium" panose="020B0600000000000000" pitchFamily="34" charset="-122"/>
                      <a:ea typeface="思源黑体 CN Medium" panose="020B0600000000000000" pitchFamily="34" charset="-122"/>
                    </a:rPr>
                    <a:t>选题的背景与意义</a:t>
                  </a:r>
                  <a:endParaRPr lang="en-US" altLang="zh-CN" sz="2400" noProof="0" dirty="0">
                    <a:solidFill>
                      <a:schemeClr val="tx1">
                        <a:alpha val="88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endParaRPr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6BDA5E23-E768-4CFB-9EBA-99EB94F06B36}"/>
                    </a:ext>
                  </a:extLst>
                </p:cNvPr>
                <p:cNvSpPr/>
                <p:nvPr/>
              </p:nvSpPr>
              <p:spPr>
                <a:xfrm>
                  <a:off x="10775" y="3138"/>
                  <a:ext cx="7205" cy="4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zh-CN" altLang="en-US" sz="1600" dirty="0">
                      <a:solidFill>
                        <a:schemeClr val="tx1">
                          <a:alpha val="88000"/>
                        </a:schemeClr>
                      </a:solidFill>
                    </a:rPr>
                    <a:t>Background</a:t>
                  </a:r>
                </a:p>
              </p:txBody>
            </p:sp>
          </p:grpSp>
          <p:sp useBgFill="1"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FFDEFA1-D207-46B6-9E78-22BCF652EC3B}"/>
                  </a:ext>
                </a:extLst>
              </p:cNvPr>
              <p:cNvSpPr txBox="1"/>
              <p:nvPr/>
            </p:nvSpPr>
            <p:spPr>
              <a:xfrm>
                <a:off x="9263" y="3238"/>
                <a:ext cx="1285" cy="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tx1">
                        <a:alpha val="88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Arial Black" panose="020B0A04020102020204" charset="0"/>
                  </a:rPr>
                  <a:t>01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6746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24"/>
          <p:cNvSpPr txBox="1"/>
          <p:nvPr/>
        </p:nvSpPr>
        <p:spPr>
          <a:xfrm>
            <a:off x="3457912" y="3031122"/>
            <a:ext cx="5276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选题背景与意义</a:t>
            </a:r>
          </a:p>
        </p:txBody>
      </p:sp>
      <p:sp>
        <p:nvSpPr>
          <p:cNvPr id="10" name="椭圆 9"/>
          <p:cNvSpPr/>
          <p:nvPr/>
        </p:nvSpPr>
        <p:spPr>
          <a:xfrm>
            <a:off x="5330557" y="957460"/>
            <a:ext cx="1530887" cy="1530887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819534" y="4194513"/>
            <a:ext cx="2552933" cy="1706027"/>
            <a:chOff x="4981211" y="3926438"/>
            <a:chExt cx="2552933" cy="1706027"/>
          </a:xfrm>
        </p:grpSpPr>
        <p:sp>
          <p:nvSpPr>
            <p:cNvPr id="11" name="文本框 10"/>
            <p:cNvSpPr txBox="1"/>
            <p:nvPr/>
          </p:nvSpPr>
          <p:spPr>
            <a:xfrm>
              <a:off x="4981211" y="3926438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81211" y="4579397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81211" y="5232355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选题背景与意义</a:t>
            </a: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18EBC7CE-DCFE-4F3B-BFA9-B1F0EBDA8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934071"/>
              </p:ext>
            </p:extLst>
          </p:nvPr>
        </p:nvGraphicFramePr>
        <p:xfrm>
          <a:off x="1687479" y="1799461"/>
          <a:ext cx="4404263" cy="3259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E741F9AA-5A70-4C28-B419-0E056CACE516}"/>
              </a:ext>
            </a:extLst>
          </p:cNvPr>
          <p:cNvSpPr/>
          <p:nvPr/>
        </p:nvSpPr>
        <p:spPr>
          <a:xfrm>
            <a:off x="6386293" y="1799461"/>
            <a:ext cx="4404263" cy="3259078"/>
          </a:xfrm>
          <a:prstGeom prst="rect">
            <a:avLst/>
          </a:prstGeom>
          <a:noFill/>
          <a:ln w="28575">
            <a:solidFill>
              <a:srgbClr val="697A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9E66A02-D2D2-4C97-99D9-F8F5CF1E2879}"/>
              </a:ext>
            </a:extLst>
          </p:cNvPr>
          <p:cNvSpPr txBox="1"/>
          <p:nvPr/>
        </p:nvSpPr>
        <p:spPr>
          <a:xfrm>
            <a:off x="7105723" y="2753718"/>
            <a:ext cx="2965401" cy="1350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</a:t>
            </a:r>
          </a:p>
        </p:txBody>
      </p:sp>
    </p:spTree>
    <p:extLst>
      <p:ext uri="{BB962C8B-B14F-4D97-AF65-F5344CB8AC3E}">
        <p14:creationId xmlns:p14="http://schemas.microsoft.com/office/powerpoint/2010/main" val="177567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椭圆 40">
            <a:extLst>
              <a:ext uri="{FF2B5EF4-FFF2-40B4-BE49-F238E27FC236}">
                <a16:creationId xmlns:a16="http://schemas.microsoft.com/office/drawing/2014/main" id="{9586B983-BE53-4E98-A239-C0E30CB087FC}"/>
              </a:ext>
            </a:extLst>
          </p:cNvPr>
          <p:cNvSpPr/>
          <p:nvPr/>
        </p:nvSpPr>
        <p:spPr>
          <a:xfrm>
            <a:off x="9166448" y="2877820"/>
            <a:ext cx="916264" cy="916264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536FF44A-775E-42FD-AEE0-8046ADC6FF92}"/>
              </a:ext>
            </a:extLst>
          </p:cNvPr>
          <p:cNvSpPr/>
          <p:nvPr/>
        </p:nvSpPr>
        <p:spPr>
          <a:xfrm>
            <a:off x="7309505" y="2881787"/>
            <a:ext cx="916264" cy="916264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6FAB670-8F4A-4584-90CA-5830092B2575}"/>
              </a:ext>
            </a:extLst>
          </p:cNvPr>
          <p:cNvSpPr/>
          <p:nvPr/>
        </p:nvSpPr>
        <p:spPr>
          <a:xfrm>
            <a:off x="5476836" y="2893100"/>
            <a:ext cx="916264" cy="916264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259FDD6-9A29-42C3-9A59-658530EF77EB}"/>
              </a:ext>
            </a:extLst>
          </p:cNvPr>
          <p:cNvSpPr/>
          <p:nvPr/>
        </p:nvSpPr>
        <p:spPr>
          <a:xfrm>
            <a:off x="1939887" y="2877820"/>
            <a:ext cx="916264" cy="916264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F2C543B-A47D-462D-A870-8353071458AB}"/>
              </a:ext>
            </a:extLst>
          </p:cNvPr>
          <p:cNvSpPr/>
          <p:nvPr/>
        </p:nvSpPr>
        <p:spPr>
          <a:xfrm>
            <a:off x="3714093" y="2881787"/>
            <a:ext cx="916264" cy="916264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选题背景与意义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BB322F-8290-415C-8DBD-E7E697925F17}"/>
              </a:ext>
            </a:extLst>
          </p:cNvPr>
          <p:cNvCxnSpPr>
            <a:cxnSpLocks/>
          </p:cNvCxnSpPr>
          <p:nvPr/>
        </p:nvCxnSpPr>
        <p:spPr>
          <a:xfrm>
            <a:off x="2905742" y="3319719"/>
            <a:ext cx="6141095" cy="4040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307AA3B-AAE7-48E0-9B0C-99670C945307}"/>
              </a:ext>
            </a:extLst>
          </p:cNvPr>
          <p:cNvCxnSpPr/>
          <p:nvPr/>
        </p:nvCxnSpPr>
        <p:spPr>
          <a:xfrm>
            <a:off x="4160044" y="3381125"/>
            <a:ext cx="0" cy="13413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938C0A27-3041-4631-8819-DF2B3819C3F2}"/>
              </a:ext>
            </a:extLst>
          </p:cNvPr>
          <p:cNvSpPr/>
          <p:nvPr/>
        </p:nvSpPr>
        <p:spPr>
          <a:xfrm>
            <a:off x="4131469" y="4729613"/>
            <a:ext cx="64294" cy="64294"/>
          </a:xfrm>
          <a:prstGeom prst="ellipse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30DA073-CA54-48B4-B0DD-571B36D29F7F}"/>
              </a:ext>
            </a:extLst>
          </p:cNvPr>
          <p:cNvCxnSpPr/>
          <p:nvPr/>
        </p:nvCxnSpPr>
        <p:spPr>
          <a:xfrm>
            <a:off x="7767638" y="3381125"/>
            <a:ext cx="0" cy="13413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A7A62BD2-7689-431F-92E7-29100BFE4000}"/>
              </a:ext>
            </a:extLst>
          </p:cNvPr>
          <p:cNvSpPr/>
          <p:nvPr/>
        </p:nvSpPr>
        <p:spPr>
          <a:xfrm>
            <a:off x="7739063" y="4729613"/>
            <a:ext cx="64294" cy="64294"/>
          </a:xfrm>
          <a:prstGeom prst="ellipse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45F4F4-79B2-449E-841A-30AC85C70FBB}"/>
              </a:ext>
            </a:extLst>
          </p:cNvPr>
          <p:cNvCxnSpPr/>
          <p:nvPr/>
        </p:nvCxnSpPr>
        <p:spPr>
          <a:xfrm>
            <a:off x="5942409" y="1883801"/>
            <a:ext cx="0" cy="13413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48B3EC02-B4B5-4813-90DC-72F74C77011F}"/>
              </a:ext>
            </a:extLst>
          </p:cNvPr>
          <p:cNvSpPr/>
          <p:nvPr/>
        </p:nvSpPr>
        <p:spPr>
          <a:xfrm>
            <a:off x="5908852" y="1818092"/>
            <a:ext cx="64294" cy="64294"/>
          </a:xfrm>
          <a:prstGeom prst="ellipse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49D36D-51C5-412A-8BD5-10E0FD093963}"/>
              </a:ext>
            </a:extLst>
          </p:cNvPr>
          <p:cNvSpPr txBox="1"/>
          <p:nvPr/>
        </p:nvSpPr>
        <p:spPr>
          <a:xfrm>
            <a:off x="4154963" y="4149081"/>
            <a:ext cx="843915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3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EF05F9-6391-484D-88CE-0AE248360EC6}"/>
              </a:ext>
            </a:extLst>
          </p:cNvPr>
          <p:cNvSpPr txBox="1"/>
          <p:nvPr/>
        </p:nvSpPr>
        <p:spPr>
          <a:xfrm>
            <a:off x="7770459" y="4134253"/>
            <a:ext cx="843915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3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B143E3-7BBE-4513-AA49-A417D107EEAA}"/>
              </a:ext>
            </a:extLst>
          </p:cNvPr>
          <p:cNvSpPr txBox="1"/>
          <p:nvPr/>
        </p:nvSpPr>
        <p:spPr>
          <a:xfrm>
            <a:off x="5940998" y="1799832"/>
            <a:ext cx="9220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41DA73C-0EF2-4A7B-BE2C-F58C3ACF1C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44580" y="3215483"/>
            <a:ext cx="255291" cy="3299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81B64F7-63BC-42C0-B420-1B302D5F72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98183" y="3191962"/>
            <a:ext cx="338909" cy="354142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8BEC99D0-7C41-4E71-81CF-F4D55DF08628}"/>
              </a:ext>
            </a:extLst>
          </p:cNvPr>
          <p:cNvGrpSpPr/>
          <p:nvPr/>
        </p:nvGrpSpPr>
        <p:grpSpPr>
          <a:xfrm>
            <a:off x="5681366" y="3173272"/>
            <a:ext cx="521494" cy="414338"/>
            <a:chOff x="5581650" y="3290888"/>
            <a:chExt cx="695325" cy="552450"/>
          </a:xfrm>
        </p:grpSpPr>
        <p:sp>
          <p:nvSpPr>
            <p:cNvPr id="26" name="任意多边形 52">
              <a:extLst>
                <a:ext uri="{FF2B5EF4-FFF2-40B4-BE49-F238E27FC236}">
                  <a16:creationId xmlns:a16="http://schemas.microsoft.com/office/drawing/2014/main" id="{7224B74C-B4DE-4280-8201-F110D36A478B}"/>
                </a:ext>
              </a:extLst>
            </p:cNvPr>
            <p:cNvSpPr/>
            <p:nvPr/>
          </p:nvSpPr>
          <p:spPr>
            <a:xfrm>
              <a:off x="5581650" y="3290888"/>
              <a:ext cx="695325" cy="552450"/>
            </a:xfrm>
            <a:custGeom>
              <a:avLst/>
              <a:gdLst>
                <a:gd name="connsiteX0" fmla="*/ 171450 w 695325"/>
                <a:gd name="connsiteY0" fmla="*/ 9525 h 552450"/>
                <a:gd name="connsiteX1" fmla="*/ 0 w 695325"/>
                <a:gd name="connsiteY1" fmla="*/ 195262 h 552450"/>
                <a:gd name="connsiteX2" fmla="*/ 347663 w 695325"/>
                <a:gd name="connsiteY2" fmla="*/ 552450 h 552450"/>
                <a:gd name="connsiteX3" fmla="*/ 695325 w 695325"/>
                <a:gd name="connsiteY3" fmla="*/ 195262 h 552450"/>
                <a:gd name="connsiteX4" fmla="*/ 528638 w 695325"/>
                <a:gd name="connsiteY4" fmla="*/ 0 h 552450"/>
                <a:gd name="connsiteX5" fmla="*/ 171450 w 695325"/>
                <a:gd name="connsiteY5" fmla="*/ 9525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5325" h="552450">
                  <a:moveTo>
                    <a:pt x="171450" y="9525"/>
                  </a:moveTo>
                  <a:lnTo>
                    <a:pt x="0" y="195262"/>
                  </a:lnTo>
                  <a:lnTo>
                    <a:pt x="347663" y="552450"/>
                  </a:lnTo>
                  <a:lnTo>
                    <a:pt x="695325" y="195262"/>
                  </a:lnTo>
                  <a:lnTo>
                    <a:pt x="528638" y="0"/>
                  </a:lnTo>
                  <a:lnTo>
                    <a:pt x="171450" y="9525"/>
                  </a:lnTo>
                  <a:close/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任意多边形 53">
              <a:extLst>
                <a:ext uri="{FF2B5EF4-FFF2-40B4-BE49-F238E27FC236}">
                  <a16:creationId xmlns:a16="http://schemas.microsoft.com/office/drawing/2014/main" id="{9DB1DF17-5DBD-42AD-8C34-2637D46013F8}"/>
                </a:ext>
              </a:extLst>
            </p:cNvPr>
            <p:cNvSpPr/>
            <p:nvPr/>
          </p:nvSpPr>
          <p:spPr>
            <a:xfrm>
              <a:off x="5586415" y="3295650"/>
              <a:ext cx="361950" cy="195263"/>
            </a:xfrm>
            <a:custGeom>
              <a:avLst/>
              <a:gdLst>
                <a:gd name="connsiteX0" fmla="*/ 361950 w 361950"/>
                <a:gd name="connsiteY0" fmla="*/ 0 h 195263"/>
                <a:gd name="connsiteX1" fmla="*/ 185737 w 361950"/>
                <a:gd name="connsiteY1" fmla="*/ 195263 h 195263"/>
                <a:gd name="connsiteX2" fmla="*/ 0 w 361950"/>
                <a:gd name="connsiteY2" fmla="*/ 185738 h 195263"/>
                <a:gd name="connsiteX3" fmla="*/ 180975 w 361950"/>
                <a:gd name="connsiteY3" fmla="*/ 9525 h 195263"/>
                <a:gd name="connsiteX4" fmla="*/ 361950 w 361950"/>
                <a:gd name="connsiteY4" fmla="*/ 0 h 1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195263">
                  <a:moveTo>
                    <a:pt x="361950" y="0"/>
                  </a:moveTo>
                  <a:lnTo>
                    <a:pt x="185737" y="195263"/>
                  </a:lnTo>
                  <a:lnTo>
                    <a:pt x="0" y="185738"/>
                  </a:lnTo>
                  <a:lnTo>
                    <a:pt x="180975" y="9525"/>
                  </a:lnTo>
                  <a:lnTo>
                    <a:pt x="36195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 54">
              <a:extLst>
                <a:ext uri="{FF2B5EF4-FFF2-40B4-BE49-F238E27FC236}">
                  <a16:creationId xmlns:a16="http://schemas.microsoft.com/office/drawing/2014/main" id="{48525C11-4F82-4404-A4F5-944725D85CFC}"/>
                </a:ext>
              </a:extLst>
            </p:cNvPr>
            <p:cNvSpPr/>
            <p:nvPr/>
          </p:nvSpPr>
          <p:spPr>
            <a:xfrm>
              <a:off x="5919786" y="3295650"/>
              <a:ext cx="342900" cy="190500"/>
            </a:xfrm>
            <a:custGeom>
              <a:avLst/>
              <a:gdLst>
                <a:gd name="connsiteX0" fmla="*/ 0 w 342900"/>
                <a:gd name="connsiteY0" fmla="*/ 4763 h 190500"/>
                <a:gd name="connsiteX1" fmla="*/ 166688 w 342900"/>
                <a:gd name="connsiteY1" fmla="*/ 185738 h 190500"/>
                <a:gd name="connsiteX2" fmla="*/ 342900 w 342900"/>
                <a:gd name="connsiteY2" fmla="*/ 190500 h 190500"/>
                <a:gd name="connsiteX3" fmla="*/ 176213 w 342900"/>
                <a:gd name="connsiteY3" fmla="*/ 0 h 190500"/>
                <a:gd name="connsiteX4" fmla="*/ 0 w 342900"/>
                <a:gd name="connsiteY4" fmla="*/ 4763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0" h="190500">
                  <a:moveTo>
                    <a:pt x="0" y="4763"/>
                  </a:moveTo>
                  <a:lnTo>
                    <a:pt x="166688" y="185738"/>
                  </a:lnTo>
                  <a:lnTo>
                    <a:pt x="342900" y="190500"/>
                  </a:lnTo>
                  <a:lnTo>
                    <a:pt x="176213" y="0"/>
                  </a:lnTo>
                  <a:lnTo>
                    <a:pt x="0" y="476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0" name="任意多边形 20">
            <a:extLst>
              <a:ext uri="{FF2B5EF4-FFF2-40B4-BE49-F238E27FC236}">
                <a16:creationId xmlns:a16="http://schemas.microsoft.com/office/drawing/2014/main" id="{764D19DD-61BC-4395-BE0E-E9437473A4BB}"/>
              </a:ext>
            </a:extLst>
          </p:cNvPr>
          <p:cNvSpPr>
            <a:spLocks noChangeAspect="1"/>
          </p:cNvSpPr>
          <p:nvPr/>
        </p:nvSpPr>
        <p:spPr>
          <a:xfrm>
            <a:off x="2232506" y="3103989"/>
            <a:ext cx="374161" cy="431459"/>
          </a:xfrm>
          <a:custGeom>
            <a:avLst/>
            <a:gdLst>
              <a:gd name="connsiteX0" fmla="*/ 2149595 w 4366834"/>
              <a:gd name="connsiteY0" fmla="*/ 2482640 h 4704489"/>
              <a:gd name="connsiteX1" fmla="*/ 2102840 w 4366834"/>
              <a:gd name="connsiteY1" fmla="*/ 2492080 h 4704489"/>
              <a:gd name="connsiteX2" fmla="*/ 2012340 w 4366834"/>
              <a:gd name="connsiteY2" fmla="*/ 2628611 h 4704489"/>
              <a:gd name="connsiteX3" fmla="*/ 2160516 w 4366834"/>
              <a:gd name="connsiteY3" fmla="*/ 2776787 h 4704489"/>
              <a:gd name="connsiteX4" fmla="*/ 2308692 w 4366834"/>
              <a:gd name="connsiteY4" fmla="*/ 2628611 h 4704489"/>
              <a:gd name="connsiteX5" fmla="*/ 2218193 w 4366834"/>
              <a:gd name="connsiteY5" fmla="*/ 2492080 h 4704489"/>
              <a:gd name="connsiteX6" fmla="*/ 2171438 w 4366834"/>
              <a:gd name="connsiteY6" fmla="*/ 2482640 h 4704489"/>
              <a:gd name="connsiteX7" fmla="*/ 2160518 w 4366834"/>
              <a:gd name="connsiteY7" fmla="*/ 951351 h 4704489"/>
              <a:gd name="connsiteX8" fmla="*/ 2302218 w 4366834"/>
              <a:gd name="connsiteY8" fmla="*/ 1093052 h 4704489"/>
              <a:gd name="connsiteX9" fmla="*/ 2302218 w 4366834"/>
              <a:gd name="connsiteY9" fmla="*/ 2314238 h 4704489"/>
              <a:gd name="connsiteX10" fmla="*/ 2353661 w 4366834"/>
              <a:gd name="connsiteY10" fmla="*/ 2342160 h 4704489"/>
              <a:gd name="connsiteX11" fmla="*/ 2505965 w 4366834"/>
              <a:gd name="connsiteY11" fmla="*/ 2628611 h 4704489"/>
              <a:gd name="connsiteX12" fmla="*/ 2160517 w 4366834"/>
              <a:gd name="connsiteY12" fmla="*/ 2974059 h 4704489"/>
              <a:gd name="connsiteX13" fmla="*/ 1815069 w 4366834"/>
              <a:gd name="connsiteY13" fmla="*/ 2628611 h 4704489"/>
              <a:gd name="connsiteX14" fmla="*/ 1967374 w 4366834"/>
              <a:gd name="connsiteY14" fmla="*/ 2342160 h 4704489"/>
              <a:gd name="connsiteX15" fmla="*/ 2018817 w 4366834"/>
              <a:gd name="connsiteY15" fmla="*/ 2314238 h 4704489"/>
              <a:gd name="connsiteX16" fmla="*/ 2018817 w 4366834"/>
              <a:gd name="connsiteY16" fmla="*/ 1093052 h 4704489"/>
              <a:gd name="connsiteX17" fmla="*/ 2163170 w 4366834"/>
              <a:gd name="connsiteY17" fmla="*/ 761506 h 4704489"/>
              <a:gd name="connsiteX18" fmla="*/ 383357 w 4366834"/>
              <a:gd name="connsiteY18" fmla="*/ 2541318 h 4704489"/>
              <a:gd name="connsiteX19" fmla="*/ 2163170 w 4366834"/>
              <a:gd name="connsiteY19" fmla="*/ 4321131 h 4704489"/>
              <a:gd name="connsiteX20" fmla="*/ 3942983 w 4366834"/>
              <a:gd name="connsiteY20" fmla="*/ 2541318 h 4704489"/>
              <a:gd name="connsiteX21" fmla="*/ 2163170 w 4366834"/>
              <a:gd name="connsiteY21" fmla="*/ 761506 h 4704489"/>
              <a:gd name="connsiteX22" fmla="*/ 1914854 w 4366834"/>
              <a:gd name="connsiteY22" fmla="*/ 0 h 4704489"/>
              <a:gd name="connsiteX23" fmla="*/ 2451372 w 4366834"/>
              <a:gd name="connsiteY23" fmla="*/ 0 h 4704489"/>
              <a:gd name="connsiteX24" fmla="*/ 2451372 w 4366834"/>
              <a:gd name="connsiteY24" fmla="*/ 398363 h 4704489"/>
              <a:gd name="connsiteX25" fmla="*/ 2492601 w 4366834"/>
              <a:gd name="connsiteY25" fmla="*/ 403072 h 4704489"/>
              <a:gd name="connsiteX26" fmla="*/ 3372621 w 4366834"/>
              <a:gd name="connsiteY26" fmla="*/ 747583 h 4704489"/>
              <a:gd name="connsiteX27" fmla="*/ 3532765 w 4366834"/>
              <a:gd name="connsiteY27" fmla="*/ 867337 h 4704489"/>
              <a:gd name="connsiteX28" fmla="*/ 3733861 w 4366834"/>
              <a:gd name="connsiteY28" fmla="*/ 666241 h 4704489"/>
              <a:gd name="connsiteX29" fmla="*/ 3498760 w 4366834"/>
              <a:gd name="connsiteY29" fmla="*/ 431140 h 4704489"/>
              <a:gd name="connsiteX30" fmla="*/ 3711472 w 4366834"/>
              <a:gd name="connsiteY30" fmla="*/ 218428 h 4704489"/>
              <a:gd name="connsiteX31" fmla="*/ 4366834 w 4366834"/>
              <a:gd name="connsiteY31" fmla="*/ 873790 h 4704489"/>
              <a:gd name="connsiteX32" fmla="*/ 4154122 w 4366834"/>
              <a:gd name="connsiteY32" fmla="*/ 1086502 h 4704489"/>
              <a:gd name="connsiteX33" fmla="*/ 3919022 w 4366834"/>
              <a:gd name="connsiteY33" fmla="*/ 851401 h 4704489"/>
              <a:gd name="connsiteX34" fmla="*/ 3724157 w 4366834"/>
              <a:gd name="connsiteY34" fmla="*/ 1046266 h 4704489"/>
              <a:gd name="connsiteX35" fmla="*/ 3832379 w 4366834"/>
              <a:gd name="connsiteY35" fmla="*/ 1165341 h 4704489"/>
              <a:gd name="connsiteX36" fmla="*/ 4326342 w 4366834"/>
              <a:gd name="connsiteY36" fmla="*/ 2541318 h 4704489"/>
              <a:gd name="connsiteX37" fmla="*/ 2163171 w 4366834"/>
              <a:gd name="connsiteY37" fmla="*/ 4704489 h 4704489"/>
              <a:gd name="connsiteX38" fmla="*/ 0 w 4366834"/>
              <a:gd name="connsiteY38" fmla="*/ 2541318 h 4704489"/>
              <a:gd name="connsiteX39" fmla="*/ 1727217 w 4366834"/>
              <a:gd name="connsiteY39" fmla="*/ 422095 h 4704489"/>
              <a:gd name="connsiteX40" fmla="*/ 1914854 w 4366834"/>
              <a:gd name="connsiteY40" fmla="*/ 393458 h 470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366834" h="4704489">
                <a:moveTo>
                  <a:pt x="2149595" y="2482640"/>
                </a:moveTo>
                <a:lnTo>
                  <a:pt x="2102840" y="2492080"/>
                </a:lnTo>
                <a:cubicBezTo>
                  <a:pt x="2049657" y="2514574"/>
                  <a:pt x="2012340" y="2567235"/>
                  <a:pt x="2012340" y="2628611"/>
                </a:cubicBezTo>
                <a:cubicBezTo>
                  <a:pt x="2012340" y="2710446"/>
                  <a:pt x="2078681" y="2776787"/>
                  <a:pt x="2160516" y="2776787"/>
                </a:cubicBezTo>
                <a:cubicBezTo>
                  <a:pt x="2242351" y="2776787"/>
                  <a:pt x="2308692" y="2710446"/>
                  <a:pt x="2308692" y="2628611"/>
                </a:cubicBezTo>
                <a:cubicBezTo>
                  <a:pt x="2308692" y="2567235"/>
                  <a:pt x="2271375" y="2514574"/>
                  <a:pt x="2218193" y="2492080"/>
                </a:cubicBezTo>
                <a:lnTo>
                  <a:pt x="2171438" y="2482640"/>
                </a:lnTo>
                <a:close/>
                <a:moveTo>
                  <a:pt x="2160518" y="951351"/>
                </a:moveTo>
                <a:lnTo>
                  <a:pt x="2302218" y="1093052"/>
                </a:lnTo>
                <a:lnTo>
                  <a:pt x="2302218" y="2314238"/>
                </a:lnTo>
                <a:lnTo>
                  <a:pt x="2353661" y="2342160"/>
                </a:lnTo>
                <a:cubicBezTo>
                  <a:pt x="2445550" y="2404240"/>
                  <a:pt x="2505965" y="2509370"/>
                  <a:pt x="2505965" y="2628611"/>
                </a:cubicBezTo>
                <a:cubicBezTo>
                  <a:pt x="2505965" y="2819397"/>
                  <a:pt x="2351303" y="2974059"/>
                  <a:pt x="2160517" y="2974059"/>
                </a:cubicBezTo>
                <a:cubicBezTo>
                  <a:pt x="1969731" y="2974059"/>
                  <a:pt x="1815069" y="2819397"/>
                  <a:pt x="1815069" y="2628611"/>
                </a:cubicBezTo>
                <a:cubicBezTo>
                  <a:pt x="1815069" y="2509370"/>
                  <a:pt x="1875484" y="2404240"/>
                  <a:pt x="1967374" y="2342160"/>
                </a:cubicBezTo>
                <a:lnTo>
                  <a:pt x="2018817" y="2314238"/>
                </a:lnTo>
                <a:lnTo>
                  <a:pt x="2018817" y="1093052"/>
                </a:lnTo>
                <a:close/>
                <a:moveTo>
                  <a:pt x="2163170" y="761506"/>
                </a:moveTo>
                <a:cubicBezTo>
                  <a:pt x="1180206" y="761506"/>
                  <a:pt x="383357" y="1558354"/>
                  <a:pt x="383357" y="2541318"/>
                </a:cubicBezTo>
                <a:cubicBezTo>
                  <a:pt x="383357" y="3524282"/>
                  <a:pt x="1180206" y="4321131"/>
                  <a:pt x="2163170" y="4321131"/>
                </a:cubicBezTo>
                <a:cubicBezTo>
                  <a:pt x="3146134" y="4321131"/>
                  <a:pt x="3942983" y="3524282"/>
                  <a:pt x="3942983" y="2541318"/>
                </a:cubicBezTo>
                <a:cubicBezTo>
                  <a:pt x="3942983" y="1558354"/>
                  <a:pt x="3146134" y="761506"/>
                  <a:pt x="2163170" y="761506"/>
                </a:cubicBezTo>
                <a:close/>
                <a:moveTo>
                  <a:pt x="1914854" y="0"/>
                </a:moveTo>
                <a:lnTo>
                  <a:pt x="2451372" y="0"/>
                </a:lnTo>
                <a:lnTo>
                  <a:pt x="2451372" y="398363"/>
                </a:lnTo>
                <a:lnTo>
                  <a:pt x="2492601" y="403072"/>
                </a:lnTo>
                <a:cubicBezTo>
                  <a:pt x="2814843" y="452310"/>
                  <a:pt x="3113687" y="572651"/>
                  <a:pt x="3372621" y="747583"/>
                </a:cubicBezTo>
                <a:lnTo>
                  <a:pt x="3532765" y="867337"/>
                </a:lnTo>
                <a:lnTo>
                  <a:pt x="3733861" y="666241"/>
                </a:lnTo>
                <a:lnTo>
                  <a:pt x="3498760" y="431140"/>
                </a:lnTo>
                <a:lnTo>
                  <a:pt x="3711472" y="218428"/>
                </a:lnTo>
                <a:lnTo>
                  <a:pt x="4366834" y="873790"/>
                </a:lnTo>
                <a:lnTo>
                  <a:pt x="4154122" y="1086502"/>
                </a:lnTo>
                <a:lnTo>
                  <a:pt x="3919022" y="851401"/>
                </a:lnTo>
                <a:lnTo>
                  <a:pt x="3724157" y="1046266"/>
                </a:lnTo>
                <a:lnTo>
                  <a:pt x="3832379" y="1165341"/>
                </a:lnTo>
                <a:cubicBezTo>
                  <a:pt x="4140968" y="1539264"/>
                  <a:pt x="4326342" y="2018643"/>
                  <a:pt x="4326342" y="2541318"/>
                </a:cubicBezTo>
                <a:cubicBezTo>
                  <a:pt x="4326342" y="3736004"/>
                  <a:pt x="3357857" y="4704489"/>
                  <a:pt x="2163171" y="4704489"/>
                </a:cubicBezTo>
                <a:cubicBezTo>
                  <a:pt x="968485" y="4704489"/>
                  <a:pt x="0" y="3736004"/>
                  <a:pt x="0" y="2541318"/>
                </a:cubicBezTo>
                <a:cubicBezTo>
                  <a:pt x="0" y="1495968"/>
                  <a:pt x="741497" y="623803"/>
                  <a:pt x="1727217" y="422095"/>
                </a:cubicBezTo>
                <a:lnTo>
                  <a:pt x="1914854" y="3934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31" name="任意多边形 21">
            <a:extLst>
              <a:ext uri="{FF2B5EF4-FFF2-40B4-BE49-F238E27FC236}">
                <a16:creationId xmlns:a16="http://schemas.microsoft.com/office/drawing/2014/main" id="{6AE697D8-6575-4987-860E-94E92BD9068F}"/>
              </a:ext>
            </a:extLst>
          </p:cNvPr>
          <p:cNvSpPr>
            <a:spLocks noChangeAspect="1"/>
          </p:cNvSpPr>
          <p:nvPr/>
        </p:nvSpPr>
        <p:spPr>
          <a:xfrm>
            <a:off x="9471259" y="3200601"/>
            <a:ext cx="306642" cy="278948"/>
          </a:xfrm>
          <a:custGeom>
            <a:avLst/>
            <a:gdLst>
              <a:gd name="connsiteX0" fmla="*/ 2429303 w 4858607"/>
              <a:gd name="connsiteY0" fmla="*/ 566170 h 4981435"/>
              <a:gd name="connsiteX1" fmla="*/ 408311 w 4858607"/>
              <a:gd name="connsiteY1" fmla="*/ 2468125 h 4981435"/>
              <a:gd name="connsiteX2" fmla="*/ 1023582 w 4858607"/>
              <a:gd name="connsiteY2" fmla="*/ 2468125 h 4981435"/>
              <a:gd name="connsiteX3" fmla="*/ 1023582 w 4858607"/>
              <a:gd name="connsiteY3" fmla="*/ 2523405 h 4981435"/>
              <a:gd name="connsiteX4" fmla="*/ 1028702 w 4858607"/>
              <a:gd name="connsiteY4" fmla="*/ 2523405 h 4981435"/>
              <a:gd name="connsiteX5" fmla="*/ 1028702 w 4858607"/>
              <a:gd name="connsiteY5" fmla="*/ 4599293 h 4981435"/>
              <a:gd name="connsiteX6" fmla="*/ 1675256 w 4858607"/>
              <a:gd name="connsiteY6" fmla="*/ 4599293 h 4981435"/>
              <a:gd name="connsiteX7" fmla="*/ 1675256 w 4858607"/>
              <a:gd name="connsiteY7" fmla="*/ 2850266 h 4981435"/>
              <a:gd name="connsiteX8" fmla="*/ 1675265 w 4858607"/>
              <a:gd name="connsiteY8" fmla="*/ 2850266 h 4981435"/>
              <a:gd name="connsiteX9" fmla="*/ 1675265 w 4858607"/>
              <a:gd name="connsiteY9" fmla="*/ 2850266 h 4981435"/>
              <a:gd name="connsiteX10" fmla="*/ 2801200 w 4858607"/>
              <a:gd name="connsiteY10" fmla="*/ 2850266 h 4981435"/>
              <a:gd name="connsiteX11" fmla="*/ 2801200 w 4858607"/>
              <a:gd name="connsiteY11" fmla="*/ 2850265 h 4981435"/>
              <a:gd name="connsiteX12" fmla="*/ 3183342 w 4858607"/>
              <a:gd name="connsiteY12" fmla="*/ 2850265 h 4981435"/>
              <a:gd name="connsiteX13" fmla="*/ 3183342 w 4858607"/>
              <a:gd name="connsiteY13" fmla="*/ 2850266 h 4981435"/>
              <a:gd name="connsiteX14" fmla="*/ 3183342 w 4858607"/>
              <a:gd name="connsiteY14" fmla="*/ 2850266 h 4981435"/>
              <a:gd name="connsiteX15" fmla="*/ 3183342 w 4858607"/>
              <a:gd name="connsiteY15" fmla="*/ 3232407 h 4981435"/>
              <a:gd name="connsiteX16" fmla="*/ 3183342 w 4858607"/>
              <a:gd name="connsiteY16" fmla="*/ 3232407 h 4981435"/>
              <a:gd name="connsiteX17" fmla="*/ 3183342 w 4858607"/>
              <a:gd name="connsiteY17" fmla="*/ 4599293 h 4981435"/>
              <a:gd name="connsiteX18" fmla="*/ 3829904 w 4858607"/>
              <a:gd name="connsiteY18" fmla="*/ 4599293 h 4981435"/>
              <a:gd name="connsiteX19" fmla="*/ 3829904 w 4858607"/>
              <a:gd name="connsiteY19" fmla="*/ 2523405 h 4981435"/>
              <a:gd name="connsiteX20" fmla="*/ 3835025 w 4858607"/>
              <a:gd name="connsiteY20" fmla="*/ 2523405 h 4981435"/>
              <a:gd name="connsiteX21" fmla="*/ 3835025 w 4858607"/>
              <a:gd name="connsiteY21" fmla="*/ 2468125 h 4981435"/>
              <a:gd name="connsiteX22" fmla="*/ 4450297 w 4858607"/>
              <a:gd name="connsiteY22" fmla="*/ 2468125 h 4981435"/>
              <a:gd name="connsiteX23" fmla="*/ 2429303 w 4858607"/>
              <a:gd name="connsiteY23" fmla="*/ 0 h 4981435"/>
              <a:gd name="connsiteX24" fmla="*/ 4858607 w 4858607"/>
              <a:gd name="connsiteY24" fmla="*/ 2286215 h 4981435"/>
              <a:gd name="connsiteX25" fmla="*/ 4858607 w 4858607"/>
              <a:gd name="connsiteY25" fmla="*/ 2468125 h 4981435"/>
              <a:gd name="connsiteX26" fmla="*/ 4858607 w 4858607"/>
              <a:gd name="connsiteY26" fmla="*/ 2468125 h 4981435"/>
              <a:gd name="connsiteX27" fmla="*/ 4858607 w 4858607"/>
              <a:gd name="connsiteY27" fmla="*/ 2850266 h 4981435"/>
              <a:gd name="connsiteX28" fmla="*/ 4858607 w 4858607"/>
              <a:gd name="connsiteY28" fmla="*/ 2850266 h 4981435"/>
              <a:gd name="connsiteX29" fmla="*/ 4858607 w 4858607"/>
              <a:gd name="connsiteY29" fmla="*/ 2852385 h 4981435"/>
              <a:gd name="connsiteX30" fmla="*/ 4856355 w 4858607"/>
              <a:gd name="connsiteY30" fmla="*/ 2850266 h 4981435"/>
              <a:gd name="connsiteX31" fmla="*/ 4212045 w 4858607"/>
              <a:gd name="connsiteY31" fmla="*/ 2850266 h 4981435"/>
              <a:gd name="connsiteX32" fmla="*/ 4212045 w 4858607"/>
              <a:gd name="connsiteY32" fmla="*/ 4981434 h 4981435"/>
              <a:gd name="connsiteX33" fmla="*/ 4088357 w 4858607"/>
              <a:gd name="connsiteY33" fmla="*/ 4981434 h 4981435"/>
              <a:gd name="connsiteX34" fmla="*/ 3829904 w 4858607"/>
              <a:gd name="connsiteY34" fmla="*/ 4981434 h 4981435"/>
              <a:gd name="connsiteX35" fmla="*/ 2924889 w 4858607"/>
              <a:gd name="connsiteY35" fmla="*/ 4981434 h 4981435"/>
              <a:gd name="connsiteX36" fmla="*/ 2924889 w 4858607"/>
              <a:gd name="connsiteY36" fmla="*/ 4981434 h 4981435"/>
              <a:gd name="connsiteX37" fmla="*/ 2801200 w 4858607"/>
              <a:gd name="connsiteY37" fmla="*/ 4981434 h 4981435"/>
              <a:gd name="connsiteX38" fmla="*/ 2801200 w 4858607"/>
              <a:gd name="connsiteY38" fmla="*/ 3232407 h 4981435"/>
              <a:gd name="connsiteX39" fmla="*/ 2057397 w 4858607"/>
              <a:gd name="connsiteY39" fmla="*/ 3232407 h 4981435"/>
              <a:gd name="connsiteX40" fmla="*/ 2057397 w 4858607"/>
              <a:gd name="connsiteY40" fmla="*/ 4981435 h 4981435"/>
              <a:gd name="connsiteX41" fmla="*/ 1675256 w 4858607"/>
              <a:gd name="connsiteY41" fmla="*/ 4981435 h 4981435"/>
              <a:gd name="connsiteX42" fmla="*/ 1675256 w 4858607"/>
              <a:gd name="connsiteY42" fmla="*/ 4981434 h 4981435"/>
              <a:gd name="connsiteX43" fmla="*/ 1028702 w 4858607"/>
              <a:gd name="connsiteY43" fmla="*/ 4981434 h 4981435"/>
              <a:gd name="connsiteX44" fmla="*/ 733573 w 4858607"/>
              <a:gd name="connsiteY44" fmla="*/ 4981434 h 4981435"/>
              <a:gd name="connsiteX45" fmla="*/ 646561 w 4858607"/>
              <a:gd name="connsiteY45" fmla="*/ 4981434 h 4981435"/>
              <a:gd name="connsiteX46" fmla="*/ 646561 w 4858607"/>
              <a:gd name="connsiteY46" fmla="*/ 2850266 h 4981435"/>
              <a:gd name="connsiteX47" fmla="*/ 2253 w 4858607"/>
              <a:gd name="connsiteY47" fmla="*/ 2850266 h 4981435"/>
              <a:gd name="connsiteX48" fmla="*/ 0 w 4858607"/>
              <a:gd name="connsiteY48" fmla="*/ 2852385 h 4981435"/>
              <a:gd name="connsiteX49" fmla="*/ 0 w 4858607"/>
              <a:gd name="connsiteY49" fmla="*/ 2850266 h 4981435"/>
              <a:gd name="connsiteX50" fmla="*/ 0 w 4858607"/>
              <a:gd name="connsiteY50" fmla="*/ 2850266 h 4981435"/>
              <a:gd name="connsiteX51" fmla="*/ 0 w 4858607"/>
              <a:gd name="connsiteY51" fmla="*/ 2468125 h 4981435"/>
              <a:gd name="connsiteX52" fmla="*/ 0 w 4858607"/>
              <a:gd name="connsiteY52" fmla="*/ 2468125 h 4981435"/>
              <a:gd name="connsiteX53" fmla="*/ 0 w 4858607"/>
              <a:gd name="connsiteY53" fmla="*/ 2286215 h 498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4858607" h="4981435">
                <a:moveTo>
                  <a:pt x="2429303" y="566170"/>
                </a:moveTo>
                <a:lnTo>
                  <a:pt x="408311" y="2468125"/>
                </a:lnTo>
                <a:lnTo>
                  <a:pt x="1023582" y="2468125"/>
                </a:lnTo>
                <a:lnTo>
                  <a:pt x="1023582" y="2523405"/>
                </a:lnTo>
                <a:lnTo>
                  <a:pt x="1028702" y="2523405"/>
                </a:lnTo>
                <a:lnTo>
                  <a:pt x="1028702" y="4599293"/>
                </a:lnTo>
                <a:lnTo>
                  <a:pt x="1675256" y="4599293"/>
                </a:lnTo>
                <a:lnTo>
                  <a:pt x="1675256" y="2850266"/>
                </a:lnTo>
                <a:lnTo>
                  <a:pt x="1675265" y="2850266"/>
                </a:lnTo>
                <a:lnTo>
                  <a:pt x="1675265" y="2850266"/>
                </a:lnTo>
                <a:lnTo>
                  <a:pt x="2801200" y="2850266"/>
                </a:lnTo>
                <a:lnTo>
                  <a:pt x="2801200" y="2850265"/>
                </a:lnTo>
                <a:lnTo>
                  <a:pt x="3183342" y="2850265"/>
                </a:lnTo>
                <a:lnTo>
                  <a:pt x="3183342" y="2850266"/>
                </a:lnTo>
                <a:lnTo>
                  <a:pt x="3183342" y="2850266"/>
                </a:lnTo>
                <a:lnTo>
                  <a:pt x="3183342" y="3232407"/>
                </a:lnTo>
                <a:lnTo>
                  <a:pt x="3183342" y="3232407"/>
                </a:lnTo>
                <a:lnTo>
                  <a:pt x="3183342" y="4599293"/>
                </a:lnTo>
                <a:lnTo>
                  <a:pt x="3829904" y="4599293"/>
                </a:lnTo>
                <a:lnTo>
                  <a:pt x="3829904" y="2523405"/>
                </a:lnTo>
                <a:lnTo>
                  <a:pt x="3835025" y="2523405"/>
                </a:lnTo>
                <a:lnTo>
                  <a:pt x="3835025" y="2468125"/>
                </a:lnTo>
                <a:lnTo>
                  <a:pt x="4450297" y="2468125"/>
                </a:lnTo>
                <a:close/>
                <a:moveTo>
                  <a:pt x="2429303" y="0"/>
                </a:moveTo>
                <a:lnTo>
                  <a:pt x="4858607" y="2286215"/>
                </a:lnTo>
                <a:lnTo>
                  <a:pt x="4858607" y="2468125"/>
                </a:lnTo>
                <a:lnTo>
                  <a:pt x="4858607" y="2468125"/>
                </a:lnTo>
                <a:lnTo>
                  <a:pt x="4858607" y="2850266"/>
                </a:lnTo>
                <a:lnTo>
                  <a:pt x="4858607" y="2850266"/>
                </a:lnTo>
                <a:lnTo>
                  <a:pt x="4858607" y="2852385"/>
                </a:lnTo>
                <a:lnTo>
                  <a:pt x="4856355" y="2850266"/>
                </a:lnTo>
                <a:lnTo>
                  <a:pt x="4212045" y="2850266"/>
                </a:lnTo>
                <a:lnTo>
                  <a:pt x="4212045" y="4981434"/>
                </a:lnTo>
                <a:lnTo>
                  <a:pt x="4088357" y="4981434"/>
                </a:lnTo>
                <a:lnTo>
                  <a:pt x="3829904" y="4981434"/>
                </a:lnTo>
                <a:lnTo>
                  <a:pt x="2924889" y="4981434"/>
                </a:lnTo>
                <a:lnTo>
                  <a:pt x="2924889" y="4981434"/>
                </a:lnTo>
                <a:lnTo>
                  <a:pt x="2801200" y="4981434"/>
                </a:lnTo>
                <a:lnTo>
                  <a:pt x="2801200" y="3232407"/>
                </a:lnTo>
                <a:lnTo>
                  <a:pt x="2057397" y="3232407"/>
                </a:lnTo>
                <a:lnTo>
                  <a:pt x="2057397" y="4981435"/>
                </a:lnTo>
                <a:lnTo>
                  <a:pt x="1675256" y="4981435"/>
                </a:lnTo>
                <a:lnTo>
                  <a:pt x="1675256" y="4981434"/>
                </a:lnTo>
                <a:lnTo>
                  <a:pt x="1028702" y="4981434"/>
                </a:lnTo>
                <a:lnTo>
                  <a:pt x="733573" y="4981434"/>
                </a:lnTo>
                <a:lnTo>
                  <a:pt x="646561" y="4981434"/>
                </a:lnTo>
                <a:lnTo>
                  <a:pt x="646561" y="2850266"/>
                </a:lnTo>
                <a:lnTo>
                  <a:pt x="2253" y="2850266"/>
                </a:lnTo>
                <a:lnTo>
                  <a:pt x="0" y="2852385"/>
                </a:lnTo>
                <a:lnTo>
                  <a:pt x="0" y="2850266"/>
                </a:lnTo>
                <a:lnTo>
                  <a:pt x="0" y="2850266"/>
                </a:lnTo>
                <a:lnTo>
                  <a:pt x="0" y="2468125"/>
                </a:lnTo>
                <a:lnTo>
                  <a:pt x="0" y="2468125"/>
                </a:lnTo>
                <a:lnTo>
                  <a:pt x="0" y="22862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78BA5CB-FC11-45E5-803E-AB5D6B7F3FB7}"/>
              </a:ext>
            </a:extLst>
          </p:cNvPr>
          <p:cNvSpPr txBox="1"/>
          <p:nvPr/>
        </p:nvSpPr>
        <p:spPr>
          <a:xfrm>
            <a:off x="2903942" y="4919610"/>
            <a:ext cx="2502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输入替换内容输入替换内容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E925C65-79D7-4806-B788-AC31B4918AA7}"/>
              </a:ext>
            </a:extLst>
          </p:cNvPr>
          <p:cNvSpPr txBox="1"/>
          <p:nvPr/>
        </p:nvSpPr>
        <p:spPr>
          <a:xfrm>
            <a:off x="4810231" y="1552909"/>
            <a:ext cx="2502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输入替换内容输入替换内容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D53ED22-1F2B-44C6-BDC8-3357F48D7FB3}"/>
              </a:ext>
            </a:extLst>
          </p:cNvPr>
          <p:cNvSpPr txBox="1"/>
          <p:nvPr/>
        </p:nvSpPr>
        <p:spPr>
          <a:xfrm>
            <a:off x="6516616" y="4915371"/>
            <a:ext cx="2502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输入替换内容输入替换内容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306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 bldLvl="0" animBg="1"/>
      <p:bldP spid="16" grpId="0" bldLvl="0" animBg="1"/>
      <p:bldP spid="17" grpId="0"/>
      <p:bldP spid="21" grpId="0"/>
      <p:bldP spid="22" grpId="0"/>
      <p:bldP spid="34" grpId="0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2657" y="3400694"/>
            <a:ext cx="11386686" cy="3096928"/>
          </a:xfrm>
          <a:prstGeom prst="rect">
            <a:avLst/>
          </a:prstGeom>
          <a:solidFill>
            <a:srgbClr val="5D897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688432" y="2971566"/>
            <a:ext cx="914400" cy="914400"/>
          </a:xfrm>
          <a:prstGeom prst="ellipse">
            <a:avLst/>
          </a:prstGeom>
          <a:solidFill>
            <a:srgbClr val="5D897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cs typeface="+mn-ea"/>
                <a:sym typeface="+mn-lt"/>
              </a:rPr>
              <a:t>1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638801" y="2971566"/>
            <a:ext cx="914400" cy="914400"/>
          </a:xfrm>
          <a:prstGeom prst="ellipse">
            <a:avLst/>
          </a:prstGeom>
          <a:solidFill>
            <a:srgbClr val="5D897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cs typeface="+mn-ea"/>
                <a:sym typeface="+mn-lt"/>
              </a:rPr>
              <a:t>2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9589169" y="2971566"/>
            <a:ext cx="914400" cy="914400"/>
          </a:xfrm>
          <a:prstGeom prst="ellipse">
            <a:avLst/>
          </a:prstGeom>
          <a:solidFill>
            <a:srgbClr val="5D897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cs typeface="+mn-ea"/>
                <a:sym typeface="+mn-lt"/>
              </a:rPr>
              <a:t>3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745492" y="4140615"/>
            <a:ext cx="27766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745494" y="4605347"/>
            <a:ext cx="3287887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4556290" y="4140615"/>
            <a:ext cx="27766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4556292" y="4605347"/>
            <a:ext cx="3287887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8367088" y="4140615"/>
            <a:ext cx="27766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8367090" y="4605347"/>
            <a:ext cx="3287887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785308" y="1384207"/>
            <a:ext cx="10621383" cy="129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</a:p>
        </p:txBody>
      </p:sp>
      <p:sp>
        <p:nvSpPr>
          <p:cNvPr id="17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选题背景与意义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打开书本的焦点照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024" y="1061825"/>
            <a:ext cx="7970545" cy="531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17130" y="1333075"/>
            <a:ext cx="2301950" cy="2228579"/>
          </a:xfrm>
          <a:prstGeom prst="rect">
            <a:avLst/>
          </a:prstGeom>
          <a:solidFill>
            <a:srgbClr val="5D897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19080" y="1333076"/>
            <a:ext cx="7465620" cy="1107996"/>
          </a:xfrm>
          <a:prstGeom prst="rect">
            <a:avLst/>
          </a:prstGeom>
          <a:solidFill>
            <a:srgbClr val="5D8971">
              <a:alpha val="80000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6600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19080" y="2453659"/>
            <a:ext cx="7465620" cy="1107996"/>
          </a:xfrm>
          <a:prstGeom prst="rect">
            <a:avLst/>
          </a:prstGeom>
          <a:solidFill>
            <a:srgbClr val="5D8971">
              <a:alpha val="80000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660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7130" y="3905946"/>
            <a:ext cx="2301950" cy="2228579"/>
          </a:xfrm>
          <a:prstGeom prst="rect">
            <a:avLst/>
          </a:prstGeom>
          <a:solidFill>
            <a:srgbClr val="5D897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19080" y="3905947"/>
            <a:ext cx="7465620" cy="1107996"/>
          </a:xfrm>
          <a:prstGeom prst="rect">
            <a:avLst/>
          </a:prstGeom>
          <a:solidFill>
            <a:srgbClr val="5D8971">
              <a:alpha val="80000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6600" dirty="0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19080" y="5026530"/>
            <a:ext cx="7465620" cy="1107996"/>
          </a:xfrm>
          <a:prstGeom prst="rect">
            <a:avLst/>
          </a:prstGeom>
          <a:solidFill>
            <a:srgbClr val="5D8971">
              <a:alpha val="80000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6600" dirty="0">
              <a:cs typeface="+mn-ea"/>
              <a:sym typeface="+mn-lt"/>
            </a:endParaRPr>
          </a:p>
        </p:txBody>
      </p:sp>
      <p:sp>
        <p:nvSpPr>
          <p:cNvPr id="13" name="文本框 36"/>
          <p:cNvSpPr txBox="1">
            <a:spLocks noChangeArrowheads="1"/>
          </p:cNvSpPr>
          <p:nvPr/>
        </p:nvSpPr>
        <p:spPr bwMode="auto">
          <a:xfrm>
            <a:off x="633908" y="2287184"/>
            <a:ext cx="22494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 eaLnBrk="1" hangingPunct="1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4" name="文本框 37"/>
          <p:cNvSpPr txBox="1">
            <a:spLocks noChangeArrowheads="1"/>
          </p:cNvSpPr>
          <p:nvPr/>
        </p:nvSpPr>
        <p:spPr bwMode="auto">
          <a:xfrm>
            <a:off x="3280185" y="1502562"/>
            <a:ext cx="6412593" cy="79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5" name="文本框 36"/>
          <p:cNvSpPr txBox="1">
            <a:spLocks noChangeArrowheads="1"/>
          </p:cNvSpPr>
          <p:nvPr/>
        </p:nvSpPr>
        <p:spPr bwMode="auto">
          <a:xfrm>
            <a:off x="633907" y="4826475"/>
            <a:ext cx="22494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 eaLnBrk="1" hangingPunct="1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6" name="文本框 37"/>
          <p:cNvSpPr txBox="1">
            <a:spLocks noChangeArrowheads="1"/>
          </p:cNvSpPr>
          <p:nvPr/>
        </p:nvSpPr>
        <p:spPr bwMode="auto">
          <a:xfrm>
            <a:off x="3280185" y="2542154"/>
            <a:ext cx="6412593" cy="79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7" name="文本框 37"/>
          <p:cNvSpPr txBox="1">
            <a:spLocks noChangeArrowheads="1"/>
          </p:cNvSpPr>
          <p:nvPr/>
        </p:nvSpPr>
        <p:spPr bwMode="auto">
          <a:xfrm>
            <a:off x="3280185" y="4124468"/>
            <a:ext cx="6412593" cy="79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8" name="文本框 37"/>
          <p:cNvSpPr txBox="1">
            <a:spLocks noChangeArrowheads="1"/>
          </p:cNvSpPr>
          <p:nvPr/>
        </p:nvSpPr>
        <p:spPr bwMode="auto">
          <a:xfrm>
            <a:off x="3280185" y="5164060"/>
            <a:ext cx="6412593" cy="79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9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选题背景与意义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选题背景与意义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33F4DD-CACD-445D-8CDA-3219C26B5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183" y="2031907"/>
            <a:ext cx="9511217" cy="79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310313-F52F-46A0-912E-0E79BA2CB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181" y="3139197"/>
            <a:ext cx="9511217" cy="79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250B72-CCA4-4F3F-A41A-EA0838A41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180" y="4246487"/>
            <a:ext cx="9511217" cy="79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A7342A-7107-4D3F-A9A8-181601FAA60B}"/>
              </a:ext>
            </a:extLst>
          </p:cNvPr>
          <p:cNvSpPr txBox="1"/>
          <p:nvPr/>
        </p:nvSpPr>
        <p:spPr>
          <a:xfrm>
            <a:off x="1037698" y="1827556"/>
            <a:ext cx="1033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5D8971"/>
                </a:solidFill>
              </a:rPr>
              <a:t>1</a:t>
            </a:r>
            <a:endParaRPr lang="zh-CN" altLang="en-US" sz="7200" dirty="0">
              <a:solidFill>
                <a:srgbClr val="5D897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2A52AAB-7AC1-4975-A2E6-40EAC42ABCD3}"/>
              </a:ext>
            </a:extLst>
          </p:cNvPr>
          <p:cNvSpPr txBox="1"/>
          <p:nvPr/>
        </p:nvSpPr>
        <p:spPr>
          <a:xfrm>
            <a:off x="1037698" y="2929508"/>
            <a:ext cx="1033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5D8971"/>
                </a:solidFill>
              </a:rPr>
              <a:t>2</a:t>
            </a:r>
            <a:endParaRPr lang="zh-CN" altLang="en-US" sz="7200" dirty="0">
              <a:solidFill>
                <a:srgbClr val="5D897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20CD468-5C04-475A-A802-E26D7B3A97F2}"/>
              </a:ext>
            </a:extLst>
          </p:cNvPr>
          <p:cNvSpPr txBox="1"/>
          <p:nvPr/>
        </p:nvSpPr>
        <p:spPr>
          <a:xfrm>
            <a:off x="1037697" y="4042136"/>
            <a:ext cx="1033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5D8971"/>
                </a:solidFill>
              </a:rPr>
              <a:t>3</a:t>
            </a:r>
            <a:endParaRPr lang="zh-CN" altLang="en-US" sz="7200" dirty="0">
              <a:solidFill>
                <a:srgbClr val="5D897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24"/>
          <p:cNvSpPr txBox="1"/>
          <p:nvPr/>
        </p:nvSpPr>
        <p:spPr>
          <a:xfrm>
            <a:off x="3457912" y="3031122"/>
            <a:ext cx="5276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研究思路与方法</a:t>
            </a:r>
          </a:p>
        </p:txBody>
      </p:sp>
      <p:sp>
        <p:nvSpPr>
          <p:cNvPr id="10" name="椭圆 9"/>
          <p:cNvSpPr/>
          <p:nvPr/>
        </p:nvSpPr>
        <p:spPr>
          <a:xfrm>
            <a:off x="5330557" y="957460"/>
            <a:ext cx="1530887" cy="1530887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819534" y="4194513"/>
            <a:ext cx="2552933" cy="1706027"/>
            <a:chOff x="4981211" y="3926438"/>
            <a:chExt cx="2552933" cy="1706027"/>
          </a:xfrm>
        </p:grpSpPr>
        <p:sp>
          <p:nvSpPr>
            <p:cNvPr id="11" name="文本框 10"/>
            <p:cNvSpPr txBox="1"/>
            <p:nvPr/>
          </p:nvSpPr>
          <p:spPr>
            <a:xfrm>
              <a:off x="4981211" y="3926438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81211" y="4579397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81211" y="5232355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5B53E76-A969-437B-817D-F7D8EE113370}"/>
              </a:ext>
            </a:extLst>
          </p:cNvPr>
          <p:cNvSpPr/>
          <p:nvPr/>
        </p:nvSpPr>
        <p:spPr>
          <a:xfrm>
            <a:off x="1447800" y="2313940"/>
            <a:ext cx="2162810" cy="3239770"/>
          </a:xfrm>
          <a:prstGeom prst="rect">
            <a:avLst/>
          </a:prstGeom>
          <a:noFill/>
          <a:ln>
            <a:solidFill>
              <a:srgbClr val="79A0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创中黑" panose="00000500000000000000" charset="-122"/>
              <a:ea typeface="字魂创中黑" panose="00000500000000000000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998F57E-2B90-4785-924F-150D47B4B3DE}"/>
              </a:ext>
            </a:extLst>
          </p:cNvPr>
          <p:cNvGrpSpPr/>
          <p:nvPr/>
        </p:nvGrpSpPr>
        <p:grpSpPr>
          <a:xfrm>
            <a:off x="1447800" y="3145155"/>
            <a:ext cx="2130425" cy="1722755"/>
            <a:chOff x="2016" y="4527"/>
            <a:chExt cx="3355" cy="271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1C42A11-6F68-4936-AE0A-091F69906BD4}"/>
                </a:ext>
              </a:extLst>
            </p:cNvPr>
            <p:cNvSpPr txBox="1"/>
            <p:nvPr/>
          </p:nvSpPr>
          <p:spPr>
            <a:xfrm>
              <a:off x="2016" y="4527"/>
              <a:ext cx="33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请输入您的标题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3A00708-805D-46D4-8A3D-20855519604E}"/>
                </a:ext>
              </a:extLst>
            </p:cNvPr>
            <p:cNvCxnSpPr/>
            <p:nvPr/>
          </p:nvCxnSpPr>
          <p:spPr>
            <a:xfrm>
              <a:off x="2286" y="5433"/>
              <a:ext cx="2816" cy="0"/>
            </a:xfrm>
            <a:prstGeom prst="line">
              <a:avLst/>
            </a:prstGeom>
            <a:ln>
              <a:solidFill>
                <a:srgbClr val="F8F8F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8D851A1-29F7-4AFC-B583-B3D26CCA9AFD}"/>
                </a:ext>
              </a:extLst>
            </p:cNvPr>
            <p:cNvSpPr txBox="1"/>
            <p:nvPr/>
          </p:nvSpPr>
          <p:spPr>
            <a:xfrm>
              <a:off x="2286" y="5931"/>
              <a:ext cx="2815" cy="1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点击此处添加文本标题，标题数字等都可以点击文本来进行修改，顶部面板开始可</a:t>
              </a: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5504474C-97C0-477D-A88D-056315977A1D}"/>
              </a:ext>
            </a:extLst>
          </p:cNvPr>
          <p:cNvSpPr/>
          <p:nvPr/>
        </p:nvSpPr>
        <p:spPr>
          <a:xfrm>
            <a:off x="4964430" y="2313940"/>
            <a:ext cx="2307590" cy="3239770"/>
          </a:xfrm>
          <a:prstGeom prst="rect">
            <a:avLst/>
          </a:prstGeom>
          <a:noFill/>
          <a:ln>
            <a:solidFill>
              <a:srgbClr val="79A0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创中黑" panose="00000500000000000000" charset="-122"/>
              <a:ea typeface="字魂创中黑" panose="00000500000000000000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7B34E04-462A-4589-9693-78ADADF14A83}"/>
              </a:ext>
            </a:extLst>
          </p:cNvPr>
          <p:cNvGrpSpPr/>
          <p:nvPr/>
        </p:nvGrpSpPr>
        <p:grpSpPr>
          <a:xfrm>
            <a:off x="5052695" y="3145155"/>
            <a:ext cx="2130425" cy="1722755"/>
            <a:chOff x="2016" y="4527"/>
            <a:chExt cx="3355" cy="2713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F787A9F-7708-4561-AEC5-6A84DDA60690}"/>
                </a:ext>
              </a:extLst>
            </p:cNvPr>
            <p:cNvSpPr txBox="1"/>
            <p:nvPr/>
          </p:nvSpPr>
          <p:spPr>
            <a:xfrm>
              <a:off x="2016" y="4527"/>
              <a:ext cx="33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请输入您的标题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5086BBF-7E25-4D8A-A203-2967D494F4B2}"/>
                </a:ext>
              </a:extLst>
            </p:cNvPr>
            <p:cNvCxnSpPr/>
            <p:nvPr/>
          </p:nvCxnSpPr>
          <p:spPr>
            <a:xfrm>
              <a:off x="2286" y="5433"/>
              <a:ext cx="2816" cy="0"/>
            </a:xfrm>
            <a:prstGeom prst="line">
              <a:avLst/>
            </a:prstGeom>
            <a:ln>
              <a:solidFill>
                <a:srgbClr val="F8F8F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6393308-1766-4245-A92F-5D949BB6B17F}"/>
                </a:ext>
              </a:extLst>
            </p:cNvPr>
            <p:cNvSpPr txBox="1"/>
            <p:nvPr/>
          </p:nvSpPr>
          <p:spPr>
            <a:xfrm>
              <a:off x="2285" y="5931"/>
              <a:ext cx="2816" cy="1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点击此处添加文本标题，标题数字等都可以点击文本来进行修改，顶部面板开始可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C75AF7D6-449D-4DD4-8F4C-3E02F1E59476}"/>
              </a:ext>
            </a:extLst>
          </p:cNvPr>
          <p:cNvSpPr/>
          <p:nvPr/>
        </p:nvSpPr>
        <p:spPr>
          <a:xfrm>
            <a:off x="8569325" y="2313940"/>
            <a:ext cx="2307590" cy="3239770"/>
          </a:xfrm>
          <a:prstGeom prst="rect">
            <a:avLst/>
          </a:prstGeom>
          <a:noFill/>
          <a:ln>
            <a:solidFill>
              <a:srgbClr val="79A0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创中黑" panose="00000500000000000000" charset="-122"/>
              <a:ea typeface="字魂创中黑" panose="00000500000000000000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C173CAA-5889-42E1-9139-262EB2D4A5CE}"/>
              </a:ext>
            </a:extLst>
          </p:cNvPr>
          <p:cNvGrpSpPr/>
          <p:nvPr/>
        </p:nvGrpSpPr>
        <p:grpSpPr>
          <a:xfrm>
            <a:off x="8657590" y="3145155"/>
            <a:ext cx="2130425" cy="1722755"/>
            <a:chOff x="2016" y="4527"/>
            <a:chExt cx="3355" cy="2713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27B4343-F446-4931-85DC-0751AA054597}"/>
                </a:ext>
              </a:extLst>
            </p:cNvPr>
            <p:cNvSpPr txBox="1"/>
            <p:nvPr/>
          </p:nvSpPr>
          <p:spPr>
            <a:xfrm>
              <a:off x="2016" y="4527"/>
              <a:ext cx="33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请输入您的标题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2D05651-BF35-4BE5-B4AD-DE012D414B44}"/>
                </a:ext>
              </a:extLst>
            </p:cNvPr>
            <p:cNvCxnSpPr/>
            <p:nvPr/>
          </p:nvCxnSpPr>
          <p:spPr>
            <a:xfrm>
              <a:off x="2286" y="5433"/>
              <a:ext cx="2816" cy="0"/>
            </a:xfrm>
            <a:prstGeom prst="line">
              <a:avLst/>
            </a:prstGeom>
            <a:ln>
              <a:solidFill>
                <a:srgbClr val="F8F8F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BD9C44D-F267-40DC-A6C0-7E6CDD89B49A}"/>
                </a:ext>
              </a:extLst>
            </p:cNvPr>
            <p:cNvSpPr txBox="1"/>
            <p:nvPr/>
          </p:nvSpPr>
          <p:spPr>
            <a:xfrm>
              <a:off x="2286" y="5931"/>
              <a:ext cx="2815" cy="1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点击此处添加文本标题，标题数字等都可以点击文本来进行修改，顶部面板开始可</a:t>
              </a:r>
            </a:p>
          </p:txBody>
        </p: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9363BB5-FACF-41E2-827B-6C6F2BE51D36}"/>
              </a:ext>
            </a:extLst>
          </p:cNvPr>
          <p:cNvCxnSpPr/>
          <p:nvPr/>
        </p:nvCxnSpPr>
        <p:spPr>
          <a:xfrm>
            <a:off x="1714500" y="3740785"/>
            <a:ext cx="1629410" cy="0"/>
          </a:xfrm>
          <a:prstGeom prst="line">
            <a:avLst/>
          </a:prstGeom>
          <a:ln>
            <a:solidFill>
              <a:srgbClr val="79A0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3E45160-70AC-487E-81A0-2731BF9E850A}"/>
              </a:ext>
            </a:extLst>
          </p:cNvPr>
          <p:cNvCxnSpPr/>
          <p:nvPr/>
        </p:nvCxnSpPr>
        <p:spPr>
          <a:xfrm>
            <a:off x="5281295" y="3740785"/>
            <a:ext cx="1629410" cy="0"/>
          </a:xfrm>
          <a:prstGeom prst="line">
            <a:avLst/>
          </a:prstGeom>
          <a:ln>
            <a:solidFill>
              <a:srgbClr val="79A0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4182772-2646-46D2-88BE-85D5592B0A2D}"/>
              </a:ext>
            </a:extLst>
          </p:cNvPr>
          <p:cNvCxnSpPr/>
          <p:nvPr/>
        </p:nvCxnSpPr>
        <p:spPr>
          <a:xfrm>
            <a:off x="8909050" y="3740785"/>
            <a:ext cx="1629410" cy="0"/>
          </a:xfrm>
          <a:prstGeom prst="line">
            <a:avLst/>
          </a:prstGeom>
          <a:ln>
            <a:solidFill>
              <a:srgbClr val="79A0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684F36EF-EFB0-4488-9640-B2708922933D}"/>
              </a:ext>
            </a:extLst>
          </p:cNvPr>
          <p:cNvSpPr/>
          <p:nvPr/>
        </p:nvSpPr>
        <p:spPr>
          <a:xfrm>
            <a:off x="2146079" y="1980662"/>
            <a:ext cx="666556" cy="666556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1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D0262E5-D77B-4D35-83B9-A8FFBCB506B5}"/>
              </a:ext>
            </a:extLst>
          </p:cNvPr>
          <p:cNvSpPr/>
          <p:nvPr/>
        </p:nvSpPr>
        <p:spPr>
          <a:xfrm>
            <a:off x="5762722" y="1980662"/>
            <a:ext cx="666556" cy="666556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0FA8CB4D-ABD6-41FD-A80A-48A176C5AF23}"/>
              </a:ext>
            </a:extLst>
          </p:cNvPr>
          <p:cNvSpPr/>
          <p:nvPr/>
        </p:nvSpPr>
        <p:spPr>
          <a:xfrm>
            <a:off x="9424132" y="1980662"/>
            <a:ext cx="666556" cy="666556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3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2" name="文本框 24">
            <a:extLst>
              <a:ext uri="{FF2B5EF4-FFF2-40B4-BE49-F238E27FC236}">
                <a16:creationId xmlns:a16="http://schemas.microsoft.com/office/drawing/2014/main" id="{6ABA26D8-5A5C-48B9-887F-9D3EDA9B6CD9}"/>
              </a:ext>
            </a:extLst>
          </p:cNvPr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研究思路与方法</a:t>
            </a:r>
          </a:p>
        </p:txBody>
      </p:sp>
    </p:spTree>
    <p:extLst>
      <p:ext uri="{BB962C8B-B14F-4D97-AF65-F5344CB8AC3E}">
        <p14:creationId xmlns:p14="http://schemas.microsoft.com/office/powerpoint/2010/main" val="2009118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966179" y="1965978"/>
            <a:ext cx="4259642" cy="3607587"/>
            <a:chOff x="3966179" y="1965978"/>
            <a:chExt cx="4259642" cy="3607587"/>
          </a:xfrm>
        </p:grpSpPr>
        <p:grpSp>
          <p:nvGrpSpPr>
            <p:cNvPr id="2" name="Group 27"/>
            <p:cNvGrpSpPr/>
            <p:nvPr/>
          </p:nvGrpSpPr>
          <p:grpSpPr>
            <a:xfrm>
              <a:off x="5128008" y="2107608"/>
              <a:ext cx="2112962" cy="3465957"/>
              <a:chOff x="4079876" y="1563688"/>
              <a:chExt cx="2112962" cy="3465957"/>
            </a:xfrm>
          </p:grpSpPr>
          <p:sp>
            <p:nvSpPr>
              <p:cNvPr id="17" name="Freeform: Shape 24"/>
              <p:cNvSpPr/>
              <p:nvPr/>
            </p:nvSpPr>
            <p:spPr bwMode="auto">
              <a:xfrm>
                <a:off x="4733925" y="4766514"/>
                <a:ext cx="854075" cy="263131"/>
              </a:xfrm>
              <a:custGeom>
                <a:avLst/>
                <a:gdLst>
                  <a:gd name="connsiteX0" fmla="*/ 583840 w 854075"/>
                  <a:gd name="connsiteY0" fmla="*/ 6 h 263131"/>
                  <a:gd name="connsiteX1" fmla="*/ 854075 w 854075"/>
                  <a:gd name="connsiteY1" fmla="*/ 38293 h 263131"/>
                  <a:gd name="connsiteX2" fmla="*/ 704558 w 854075"/>
                  <a:gd name="connsiteY2" fmla="*/ 217259 h 263131"/>
                  <a:gd name="connsiteX3" fmla="*/ 663151 w 854075"/>
                  <a:gd name="connsiteY3" fmla="*/ 245857 h 263131"/>
                  <a:gd name="connsiteX4" fmla="*/ 587846 w 854075"/>
                  <a:gd name="connsiteY4" fmla="*/ 257062 h 263131"/>
                  <a:gd name="connsiteX5" fmla="*/ 212906 w 854075"/>
                  <a:gd name="connsiteY5" fmla="*/ 247947 h 263131"/>
                  <a:gd name="connsiteX6" fmla="*/ 206678 w 854075"/>
                  <a:gd name="connsiteY6" fmla="*/ 247672 h 263131"/>
                  <a:gd name="connsiteX7" fmla="*/ 173877 w 854075"/>
                  <a:gd name="connsiteY7" fmla="*/ 223537 h 263131"/>
                  <a:gd name="connsiteX8" fmla="*/ 102644 w 854075"/>
                  <a:gd name="connsiteY8" fmla="*/ 172863 h 263131"/>
                  <a:gd name="connsiteX9" fmla="*/ 0 w 854075"/>
                  <a:gd name="connsiteY9" fmla="*/ 26759 h 263131"/>
                  <a:gd name="connsiteX10" fmla="*/ 583840 w 854075"/>
                  <a:gd name="connsiteY10" fmla="*/ 6 h 263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4075" h="263131">
                    <a:moveTo>
                      <a:pt x="583840" y="6"/>
                    </a:moveTo>
                    <a:cubicBezTo>
                      <a:pt x="733971" y="-276"/>
                      <a:pt x="854075" y="8736"/>
                      <a:pt x="854075" y="38293"/>
                    </a:cubicBezTo>
                    <a:cubicBezTo>
                      <a:pt x="854075" y="97407"/>
                      <a:pt x="777819" y="164091"/>
                      <a:pt x="704558" y="217259"/>
                    </a:cubicBezTo>
                    <a:lnTo>
                      <a:pt x="663151" y="245857"/>
                    </a:lnTo>
                    <a:lnTo>
                      <a:pt x="587846" y="257062"/>
                    </a:lnTo>
                    <a:cubicBezTo>
                      <a:pt x="429505" y="273336"/>
                      <a:pt x="256866" y="252201"/>
                      <a:pt x="212906" y="247947"/>
                    </a:cubicBezTo>
                    <a:lnTo>
                      <a:pt x="206678" y="247672"/>
                    </a:lnTo>
                    <a:lnTo>
                      <a:pt x="173877" y="223537"/>
                    </a:lnTo>
                    <a:cubicBezTo>
                      <a:pt x="149124" y="205544"/>
                      <a:pt x="124916" y="188242"/>
                      <a:pt x="102644" y="172863"/>
                    </a:cubicBezTo>
                    <a:cubicBezTo>
                      <a:pt x="15494" y="113268"/>
                      <a:pt x="1937" y="34449"/>
                      <a:pt x="0" y="26759"/>
                    </a:cubicBezTo>
                    <a:cubicBezTo>
                      <a:pt x="0" y="26759"/>
                      <a:pt x="333623" y="476"/>
                      <a:pt x="583840" y="6"/>
                    </a:cubicBezTo>
                    <a:close/>
                  </a:path>
                </a:pathLst>
              </a:custGeom>
              <a:solidFill>
                <a:srgbClr val="5D897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Freeform 5"/>
              <p:cNvSpPr/>
              <p:nvPr/>
            </p:nvSpPr>
            <p:spPr bwMode="auto">
              <a:xfrm>
                <a:off x="4198938" y="1871663"/>
                <a:ext cx="1990725" cy="1220788"/>
              </a:xfrm>
              <a:custGeom>
                <a:avLst/>
                <a:gdLst>
                  <a:gd name="T0" fmla="*/ 0 w 1028"/>
                  <a:gd name="T1" fmla="*/ 237 h 634"/>
                  <a:gd name="T2" fmla="*/ 1028 w 1028"/>
                  <a:gd name="T3" fmla="*/ 303 h 634"/>
                  <a:gd name="T4" fmla="*/ 810 w 1028"/>
                  <a:gd name="T5" fmla="*/ 10 h 634"/>
                  <a:gd name="T6" fmla="*/ 210 w 1028"/>
                  <a:gd name="T7" fmla="*/ 0 h 634"/>
                  <a:gd name="T8" fmla="*/ 0 w 1028"/>
                  <a:gd name="T9" fmla="*/ 237 h 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8" h="634">
                    <a:moveTo>
                      <a:pt x="0" y="237"/>
                    </a:moveTo>
                    <a:cubicBezTo>
                      <a:pt x="0" y="237"/>
                      <a:pt x="264" y="634"/>
                      <a:pt x="1028" y="303"/>
                    </a:cubicBezTo>
                    <a:cubicBezTo>
                      <a:pt x="1028" y="303"/>
                      <a:pt x="992" y="130"/>
                      <a:pt x="810" y="10"/>
                    </a:cubicBezTo>
                    <a:cubicBezTo>
                      <a:pt x="810" y="10"/>
                      <a:pt x="621" y="168"/>
                      <a:pt x="210" y="0"/>
                    </a:cubicBezTo>
                    <a:cubicBezTo>
                      <a:pt x="210" y="0"/>
                      <a:pt x="60" y="97"/>
                      <a:pt x="0" y="237"/>
                    </a:cubicBezTo>
                    <a:close/>
                  </a:path>
                </a:pathLst>
              </a:custGeom>
              <a:solidFill>
                <a:srgbClr val="5D8971">
                  <a:alpha val="7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Freeform 6"/>
              <p:cNvSpPr/>
              <p:nvPr/>
            </p:nvSpPr>
            <p:spPr bwMode="auto">
              <a:xfrm>
                <a:off x="4102101" y="2768600"/>
                <a:ext cx="2070100" cy="1258888"/>
              </a:xfrm>
              <a:custGeom>
                <a:avLst/>
                <a:gdLst>
                  <a:gd name="T0" fmla="*/ 0 w 1069"/>
                  <a:gd name="T1" fmla="*/ 0 h 654"/>
                  <a:gd name="T2" fmla="*/ 1069 w 1069"/>
                  <a:gd name="T3" fmla="*/ 204 h 654"/>
                  <a:gd name="T4" fmla="*/ 987 w 1069"/>
                  <a:gd name="T5" fmla="*/ 343 h 654"/>
                  <a:gd name="T6" fmla="*/ 894 w 1069"/>
                  <a:gd name="T7" fmla="*/ 478 h 654"/>
                  <a:gd name="T8" fmla="*/ 121 w 1069"/>
                  <a:gd name="T9" fmla="*/ 344 h 654"/>
                  <a:gd name="T10" fmla="*/ 0 w 1069"/>
                  <a:gd name="T11" fmla="*/ 0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69" h="654">
                    <a:moveTo>
                      <a:pt x="0" y="0"/>
                    </a:moveTo>
                    <a:cubicBezTo>
                      <a:pt x="0" y="0"/>
                      <a:pt x="414" y="432"/>
                      <a:pt x="1069" y="204"/>
                    </a:cubicBezTo>
                    <a:cubicBezTo>
                      <a:pt x="1069" y="204"/>
                      <a:pt x="1032" y="288"/>
                      <a:pt x="987" y="343"/>
                    </a:cubicBezTo>
                    <a:cubicBezTo>
                      <a:pt x="942" y="398"/>
                      <a:pt x="894" y="478"/>
                      <a:pt x="894" y="478"/>
                    </a:cubicBezTo>
                    <a:cubicBezTo>
                      <a:pt x="894" y="478"/>
                      <a:pt x="517" y="654"/>
                      <a:pt x="121" y="344"/>
                    </a:cubicBezTo>
                    <a:cubicBezTo>
                      <a:pt x="121" y="344"/>
                      <a:pt x="6" y="228"/>
                      <a:pt x="0" y="0"/>
                    </a:cubicBezTo>
                    <a:close/>
                  </a:path>
                </a:pathLst>
              </a:custGeom>
              <a:solidFill>
                <a:srgbClr val="5D8971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Freeform 7"/>
              <p:cNvSpPr/>
              <p:nvPr/>
            </p:nvSpPr>
            <p:spPr bwMode="auto">
              <a:xfrm>
                <a:off x="4525963" y="3792538"/>
                <a:ext cx="1131887" cy="695325"/>
              </a:xfrm>
              <a:custGeom>
                <a:avLst/>
                <a:gdLst>
                  <a:gd name="T0" fmla="*/ 0 w 584"/>
                  <a:gd name="T1" fmla="*/ 0 h 361"/>
                  <a:gd name="T2" fmla="*/ 584 w 584"/>
                  <a:gd name="T3" fmla="*/ 209 h 361"/>
                  <a:gd name="T4" fmla="*/ 75 w 584"/>
                  <a:gd name="T5" fmla="*/ 212 h 361"/>
                  <a:gd name="T6" fmla="*/ 0 w 584"/>
                  <a:gd name="T7" fmla="*/ 0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4" h="361">
                    <a:moveTo>
                      <a:pt x="0" y="0"/>
                    </a:moveTo>
                    <a:cubicBezTo>
                      <a:pt x="0" y="0"/>
                      <a:pt x="182" y="209"/>
                      <a:pt x="584" y="209"/>
                    </a:cubicBezTo>
                    <a:cubicBezTo>
                      <a:pt x="584" y="209"/>
                      <a:pt x="400" y="361"/>
                      <a:pt x="75" y="212"/>
                    </a:cubicBezTo>
                    <a:cubicBezTo>
                      <a:pt x="75" y="212"/>
                      <a:pt x="25" y="19"/>
                      <a:pt x="0" y="0"/>
                    </a:cubicBezTo>
                    <a:close/>
                  </a:path>
                </a:pathLst>
              </a:custGeom>
              <a:solidFill>
                <a:srgbClr val="5D8971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Freeform 8"/>
              <p:cNvSpPr/>
              <p:nvPr/>
            </p:nvSpPr>
            <p:spPr bwMode="auto">
              <a:xfrm>
                <a:off x="4525963" y="3160713"/>
                <a:ext cx="1646237" cy="1054100"/>
              </a:xfrm>
              <a:custGeom>
                <a:avLst/>
                <a:gdLst>
                  <a:gd name="T0" fmla="*/ 850 w 850"/>
                  <a:gd name="T1" fmla="*/ 0 h 547"/>
                  <a:gd name="T2" fmla="*/ 0 w 850"/>
                  <a:gd name="T3" fmla="*/ 328 h 547"/>
                  <a:gd name="T4" fmla="*/ 17 w 850"/>
                  <a:gd name="T5" fmla="*/ 397 h 547"/>
                  <a:gd name="T6" fmla="*/ 75 w 850"/>
                  <a:gd name="T7" fmla="*/ 540 h 547"/>
                  <a:gd name="T8" fmla="*/ 657 w 850"/>
                  <a:gd name="T9" fmla="*/ 371 h 547"/>
                  <a:gd name="T10" fmla="*/ 730 w 850"/>
                  <a:gd name="T11" fmla="*/ 206 h 547"/>
                  <a:gd name="T12" fmla="*/ 850 w 850"/>
                  <a:gd name="T13" fmla="*/ 0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0" h="547">
                    <a:moveTo>
                      <a:pt x="850" y="0"/>
                    </a:moveTo>
                    <a:cubicBezTo>
                      <a:pt x="850" y="0"/>
                      <a:pt x="587" y="297"/>
                      <a:pt x="0" y="328"/>
                    </a:cubicBezTo>
                    <a:cubicBezTo>
                      <a:pt x="0" y="328"/>
                      <a:pt x="13" y="357"/>
                      <a:pt x="17" y="397"/>
                    </a:cubicBezTo>
                    <a:cubicBezTo>
                      <a:pt x="20" y="436"/>
                      <a:pt x="51" y="533"/>
                      <a:pt x="75" y="540"/>
                    </a:cubicBezTo>
                    <a:cubicBezTo>
                      <a:pt x="100" y="547"/>
                      <a:pt x="485" y="535"/>
                      <a:pt x="657" y="371"/>
                    </a:cubicBezTo>
                    <a:cubicBezTo>
                      <a:pt x="657" y="371"/>
                      <a:pt x="646" y="314"/>
                      <a:pt x="730" y="206"/>
                    </a:cubicBezTo>
                    <a:cubicBezTo>
                      <a:pt x="816" y="106"/>
                      <a:pt x="850" y="0"/>
                      <a:pt x="850" y="0"/>
                    </a:cubicBezTo>
                    <a:close/>
                  </a:path>
                </a:pathLst>
              </a:custGeom>
              <a:solidFill>
                <a:srgbClr val="5D897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Freeform 9"/>
              <p:cNvSpPr/>
              <p:nvPr/>
            </p:nvSpPr>
            <p:spPr bwMode="auto">
              <a:xfrm>
                <a:off x="4079876" y="1878013"/>
                <a:ext cx="2112962" cy="1751013"/>
              </a:xfrm>
              <a:custGeom>
                <a:avLst/>
                <a:gdLst>
                  <a:gd name="T0" fmla="*/ 872 w 1090"/>
                  <a:gd name="T1" fmla="*/ 0 h 909"/>
                  <a:gd name="T2" fmla="*/ 562 w 1090"/>
                  <a:gd name="T3" fmla="*/ 345 h 909"/>
                  <a:gd name="T4" fmla="*/ 11 w 1090"/>
                  <a:gd name="T5" fmla="*/ 462 h 909"/>
                  <a:gd name="T6" fmla="*/ 132 w 1090"/>
                  <a:gd name="T7" fmla="*/ 806 h 909"/>
                  <a:gd name="T8" fmla="*/ 1090 w 1090"/>
                  <a:gd name="T9" fmla="*/ 293 h 909"/>
                  <a:gd name="T10" fmla="*/ 872 w 1090"/>
                  <a:gd name="T11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90" h="909">
                    <a:moveTo>
                      <a:pt x="872" y="0"/>
                    </a:moveTo>
                    <a:cubicBezTo>
                      <a:pt x="872" y="0"/>
                      <a:pt x="898" y="161"/>
                      <a:pt x="562" y="345"/>
                    </a:cubicBezTo>
                    <a:cubicBezTo>
                      <a:pt x="225" y="529"/>
                      <a:pt x="17" y="493"/>
                      <a:pt x="11" y="462"/>
                    </a:cubicBezTo>
                    <a:cubicBezTo>
                      <a:pt x="11" y="462"/>
                      <a:pt x="0" y="642"/>
                      <a:pt x="132" y="806"/>
                    </a:cubicBezTo>
                    <a:cubicBezTo>
                      <a:pt x="132" y="806"/>
                      <a:pt x="681" y="909"/>
                      <a:pt x="1090" y="293"/>
                    </a:cubicBezTo>
                    <a:cubicBezTo>
                      <a:pt x="1090" y="293"/>
                      <a:pt x="1046" y="104"/>
                      <a:pt x="872" y="0"/>
                    </a:cubicBezTo>
                    <a:close/>
                  </a:path>
                </a:pathLst>
              </a:custGeom>
              <a:solidFill>
                <a:srgbClr val="5D897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Freeform 10"/>
              <p:cNvSpPr/>
              <p:nvPr/>
            </p:nvSpPr>
            <p:spPr bwMode="auto">
              <a:xfrm>
                <a:off x="4198938" y="1563688"/>
                <a:ext cx="1127125" cy="860425"/>
              </a:xfrm>
              <a:custGeom>
                <a:avLst/>
                <a:gdLst>
                  <a:gd name="T0" fmla="*/ 0 w 582"/>
                  <a:gd name="T1" fmla="*/ 397 h 447"/>
                  <a:gd name="T2" fmla="*/ 582 w 582"/>
                  <a:gd name="T3" fmla="*/ 83 h 447"/>
                  <a:gd name="T4" fmla="*/ 0 w 582"/>
                  <a:gd name="T5" fmla="*/ 397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2" h="447">
                    <a:moveTo>
                      <a:pt x="0" y="397"/>
                    </a:moveTo>
                    <a:cubicBezTo>
                      <a:pt x="0" y="397"/>
                      <a:pt x="430" y="447"/>
                      <a:pt x="582" y="83"/>
                    </a:cubicBezTo>
                    <a:cubicBezTo>
                      <a:pt x="582" y="83"/>
                      <a:pt x="209" y="0"/>
                      <a:pt x="0" y="397"/>
                    </a:cubicBezTo>
                    <a:close/>
                  </a:path>
                </a:pathLst>
              </a:custGeom>
              <a:solidFill>
                <a:srgbClr val="5D89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4729163" y="4351338"/>
                <a:ext cx="876300" cy="511175"/>
              </a:xfrm>
              <a:custGeom>
                <a:avLst/>
                <a:gdLst>
                  <a:gd name="T0" fmla="*/ 452 w 452"/>
                  <a:gd name="T1" fmla="*/ 223 h 265"/>
                  <a:gd name="T2" fmla="*/ 398 w 452"/>
                  <a:gd name="T3" fmla="*/ 265 h 265"/>
                  <a:gd name="T4" fmla="*/ 52 w 452"/>
                  <a:gd name="T5" fmla="*/ 265 h 265"/>
                  <a:gd name="T6" fmla="*/ 0 w 452"/>
                  <a:gd name="T7" fmla="*/ 223 h 265"/>
                  <a:gd name="T8" fmla="*/ 0 w 452"/>
                  <a:gd name="T9" fmla="*/ 44 h 265"/>
                  <a:gd name="T10" fmla="*/ 52 w 452"/>
                  <a:gd name="T11" fmla="*/ 0 h 265"/>
                  <a:gd name="T12" fmla="*/ 398 w 452"/>
                  <a:gd name="T13" fmla="*/ 0 h 265"/>
                  <a:gd name="T14" fmla="*/ 452 w 452"/>
                  <a:gd name="T15" fmla="*/ 44 h 265"/>
                  <a:gd name="T16" fmla="*/ 452 w 452"/>
                  <a:gd name="T17" fmla="*/ 223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2" h="265">
                    <a:moveTo>
                      <a:pt x="452" y="223"/>
                    </a:moveTo>
                    <a:cubicBezTo>
                      <a:pt x="452" y="247"/>
                      <a:pt x="426" y="265"/>
                      <a:pt x="398" y="265"/>
                    </a:cubicBezTo>
                    <a:cubicBezTo>
                      <a:pt x="52" y="265"/>
                      <a:pt x="52" y="265"/>
                      <a:pt x="52" y="265"/>
                    </a:cubicBezTo>
                    <a:cubicBezTo>
                      <a:pt x="23" y="265"/>
                      <a:pt x="0" y="247"/>
                      <a:pt x="0" y="22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20"/>
                      <a:pt x="23" y="0"/>
                      <a:pt x="52" y="0"/>
                    </a:cubicBezTo>
                    <a:cubicBezTo>
                      <a:pt x="398" y="0"/>
                      <a:pt x="398" y="0"/>
                      <a:pt x="398" y="0"/>
                    </a:cubicBezTo>
                    <a:cubicBezTo>
                      <a:pt x="426" y="0"/>
                      <a:pt x="452" y="20"/>
                      <a:pt x="452" y="44"/>
                    </a:cubicBezTo>
                    <a:lnTo>
                      <a:pt x="452" y="223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Freeform 13"/>
              <p:cNvSpPr/>
              <p:nvPr/>
            </p:nvSpPr>
            <p:spPr bwMode="auto">
              <a:xfrm>
                <a:off x="4660900" y="4211638"/>
                <a:ext cx="1025525" cy="225425"/>
              </a:xfrm>
              <a:custGeom>
                <a:avLst/>
                <a:gdLst>
                  <a:gd name="T0" fmla="*/ 514 w 529"/>
                  <a:gd name="T1" fmla="*/ 0 h 117"/>
                  <a:gd name="T2" fmla="*/ 264 w 529"/>
                  <a:gd name="T3" fmla="*/ 19 h 117"/>
                  <a:gd name="T4" fmla="*/ 15 w 529"/>
                  <a:gd name="T5" fmla="*/ 0 h 117"/>
                  <a:gd name="T6" fmla="*/ 11 w 529"/>
                  <a:gd name="T7" fmla="*/ 19 h 117"/>
                  <a:gd name="T8" fmla="*/ 21 w 529"/>
                  <a:gd name="T9" fmla="*/ 53 h 117"/>
                  <a:gd name="T10" fmla="*/ 26 w 529"/>
                  <a:gd name="T11" fmla="*/ 117 h 117"/>
                  <a:gd name="T12" fmla="*/ 249 w 529"/>
                  <a:gd name="T13" fmla="*/ 117 h 117"/>
                  <a:gd name="T14" fmla="*/ 279 w 529"/>
                  <a:gd name="T15" fmla="*/ 117 h 117"/>
                  <a:gd name="T16" fmla="*/ 503 w 529"/>
                  <a:gd name="T17" fmla="*/ 117 h 117"/>
                  <a:gd name="T18" fmla="*/ 508 w 529"/>
                  <a:gd name="T19" fmla="*/ 53 h 117"/>
                  <a:gd name="T20" fmla="*/ 518 w 529"/>
                  <a:gd name="T21" fmla="*/ 20 h 117"/>
                  <a:gd name="T22" fmla="*/ 514 w 529"/>
                  <a:gd name="T23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29" h="117">
                    <a:moveTo>
                      <a:pt x="514" y="0"/>
                    </a:moveTo>
                    <a:cubicBezTo>
                      <a:pt x="466" y="12"/>
                      <a:pt x="312" y="17"/>
                      <a:pt x="264" y="19"/>
                    </a:cubicBezTo>
                    <a:cubicBezTo>
                      <a:pt x="215" y="17"/>
                      <a:pt x="63" y="12"/>
                      <a:pt x="15" y="0"/>
                    </a:cubicBezTo>
                    <a:cubicBezTo>
                      <a:pt x="15" y="0"/>
                      <a:pt x="0" y="2"/>
                      <a:pt x="11" y="19"/>
                    </a:cubicBezTo>
                    <a:cubicBezTo>
                      <a:pt x="11" y="19"/>
                      <a:pt x="19" y="23"/>
                      <a:pt x="21" y="53"/>
                    </a:cubicBezTo>
                    <a:cubicBezTo>
                      <a:pt x="23" y="83"/>
                      <a:pt x="15" y="102"/>
                      <a:pt x="26" y="117"/>
                    </a:cubicBezTo>
                    <a:cubicBezTo>
                      <a:pt x="249" y="117"/>
                      <a:pt x="249" y="117"/>
                      <a:pt x="249" y="117"/>
                    </a:cubicBezTo>
                    <a:cubicBezTo>
                      <a:pt x="279" y="117"/>
                      <a:pt x="279" y="117"/>
                      <a:pt x="279" y="117"/>
                    </a:cubicBezTo>
                    <a:cubicBezTo>
                      <a:pt x="503" y="117"/>
                      <a:pt x="503" y="117"/>
                      <a:pt x="503" y="117"/>
                    </a:cubicBezTo>
                    <a:cubicBezTo>
                      <a:pt x="515" y="102"/>
                      <a:pt x="506" y="83"/>
                      <a:pt x="508" y="53"/>
                    </a:cubicBezTo>
                    <a:cubicBezTo>
                      <a:pt x="510" y="23"/>
                      <a:pt x="518" y="20"/>
                      <a:pt x="518" y="20"/>
                    </a:cubicBezTo>
                    <a:cubicBezTo>
                      <a:pt x="529" y="3"/>
                      <a:pt x="514" y="0"/>
                      <a:pt x="514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Freeform 14"/>
              <p:cNvSpPr/>
              <p:nvPr/>
            </p:nvSpPr>
            <p:spPr bwMode="auto">
              <a:xfrm>
                <a:off x="4686300" y="4484688"/>
                <a:ext cx="946150" cy="55563"/>
              </a:xfrm>
              <a:custGeom>
                <a:avLst/>
                <a:gdLst>
                  <a:gd name="T0" fmla="*/ 488 w 488"/>
                  <a:gd name="T1" fmla="*/ 14 h 29"/>
                  <a:gd name="T2" fmla="*/ 469 w 488"/>
                  <a:gd name="T3" fmla="*/ 29 h 29"/>
                  <a:gd name="T4" fmla="*/ 19 w 488"/>
                  <a:gd name="T5" fmla="*/ 29 h 29"/>
                  <a:gd name="T6" fmla="*/ 0 w 488"/>
                  <a:gd name="T7" fmla="*/ 14 h 29"/>
                  <a:gd name="T8" fmla="*/ 0 w 488"/>
                  <a:gd name="T9" fmla="*/ 14 h 29"/>
                  <a:gd name="T10" fmla="*/ 19 w 488"/>
                  <a:gd name="T11" fmla="*/ 0 h 29"/>
                  <a:gd name="T12" fmla="*/ 469 w 488"/>
                  <a:gd name="T13" fmla="*/ 0 h 29"/>
                  <a:gd name="T14" fmla="*/ 488 w 488"/>
                  <a:gd name="T15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8" h="29">
                    <a:moveTo>
                      <a:pt x="488" y="14"/>
                    </a:moveTo>
                    <a:cubicBezTo>
                      <a:pt x="488" y="23"/>
                      <a:pt x="479" y="29"/>
                      <a:pt x="46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8" y="29"/>
                      <a:pt x="0" y="23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5"/>
                      <a:pt x="8" y="0"/>
                      <a:pt x="19" y="0"/>
                    </a:cubicBezTo>
                    <a:cubicBezTo>
                      <a:pt x="469" y="0"/>
                      <a:pt x="469" y="0"/>
                      <a:pt x="469" y="0"/>
                    </a:cubicBezTo>
                    <a:cubicBezTo>
                      <a:pt x="479" y="0"/>
                      <a:pt x="488" y="5"/>
                      <a:pt x="488" y="14"/>
                    </a:cubicBez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Freeform 15"/>
              <p:cNvSpPr/>
              <p:nvPr/>
            </p:nvSpPr>
            <p:spPr bwMode="auto">
              <a:xfrm>
                <a:off x="4686300" y="4587875"/>
                <a:ext cx="946150" cy="66675"/>
              </a:xfrm>
              <a:custGeom>
                <a:avLst/>
                <a:gdLst>
                  <a:gd name="T0" fmla="*/ 488 w 488"/>
                  <a:gd name="T1" fmla="*/ 17 h 34"/>
                  <a:gd name="T2" fmla="*/ 469 w 488"/>
                  <a:gd name="T3" fmla="*/ 34 h 34"/>
                  <a:gd name="T4" fmla="*/ 19 w 488"/>
                  <a:gd name="T5" fmla="*/ 34 h 34"/>
                  <a:gd name="T6" fmla="*/ 0 w 488"/>
                  <a:gd name="T7" fmla="*/ 17 h 34"/>
                  <a:gd name="T8" fmla="*/ 0 w 488"/>
                  <a:gd name="T9" fmla="*/ 17 h 34"/>
                  <a:gd name="T10" fmla="*/ 19 w 488"/>
                  <a:gd name="T11" fmla="*/ 0 h 34"/>
                  <a:gd name="T12" fmla="*/ 469 w 488"/>
                  <a:gd name="T13" fmla="*/ 0 h 34"/>
                  <a:gd name="T14" fmla="*/ 488 w 488"/>
                  <a:gd name="T15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8" h="34">
                    <a:moveTo>
                      <a:pt x="488" y="17"/>
                    </a:moveTo>
                    <a:cubicBezTo>
                      <a:pt x="488" y="26"/>
                      <a:pt x="479" y="34"/>
                      <a:pt x="469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8" y="34"/>
                      <a:pt x="0" y="26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9" y="0"/>
                    </a:cubicBezTo>
                    <a:cubicBezTo>
                      <a:pt x="469" y="0"/>
                      <a:pt x="469" y="0"/>
                      <a:pt x="469" y="0"/>
                    </a:cubicBezTo>
                    <a:cubicBezTo>
                      <a:pt x="479" y="0"/>
                      <a:pt x="488" y="8"/>
                      <a:pt x="488" y="17"/>
                    </a:cubicBez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Freeform 16"/>
              <p:cNvSpPr/>
              <p:nvPr/>
            </p:nvSpPr>
            <p:spPr bwMode="auto">
              <a:xfrm>
                <a:off x="4689475" y="4711700"/>
                <a:ext cx="942975" cy="55563"/>
              </a:xfrm>
              <a:custGeom>
                <a:avLst/>
                <a:gdLst>
                  <a:gd name="T0" fmla="*/ 487 w 487"/>
                  <a:gd name="T1" fmla="*/ 14 h 29"/>
                  <a:gd name="T2" fmla="*/ 468 w 487"/>
                  <a:gd name="T3" fmla="*/ 29 h 29"/>
                  <a:gd name="T4" fmla="*/ 19 w 487"/>
                  <a:gd name="T5" fmla="*/ 29 h 29"/>
                  <a:gd name="T6" fmla="*/ 0 w 487"/>
                  <a:gd name="T7" fmla="*/ 14 h 29"/>
                  <a:gd name="T8" fmla="*/ 0 w 487"/>
                  <a:gd name="T9" fmla="*/ 14 h 29"/>
                  <a:gd name="T10" fmla="*/ 19 w 487"/>
                  <a:gd name="T11" fmla="*/ 0 h 29"/>
                  <a:gd name="T12" fmla="*/ 468 w 487"/>
                  <a:gd name="T13" fmla="*/ 0 h 29"/>
                  <a:gd name="T14" fmla="*/ 487 w 487"/>
                  <a:gd name="T15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7" h="29">
                    <a:moveTo>
                      <a:pt x="487" y="14"/>
                    </a:moveTo>
                    <a:cubicBezTo>
                      <a:pt x="487" y="23"/>
                      <a:pt x="478" y="29"/>
                      <a:pt x="46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8" y="29"/>
                      <a:pt x="0" y="23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5"/>
                      <a:pt x="8" y="0"/>
                      <a:pt x="19" y="0"/>
                    </a:cubicBezTo>
                    <a:cubicBezTo>
                      <a:pt x="468" y="0"/>
                      <a:pt x="468" y="0"/>
                      <a:pt x="468" y="0"/>
                    </a:cubicBezTo>
                    <a:cubicBezTo>
                      <a:pt x="478" y="0"/>
                      <a:pt x="487" y="5"/>
                      <a:pt x="487" y="14"/>
                    </a:cubicBez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Freeform 17"/>
              <p:cNvSpPr/>
              <p:nvPr/>
            </p:nvSpPr>
            <p:spPr bwMode="auto">
              <a:xfrm>
                <a:off x="4689475" y="4816475"/>
                <a:ext cx="942975" cy="65088"/>
              </a:xfrm>
              <a:custGeom>
                <a:avLst/>
                <a:gdLst>
                  <a:gd name="T0" fmla="*/ 487 w 487"/>
                  <a:gd name="T1" fmla="*/ 17 h 34"/>
                  <a:gd name="T2" fmla="*/ 468 w 487"/>
                  <a:gd name="T3" fmla="*/ 34 h 34"/>
                  <a:gd name="T4" fmla="*/ 19 w 487"/>
                  <a:gd name="T5" fmla="*/ 34 h 34"/>
                  <a:gd name="T6" fmla="*/ 0 w 487"/>
                  <a:gd name="T7" fmla="*/ 17 h 34"/>
                  <a:gd name="T8" fmla="*/ 0 w 487"/>
                  <a:gd name="T9" fmla="*/ 17 h 34"/>
                  <a:gd name="T10" fmla="*/ 19 w 487"/>
                  <a:gd name="T11" fmla="*/ 0 h 34"/>
                  <a:gd name="T12" fmla="*/ 468 w 487"/>
                  <a:gd name="T13" fmla="*/ 0 h 34"/>
                  <a:gd name="T14" fmla="*/ 487 w 487"/>
                  <a:gd name="T15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7" h="34">
                    <a:moveTo>
                      <a:pt x="487" y="17"/>
                    </a:moveTo>
                    <a:cubicBezTo>
                      <a:pt x="487" y="26"/>
                      <a:pt x="478" y="34"/>
                      <a:pt x="468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8" y="34"/>
                      <a:pt x="0" y="26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9" y="0"/>
                    </a:cubicBezTo>
                    <a:cubicBezTo>
                      <a:pt x="468" y="0"/>
                      <a:pt x="468" y="0"/>
                      <a:pt x="468" y="0"/>
                    </a:cubicBezTo>
                    <a:cubicBezTo>
                      <a:pt x="478" y="0"/>
                      <a:pt x="487" y="8"/>
                      <a:pt x="487" y="17"/>
                    </a:cubicBez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" name="Freeform 22"/>
            <p:cNvSpPr>
              <a:spLocks noEditPoints="1"/>
            </p:cNvSpPr>
            <p:nvPr/>
          </p:nvSpPr>
          <p:spPr bwMode="auto">
            <a:xfrm>
              <a:off x="6242432" y="4344395"/>
              <a:ext cx="231775" cy="182563"/>
            </a:xfrm>
            <a:custGeom>
              <a:avLst/>
              <a:gdLst>
                <a:gd name="T0" fmla="*/ 116 w 119"/>
                <a:gd name="T1" fmla="*/ 32 h 95"/>
                <a:gd name="T2" fmla="*/ 116 w 119"/>
                <a:gd name="T3" fmla="*/ 32 h 95"/>
                <a:gd name="T4" fmla="*/ 3 w 119"/>
                <a:gd name="T5" fmla="*/ 0 h 95"/>
                <a:gd name="T6" fmla="*/ 2 w 119"/>
                <a:gd name="T7" fmla="*/ 0 h 95"/>
                <a:gd name="T8" fmla="*/ 0 w 119"/>
                <a:gd name="T9" fmla="*/ 1 h 95"/>
                <a:gd name="T10" fmla="*/ 1 w 119"/>
                <a:gd name="T11" fmla="*/ 2 h 95"/>
                <a:gd name="T12" fmla="*/ 1 w 119"/>
                <a:gd name="T13" fmla="*/ 2 h 95"/>
                <a:gd name="T14" fmla="*/ 1 w 119"/>
                <a:gd name="T15" fmla="*/ 2 h 95"/>
                <a:gd name="T16" fmla="*/ 36 w 119"/>
                <a:gd name="T17" fmla="*/ 92 h 95"/>
                <a:gd name="T18" fmla="*/ 36 w 119"/>
                <a:gd name="T19" fmla="*/ 92 h 95"/>
                <a:gd name="T20" fmla="*/ 40 w 119"/>
                <a:gd name="T21" fmla="*/ 93 h 95"/>
                <a:gd name="T22" fmla="*/ 70 w 119"/>
                <a:gd name="T23" fmla="*/ 70 h 95"/>
                <a:gd name="T24" fmla="*/ 91 w 119"/>
                <a:gd name="T25" fmla="*/ 82 h 95"/>
                <a:gd name="T26" fmla="*/ 91 w 119"/>
                <a:gd name="T27" fmla="*/ 82 h 95"/>
                <a:gd name="T28" fmla="*/ 93 w 119"/>
                <a:gd name="T29" fmla="*/ 82 h 95"/>
                <a:gd name="T30" fmla="*/ 92 w 119"/>
                <a:gd name="T31" fmla="*/ 53 h 95"/>
                <a:gd name="T32" fmla="*/ 117 w 119"/>
                <a:gd name="T33" fmla="*/ 34 h 95"/>
                <a:gd name="T34" fmla="*/ 117 w 119"/>
                <a:gd name="T35" fmla="*/ 34 h 95"/>
                <a:gd name="T36" fmla="*/ 116 w 119"/>
                <a:gd name="T37" fmla="*/ 32 h 95"/>
                <a:gd name="T38" fmla="*/ 83 w 119"/>
                <a:gd name="T39" fmla="*/ 66 h 95"/>
                <a:gd name="T40" fmla="*/ 67 w 119"/>
                <a:gd name="T41" fmla="*/ 57 h 95"/>
                <a:gd name="T42" fmla="*/ 7 w 119"/>
                <a:gd name="T43" fmla="*/ 7 h 95"/>
                <a:gd name="T44" fmla="*/ 83 w 119"/>
                <a:gd name="T45" fmla="*/ 46 h 95"/>
                <a:gd name="T46" fmla="*/ 83 w 119"/>
                <a:gd name="T47" fmla="*/ 6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9" h="95">
                  <a:moveTo>
                    <a:pt x="116" y="32"/>
                  </a:moveTo>
                  <a:cubicBezTo>
                    <a:pt x="116" y="32"/>
                    <a:pt x="116" y="32"/>
                    <a:pt x="116" y="3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6" y="92"/>
                    <a:pt x="37" y="95"/>
                    <a:pt x="40" y="93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91" y="82"/>
                    <a:pt x="91" y="82"/>
                    <a:pt x="91" y="82"/>
                  </a:cubicBezTo>
                  <a:cubicBezTo>
                    <a:pt x="91" y="82"/>
                    <a:pt x="91" y="82"/>
                    <a:pt x="91" y="82"/>
                  </a:cubicBezTo>
                  <a:cubicBezTo>
                    <a:pt x="91" y="82"/>
                    <a:pt x="93" y="84"/>
                    <a:pt x="93" y="82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7" y="34"/>
                    <a:pt x="117" y="34"/>
                    <a:pt x="117" y="34"/>
                  </a:cubicBezTo>
                  <a:cubicBezTo>
                    <a:pt x="119" y="32"/>
                    <a:pt x="116" y="32"/>
                    <a:pt x="116" y="32"/>
                  </a:cubicBezTo>
                  <a:close/>
                  <a:moveTo>
                    <a:pt x="83" y="66"/>
                  </a:moveTo>
                  <a:cubicBezTo>
                    <a:pt x="67" y="57"/>
                    <a:pt x="67" y="57"/>
                    <a:pt x="67" y="5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3" y="46"/>
                    <a:pt x="83" y="46"/>
                    <a:pt x="83" y="46"/>
                  </a:cubicBezTo>
                  <a:lnTo>
                    <a:pt x="83" y="6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" name="Freeform 23"/>
            <p:cNvSpPr>
              <a:spLocks noEditPoints="1"/>
            </p:cNvSpPr>
            <p:nvPr/>
          </p:nvSpPr>
          <p:spPr bwMode="auto">
            <a:xfrm>
              <a:off x="5716175" y="2436220"/>
              <a:ext cx="206375" cy="203200"/>
            </a:xfrm>
            <a:custGeom>
              <a:avLst/>
              <a:gdLst>
                <a:gd name="T0" fmla="*/ 93 w 106"/>
                <a:gd name="T1" fmla="*/ 32 h 106"/>
                <a:gd name="T2" fmla="*/ 91 w 106"/>
                <a:gd name="T3" fmla="*/ 21 h 106"/>
                <a:gd name="T4" fmla="*/ 71 w 106"/>
                <a:gd name="T5" fmla="*/ 0 h 106"/>
                <a:gd name="T6" fmla="*/ 68 w 106"/>
                <a:gd name="T7" fmla="*/ 0 h 106"/>
                <a:gd name="T8" fmla="*/ 65 w 106"/>
                <a:gd name="T9" fmla="*/ 0 h 106"/>
                <a:gd name="T10" fmla="*/ 46 w 106"/>
                <a:gd name="T11" fmla="*/ 0 h 106"/>
                <a:gd name="T12" fmla="*/ 38 w 106"/>
                <a:gd name="T13" fmla="*/ 0 h 106"/>
                <a:gd name="T14" fmla="*/ 36 w 106"/>
                <a:gd name="T15" fmla="*/ 0 h 106"/>
                <a:gd name="T16" fmla="*/ 33 w 106"/>
                <a:gd name="T17" fmla="*/ 1 h 106"/>
                <a:gd name="T18" fmla="*/ 30 w 106"/>
                <a:gd name="T19" fmla="*/ 2 h 106"/>
                <a:gd name="T20" fmla="*/ 28 w 106"/>
                <a:gd name="T21" fmla="*/ 3 h 106"/>
                <a:gd name="T22" fmla="*/ 26 w 106"/>
                <a:gd name="T23" fmla="*/ 5 h 106"/>
                <a:gd name="T24" fmla="*/ 25 w 106"/>
                <a:gd name="T25" fmla="*/ 6 h 106"/>
                <a:gd name="T26" fmla="*/ 22 w 106"/>
                <a:gd name="T27" fmla="*/ 9 h 106"/>
                <a:gd name="T28" fmla="*/ 20 w 106"/>
                <a:gd name="T29" fmla="*/ 11 h 106"/>
                <a:gd name="T30" fmla="*/ 16 w 106"/>
                <a:gd name="T31" fmla="*/ 19 h 106"/>
                <a:gd name="T32" fmla="*/ 15 w 106"/>
                <a:gd name="T33" fmla="*/ 21 h 106"/>
                <a:gd name="T34" fmla="*/ 13 w 106"/>
                <a:gd name="T35" fmla="*/ 32 h 106"/>
                <a:gd name="T36" fmla="*/ 0 w 106"/>
                <a:gd name="T37" fmla="*/ 47 h 106"/>
                <a:gd name="T38" fmla="*/ 0 w 106"/>
                <a:gd name="T39" fmla="*/ 94 h 106"/>
                <a:gd name="T40" fmla="*/ 0 w 106"/>
                <a:gd name="T41" fmla="*/ 94 h 106"/>
                <a:gd name="T42" fmla="*/ 0 w 106"/>
                <a:gd name="T43" fmla="*/ 95 h 106"/>
                <a:gd name="T44" fmla="*/ 1 w 106"/>
                <a:gd name="T45" fmla="*/ 96 h 106"/>
                <a:gd name="T46" fmla="*/ 1 w 106"/>
                <a:gd name="T47" fmla="*/ 98 h 106"/>
                <a:gd name="T48" fmla="*/ 2 w 106"/>
                <a:gd name="T49" fmla="*/ 99 h 106"/>
                <a:gd name="T50" fmla="*/ 3 w 106"/>
                <a:gd name="T51" fmla="*/ 100 h 106"/>
                <a:gd name="T52" fmla="*/ 5 w 106"/>
                <a:gd name="T53" fmla="*/ 102 h 106"/>
                <a:gd name="T54" fmla="*/ 6 w 106"/>
                <a:gd name="T55" fmla="*/ 103 h 106"/>
                <a:gd name="T56" fmla="*/ 7 w 106"/>
                <a:gd name="T57" fmla="*/ 104 h 106"/>
                <a:gd name="T58" fmla="*/ 9 w 106"/>
                <a:gd name="T59" fmla="*/ 105 h 106"/>
                <a:gd name="T60" fmla="*/ 10 w 106"/>
                <a:gd name="T61" fmla="*/ 105 h 106"/>
                <a:gd name="T62" fmla="*/ 11 w 106"/>
                <a:gd name="T63" fmla="*/ 106 h 106"/>
                <a:gd name="T64" fmla="*/ 13 w 106"/>
                <a:gd name="T65" fmla="*/ 106 h 106"/>
                <a:gd name="T66" fmla="*/ 15 w 106"/>
                <a:gd name="T67" fmla="*/ 106 h 106"/>
                <a:gd name="T68" fmla="*/ 39 w 106"/>
                <a:gd name="T69" fmla="*/ 96 h 106"/>
                <a:gd name="T70" fmla="*/ 77 w 106"/>
                <a:gd name="T71" fmla="*/ 94 h 106"/>
                <a:gd name="T72" fmla="*/ 93 w 106"/>
                <a:gd name="T73" fmla="*/ 106 h 106"/>
                <a:gd name="T74" fmla="*/ 94 w 106"/>
                <a:gd name="T75" fmla="*/ 106 h 106"/>
                <a:gd name="T76" fmla="*/ 96 w 106"/>
                <a:gd name="T77" fmla="*/ 105 h 106"/>
                <a:gd name="T78" fmla="*/ 97 w 106"/>
                <a:gd name="T79" fmla="*/ 105 h 106"/>
                <a:gd name="T80" fmla="*/ 98 w 106"/>
                <a:gd name="T81" fmla="*/ 104 h 106"/>
                <a:gd name="T82" fmla="*/ 99 w 106"/>
                <a:gd name="T83" fmla="*/ 104 h 106"/>
                <a:gd name="T84" fmla="*/ 101 w 106"/>
                <a:gd name="T85" fmla="*/ 103 h 106"/>
                <a:gd name="T86" fmla="*/ 102 w 106"/>
                <a:gd name="T87" fmla="*/ 102 h 106"/>
                <a:gd name="T88" fmla="*/ 103 w 106"/>
                <a:gd name="T89" fmla="*/ 101 h 106"/>
                <a:gd name="T90" fmla="*/ 104 w 106"/>
                <a:gd name="T91" fmla="*/ 100 h 106"/>
                <a:gd name="T92" fmla="*/ 104 w 106"/>
                <a:gd name="T93" fmla="*/ 99 h 106"/>
                <a:gd name="T94" fmla="*/ 105 w 106"/>
                <a:gd name="T95" fmla="*/ 97 h 106"/>
                <a:gd name="T96" fmla="*/ 105 w 106"/>
                <a:gd name="T97" fmla="*/ 96 h 106"/>
                <a:gd name="T98" fmla="*/ 106 w 106"/>
                <a:gd name="T99" fmla="*/ 94 h 106"/>
                <a:gd name="T100" fmla="*/ 106 w 106"/>
                <a:gd name="T101" fmla="*/ 47 h 106"/>
                <a:gd name="T102" fmla="*/ 106 w 106"/>
                <a:gd name="T103" fmla="*/ 47 h 106"/>
                <a:gd name="T104" fmla="*/ 77 w 106"/>
                <a:gd name="T105" fmla="*/ 47 h 106"/>
                <a:gd name="T106" fmla="*/ 29 w 106"/>
                <a:gd name="T107" fmla="*/ 45 h 106"/>
                <a:gd name="T108" fmla="*/ 77 w 106"/>
                <a:gd name="T109" fmla="*/ 4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6" h="106">
                  <a:moveTo>
                    <a:pt x="93" y="32"/>
                  </a:moveTo>
                  <a:cubicBezTo>
                    <a:pt x="93" y="32"/>
                    <a:pt x="93" y="32"/>
                    <a:pt x="93" y="32"/>
                  </a:cubicBezTo>
                  <a:cubicBezTo>
                    <a:pt x="93" y="28"/>
                    <a:pt x="92" y="24"/>
                    <a:pt x="91" y="21"/>
                  </a:cubicBezTo>
                  <a:cubicBezTo>
                    <a:pt x="91" y="21"/>
                    <a:pt x="91" y="21"/>
                    <a:pt x="91" y="21"/>
                  </a:cubicBezTo>
                  <a:cubicBezTo>
                    <a:pt x="88" y="10"/>
                    <a:pt x="80" y="3"/>
                    <a:pt x="71" y="1"/>
                  </a:cubicBezTo>
                  <a:cubicBezTo>
                    <a:pt x="71" y="1"/>
                    <a:pt x="71" y="0"/>
                    <a:pt x="71" y="0"/>
                  </a:cubicBezTo>
                  <a:cubicBezTo>
                    <a:pt x="70" y="0"/>
                    <a:pt x="69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7" y="0"/>
                    <a:pt x="66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0"/>
                    <a:pt x="36" y="0"/>
                    <a:pt x="36" y="0"/>
                  </a:cubicBezTo>
                  <a:cubicBezTo>
                    <a:pt x="36" y="0"/>
                    <a:pt x="35" y="1"/>
                    <a:pt x="35" y="1"/>
                  </a:cubicBezTo>
                  <a:cubicBezTo>
                    <a:pt x="34" y="1"/>
                    <a:pt x="34" y="1"/>
                    <a:pt x="33" y="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2" y="2"/>
                    <a:pt x="31" y="2"/>
                    <a:pt x="30" y="2"/>
                  </a:cubicBezTo>
                  <a:cubicBezTo>
                    <a:pt x="30" y="2"/>
                    <a:pt x="30" y="3"/>
                    <a:pt x="30" y="3"/>
                  </a:cubicBezTo>
                  <a:cubicBezTo>
                    <a:pt x="29" y="3"/>
                    <a:pt x="29" y="3"/>
                    <a:pt x="28" y="3"/>
                  </a:cubicBezTo>
                  <a:cubicBezTo>
                    <a:pt x="28" y="4"/>
                    <a:pt x="28" y="4"/>
                    <a:pt x="27" y="4"/>
                  </a:cubicBezTo>
                  <a:cubicBezTo>
                    <a:pt x="27" y="4"/>
                    <a:pt x="27" y="5"/>
                    <a:pt x="26" y="5"/>
                  </a:cubicBezTo>
                  <a:cubicBezTo>
                    <a:pt x="26" y="5"/>
                    <a:pt x="26" y="5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4" y="7"/>
                    <a:pt x="23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1" y="10"/>
                    <a:pt x="21" y="10"/>
                  </a:cubicBezTo>
                  <a:cubicBezTo>
                    <a:pt x="21" y="10"/>
                    <a:pt x="20" y="11"/>
                    <a:pt x="20" y="11"/>
                  </a:cubicBezTo>
                  <a:cubicBezTo>
                    <a:pt x="19" y="13"/>
                    <a:pt x="17" y="16"/>
                    <a:pt x="16" y="18"/>
                  </a:cubicBezTo>
                  <a:cubicBezTo>
                    <a:pt x="16" y="18"/>
                    <a:pt x="16" y="19"/>
                    <a:pt x="16" y="19"/>
                  </a:cubicBezTo>
                  <a:cubicBezTo>
                    <a:pt x="16" y="19"/>
                    <a:pt x="15" y="20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4"/>
                    <a:pt x="13" y="28"/>
                    <a:pt x="13" y="32"/>
                  </a:cubicBezTo>
                  <a:cubicBezTo>
                    <a:pt x="6" y="33"/>
                    <a:pt x="0" y="39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2"/>
                    <a:pt x="0" y="93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5"/>
                    <a:pt x="0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1" y="96"/>
                    <a:pt x="1" y="96"/>
                    <a:pt x="1" y="96"/>
                  </a:cubicBezTo>
                  <a:cubicBezTo>
                    <a:pt x="1" y="96"/>
                    <a:pt x="1" y="96"/>
                    <a:pt x="1" y="96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1" y="97"/>
                    <a:pt x="1" y="98"/>
                    <a:pt x="1" y="98"/>
                  </a:cubicBezTo>
                  <a:cubicBezTo>
                    <a:pt x="2" y="98"/>
                    <a:pt x="2" y="98"/>
                    <a:pt x="2" y="99"/>
                  </a:cubicBezTo>
                  <a:cubicBezTo>
                    <a:pt x="2" y="99"/>
                    <a:pt x="2" y="99"/>
                    <a:pt x="2" y="99"/>
                  </a:cubicBezTo>
                  <a:cubicBezTo>
                    <a:pt x="2" y="99"/>
                    <a:pt x="2" y="99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1"/>
                    <a:pt x="4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5" y="103"/>
                    <a:pt x="6" y="103"/>
                    <a:pt x="6" y="103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6" y="103"/>
                    <a:pt x="7" y="104"/>
                    <a:pt x="7" y="104"/>
                  </a:cubicBezTo>
                  <a:cubicBezTo>
                    <a:pt x="7" y="104"/>
                    <a:pt x="7" y="104"/>
                    <a:pt x="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04"/>
                    <a:pt x="8" y="105"/>
                    <a:pt x="9" y="105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9" y="105"/>
                    <a:pt x="10" y="105"/>
                    <a:pt x="10" y="105"/>
                  </a:cubicBezTo>
                  <a:cubicBezTo>
                    <a:pt x="10" y="105"/>
                    <a:pt x="10" y="105"/>
                    <a:pt x="10" y="105"/>
                  </a:cubicBezTo>
                  <a:cubicBezTo>
                    <a:pt x="11" y="105"/>
                    <a:pt x="11" y="105"/>
                    <a:pt x="11" y="106"/>
                  </a:cubicBezTo>
                  <a:cubicBezTo>
                    <a:pt x="11" y="106"/>
                    <a:pt x="12" y="106"/>
                    <a:pt x="12" y="106"/>
                  </a:cubicBezTo>
                  <a:cubicBezTo>
                    <a:pt x="12" y="106"/>
                    <a:pt x="12" y="106"/>
                    <a:pt x="13" y="106"/>
                  </a:cubicBezTo>
                  <a:cubicBezTo>
                    <a:pt x="13" y="106"/>
                    <a:pt x="13" y="106"/>
                    <a:pt x="13" y="106"/>
                  </a:cubicBezTo>
                  <a:cubicBezTo>
                    <a:pt x="14" y="106"/>
                    <a:pt x="14" y="106"/>
                    <a:pt x="15" y="106"/>
                  </a:cubicBezTo>
                  <a:cubicBezTo>
                    <a:pt x="22" y="106"/>
                    <a:pt x="28" y="101"/>
                    <a:pt x="29" y="94"/>
                  </a:cubicBezTo>
                  <a:cubicBezTo>
                    <a:pt x="29" y="94"/>
                    <a:pt x="33" y="96"/>
                    <a:pt x="39" y="96"/>
                  </a:cubicBezTo>
                  <a:cubicBezTo>
                    <a:pt x="68" y="96"/>
                    <a:pt x="68" y="96"/>
                    <a:pt x="68" y="96"/>
                  </a:cubicBezTo>
                  <a:cubicBezTo>
                    <a:pt x="68" y="96"/>
                    <a:pt x="74" y="96"/>
                    <a:pt x="77" y="94"/>
                  </a:cubicBezTo>
                  <a:cubicBezTo>
                    <a:pt x="78" y="101"/>
                    <a:pt x="84" y="106"/>
                    <a:pt x="92" y="106"/>
                  </a:cubicBezTo>
                  <a:cubicBezTo>
                    <a:pt x="92" y="106"/>
                    <a:pt x="92" y="106"/>
                    <a:pt x="93" y="106"/>
                  </a:cubicBezTo>
                  <a:cubicBezTo>
                    <a:pt x="93" y="106"/>
                    <a:pt x="93" y="106"/>
                    <a:pt x="93" y="106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5" y="106"/>
                    <a:pt x="95" y="106"/>
                    <a:pt x="95" y="106"/>
                  </a:cubicBezTo>
                  <a:cubicBezTo>
                    <a:pt x="95" y="105"/>
                    <a:pt x="95" y="105"/>
                    <a:pt x="96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6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8" y="105"/>
                    <a:pt x="98" y="104"/>
                    <a:pt x="98" y="104"/>
                  </a:cubicBezTo>
                  <a:cubicBezTo>
                    <a:pt x="98" y="104"/>
                    <a:pt x="99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00" y="104"/>
                    <a:pt x="100" y="103"/>
                    <a:pt x="100" y="103"/>
                  </a:cubicBezTo>
                  <a:cubicBezTo>
                    <a:pt x="100" y="103"/>
                    <a:pt x="100" y="103"/>
                    <a:pt x="101" y="103"/>
                  </a:cubicBezTo>
                  <a:cubicBezTo>
                    <a:pt x="101" y="103"/>
                    <a:pt x="101" y="102"/>
                    <a:pt x="101" y="102"/>
                  </a:cubicBezTo>
                  <a:cubicBezTo>
                    <a:pt x="101" y="102"/>
                    <a:pt x="102" y="102"/>
                    <a:pt x="102" y="102"/>
                  </a:cubicBezTo>
                  <a:cubicBezTo>
                    <a:pt x="102" y="102"/>
                    <a:pt x="102" y="101"/>
                    <a:pt x="102" y="101"/>
                  </a:cubicBezTo>
                  <a:cubicBezTo>
                    <a:pt x="102" y="101"/>
                    <a:pt x="103" y="101"/>
                    <a:pt x="103" y="101"/>
                  </a:cubicBezTo>
                  <a:cubicBezTo>
                    <a:pt x="103" y="101"/>
                    <a:pt x="103" y="100"/>
                    <a:pt x="103" y="100"/>
                  </a:cubicBezTo>
                  <a:cubicBezTo>
                    <a:pt x="103" y="100"/>
                    <a:pt x="103" y="100"/>
                    <a:pt x="104" y="100"/>
                  </a:cubicBezTo>
                  <a:cubicBezTo>
                    <a:pt x="104" y="100"/>
                    <a:pt x="104" y="99"/>
                    <a:pt x="104" y="99"/>
                  </a:cubicBezTo>
                  <a:cubicBezTo>
                    <a:pt x="104" y="99"/>
                    <a:pt x="104" y="99"/>
                    <a:pt x="104" y="99"/>
                  </a:cubicBezTo>
                  <a:cubicBezTo>
                    <a:pt x="104" y="98"/>
                    <a:pt x="104" y="98"/>
                    <a:pt x="105" y="98"/>
                  </a:cubicBezTo>
                  <a:cubicBezTo>
                    <a:pt x="105" y="98"/>
                    <a:pt x="105" y="98"/>
                    <a:pt x="105" y="97"/>
                  </a:cubicBezTo>
                  <a:cubicBezTo>
                    <a:pt x="105" y="97"/>
                    <a:pt x="105" y="97"/>
                    <a:pt x="105" y="97"/>
                  </a:cubicBezTo>
                  <a:cubicBezTo>
                    <a:pt x="105" y="97"/>
                    <a:pt x="105" y="96"/>
                    <a:pt x="105" y="96"/>
                  </a:cubicBezTo>
                  <a:cubicBezTo>
                    <a:pt x="105" y="96"/>
                    <a:pt x="106" y="96"/>
                    <a:pt x="106" y="96"/>
                  </a:cubicBezTo>
                  <a:cubicBezTo>
                    <a:pt x="106" y="95"/>
                    <a:pt x="106" y="95"/>
                    <a:pt x="106" y="94"/>
                  </a:cubicBezTo>
                  <a:cubicBezTo>
                    <a:pt x="106" y="93"/>
                    <a:pt x="106" y="92"/>
                    <a:pt x="106" y="91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6" y="39"/>
                    <a:pt x="101" y="33"/>
                    <a:pt x="93" y="32"/>
                  </a:cubicBezTo>
                  <a:close/>
                  <a:moveTo>
                    <a:pt x="77" y="47"/>
                  </a:moveTo>
                  <a:cubicBezTo>
                    <a:pt x="56" y="43"/>
                    <a:pt x="33" y="46"/>
                    <a:pt x="29" y="47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55" y="38"/>
                    <a:pt x="77" y="45"/>
                    <a:pt x="77" y="45"/>
                  </a:cubicBezTo>
                  <a:cubicBezTo>
                    <a:pt x="77" y="45"/>
                    <a:pt x="77" y="46"/>
                    <a:pt x="77" y="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" name="Freeform 24"/>
            <p:cNvSpPr/>
            <p:nvPr/>
          </p:nvSpPr>
          <p:spPr bwMode="auto">
            <a:xfrm>
              <a:off x="5422489" y="3576046"/>
              <a:ext cx="206375" cy="188913"/>
            </a:xfrm>
            <a:custGeom>
              <a:avLst/>
              <a:gdLst>
                <a:gd name="T0" fmla="*/ 100 w 107"/>
                <a:gd name="T1" fmla="*/ 14 h 98"/>
                <a:gd name="T2" fmla="*/ 100 w 107"/>
                <a:gd name="T3" fmla="*/ 14 h 98"/>
                <a:gd name="T4" fmla="*/ 98 w 107"/>
                <a:gd name="T5" fmla="*/ 14 h 98"/>
                <a:gd name="T6" fmla="*/ 98 w 107"/>
                <a:gd name="T7" fmla="*/ 14 h 98"/>
                <a:gd name="T8" fmla="*/ 96 w 107"/>
                <a:gd name="T9" fmla="*/ 12 h 98"/>
                <a:gd name="T10" fmla="*/ 83 w 107"/>
                <a:gd name="T11" fmla="*/ 0 h 98"/>
                <a:gd name="T12" fmla="*/ 30 w 107"/>
                <a:gd name="T13" fmla="*/ 0 h 98"/>
                <a:gd name="T14" fmla="*/ 0 w 107"/>
                <a:gd name="T15" fmla="*/ 12 h 98"/>
                <a:gd name="T16" fmla="*/ 0 w 107"/>
                <a:gd name="T17" fmla="*/ 27 h 98"/>
                <a:gd name="T18" fmla="*/ 1 w 107"/>
                <a:gd name="T19" fmla="*/ 32 h 98"/>
                <a:gd name="T20" fmla="*/ 2 w 107"/>
                <a:gd name="T21" fmla="*/ 33 h 98"/>
                <a:gd name="T22" fmla="*/ 4 w 107"/>
                <a:gd name="T23" fmla="*/ 36 h 98"/>
                <a:gd name="T24" fmla="*/ 7 w 107"/>
                <a:gd name="T25" fmla="*/ 38 h 98"/>
                <a:gd name="T26" fmla="*/ 9 w 107"/>
                <a:gd name="T27" fmla="*/ 39 h 98"/>
                <a:gd name="T28" fmla="*/ 11 w 107"/>
                <a:gd name="T29" fmla="*/ 39 h 98"/>
                <a:gd name="T30" fmla="*/ 13 w 107"/>
                <a:gd name="T31" fmla="*/ 40 h 98"/>
                <a:gd name="T32" fmla="*/ 85 w 107"/>
                <a:gd name="T33" fmla="*/ 39 h 98"/>
                <a:gd name="T34" fmla="*/ 87 w 107"/>
                <a:gd name="T35" fmla="*/ 39 h 98"/>
                <a:gd name="T36" fmla="*/ 88 w 107"/>
                <a:gd name="T37" fmla="*/ 38 h 98"/>
                <a:gd name="T38" fmla="*/ 90 w 107"/>
                <a:gd name="T39" fmla="*/ 37 h 98"/>
                <a:gd name="T40" fmla="*/ 92 w 107"/>
                <a:gd name="T41" fmla="*/ 36 h 98"/>
                <a:gd name="T42" fmla="*/ 94 w 107"/>
                <a:gd name="T43" fmla="*/ 33 h 98"/>
                <a:gd name="T44" fmla="*/ 95 w 107"/>
                <a:gd name="T45" fmla="*/ 32 h 98"/>
                <a:gd name="T46" fmla="*/ 95 w 107"/>
                <a:gd name="T47" fmla="*/ 32 h 98"/>
                <a:gd name="T48" fmla="*/ 96 w 107"/>
                <a:gd name="T49" fmla="*/ 18 h 98"/>
                <a:gd name="T50" fmla="*/ 102 w 107"/>
                <a:gd name="T51" fmla="*/ 21 h 98"/>
                <a:gd name="T52" fmla="*/ 100 w 107"/>
                <a:gd name="T53" fmla="*/ 48 h 98"/>
                <a:gd name="T54" fmla="*/ 53 w 107"/>
                <a:gd name="T55" fmla="*/ 51 h 98"/>
                <a:gd name="T56" fmla="*/ 43 w 107"/>
                <a:gd name="T57" fmla="*/ 64 h 98"/>
                <a:gd name="T58" fmla="*/ 39 w 107"/>
                <a:gd name="T59" fmla="*/ 72 h 98"/>
                <a:gd name="T60" fmla="*/ 39 w 107"/>
                <a:gd name="T61" fmla="*/ 92 h 98"/>
                <a:gd name="T62" fmla="*/ 39 w 107"/>
                <a:gd name="T63" fmla="*/ 93 h 98"/>
                <a:gd name="T64" fmla="*/ 40 w 107"/>
                <a:gd name="T65" fmla="*/ 94 h 98"/>
                <a:gd name="T66" fmla="*/ 40 w 107"/>
                <a:gd name="T67" fmla="*/ 95 h 98"/>
                <a:gd name="T68" fmla="*/ 41 w 107"/>
                <a:gd name="T69" fmla="*/ 96 h 98"/>
                <a:gd name="T70" fmla="*/ 42 w 107"/>
                <a:gd name="T71" fmla="*/ 97 h 98"/>
                <a:gd name="T72" fmla="*/ 43 w 107"/>
                <a:gd name="T73" fmla="*/ 97 h 98"/>
                <a:gd name="T74" fmla="*/ 44 w 107"/>
                <a:gd name="T75" fmla="*/ 98 h 98"/>
                <a:gd name="T76" fmla="*/ 45 w 107"/>
                <a:gd name="T77" fmla="*/ 98 h 98"/>
                <a:gd name="T78" fmla="*/ 47 w 107"/>
                <a:gd name="T79" fmla="*/ 98 h 98"/>
                <a:gd name="T80" fmla="*/ 48 w 107"/>
                <a:gd name="T81" fmla="*/ 97 h 98"/>
                <a:gd name="T82" fmla="*/ 49 w 107"/>
                <a:gd name="T83" fmla="*/ 97 h 98"/>
                <a:gd name="T84" fmla="*/ 50 w 107"/>
                <a:gd name="T85" fmla="*/ 96 h 98"/>
                <a:gd name="T86" fmla="*/ 51 w 107"/>
                <a:gd name="T87" fmla="*/ 95 h 98"/>
                <a:gd name="T88" fmla="*/ 51 w 107"/>
                <a:gd name="T89" fmla="*/ 94 h 98"/>
                <a:gd name="T90" fmla="*/ 51 w 107"/>
                <a:gd name="T91" fmla="*/ 92 h 98"/>
                <a:gd name="T92" fmla="*/ 51 w 107"/>
                <a:gd name="T93" fmla="*/ 92 h 98"/>
                <a:gd name="T94" fmla="*/ 51 w 107"/>
                <a:gd name="T95" fmla="*/ 70 h 98"/>
                <a:gd name="T96" fmla="*/ 50 w 107"/>
                <a:gd name="T97" fmla="*/ 65 h 98"/>
                <a:gd name="T98" fmla="*/ 49 w 107"/>
                <a:gd name="T99" fmla="*/ 64 h 98"/>
                <a:gd name="T100" fmla="*/ 48 w 107"/>
                <a:gd name="T101" fmla="*/ 64 h 98"/>
                <a:gd name="T102" fmla="*/ 53 w 107"/>
                <a:gd name="T103" fmla="*/ 56 h 98"/>
                <a:gd name="T104" fmla="*/ 104 w 107"/>
                <a:gd name="T105" fmla="*/ 52 h 98"/>
                <a:gd name="T106" fmla="*/ 107 w 107"/>
                <a:gd name="T107" fmla="*/ 22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7" h="98">
                  <a:moveTo>
                    <a:pt x="105" y="17"/>
                  </a:moveTo>
                  <a:cubicBezTo>
                    <a:pt x="104" y="16"/>
                    <a:pt x="102" y="15"/>
                    <a:pt x="100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4"/>
                    <a:pt x="100" y="14"/>
                    <a:pt x="100" y="14"/>
                  </a:cubicBezTo>
                  <a:cubicBezTo>
                    <a:pt x="100" y="14"/>
                    <a:pt x="100" y="14"/>
                    <a:pt x="100" y="14"/>
                  </a:cubicBezTo>
                  <a:cubicBezTo>
                    <a:pt x="99" y="14"/>
                    <a:pt x="99" y="14"/>
                    <a:pt x="98" y="1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7" y="14"/>
                    <a:pt x="96" y="13"/>
                    <a:pt x="96" y="13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5"/>
                    <a:pt x="90" y="0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30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1" y="33"/>
                    <a:pt x="2" y="33"/>
                  </a:cubicBezTo>
                  <a:cubicBezTo>
                    <a:pt x="2" y="33"/>
                    <a:pt x="2" y="33"/>
                    <a:pt x="2" y="34"/>
                  </a:cubicBezTo>
                  <a:cubicBezTo>
                    <a:pt x="2" y="34"/>
                    <a:pt x="3" y="35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7"/>
                    <a:pt x="6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9"/>
                    <a:pt x="8" y="39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39"/>
                    <a:pt x="10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9"/>
                    <a:pt x="12" y="40"/>
                    <a:pt x="1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4" y="40"/>
                    <a:pt x="84" y="39"/>
                    <a:pt x="85" y="39"/>
                  </a:cubicBezTo>
                  <a:cubicBezTo>
                    <a:pt x="85" y="39"/>
                    <a:pt x="85" y="39"/>
                    <a:pt x="85" y="39"/>
                  </a:cubicBezTo>
                  <a:cubicBezTo>
                    <a:pt x="86" y="39"/>
                    <a:pt x="86" y="39"/>
                    <a:pt x="87" y="39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87" y="39"/>
                    <a:pt x="88" y="39"/>
                    <a:pt x="88" y="38"/>
                  </a:cubicBezTo>
                  <a:cubicBezTo>
                    <a:pt x="88" y="38"/>
                    <a:pt x="89" y="38"/>
                    <a:pt x="89" y="38"/>
                  </a:cubicBezTo>
                  <a:cubicBezTo>
                    <a:pt x="89" y="38"/>
                    <a:pt x="90" y="38"/>
                    <a:pt x="90" y="37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91" y="37"/>
                    <a:pt x="91" y="37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3" y="35"/>
                    <a:pt x="93" y="34"/>
                    <a:pt x="94" y="33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4" y="33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0"/>
                    <a:pt x="96" y="28"/>
                    <a:pt x="96" y="27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9" y="18"/>
                    <a:pt x="101" y="19"/>
                    <a:pt x="101" y="20"/>
                  </a:cubicBezTo>
                  <a:cubicBezTo>
                    <a:pt x="102" y="20"/>
                    <a:pt x="102" y="21"/>
                    <a:pt x="102" y="2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2" y="46"/>
                    <a:pt x="101" y="47"/>
                    <a:pt x="100" y="48"/>
                  </a:cubicBezTo>
                  <a:cubicBezTo>
                    <a:pt x="98" y="51"/>
                    <a:pt x="93" y="51"/>
                    <a:pt x="93" y="5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49" y="51"/>
                    <a:pt x="46" y="53"/>
                    <a:pt x="45" y="54"/>
                  </a:cubicBezTo>
                  <a:cubicBezTo>
                    <a:pt x="43" y="57"/>
                    <a:pt x="43" y="61"/>
                    <a:pt x="43" y="64"/>
                  </a:cubicBezTo>
                  <a:cubicBezTo>
                    <a:pt x="41" y="65"/>
                    <a:pt x="39" y="67"/>
                    <a:pt x="39" y="70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91"/>
                    <a:pt x="39" y="91"/>
                    <a:pt x="39" y="91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2"/>
                    <a:pt x="39" y="92"/>
                    <a:pt x="39" y="93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3"/>
                    <a:pt x="39" y="94"/>
                    <a:pt x="40" y="94"/>
                  </a:cubicBezTo>
                  <a:cubicBezTo>
                    <a:pt x="40" y="94"/>
                    <a:pt x="40" y="94"/>
                    <a:pt x="40" y="94"/>
                  </a:cubicBezTo>
                  <a:cubicBezTo>
                    <a:pt x="40" y="95"/>
                    <a:pt x="40" y="95"/>
                    <a:pt x="40" y="95"/>
                  </a:cubicBezTo>
                  <a:cubicBezTo>
                    <a:pt x="40" y="95"/>
                    <a:pt x="40" y="95"/>
                    <a:pt x="40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1" y="97"/>
                    <a:pt x="41" y="97"/>
                    <a:pt x="42" y="97"/>
                  </a:cubicBezTo>
                  <a:cubicBezTo>
                    <a:pt x="42" y="97"/>
                    <a:pt x="42" y="97"/>
                    <a:pt x="42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3" y="98"/>
                    <a:pt x="43" y="98"/>
                    <a:pt x="44" y="98"/>
                  </a:cubicBezTo>
                  <a:cubicBezTo>
                    <a:pt x="44" y="98"/>
                    <a:pt x="44" y="98"/>
                    <a:pt x="44" y="98"/>
                  </a:cubicBezTo>
                  <a:cubicBezTo>
                    <a:pt x="44" y="98"/>
                    <a:pt x="45" y="98"/>
                    <a:pt x="45" y="98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47" y="98"/>
                    <a:pt x="47" y="98"/>
                    <a:pt x="48" y="98"/>
                  </a:cubicBezTo>
                  <a:cubicBezTo>
                    <a:pt x="48" y="98"/>
                    <a:pt x="48" y="98"/>
                    <a:pt x="48" y="97"/>
                  </a:cubicBezTo>
                  <a:cubicBezTo>
                    <a:pt x="48" y="97"/>
                    <a:pt x="48" y="97"/>
                    <a:pt x="49" y="97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97"/>
                    <a:pt x="49" y="96"/>
                    <a:pt x="49" y="96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50" y="96"/>
                    <a:pt x="50" y="96"/>
                    <a:pt x="50" y="95"/>
                  </a:cubicBezTo>
                  <a:cubicBezTo>
                    <a:pt x="50" y="95"/>
                    <a:pt x="50" y="95"/>
                    <a:pt x="51" y="95"/>
                  </a:cubicBezTo>
                  <a:cubicBezTo>
                    <a:pt x="51" y="95"/>
                    <a:pt x="51" y="95"/>
                    <a:pt x="51" y="94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1" y="94"/>
                    <a:pt x="51" y="93"/>
                    <a:pt x="51" y="93"/>
                  </a:cubicBezTo>
                  <a:cubicBezTo>
                    <a:pt x="51" y="93"/>
                    <a:pt x="51" y="93"/>
                    <a:pt x="51" y="92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1" y="92"/>
                    <a:pt x="51" y="91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68"/>
                    <a:pt x="51" y="66"/>
                    <a:pt x="50" y="65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49" y="65"/>
                    <a:pt x="49" y="65"/>
                    <a:pt x="49" y="64"/>
                  </a:cubicBezTo>
                  <a:cubicBezTo>
                    <a:pt x="49" y="64"/>
                    <a:pt x="48" y="64"/>
                    <a:pt x="48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48" y="62"/>
                    <a:pt x="47" y="59"/>
                    <a:pt x="49" y="57"/>
                  </a:cubicBezTo>
                  <a:cubicBezTo>
                    <a:pt x="50" y="56"/>
                    <a:pt x="51" y="56"/>
                    <a:pt x="53" y="56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3" y="56"/>
                    <a:pt x="100" y="56"/>
                    <a:pt x="104" y="52"/>
                  </a:cubicBezTo>
                  <a:cubicBezTo>
                    <a:pt x="106" y="50"/>
                    <a:pt x="107" y="47"/>
                    <a:pt x="107" y="44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7" y="21"/>
                    <a:pt x="107" y="19"/>
                    <a:pt x="105" y="1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Freeform 25"/>
            <p:cNvSpPr/>
            <p:nvPr/>
          </p:nvSpPr>
          <p:spPr bwMode="auto">
            <a:xfrm>
              <a:off x="6822774" y="2818014"/>
              <a:ext cx="222250" cy="207963"/>
            </a:xfrm>
            <a:custGeom>
              <a:avLst/>
              <a:gdLst>
                <a:gd name="T0" fmla="*/ 100 w 115"/>
                <a:gd name="T1" fmla="*/ 0 h 108"/>
                <a:gd name="T2" fmla="*/ 56 w 115"/>
                <a:gd name="T3" fmla="*/ 0 h 108"/>
                <a:gd name="T4" fmla="*/ 35 w 115"/>
                <a:gd name="T5" fmla="*/ 10 h 108"/>
                <a:gd name="T6" fmla="*/ 17 w 115"/>
                <a:gd name="T7" fmla="*/ 16 h 108"/>
                <a:gd name="T8" fmla="*/ 0 w 115"/>
                <a:gd name="T9" fmla="*/ 18 h 108"/>
                <a:gd name="T10" fmla="*/ 0 w 115"/>
                <a:gd name="T11" fmla="*/ 19 h 108"/>
                <a:gd name="T12" fmla="*/ 0 w 115"/>
                <a:gd name="T13" fmla="*/ 20 h 108"/>
                <a:gd name="T14" fmla="*/ 1 w 115"/>
                <a:gd name="T15" fmla="*/ 20 h 108"/>
                <a:gd name="T16" fmla="*/ 17 w 115"/>
                <a:gd name="T17" fmla="*/ 21 h 108"/>
                <a:gd name="T18" fmla="*/ 32 w 115"/>
                <a:gd name="T19" fmla="*/ 27 h 108"/>
                <a:gd name="T20" fmla="*/ 35 w 115"/>
                <a:gd name="T21" fmla="*/ 27 h 108"/>
                <a:gd name="T22" fmla="*/ 35 w 115"/>
                <a:gd name="T23" fmla="*/ 27 h 108"/>
                <a:gd name="T24" fmla="*/ 72 w 115"/>
                <a:gd name="T25" fmla="*/ 37 h 108"/>
                <a:gd name="T26" fmla="*/ 81 w 115"/>
                <a:gd name="T27" fmla="*/ 54 h 108"/>
                <a:gd name="T28" fmla="*/ 92 w 115"/>
                <a:gd name="T29" fmla="*/ 53 h 108"/>
                <a:gd name="T30" fmla="*/ 93 w 115"/>
                <a:gd name="T31" fmla="*/ 75 h 108"/>
                <a:gd name="T32" fmla="*/ 95 w 115"/>
                <a:gd name="T33" fmla="*/ 77 h 108"/>
                <a:gd name="T34" fmla="*/ 96 w 115"/>
                <a:gd name="T35" fmla="*/ 78 h 108"/>
                <a:gd name="T36" fmla="*/ 97 w 115"/>
                <a:gd name="T37" fmla="*/ 79 h 108"/>
                <a:gd name="T38" fmla="*/ 99 w 115"/>
                <a:gd name="T39" fmla="*/ 80 h 108"/>
                <a:gd name="T40" fmla="*/ 101 w 115"/>
                <a:gd name="T41" fmla="*/ 80 h 108"/>
                <a:gd name="T42" fmla="*/ 103 w 115"/>
                <a:gd name="T43" fmla="*/ 81 h 108"/>
                <a:gd name="T44" fmla="*/ 104 w 115"/>
                <a:gd name="T45" fmla="*/ 81 h 108"/>
                <a:gd name="T46" fmla="*/ 104 w 115"/>
                <a:gd name="T47" fmla="*/ 81 h 108"/>
                <a:gd name="T48" fmla="*/ 98 w 115"/>
                <a:gd name="T49" fmla="*/ 91 h 108"/>
                <a:gd name="T50" fmla="*/ 77 w 115"/>
                <a:gd name="T51" fmla="*/ 88 h 108"/>
                <a:gd name="T52" fmla="*/ 76 w 115"/>
                <a:gd name="T53" fmla="*/ 88 h 108"/>
                <a:gd name="T54" fmla="*/ 70 w 115"/>
                <a:gd name="T55" fmla="*/ 89 h 108"/>
                <a:gd name="T56" fmla="*/ 69 w 115"/>
                <a:gd name="T57" fmla="*/ 89 h 108"/>
                <a:gd name="T58" fmla="*/ 67 w 115"/>
                <a:gd name="T59" fmla="*/ 90 h 108"/>
                <a:gd name="T60" fmla="*/ 65 w 115"/>
                <a:gd name="T61" fmla="*/ 90 h 108"/>
                <a:gd name="T62" fmla="*/ 64 w 115"/>
                <a:gd name="T63" fmla="*/ 91 h 108"/>
                <a:gd name="T64" fmla="*/ 62 w 115"/>
                <a:gd name="T65" fmla="*/ 91 h 108"/>
                <a:gd name="T66" fmla="*/ 61 w 115"/>
                <a:gd name="T67" fmla="*/ 92 h 108"/>
                <a:gd name="T68" fmla="*/ 60 w 115"/>
                <a:gd name="T69" fmla="*/ 93 h 108"/>
                <a:gd name="T70" fmla="*/ 59 w 115"/>
                <a:gd name="T71" fmla="*/ 94 h 108"/>
                <a:gd name="T72" fmla="*/ 58 w 115"/>
                <a:gd name="T73" fmla="*/ 95 h 108"/>
                <a:gd name="T74" fmla="*/ 57 w 115"/>
                <a:gd name="T75" fmla="*/ 97 h 108"/>
                <a:gd name="T76" fmla="*/ 56 w 115"/>
                <a:gd name="T77" fmla="*/ 98 h 108"/>
                <a:gd name="T78" fmla="*/ 56 w 115"/>
                <a:gd name="T79" fmla="*/ 100 h 108"/>
                <a:gd name="T80" fmla="*/ 56 w 115"/>
                <a:gd name="T81" fmla="*/ 101 h 108"/>
                <a:gd name="T82" fmla="*/ 56 w 115"/>
                <a:gd name="T83" fmla="*/ 103 h 108"/>
                <a:gd name="T84" fmla="*/ 56 w 115"/>
                <a:gd name="T85" fmla="*/ 104 h 108"/>
                <a:gd name="T86" fmla="*/ 56 w 115"/>
                <a:gd name="T87" fmla="*/ 106 h 108"/>
                <a:gd name="T88" fmla="*/ 82 w 115"/>
                <a:gd name="T89" fmla="*/ 93 h 108"/>
                <a:gd name="T90" fmla="*/ 107 w 115"/>
                <a:gd name="T91" fmla="*/ 84 h 108"/>
                <a:gd name="T92" fmla="*/ 108 w 115"/>
                <a:gd name="T93" fmla="*/ 82 h 108"/>
                <a:gd name="T94" fmla="*/ 108 w 115"/>
                <a:gd name="T95" fmla="*/ 80 h 108"/>
                <a:gd name="T96" fmla="*/ 108 w 115"/>
                <a:gd name="T97" fmla="*/ 80 h 108"/>
                <a:gd name="T98" fmla="*/ 115 w 115"/>
                <a:gd name="T99" fmla="*/ 69 h 108"/>
                <a:gd name="T100" fmla="*/ 115 w 115"/>
                <a:gd name="T101" fmla="*/ 25 h 108"/>
                <a:gd name="T102" fmla="*/ 115 w 115"/>
                <a:gd name="T103" fmla="*/ 23 h 108"/>
                <a:gd name="T104" fmla="*/ 115 w 115"/>
                <a:gd name="T105" fmla="*/ 1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5" h="108">
                  <a:moveTo>
                    <a:pt x="115" y="15"/>
                  </a:moveTo>
                  <a:cubicBezTo>
                    <a:pt x="115" y="7"/>
                    <a:pt x="108" y="0"/>
                    <a:pt x="10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3" y="0"/>
                    <a:pt x="37" y="4"/>
                    <a:pt x="3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1" y="10"/>
                    <a:pt x="18" y="13"/>
                    <a:pt x="17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7"/>
                    <a:pt x="0" y="1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8" y="24"/>
                    <a:pt x="21" y="27"/>
                    <a:pt x="25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7" y="33"/>
                    <a:pt x="42" y="37"/>
                    <a:pt x="49" y="37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71" y="39"/>
                    <a:pt x="70" y="41"/>
                    <a:pt x="70" y="43"/>
                  </a:cubicBezTo>
                  <a:cubicBezTo>
                    <a:pt x="70" y="49"/>
                    <a:pt x="75" y="54"/>
                    <a:pt x="81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90" y="54"/>
                    <a:pt x="91" y="53"/>
                    <a:pt x="92" y="53"/>
                  </a:cubicBezTo>
                  <a:cubicBezTo>
                    <a:pt x="92" y="69"/>
                    <a:pt x="92" y="69"/>
                    <a:pt x="92" y="69"/>
                  </a:cubicBezTo>
                  <a:cubicBezTo>
                    <a:pt x="92" y="71"/>
                    <a:pt x="92" y="73"/>
                    <a:pt x="93" y="75"/>
                  </a:cubicBezTo>
                  <a:cubicBezTo>
                    <a:pt x="93" y="75"/>
                    <a:pt x="93" y="75"/>
                    <a:pt x="93" y="75"/>
                  </a:cubicBezTo>
                  <a:cubicBezTo>
                    <a:pt x="94" y="76"/>
                    <a:pt x="94" y="76"/>
                    <a:pt x="95" y="77"/>
                  </a:cubicBezTo>
                  <a:cubicBezTo>
                    <a:pt x="95" y="77"/>
                    <a:pt x="95" y="77"/>
                    <a:pt x="95" y="77"/>
                  </a:cubicBezTo>
                  <a:cubicBezTo>
                    <a:pt x="95" y="77"/>
                    <a:pt x="95" y="78"/>
                    <a:pt x="96" y="78"/>
                  </a:cubicBezTo>
                  <a:cubicBezTo>
                    <a:pt x="96" y="78"/>
                    <a:pt x="96" y="78"/>
                    <a:pt x="96" y="78"/>
                  </a:cubicBezTo>
                  <a:cubicBezTo>
                    <a:pt x="96" y="78"/>
                    <a:pt x="97" y="79"/>
                    <a:pt x="97" y="79"/>
                  </a:cubicBezTo>
                  <a:cubicBezTo>
                    <a:pt x="97" y="79"/>
                    <a:pt x="98" y="79"/>
                    <a:pt x="98" y="79"/>
                  </a:cubicBezTo>
                  <a:cubicBezTo>
                    <a:pt x="98" y="79"/>
                    <a:pt x="99" y="80"/>
                    <a:pt x="99" y="80"/>
                  </a:cubicBezTo>
                  <a:cubicBezTo>
                    <a:pt x="99" y="80"/>
                    <a:pt x="99" y="80"/>
                    <a:pt x="99" y="80"/>
                  </a:cubicBezTo>
                  <a:cubicBezTo>
                    <a:pt x="100" y="80"/>
                    <a:pt x="100" y="80"/>
                    <a:pt x="101" y="80"/>
                  </a:cubicBezTo>
                  <a:cubicBezTo>
                    <a:pt x="101" y="80"/>
                    <a:pt x="101" y="80"/>
                    <a:pt x="101" y="80"/>
                  </a:cubicBezTo>
                  <a:cubicBezTo>
                    <a:pt x="102" y="81"/>
                    <a:pt x="103" y="81"/>
                    <a:pt x="103" y="81"/>
                  </a:cubicBezTo>
                  <a:cubicBezTo>
                    <a:pt x="103" y="81"/>
                    <a:pt x="103" y="81"/>
                    <a:pt x="104" y="81"/>
                  </a:cubicBezTo>
                  <a:cubicBezTo>
                    <a:pt x="104" y="81"/>
                    <a:pt x="104" y="81"/>
                    <a:pt x="104" y="81"/>
                  </a:cubicBezTo>
                  <a:cubicBezTo>
                    <a:pt x="104" y="81"/>
                    <a:pt x="104" y="81"/>
                    <a:pt x="104" y="81"/>
                  </a:cubicBezTo>
                  <a:cubicBezTo>
                    <a:pt x="104" y="81"/>
                    <a:pt x="104" y="81"/>
                    <a:pt x="104" y="81"/>
                  </a:cubicBezTo>
                  <a:cubicBezTo>
                    <a:pt x="104" y="81"/>
                    <a:pt x="104" y="81"/>
                    <a:pt x="103" y="81"/>
                  </a:cubicBezTo>
                  <a:cubicBezTo>
                    <a:pt x="102" y="84"/>
                    <a:pt x="102" y="89"/>
                    <a:pt x="98" y="91"/>
                  </a:cubicBezTo>
                  <a:cubicBezTo>
                    <a:pt x="95" y="92"/>
                    <a:pt x="90" y="90"/>
                    <a:pt x="87" y="89"/>
                  </a:cubicBezTo>
                  <a:cubicBezTo>
                    <a:pt x="84" y="89"/>
                    <a:pt x="80" y="88"/>
                    <a:pt x="77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8"/>
                    <a:pt x="76" y="88"/>
                    <a:pt x="76" y="88"/>
                  </a:cubicBezTo>
                  <a:cubicBezTo>
                    <a:pt x="75" y="88"/>
                    <a:pt x="74" y="89"/>
                    <a:pt x="72" y="89"/>
                  </a:cubicBezTo>
                  <a:cubicBezTo>
                    <a:pt x="72" y="89"/>
                    <a:pt x="71" y="89"/>
                    <a:pt x="70" y="89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69" y="89"/>
                    <a:pt x="69" y="89"/>
                    <a:pt x="69" y="89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8" y="89"/>
                    <a:pt x="67" y="90"/>
                    <a:pt x="67" y="90"/>
                  </a:cubicBezTo>
                  <a:cubicBezTo>
                    <a:pt x="67" y="90"/>
                    <a:pt x="66" y="90"/>
                    <a:pt x="66" y="90"/>
                  </a:cubicBezTo>
                  <a:cubicBezTo>
                    <a:pt x="66" y="90"/>
                    <a:pt x="66" y="90"/>
                    <a:pt x="65" y="9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4" y="91"/>
                    <a:pt x="63" y="91"/>
                    <a:pt x="63" y="91"/>
                  </a:cubicBezTo>
                  <a:cubicBezTo>
                    <a:pt x="63" y="91"/>
                    <a:pt x="63" y="91"/>
                    <a:pt x="62" y="91"/>
                  </a:cubicBezTo>
                  <a:cubicBezTo>
                    <a:pt x="62" y="92"/>
                    <a:pt x="62" y="92"/>
                    <a:pt x="62" y="92"/>
                  </a:cubicBezTo>
                  <a:cubicBezTo>
                    <a:pt x="61" y="92"/>
                    <a:pt x="61" y="92"/>
                    <a:pt x="61" y="92"/>
                  </a:cubicBezTo>
                  <a:cubicBezTo>
                    <a:pt x="61" y="92"/>
                    <a:pt x="61" y="93"/>
                    <a:pt x="60" y="93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60" y="93"/>
                    <a:pt x="59" y="94"/>
                    <a:pt x="59" y="94"/>
                  </a:cubicBezTo>
                  <a:cubicBezTo>
                    <a:pt x="59" y="94"/>
                    <a:pt x="59" y="94"/>
                    <a:pt x="59" y="94"/>
                  </a:cubicBezTo>
                  <a:cubicBezTo>
                    <a:pt x="59" y="95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6"/>
                    <a:pt x="57" y="96"/>
                    <a:pt x="57" y="96"/>
                  </a:cubicBezTo>
                  <a:cubicBezTo>
                    <a:pt x="57" y="96"/>
                    <a:pt x="57" y="97"/>
                    <a:pt x="57" y="97"/>
                  </a:cubicBezTo>
                  <a:cubicBezTo>
                    <a:pt x="57" y="97"/>
                    <a:pt x="57" y="97"/>
                    <a:pt x="57" y="98"/>
                  </a:cubicBezTo>
                  <a:cubicBezTo>
                    <a:pt x="57" y="98"/>
                    <a:pt x="56" y="98"/>
                    <a:pt x="56" y="98"/>
                  </a:cubicBezTo>
                  <a:cubicBezTo>
                    <a:pt x="56" y="98"/>
                    <a:pt x="56" y="99"/>
                    <a:pt x="56" y="99"/>
                  </a:cubicBezTo>
                  <a:cubicBezTo>
                    <a:pt x="56" y="99"/>
                    <a:pt x="56" y="99"/>
                    <a:pt x="56" y="100"/>
                  </a:cubicBezTo>
                  <a:cubicBezTo>
                    <a:pt x="56" y="100"/>
                    <a:pt x="56" y="100"/>
                    <a:pt x="56" y="101"/>
                  </a:cubicBezTo>
                  <a:cubicBezTo>
                    <a:pt x="56" y="101"/>
                    <a:pt x="56" y="101"/>
                    <a:pt x="56" y="101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3"/>
                    <a:pt x="56" y="103"/>
                    <a:pt x="56" y="103"/>
                  </a:cubicBezTo>
                  <a:cubicBezTo>
                    <a:pt x="56" y="103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5"/>
                    <a:pt x="56" y="105"/>
                    <a:pt x="56" y="106"/>
                  </a:cubicBezTo>
                  <a:cubicBezTo>
                    <a:pt x="57" y="108"/>
                    <a:pt x="61" y="107"/>
                    <a:pt x="60" y="105"/>
                  </a:cubicBezTo>
                  <a:cubicBezTo>
                    <a:pt x="58" y="92"/>
                    <a:pt x="74" y="92"/>
                    <a:pt x="82" y="93"/>
                  </a:cubicBezTo>
                  <a:cubicBezTo>
                    <a:pt x="87" y="93"/>
                    <a:pt x="93" y="96"/>
                    <a:pt x="99" y="95"/>
                  </a:cubicBezTo>
                  <a:cubicBezTo>
                    <a:pt x="104" y="93"/>
                    <a:pt x="105" y="89"/>
                    <a:pt x="107" y="84"/>
                  </a:cubicBezTo>
                  <a:cubicBezTo>
                    <a:pt x="107" y="83"/>
                    <a:pt x="107" y="83"/>
                    <a:pt x="107" y="83"/>
                  </a:cubicBezTo>
                  <a:cubicBezTo>
                    <a:pt x="107" y="82"/>
                    <a:pt x="107" y="82"/>
                    <a:pt x="108" y="82"/>
                  </a:cubicBezTo>
                  <a:cubicBezTo>
                    <a:pt x="108" y="82"/>
                    <a:pt x="108" y="81"/>
                    <a:pt x="108" y="81"/>
                  </a:cubicBezTo>
                  <a:cubicBezTo>
                    <a:pt x="108" y="81"/>
                    <a:pt x="108" y="80"/>
                    <a:pt x="108" y="80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08" y="79"/>
                    <a:pt x="108" y="79"/>
                    <a:pt x="108" y="79"/>
                  </a:cubicBezTo>
                  <a:cubicBezTo>
                    <a:pt x="112" y="78"/>
                    <a:pt x="115" y="74"/>
                    <a:pt x="115" y="6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3"/>
                    <a:pt x="115" y="22"/>
                    <a:pt x="115" y="22"/>
                  </a:cubicBezTo>
                  <a:lnTo>
                    <a:pt x="115" y="1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Freeform: Shape 51"/>
            <p:cNvSpPr/>
            <p:nvPr/>
          </p:nvSpPr>
          <p:spPr>
            <a:xfrm>
              <a:off x="4081812" y="2056623"/>
              <a:ext cx="1612900" cy="381000"/>
            </a:xfrm>
            <a:custGeom>
              <a:avLst/>
              <a:gdLst>
                <a:gd name="connsiteX0" fmla="*/ 1612900 w 1612900"/>
                <a:gd name="connsiteY0" fmla="*/ 381000 h 381000"/>
                <a:gd name="connsiteX1" fmla="*/ 1130300 w 1612900"/>
                <a:gd name="connsiteY1" fmla="*/ 0 h 381000"/>
                <a:gd name="connsiteX2" fmla="*/ 0 w 1612900"/>
                <a:gd name="connsiteY2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12900" h="381000">
                  <a:moveTo>
                    <a:pt x="1612900" y="381000"/>
                  </a:moveTo>
                  <a:lnTo>
                    <a:pt x="113030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Freeform: Shape 52"/>
            <p:cNvSpPr/>
            <p:nvPr/>
          </p:nvSpPr>
          <p:spPr>
            <a:xfrm>
              <a:off x="7079012" y="2056623"/>
              <a:ext cx="1092200" cy="723900"/>
            </a:xfrm>
            <a:custGeom>
              <a:avLst/>
              <a:gdLst>
                <a:gd name="connsiteX0" fmla="*/ 0 w 1092200"/>
                <a:gd name="connsiteY0" fmla="*/ 673100 h 673100"/>
                <a:gd name="connsiteX1" fmla="*/ 431800 w 1092200"/>
                <a:gd name="connsiteY1" fmla="*/ 0 h 673100"/>
                <a:gd name="connsiteX2" fmla="*/ 1092200 w 1092200"/>
                <a:gd name="connsiteY2" fmla="*/ 0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2200" h="673100">
                  <a:moveTo>
                    <a:pt x="0" y="673100"/>
                  </a:moveTo>
                  <a:lnTo>
                    <a:pt x="431800" y="0"/>
                  </a:lnTo>
                  <a:lnTo>
                    <a:pt x="1092200" y="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Freeform: Shape 53"/>
            <p:cNvSpPr/>
            <p:nvPr/>
          </p:nvSpPr>
          <p:spPr>
            <a:xfrm>
              <a:off x="4081812" y="3745723"/>
              <a:ext cx="1295400" cy="571500"/>
            </a:xfrm>
            <a:custGeom>
              <a:avLst/>
              <a:gdLst>
                <a:gd name="connsiteX0" fmla="*/ 1295400 w 1295400"/>
                <a:gd name="connsiteY0" fmla="*/ 0 h 571500"/>
                <a:gd name="connsiteX1" fmla="*/ 914400 w 1295400"/>
                <a:gd name="connsiteY1" fmla="*/ 571500 h 571500"/>
                <a:gd name="connsiteX2" fmla="*/ 0 w 1295400"/>
                <a:gd name="connsiteY2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95400" h="571500">
                  <a:moveTo>
                    <a:pt x="1295400" y="0"/>
                  </a:moveTo>
                  <a:lnTo>
                    <a:pt x="914400" y="571500"/>
                  </a:lnTo>
                  <a:lnTo>
                    <a:pt x="0" y="57150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: Shape 54"/>
            <p:cNvSpPr/>
            <p:nvPr/>
          </p:nvSpPr>
          <p:spPr>
            <a:xfrm>
              <a:off x="6734557" y="4144371"/>
              <a:ext cx="1409700" cy="172852"/>
            </a:xfrm>
            <a:custGeom>
              <a:avLst/>
              <a:gdLst>
                <a:gd name="connsiteX0" fmla="*/ 0 w 1409700"/>
                <a:gd name="connsiteY0" fmla="*/ 0 h 241300"/>
                <a:gd name="connsiteX1" fmla="*/ 609600 w 1409700"/>
                <a:gd name="connsiteY1" fmla="*/ 241300 h 241300"/>
                <a:gd name="connsiteX2" fmla="*/ 1409700 w 1409700"/>
                <a:gd name="connsiteY2" fmla="*/ 241300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9700" h="241300">
                  <a:moveTo>
                    <a:pt x="0" y="0"/>
                  </a:moveTo>
                  <a:lnTo>
                    <a:pt x="609600" y="241300"/>
                  </a:lnTo>
                  <a:lnTo>
                    <a:pt x="1409700" y="24130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Oval 55"/>
            <p:cNvSpPr/>
            <p:nvPr/>
          </p:nvSpPr>
          <p:spPr>
            <a:xfrm>
              <a:off x="3966179" y="1965978"/>
              <a:ext cx="188340" cy="188340"/>
            </a:xfrm>
            <a:prstGeom prst="ellipse">
              <a:avLst/>
            </a:prstGeom>
            <a:solidFill>
              <a:srgbClr val="5D89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Oval 56"/>
            <p:cNvSpPr/>
            <p:nvPr/>
          </p:nvSpPr>
          <p:spPr>
            <a:xfrm>
              <a:off x="3966179" y="4223053"/>
              <a:ext cx="188340" cy="188340"/>
            </a:xfrm>
            <a:prstGeom prst="ellipse">
              <a:avLst/>
            </a:prstGeom>
            <a:solidFill>
              <a:srgbClr val="5D89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Oval 57"/>
            <p:cNvSpPr/>
            <p:nvPr/>
          </p:nvSpPr>
          <p:spPr>
            <a:xfrm>
              <a:off x="8037481" y="1965978"/>
              <a:ext cx="188340" cy="188340"/>
            </a:xfrm>
            <a:prstGeom prst="ellipse">
              <a:avLst/>
            </a:prstGeom>
            <a:solidFill>
              <a:srgbClr val="5D89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Oval 58"/>
            <p:cNvSpPr/>
            <p:nvPr/>
          </p:nvSpPr>
          <p:spPr>
            <a:xfrm>
              <a:off x="8037481" y="4223053"/>
              <a:ext cx="188340" cy="188340"/>
            </a:xfrm>
            <a:prstGeom prst="ellipse">
              <a:avLst/>
            </a:prstGeom>
            <a:solidFill>
              <a:srgbClr val="5D89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8380793" y="1803195"/>
            <a:ext cx="2620956" cy="400110"/>
          </a:xfrm>
          <a:prstGeom prst="rect">
            <a:avLst/>
          </a:prstGeom>
          <a:solidFill>
            <a:srgbClr val="5D8971"/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380794" y="2267927"/>
            <a:ext cx="3506406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1278705" y="1857672"/>
            <a:ext cx="2431675" cy="400110"/>
          </a:xfrm>
          <a:prstGeom prst="rect">
            <a:avLst/>
          </a:prstGeom>
          <a:solidFill>
            <a:srgbClr val="5D8971"/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33" name="文本框 32"/>
          <p:cNvSpPr txBox="1">
            <a:spLocks noChangeArrowheads="1"/>
          </p:cNvSpPr>
          <p:nvPr/>
        </p:nvSpPr>
        <p:spPr bwMode="auto">
          <a:xfrm>
            <a:off x="457200" y="2322404"/>
            <a:ext cx="3253180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35" name="文本框 34"/>
          <p:cNvSpPr txBox="1">
            <a:spLocks noChangeArrowheads="1"/>
          </p:cNvSpPr>
          <p:nvPr/>
        </p:nvSpPr>
        <p:spPr bwMode="auto">
          <a:xfrm>
            <a:off x="8380793" y="4106676"/>
            <a:ext cx="2620956" cy="400110"/>
          </a:xfrm>
          <a:prstGeom prst="rect">
            <a:avLst/>
          </a:prstGeom>
          <a:solidFill>
            <a:srgbClr val="5D8971"/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8380794" y="4571408"/>
            <a:ext cx="3506406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1278705" y="4130004"/>
            <a:ext cx="2431675" cy="400110"/>
          </a:xfrm>
          <a:prstGeom prst="rect">
            <a:avLst/>
          </a:prstGeom>
          <a:solidFill>
            <a:srgbClr val="5D8971"/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457200" y="4594736"/>
            <a:ext cx="3253180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39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研究思路与方法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90313" y="2412144"/>
            <a:ext cx="7083036" cy="2981160"/>
            <a:chOff x="2554482" y="1938420"/>
            <a:chExt cx="7083036" cy="2981160"/>
          </a:xfrm>
        </p:grpSpPr>
        <p:sp>
          <p:nvSpPr>
            <p:cNvPr id="3" name="MH_Other_1"/>
            <p:cNvSpPr>
              <a:spLocks noChangeArrowheads="1"/>
            </p:cNvSpPr>
            <p:nvPr/>
          </p:nvSpPr>
          <p:spPr bwMode="auto">
            <a:xfrm>
              <a:off x="2876726" y="2274951"/>
              <a:ext cx="2409693" cy="2411280"/>
            </a:xfrm>
            <a:prstGeom prst="ellipse">
              <a:avLst/>
            </a:prstGeom>
            <a:noFill/>
            <a:ln w="9525">
              <a:solidFill>
                <a:srgbClr val="5D897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165" tIns="46987" rIns="90165" bIns="46987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endParaRPr lang="en-US" altLang="zh-CN" sz="170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" name="MH_Title_1"/>
            <p:cNvSpPr>
              <a:spLocks noChangeArrowheads="1"/>
            </p:cNvSpPr>
            <p:nvPr/>
          </p:nvSpPr>
          <p:spPr bwMode="auto">
            <a:xfrm>
              <a:off x="4724474" y="3021035"/>
              <a:ext cx="1033407" cy="1031818"/>
            </a:xfrm>
            <a:prstGeom prst="ellipse">
              <a:avLst/>
            </a:prstGeom>
            <a:solidFill>
              <a:srgbClr val="5D8971">
                <a:alpha val="80000"/>
              </a:srgbClr>
            </a:solidFill>
            <a:ln w="381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800" b="1" dirty="0">
                  <a:solidFill>
                    <a:srgbClr val="FFFFFF"/>
                  </a:solidFill>
                  <a:cs typeface="+mn-ea"/>
                  <a:sym typeface="+mn-lt"/>
                </a:rPr>
                <a:t>4</a:t>
              </a:r>
              <a:endParaRPr lang="zh-CN" altLang="en-US" sz="28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" name="MH_SubTitle_3"/>
            <p:cNvSpPr>
              <a:spLocks noChangeArrowheads="1"/>
            </p:cNvSpPr>
            <p:nvPr/>
          </p:nvSpPr>
          <p:spPr bwMode="auto">
            <a:xfrm>
              <a:off x="2554482" y="3276608"/>
              <a:ext cx="674650" cy="674651"/>
            </a:xfrm>
            <a:prstGeom prst="ellipse">
              <a:avLst/>
            </a:prstGeom>
            <a:solidFill>
              <a:srgbClr val="5D8971"/>
            </a:solidFill>
            <a:ln w="254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000" b="1" dirty="0">
                  <a:solidFill>
                    <a:srgbClr val="FFFFFF"/>
                  </a:solidFill>
                  <a:cs typeface="+mn-ea"/>
                  <a:sym typeface="+mn-lt"/>
                </a:rPr>
                <a:t>2</a:t>
              </a:r>
              <a:endParaRPr lang="zh-CN" altLang="en-US" sz="20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MH_SubTitle_1"/>
            <p:cNvSpPr>
              <a:spLocks noChangeArrowheads="1"/>
            </p:cNvSpPr>
            <p:nvPr/>
          </p:nvSpPr>
          <p:spPr bwMode="auto">
            <a:xfrm>
              <a:off x="3745041" y="1938420"/>
              <a:ext cx="673063" cy="674650"/>
            </a:xfrm>
            <a:prstGeom prst="ellipse">
              <a:avLst/>
            </a:prstGeom>
            <a:solidFill>
              <a:srgbClr val="5D8971"/>
            </a:solidFill>
            <a:ln w="254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000" b="1" dirty="0">
                  <a:solidFill>
                    <a:srgbClr val="FFFFFF"/>
                  </a:solidFill>
                  <a:cs typeface="+mn-ea"/>
                  <a:sym typeface="+mn-lt"/>
                </a:rPr>
                <a:t>1</a:t>
              </a:r>
              <a:endParaRPr lang="zh-CN" altLang="en-US" sz="20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7" name="MH_SubTitle_5"/>
            <p:cNvSpPr>
              <a:spLocks noChangeArrowheads="1"/>
            </p:cNvSpPr>
            <p:nvPr/>
          </p:nvSpPr>
          <p:spPr bwMode="auto">
            <a:xfrm>
              <a:off x="3640272" y="4244929"/>
              <a:ext cx="674650" cy="674651"/>
            </a:xfrm>
            <a:prstGeom prst="ellipse">
              <a:avLst/>
            </a:prstGeom>
            <a:solidFill>
              <a:srgbClr val="5D8971"/>
            </a:solidFill>
            <a:ln w="254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000" b="1" dirty="0">
                  <a:solidFill>
                    <a:srgbClr val="FFFFFF"/>
                  </a:solidFill>
                  <a:cs typeface="+mn-ea"/>
                  <a:sym typeface="+mn-lt"/>
                </a:rPr>
                <a:t>3</a:t>
              </a:r>
              <a:endParaRPr lang="zh-CN" altLang="en-US" sz="20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8" name="MH_Other_2"/>
            <p:cNvSpPr>
              <a:spLocks noChangeArrowheads="1"/>
            </p:cNvSpPr>
            <p:nvPr/>
          </p:nvSpPr>
          <p:spPr bwMode="auto">
            <a:xfrm flipH="1">
              <a:off x="6905580" y="2274951"/>
              <a:ext cx="2411281" cy="2411280"/>
            </a:xfrm>
            <a:prstGeom prst="ellipse">
              <a:avLst/>
            </a:prstGeom>
            <a:noFill/>
            <a:ln w="9525">
              <a:solidFill>
                <a:srgbClr val="5D897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165" tIns="46987" rIns="90165" bIns="46987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endParaRPr lang="en-US" altLang="zh-CN" sz="170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9" name="MH_Title_2"/>
            <p:cNvSpPr>
              <a:spLocks noChangeArrowheads="1"/>
            </p:cNvSpPr>
            <p:nvPr/>
          </p:nvSpPr>
          <p:spPr bwMode="auto">
            <a:xfrm flipH="1">
              <a:off x="6435705" y="3021035"/>
              <a:ext cx="1031818" cy="1031818"/>
            </a:xfrm>
            <a:prstGeom prst="ellipse">
              <a:avLst/>
            </a:prstGeom>
            <a:solidFill>
              <a:srgbClr val="5D8971">
                <a:alpha val="80000"/>
              </a:srgbClr>
            </a:solidFill>
            <a:ln w="381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800" b="1" dirty="0">
                  <a:solidFill>
                    <a:srgbClr val="FFFFFF"/>
                  </a:solidFill>
                  <a:cs typeface="+mn-ea"/>
                  <a:sym typeface="+mn-lt"/>
                </a:rPr>
                <a:t>5</a:t>
              </a:r>
              <a:endParaRPr lang="zh-CN" altLang="en-US" sz="28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" name="MH_SubTitle_4"/>
            <p:cNvSpPr>
              <a:spLocks noChangeArrowheads="1"/>
            </p:cNvSpPr>
            <p:nvPr/>
          </p:nvSpPr>
          <p:spPr bwMode="auto">
            <a:xfrm flipH="1">
              <a:off x="8964455" y="3276608"/>
              <a:ext cx="673063" cy="674651"/>
            </a:xfrm>
            <a:prstGeom prst="ellipse">
              <a:avLst/>
            </a:prstGeom>
            <a:solidFill>
              <a:srgbClr val="5D8971"/>
            </a:solidFill>
            <a:ln w="254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000" b="1" dirty="0">
                  <a:solidFill>
                    <a:srgbClr val="FFFFFF"/>
                  </a:solidFill>
                  <a:cs typeface="+mn-ea"/>
                  <a:sym typeface="+mn-lt"/>
                </a:rPr>
                <a:t>7</a:t>
              </a:r>
              <a:endParaRPr lang="zh-CN" altLang="en-US" sz="20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1" name="MH_SubTitle_2"/>
            <p:cNvSpPr>
              <a:spLocks noChangeArrowheads="1"/>
            </p:cNvSpPr>
            <p:nvPr/>
          </p:nvSpPr>
          <p:spPr bwMode="auto">
            <a:xfrm flipH="1">
              <a:off x="7773895" y="1938420"/>
              <a:ext cx="674650" cy="674650"/>
            </a:xfrm>
            <a:prstGeom prst="ellipse">
              <a:avLst/>
            </a:prstGeom>
            <a:solidFill>
              <a:srgbClr val="5D8971"/>
            </a:solidFill>
            <a:ln w="254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000" b="1" dirty="0">
                  <a:solidFill>
                    <a:srgbClr val="FFFFFF"/>
                  </a:solidFill>
                  <a:cs typeface="+mn-ea"/>
                  <a:sym typeface="+mn-lt"/>
                </a:rPr>
                <a:t>6</a:t>
              </a:r>
              <a:endParaRPr lang="zh-CN" altLang="en-US" sz="20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2" name="MH_SubTitle_6"/>
            <p:cNvSpPr>
              <a:spLocks noChangeArrowheads="1"/>
            </p:cNvSpPr>
            <p:nvPr/>
          </p:nvSpPr>
          <p:spPr bwMode="auto">
            <a:xfrm flipH="1">
              <a:off x="7878665" y="4244929"/>
              <a:ext cx="673063" cy="674651"/>
            </a:xfrm>
            <a:prstGeom prst="ellipse">
              <a:avLst/>
            </a:prstGeom>
            <a:solidFill>
              <a:srgbClr val="5D8971"/>
            </a:solidFill>
            <a:ln w="25400">
              <a:solidFill>
                <a:srgbClr val="5D8971"/>
              </a:solidFill>
              <a:round/>
            </a:ln>
          </p:spPr>
          <p:txBody>
            <a:bodyPr lIns="0" tIns="0" rIns="0" bIns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zh-CN" sz="2000" b="1" dirty="0">
                  <a:solidFill>
                    <a:srgbClr val="FFFFFF"/>
                  </a:solidFill>
                  <a:cs typeface="+mn-ea"/>
                  <a:sym typeface="+mn-lt"/>
                </a:rPr>
                <a:t>8</a:t>
              </a:r>
              <a:endParaRPr lang="zh-CN" altLang="en-US" sz="20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3" name="MH_Other_4"/>
            <p:cNvSpPr/>
            <p:nvPr/>
          </p:nvSpPr>
          <p:spPr bwMode="auto">
            <a:xfrm rot="-2644669" flipH="1" flipV="1">
              <a:off x="4980049" y="2219391"/>
              <a:ext cx="2219203" cy="2217616"/>
            </a:xfrm>
            <a:custGeom>
              <a:avLst/>
              <a:gdLst>
                <a:gd name="T0" fmla="*/ 1109662 w 2219325"/>
                <a:gd name="T1" fmla="*/ 0 h 2217738"/>
                <a:gd name="T2" fmla="*/ 2219325 w 2219325"/>
                <a:gd name="T3" fmla="*/ 1108869 h 2217738"/>
                <a:gd name="T4" fmla="*/ 1109663 w 2219325"/>
                <a:gd name="T5" fmla="*/ 1108869 h 2217738"/>
                <a:gd name="T6" fmla="*/ 1109662 w 2219325"/>
                <a:gd name="T7" fmla="*/ 0 h 2217738"/>
                <a:gd name="T8" fmla="*/ 1109662 w 2219325"/>
                <a:gd name="T9" fmla="*/ 0 h 2217738"/>
                <a:gd name="T10" fmla="*/ 2219325 w 2219325"/>
                <a:gd name="T11" fmla="*/ 1108869 h 22177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19325" h="2217738" stroke="0">
                  <a:moveTo>
                    <a:pt x="1109662" y="0"/>
                  </a:moveTo>
                  <a:cubicBezTo>
                    <a:pt x="1722512" y="0"/>
                    <a:pt x="2219325" y="496458"/>
                    <a:pt x="2219325" y="1108869"/>
                  </a:cubicBezTo>
                  <a:lnTo>
                    <a:pt x="1109663" y="1108869"/>
                  </a:lnTo>
                  <a:cubicBezTo>
                    <a:pt x="1109663" y="739246"/>
                    <a:pt x="1109662" y="369623"/>
                    <a:pt x="1109662" y="0"/>
                  </a:cubicBezTo>
                  <a:close/>
                </a:path>
                <a:path w="2219325" h="2217738" fill="none">
                  <a:moveTo>
                    <a:pt x="1109662" y="0"/>
                  </a:moveTo>
                  <a:cubicBezTo>
                    <a:pt x="1722512" y="0"/>
                    <a:pt x="2219325" y="496458"/>
                    <a:pt x="2219325" y="1108869"/>
                  </a:cubicBezTo>
                </a:path>
              </a:pathLst>
            </a:custGeom>
            <a:noFill/>
            <a:ln w="9525" cap="flat" cmpd="sng">
              <a:solidFill>
                <a:srgbClr val="5D897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705">
                <a:cs typeface="+mn-ea"/>
                <a:sym typeface="+mn-lt"/>
              </a:endParaRPr>
            </a:p>
          </p:txBody>
        </p:sp>
      </p:grpSp>
      <p:sp>
        <p:nvSpPr>
          <p:cNvPr id="14" name="文本框 36"/>
          <p:cNvSpPr txBox="1">
            <a:spLocks noChangeArrowheads="1"/>
          </p:cNvSpPr>
          <p:nvPr/>
        </p:nvSpPr>
        <p:spPr bwMode="auto">
          <a:xfrm>
            <a:off x="980736" y="1241751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5" name="文本框 37"/>
          <p:cNvSpPr txBox="1">
            <a:spLocks noChangeArrowheads="1"/>
          </p:cNvSpPr>
          <p:nvPr/>
        </p:nvSpPr>
        <p:spPr bwMode="auto">
          <a:xfrm>
            <a:off x="980736" y="1608146"/>
            <a:ext cx="3122024" cy="79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16" name="文本框 36"/>
          <p:cNvSpPr txBox="1">
            <a:spLocks noChangeArrowheads="1"/>
          </p:cNvSpPr>
          <p:nvPr/>
        </p:nvSpPr>
        <p:spPr bwMode="auto">
          <a:xfrm>
            <a:off x="956767" y="4927769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7" name="文本框 37"/>
          <p:cNvSpPr txBox="1">
            <a:spLocks noChangeArrowheads="1"/>
          </p:cNvSpPr>
          <p:nvPr/>
        </p:nvSpPr>
        <p:spPr bwMode="auto">
          <a:xfrm>
            <a:off x="956132" y="5370364"/>
            <a:ext cx="2409693" cy="1160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18" name="文本框 36"/>
          <p:cNvSpPr txBox="1">
            <a:spLocks noChangeArrowheads="1"/>
          </p:cNvSpPr>
          <p:nvPr/>
        </p:nvSpPr>
        <p:spPr bwMode="auto">
          <a:xfrm>
            <a:off x="260326" y="3023449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19" name="文本框 37"/>
          <p:cNvSpPr txBox="1">
            <a:spLocks noChangeArrowheads="1"/>
          </p:cNvSpPr>
          <p:nvPr/>
        </p:nvSpPr>
        <p:spPr bwMode="auto">
          <a:xfrm>
            <a:off x="260326" y="3466044"/>
            <a:ext cx="2129987" cy="1160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20" name="文本框 36"/>
          <p:cNvSpPr txBox="1">
            <a:spLocks noChangeArrowheads="1"/>
          </p:cNvSpPr>
          <p:nvPr/>
        </p:nvSpPr>
        <p:spPr bwMode="auto">
          <a:xfrm>
            <a:off x="4386463" y="5061493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21" name="文本框 37"/>
          <p:cNvSpPr txBox="1">
            <a:spLocks noChangeArrowheads="1"/>
          </p:cNvSpPr>
          <p:nvPr/>
        </p:nvSpPr>
        <p:spPr bwMode="auto">
          <a:xfrm>
            <a:off x="4386463" y="5504088"/>
            <a:ext cx="2761877" cy="1160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22" name="文本框 36"/>
          <p:cNvSpPr txBox="1">
            <a:spLocks noChangeArrowheads="1"/>
          </p:cNvSpPr>
          <p:nvPr/>
        </p:nvSpPr>
        <p:spPr bwMode="auto">
          <a:xfrm>
            <a:off x="8284376" y="5203075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23" name="文本框 37"/>
          <p:cNvSpPr txBox="1">
            <a:spLocks noChangeArrowheads="1"/>
          </p:cNvSpPr>
          <p:nvPr/>
        </p:nvSpPr>
        <p:spPr bwMode="auto">
          <a:xfrm>
            <a:off x="8334159" y="5618892"/>
            <a:ext cx="3100705" cy="79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24" name="文本框 36"/>
          <p:cNvSpPr txBox="1">
            <a:spLocks noChangeArrowheads="1"/>
          </p:cNvSpPr>
          <p:nvPr/>
        </p:nvSpPr>
        <p:spPr bwMode="auto">
          <a:xfrm>
            <a:off x="9473349" y="3086794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25" name="文本框 37"/>
          <p:cNvSpPr txBox="1">
            <a:spLocks noChangeArrowheads="1"/>
          </p:cNvSpPr>
          <p:nvPr/>
        </p:nvSpPr>
        <p:spPr bwMode="auto">
          <a:xfrm>
            <a:off x="9473349" y="3530024"/>
            <a:ext cx="2259207" cy="1160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26" name="文本框 36"/>
          <p:cNvSpPr txBox="1">
            <a:spLocks noChangeArrowheads="1"/>
          </p:cNvSpPr>
          <p:nvPr/>
        </p:nvSpPr>
        <p:spPr bwMode="auto">
          <a:xfrm>
            <a:off x="4971076" y="1359226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27" name="文本框 37"/>
          <p:cNvSpPr txBox="1">
            <a:spLocks noChangeArrowheads="1"/>
          </p:cNvSpPr>
          <p:nvPr/>
        </p:nvSpPr>
        <p:spPr bwMode="auto">
          <a:xfrm>
            <a:off x="4970441" y="1725621"/>
            <a:ext cx="3122024" cy="79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28" name="文本框 36"/>
          <p:cNvSpPr txBox="1">
            <a:spLocks noChangeArrowheads="1"/>
          </p:cNvSpPr>
          <p:nvPr/>
        </p:nvSpPr>
        <p:spPr bwMode="auto">
          <a:xfrm>
            <a:off x="8810286" y="1190951"/>
            <a:ext cx="196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29" name="文本框 37"/>
          <p:cNvSpPr txBox="1">
            <a:spLocks noChangeArrowheads="1"/>
          </p:cNvSpPr>
          <p:nvPr/>
        </p:nvSpPr>
        <p:spPr bwMode="auto">
          <a:xfrm>
            <a:off x="8809651" y="1557346"/>
            <a:ext cx="3122024" cy="79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30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研究思路与方法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808331" y="1402166"/>
            <a:ext cx="4039736" cy="2694294"/>
            <a:chOff x="1655928" y="1292908"/>
            <a:chExt cx="4039736" cy="2694294"/>
          </a:xfrm>
        </p:grpSpPr>
        <p:sp>
          <p:nvSpPr>
            <p:cNvPr id="3" name="矩形: 圆角 2"/>
            <p:cNvSpPr/>
            <p:nvPr/>
          </p:nvSpPr>
          <p:spPr>
            <a:xfrm flipV="1">
              <a:off x="1655928" y="1292908"/>
              <a:ext cx="4039736" cy="2361063"/>
            </a:xfrm>
            <a:custGeom>
              <a:avLst/>
              <a:gdLst>
                <a:gd name="connsiteX0" fmla="*/ 0 w 5213444"/>
                <a:gd name="connsiteY0" fmla="*/ 1173708 h 2347416"/>
                <a:gd name="connsiteX1" fmla="*/ 1173708 w 5213444"/>
                <a:gd name="connsiteY1" fmla="*/ 0 h 2347416"/>
                <a:gd name="connsiteX2" fmla="*/ 4039736 w 5213444"/>
                <a:gd name="connsiteY2" fmla="*/ 0 h 2347416"/>
                <a:gd name="connsiteX3" fmla="*/ 5213444 w 5213444"/>
                <a:gd name="connsiteY3" fmla="*/ 1173708 h 2347416"/>
                <a:gd name="connsiteX4" fmla="*/ 5213444 w 5213444"/>
                <a:gd name="connsiteY4" fmla="*/ 1173708 h 2347416"/>
                <a:gd name="connsiteX5" fmla="*/ 4039736 w 5213444"/>
                <a:gd name="connsiteY5" fmla="*/ 2347416 h 2347416"/>
                <a:gd name="connsiteX6" fmla="*/ 1173708 w 5213444"/>
                <a:gd name="connsiteY6" fmla="*/ 2347416 h 2347416"/>
                <a:gd name="connsiteX7" fmla="*/ 0 w 5213444"/>
                <a:gd name="connsiteY7" fmla="*/ 1173708 h 2347416"/>
                <a:gd name="connsiteX0-1" fmla="*/ 0 w 5213444"/>
                <a:gd name="connsiteY0-2" fmla="*/ 1187355 h 2361063"/>
                <a:gd name="connsiteX1-3" fmla="*/ 1173708 w 5213444"/>
                <a:gd name="connsiteY1-4" fmla="*/ 13647 h 2361063"/>
                <a:gd name="connsiteX2-5" fmla="*/ 3125337 w 5213444"/>
                <a:gd name="connsiteY2-6" fmla="*/ 0 h 2361063"/>
                <a:gd name="connsiteX3-7" fmla="*/ 4039736 w 5213444"/>
                <a:gd name="connsiteY3-8" fmla="*/ 13647 h 2361063"/>
                <a:gd name="connsiteX4-9" fmla="*/ 5213444 w 5213444"/>
                <a:gd name="connsiteY4-10" fmla="*/ 1187355 h 2361063"/>
                <a:gd name="connsiteX5-11" fmla="*/ 5213444 w 5213444"/>
                <a:gd name="connsiteY5-12" fmla="*/ 1187355 h 2361063"/>
                <a:gd name="connsiteX6-13" fmla="*/ 4039736 w 5213444"/>
                <a:gd name="connsiteY6-14" fmla="*/ 2361063 h 2361063"/>
                <a:gd name="connsiteX7-15" fmla="*/ 1173708 w 5213444"/>
                <a:gd name="connsiteY7-16" fmla="*/ 2361063 h 2361063"/>
                <a:gd name="connsiteX8" fmla="*/ 0 w 5213444"/>
                <a:gd name="connsiteY8" fmla="*/ 1187355 h 2361063"/>
                <a:gd name="connsiteX0-17" fmla="*/ 0 w 5213444"/>
                <a:gd name="connsiteY0-18" fmla="*/ 1187355 h 2361063"/>
                <a:gd name="connsiteX1-19" fmla="*/ 1173708 w 5213444"/>
                <a:gd name="connsiteY1-20" fmla="*/ 13647 h 2361063"/>
                <a:gd name="connsiteX2-21" fmla="*/ 3125337 w 5213444"/>
                <a:gd name="connsiteY2-22" fmla="*/ 0 h 2361063"/>
                <a:gd name="connsiteX3-23" fmla="*/ 4039736 w 5213444"/>
                <a:gd name="connsiteY3-24" fmla="*/ 13647 h 2361063"/>
                <a:gd name="connsiteX4-25" fmla="*/ 5213444 w 5213444"/>
                <a:gd name="connsiteY4-26" fmla="*/ 1187355 h 2361063"/>
                <a:gd name="connsiteX5-27" fmla="*/ 5213444 w 5213444"/>
                <a:gd name="connsiteY5-28" fmla="*/ 1187355 h 2361063"/>
                <a:gd name="connsiteX6-29" fmla="*/ 4039736 w 5213444"/>
                <a:gd name="connsiteY6-30" fmla="*/ 2361063 h 2361063"/>
                <a:gd name="connsiteX7-31" fmla="*/ 2129050 w 5213444"/>
                <a:gd name="connsiteY7-32" fmla="*/ 2347416 h 2361063"/>
                <a:gd name="connsiteX8-33" fmla="*/ 1173708 w 5213444"/>
                <a:gd name="connsiteY8-34" fmla="*/ 2361063 h 2361063"/>
                <a:gd name="connsiteX9" fmla="*/ 0 w 5213444"/>
                <a:gd name="connsiteY9" fmla="*/ 1187355 h 2361063"/>
                <a:gd name="connsiteX0-35" fmla="*/ 5213444 w 5304884"/>
                <a:gd name="connsiteY0-36" fmla="*/ 1187355 h 2361063"/>
                <a:gd name="connsiteX1-37" fmla="*/ 4039736 w 5304884"/>
                <a:gd name="connsiteY1-38" fmla="*/ 2361063 h 2361063"/>
                <a:gd name="connsiteX2-39" fmla="*/ 2129050 w 5304884"/>
                <a:gd name="connsiteY2-40" fmla="*/ 2347416 h 2361063"/>
                <a:gd name="connsiteX3-41" fmla="*/ 1173708 w 5304884"/>
                <a:gd name="connsiteY3-42" fmla="*/ 2361063 h 2361063"/>
                <a:gd name="connsiteX4-43" fmla="*/ 0 w 5304884"/>
                <a:gd name="connsiteY4-44" fmla="*/ 1187355 h 2361063"/>
                <a:gd name="connsiteX5-45" fmla="*/ 1173708 w 5304884"/>
                <a:gd name="connsiteY5-46" fmla="*/ 13647 h 2361063"/>
                <a:gd name="connsiteX6-47" fmla="*/ 3125337 w 5304884"/>
                <a:gd name="connsiteY6-48" fmla="*/ 0 h 2361063"/>
                <a:gd name="connsiteX7-49" fmla="*/ 4039736 w 5304884"/>
                <a:gd name="connsiteY7-50" fmla="*/ 13647 h 2361063"/>
                <a:gd name="connsiteX8-51" fmla="*/ 5213444 w 5304884"/>
                <a:gd name="connsiteY8-52" fmla="*/ 1187355 h 2361063"/>
                <a:gd name="connsiteX9-53" fmla="*/ 5304884 w 5304884"/>
                <a:gd name="connsiteY9-54" fmla="*/ 1278795 h 2361063"/>
                <a:gd name="connsiteX0-55" fmla="*/ 5213444 w 5213444"/>
                <a:gd name="connsiteY0-56" fmla="*/ 1187355 h 2361063"/>
                <a:gd name="connsiteX1-57" fmla="*/ 4039736 w 5213444"/>
                <a:gd name="connsiteY1-58" fmla="*/ 2361063 h 2361063"/>
                <a:gd name="connsiteX2-59" fmla="*/ 2129050 w 5213444"/>
                <a:gd name="connsiteY2-60" fmla="*/ 2347416 h 2361063"/>
                <a:gd name="connsiteX3-61" fmla="*/ 1173708 w 5213444"/>
                <a:gd name="connsiteY3-62" fmla="*/ 2361063 h 2361063"/>
                <a:gd name="connsiteX4-63" fmla="*/ 0 w 5213444"/>
                <a:gd name="connsiteY4-64" fmla="*/ 1187355 h 2361063"/>
                <a:gd name="connsiteX5-65" fmla="*/ 1173708 w 5213444"/>
                <a:gd name="connsiteY5-66" fmla="*/ 13647 h 2361063"/>
                <a:gd name="connsiteX6-67" fmla="*/ 3125337 w 5213444"/>
                <a:gd name="connsiteY6-68" fmla="*/ 0 h 2361063"/>
                <a:gd name="connsiteX7-69" fmla="*/ 4039736 w 5213444"/>
                <a:gd name="connsiteY7-70" fmla="*/ 13647 h 2361063"/>
                <a:gd name="connsiteX8-71" fmla="*/ 5213444 w 5213444"/>
                <a:gd name="connsiteY8-72" fmla="*/ 1187355 h 2361063"/>
                <a:gd name="connsiteX0-73" fmla="*/ 5213444 w 5213444"/>
                <a:gd name="connsiteY0-74" fmla="*/ 1187355 h 2361063"/>
                <a:gd name="connsiteX1-75" fmla="*/ 4039736 w 5213444"/>
                <a:gd name="connsiteY1-76" fmla="*/ 2361063 h 2361063"/>
                <a:gd name="connsiteX2-77" fmla="*/ 2129050 w 5213444"/>
                <a:gd name="connsiteY2-78" fmla="*/ 2347416 h 2361063"/>
                <a:gd name="connsiteX3-79" fmla="*/ 1173708 w 5213444"/>
                <a:gd name="connsiteY3-80" fmla="*/ 2361063 h 2361063"/>
                <a:gd name="connsiteX4-81" fmla="*/ 0 w 5213444"/>
                <a:gd name="connsiteY4-82" fmla="*/ 1187355 h 2361063"/>
                <a:gd name="connsiteX5-83" fmla="*/ 1173708 w 5213444"/>
                <a:gd name="connsiteY5-84" fmla="*/ 13647 h 2361063"/>
                <a:gd name="connsiteX6-85" fmla="*/ 3125337 w 5213444"/>
                <a:gd name="connsiteY6-86" fmla="*/ 0 h 2361063"/>
                <a:gd name="connsiteX7-87" fmla="*/ 4039736 w 5213444"/>
                <a:gd name="connsiteY7-88" fmla="*/ 13647 h 2361063"/>
                <a:gd name="connsiteX0-89" fmla="*/ 5213444 w 5213444"/>
                <a:gd name="connsiteY0-90" fmla="*/ 1187355 h 2361063"/>
                <a:gd name="connsiteX1-91" fmla="*/ 4039736 w 5213444"/>
                <a:gd name="connsiteY1-92" fmla="*/ 2361063 h 2361063"/>
                <a:gd name="connsiteX2-93" fmla="*/ 2129050 w 5213444"/>
                <a:gd name="connsiteY2-94" fmla="*/ 2347416 h 2361063"/>
                <a:gd name="connsiteX3-95" fmla="*/ 1173708 w 5213444"/>
                <a:gd name="connsiteY3-96" fmla="*/ 2361063 h 2361063"/>
                <a:gd name="connsiteX4-97" fmla="*/ 0 w 5213444"/>
                <a:gd name="connsiteY4-98" fmla="*/ 1187355 h 2361063"/>
                <a:gd name="connsiteX5-99" fmla="*/ 1173708 w 5213444"/>
                <a:gd name="connsiteY5-100" fmla="*/ 13647 h 2361063"/>
                <a:gd name="connsiteX6-101" fmla="*/ 3125337 w 5213444"/>
                <a:gd name="connsiteY6-102" fmla="*/ 0 h 2361063"/>
                <a:gd name="connsiteX7-103" fmla="*/ 4039736 w 5213444"/>
                <a:gd name="connsiteY7-104" fmla="*/ 13647 h 2361063"/>
                <a:gd name="connsiteX0-105" fmla="*/ 4039736 w 4039736"/>
                <a:gd name="connsiteY0-106" fmla="*/ 2361063 h 2361063"/>
                <a:gd name="connsiteX1-107" fmla="*/ 2129050 w 4039736"/>
                <a:gd name="connsiteY1-108" fmla="*/ 2347416 h 2361063"/>
                <a:gd name="connsiteX2-109" fmla="*/ 1173708 w 4039736"/>
                <a:gd name="connsiteY2-110" fmla="*/ 2361063 h 2361063"/>
                <a:gd name="connsiteX3-111" fmla="*/ 0 w 4039736"/>
                <a:gd name="connsiteY3-112" fmla="*/ 1187355 h 2361063"/>
                <a:gd name="connsiteX4-113" fmla="*/ 1173708 w 4039736"/>
                <a:gd name="connsiteY4-114" fmla="*/ 13647 h 2361063"/>
                <a:gd name="connsiteX5-115" fmla="*/ 3125337 w 4039736"/>
                <a:gd name="connsiteY5-116" fmla="*/ 0 h 2361063"/>
                <a:gd name="connsiteX6-117" fmla="*/ 4039736 w 4039736"/>
                <a:gd name="connsiteY6-118" fmla="*/ 13647 h 2361063"/>
                <a:gd name="connsiteX0-119" fmla="*/ 4039736 w 4039736"/>
                <a:gd name="connsiteY0-120" fmla="*/ 2361063 h 2361063"/>
                <a:gd name="connsiteX1-121" fmla="*/ 2129050 w 4039736"/>
                <a:gd name="connsiteY1-122" fmla="*/ 2347416 h 2361063"/>
                <a:gd name="connsiteX2-123" fmla="*/ 1173708 w 4039736"/>
                <a:gd name="connsiteY2-124" fmla="*/ 2361063 h 2361063"/>
                <a:gd name="connsiteX3-125" fmla="*/ 0 w 4039736"/>
                <a:gd name="connsiteY3-126" fmla="*/ 1187355 h 2361063"/>
                <a:gd name="connsiteX4-127" fmla="*/ 1173708 w 4039736"/>
                <a:gd name="connsiteY4-128" fmla="*/ 13647 h 2361063"/>
                <a:gd name="connsiteX5-129" fmla="*/ 3125337 w 4039736"/>
                <a:gd name="connsiteY5-130" fmla="*/ 0 h 23610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4039736" h="2361063">
                  <a:moveTo>
                    <a:pt x="4039736" y="2361063"/>
                  </a:moveTo>
                  <a:lnTo>
                    <a:pt x="2129050" y="2347416"/>
                  </a:lnTo>
                  <a:lnTo>
                    <a:pt x="1173708" y="2361063"/>
                  </a:lnTo>
                  <a:cubicBezTo>
                    <a:pt x="525487" y="2361063"/>
                    <a:pt x="0" y="1835576"/>
                    <a:pt x="0" y="1187355"/>
                  </a:cubicBezTo>
                  <a:cubicBezTo>
                    <a:pt x="0" y="539134"/>
                    <a:pt x="525487" y="13647"/>
                    <a:pt x="1173708" y="13647"/>
                  </a:cubicBezTo>
                  <a:lnTo>
                    <a:pt x="3125337" y="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4809697" y="3320739"/>
              <a:ext cx="666463" cy="666463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1</a:t>
              </a:r>
              <a:endPara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463052" y="914041"/>
            <a:ext cx="4235351" cy="2694295"/>
            <a:chOff x="7463052" y="750267"/>
            <a:chExt cx="4235351" cy="2694295"/>
          </a:xfrm>
        </p:grpSpPr>
        <p:sp>
          <p:nvSpPr>
            <p:cNvPr id="7" name="矩形: 圆角 2"/>
            <p:cNvSpPr/>
            <p:nvPr/>
          </p:nvSpPr>
          <p:spPr>
            <a:xfrm flipH="1" flipV="1">
              <a:off x="7658667" y="1083499"/>
              <a:ext cx="4039736" cy="2361063"/>
            </a:xfrm>
            <a:custGeom>
              <a:avLst/>
              <a:gdLst>
                <a:gd name="connsiteX0" fmla="*/ 0 w 5213444"/>
                <a:gd name="connsiteY0" fmla="*/ 1173708 h 2347416"/>
                <a:gd name="connsiteX1" fmla="*/ 1173708 w 5213444"/>
                <a:gd name="connsiteY1" fmla="*/ 0 h 2347416"/>
                <a:gd name="connsiteX2" fmla="*/ 4039736 w 5213444"/>
                <a:gd name="connsiteY2" fmla="*/ 0 h 2347416"/>
                <a:gd name="connsiteX3" fmla="*/ 5213444 w 5213444"/>
                <a:gd name="connsiteY3" fmla="*/ 1173708 h 2347416"/>
                <a:gd name="connsiteX4" fmla="*/ 5213444 w 5213444"/>
                <a:gd name="connsiteY4" fmla="*/ 1173708 h 2347416"/>
                <a:gd name="connsiteX5" fmla="*/ 4039736 w 5213444"/>
                <a:gd name="connsiteY5" fmla="*/ 2347416 h 2347416"/>
                <a:gd name="connsiteX6" fmla="*/ 1173708 w 5213444"/>
                <a:gd name="connsiteY6" fmla="*/ 2347416 h 2347416"/>
                <a:gd name="connsiteX7" fmla="*/ 0 w 5213444"/>
                <a:gd name="connsiteY7" fmla="*/ 1173708 h 2347416"/>
                <a:gd name="connsiteX0-1" fmla="*/ 0 w 5213444"/>
                <a:gd name="connsiteY0-2" fmla="*/ 1187355 h 2361063"/>
                <a:gd name="connsiteX1-3" fmla="*/ 1173708 w 5213444"/>
                <a:gd name="connsiteY1-4" fmla="*/ 13647 h 2361063"/>
                <a:gd name="connsiteX2-5" fmla="*/ 3125337 w 5213444"/>
                <a:gd name="connsiteY2-6" fmla="*/ 0 h 2361063"/>
                <a:gd name="connsiteX3-7" fmla="*/ 4039736 w 5213444"/>
                <a:gd name="connsiteY3-8" fmla="*/ 13647 h 2361063"/>
                <a:gd name="connsiteX4-9" fmla="*/ 5213444 w 5213444"/>
                <a:gd name="connsiteY4-10" fmla="*/ 1187355 h 2361063"/>
                <a:gd name="connsiteX5-11" fmla="*/ 5213444 w 5213444"/>
                <a:gd name="connsiteY5-12" fmla="*/ 1187355 h 2361063"/>
                <a:gd name="connsiteX6-13" fmla="*/ 4039736 w 5213444"/>
                <a:gd name="connsiteY6-14" fmla="*/ 2361063 h 2361063"/>
                <a:gd name="connsiteX7-15" fmla="*/ 1173708 w 5213444"/>
                <a:gd name="connsiteY7-16" fmla="*/ 2361063 h 2361063"/>
                <a:gd name="connsiteX8" fmla="*/ 0 w 5213444"/>
                <a:gd name="connsiteY8" fmla="*/ 1187355 h 2361063"/>
                <a:gd name="connsiteX0-17" fmla="*/ 0 w 5213444"/>
                <a:gd name="connsiteY0-18" fmla="*/ 1187355 h 2361063"/>
                <a:gd name="connsiteX1-19" fmla="*/ 1173708 w 5213444"/>
                <a:gd name="connsiteY1-20" fmla="*/ 13647 h 2361063"/>
                <a:gd name="connsiteX2-21" fmla="*/ 3125337 w 5213444"/>
                <a:gd name="connsiteY2-22" fmla="*/ 0 h 2361063"/>
                <a:gd name="connsiteX3-23" fmla="*/ 4039736 w 5213444"/>
                <a:gd name="connsiteY3-24" fmla="*/ 13647 h 2361063"/>
                <a:gd name="connsiteX4-25" fmla="*/ 5213444 w 5213444"/>
                <a:gd name="connsiteY4-26" fmla="*/ 1187355 h 2361063"/>
                <a:gd name="connsiteX5-27" fmla="*/ 5213444 w 5213444"/>
                <a:gd name="connsiteY5-28" fmla="*/ 1187355 h 2361063"/>
                <a:gd name="connsiteX6-29" fmla="*/ 4039736 w 5213444"/>
                <a:gd name="connsiteY6-30" fmla="*/ 2361063 h 2361063"/>
                <a:gd name="connsiteX7-31" fmla="*/ 2129050 w 5213444"/>
                <a:gd name="connsiteY7-32" fmla="*/ 2347416 h 2361063"/>
                <a:gd name="connsiteX8-33" fmla="*/ 1173708 w 5213444"/>
                <a:gd name="connsiteY8-34" fmla="*/ 2361063 h 2361063"/>
                <a:gd name="connsiteX9" fmla="*/ 0 w 5213444"/>
                <a:gd name="connsiteY9" fmla="*/ 1187355 h 2361063"/>
                <a:gd name="connsiteX0-35" fmla="*/ 5213444 w 5304884"/>
                <a:gd name="connsiteY0-36" fmla="*/ 1187355 h 2361063"/>
                <a:gd name="connsiteX1-37" fmla="*/ 4039736 w 5304884"/>
                <a:gd name="connsiteY1-38" fmla="*/ 2361063 h 2361063"/>
                <a:gd name="connsiteX2-39" fmla="*/ 2129050 w 5304884"/>
                <a:gd name="connsiteY2-40" fmla="*/ 2347416 h 2361063"/>
                <a:gd name="connsiteX3-41" fmla="*/ 1173708 w 5304884"/>
                <a:gd name="connsiteY3-42" fmla="*/ 2361063 h 2361063"/>
                <a:gd name="connsiteX4-43" fmla="*/ 0 w 5304884"/>
                <a:gd name="connsiteY4-44" fmla="*/ 1187355 h 2361063"/>
                <a:gd name="connsiteX5-45" fmla="*/ 1173708 w 5304884"/>
                <a:gd name="connsiteY5-46" fmla="*/ 13647 h 2361063"/>
                <a:gd name="connsiteX6-47" fmla="*/ 3125337 w 5304884"/>
                <a:gd name="connsiteY6-48" fmla="*/ 0 h 2361063"/>
                <a:gd name="connsiteX7-49" fmla="*/ 4039736 w 5304884"/>
                <a:gd name="connsiteY7-50" fmla="*/ 13647 h 2361063"/>
                <a:gd name="connsiteX8-51" fmla="*/ 5213444 w 5304884"/>
                <a:gd name="connsiteY8-52" fmla="*/ 1187355 h 2361063"/>
                <a:gd name="connsiteX9-53" fmla="*/ 5304884 w 5304884"/>
                <a:gd name="connsiteY9-54" fmla="*/ 1278795 h 2361063"/>
                <a:gd name="connsiteX0-55" fmla="*/ 5213444 w 5213444"/>
                <a:gd name="connsiteY0-56" fmla="*/ 1187355 h 2361063"/>
                <a:gd name="connsiteX1-57" fmla="*/ 4039736 w 5213444"/>
                <a:gd name="connsiteY1-58" fmla="*/ 2361063 h 2361063"/>
                <a:gd name="connsiteX2-59" fmla="*/ 2129050 w 5213444"/>
                <a:gd name="connsiteY2-60" fmla="*/ 2347416 h 2361063"/>
                <a:gd name="connsiteX3-61" fmla="*/ 1173708 w 5213444"/>
                <a:gd name="connsiteY3-62" fmla="*/ 2361063 h 2361063"/>
                <a:gd name="connsiteX4-63" fmla="*/ 0 w 5213444"/>
                <a:gd name="connsiteY4-64" fmla="*/ 1187355 h 2361063"/>
                <a:gd name="connsiteX5-65" fmla="*/ 1173708 w 5213444"/>
                <a:gd name="connsiteY5-66" fmla="*/ 13647 h 2361063"/>
                <a:gd name="connsiteX6-67" fmla="*/ 3125337 w 5213444"/>
                <a:gd name="connsiteY6-68" fmla="*/ 0 h 2361063"/>
                <a:gd name="connsiteX7-69" fmla="*/ 4039736 w 5213444"/>
                <a:gd name="connsiteY7-70" fmla="*/ 13647 h 2361063"/>
                <a:gd name="connsiteX8-71" fmla="*/ 5213444 w 5213444"/>
                <a:gd name="connsiteY8-72" fmla="*/ 1187355 h 2361063"/>
                <a:gd name="connsiteX0-73" fmla="*/ 5213444 w 5213444"/>
                <a:gd name="connsiteY0-74" fmla="*/ 1187355 h 2361063"/>
                <a:gd name="connsiteX1-75" fmla="*/ 4039736 w 5213444"/>
                <a:gd name="connsiteY1-76" fmla="*/ 2361063 h 2361063"/>
                <a:gd name="connsiteX2-77" fmla="*/ 2129050 w 5213444"/>
                <a:gd name="connsiteY2-78" fmla="*/ 2347416 h 2361063"/>
                <a:gd name="connsiteX3-79" fmla="*/ 1173708 w 5213444"/>
                <a:gd name="connsiteY3-80" fmla="*/ 2361063 h 2361063"/>
                <a:gd name="connsiteX4-81" fmla="*/ 0 w 5213444"/>
                <a:gd name="connsiteY4-82" fmla="*/ 1187355 h 2361063"/>
                <a:gd name="connsiteX5-83" fmla="*/ 1173708 w 5213444"/>
                <a:gd name="connsiteY5-84" fmla="*/ 13647 h 2361063"/>
                <a:gd name="connsiteX6-85" fmla="*/ 3125337 w 5213444"/>
                <a:gd name="connsiteY6-86" fmla="*/ 0 h 2361063"/>
                <a:gd name="connsiteX7-87" fmla="*/ 4039736 w 5213444"/>
                <a:gd name="connsiteY7-88" fmla="*/ 13647 h 2361063"/>
                <a:gd name="connsiteX0-89" fmla="*/ 5213444 w 5213444"/>
                <a:gd name="connsiteY0-90" fmla="*/ 1187355 h 2361063"/>
                <a:gd name="connsiteX1-91" fmla="*/ 4039736 w 5213444"/>
                <a:gd name="connsiteY1-92" fmla="*/ 2361063 h 2361063"/>
                <a:gd name="connsiteX2-93" fmla="*/ 2129050 w 5213444"/>
                <a:gd name="connsiteY2-94" fmla="*/ 2347416 h 2361063"/>
                <a:gd name="connsiteX3-95" fmla="*/ 1173708 w 5213444"/>
                <a:gd name="connsiteY3-96" fmla="*/ 2361063 h 2361063"/>
                <a:gd name="connsiteX4-97" fmla="*/ 0 w 5213444"/>
                <a:gd name="connsiteY4-98" fmla="*/ 1187355 h 2361063"/>
                <a:gd name="connsiteX5-99" fmla="*/ 1173708 w 5213444"/>
                <a:gd name="connsiteY5-100" fmla="*/ 13647 h 2361063"/>
                <a:gd name="connsiteX6-101" fmla="*/ 3125337 w 5213444"/>
                <a:gd name="connsiteY6-102" fmla="*/ 0 h 2361063"/>
                <a:gd name="connsiteX7-103" fmla="*/ 4039736 w 5213444"/>
                <a:gd name="connsiteY7-104" fmla="*/ 13647 h 2361063"/>
                <a:gd name="connsiteX0-105" fmla="*/ 4039736 w 4039736"/>
                <a:gd name="connsiteY0-106" fmla="*/ 2361063 h 2361063"/>
                <a:gd name="connsiteX1-107" fmla="*/ 2129050 w 4039736"/>
                <a:gd name="connsiteY1-108" fmla="*/ 2347416 h 2361063"/>
                <a:gd name="connsiteX2-109" fmla="*/ 1173708 w 4039736"/>
                <a:gd name="connsiteY2-110" fmla="*/ 2361063 h 2361063"/>
                <a:gd name="connsiteX3-111" fmla="*/ 0 w 4039736"/>
                <a:gd name="connsiteY3-112" fmla="*/ 1187355 h 2361063"/>
                <a:gd name="connsiteX4-113" fmla="*/ 1173708 w 4039736"/>
                <a:gd name="connsiteY4-114" fmla="*/ 13647 h 2361063"/>
                <a:gd name="connsiteX5-115" fmla="*/ 3125337 w 4039736"/>
                <a:gd name="connsiteY5-116" fmla="*/ 0 h 2361063"/>
                <a:gd name="connsiteX6-117" fmla="*/ 4039736 w 4039736"/>
                <a:gd name="connsiteY6-118" fmla="*/ 13647 h 2361063"/>
                <a:gd name="connsiteX0-119" fmla="*/ 4039736 w 4039736"/>
                <a:gd name="connsiteY0-120" fmla="*/ 2361063 h 2361063"/>
                <a:gd name="connsiteX1-121" fmla="*/ 2129050 w 4039736"/>
                <a:gd name="connsiteY1-122" fmla="*/ 2347416 h 2361063"/>
                <a:gd name="connsiteX2-123" fmla="*/ 1173708 w 4039736"/>
                <a:gd name="connsiteY2-124" fmla="*/ 2361063 h 2361063"/>
                <a:gd name="connsiteX3-125" fmla="*/ 0 w 4039736"/>
                <a:gd name="connsiteY3-126" fmla="*/ 1187355 h 2361063"/>
                <a:gd name="connsiteX4-127" fmla="*/ 1173708 w 4039736"/>
                <a:gd name="connsiteY4-128" fmla="*/ 13647 h 2361063"/>
                <a:gd name="connsiteX5-129" fmla="*/ 3125337 w 4039736"/>
                <a:gd name="connsiteY5-130" fmla="*/ 0 h 23610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4039736" h="2361063">
                  <a:moveTo>
                    <a:pt x="4039736" y="2361063"/>
                  </a:moveTo>
                  <a:lnTo>
                    <a:pt x="2129050" y="2347416"/>
                  </a:lnTo>
                  <a:lnTo>
                    <a:pt x="1173708" y="2361063"/>
                  </a:lnTo>
                  <a:cubicBezTo>
                    <a:pt x="525487" y="2361063"/>
                    <a:pt x="0" y="1835576"/>
                    <a:pt x="0" y="1187355"/>
                  </a:cubicBezTo>
                  <a:cubicBezTo>
                    <a:pt x="0" y="539134"/>
                    <a:pt x="525487" y="13647"/>
                    <a:pt x="1173708" y="13647"/>
                  </a:cubicBezTo>
                  <a:lnTo>
                    <a:pt x="3125337" y="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7463052" y="750267"/>
              <a:ext cx="666463" cy="666463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2</a:t>
              </a:r>
              <a:endPara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93596" y="4096460"/>
            <a:ext cx="4039736" cy="2694294"/>
            <a:chOff x="493596" y="3932686"/>
            <a:chExt cx="4039736" cy="2694294"/>
          </a:xfrm>
        </p:grpSpPr>
        <p:sp>
          <p:nvSpPr>
            <p:cNvPr id="6" name="矩形: 圆角 2"/>
            <p:cNvSpPr/>
            <p:nvPr/>
          </p:nvSpPr>
          <p:spPr>
            <a:xfrm flipV="1">
              <a:off x="493596" y="3932686"/>
              <a:ext cx="4039736" cy="2361063"/>
            </a:xfrm>
            <a:custGeom>
              <a:avLst/>
              <a:gdLst>
                <a:gd name="connsiteX0" fmla="*/ 0 w 5213444"/>
                <a:gd name="connsiteY0" fmla="*/ 1173708 h 2347416"/>
                <a:gd name="connsiteX1" fmla="*/ 1173708 w 5213444"/>
                <a:gd name="connsiteY1" fmla="*/ 0 h 2347416"/>
                <a:gd name="connsiteX2" fmla="*/ 4039736 w 5213444"/>
                <a:gd name="connsiteY2" fmla="*/ 0 h 2347416"/>
                <a:gd name="connsiteX3" fmla="*/ 5213444 w 5213444"/>
                <a:gd name="connsiteY3" fmla="*/ 1173708 h 2347416"/>
                <a:gd name="connsiteX4" fmla="*/ 5213444 w 5213444"/>
                <a:gd name="connsiteY4" fmla="*/ 1173708 h 2347416"/>
                <a:gd name="connsiteX5" fmla="*/ 4039736 w 5213444"/>
                <a:gd name="connsiteY5" fmla="*/ 2347416 h 2347416"/>
                <a:gd name="connsiteX6" fmla="*/ 1173708 w 5213444"/>
                <a:gd name="connsiteY6" fmla="*/ 2347416 h 2347416"/>
                <a:gd name="connsiteX7" fmla="*/ 0 w 5213444"/>
                <a:gd name="connsiteY7" fmla="*/ 1173708 h 2347416"/>
                <a:gd name="connsiteX0-1" fmla="*/ 0 w 5213444"/>
                <a:gd name="connsiteY0-2" fmla="*/ 1187355 h 2361063"/>
                <a:gd name="connsiteX1-3" fmla="*/ 1173708 w 5213444"/>
                <a:gd name="connsiteY1-4" fmla="*/ 13647 h 2361063"/>
                <a:gd name="connsiteX2-5" fmla="*/ 3125337 w 5213444"/>
                <a:gd name="connsiteY2-6" fmla="*/ 0 h 2361063"/>
                <a:gd name="connsiteX3-7" fmla="*/ 4039736 w 5213444"/>
                <a:gd name="connsiteY3-8" fmla="*/ 13647 h 2361063"/>
                <a:gd name="connsiteX4-9" fmla="*/ 5213444 w 5213444"/>
                <a:gd name="connsiteY4-10" fmla="*/ 1187355 h 2361063"/>
                <a:gd name="connsiteX5-11" fmla="*/ 5213444 w 5213444"/>
                <a:gd name="connsiteY5-12" fmla="*/ 1187355 h 2361063"/>
                <a:gd name="connsiteX6-13" fmla="*/ 4039736 w 5213444"/>
                <a:gd name="connsiteY6-14" fmla="*/ 2361063 h 2361063"/>
                <a:gd name="connsiteX7-15" fmla="*/ 1173708 w 5213444"/>
                <a:gd name="connsiteY7-16" fmla="*/ 2361063 h 2361063"/>
                <a:gd name="connsiteX8" fmla="*/ 0 w 5213444"/>
                <a:gd name="connsiteY8" fmla="*/ 1187355 h 2361063"/>
                <a:gd name="connsiteX0-17" fmla="*/ 0 w 5213444"/>
                <a:gd name="connsiteY0-18" fmla="*/ 1187355 h 2361063"/>
                <a:gd name="connsiteX1-19" fmla="*/ 1173708 w 5213444"/>
                <a:gd name="connsiteY1-20" fmla="*/ 13647 h 2361063"/>
                <a:gd name="connsiteX2-21" fmla="*/ 3125337 w 5213444"/>
                <a:gd name="connsiteY2-22" fmla="*/ 0 h 2361063"/>
                <a:gd name="connsiteX3-23" fmla="*/ 4039736 w 5213444"/>
                <a:gd name="connsiteY3-24" fmla="*/ 13647 h 2361063"/>
                <a:gd name="connsiteX4-25" fmla="*/ 5213444 w 5213444"/>
                <a:gd name="connsiteY4-26" fmla="*/ 1187355 h 2361063"/>
                <a:gd name="connsiteX5-27" fmla="*/ 5213444 w 5213444"/>
                <a:gd name="connsiteY5-28" fmla="*/ 1187355 h 2361063"/>
                <a:gd name="connsiteX6-29" fmla="*/ 4039736 w 5213444"/>
                <a:gd name="connsiteY6-30" fmla="*/ 2361063 h 2361063"/>
                <a:gd name="connsiteX7-31" fmla="*/ 2129050 w 5213444"/>
                <a:gd name="connsiteY7-32" fmla="*/ 2347416 h 2361063"/>
                <a:gd name="connsiteX8-33" fmla="*/ 1173708 w 5213444"/>
                <a:gd name="connsiteY8-34" fmla="*/ 2361063 h 2361063"/>
                <a:gd name="connsiteX9" fmla="*/ 0 w 5213444"/>
                <a:gd name="connsiteY9" fmla="*/ 1187355 h 2361063"/>
                <a:gd name="connsiteX0-35" fmla="*/ 5213444 w 5304884"/>
                <a:gd name="connsiteY0-36" fmla="*/ 1187355 h 2361063"/>
                <a:gd name="connsiteX1-37" fmla="*/ 4039736 w 5304884"/>
                <a:gd name="connsiteY1-38" fmla="*/ 2361063 h 2361063"/>
                <a:gd name="connsiteX2-39" fmla="*/ 2129050 w 5304884"/>
                <a:gd name="connsiteY2-40" fmla="*/ 2347416 h 2361063"/>
                <a:gd name="connsiteX3-41" fmla="*/ 1173708 w 5304884"/>
                <a:gd name="connsiteY3-42" fmla="*/ 2361063 h 2361063"/>
                <a:gd name="connsiteX4-43" fmla="*/ 0 w 5304884"/>
                <a:gd name="connsiteY4-44" fmla="*/ 1187355 h 2361063"/>
                <a:gd name="connsiteX5-45" fmla="*/ 1173708 w 5304884"/>
                <a:gd name="connsiteY5-46" fmla="*/ 13647 h 2361063"/>
                <a:gd name="connsiteX6-47" fmla="*/ 3125337 w 5304884"/>
                <a:gd name="connsiteY6-48" fmla="*/ 0 h 2361063"/>
                <a:gd name="connsiteX7-49" fmla="*/ 4039736 w 5304884"/>
                <a:gd name="connsiteY7-50" fmla="*/ 13647 h 2361063"/>
                <a:gd name="connsiteX8-51" fmla="*/ 5213444 w 5304884"/>
                <a:gd name="connsiteY8-52" fmla="*/ 1187355 h 2361063"/>
                <a:gd name="connsiteX9-53" fmla="*/ 5304884 w 5304884"/>
                <a:gd name="connsiteY9-54" fmla="*/ 1278795 h 2361063"/>
                <a:gd name="connsiteX0-55" fmla="*/ 5213444 w 5213444"/>
                <a:gd name="connsiteY0-56" fmla="*/ 1187355 h 2361063"/>
                <a:gd name="connsiteX1-57" fmla="*/ 4039736 w 5213444"/>
                <a:gd name="connsiteY1-58" fmla="*/ 2361063 h 2361063"/>
                <a:gd name="connsiteX2-59" fmla="*/ 2129050 w 5213444"/>
                <a:gd name="connsiteY2-60" fmla="*/ 2347416 h 2361063"/>
                <a:gd name="connsiteX3-61" fmla="*/ 1173708 w 5213444"/>
                <a:gd name="connsiteY3-62" fmla="*/ 2361063 h 2361063"/>
                <a:gd name="connsiteX4-63" fmla="*/ 0 w 5213444"/>
                <a:gd name="connsiteY4-64" fmla="*/ 1187355 h 2361063"/>
                <a:gd name="connsiteX5-65" fmla="*/ 1173708 w 5213444"/>
                <a:gd name="connsiteY5-66" fmla="*/ 13647 h 2361063"/>
                <a:gd name="connsiteX6-67" fmla="*/ 3125337 w 5213444"/>
                <a:gd name="connsiteY6-68" fmla="*/ 0 h 2361063"/>
                <a:gd name="connsiteX7-69" fmla="*/ 4039736 w 5213444"/>
                <a:gd name="connsiteY7-70" fmla="*/ 13647 h 2361063"/>
                <a:gd name="connsiteX8-71" fmla="*/ 5213444 w 5213444"/>
                <a:gd name="connsiteY8-72" fmla="*/ 1187355 h 2361063"/>
                <a:gd name="connsiteX0-73" fmla="*/ 5213444 w 5213444"/>
                <a:gd name="connsiteY0-74" fmla="*/ 1187355 h 2361063"/>
                <a:gd name="connsiteX1-75" fmla="*/ 4039736 w 5213444"/>
                <a:gd name="connsiteY1-76" fmla="*/ 2361063 h 2361063"/>
                <a:gd name="connsiteX2-77" fmla="*/ 2129050 w 5213444"/>
                <a:gd name="connsiteY2-78" fmla="*/ 2347416 h 2361063"/>
                <a:gd name="connsiteX3-79" fmla="*/ 1173708 w 5213444"/>
                <a:gd name="connsiteY3-80" fmla="*/ 2361063 h 2361063"/>
                <a:gd name="connsiteX4-81" fmla="*/ 0 w 5213444"/>
                <a:gd name="connsiteY4-82" fmla="*/ 1187355 h 2361063"/>
                <a:gd name="connsiteX5-83" fmla="*/ 1173708 w 5213444"/>
                <a:gd name="connsiteY5-84" fmla="*/ 13647 h 2361063"/>
                <a:gd name="connsiteX6-85" fmla="*/ 3125337 w 5213444"/>
                <a:gd name="connsiteY6-86" fmla="*/ 0 h 2361063"/>
                <a:gd name="connsiteX7-87" fmla="*/ 4039736 w 5213444"/>
                <a:gd name="connsiteY7-88" fmla="*/ 13647 h 2361063"/>
                <a:gd name="connsiteX0-89" fmla="*/ 5213444 w 5213444"/>
                <a:gd name="connsiteY0-90" fmla="*/ 1187355 h 2361063"/>
                <a:gd name="connsiteX1-91" fmla="*/ 4039736 w 5213444"/>
                <a:gd name="connsiteY1-92" fmla="*/ 2361063 h 2361063"/>
                <a:gd name="connsiteX2-93" fmla="*/ 2129050 w 5213444"/>
                <a:gd name="connsiteY2-94" fmla="*/ 2347416 h 2361063"/>
                <a:gd name="connsiteX3-95" fmla="*/ 1173708 w 5213444"/>
                <a:gd name="connsiteY3-96" fmla="*/ 2361063 h 2361063"/>
                <a:gd name="connsiteX4-97" fmla="*/ 0 w 5213444"/>
                <a:gd name="connsiteY4-98" fmla="*/ 1187355 h 2361063"/>
                <a:gd name="connsiteX5-99" fmla="*/ 1173708 w 5213444"/>
                <a:gd name="connsiteY5-100" fmla="*/ 13647 h 2361063"/>
                <a:gd name="connsiteX6-101" fmla="*/ 3125337 w 5213444"/>
                <a:gd name="connsiteY6-102" fmla="*/ 0 h 2361063"/>
                <a:gd name="connsiteX7-103" fmla="*/ 4039736 w 5213444"/>
                <a:gd name="connsiteY7-104" fmla="*/ 13647 h 2361063"/>
                <a:gd name="connsiteX0-105" fmla="*/ 4039736 w 4039736"/>
                <a:gd name="connsiteY0-106" fmla="*/ 2361063 h 2361063"/>
                <a:gd name="connsiteX1-107" fmla="*/ 2129050 w 4039736"/>
                <a:gd name="connsiteY1-108" fmla="*/ 2347416 h 2361063"/>
                <a:gd name="connsiteX2-109" fmla="*/ 1173708 w 4039736"/>
                <a:gd name="connsiteY2-110" fmla="*/ 2361063 h 2361063"/>
                <a:gd name="connsiteX3-111" fmla="*/ 0 w 4039736"/>
                <a:gd name="connsiteY3-112" fmla="*/ 1187355 h 2361063"/>
                <a:gd name="connsiteX4-113" fmla="*/ 1173708 w 4039736"/>
                <a:gd name="connsiteY4-114" fmla="*/ 13647 h 2361063"/>
                <a:gd name="connsiteX5-115" fmla="*/ 3125337 w 4039736"/>
                <a:gd name="connsiteY5-116" fmla="*/ 0 h 2361063"/>
                <a:gd name="connsiteX6-117" fmla="*/ 4039736 w 4039736"/>
                <a:gd name="connsiteY6-118" fmla="*/ 13647 h 2361063"/>
                <a:gd name="connsiteX0-119" fmla="*/ 4039736 w 4039736"/>
                <a:gd name="connsiteY0-120" fmla="*/ 2361063 h 2361063"/>
                <a:gd name="connsiteX1-121" fmla="*/ 2129050 w 4039736"/>
                <a:gd name="connsiteY1-122" fmla="*/ 2347416 h 2361063"/>
                <a:gd name="connsiteX2-123" fmla="*/ 1173708 w 4039736"/>
                <a:gd name="connsiteY2-124" fmla="*/ 2361063 h 2361063"/>
                <a:gd name="connsiteX3-125" fmla="*/ 0 w 4039736"/>
                <a:gd name="connsiteY3-126" fmla="*/ 1187355 h 2361063"/>
                <a:gd name="connsiteX4-127" fmla="*/ 1173708 w 4039736"/>
                <a:gd name="connsiteY4-128" fmla="*/ 13647 h 2361063"/>
                <a:gd name="connsiteX5-129" fmla="*/ 3125337 w 4039736"/>
                <a:gd name="connsiteY5-130" fmla="*/ 0 h 23610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4039736" h="2361063">
                  <a:moveTo>
                    <a:pt x="4039736" y="2361063"/>
                  </a:moveTo>
                  <a:lnTo>
                    <a:pt x="2129050" y="2347416"/>
                  </a:lnTo>
                  <a:lnTo>
                    <a:pt x="1173708" y="2361063"/>
                  </a:lnTo>
                  <a:cubicBezTo>
                    <a:pt x="525487" y="2361063"/>
                    <a:pt x="0" y="1835576"/>
                    <a:pt x="0" y="1187355"/>
                  </a:cubicBezTo>
                  <a:cubicBezTo>
                    <a:pt x="0" y="539134"/>
                    <a:pt x="525487" y="13647"/>
                    <a:pt x="1173708" y="13647"/>
                  </a:cubicBezTo>
                  <a:lnTo>
                    <a:pt x="3125337" y="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250444" y="5960517"/>
              <a:ext cx="666463" cy="666463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4</a:t>
              </a:r>
              <a:endPara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43934" y="3452524"/>
            <a:ext cx="4164841" cy="2726284"/>
            <a:chOff x="6343934" y="3288750"/>
            <a:chExt cx="4164841" cy="2726284"/>
          </a:xfrm>
        </p:grpSpPr>
        <p:sp>
          <p:nvSpPr>
            <p:cNvPr id="13" name="矩形: 圆角 2"/>
            <p:cNvSpPr/>
            <p:nvPr/>
          </p:nvSpPr>
          <p:spPr>
            <a:xfrm flipH="1" flipV="1">
              <a:off x="6469039" y="3653971"/>
              <a:ext cx="4039736" cy="2361063"/>
            </a:xfrm>
            <a:custGeom>
              <a:avLst/>
              <a:gdLst>
                <a:gd name="connsiteX0" fmla="*/ 0 w 5213444"/>
                <a:gd name="connsiteY0" fmla="*/ 1173708 h 2347416"/>
                <a:gd name="connsiteX1" fmla="*/ 1173708 w 5213444"/>
                <a:gd name="connsiteY1" fmla="*/ 0 h 2347416"/>
                <a:gd name="connsiteX2" fmla="*/ 4039736 w 5213444"/>
                <a:gd name="connsiteY2" fmla="*/ 0 h 2347416"/>
                <a:gd name="connsiteX3" fmla="*/ 5213444 w 5213444"/>
                <a:gd name="connsiteY3" fmla="*/ 1173708 h 2347416"/>
                <a:gd name="connsiteX4" fmla="*/ 5213444 w 5213444"/>
                <a:gd name="connsiteY4" fmla="*/ 1173708 h 2347416"/>
                <a:gd name="connsiteX5" fmla="*/ 4039736 w 5213444"/>
                <a:gd name="connsiteY5" fmla="*/ 2347416 h 2347416"/>
                <a:gd name="connsiteX6" fmla="*/ 1173708 w 5213444"/>
                <a:gd name="connsiteY6" fmla="*/ 2347416 h 2347416"/>
                <a:gd name="connsiteX7" fmla="*/ 0 w 5213444"/>
                <a:gd name="connsiteY7" fmla="*/ 1173708 h 2347416"/>
                <a:gd name="connsiteX0-1" fmla="*/ 0 w 5213444"/>
                <a:gd name="connsiteY0-2" fmla="*/ 1187355 h 2361063"/>
                <a:gd name="connsiteX1-3" fmla="*/ 1173708 w 5213444"/>
                <a:gd name="connsiteY1-4" fmla="*/ 13647 h 2361063"/>
                <a:gd name="connsiteX2-5" fmla="*/ 3125337 w 5213444"/>
                <a:gd name="connsiteY2-6" fmla="*/ 0 h 2361063"/>
                <a:gd name="connsiteX3-7" fmla="*/ 4039736 w 5213444"/>
                <a:gd name="connsiteY3-8" fmla="*/ 13647 h 2361063"/>
                <a:gd name="connsiteX4-9" fmla="*/ 5213444 w 5213444"/>
                <a:gd name="connsiteY4-10" fmla="*/ 1187355 h 2361063"/>
                <a:gd name="connsiteX5-11" fmla="*/ 5213444 w 5213444"/>
                <a:gd name="connsiteY5-12" fmla="*/ 1187355 h 2361063"/>
                <a:gd name="connsiteX6-13" fmla="*/ 4039736 w 5213444"/>
                <a:gd name="connsiteY6-14" fmla="*/ 2361063 h 2361063"/>
                <a:gd name="connsiteX7-15" fmla="*/ 1173708 w 5213444"/>
                <a:gd name="connsiteY7-16" fmla="*/ 2361063 h 2361063"/>
                <a:gd name="connsiteX8" fmla="*/ 0 w 5213444"/>
                <a:gd name="connsiteY8" fmla="*/ 1187355 h 2361063"/>
                <a:gd name="connsiteX0-17" fmla="*/ 0 w 5213444"/>
                <a:gd name="connsiteY0-18" fmla="*/ 1187355 h 2361063"/>
                <a:gd name="connsiteX1-19" fmla="*/ 1173708 w 5213444"/>
                <a:gd name="connsiteY1-20" fmla="*/ 13647 h 2361063"/>
                <a:gd name="connsiteX2-21" fmla="*/ 3125337 w 5213444"/>
                <a:gd name="connsiteY2-22" fmla="*/ 0 h 2361063"/>
                <a:gd name="connsiteX3-23" fmla="*/ 4039736 w 5213444"/>
                <a:gd name="connsiteY3-24" fmla="*/ 13647 h 2361063"/>
                <a:gd name="connsiteX4-25" fmla="*/ 5213444 w 5213444"/>
                <a:gd name="connsiteY4-26" fmla="*/ 1187355 h 2361063"/>
                <a:gd name="connsiteX5-27" fmla="*/ 5213444 w 5213444"/>
                <a:gd name="connsiteY5-28" fmla="*/ 1187355 h 2361063"/>
                <a:gd name="connsiteX6-29" fmla="*/ 4039736 w 5213444"/>
                <a:gd name="connsiteY6-30" fmla="*/ 2361063 h 2361063"/>
                <a:gd name="connsiteX7-31" fmla="*/ 2129050 w 5213444"/>
                <a:gd name="connsiteY7-32" fmla="*/ 2347416 h 2361063"/>
                <a:gd name="connsiteX8-33" fmla="*/ 1173708 w 5213444"/>
                <a:gd name="connsiteY8-34" fmla="*/ 2361063 h 2361063"/>
                <a:gd name="connsiteX9" fmla="*/ 0 w 5213444"/>
                <a:gd name="connsiteY9" fmla="*/ 1187355 h 2361063"/>
                <a:gd name="connsiteX0-35" fmla="*/ 5213444 w 5304884"/>
                <a:gd name="connsiteY0-36" fmla="*/ 1187355 h 2361063"/>
                <a:gd name="connsiteX1-37" fmla="*/ 4039736 w 5304884"/>
                <a:gd name="connsiteY1-38" fmla="*/ 2361063 h 2361063"/>
                <a:gd name="connsiteX2-39" fmla="*/ 2129050 w 5304884"/>
                <a:gd name="connsiteY2-40" fmla="*/ 2347416 h 2361063"/>
                <a:gd name="connsiteX3-41" fmla="*/ 1173708 w 5304884"/>
                <a:gd name="connsiteY3-42" fmla="*/ 2361063 h 2361063"/>
                <a:gd name="connsiteX4-43" fmla="*/ 0 w 5304884"/>
                <a:gd name="connsiteY4-44" fmla="*/ 1187355 h 2361063"/>
                <a:gd name="connsiteX5-45" fmla="*/ 1173708 w 5304884"/>
                <a:gd name="connsiteY5-46" fmla="*/ 13647 h 2361063"/>
                <a:gd name="connsiteX6-47" fmla="*/ 3125337 w 5304884"/>
                <a:gd name="connsiteY6-48" fmla="*/ 0 h 2361063"/>
                <a:gd name="connsiteX7-49" fmla="*/ 4039736 w 5304884"/>
                <a:gd name="connsiteY7-50" fmla="*/ 13647 h 2361063"/>
                <a:gd name="connsiteX8-51" fmla="*/ 5213444 w 5304884"/>
                <a:gd name="connsiteY8-52" fmla="*/ 1187355 h 2361063"/>
                <a:gd name="connsiteX9-53" fmla="*/ 5304884 w 5304884"/>
                <a:gd name="connsiteY9-54" fmla="*/ 1278795 h 2361063"/>
                <a:gd name="connsiteX0-55" fmla="*/ 5213444 w 5213444"/>
                <a:gd name="connsiteY0-56" fmla="*/ 1187355 h 2361063"/>
                <a:gd name="connsiteX1-57" fmla="*/ 4039736 w 5213444"/>
                <a:gd name="connsiteY1-58" fmla="*/ 2361063 h 2361063"/>
                <a:gd name="connsiteX2-59" fmla="*/ 2129050 w 5213444"/>
                <a:gd name="connsiteY2-60" fmla="*/ 2347416 h 2361063"/>
                <a:gd name="connsiteX3-61" fmla="*/ 1173708 w 5213444"/>
                <a:gd name="connsiteY3-62" fmla="*/ 2361063 h 2361063"/>
                <a:gd name="connsiteX4-63" fmla="*/ 0 w 5213444"/>
                <a:gd name="connsiteY4-64" fmla="*/ 1187355 h 2361063"/>
                <a:gd name="connsiteX5-65" fmla="*/ 1173708 w 5213444"/>
                <a:gd name="connsiteY5-66" fmla="*/ 13647 h 2361063"/>
                <a:gd name="connsiteX6-67" fmla="*/ 3125337 w 5213444"/>
                <a:gd name="connsiteY6-68" fmla="*/ 0 h 2361063"/>
                <a:gd name="connsiteX7-69" fmla="*/ 4039736 w 5213444"/>
                <a:gd name="connsiteY7-70" fmla="*/ 13647 h 2361063"/>
                <a:gd name="connsiteX8-71" fmla="*/ 5213444 w 5213444"/>
                <a:gd name="connsiteY8-72" fmla="*/ 1187355 h 2361063"/>
                <a:gd name="connsiteX0-73" fmla="*/ 5213444 w 5213444"/>
                <a:gd name="connsiteY0-74" fmla="*/ 1187355 h 2361063"/>
                <a:gd name="connsiteX1-75" fmla="*/ 4039736 w 5213444"/>
                <a:gd name="connsiteY1-76" fmla="*/ 2361063 h 2361063"/>
                <a:gd name="connsiteX2-77" fmla="*/ 2129050 w 5213444"/>
                <a:gd name="connsiteY2-78" fmla="*/ 2347416 h 2361063"/>
                <a:gd name="connsiteX3-79" fmla="*/ 1173708 w 5213444"/>
                <a:gd name="connsiteY3-80" fmla="*/ 2361063 h 2361063"/>
                <a:gd name="connsiteX4-81" fmla="*/ 0 w 5213444"/>
                <a:gd name="connsiteY4-82" fmla="*/ 1187355 h 2361063"/>
                <a:gd name="connsiteX5-83" fmla="*/ 1173708 w 5213444"/>
                <a:gd name="connsiteY5-84" fmla="*/ 13647 h 2361063"/>
                <a:gd name="connsiteX6-85" fmla="*/ 3125337 w 5213444"/>
                <a:gd name="connsiteY6-86" fmla="*/ 0 h 2361063"/>
                <a:gd name="connsiteX7-87" fmla="*/ 4039736 w 5213444"/>
                <a:gd name="connsiteY7-88" fmla="*/ 13647 h 2361063"/>
                <a:gd name="connsiteX0-89" fmla="*/ 5213444 w 5213444"/>
                <a:gd name="connsiteY0-90" fmla="*/ 1187355 h 2361063"/>
                <a:gd name="connsiteX1-91" fmla="*/ 4039736 w 5213444"/>
                <a:gd name="connsiteY1-92" fmla="*/ 2361063 h 2361063"/>
                <a:gd name="connsiteX2-93" fmla="*/ 2129050 w 5213444"/>
                <a:gd name="connsiteY2-94" fmla="*/ 2347416 h 2361063"/>
                <a:gd name="connsiteX3-95" fmla="*/ 1173708 w 5213444"/>
                <a:gd name="connsiteY3-96" fmla="*/ 2361063 h 2361063"/>
                <a:gd name="connsiteX4-97" fmla="*/ 0 w 5213444"/>
                <a:gd name="connsiteY4-98" fmla="*/ 1187355 h 2361063"/>
                <a:gd name="connsiteX5-99" fmla="*/ 1173708 w 5213444"/>
                <a:gd name="connsiteY5-100" fmla="*/ 13647 h 2361063"/>
                <a:gd name="connsiteX6-101" fmla="*/ 3125337 w 5213444"/>
                <a:gd name="connsiteY6-102" fmla="*/ 0 h 2361063"/>
                <a:gd name="connsiteX7-103" fmla="*/ 4039736 w 5213444"/>
                <a:gd name="connsiteY7-104" fmla="*/ 13647 h 2361063"/>
                <a:gd name="connsiteX0-105" fmla="*/ 4039736 w 4039736"/>
                <a:gd name="connsiteY0-106" fmla="*/ 2361063 h 2361063"/>
                <a:gd name="connsiteX1-107" fmla="*/ 2129050 w 4039736"/>
                <a:gd name="connsiteY1-108" fmla="*/ 2347416 h 2361063"/>
                <a:gd name="connsiteX2-109" fmla="*/ 1173708 w 4039736"/>
                <a:gd name="connsiteY2-110" fmla="*/ 2361063 h 2361063"/>
                <a:gd name="connsiteX3-111" fmla="*/ 0 w 4039736"/>
                <a:gd name="connsiteY3-112" fmla="*/ 1187355 h 2361063"/>
                <a:gd name="connsiteX4-113" fmla="*/ 1173708 w 4039736"/>
                <a:gd name="connsiteY4-114" fmla="*/ 13647 h 2361063"/>
                <a:gd name="connsiteX5-115" fmla="*/ 3125337 w 4039736"/>
                <a:gd name="connsiteY5-116" fmla="*/ 0 h 2361063"/>
                <a:gd name="connsiteX6-117" fmla="*/ 4039736 w 4039736"/>
                <a:gd name="connsiteY6-118" fmla="*/ 13647 h 2361063"/>
                <a:gd name="connsiteX0-119" fmla="*/ 4039736 w 4039736"/>
                <a:gd name="connsiteY0-120" fmla="*/ 2361063 h 2361063"/>
                <a:gd name="connsiteX1-121" fmla="*/ 2129050 w 4039736"/>
                <a:gd name="connsiteY1-122" fmla="*/ 2347416 h 2361063"/>
                <a:gd name="connsiteX2-123" fmla="*/ 1173708 w 4039736"/>
                <a:gd name="connsiteY2-124" fmla="*/ 2361063 h 2361063"/>
                <a:gd name="connsiteX3-125" fmla="*/ 0 w 4039736"/>
                <a:gd name="connsiteY3-126" fmla="*/ 1187355 h 2361063"/>
                <a:gd name="connsiteX4-127" fmla="*/ 1173708 w 4039736"/>
                <a:gd name="connsiteY4-128" fmla="*/ 13647 h 2361063"/>
                <a:gd name="connsiteX5-129" fmla="*/ 3125337 w 4039736"/>
                <a:gd name="connsiteY5-130" fmla="*/ 0 h 23610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4039736" h="2361063">
                  <a:moveTo>
                    <a:pt x="4039736" y="2361063"/>
                  </a:moveTo>
                  <a:lnTo>
                    <a:pt x="2129050" y="2347416"/>
                  </a:lnTo>
                  <a:lnTo>
                    <a:pt x="1173708" y="2361063"/>
                  </a:lnTo>
                  <a:cubicBezTo>
                    <a:pt x="525487" y="2361063"/>
                    <a:pt x="0" y="1835576"/>
                    <a:pt x="0" y="1187355"/>
                  </a:cubicBezTo>
                  <a:cubicBezTo>
                    <a:pt x="0" y="539134"/>
                    <a:pt x="525487" y="13647"/>
                    <a:pt x="1173708" y="13647"/>
                  </a:cubicBezTo>
                  <a:lnTo>
                    <a:pt x="3125337" y="0"/>
                  </a:lnTo>
                </a:path>
              </a:pathLst>
            </a:custGeom>
            <a:noFill/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343934" y="3288750"/>
              <a:ext cx="666463" cy="666463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3</a:t>
              </a:r>
              <a:endPara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902819" y="4511332"/>
            <a:ext cx="4474400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5786442" y="4232617"/>
            <a:ext cx="4474400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2012840" y="1742670"/>
            <a:ext cx="4474400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6975040" y="1580504"/>
            <a:ext cx="4474400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E9FE7A4-8DC7-49D0-B46B-42BFAEC3431C}"/>
              </a:ext>
            </a:extLst>
          </p:cNvPr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研究思路与方法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24"/>
          <p:cNvSpPr txBox="1"/>
          <p:nvPr/>
        </p:nvSpPr>
        <p:spPr>
          <a:xfrm>
            <a:off x="3457912" y="3031122"/>
            <a:ext cx="5276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研究成果与应用</a:t>
            </a:r>
          </a:p>
        </p:txBody>
      </p:sp>
      <p:sp>
        <p:nvSpPr>
          <p:cNvPr id="10" name="椭圆 9"/>
          <p:cNvSpPr/>
          <p:nvPr/>
        </p:nvSpPr>
        <p:spPr>
          <a:xfrm>
            <a:off x="5330557" y="957460"/>
            <a:ext cx="1530887" cy="1530887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819534" y="4194513"/>
            <a:ext cx="2552933" cy="1706027"/>
            <a:chOff x="4981211" y="3926438"/>
            <a:chExt cx="2552933" cy="1706027"/>
          </a:xfrm>
        </p:grpSpPr>
        <p:sp>
          <p:nvSpPr>
            <p:cNvPr id="11" name="文本框 10"/>
            <p:cNvSpPr txBox="1"/>
            <p:nvPr/>
          </p:nvSpPr>
          <p:spPr>
            <a:xfrm>
              <a:off x="4981211" y="3926438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81211" y="4579397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81211" y="5232355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"/>
          <p:cNvSpPr/>
          <p:nvPr/>
        </p:nvSpPr>
        <p:spPr>
          <a:xfrm>
            <a:off x="1392" y="2164412"/>
            <a:ext cx="6290632" cy="4125206"/>
          </a:xfrm>
          <a:custGeom>
            <a:avLst/>
            <a:gdLst>
              <a:gd name="connsiteX0" fmla="*/ 0 w 6290632"/>
              <a:gd name="connsiteY0" fmla="*/ 330506 h 4109292"/>
              <a:gd name="connsiteX1" fmla="*/ 0 w 6290632"/>
              <a:gd name="connsiteY1" fmla="*/ 0 h 4109292"/>
              <a:gd name="connsiteX2" fmla="*/ 2886420 w 6290632"/>
              <a:gd name="connsiteY2" fmla="*/ 253388 h 4109292"/>
              <a:gd name="connsiteX3" fmla="*/ 1740665 w 6290632"/>
              <a:gd name="connsiteY3" fmla="*/ 859316 h 4109292"/>
              <a:gd name="connsiteX4" fmla="*/ 4109292 w 6290632"/>
              <a:gd name="connsiteY4" fmla="*/ 1443210 h 4109292"/>
              <a:gd name="connsiteX5" fmla="*/ 2203374 w 6290632"/>
              <a:gd name="connsiteY5" fmla="*/ 2533880 h 4109292"/>
              <a:gd name="connsiteX6" fmla="*/ 6290632 w 6290632"/>
              <a:gd name="connsiteY6" fmla="*/ 2974555 h 4109292"/>
              <a:gd name="connsiteX7" fmla="*/ 6290632 w 6290632"/>
              <a:gd name="connsiteY7" fmla="*/ 4109292 h 4109292"/>
              <a:gd name="connsiteX8" fmla="*/ 947451 w 6290632"/>
              <a:gd name="connsiteY8" fmla="*/ 2655066 h 4109292"/>
              <a:gd name="connsiteX9" fmla="*/ 2765234 w 6290632"/>
              <a:gd name="connsiteY9" fmla="*/ 1564396 h 4109292"/>
              <a:gd name="connsiteX10" fmla="*/ 771181 w 6290632"/>
              <a:gd name="connsiteY10" fmla="*/ 991519 h 4109292"/>
              <a:gd name="connsiteX11" fmla="*/ 2214391 w 6290632"/>
              <a:gd name="connsiteY11" fmla="*/ 308473 h 4109292"/>
              <a:gd name="connsiteX12" fmla="*/ 0 w 6290632"/>
              <a:gd name="connsiteY12" fmla="*/ 330506 h 4109292"/>
              <a:gd name="connsiteX0-1" fmla="*/ 0 w 6290632"/>
              <a:gd name="connsiteY0-2" fmla="*/ 330506 h 4109292"/>
              <a:gd name="connsiteX1-3" fmla="*/ 0 w 6290632"/>
              <a:gd name="connsiteY1-4" fmla="*/ 0 h 4109292"/>
              <a:gd name="connsiteX2-5" fmla="*/ 2886420 w 6290632"/>
              <a:gd name="connsiteY2-6" fmla="*/ 253388 h 4109292"/>
              <a:gd name="connsiteX3-7" fmla="*/ 1740665 w 6290632"/>
              <a:gd name="connsiteY3-8" fmla="*/ 859316 h 4109292"/>
              <a:gd name="connsiteX4-9" fmla="*/ 4109292 w 6290632"/>
              <a:gd name="connsiteY4-10" fmla="*/ 1443210 h 4109292"/>
              <a:gd name="connsiteX5-11" fmla="*/ 2203374 w 6290632"/>
              <a:gd name="connsiteY5-12" fmla="*/ 2533880 h 4109292"/>
              <a:gd name="connsiteX6-13" fmla="*/ 6290632 w 6290632"/>
              <a:gd name="connsiteY6-14" fmla="*/ 2974555 h 4109292"/>
              <a:gd name="connsiteX7-15" fmla="*/ 6290632 w 6290632"/>
              <a:gd name="connsiteY7-16" fmla="*/ 4109292 h 4109292"/>
              <a:gd name="connsiteX8-17" fmla="*/ 947451 w 6290632"/>
              <a:gd name="connsiteY8-18" fmla="*/ 2655066 h 4109292"/>
              <a:gd name="connsiteX9-19" fmla="*/ 2765234 w 6290632"/>
              <a:gd name="connsiteY9-20" fmla="*/ 1564396 h 4109292"/>
              <a:gd name="connsiteX10-21" fmla="*/ 771181 w 6290632"/>
              <a:gd name="connsiteY10-22" fmla="*/ 991519 h 4109292"/>
              <a:gd name="connsiteX11-23" fmla="*/ 2214391 w 6290632"/>
              <a:gd name="connsiteY11-24" fmla="*/ 308473 h 4109292"/>
              <a:gd name="connsiteX12-25" fmla="*/ 0 w 6290632"/>
              <a:gd name="connsiteY12-26" fmla="*/ 330506 h 4109292"/>
              <a:gd name="connsiteX0-27" fmla="*/ 0 w 6290632"/>
              <a:gd name="connsiteY0-28" fmla="*/ 330506 h 4109292"/>
              <a:gd name="connsiteX1-29" fmla="*/ 0 w 6290632"/>
              <a:gd name="connsiteY1-30" fmla="*/ 0 h 4109292"/>
              <a:gd name="connsiteX2-31" fmla="*/ 2886420 w 6290632"/>
              <a:gd name="connsiteY2-32" fmla="*/ 253388 h 4109292"/>
              <a:gd name="connsiteX3-33" fmla="*/ 1740665 w 6290632"/>
              <a:gd name="connsiteY3-34" fmla="*/ 859316 h 4109292"/>
              <a:gd name="connsiteX4-35" fmla="*/ 4109292 w 6290632"/>
              <a:gd name="connsiteY4-36" fmla="*/ 1443210 h 4109292"/>
              <a:gd name="connsiteX5-37" fmla="*/ 2203374 w 6290632"/>
              <a:gd name="connsiteY5-38" fmla="*/ 2533880 h 4109292"/>
              <a:gd name="connsiteX6-39" fmla="*/ 6290632 w 6290632"/>
              <a:gd name="connsiteY6-40" fmla="*/ 2974555 h 4109292"/>
              <a:gd name="connsiteX7-41" fmla="*/ 6290632 w 6290632"/>
              <a:gd name="connsiteY7-42" fmla="*/ 4109292 h 4109292"/>
              <a:gd name="connsiteX8-43" fmla="*/ 947451 w 6290632"/>
              <a:gd name="connsiteY8-44" fmla="*/ 2655066 h 4109292"/>
              <a:gd name="connsiteX9-45" fmla="*/ 2765234 w 6290632"/>
              <a:gd name="connsiteY9-46" fmla="*/ 1564396 h 4109292"/>
              <a:gd name="connsiteX10-47" fmla="*/ 771181 w 6290632"/>
              <a:gd name="connsiteY10-48" fmla="*/ 991519 h 4109292"/>
              <a:gd name="connsiteX11-49" fmla="*/ 2214391 w 6290632"/>
              <a:gd name="connsiteY11-50" fmla="*/ 308473 h 4109292"/>
              <a:gd name="connsiteX12-51" fmla="*/ 0 w 6290632"/>
              <a:gd name="connsiteY12-52" fmla="*/ 330506 h 4109292"/>
              <a:gd name="connsiteX0-53" fmla="*/ 0 w 6290632"/>
              <a:gd name="connsiteY0-54" fmla="*/ 354602 h 4133388"/>
              <a:gd name="connsiteX1-55" fmla="*/ 0 w 6290632"/>
              <a:gd name="connsiteY1-56" fmla="*/ 24096 h 4133388"/>
              <a:gd name="connsiteX2-57" fmla="*/ 2886420 w 6290632"/>
              <a:gd name="connsiteY2-58" fmla="*/ 277484 h 4133388"/>
              <a:gd name="connsiteX3-59" fmla="*/ 1740665 w 6290632"/>
              <a:gd name="connsiteY3-60" fmla="*/ 883412 h 4133388"/>
              <a:gd name="connsiteX4-61" fmla="*/ 4109292 w 6290632"/>
              <a:gd name="connsiteY4-62" fmla="*/ 1467306 h 4133388"/>
              <a:gd name="connsiteX5-63" fmla="*/ 2203374 w 6290632"/>
              <a:gd name="connsiteY5-64" fmla="*/ 2557976 h 4133388"/>
              <a:gd name="connsiteX6-65" fmla="*/ 6290632 w 6290632"/>
              <a:gd name="connsiteY6-66" fmla="*/ 2998651 h 4133388"/>
              <a:gd name="connsiteX7-67" fmla="*/ 6290632 w 6290632"/>
              <a:gd name="connsiteY7-68" fmla="*/ 4133388 h 4133388"/>
              <a:gd name="connsiteX8-69" fmla="*/ 947451 w 6290632"/>
              <a:gd name="connsiteY8-70" fmla="*/ 2679162 h 4133388"/>
              <a:gd name="connsiteX9-71" fmla="*/ 2765234 w 6290632"/>
              <a:gd name="connsiteY9-72" fmla="*/ 1588492 h 4133388"/>
              <a:gd name="connsiteX10-73" fmla="*/ 771181 w 6290632"/>
              <a:gd name="connsiteY10-74" fmla="*/ 1015615 h 4133388"/>
              <a:gd name="connsiteX11-75" fmla="*/ 2214391 w 6290632"/>
              <a:gd name="connsiteY11-76" fmla="*/ 332569 h 4133388"/>
              <a:gd name="connsiteX12-77" fmla="*/ 0 w 6290632"/>
              <a:gd name="connsiteY12-78" fmla="*/ 354602 h 4133388"/>
              <a:gd name="connsiteX0-79" fmla="*/ 0 w 6290632"/>
              <a:gd name="connsiteY0-80" fmla="*/ 354602 h 4133388"/>
              <a:gd name="connsiteX1-81" fmla="*/ 0 w 6290632"/>
              <a:gd name="connsiteY1-82" fmla="*/ 24096 h 4133388"/>
              <a:gd name="connsiteX2-83" fmla="*/ 2886420 w 6290632"/>
              <a:gd name="connsiteY2-84" fmla="*/ 277484 h 4133388"/>
              <a:gd name="connsiteX3-85" fmla="*/ 1740665 w 6290632"/>
              <a:gd name="connsiteY3-86" fmla="*/ 883412 h 4133388"/>
              <a:gd name="connsiteX4-87" fmla="*/ 4109292 w 6290632"/>
              <a:gd name="connsiteY4-88" fmla="*/ 1467306 h 4133388"/>
              <a:gd name="connsiteX5-89" fmla="*/ 2203374 w 6290632"/>
              <a:gd name="connsiteY5-90" fmla="*/ 2557976 h 4133388"/>
              <a:gd name="connsiteX6-91" fmla="*/ 6290632 w 6290632"/>
              <a:gd name="connsiteY6-92" fmla="*/ 2998651 h 4133388"/>
              <a:gd name="connsiteX7-93" fmla="*/ 6290632 w 6290632"/>
              <a:gd name="connsiteY7-94" fmla="*/ 4133388 h 4133388"/>
              <a:gd name="connsiteX8-95" fmla="*/ 947451 w 6290632"/>
              <a:gd name="connsiteY8-96" fmla="*/ 2679162 h 4133388"/>
              <a:gd name="connsiteX9-97" fmla="*/ 2765234 w 6290632"/>
              <a:gd name="connsiteY9-98" fmla="*/ 1588492 h 4133388"/>
              <a:gd name="connsiteX10-99" fmla="*/ 771181 w 6290632"/>
              <a:gd name="connsiteY10-100" fmla="*/ 1015615 h 4133388"/>
              <a:gd name="connsiteX11-101" fmla="*/ 2214391 w 6290632"/>
              <a:gd name="connsiteY11-102" fmla="*/ 332569 h 4133388"/>
              <a:gd name="connsiteX12-103" fmla="*/ 0 w 6290632"/>
              <a:gd name="connsiteY12-104" fmla="*/ 354602 h 4133388"/>
              <a:gd name="connsiteX0-105" fmla="*/ 0 w 6290632"/>
              <a:gd name="connsiteY0-106" fmla="*/ 354602 h 4133388"/>
              <a:gd name="connsiteX1-107" fmla="*/ 0 w 6290632"/>
              <a:gd name="connsiteY1-108" fmla="*/ 24096 h 4133388"/>
              <a:gd name="connsiteX2-109" fmla="*/ 2886420 w 6290632"/>
              <a:gd name="connsiteY2-110" fmla="*/ 277484 h 4133388"/>
              <a:gd name="connsiteX3-111" fmla="*/ 1740665 w 6290632"/>
              <a:gd name="connsiteY3-112" fmla="*/ 883412 h 4133388"/>
              <a:gd name="connsiteX4-113" fmla="*/ 4109292 w 6290632"/>
              <a:gd name="connsiteY4-114" fmla="*/ 1467306 h 4133388"/>
              <a:gd name="connsiteX5-115" fmla="*/ 2203374 w 6290632"/>
              <a:gd name="connsiteY5-116" fmla="*/ 2557976 h 4133388"/>
              <a:gd name="connsiteX6-117" fmla="*/ 6290632 w 6290632"/>
              <a:gd name="connsiteY6-118" fmla="*/ 2998651 h 4133388"/>
              <a:gd name="connsiteX7-119" fmla="*/ 6290632 w 6290632"/>
              <a:gd name="connsiteY7-120" fmla="*/ 4133388 h 4133388"/>
              <a:gd name="connsiteX8-121" fmla="*/ 947451 w 6290632"/>
              <a:gd name="connsiteY8-122" fmla="*/ 2679162 h 4133388"/>
              <a:gd name="connsiteX9-123" fmla="*/ 2765234 w 6290632"/>
              <a:gd name="connsiteY9-124" fmla="*/ 1588492 h 4133388"/>
              <a:gd name="connsiteX10-125" fmla="*/ 771181 w 6290632"/>
              <a:gd name="connsiteY10-126" fmla="*/ 1015615 h 4133388"/>
              <a:gd name="connsiteX11-127" fmla="*/ 2214391 w 6290632"/>
              <a:gd name="connsiteY11-128" fmla="*/ 332569 h 4133388"/>
              <a:gd name="connsiteX12-129" fmla="*/ 0 w 6290632"/>
              <a:gd name="connsiteY12-130" fmla="*/ 354602 h 4133388"/>
              <a:gd name="connsiteX0-131" fmla="*/ 0 w 6290632"/>
              <a:gd name="connsiteY0-132" fmla="*/ 354602 h 4133388"/>
              <a:gd name="connsiteX1-133" fmla="*/ 0 w 6290632"/>
              <a:gd name="connsiteY1-134" fmla="*/ 24096 h 4133388"/>
              <a:gd name="connsiteX2-135" fmla="*/ 2886420 w 6290632"/>
              <a:gd name="connsiteY2-136" fmla="*/ 277484 h 4133388"/>
              <a:gd name="connsiteX3-137" fmla="*/ 1740665 w 6290632"/>
              <a:gd name="connsiteY3-138" fmla="*/ 883412 h 4133388"/>
              <a:gd name="connsiteX4-139" fmla="*/ 4109292 w 6290632"/>
              <a:gd name="connsiteY4-140" fmla="*/ 1467306 h 4133388"/>
              <a:gd name="connsiteX5-141" fmla="*/ 2203374 w 6290632"/>
              <a:gd name="connsiteY5-142" fmla="*/ 2557976 h 4133388"/>
              <a:gd name="connsiteX6-143" fmla="*/ 6290632 w 6290632"/>
              <a:gd name="connsiteY6-144" fmla="*/ 2998651 h 4133388"/>
              <a:gd name="connsiteX7-145" fmla="*/ 6290632 w 6290632"/>
              <a:gd name="connsiteY7-146" fmla="*/ 4133388 h 4133388"/>
              <a:gd name="connsiteX8-147" fmla="*/ 947451 w 6290632"/>
              <a:gd name="connsiteY8-148" fmla="*/ 2679162 h 4133388"/>
              <a:gd name="connsiteX9-149" fmla="*/ 2765234 w 6290632"/>
              <a:gd name="connsiteY9-150" fmla="*/ 1588492 h 4133388"/>
              <a:gd name="connsiteX10-151" fmla="*/ 771181 w 6290632"/>
              <a:gd name="connsiteY10-152" fmla="*/ 1015615 h 4133388"/>
              <a:gd name="connsiteX11-153" fmla="*/ 2214391 w 6290632"/>
              <a:gd name="connsiteY11-154" fmla="*/ 332569 h 4133388"/>
              <a:gd name="connsiteX12-155" fmla="*/ 0 w 6290632"/>
              <a:gd name="connsiteY12-156" fmla="*/ 354602 h 4133388"/>
              <a:gd name="connsiteX0-157" fmla="*/ 0 w 6290632"/>
              <a:gd name="connsiteY0-158" fmla="*/ 354602 h 4133388"/>
              <a:gd name="connsiteX1-159" fmla="*/ 0 w 6290632"/>
              <a:gd name="connsiteY1-160" fmla="*/ 24096 h 4133388"/>
              <a:gd name="connsiteX2-161" fmla="*/ 2886420 w 6290632"/>
              <a:gd name="connsiteY2-162" fmla="*/ 277484 h 4133388"/>
              <a:gd name="connsiteX3-163" fmla="*/ 1740665 w 6290632"/>
              <a:gd name="connsiteY3-164" fmla="*/ 883412 h 4133388"/>
              <a:gd name="connsiteX4-165" fmla="*/ 4109292 w 6290632"/>
              <a:gd name="connsiteY4-166" fmla="*/ 1467306 h 4133388"/>
              <a:gd name="connsiteX5-167" fmla="*/ 2203374 w 6290632"/>
              <a:gd name="connsiteY5-168" fmla="*/ 2557976 h 4133388"/>
              <a:gd name="connsiteX6-169" fmla="*/ 6290632 w 6290632"/>
              <a:gd name="connsiteY6-170" fmla="*/ 2998651 h 4133388"/>
              <a:gd name="connsiteX7-171" fmla="*/ 6290632 w 6290632"/>
              <a:gd name="connsiteY7-172" fmla="*/ 4133388 h 4133388"/>
              <a:gd name="connsiteX8-173" fmla="*/ 947451 w 6290632"/>
              <a:gd name="connsiteY8-174" fmla="*/ 2679162 h 4133388"/>
              <a:gd name="connsiteX9-175" fmla="*/ 2765234 w 6290632"/>
              <a:gd name="connsiteY9-176" fmla="*/ 1588492 h 4133388"/>
              <a:gd name="connsiteX10-177" fmla="*/ 771181 w 6290632"/>
              <a:gd name="connsiteY10-178" fmla="*/ 1015615 h 4133388"/>
              <a:gd name="connsiteX11-179" fmla="*/ 2214391 w 6290632"/>
              <a:gd name="connsiteY11-180" fmla="*/ 332569 h 4133388"/>
              <a:gd name="connsiteX12-181" fmla="*/ 0 w 6290632"/>
              <a:gd name="connsiteY12-182" fmla="*/ 354602 h 4133388"/>
              <a:gd name="connsiteX0-183" fmla="*/ 0 w 6290632"/>
              <a:gd name="connsiteY0-184" fmla="*/ 354602 h 4133388"/>
              <a:gd name="connsiteX1-185" fmla="*/ 0 w 6290632"/>
              <a:gd name="connsiteY1-186" fmla="*/ 24096 h 4133388"/>
              <a:gd name="connsiteX2-187" fmla="*/ 2886420 w 6290632"/>
              <a:gd name="connsiteY2-188" fmla="*/ 277484 h 4133388"/>
              <a:gd name="connsiteX3-189" fmla="*/ 1740665 w 6290632"/>
              <a:gd name="connsiteY3-190" fmla="*/ 883412 h 4133388"/>
              <a:gd name="connsiteX4-191" fmla="*/ 4109292 w 6290632"/>
              <a:gd name="connsiteY4-192" fmla="*/ 1467306 h 4133388"/>
              <a:gd name="connsiteX5-193" fmla="*/ 2203374 w 6290632"/>
              <a:gd name="connsiteY5-194" fmla="*/ 2557976 h 4133388"/>
              <a:gd name="connsiteX6-195" fmla="*/ 6290632 w 6290632"/>
              <a:gd name="connsiteY6-196" fmla="*/ 2998651 h 4133388"/>
              <a:gd name="connsiteX7-197" fmla="*/ 6290632 w 6290632"/>
              <a:gd name="connsiteY7-198" fmla="*/ 4133388 h 4133388"/>
              <a:gd name="connsiteX8-199" fmla="*/ 947451 w 6290632"/>
              <a:gd name="connsiteY8-200" fmla="*/ 2679162 h 4133388"/>
              <a:gd name="connsiteX9-201" fmla="*/ 2765234 w 6290632"/>
              <a:gd name="connsiteY9-202" fmla="*/ 1588492 h 4133388"/>
              <a:gd name="connsiteX10-203" fmla="*/ 771181 w 6290632"/>
              <a:gd name="connsiteY10-204" fmla="*/ 1015615 h 4133388"/>
              <a:gd name="connsiteX11-205" fmla="*/ 2214391 w 6290632"/>
              <a:gd name="connsiteY11-206" fmla="*/ 332569 h 4133388"/>
              <a:gd name="connsiteX12-207" fmla="*/ 0 w 6290632"/>
              <a:gd name="connsiteY12-208" fmla="*/ 354602 h 4133388"/>
              <a:gd name="connsiteX0-209" fmla="*/ 0 w 6290632"/>
              <a:gd name="connsiteY0-210" fmla="*/ 354602 h 4133388"/>
              <a:gd name="connsiteX1-211" fmla="*/ 0 w 6290632"/>
              <a:gd name="connsiteY1-212" fmla="*/ 24096 h 4133388"/>
              <a:gd name="connsiteX2-213" fmla="*/ 2886420 w 6290632"/>
              <a:gd name="connsiteY2-214" fmla="*/ 277484 h 4133388"/>
              <a:gd name="connsiteX3-215" fmla="*/ 1740665 w 6290632"/>
              <a:gd name="connsiteY3-216" fmla="*/ 883412 h 4133388"/>
              <a:gd name="connsiteX4-217" fmla="*/ 4109292 w 6290632"/>
              <a:gd name="connsiteY4-218" fmla="*/ 1467306 h 4133388"/>
              <a:gd name="connsiteX5-219" fmla="*/ 2203374 w 6290632"/>
              <a:gd name="connsiteY5-220" fmla="*/ 2557976 h 4133388"/>
              <a:gd name="connsiteX6-221" fmla="*/ 6290632 w 6290632"/>
              <a:gd name="connsiteY6-222" fmla="*/ 2998651 h 4133388"/>
              <a:gd name="connsiteX7-223" fmla="*/ 6290632 w 6290632"/>
              <a:gd name="connsiteY7-224" fmla="*/ 4133388 h 4133388"/>
              <a:gd name="connsiteX8-225" fmla="*/ 947451 w 6290632"/>
              <a:gd name="connsiteY8-226" fmla="*/ 2679162 h 4133388"/>
              <a:gd name="connsiteX9-227" fmla="*/ 2765234 w 6290632"/>
              <a:gd name="connsiteY9-228" fmla="*/ 1588492 h 4133388"/>
              <a:gd name="connsiteX10-229" fmla="*/ 771181 w 6290632"/>
              <a:gd name="connsiteY10-230" fmla="*/ 1015615 h 4133388"/>
              <a:gd name="connsiteX11-231" fmla="*/ 2214391 w 6290632"/>
              <a:gd name="connsiteY11-232" fmla="*/ 332569 h 4133388"/>
              <a:gd name="connsiteX12-233" fmla="*/ 0 w 6290632"/>
              <a:gd name="connsiteY12-234" fmla="*/ 354602 h 4133388"/>
              <a:gd name="connsiteX0-235" fmla="*/ 0 w 6290632"/>
              <a:gd name="connsiteY0-236" fmla="*/ 354602 h 4133388"/>
              <a:gd name="connsiteX1-237" fmla="*/ 0 w 6290632"/>
              <a:gd name="connsiteY1-238" fmla="*/ 24096 h 4133388"/>
              <a:gd name="connsiteX2-239" fmla="*/ 2886420 w 6290632"/>
              <a:gd name="connsiteY2-240" fmla="*/ 277484 h 4133388"/>
              <a:gd name="connsiteX3-241" fmla="*/ 1740665 w 6290632"/>
              <a:gd name="connsiteY3-242" fmla="*/ 883412 h 4133388"/>
              <a:gd name="connsiteX4-243" fmla="*/ 4109292 w 6290632"/>
              <a:gd name="connsiteY4-244" fmla="*/ 1467306 h 4133388"/>
              <a:gd name="connsiteX5-245" fmla="*/ 2203374 w 6290632"/>
              <a:gd name="connsiteY5-246" fmla="*/ 2557976 h 4133388"/>
              <a:gd name="connsiteX6-247" fmla="*/ 6290632 w 6290632"/>
              <a:gd name="connsiteY6-248" fmla="*/ 2998651 h 4133388"/>
              <a:gd name="connsiteX7-249" fmla="*/ 6290632 w 6290632"/>
              <a:gd name="connsiteY7-250" fmla="*/ 4133388 h 4133388"/>
              <a:gd name="connsiteX8-251" fmla="*/ 947451 w 6290632"/>
              <a:gd name="connsiteY8-252" fmla="*/ 2679162 h 4133388"/>
              <a:gd name="connsiteX9-253" fmla="*/ 2765234 w 6290632"/>
              <a:gd name="connsiteY9-254" fmla="*/ 1588492 h 4133388"/>
              <a:gd name="connsiteX10-255" fmla="*/ 771181 w 6290632"/>
              <a:gd name="connsiteY10-256" fmla="*/ 1015615 h 4133388"/>
              <a:gd name="connsiteX11-257" fmla="*/ 2214391 w 6290632"/>
              <a:gd name="connsiteY11-258" fmla="*/ 332569 h 4133388"/>
              <a:gd name="connsiteX12-259" fmla="*/ 0 w 6290632"/>
              <a:gd name="connsiteY12-260" fmla="*/ 354602 h 4133388"/>
              <a:gd name="connsiteX0-261" fmla="*/ 0 w 6290632"/>
              <a:gd name="connsiteY0-262" fmla="*/ 354602 h 4133388"/>
              <a:gd name="connsiteX1-263" fmla="*/ 0 w 6290632"/>
              <a:gd name="connsiteY1-264" fmla="*/ 24096 h 4133388"/>
              <a:gd name="connsiteX2-265" fmla="*/ 2886420 w 6290632"/>
              <a:gd name="connsiteY2-266" fmla="*/ 277484 h 4133388"/>
              <a:gd name="connsiteX3-267" fmla="*/ 1740665 w 6290632"/>
              <a:gd name="connsiteY3-268" fmla="*/ 883412 h 4133388"/>
              <a:gd name="connsiteX4-269" fmla="*/ 4109292 w 6290632"/>
              <a:gd name="connsiteY4-270" fmla="*/ 1467306 h 4133388"/>
              <a:gd name="connsiteX5-271" fmla="*/ 2203374 w 6290632"/>
              <a:gd name="connsiteY5-272" fmla="*/ 2557976 h 4133388"/>
              <a:gd name="connsiteX6-273" fmla="*/ 6290632 w 6290632"/>
              <a:gd name="connsiteY6-274" fmla="*/ 2998651 h 4133388"/>
              <a:gd name="connsiteX7-275" fmla="*/ 6290632 w 6290632"/>
              <a:gd name="connsiteY7-276" fmla="*/ 4133388 h 4133388"/>
              <a:gd name="connsiteX8-277" fmla="*/ 947451 w 6290632"/>
              <a:gd name="connsiteY8-278" fmla="*/ 2679162 h 4133388"/>
              <a:gd name="connsiteX9-279" fmla="*/ 2765234 w 6290632"/>
              <a:gd name="connsiteY9-280" fmla="*/ 1588492 h 4133388"/>
              <a:gd name="connsiteX10-281" fmla="*/ 771181 w 6290632"/>
              <a:gd name="connsiteY10-282" fmla="*/ 1015615 h 4133388"/>
              <a:gd name="connsiteX11-283" fmla="*/ 2214391 w 6290632"/>
              <a:gd name="connsiteY11-284" fmla="*/ 332569 h 4133388"/>
              <a:gd name="connsiteX12-285" fmla="*/ 0 w 6290632"/>
              <a:gd name="connsiteY12-286" fmla="*/ 354602 h 4133388"/>
              <a:gd name="connsiteX0-287" fmla="*/ 0 w 6290632"/>
              <a:gd name="connsiteY0-288" fmla="*/ 354602 h 4133388"/>
              <a:gd name="connsiteX1-289" fmla="*/ 0 w 6290632"/>
              <a:gd name="connsiteY1-290" fmla="*/ 24096 h 4133388"/>
              <a:gd name="connsiteX2-291" fmla="*/ 2886420 w 6290632"/>
              <a:gd name="connsiteY2-292" fmla="*/ 277484 h 4133388"/>
              <a:gd name="connsiteX3-293" fmla="*/ 1740665 w 6290632"/>
              <a:gd name="connsiteY3-294" fmla="*/ 883412 h 4133388"/>
              <a:gd name="connsiteX4-295" fmla="*/ 4109292 w 6290632"/>
              <a:gd name="connsiteY4-296" fmla="*/ 1467306 h 4133388"/>
              <a:gd name="connsiteX5-297" fmla="*/ 2203374 w 6290632"/>
              <a:gd name="connsiteY5-298" fmla="*/ 2557976 h 4133388"/>
              <a:gd name="connsiteX6-299" fmla="*/ 6290632 w 6290632"/>
              <a:gd name="connsiteY6-300" fmla="*/ 2998651 h 4133388"/>
              <a:gd name="connsiteX7-301" fmla="*/ 6290632 w 6290632"/>
              <a:gd name="connsiteY7-302" fmla="*/ 4133388 h 4133388"/>
              <a:gd name="connsiteX8-303" fmla="*/ 947451 w 6290632"/>
              <a:gd name="connsiteY8-304" fmla="*/ 2679162 h 4133388"/>
              <a:gd name="connsiteX9-305" fmla="*/ 2765234 w 6290632"/>
              <a:gd name="connsiteY9-306" fmla="*/ 1588492 h 4133388"/>
              <a:gd name="connsiteX10-307" fmla="*/ 771181 w 6290632"/>
              <a:gd name="connsiteY10-308" fmla="*/ 1015615 h 4133388"/>
              <a:gd name="connsiteX11-309" fmla="*/ 2214391 w 6290632"/>
              <a:gd name="connsiteY11-310" fmla="*/ 332569 h 4133388"/>
              <a:gd name="connsiteX12-311" fmla="*/ 0 w 6290632"/>
              <a:gd name="connsiteY12-312" fmla="*/ 354602 h 4133388"/>
              <a:gd name="connsiteX0-313" fmla="*/ 0 w 6290632"/>
              <a:gd name="connsiteY0-314" fmla="*/ 354602 h 4133388"/>
              <a:gd name="connsiteX1-315" fmla="*/ 0 w 6290632"/>
              <a:gd name="connsiteY1-316" fmla="*/ 24096 h 4133388"/>
              <a:gd name="connsiteX2-317" fmla="*/ 2886420 w 6290632"/>
              <a:gd name="connsiteY2-318" fmla="*/ 277484 h 4133388"/>
              <a:gd name="connsiteX3-319" fmla="*/ 1740665 w 6290632"/>
              <a:gd name="connsiteY3-320" fmla="*/ 883412 h 4133388"/>
              <a:gd name="connsiteX4-321" fmla="*/ 4109292 w 6290632"/>
              <a:gd name="connsiteY4-322" fmla="*/ 1467306 h 4133388"/>
              <a:gd name="connsiteX5-323" fmla="*/ 2203374 w 6290632"/>
              <a:gd name="connsiteY5-324" fmla="*/ 2557976 h 4133388"/>
              <a:gd name="connsiteX6-325" fmla="*/ 6290632 w 6290632"/>
              <a:gd name="connsiteY6-326" fmla="*/ 2998651 h 4133388"/>
              <a:gd name="connsiteX7-327" fmla="*/ 6290632 w 6290632"/>
              <a:gd name="connsiteY7-328" fmla="*/ 4133388 h 4133388"/>
              <a:gd name="connsiteX8-329" fmla="*/ 947451 w 6290632"/>
              <a:gd name="connsiteY8-330" fmla="*/ 2679162 h 4133388"/>
              <a:gd name="connsiteX9-331" fmla="*/ 2765234 w 6290632"/>
              <a:gd name="connsiteY9-332" fmla="*/ 1588492 h 4133388"/>
              <a:gd name="connsiteX10-333" fmla="*/ 771181 w 6290632"/>
              <a:gd name="connsiteY10-334" fmla="*/ 1015615 h 4133388"/>
              <a:gd name="connsiteX11-335" fmla="*/ 2214391 w 6290632"/>
              <a:gd name="connsiteY11-336" fmla="*/ 332569 h 4133388"/>
              <a:gd name="connsiteX12-337" fmla="*/ 0 w 6290632"/>
              <a:gd name="connsiteY12-338" fmla="*/ 354602 h 4133388"/>
              <a:gd name="connsiteX0-339" fmla="*/ 0 w 6290632"/>
              <a:gd name="connsiteY0-340" fmla="*/ 354602 h 4133388"/>
              <a:gd name="connsiteX1-341" fmla="*/ 0 w 6290632"/>
              <a:gd name="connsiteY1-342" fmla="*/ 24096 h 4133388"/>
              <a:gd name="connsiteX2-343" fmla="*/ 2886420 w 6290632"/>
              <a:gd name="connsiteY2-344" fmla="*/ 277484 h 4133388"/>
              <a:gd name="connsiteX3-345" fmla="*/ 1740665 w 6290632"/>
              <a:gd name="connsiteY3-346" fmla="*/ 883412 h 4133388"/>
              <a:gd name="connsiteX4-347" fmla="*/ 4109292 w 6290632"/>
              <a:gd name="connsiteY4-348" fmla="*/ 1467306 h 4133388"/>
              <a:gd name="connsiteX5-349" fmla="*/ 2203374 w 6290632"/>
              <a:gd name="connsiteY5-350" fmla="*/ 2557976 h 4133388"/>
              <a:gd name="connsiteX6-351" fmla="*/ 6290632 w 6290632"/>
              <a:gd name="connsiteY6-352" fmla="*/ 2998651 h 4133388"/>
              <a:gd name="connsiteX7-353" fmla="*/ 6290632 w 6290632"/>
              <a:gd name="connsiteY7-354" fmla="*/ 4133388 h 4133388"/>
              <a:gd name="connsiteX8-355" fmla="*/ 947451 w 6290632"/>
              <a:gd name="connsiteY8-356" fmla="*/ 2679162 h 4133388"/>
              <a:gd name="connsiteX9-357" fmla="*/ 2765234 w 6290632"/>
              <a:gd name="connsiteY9-358" fmla="*/ 1588492 h 4133388"/>
              <a:gd name="connsiteX10-359" fmla="*/ 771181 w 6290632"/>
              <a:gd name="connsiteY10-360" fmla="*/ 1015615 h 4133388"/>
              <a:gd name="connsiteX11-361" fmla="*/ 2214391 w 6290632"/>
              <a:gd name="connsiteY11-362" fmla="*/ 332569 h 4133388"/>
              <a:gd name="connsiteX12-363" fmla="*/ 0 w 6290632"/>
              <a:gd name="connsiteY12-364" fmla="*/ 354602 h 4133388"/>
              <a:gd name="connsiteX0-365" fmla="*/ 0 w 6290632"/>
              <a:gd name="connsiteY0-366" fmla="*/ 354602 h 4133388"/>
              <a:gd name="connsiteX1-367" fmla="*/ 0 w 6290632"/>
              <a:gd name="connsiteY1-368" fmla="*/ 24096 h 4133388"/>
              <a:gd name="connsiteX2-369" fmla="*/ 2886420 w 6290632"/>
              <a:gd name="connsiteY2-370" fmla="*/ 277484 h 4133388"/>
              <a:gd name="connsiteX3-371" fmla="*/ 1740665 w 6290632"/>
              <a:gd name="connsiteY3-372" fmla="*/ 883412 h 4133388"/>
              <a:gd name="connsiteX4-373" fmla="*/ 4109292 w 6290632"/>
              <a:gd name="connsiteY4-374" fmla="*/ 1467306 h 4133388"/>
              <a:gd name="connsiteX5-375" fmla="*/ 2203374 w 6290632"/>
              <a:gd name="connsiteY5-376" fmla="*/ 2557976 h 4133388"/>
              <a:gd name="connsiteX6-377" fmla="*/ 6290632 w 6290632"/>
              <a:gd name="connsiteY6-378" fmla="*/ 2998651 h 4133388"/>
              <a:gd name="connsiteX7-379" fmla="*/ 6290632 w 6290632"/>
              <a:gd name="connsiteY7-380" fmla="*/ 4133388 h 4133388"/>
              <a:gd name="connsiteX8-381" fmla="*/ 947451 w 6290632"/>
              <a:gd name="connsiteY8-382" fmla="*/ 2679162 h 4133388"/>
              <a:gd name="connsiteX9-383" fmla="*/ 2765234 w 6290632"/>
              <a:gd name="connsiteY9-384" fmla="*/ 1588492 h 4133388"/>
              <a:gd name="connsiteX10-385" fmla="*/ 771181 w 6290632"/>
              <a:gd name="connsiteY10-386" fmla="*/ 1015615 h 4133388"/>
              <a:gd name="connsiteX11-387" fmla="*/ 2214391 w 6290632"/>
              <a:gd name="connsiteY11-388" fmla="*/ 332569 h 4133388"/>
              <a:gd name="connsiteX12-389" fmla="*/ 0 w 6290632"/>
              <a:gd name="connsiteY12-390" fmla="*/ 354602 h 4133388"/>
              <a:gd name="connsiteX0-391" fmla="*/ 0 w 6290632"/>
              <a:gd name="connsiteY0-392" fmla="*/ 354602 h 4133388"/>
              <a:gd name="connsiteX1-393" fmla="*/ 0 w 6290632"/>
              <a:gd name="connsiteY1-394" fmla="*/ 24096 h 4133388"/>
              <a:gd name="connsiteX2-395" fmla="*/ 2886420 w 6290632"/>
              <a:gd name="connsiteY2-396" fmla="*/ 277484 h 4133388"/>
              <a:gd name="connsiteX3-397" fmla="*/ 1740665 w 6290632"/>
              <a:gd name="connsiteY3-398" fmla="*/ 883412 h 4133388"/>
              <a:gd name="connsiteX4-399" fmla="*/ 4109292 w 6290632"/>
              <a:gd name="connsiteY4-400" fmla="*/ 1467306 h 4133388"/>
              <a:gd name="connsiteX5-401" fmla="*/ 2203374 w 6290632"/>
              <a:gd name="connsiteY5-402" fmla="*/ 2557976 h 4133388"/>
              <a:gd name="connsiteX6-403" fmla="*/ 6290632 w 6290632"/>
              <a:gd name="connsiteY6-404" fmla="*/ 2998651 h 4133388"/>
              <a:gd name="connsiteX7-405" fmla="*/ 6290632 w 6290632"/>
              <a:gd name="connsiteY7-406" fmla="*/ 4133388 h 4133388"/>
              <a:gd name="connsiteX8-407" fmla="*/ 947451 w 6290632"/>
              <a:gd name="connsiteY8-408" fmla="*/ 2679162 h 4133388"/>
              <a:gd name="connsiteX9-409" fmla="*/ 2765234 w 6290632"/>
              <a:gd name="connsiteY9-410" fmla="*/ 1588492 h 4133388"/>
              <a:gd name="connsiteX10-411" fmla="*/ 771181 w 6290632"/>
              <a:gd name="connsiteY10-412" fmla="*/ 1015615 h 4133388"/>
              <a:gd name="connsiteX11-413" fmla="*/ 2214391 w 6290632"/>
              <a:gd name="connsiteY11-414" fmla="*/ 332569 h 4133388"/>
              <a:gd name="connsiteX12-415" fmla="*/ 0 w 6290632"/>
              <a:gd name="connsiteY12-416" fmla="*/ 354602 h 4133388"/>
              <a:gd name="connsiteX0-417" fmla="*/ 0 w 6290632"/>
              <a:gd name="connsiteY0-418" fmla="*/ 354602 h 4133388"/>
              <a:gd name="connsiteX1-419" fmla="*/ 0 w 6290632"/>
              <a:gd name="connsiteY1-420" fmla="*/ 24096 h 4133388"/>
              <a:gd name="connsiteX2-421" fmla="*/ 2886420 w 6290632"/>
              <a:gd name="connsiteY2-422" fmla="*/ 277484 h 4133388"/>
              <a:gd name="connsiteX3-423" fmla="*/ 1740665 w 6290632"/>
              <a:gd name="connsiteY3-424" fmla="*/ 883412 h 4133388"/>
              <a:gd name="connsiteX4-425" fmla="*/ 4109292 w 6290632"/>
              <a:gd name="connsiteY4-426" fmla="*/ 1467306 h 4133388"/>
              <a:gd name="connsiteX5-427" fmla="*/ 2203374 w 6290632"/>
              <a:gd name="connsiteY5-428" fmla="*/ 2557976 h 4133388"/>
              <a:gd name="connsiteX6-429" fmla="*/ 6290632 w 6290632"/>
              <a:gd name="connsiteY6-430" fmla="*/ 2998651 h 4133388"/>
              <a:gd name="connsiteX7-431" fmla="*/ 6290632 w 6290632"/>
              <a:gd name="connsiteY7-432" fmla="*/ 4133388 h 4133388"/>
              <a:gd name="connsiteX8-433" fmla="*/ 947451 w 6290632"/>
              <a:gd name="connsiteY8-434" fmla="*/ 2679162 h 4133388"/>
              <a:gd name="connsiteX9-435" fmla="*/ 2765234 w 6290632"/>
              <a:gd name="connsiteY9-436" fmla="*/ 1588492 h 4133388"/>
              <a:gd name="connsiteX10-437" fmla="*/ 771181 w 6290632"/>
              <a:gd name="connsiteY10-438" fmla="*/ 1015615 h 4133388"/>
              <a:gd name="connsiteX11-439" fmla="*/ 2214391 w 6290632"/>
              <a:gd name="connsiteY11-440" fmla="*/ 332569 h 4133388"/>
              <a:gd name="connsiteX12-441" fmla="*/ 0 w 6290632"/>
              <a:gd name="connsiteY12-442" fmla="*/ 354602 h 4133388"/>
              <a:gd name="connsiteX0-443" fmla="*/ 0 w 6290632"/>
              <a:gd name="connsiteY0-444" fmla="*/ 354602 h 4133388"/>
              <a:gd name="connsiteX1-445" fmla="*/ 0 w 6290632"/>
              <a:gd name="connsiteY1-446" fmla="*/ 24096 h 4133388"/>
              <a:gd name="connsiteX2-447" fmla="*/ 2886420 w 6290632"/>
              <a:gd name="connsiteY2-448" fmla="*/ 277484 h 4133388"/>
              <a:gd name="connsiteX3-449" fmla="*/ 1740665 w 6290632"/>
              <a:gd name="connsiteY3-450" fmla="*/ 883412 h 4133388"/>
              <a:gd name="connsiteX4-451" fmla="*/ 4109292 w 6290632"/>
              <a:gd name="connsiteY4-452" fmla="*/ 1467306 h 4133388"/>
              <a:gd name="connsiteX5-453" fmla="*/ 2203374 w 6290632"/>
              <a:gd name="connsiteY5-454" fmla="*/ 2557976 h 4133388"/>
              <a:gd name="connsiteX6-455" fmla="*/ 6290632 w 6290632"/>
              <a:gd name="connsiteY6-456" fmla="*/ 2998651 h 4133388"/>
              <a:gd name="connsiteX7-457" fmla="*/ 6290632 w 6290632"/>
              <a:gd name="connsiteY7-458" fmla="*/ 4133388 h 4133388"/>
              <a:gd name="connsiteX8-459" fmla="*/ 947451 w 6290632"/>
              <a:gd name="connsiteY8-460" fmla="*/ 2679162 h 4133388"/>
              <a:gd name="connsiteX9-461" fmla="*/ 2765234 w 6290632"/>
              <a:gd name="connsiteY9-462" fmla="*/ 1588492 h 4133388"/>
              <a:gd name="connsiteX10-463" fmla="*/ 771181 w 6290632"/>
              <a:gd name="connsiteY10-464" fmla="*/ 1015615 h 4133388"/>
              <a:gd name="connsiteX11-465" fmla="*/ 2214391 w 6290632"/>
              <a:gd name="connsiteY11-466" fmla="*/ 332569 h 4133388"/>
              <a:gd name="connsiteX12-467" fmla="*/ 0 w 6290632"/>
              <a:gd name="connsiteY12-468" fmla="*/ 354602 h 4133388"/>
              <a:gd name="connsiteX0-469" fmla="*/ 0 w 6290632"/>
              <a:gd name="connsiteY0-470" fmla="*/ 346420 h 4125206"/>
              <a:gd name="connsiteX1-471" fmla="*/ 0 w 6290632"/>
              <a:gd name="connsiteY1-472" fmla="*/ 15914 h 4125206"/>
              <a:gd name="connsiteX2-473" fmla="*/ 2886420 w 6290632"/>
              <a:gd name="connsiteY2-474" fmla="*/ 269302 h 4125206"/>
              <a:gd name="connsiteX3-475" fmla="*/ 1740665 w 6290632"/>
              <a:gd name="connsiteY3-476" fmla="*/ 875230 h 4125206"/>
              <a:gd name="connsiteX4-477" fmla="*/ 4109292 w 6290632"/>
              <a:gd name="connsiteY4-478" fmla="*/ 1459124 h 4125206"/>
              <a:gd name="connsiteX5-479" fmla="*/ 2203374 w 6290632"/>
              <a:gd name="connsiteY5-480" fmla="*/ 2549794 h 4125206"/>
              <a:gd name="connsiteX6-481" fmla="*/ 6290632 w 6290632"/>
              <a:gd name="connsiteY6-482" fmla="*/ 2990469 h 4125206"/>
              <a:gd name="connsiteX7-483" fmla="*/ 6290632 w 6290632"/>
              <a:gd name="connsiteY7-484" fmla="*/ 4125206 h 4125206"/>
              <a:gd name="connsiteX8-485" fmla="*/ 947451 w 6290632"/>
              <a:gd name="connsiteY8-486" fmla="*/ 2670980 h 4125206"/>
              <a:gd name="connsiteX9-487" fmla="*/ 2765234 w 6290632"/>
              <a:gd name="connsiteY9-488" fmla="*/ 1580310 h 4125206"/>
              <a:gd name="connsiteX10-489" fmla="*/ 771181 w 6290632"/>
              <a:gd name="connsiteY10-490" fmla="*/ 1007433 h 4125206"/>
              <a:gd name="connsiteX11-491" fmla="*/ 2214391 w 6290632"/>
              <a:gd name="connsiteY11-492" fmla="*/ 324387 h 4125206"/>
              <a:gd name="connsiteX12-493" fmla="*/ 0 w 6290632"/>
              <a:gd name="connsiteY12-494" fmla="*/ 346420 h 4125206"/>
              <a:gd name="connsiteX0-495" fmla="*/ 0 w 6290632"/>
              <a:gd name="connsiteY0-496" fmla="*/ 346420 h 4125206"/>
              <a:gd name="connsiteX1-497" fmla="*/ 0 w 6290632"/>
              <a:gd name="connsiteY1-498" fmla="*/ 15914 h 4125206"/>
              <a:gd name="connsiteX2-499" fmla="*/ 2886420 w 6290632"/>
              <a:gd name="connsiteY2-500" fmla="*/ 269302 h 4125206"/>
              <a:gd name="connsiteX3-501" fmla="*/ 1740665 w 6290632"/>
              <a:gd name="connsiteY3-502" fmla="*/ 875230 h 4125206"/>
              <a:gd name="connsiteX4-503" fmla="*/ 4109292 w 6290632"/>
              <a:gd name="connsiteY4-504" fmla="*/ 1459124 h 4125206"/>
              <a:gd name="connsiteX5-505" fmla="*/ 2203374 w 6290632"/>
              <a:gd name="connsiteY5-506" fmla="*/ 2549794 h 4125206"/>
              <a:gd name="connsiteX6-507" fmla="*/ 6290632 w 6290632"/>
              <a:gd name="connsiteY6-508" fmla="*/ 2990469 h 4125206"/>
              <a:gd name="connsiteX7-509" fmla="*/ 6290632 w 6290632"/>
              <a:gd name="connsiteY7-510" fmla="*/ 4125206 h 4125206"/>
              <a:gd name="connsiteX8-511" fmla="*/ 947451 w 6290632"/>
              <a:gd name="connsiteY8-512" fmla="*/ 2670980 h 4125206"/>
              <a:gd name="connsiteX9-513" fmla="*/ 2765234 w 6290632"/>
              <a:gd name="connsiteY9-514" fmla="*/ 1580310 h 4125206"/>
              <a:gd name="connsiteX10-515" fmla="*/ 771181 w 6290632"/>
              <a:gd name="connsiteY10-516" fmla="*/ 1007433 h 4125206"/>
              <a:gd name="connsiteX11-517" fmla="*/ 2214391 w 6290632"/>
              <a:gd name="connsiteY11-518" fmla="*/ 324387 h 4125206"/>
              <a:gd name="connsiteX12-519" fmla="*/ 0 w 6290632"/>
              <a:gd name="connsiteY12-520" fmla="*/ 346420 h 4125206"/>
              <a:gd name="connsiteX0-521" fmla="*/ 0 w 6290632"/>
              <a:gd name="connsiteY0-522" fmla="*/ 346420 h 4125206"/>
              <a:gd name="connsiteX1-523" fmla="*/ 0 w 6290632"/>
              <a:gd name="connsiteY1-524" fmla="*/ 15914 h 4125206"/>
              <a:gd name="connsiteX2-525" fmla="*/ 2886420 w 6290632"/>
              <a:gd name="connsiteY2-526" fmla="*/ 269302 h 4125206"/>
              <a:gd name="connsiteX3-527" fmla="*/ 1740665 w 6290632"/>
              <a:gd name="connsiteY3-528" fmla="*/ 875230 h 4125206"/>
              <a:gd name="connsiteX4-529" fmla="*/ 4109292 w 6290632"/>
              <a:gd name="connsiteY4-530" fmla="*/ 1459124 h 4125206"/>
              <a:gd name="connsiteX5-531" fmla="*/ 2203374 w 6290632"/>
              <a:gd name="connsiteY5-532" fmla="*/ 2549794 h 4125206"/>
              <a:gd name="connsiteX6-533" fmla="*/ 6290632 w 6290632"/>
              <a:gd name="connsiteY6-534" fmla="*/ 2990469 h 4125206"/>
              <a:gd name="connsiteX7-535" fmla="*/ 6290632 w 6290632"/>
              <a:gd name="connsiteY7-536" fmla="*/ 4125206 h 4125206"/>
              <a:gd name="connsiteX8-537" fmla="*/ 947451 w 6290632"/>
              <a:gd name="connsiteY8-538" fmla="*/ 2670980 h 4125206"/>
              <a:gd name="connsiteX9-539" fmla="*/ 2765234 w 6290632"/>
              <a:gd name="connsiteY9-540" fmla="*/ 1580310 h 4125206"/>
              <a:gd name="connsiteX10-541" fmla="*/ 771181 w 6290632"/>
              <a:gd name="connsiteY10-542" fmla="*/ 1007433 h 4125206"/>
              <a:gd name="connsiteX11-543" fmla="*/ 2214391 w 6290632"/>
              <a:gd name="connsiteY11-544" fmla="*/ 324387 h 4125206"/>
              <a:gd name="connsiteX12-545" fmla="*/ 0 w 6290632"/>
              <a:gd name="connsiteY12-546" fmla="*/ 346420 h 4125206"/>
              <a:gd name="connsiteX0-547" fmla="*/ 0 w 6290632"/>
              <a:gd name="connsiteY0-548" fmla="*/ 346420 h 4125206"/>
              <a:gd name="connsiteX1-549" fmla="*/ 0 w 6290632"/>
              <a:gd name="connsiteY1-550" fmla="*/ 15914 h 4125206"/>
              <a:gd name="connsiteX2-551" fmla="*/ 2886420 w 6290632"/>
              <a:gd name="connsiteY2-552" fmla="*/ 269302 h 4125206"/>
              <a:gd name="connsiteX3-553" fmla="*/ 1740665 w 6290632"/>
              <a:gd name="connsiteY3-554" fmla="*/ 875230 h 4125206"/>
              <a:gd name="connsiteX4-555" fmla="*/ 4109292 w 6290632"/>
              <a:gd name="connsiteY4-556" fmla="*/ 1459124 h 4125206"/>
              <a:gd name="connsiteX5-557" fmla="*/ 2203374 w 6290632"/>
              <a:gd name="connsiteY5-558" fmla="*/ 2549794 h 4125206"/>
              <a:gd name="connsiteX6-559" fmla="*/ 6290632 w 6290632"/>
              <a:gd name="connsiteY6-560" fmla="*/ 2990469 h 4125206"/>
              <a:gd name="connsiteX7-561" fmla="*/ 6290632 w 6290632"/>
              <a:gd name="connsiteY7-562" fmla="*/ 4125206 h 4125206"/>
              <a:gd name="connsiteX8-563" fmla="*/ 947451 w 6290632"/>
              <a:gd name="connsiteY8-564" fmla="*/ 2670980 h 4125206"/>
              <a:gd name="connsiteX9-565" fmla="*/ 2765234 w 6290632"/>
              <a:gd name="connsiteY9-566" fmla="*/ 1580310 h 4125206"/>
              <a:gd name="connsiteX10-567" fmla="*/ 771181 w 6290632"/>
              <a:gd name="connsiteY10-568" fmla="*/ 1007433 h 4125206"/>
              <a:gd name="connsiteX11-569" fmla="*/ 2214391 w 6290632"/>
              <a:gd name="connsiteY11-570" fmla="*/ 324387 h 4125206"/>
              <a:gd name="connsiteX12-571" fmla="*/ 0 w 6290632"/>
              <a:gd name="connsiteY12-572" fmla="*/ 346420 h 41252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6290632" h="4125206">
                <a:moveTo>
                  <a:pt x="0" y="346420"/>
                </a:moveTo>
                <a:lnTo>
                  <a:pt x="0" y="15914"/>
                </a:lnTo>
                <a:cubicBezTo>
                  <a:pt x="984174" y="1225"/>
                  <a:pt x="2893765" y="-68549"/>
                  <a:pt x="2886420" y="269302"/>
                </a:cubicBezTo>
                <a:cubicBezTo>
                  <a:pt x="2868059" y="515344"/>
                  <a:pt x="1736993" y="684271"/>
                  <a:pt x="1740665" y="875230"/>
                </a:cubicBezTo>
                <a:cubicBezTo>
                  <a:pt x="1748010" y="1036811"/>
                  <a:pt x="4090931" y="1143308"/>
                  <a:pt x="4109292" y="1459124"/>
                </a:cubicBezTo>
                <a:cubicBezTo>
                  <a:pt x="4101947" y="1701495"/>
                  <a:pt x="2188685" y="2208270"/>
                  <a:pt x="2203374" y="2549794"/>
                </a:cubicBezTo>
                <a:cubicBezTo>
                  <a:pt x="2221736" y="2740753"/>
                  <a:pt x="4035847" y="3074931"/>
                  <a:pt x="6290632" y="2990469"/>
                </a:cubicBezTo>
                <a:lnTo>
                  <a:pt x="6290632" y="4125206"/>
                </a:lnTo>
                <a:cubicBezTo>
                  <a:pt x="2702806" y="4103172"/>
                  <a:pt x="965812" y="3475211"/>
                  <a:pt x="947451" y="2670980"/>
                </a:cubicBezTo>
                <a:cubicBezTo>
                  <a:pt x="980502" y="2020984"/>
                  <a:pt x="2754217" y="1723530"/>
                  <a:pt x="2765234" y="1580310"/>
                </a:cubicBezTo>
                <a:cubicBezTo>
                  <a:pt x="2761562" y="1411385"/>
                  <a:pt x="785870" y="1264493"/>
                  <a:pt x="771181" y="1007433"/>
                </a:cubicBezTo>
                <a:cubicBezTo>
                  <a:pt x="778526" y="779751"/>
                  <a:pt x="1733321" y="552069"/>
                  <a:pt x="2214391" y="324387"/>
                </a:cubicBezTo>
                <a:lnTo>
                  <a:pt x="0" y="346420"/>
                </a:lnTo>
                <a:close/>
              </a:path>
            </a:pathLst>
          </a:custGeom>
          <a:solidFill>
            <a:srgbClr val="5D8971">
              <a:alpha val="7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任意多边形"/>
          <p:cNvSpPr/>
          <p:nvPr/>
        </p:nvSpPr>
        <p:spPr>
          <a:xfrm>
            <a:off x="-9625" y="2329822"/>
            <a:ext cx="6290632" cy="3442003"/>
          </a:xfrm>
          <a:custGeom>
            <a:avLst/>
            <a:gdLst>
              <a:gd name="connsiteX0" fmla="*/ 0 w 6290632"/>
              <a:gd name="connsiteY0" fmla="*/ 4741 h 3442003"/>
              <a:gd name="connsiteX1" fmla="*/ 2577947 w 6290632"/>
              <a:gd name="connsiteY1" fmla="*/ 114909 h 3442003"/>
              <a:gd name="connsiteX2" fmla="*/ 1112704 w 6290632"/>
              <a:gd name="connsiteY2" fmla="*/ 775921 h 3442003"/>
              <a:gd name="connsiteX3" fmla="*/ 3470314 w 6290632"/>
              <a:gd name="connsiteY3" fmla="*/ 1293714 h 3442003"/>
              <a:gd name="connsiteX4" fmla="*/ 1564396 w 6290632"/>
              <a:gd name="connsiteY4" fmla="*/ 2571671 h 3442003"/>
              <a:gd name="connsiteX5" fmla="*/ 6290632 w 6290632"/>
              <a:gd name="connsiteY5" fmla="*/ 3442003 h 3442003"/>
              <a:gd name="connsiteX0-1" fmla="*/ 0 w 6290632"/>
              <a:gd name="connsiteY0-2" fmla="*/ 4741 h 3442003"/>
              <a:gd name="connsiteX1-3" fmla="*/ 2577947 w 6290632"/>
              <a:gd name="connsiteY1-4" fmla="*/ 114909 h 3442003"/>
              <a:gd name="connsiteX2-5" fmla="*/ 1112704 w 6290632"/>
              <a:gd name="connsiteY2-6" fmla="*/ 775921 h 3442003"/>
              <a:gd name="connsiteX3-7" fmla="*/ 3470314 w 6290632"/>
              <a:gd name="connsiteY3-8" fmla="*/ 1293714 h 3442003"/>
              <a:gd name="connsiteX4-9" fmla="*/ 1564396 w 6290632"/>
              <a:gd name="connsiteY4-10" fmla="*/ 2571671 h 3442003"/>
              <a:gd name="connsiteX5-11" fmla="*/ 6290632 w 6290632"/>
              <a:gd name="connsiteY5-12" fmla="*/ 3442003 h 34420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6290632" h="3442003">
                <a:moveTo>
                  <a:pt x="0" y="4741"/>
                </a:moveTo>
                <a:cubicBezTo>
                  <a:pt x="1196248" y="-4440"/>
                  <a:pt x="2392496" y="-13621"/>
                  <a:pt x="2577947" y="114909"/>
                </a:cubicBezTo>
                <a:cubicBezTo>
                  <a:pt x="2763398" y="243439"/>
                  <a:pt x="963976" y="579454"/>
                  <a:pt x="1112704" y="775921"/>
                </a:cubicBezTo>
                <a:cubicBezTo>
                  <a:pt x="1261432" y="972388"/>
                  <a:pt x="3395032" y="994422"/>
                  <a:pt x="3470314" y="1293714"/>
                </a:cubicBezTo>
                <a:cubicBezTo>
                  <a:pt x="3545596" y="1593006"/>
                  <a:pt x="1094343" y="1960235"/>
                  <a:pt x="1564396" y="2571671"/>
                </a:cubicBezTo>
                <a:cubicBezTo>
                  <a:pt x="2034449" y="3183107"/>
                  <a:pt x="4162540" y="3185861"/>
                  <a:pt x="6290632" y="3442003"/>
                </a:cubicBezTo>
              </a:path>
            </a:pathLst>
          </a:custGeom>
          <a:noFill/>
          <a:ln w="28575" cap="flat" cmpd="sng" algn="ctr">
            <a:solidFill>
              <a:sysClr val="window" lastClr="FFFFFF"/>
            </a:solidFill>
            <a:prstDash val="dash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任意多边形: 形状"/>
          <p:cNvSpPr/>
          <p:nvPr/>
        </p:nvSpPr>
        <p:spPr>
          <a:xfrm>
            <a:off x="4397119" y="3810820"/>
            <a:ext cx="1465246" cy="1877262"/>
          </a:xfrm>
          <a:custGeom>
            <a:avLst/>
            <a:gdLst>
              <a:gd name="connsiteX0" fmla="*/ 732623 w 1465246"/>
              <a:gd name="connsiteY0" fmla="*/ 0 h 1877262"/>
              <a:gd name="connsiteX1" fmla="*/ 1465246 w 1465246"/>
              <a:gd name="connsiteY1" fmla="*/ 732623 h 1877262"/>
              <a:gd name="connsiteX2" fmla="*/ 1340126 w 1465246"/>
              <a:gd name="connsiteY2" fmla="*/ 1142240 h 1877262"/>
              <a:gd name="connsiteX3" fmla="*/ 1300533 w 1465246"/>
              <a:gd name="connsiteY3" fmla="*/ 1190227 h 1877262"/>
              <a:gd name="connsiteX4" fmla="*/ 1302729 w 1465246"/>
              <a:gd name="connsiteY4" fmla="*/ 1189968 h 1877262"/>
              <a:gd name="connsiteX5" fmla="*/ 1285462 w 1465246"/>
              <a:gd name="connsiteY5" fmla="*/ 1208493 h 1877262"/>
              <a:gd name="connsiteX6" fmla="*/ 1250666 w 1465246"/>
              <a:gd name="connsiteY6" fmla="*/ 1250666 h 1877262"/>
              <a:gd name="connsiteX7" fmla="*/ 1231119 w 1465246"/>
              <a:gd name="connsiteY7" fmla="*/ 1266794 h 1877262"/>
              <a:gd name="connsiteX8" fmla="*/ 1182207 w 1465246"/>
              <a:gd name="connsiteY8" fmla="*/ 1319268 h 1877262"/>
              <a:gd name="connsiteX9" fmla="*/ 466023 w 1465246"/>
              <a:gd name="connsiteY9" fmla="*/ 1877262 h 1877262"/>
              <a:gd name="connsiteX10" fmla="*/ 364330 w 1465246"/>
              <a:gd name="connsiteY10" fmla="*/ 1413618 h 1877262"/>
              <a:gd name="connsiteX11" fmla="*/ 288079 w 1465246"/>
              <a:gd name="connsiteY11" fmla="*/ 1311308 h 1877262"/>
              <a:gd name="connsiteX12" fmla="*/ 214580 w 1465246"/>
              <a:gd name="connsiteY12" fmla="*/ 1250666 h 1877262"/>
              <a:gd name="connsiteX13" fmla="*/ 0 w 1465246"/>
              <a:gd name="connsiteY13" fmla="*/ 732623 h 1877262"/>
              <a:gd name="connsiteX14" fmla="*/ 732623 w 1465246"/>
              <a:gd name="connsiteY14" fmla="*/ 0 h 1877262"/>
              <a:gd name="connsiteX15" fmla="*/ 725781 w 1465246"/>
              <a:gd name="connsiteY15" fmla="*/ 208317 h 1877262"/>
              <a:gd name="connsiteX16" fmla="*/ 209855 w 1465246"/>
              <a:gd name="connsiteY16" fmla="*/ 724243 h 1877262"/>
              <a:gd name="connsiteX17" fmla="*/ 725781 w 1465246"/>
              <a:gd name="connsiteY17" fmla="*/ 1240169 h 1877262"/>
              <a:gd name="connsiteX18" fmla="*/ 1241707 w 1465246"/>
              <a:gd name="connsiteY18" fmla="*/ 724243 h 1877262"/>
              <a:gd name="connsiteX19" fmla="*/ 725781 w 1465246"/>
              <a:gd name="connsiteY19" fmla="*/ 208317 h 187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65246" h="1877262">
                <a:moveTo>
                  <a:pt x="732623" y="0"/>
                </a:moveTo>
                <a:cubicBezTo>
                  <a:pt x="1137240" y="0"/>
                  <a:pt x="1465246" y="328006"/>
                  <a:pt x="1465246" y="732623"/>
                </a:cubicBezTo>
                <a:cubicBezTo>
                  <a:pt x="1465246" y="884355"/>
                  <a:pt x="1419120" y="1025313"/>
                  <a:pt x="1340126" y="1142240"/>
                </a:cubicBezTo>
                <a:lnTo>
                  <a:pt x="1300533" y="1190227"/>
                </a:lnTo>
                <a:lnTo>
                  <a:pt x="1302729" y="1189968"/>
                </a:lnTo>
                <a:lnTo>
                  <a:pt x="1285462" y="1208493"/>
                </a:lnTo>
                <a:lnTo>
                  <a:pt x="1250666" y="1250666"/>
                </a:lnTo>
                <a:lnTo>
                  <a:pt x="1231119" y="1266794"/>
                </a:lnTo>
                <a:lnTo>
                  <a:pt x="1182207" y="1319268"/>
                </a:lnTo>
                <a:cubicBezTo>
                  <a:pt x="910305" y="1597924"/>
                  <a:pt x="699604" y="1723866"/>
                  <a:pt x="466023" y="1877262"/>
                </a:cubicBezTo>
                <a:cubicBezTo>
                  <a:pt x="501882" y="1654638"/>
                  <a:pt x="440250" y="1522782"/>
                  <a:pt x="364330" y="1413618"/>
                </a:cubicBezTo>
                <a:lnTo>
                  <a:pt x="288079" y="1311308"/>
                </a:lnTo>
                <a:lnTo>
                  <a:pt x="214580" y="1250666"/>
                </a:lnTo>
                <a:cubicBezTo>
                  <a:pt x="82002" y="1118087"/>
                  <a:pt x="0" y="934932"/>
                  <a:pt x="0" y="732623"/>
                </a:cubicBezTo>
                <a:cubicBezTo>
                  <a:pt x="0" y="328006"/>
                  <a:pt x="328006" y="0"/>
                  <a:pt x="732623" y="0"/>
                </a:cubicBezTo>
                <a:close/>
                <a:moveTo>
                  <a:pt x="725781" y="208317"/>
                </a:moveTo>
                <a:cubicBezTo>
                  <a:pt x="440843" y="208317"/>
                  <a:pt x="209855" y="439305"/>
                  <a:pt x="209855" y="724243"/>
                </a:cubicBezTo>
                <a:cubicBezTo>
                  <a:pt x="209855" y="1009181"/>
                  <a:pt x="440843" y="1240169"/>
                  <a:pt x="725781" y="1240169"/>
                </a:cubicBezTo>
                <a:cubicBezTo>
                  <a:pt x="1010719" y="1240169"/>
                  <a:pt x="1241707" y="1009181"/>
                  <a:pt x="1241707" y="724243"/>
                </a:cubicBezTo>
                <a:cubicBezTo>
                  <a:pt x="1241707" y="439305"/>
                  <a:pt x="1010719" y="208317"/>
                  <a:pt x="725781" y="208317"/>
                </a:cubicBezTo>
                <a:close/>
              </a:path>
            </a:pathLst>
          </a:custGeom>
          <a:solidFill>
            <a:srgbClr val="5D8971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任意多边形: 形状"/>
          <p:cNvSpPr/>
          <p:nvPr/>
        </p:nvSpPr>
        <p:spPr>
          <a:xfrm>
            <a:off x="3273402" y="2124846"/>
            <a:ext cx="1193608" cy="1529241"/>
          </a:xfrm>
          <a:custGeom>
            <a:avLst/>
            <a:gdLst>
              <a:gd name="connsiteX0" fmla="*/ 596804 w 1193608"/>
              <a:gd name="connsiteY0" fmla="*/ 0 h 1529241"/>
              <a:gd name="connsiteX1" fmla="*/ 1193608 w 1193608"/>
              <a:gd name="connsiteY1" fmla="*/ 596804 h 1529241"/>
              <a:gd name="connsiteX2" fmla="*/ 1091684 w 1193608"/>
              <a:gd name="connsiteY2" fmla="*/ 930483 h 1529241"/>
              <a:gd name="connsiteX3" fmla="*/ 1059431 w 1193608"/>
              <a:gd name="connsiteY3" fmla="*/ 969574 h 1529241"/>
              <a:gd name="connsiteX4" fmla="*/ 1061220 w 1193608"/>
              <a:gd name="connsiteY4" fmla="*/ 969363 h 1529241"/>
              <a:gd name="connsiteX5" fmla="*/ 1047154 w 1193608"/>
              <a:gd name="connsiteY5" fmla="*/ 984454 h 1529241"/>
              <a:gd name="connsiteX6" fmla="*/ 1018809 w 1193608"/>
              <a:gd name="connsiteY6" fmla="*/ 1018808 h 1529241"/>
              <a:gd name="connsiteX7" fmla="*/ 1002885 w 1193608"/>
              <a:gd name="connsiteY7" fmla="*/ 1031946 h 1529241"/>
              <a:gd name="connsiteX8" fmla="*/ 963041 w 1193608"/>
              <a:gd name="connsiteY8" fmla="*/ 1074692 h 1529241"/>
              <a:gd name="connsiteX9" fmla="*/ 379628 w 1193608"/>
              <a:gd name="connsiteY9" fmla="*/ 1529241 h 1529241"/>
              <a:gd name="connsiteX10" fmla="*/ 296788 w 1193608"/>
              <a:gd name="connsiteY10" fmla="*/ 1151551 h 1529241"/>
              <a:gd name="connsiteX11" fmla="*/ 234673 w 1193608"/>
              <a:gd name="connsiteY11" fmla="*/ 1068208 h 1529241"/>
              <a:gd name="connsiteX12" fmla="*/ 174800 w 1193608"/>
              <a:gd name="connsiteY12" fmla="*/ 1018808 h 1529241"/>
              <a:gd name="connsiteX13" fmla="*/ 0 w 1193608"/>
              <a:gd name="connsiteY13" fmla="*/ 596804 h 1529241"/>
              <a:gd name="connsiteX14" fmla="*/ 596804 w 1193608"/>
              <a:gd name="connsiteY14" fmla="*/ 0 h 1529241"/>
              <a:gd name="connsiteX15" fmla="*/ 591231 w 1193608"/>
              <a:gd name="connsiteY15" fmla="*/ 169698 h 1529241"/>
              <a:gd name="connsiteX16" fmla="*/ 170951 w 1193608"/>
              <a:gd name="connsiteY16" fmla="*/ 589978 h 1529241"/>
              <a:gd name="connsiteX17" fmla="*/ 591231 w 1193608"/>
              <a:gd name="connsiteY17" fmla="*/ 1010258 h 1529241"/>
              <a:gd name="connsiteX18" fmla="*/ 1011511 w 1193608"/>
              <a:gd name="connsiteY18" fmla="*/ 589978 h 1529241"/>
              <a:gd name="connsiteX19" fmla="*/ 591231 w 1193608"/>
              <a:gd name="connsiteY19" fmla="*/ 169698 h 1529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3608" h="1529241">
                <a:moveTo>
                  <a:pt x="596804" y="0"/>
                </a:moveTo>
                <a:cubicBezTo>
                  <a:pt x="926410" y="0"/>
                  <a:pt x="1193608" y="267198"/>
                  <a:pt x="1193608" y="596804"/>
                </a:cubicBezTo>
                <a:cubicBezTo>
                  <a:pt x="1193608" y="720407"/>
                  <a:pt x="1156033" y="835233"/>
                  <a:pt x="1091684" y="930483"/>
                </a:cubicBezTo>
                <a:lnTo>
                  <a:pt x="1059431" y="969574"/>
                </a:lnTo>
                <a:lnTo>
                  <a:pt x="1061220" y="969363"/>
                </a:lnTo>
                <a:lnTo>
                  <a:pt x="1047154" y="984454"/>
                </a:lnTo>
                <a:lnTo>
                  <a:pt x="1018809" y="1018808"/>
                </a:lnTo>
                <a:lnTo>
                  <a:pt x="1002885" y="1031946"/>
                </a:lnTo>
                <a:lnTo>
                  <a:pt x="963041" y="1074692"/>
                </a:lnTo>
                <a:cubicBezTo>
                  <a:pt x="741546" y="1301689"/>
                  <a:pt x="569907" y="1404283"/>
                  <a:pt x="379628" y="1529241"/>
                </a:cubicBezTo>
                <a:cubicBezTo>
                  <a:pt x="408840" y="1347889"/>
                  <a:pt x="358633" y="1240477"/>
                  <a:pt x="296788" y="1151551"/>
                </a:cubicBezTo>
                <a:lnTo>
                  <a:pt x="234673" y="1068208"/>
                </a:lnTo>
                <a:lnTo>
                  <a:pt x="174800" y="1018808"/>
                </a:lnTo>
                <a:cubicBezTo>
                  <a:pt x="66800" y="910808"/>
                  <a:pt x="0" y="761607"/>
                  <a:pt x="0" y="596804"/>
                </a:cubicBezTo>
                <a:cubicBezTo>
                  <a:pt x="0" y="267198"/>
                  <a:pt x="267198" y="0"/>
                  <a:pt x="596804" y="0"/>
                </a:cubicBezTo>
                <a:close/>
                <a:moveTo>
                  <a:pt x="591231" y="169698"/>
                </a:moveTo>
                <a:cubicBezTo>
                  <a:pt x="359117" y="169698"/>
                  <a:pt x="170951" y="357864"/>
                  <a:pt x="170951" y="589978"/>
                </a:cubicBezTo>
                <a:cubicBezTo>
                  <a:pt x="170951" y="822092"/>
                  <a:pt x="359117" y="1010258"/>
                  <a:pt x="591231" y="1010258"/>
                </a:cubicBezTo>
                <a:cubicBezTo>
                  <a:pt x="823345" y="1010258"/>
                  <a:pt x="1011511" y="822092"/>
                  <a:pt x="1011511" y="589978"/>
                </a:cubicBezTo>
                <a:cubicBezTo>
                  <a:pt x="1011511" y="357864"/>
                  <a:pt x="823345" y="169698"/>
                  <a:pt x="591231" y="169698"/>
                </a:cubicBezTo>
                <a:close/>
              </a:path>
            </a:pathLst>
          </a:custGeom>
          <a:solidFill>
            <a:srgbClr val="5D8971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任意多边形: 形状"/>
          <p:cNvSpPr/>
          <p:nvPr/>
        </p:nvSpPr>
        <p:spPr>
          <a:xfrm flipH="1">
            <a:off x="646330" y="3473411"/>
            <a:ext cx="1385526" cy="1775125"/>
          </a:xfrm>
          <a:custGeom>
            <a:avLst/>
            <a:gdLst>
              <a:gd name="connsiteX0" fmla="*/ 692763 w 1385526"/>
              <a:gd name="connsiteY0" fmla="*/ 0 h 1775125"/>
              <a:gd name="connsiteX1" fmla="*/ 0 w 1385526"/>
              <a:gd name="connsiteY1" fmla="*/ 692763 h 1775125"/>
              <a:gd name="connsiteX2" fmla="*/ 202905 w 1385526"/>
              <a:gd name="connsiteY2" fmla="*/ 1182621 h 1775125"/>
              <a:gd name="connsiteX3" fmla="*/ 272405 w 1385526"/>
              <a:gd name="connsiteY3" fmla="*/ 1239963 h 1775125"/>
              <a:gd name="connsiteX4" fmla="*/ 344508 w 1385526"/>
              <a:gd name="connsiteY4" fmla="*/ 1336707 h 1775125"/>
              <a:gd name="connsiteX5" fmla="*/ 440668 w 1385526"/>
              <a:gd name="connsiteY5" fmla="*/ 1775125 h 1775125"/>
              <a:gd name="connsiteX6" fmla="*/ 1117886 w 1385526"/>
              <a:gd name="connsiteY6" fmla="*/ 1247490 h 1775125"/>
              <a:gd name="connsiteX7" fmla="*/ 1164137 w 1385526"/>
              <a:gd name="connsiteY7" fmla="*/ 1197871 h 1775125"/>
              <a:gd name="connsiteX8" fmla="*/ 1182621 w 1385526"/>
              <a:gd name="connsiteY8" fmla="*/ 1182621 h 1775125"/>
              <a:gd name="connsiteX9" fmla="*/ 1215523 w 1385526"/>
              <a:gd name="connsiteY9" fmla="*/ 1142742 h 1775125"/>
              <a:gd name="connsiteX10" fmla="*/ 1231851 w 1385526"/>
              <a:gd name="connsiteY10" fmla="*/ 1125225 h 1775125"/>
              <a:gd name="connsiteX11" fmla="*/ 1229774 w 1385526"/>
              <a:gd name="connsiteY11" fmla="*/ 1125470 h 1775125"/>
              <a:gd name="connsiteX12" fmla="*/ 1267213 w 1385526"/>
              <a:gd name="connsiteY12" fmla="*/ 1080094 h 1775125"/>
              <a:gd name="connsiteX13" fmla="*/ 1385526 w 1385526"/>
              <a:gd name="connsiteY13" fmla="*/ 692763 h 1775125"/>
              <a:gd name="connsiteX14" fmla="*/ 692763 w 1385526"/>
              <a:gd name="connsiteY14" fmla="*/ 0 h 1775125"/>
              <a:gd name="connsiteX15" fmla="*/ 686293 w 1385526"/>
              <a:gd name="connsiteY15" fmla="*/ 196983 h 1775125"/>
              <a:gd name="connsiteX16" fmla="*/ 1174149 w 1385526"/>
              <a:gd name="connsiteY16" fmla="*/ 684839 h 1775125"/>
              <a:gd name="connsiteX17" fmla="*/ 686293 w 1385526"/>
              <a:gd name="connsiteY17" fmla="*/ 1172695 h 1775125"/>
              <a:gd name="connsiteX18" fmla="*/ 198437 w 1385526"/>
              <a:gd name="connsiteY18" fmla="*/ 684839 h 1775125"/>
              <a:gd name="connsiteX19" fmla="*/ 686293 w 1385526"/>
              <a:gd name="connsiteY19" fmla="*/ 196983 h 177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85526" h="1775125">
                <a:moveTo>
                  <a:pt x="692763" y="0"/>
                </a:moveTo>
                <a:cubicBezTo>
                  <a:pt x="310160" y="0"/>
                  <a:pt x="0" y="310160"/>
                  <a:pt x="0" y="692763"/>
                </a:cubicBezTo>
                <a:cubicBezTo>
                  <a:pt x="0" y="884065"/>
                  <a:pt x="77540" y="1057255"/>
                  <a:pt x="202905" y="1182621"/>
                </a:cubicBezTo>
                <a:lnTo>
                  <a:pt x="272405" y="1239963"/>
                </a:lnTo>
                <a:lnTo>
                  <a:pt x="344508" y="1336707"/>
                </a:lnTo>
                <a:cubicBezTo>
                  <a:pt x="416297" y="1439932"/>
                  <a:pt x="474576" y="1564614"/>
                  <a:pt x="440668" y="1775125"/>
                </a:cubicBezTo>
                <a:cubicBezTo>
                  <a:pt x="661540" y="1630075"/>
                  <a:pt x="860778" y="1510985"/>
                  <a:pt x="1117886" y="1247490"/>
                </a:cubicBezTo>
                <a:lnTo>
                  <a:pt x="1164137" y="1197871"/>
                </a:lnTo>
                <a:lnTo>
                  <a:pt x="1182621" y="1182621"/>
                </a:lnTo>
                <a:lnTo>
                  <a:pt x="1215523" y="1142742"/>
                </a:lnTo>
                <a:lnTo>
                  <a:pt x="1231851" y="1125225"/>
                </a:lnTo>
                <a:lnTo>
                  <a:pt x="1229774" y="1125470"/>
                </a:lnTo>
                <a:lnTo>
                  <a:pt x="1267213" y="1080094"/>
                </a:lnTo>
                <a:cubicBezTo>
                  <a:pt x="1341909" y="969529"/>
                  <a:pt x="1385526" y="836240"/>
                  <a:pt x="1385526" y="692763"/>
                </a:cubicBezTo>
                <a:cubicBezTo>
                  <a:pt x="1385526" y="310160"/>
                  <a:pt x="1075366" y="0"/>
                  <a:pt x="692763" y="0"/>
                </a:cubicBezTo>
                <a:close/>
                <a:moveTo>
                  <a:pt x="686293" y="196983"/>
                </a:moveTo>
                <a:cubicBezTo>
                  <a:pt x="955728" y="196983"/>
                  <a:pt x="1174149" y="415404"/>
                  <a:pt x="1174149" y="684839"/>
                </a:cubicBezTo>
                <a:cubicBezTo>
                  <a:pt x="1174149" y="954274"/>
                  <a:pt x="955728" y="1172695"/>
                  <a:pt x="686293" y="1172695"/>
                </a:cubicBezTo>
                <a:cubicBezTo>
                  <a:pt x="416858" y="1172695"/>
                  <a:pt x="198437" y="954274"/>
                  <a:pt x="198437" y="684839"/>
                </a:cubicBezTo>
                <a:cubicBezTo>
                  <a:pt x="198437" y="415404"/>
                  <a:pt x="416858" y="196983"/>
                  <a:pt x="686293" y="196983"/>
                </a:cubicBezTo>
                <a:close/>
              </a:path>
            </a:pathLst>
          </a:custGeom>
          <a:solidFill>
            <a:srgbClr val="5D8971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任意多边形: 形状"/>
          <p:cNvSpPr/>
          <p:nvPr/>
        </p:nvSpPr>
        <p:spPr>
          <a:xfrm flipH="1">
            <a:off x="1070028" y="1068900"/>
            <a:ext cx="1033749" cy="1324431"/>
          </a:xfrm>
          <a:custGeom>
            <a:avLst/>
            <a:gdLst>
              <a:gd name="connsiteX0" fmla="*/ 516874 w 1033749"/>
              <a:gd name="connsiteY0" fmla="*/ 0 h 1324431"/>
              <a:gd name="connsiteX1" fmla="*/ 0 w 1033749"/>
              <a:gd name="connsiteY1" fmla="*/ 516874 h 1324431"/>
              <a:gd name="connsiteX2" fmla="*/ 151389 w 1033749"/>
              <a:gd name="connsiteY2" fmla="*/ 882360 h 1324431"/>
              <a:gd name="connsiteX3" fmla="*/ 203243 w 1033749"/>
              <a:gd name="connsiteY3" fmla="*/ 925144 h 1324431"/>
              <a:gd name="connsiteX4" fmla="*/ 257039 w 1033749"/>
              <a:gd name="connsiteY4" fmla="*/ 997325 h 1324431"/>
              <a:gd name="connsiteX5" fmla="*/ 328785 w 1033749"/>
              <a:gd name="connsiteY5" fmla="*/ 1324431 h 1324431"/>
              <a:gd name="connsiteX6" fmla="*/ 834061 w 1033749"/>
              <a:gd name="connsiteY6" fmla="*/ 930760 h 1324431"/>
              <a:gd name="connsiteX7" fmla="*/ 868569 w 1033749"/>
              <a:gd name="connsiteY7" fmla="*/ 893739 h 1324431"/>
              <a:gd name="connsiteX8" fmla="*/ 882360 w 1033749"/>
              <a:gd name="connsiteY8" fmla="*/ 882360 h 1324431"/>
              <a:gd name="connsiteX9" fmla="*/ 906909 w 1033749"/>
              <a:gd name="connsiteY9" fmla="*/ 852606 h 1324431"/>
              <a:gd name="connsiteX10" fmla="*/ 919091 w 1033749"/>
              <a:gd name="connsiteY10" fmla="*/ 839537 h 1324431"/>
              <a:gd name="connsiteX11" fmla="*/ 917542 w 1033749"/>
              <a:gd name="connsiteY11" fmla="*/ 839720 h 1324431"/>
              <a:gd name="connsiteX12" fmla="*/ 945475 w 1033749"/>
              <a:gd name="connsiteY12" fmla="*/ 805864 h 1324431"/>
              <a:gd name="connsiteX13" fmla="*/ 1033749 w 1033749"/>
              <a:gd name="connsiteY13" fmla="*/ 516874 h 1324431"/>
              <a:gd name="connsiteX14" fmla="*/ 516874 w 1033749"/>
              <a:gd name="connsiteY14" fmla="*/ 0 h 1324431"/>
              <a:gd name="connsiteX15" fmla="*/ 512047 w 1033749"/>
              <a:gd name="connsiteY15" fmla="*/ 146970 h 1324431"/>
              <a:gd name="connsiteX16" fmla="*/ 876039 w 1033749"/>
              <a:gd name="connsiteY16" fmla="*/ 510962 h 1324431"/>
              <a:gd name="connsiteX17" fmla="*/ 512047 w 1033749"/>
              <a:gd name="connsiteY17" fmla="*/ 874954 h 1324431"/>
              <a:gd name="connsiteX18" fmla="*/ 148055 w 1033749"/>
              <a:gd name="connsiteY18" fmla="*/ 510962 h 1324431"/>
              <a:gd name="connsiteX19" fmla="*/ 512047 w 1033749"/>
              <a:gd name="connsiteY19" fmla="*/ 146970 h 132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33749" h="1324431">
                <a:moveTo>
                  <a:pt x="516874" y="0"/>
                </a:moveTo>
                <a:cubicBezTo>
                  <a:pt x="231412" y="0"/>
                  <a:pt x="0" y="231412"/>
                  <a:pt x="0" y="516874"/>
                </a:cubicBezTo>
                <a:cubicBezTo>
                  <a:pt x="0" y="659606"/>
                  <a:pt x="57853" y="788824"/>
                  <a:pt x="151389" y="882360"/>
                </a:cubicBezTo>
                <a:lnTo>
                  <a:pt x="203243" y="925144"/>
                </a:lnTo>
                <a:lnTo>
                  <a:pt x="257039" y="997325"/>
                </a:lnTo>
                <a:cubicBezTo>
                  <a:pt x="310602" y="1074341"/>
                  <a:pt x="354084" y="1167367"/>
                  <a:pt x="328785" y="1324431"/>
                </a:cubicBezTo>
                <a:cubicBezTo>
                  <a:pt x="493579" y="1216208"/>
                  <a:pt x="642231" y="1127355"/>
                  <a:pt x="834061" y="930760"/>
                </a:cubicBezTo>
                <a:lnTo>
                  <a:pt x="868569" y="893739"/>
                </a:lnTo>
                <a:lnTo>
                  <a:pt x="882360" y="882360"/>
                </a:lnTo>
                <a:lnTo>
                  <a:pt x="906909" y="852606"/>
                </a:lnTo>
                <a:lnTo>
                  <a:pt x="919091" y="839537"/>
                </a:lnTo>
                <a:lnTo>
                  <a:pt x="917542" y="839720"/>
                </a:lnTo>
                <a:lnTo>
                  <a:pt x="945475" y="805864"/>
                </a:lnTo>
                <a:cubicBezTo>
                  <a:pt x="1001206" y="723371"/>
                  <a:pt x="1033749" y="623923"/>
                  <a:pt x="1033749" y="516874"/>
                </a:cubicBezTo>
                <a:cubicBezTo>
                  <a:pt x="1033749" y="231412"/>
                  <a:pt x="802337" y="0"/>
                  <a:pt x="516874" y="0"/>
                </a:cubicBezTo>
                <a:close/>
                <a:moveTo>
                  <a:pt x="512047" y="146970"/>
                </a:moveTo>
                <a:cubicBezTo>
                  <a:pt x="713074" y="146970"/>
                  <a:pt x="876039" y="309935"/>
                  <a:pt x="876039" y="510962"/>
                </a:cubicBezTo>
                <a:cubicBezTo>
                  <a:pt x="876039" y="711989"/>
                  <a:pt x="713074" y="874954"/>
                  <a:pt x="512047" y="874954"/>
                </a:cubicBezTo>
                <a:cubicBezTo>
                  <a:pt x="311020" y="874954"/>
                  <a:pt x="148055" y="711989"/>
                  <a:pt x="148055" y="510962"/>
                </a:cubicBezTo>
                <a:cubicBezTo>
                  <a:pt x="148055" y="309935"/>
                  <a:pt x="311020" y="146970"/>
                  <a:pt x="512047" y="146970"/>
                </a:cubicBezTo>
                <a:close/>
              </a:path>
            </a:pathLst>
          </a:custGeom>
          <a:solidFill>
            <a:srgbClr val="5D8971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02707" y="1357918"/>
            <a:ext cx="744491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44936" y="2470005"/>
            <a:ext cx="1039393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2899" y="3892865"/>
            <a:ext cx="1039393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99433" y="4215525"/>
            <a:ext cx="1039393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04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6292024" y="4294390"/>
            <a:ext cx="5806932" cy="2472170"/>
          </a:xfrm>
          <a:prstGeom prst="roundRect">
            <a:avLst>
              <a:gd name="adj" fmla="val 8880"/>
            </a:avLst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6494338" y="4580150"/>
            <a:ext cx="5537241" cy="190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</a:p>
        </p:txBody>
      </p: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6463887" y="773189"/>
            <a:ext cx="5298214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</a:t>
            </a:r>
          </a:p>
        </p:txBody>
      </p:sp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6463887" y="1665586"/>
            <a:ext cx="5298214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</a:t>
            </a: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6492844" y="2557983"/>
            <a:ext cx="5298214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</a:t>
            </a: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6526533" y="3450380"/>
            <a:ext cx="5298214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</a:t>
            </a:r>
          </a:p>
        </p:txBody>
      </p:sp>
      <p:sp>
        <p:nvSpPr>
          <p:cNvPr id="19" name="文本框 24">
            <a:extLst>
              <a:ext uri="{FF2B5EF4-FFF2-40B4-BE49-F238E27FC236}">
                <a16:creationId xmlns:a16="http://schemas.microsoft.com/office/drawing/2014/main" id="{718AED0F-D362-4705-8248-4022401C19AE}"/>
              </a:ext>
            </a:extLst>
          </p:cNvPr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研究成果与应用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37"/>
          <p:cNvSpPr txBox="1">
            <a:spLocks noChangeArrowheads="1"/>
          </p:cNvSpPr>
          <p:nvPr/>
        </p:nvSpPr>
        <p:spPr bwMode="auto">
          <a:xfrm>
            <a:off x="1835246" y="2005461"/>
            <a:ext cx="3821414" cy="89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</a:t>
            </a:r>
          </a:p>
        </p:txBody>
      </p:sp>
      <p:sp>
        <p:nvSpPr>
          <p:cNvPr id="16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研究成果与应用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0F39DBA-8811-44A1-A5B6-724BC95826A1}"/>
              </a:ext>
            </a:extLst>
          </p:cNvPr>
          <p:cNvSpPr/>
          <p:nvPr/>
        </p:nvSpPr>
        <p:spPr>
          <a:xfrm>
            <a:off x="823893" y="2037820"/>
            <a:ext cx="829116" cy="829116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文本框 37">
            <a:extLst>
              <a:ext uri="{FF2B5EF4-FFF2-40B4-BE49-F238E27FC236}">
                <a16:creationId xmlns:a16="http://schemas.microsoft.com/office/drawing/2014/main" id="{AB67474B-80A9-4633-AAEE-E3D7A0B29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246" y="3999189"/>
            <a:ext cx="3821414" cy="89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8349837-5FFD-4FD7-8BAA-8DFBFA99CBAD}"/>
              </a:ext>
            </a:extLst>
          </p:cNvPr>
          <p:cNvSpPr/>
          <p:nvPr/>
        </p:nvSpPr>
        <p:spPr>
          <a:xfrm>
            <a:off x="823893" y="4031548"/>
            <a:ext cx="829116" cy="829116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文本框 37">
            <a:extLst>
              <a:ext uri="{FF2B5EF4-FFF2-40B4-BE49-F238E27FC236}">
                <a16:creationId xmlns:a16="http://schemas.microsoft.com/office/drawing/2014/main" id="{D28156C9-65CC-48DD-A70F-3F8E07858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7353" y="2037820"/>
            <a:ext cx="3821414" cy="89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9C01640-555E-40AD-8458-5CDDE5E90E3D}"/>
              </a:ext>
            </a:extLst>
          </p:cNvPr>
          <p:cNvSpPr/>
          <p:nvPr/>
        </p:nvSpPr>
        <p:spPr>
          <a:xfrm>
            <a:off x="6096000" y="2070179"/>
            <a:ext cx="829116" cy="829116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文本框 37">
            <a:extLst>
              <a:ext uri="{FF2B5EF4-FFF2-40B4-BE49-F238E27FC236}">
                <a16:creationId xmlns:a16="http://schemas.microsoft.com/office/drawing/2014/main" id="{51317490-75C2-49CA-B29E-3E47BE467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7353" y="4031548"/>
            <a:ext cx="3821414" cy="89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77A576E-8B10-4492-9C47-5272A377E430}"/>
              </a:ext>
            </a:extLst>
          </p:cNvPr>
          <p:cNvSpPr/>
          <p:nvPr/>
        </p:nvSpPr>
        <p:spPr>
          <a:xfrm>
            <a:off x="6096000" y="4063907"/>
            <a:ext cx="829116" cy="829116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c 20"/>
          <p:cNvSpPr/>
          <p:nvPr/>
        </p:nvSpPr>
        <p:spPr>
          <a:xfrm>
            <a:off x="639467" y="2863192"/>
            <a:ext cx="2182143" cy="2182143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rgbClr val="5D8971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Arc 21"/>
          <p:cNvSpPr/>
          <p:nvPr/>
        </p:nvSpPr>
        <p:spPr>
          <a:xfrm>
            <a:off x="2821610" y="2863192"/>
            <a:ext cx="2182143" cy="2182143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rgbClr val="5D8971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Arc 22"/>
          <p:cNvSpPr/>
          <p:nvPr/>
        </p:nvSpPr>
        <p:spPr>
          <a:xfrm>
            <a:off x="5003752" y="2863192"/>
            <a:ext cx="2182143" cy="2182143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rgbClr val="5D8971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Arc 24"/>
          <p:cNvSpPr/>
          <p:nvPr/>
        </p:nvSpPr>
        <p:spPr>
          <a:xfrm>
            <a:off x="7185894" y="2863192"/>
            <a:ext cx="2182143" cy="2182143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rgbClr val="5D8971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Arc 25"/>
          <p:cNvSpPr/>
          <p:nvPr/>
        </p:nvSpPr>
        <p:spPr>
          <a:xfrm>
            <a:off x="639467" y="2863192"/>
            <a:ext cx="2182143" cy="2182143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rgbClr val="5D89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Arc 26"/>
          <p:cNvSpPr/>
          <p:nvPr/>
        </p:nvSpPr>
        <p:spPr>
          <a:xfrm>
            <a:off x="2821610" y="2863192"/>
            <a:ext cx="2182143" cy="2182143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rgbClr val="5D89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Arc 27"/>
          <p:cNvSpPr/>
          <p:nvPr/>
        </p:nvSpPr>
        <p:spPr>
          <a:xfrm>
            <a:off x="5003752" y="2863192"/>
            <a:ext cx="2182143" cy="2182143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rgbClr val="5D89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Arc 28"/>
          <p:cNvSpPr/>
          <p:nvPr/>
        </p:nvSpPr>
        <p:spPr>
          <a:xfrm>
            <a:off x="7185895" y="2863192"/>
            <a:ext cx="2182143" cy="2182143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rgbClr val="5D89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Oval Callout 16"/>
          <p:cNvSpPr/>
          <p:nvPr/>
        </p:nvSpPr>
        <p:spPr>
          <a:xfrm rot="10800000">
            <a:off x="987174" y="3233640"/>
            <a:ext cx="1492586" cy="1464038"/>
          </a:xfrm>
          <a:prstGeom prst="wedgeEllipseCallout">
            <a:avLst>
              <a:gd name="adj1" fmla="val -2474"/>
              <a:gd name="adj2" fmla="val 79053"/>
            </a:avLst>
          </a:prstGeom>
          <a:noFill/>
          <a:ln w="25400">
            <a:solidFill>
              <a:srgbClr val="5D8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Oval 34"/>
          <p:cNvSpPr/>
          <p:nvPr/>
        </p:nvSpPr>
        <p:spPr>
          <a:xfrm rot="10800000" flipV="1">
            <a:off x="1458143" y="2060102"/>
            <a:ext cx="596228" cy="596231"/>
          </a:xfrm>
          <a:prstGeom prst="ellipse">
            <a:avLst/>
          </a:prstGeom>
          <a:solidFill>
            <a:srgbClr val="5D8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Oval Callout 20"/>
          <p:cNvSpPr/>
          <p:nvPr/>
        </p:nvSpPr>
        <p:spPr>
          <a:xfrm>
            <a:off x="3186407" y="3212459"/>
            <a:ext cx="1492586" cy="1464038"/>
          </a:xfrm>
          <a:prstGeom prst="wedgeEllipseCallout">
            <a:avLst>
              <a:gd name="adj1" fmla="val -2474"/>
              <a:gd name="adj2" fmla="val 79053"/>
            </a:avLst>
          </a:prstGeom>
          <a:noFill/>
          <a:ln w="25400">
            <a:solidFill>
              <a:srgbClr val="5D8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Oval 36"/>
          <p:cNvSpPr/>
          <p:nvPr/>
        </p:nvSpPr>
        <p:spPr>
          <a:xfrm>
            <a:off x="3611795" y="5247486"/>
            <a:ext cx="596228" cy="596231"/>
          </a:xfrm>
          <a:prstGeom prst="ellipse">
            <a:avLst/>
          </a:prstGeom>
          <a:solidFill>
            <a:srgbClr val="5D8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Oval Callout 23"/>
          <p:cNvSpPr/>
          <p:nvPr/>
        </p:nvSpPr>
        <p:spPr>
          <a:xfrm rot="10800000">
            <a:off x="5351459" y="3233640"/>
            <a:ext cx="1492586" cy="1464038"/>
          </a:xfrm>
          <a:prstGeom prst="wedgeEllipseCallout">
            <a:avLst>
              <a:gd name="adj1" fmla="val -2474"/>
              <a:gd name="adj2" fmla="val 79053"/>
            </a:avLst>
          </a:prstGeom>
          <a:noFill/>
          <a:ln w="25400">
            <a:solidFill>
              <a:srgbClr val="5D8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Oval 38"/>
          <p:cNvSpPr/>
          <p:nvPr/>
        </p:nvSpPr>
        <p:spPr>
          <a:xfrm rot="10800000" flipV="1">
            <a:off x="5822428" y="2060103"/>
            <a:ext cx="596228" cy="596231"/>
          </a:xfrm>
          <a:prstGeom prst="ellipse">
            <a:avLst/>
          </a:prstGeom>
          <a:solidFill>
            <a:srgbClr val="5D8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Oval Callout 25"/>
          <p:cNvSpPr/>
          <p:nvPr/>
        </p:nvSpPr>
        <p:spPr>
          <a:xfrm>
            <a:off x="7550692" y="3212459"/>
            <a:ext cx="1492586" cy="1464038"/>
          </a:xfrm>
          <a:prstGeom prst="wedgeEllipseCallout">
            <a:avLst>
              <a:gd name="adj1" fmla="val -2474"/>
              <a:gd name="adj2" fmla="val 79053"/>
            </a:avLst>
          </a:prstGeom>
          <a:noFill/>
          <a:ln w="25400">
            <a:solidFill>
              <a:srgbClr val="5D8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Oval 40"/>
          <p:cNvSpPr/>
          <p:nvPr/>
        </p:nvSpPr>
        <p:spPr>
          <a:xfrm>
            <a:off x="7976080" y="5247486"/>
            <a:ext cx="596228" cy="596231"/>
          </a:xfrm>
          <a:prstGeom prst="ellipse">
            <a:avLst/>
          </a:prstGeom>
          <a:solidFill>
            <a:srgbClr val="5D8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Rectangle 42"/>
          <p:cNvSpPr/>
          <p:nvPr/>
        </p:nvSpPr>
        <p:spPr>
          <a:xfrm>
            <a:off x="5758867" y="3734534"/>
            <a:ext cx="811441" cy="523220"/>
          </a:xfrm>
          <a:prstGeom prst="rect">
            <a:avLst/>
          </a:prstGeom>
        </p:spPr>
        <p:txBody>
          <a:bodyPr wrap="non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5D8971"/>
                </a:solidFill>
                <a:cs typeface="+mn-ea"/>
                <a:sym typeface="+mn-lt"/>
              </a:rPr>
              <a:t>52%</a:t>
            </a:r>
          </a:p>
        </p:txBody>
      </p:sp>
      <p:sp>
        <p:nvSpPr>
          <p:cNvPr id="29" name="Rectangle 44"/>
          <p:cNvSpPr/>
          <p:nvPr/>
        </p:nvSpPr>
        <p:spPr>
          <a:xfrm>
            <a:off x="3526570" y="3716785"/>
            <a:ext cx="811441" cy="523220"/>
          </a:xfrm>
          <a:prstGeom prst="rect">
            <a:avLst/>
          </a:prstGeom>
        </p:spPr>
        <p:txBody>
          <a:bodyPr wrap="non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5D8971"/>
                </a:solidFill>
                <a:cs typeface="+mn-ea"/>
                <a:sym typeface="+mn-lt"/>
              </a:rPr>
              <a:t>64%</a:t>
            </a:r>
          </a:p>
        </p:txBody>
      </p:sp>
      <p:sp>
        <p:nvSpPr>
          <p:cNvPr id="30" name="Rectangle 45"/>
          <p:cNvSpPr/>
          <p:nvPr/>
        </p:nvSpPr>
        <p:spPr>
          <a:xfrm>
            <a:off x="1320318" y="3727105"/>
            <a:ext cx="811441" cy="523220"/>
          </a:xfrm>
          <a:prstGeom prst="rect">
            <a:avLst/>
          </a:prstGeom>
        </p:spPr>
        <p:txBody>
          <a:bodyPr wrap="non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5D8971"/>
                </a:solidFill>
                <a:cs typeface="+mn-ea"/>
                <a:sym typeface="+mn-lt"/>
              </a:rPr>
              <a:t>34%</a:t>
            </a:r>
          </a:p>
        </p:txBody>
      </p:sp>
      <p:sp>
        <p:nvSpPr>
          <p:cNvPr id="31" name="Rectangle 46"/>
          <p:cNvSpPr/>
          <p:nvPr/>
        </p:nvSpPr>
        <p:spPr>
          <a:xfrm>
            <a:off x="7914770" y="3727105"/>
            <a:ext cx="811441" cy="523220"/>
          </a:xfrm>
          <a:prstGeom prst="rect">
            <a:avLst/>
          </a:prstGeom>
        </p:spPr>
        <p:txBody>
          <a:bodyPr wrap="non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5D8971"/>
                </a:solidFill>
                <a:cs typeface="+mn-ea"/>
                <a:sym typeface="+mn-lt"/>
              </a:rPr>
              <a:t>46%</a:t>
            </a:r>
          </a:p>
        </p:txBody>
      </p:sp>
      <p:sp>
        <p:nvSpPr>
          <p:cNvPr id="49" name="文本框 48"/>
          <p:cNvSpPr txBox="1">
            <a:spLocks noChangeArrowheads="1"/>
          </p:cNvSpPr>
          <p:nvPr/>
        </p:nvSpPr>
        <p:spPr bwMode="auto">
          <a:xfrm>
            <a:off x="7301650" y="1678186"/>
            <a:ext cx="3146826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8536567" y="5394602"/>
            <a:ext cx="3146826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2139914" y="1722882"/>
            <a:ext cx="3146826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295006" y="5447390"/>
            <a:ext cx="3146826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D0D0D"/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</a:t>
            </a:r>
          </a:p>
        </p:txBody>
      </p:sp>
      <p:sp>
        <p:nvSpPr>
          <p:cNvPr id="32" name="文本框 24">
            <a:extLst>
              <a:ext uri="{FF2B5EF4-FFF2-40B4-BE49-F238E27FC236}">
                <a16:creationId xmlns:a16="http://schemas.microsoft.com/office/drawing/2014/main" id="{E2050B44-A7CB-41E0-B92F-811767E02B22}"/>
              </a:ext>
            </a:extLst>
          </p:cNvPr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研究成果与应用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24"/>
          <p:cNvSpPr txBox="1"/>
          <p:nvPr/>
        </p:nvSpPr>
        <p:spPr>
          <a:xfrm>
            <a:off x="3457912" y="3031122"/>
            <a:ext cx="5276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论文总结与汇报</a:t>
            </a:r>
          </a:p>
        </p:txBody>
      </p:sp>
      <p:sp>
        <p:nvSpPr>
          <p:cNvPr id="10" name="椭圆 9"/>
          <p:cNvSpPr/>
          <p:nvPr/>
        </p:nvSpPr>
        <p:spPr>
          <a:xfrm>
            <a:off x="5330557" y="957460"/>
            <a:ext cx="1530887" cy="1530887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/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819534" y="4194513"/>
            <a:ext cx="2552933" cy="1706027"/>
            <a:chOff x="4981211" y="3926438"/>
            <a:chExt cx="2552933" cy="1706027"/>
          </a:xfrm>
        </p:grpSpPr>
        <p:sp>
          <p:nvSpPr>
            <p:cNvPr id="11" name="文本框 10"/>
            <p:cNvSpPr txBox="1"/>
            <p:nvPr/>
          </p:nvSpPr>
          <p:spPr>
            <a:xfrm>
              <a:off x="4981211" y="3926438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81211" y="4579397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81211" y="5232355"/>
              <a:ext cx="2552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输入小标题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75418" y="2175636"/>
            <a:ext cx="3416129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188501" y="2254228"/>
            <a:ext cx="3763917" cy="3430207"/>
            <a:chOff x="4123434" y="1675684"/>
            <a:chExt cx="3763917" cy="343020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4592782" y="2015837"/>
              <a:ext cx="2708563" cy="2639312"/>
              <a:chOff x="4592781" y="2015837"/>
              <a:chExt cx="2590801" cy="2639312"/>
            </a:xfrm>
          </p:grpSpPr>
          <p:sp>
            <p:nvSpPr>
              <p:cNvPr id="5" name="立方体 4"/>
              <p:cNvSpPr/>
              <p:nvPr/>
            </p:nvSpPr>
            <p:spPr>
              <a:xfrm>
                <a:off x="4592781" y="2015837"/>
                <a:ext cx="2590801" cy="2639312"/>
              </a:xfrm>
              <a:prstGeom prst="cube">
                <a:avLst/>
              </a:prstGeom>
              <a:noFill/>
              <a:ln>
                <a:solidFill>
                  <a:srgbClr val="5D897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b="1">
                  <a:cs typeface="+mn-ea"/>
                  <a:sym typeface="+mn-lt"/>
                </a:endParaRPr>
              </a:p>
            </p:txBody>
          </p:sp>
          <p:sp>
            <p:nvSpPr>
              <p:cNvPr id="10" name="立方体 9"/>
              <p:cNvSpPr/>
              <p:nvPr/>
            </p:nvSpPr>
            <p:spPr>
              <a:xfrm flipH="1" flipV="1">
                <a:off x="4592781" y="2015837"/>
                <a:ext cx="2590801" cy="2639312"/>
              </a:xfrm>
              <a:prstGeom prst="cube">
                <a:avLst/>
              </a:prstGeom>
              <a:noFill/>
              <a:ln>
                <a:solidFill>
                  <a:srgbClr val="5D897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b="1">
                  <a:cs typeface="+mn-ea"/>
                  <a:sym typeface="+mn-lt"/>
                </a:endParaRPr>
              </a:p>
            </p:txBody>
          </p:sp>
        </p:grpSp>
        <p:sp>
          <p:nvSpPr>
            <p:cNvPr id="6" name="椭圆 5"/>
            <p:cNvSpPr/>
            <p:nvPr/>
          </p:nvSpPr>
          <p:spPr>
            <a:xfrm>
              <a:off x="4123434" y="2313953"/>
              <a:ext cx="831274" cy="831274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cs typeface="+mn-ea"/>
                  <a:sym typeface="+mn-lt"/>
                </a:rPr>
                <a:t>1</a:t>
              </a:r>
              <a:endParaRPr lang="zh-CN" altLang="en-US" sz="2800" b="1" dirty="0"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7056077" y="3633609"/>
              <a:ext cx="831274" cy="831274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cs typeface="+mn-ea"/>
                  <a:sym typeface="+mn-lt"/>
                </a:rPr>
                <a:t>4</a:t>
              </a:r>
              <a:endParaRPr lang="zh-CN" altLang="en-US" sz="2800" b="1" dirty="0"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123434" y="4274617"/>
              <a:ext cx="831274" cy="831274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cs typeface="+mn-ea"/>
                  <a:sym typeface="+mn-lt"/>
                </a:rPr>
                <a:t>3</a:t>
              </a:r>
              <a:endParaRPr lang="zh-CN" altLang="en-US" sz="2800" b="1" dirty="0">
                <a:cs typeface="+mn-ea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6810808" y="1675684"/>
              <a:ext cx="831274" cy="831274"/>
            </a:xfrm>
            <a:prstGeom prst="ellipse">
              <a:avLst/>
            </a:prstGeom>
            <a:solidFill>
              <a:srgbClr val="5D8971"/>
            </a:solidFill>
            <a:ln>
              <a:solidFill>
                <a:srgbClr val="5D89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cs typeface="+mn-ea"/>
                  <a:sym typeface="+mn-lt"/>
                </a:rPr>
                <a:t>2</a:t>
              </a:r>
              <a:endParaRPr lang="zh-CN" altLang="en-US" sz="2800" b="1" dirty="0"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675418" y="4627790"/>
            <a:ext cx="3416129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8100453" y="1825614"/>
            <a:ext cx="3416129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8100453" y="4277768"/>
            <a:ext cx="3416129" cy="1531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6" name="文本框 24"/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论文总结与汇报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打开书本的焦点照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70" y="4223481"/>
            <a:ext cx="2945606" cy="196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打开书本的焦点照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686" y="4268672"/>
            <a:ext cx="2849339" cy="189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打开书本的焦点照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687" y="1573098"/>
            <a:ext cx="2849339" cy="189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打开书本的焦点照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0" y="1508920"/>
            <a:ext cx="2945606" cy="196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349411" y="2985294"/>
            <a:ext cx="2931265" cy="487363"/>
          </a:xfrm>
          <a:prstGeom prst="rect">
            <a:avLst/>
          </a:prstGeom>
          <a:solidFill>
            <a:srgbClr val="5D8971"/>
          </a:solidFill>
          <a:ln>
            <a:solidFill>
              <a:srgbClr val="DCD8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点击输入标题文字</a:t>
            </a:r>
          </a:p>
        </p:txBody>
      </p:sp>
      <p:sp>
        <p:nvSpPr>
          <p:cNvPr id="11" name="矩形 10"/>
          <p:cNvSpPr/>
          <p:nvPr/>
        </p:nvSpPr>
        <p:spPr>
          <a:xfrm>
            <a:off x="349411" y="5680868"/>
            <a:ext cx="2931265" cy="487363"/>
          </a:xfrm>
          <a:prstGeom prst="rect">
            <a:avLst/>
          </a:prstGeom>
          <a:solidFill>
            <a:srgbClr val="5D8971"/>
          </a:solidFill>
          <a:ln>
            <a:solidFill>
              <a:srgbClr val="DCD8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点击输入标题文字</a:t>
            </a:r>
          </a:p>
        </p:txBody>
      </p:sp>
      <p:sp>
        <p:nvSpPr>
          <p:cNvPr id="12" name="矩形 11"/>
          <p:cNvSpPr/>
          <p:nvPr/>
        </p:nvSpPr>
        <p:spPr>
          <a:xfrm>
            <a:off x="6288247" y="2985294"/>
            <a:ext cx="2840779" cy="487363"/>
          </a:xfrm>
          <a:prstGeom prst="rect">
            <a:avLst/>
          </a:prstGeom>
          <a:solidFill>
            <a:srgbClr val="5D8971"/>
          </a:solidFill>
          <a:ln>
            <a:solidFill>
              <a:srgbClr val="DCD8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点击输入标题文字</a:t>
            </a:r>
          </a:p>
        </p:txBody>
      </p:sp>
      <p:sp>
        <p:nvSpPr>
          <p:cNvPr id="13" name="矩形 12"/>
          <p:cNvSpPr/>
          <p:nvPr/>
        </p:nvSpPr>
        <p:spPr>
          <a:xfrm>
            <a:off x="6288247" y="5680868"/>
            <a:ext cx="2840779" cy="487363"/>
          </a:xfrm>
          <a:prstGeom prst="rect">
            <a:avLst/>
          </a:prstGeom>
          <a:solidFill>
            <a:srgbClr val="5D8971"/>
          </a:solidFill>
          <a:ln>
            <a:solidFill>
              <a:srgbClr val="DCD8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点击输入标题文字</a:t>
            </a:r>
          </a:p>
        </p:txBody>
      </p:sp>
      <p:sp>
        <p:nvSpPr>
          <p:cNvPr id="14" name="文本框 37"/>
          <p:cNvSpPr txBox="1">
            <a:spLocks noChangeArrowheads="1"/>
          </p:cNvSpPr>
          <p:nvPr/>
        </p:nvSpPr>
        <p:spPr bwMode="auto">
          <a:xfrm>
            <a:off x="3439428" y="1516722"/>
            <a:ext cx="2597783" cy="18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5" name="文本框 37"/>
          <p:cNvSpPr txBox="1">
            <a:spLocks noChangeArrowheads="1"/>
          </p:cNvSpPr>
          <p:nvPr/>
        </p:nvSpPr>
        <p:spPr bwMode="auto">
          <a:xfrm>
            <a:off x="3439428" y="4212296"/>
            <a:ext cx="2597783" cy="18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6" name="文本框 37"/>
          <p:cNvSpPr txBox="1">
            <a:spLocks noChangeArrowheads="1"/>
          </p:cNvSpPr>
          <p:nvPr/>
        </p:nvSpPr>
        <p:spPr bwMode="auto">
          <a:xfrm>
            <a:off x="9244807" y="1516722"/>
            <a:ext cx="2597783" cy="18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7" name="文本框 37"/>
          <p:cNvSpPr txBox="1">
            <a:spLocks noChangeArrowheads="1"/>
          </p:cNvSpPr>
          <p:nvPr/>
        </p:nvSpPr>
        <p:spPr bwMode="auto">
          <a:xfrm>
            <a:off x="9244807" y="4212296"/>
            <a:ext cx="2597783" cy="18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2" name="文本框 24">
            <a:extLst>
              <a:ext uri="{FF2B5EF4-FFF2-40B4-BE49-F238E27FC236}">
                <a16:creationId xmlns:a16="http://schemas.microsoft.com/office/drawing/2014/main" id="{9B9ED8E5-9722-4BDF-9014-C693052AACAD}"/>
              </a:ext>
            </a:extLst>
          </p:cNvPr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论文总结与汇报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2B7E741-F221-48A0-8DB8-AED9AFA1DB72}"/>
              </a:ext>
            </a:extLst>
          </p:cNvPr>
          <p:cNvSpPr/>
          <p:nvPr/>
        </p:nvSpPr>
        <p:spPr>
          <a:xfrm>
            <a:off x="4360300" y="2045309"/>
            <a:ext cx="7831700" cy="2906866"/>
          </a:xfrm>
          <a:prstGeom prst="rect">
            <a:avLst/>
          </a:prstGeom>
          <a:solidFill>
            <a:schemeClr val="bg1"/>
          </a:solidFill>
          <a:ln>
            <a:solidFill>
              <a:srgbClr val="5D8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打开书本的焦点照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5309"/>
            <a:ext cx="4360300" cy="290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6366069" y="1801627"/>
            <a:ext cx="2931265" cy="487363"/>
          </a:xfrm>
          <a:prstGeom prst="rect">
            <a:avLst/>
          </a:prstGeom>
          <a:solidFill>
            <a:srgbClr val="5D8971"/>
          </a:solidFill>
          <a:ln>
            <a:solidFill>
              <a:srgbClr val="DCD8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点击输入标题文字</a:t>
            </a:r>
          </a:p>
        </p:txBody>
      </p:sp>
      <p:sp>
        <p:nvSpPr>
          <p:cNvPr id="14" name="文本框 37"/>
          <p:cNvSpPr txBox="1">
            <a:spLocks noChangeArrowheads="1"/>
          </p:cNvSpPr>
          <p:nvPr/>
        </p:nvSpPr>
        <p:spPr bwMode="auto">
          <a:xfrm>
            <a:off x="5133715" y="2479220"/>
            <a:ext cx="2597783" cy="18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15" name="文本框 37"/>
          <p:cNvSpPr txBox="1">
            <a:spLocks noChangeArrowheads="1"/>
          </p:cNvSpPr>
          <p:nvPr/>
        </p:nvSpPr>
        <p:spPr bwMode="auto">
          <a:xfrm>
            <a:off x="8504913" y="2479219"/>
            <a:ext cx="2597783" cy="18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22" name="文本框 24">
            <a:extLst>
              <a:ext uri="{FF2B5EF4-FFF2-40B4-BE49-F238E27FC236}">
                <a16:creationId xmlns:a16="http://schemas.microsoft.com/office/drawing/2014/main" id="{9B9ED8E5-9722-4BDF-9014-C693052AACAD}"/>
              </a:ext>
            </a:extLst>
          </p:cNvPr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论文总结与汇报</a:t>
            </a:r>
          </a:p>
        </p:txBody>
      </p:sp>
    </p:spTree>
    <p:extLst>
      <p:ext uri="{BB962C8B-B14F-4D97-AF65-F5344CB8AC3E}">
        <p14:creationId xmlns:p14="http://schemas.microsoft.com/office/powerpoint/2010/main" val="147798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/>
          <p:nvPr/>
        </p:nvSpPr>
        <p:spPr bwMode="auto">
          <a:xfrm>
            <a:off x="5550400" y="4676955"/>
            <a:ext cx="1091200" cy="96712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noFill/>
          <a:ln w="15875">
            <a:solidFill>
              <a:srgbClr val="5D897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16" tIns="45708" rIns="91416" bIns="45708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873457" y="4973734"/>
            <a:ext cx="441059" cy="363379"/>
            <a:chOff x="7623010" y="5580803"/>
            <a:chExt cx="645918" cy="532165"/>
          </a:xfrm>
          <a:solidFill>
            <a:srgbClr val="5D8971"/>
          </a:solidFill>
        </p:grpSpPr>
        <p:sp>
          <p:nvSpPr>
            <p:cNvPr id="5" name="Freeform 91"/>
            <p:cNvSpPr>
              <a:spLocks noEditPoints="1"/>
            </p:cNvSpPr>
            <p:nvPr/>
          </p:nvSpPr>
          <p:spPr bwMode="auto">
            <a:xfrm>
              <a:off x="8153866" y="5580803"/>
              <a:ext cx="115062" cy="120293"/>
            </a:xfrm>
            <a:custGeom>
              <a:avLst/>
              <a:gdLst>
                <a:gd name="T0" fmla="*/ 0 w 88"/>
                <a:gd name="T1" fmla="*/ 0 h 92"/>
                <a:gd name="T2" fmla="*/ 0 w 88"/>
                <a:gd name="T3" fmla="*/ 92 h 92"/>
                <a:gd name="T4" fmla="*/ 88 w 88"/>
                <a:gd name="T5" fmla="*/ 92 h 92"/>
                <a:gd name="T6" fmla="*/ 88 w 88"/>
                <a:gd name="T7" fmla="*/ 0 h 92"/>
                <a:gd name="T8" fmla="*/ 0 w 88"/>
                <a:gd name="T9" fmla="*/ 0 h 92"/>
                <a:gd name="T10" fmla="*/ 74 w 88"/>
                <a:gd name="T11" fmla="*/ 76 h 92"/>
                <a:gd name="T12" fmla="*/ 15 w 88"/>
                <a:gd name="T13" fmla="*/ 76 h 92"/>
                <a:gd name="T14" fmla="*/ 15 w 88"/>
                <a:gd name="T15" fmla="*/ 14 h 92"/>
                <a:gd name="T16" fmla="*/ 74 w 88"/>
                <a:gd name="T17" fmla="*/ 14 h 92"/>
                <a:gd name="T18" fmla="*/ 74 w 88"/>
                <a:gd name="T19" fmla="*/ 7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92">
                  <a:moveTo>
                    <a:pt x="0" y="0"/>
                  </a:moveTo>
                  <a:lnTo>
                    <a:pt x="0" y="92"/>
                  </a:lnTo>
                  <a:lnTo>
                    <a:pt x="88" y="92"/>
                  </a:lnTo>
                  <a:lnTo>
                    <a:pt x="88" y="0"/>
                  </a:lnTo>
                  <a:lnTo>
                    <a:pt x="0" y="0"/>
                  </a:lnTo>
                  <a:close/>
                  <a:moveTo>
                    <a:pt x="74" y="76"/>
                  </a:moveTo>
                  <a:lnTo>
                    <a:pt x="15" y="76"/>
                  </a:lnTo>
                  <a:lnTo>
                    <a:pt x="15" y="14"/>
                  </a:lnTo>
                  <a:lnTo>
                    <a:pt x="74" y="14"/>
                  </a:lnTo>
                  <a:lnTo>
                    <a:pt x="74" y="76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Freeform 92"/>
            <p:cNvSpPr>
              <a:spLocks noEditPoints="1"/>
            </p:cNvSpPr>
            <p:nvPr/>
          </p:nvSpPr>
          <p:spPr bwMode="auto">
            <a:xfrm>
              <a:off x="8153866" y="5787393"/>
              <a:ext cx="115062" cy="121601"/>
            </a:xfrm>
            <a:custGeom>
              <a:avLst/>
              <a:gdLst>
                <a:gd name="T0" fmla="*/ 0 w 88"/>
                <a:gd name="T1" fmla="*/ 93 h 93"/>
                <a:gd name="T2" fmla="*/ 88 w 88"/>
                <a:gd name="T3" fmla="*/ 93 h 93"/>
                <a:gd name="T4" fmla="*/ 88 w 88"/>
                <a:gd name="T5" fmla="*/ 0 h 93"/>
                <a:gd name="T6" fmla="*/ 0 w 88"/>
                <a:gd name="T7" fmla="*/ 0 h 93"/>
                <a:gd name="T8" fmla="*/ 0 w 88"/>
                <a:gd name="T9" fmla="*/ 93 h 93"/>
                <a:gd name="T10" fmla="*/ 15 w 88"/>
                <a:gd name="T11" fmla="*/ 15 h 93"/>
                <a:gd name="T12" fmla="*/ 74 w 88"/>
                <a:gd name="T13" fmla="*/ 15 h 93"/>
                <a:gd name="T14" fmla="*/ 74 w 88"/>
                <a:gd name="T15" fmla="*/ 78 h 93"/>
                <a:gd name="T16" fmla="*/ 15 w 88"/>
                <a:gd name="T17" fmla="*/ 78 h 93"/>
                <a:gd name="T18" fmla="*/ 15 w 88"/>
                <a:gd name="T19" fmla="*/ 1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93">
                  <a:moveTo>
                    <a:pt x="0" y="93"/>
                  </a:moveTo>
                  <a:lnTo>
                    <a:pt x="88" y="93"/>
                  </a:lnTo>
                  <a:lnTo>
                    <a:pt x="88" y="0"/>
                  </a:lnTo>
                  <a:lnTo>
                    <a:pt x="0" y="0"/>
                  </a:lnTo>
                  <a:lnTo>
                    <a:pt x="0" y="93"/>
                  </a:lnTo>
                  <a:close/>
                  <a:moveTo>
                    <a:pt x="15" y="15"/>
                  </a:moveTo>
                  <a:lnTo>
                    <a:pt x="74" y="15"/>
                  </a:lnTo>
                  <a:lnTo>
                    <a:pt x="74" y="78"/>
                  </a:lnTo>
                  <a:lnTo>
                    <a:pt x="15" y="78"/>
                  </a:lnTo>
                  <a:lnTo>
                    <a:pt x="15" y="15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" name="Freeform 93"/>
            <p:cNvSpPr>
              <a:spLocks noEditPoints="1"/>
            </p:cNvSpPr>
            <p:nvPr/>
          </p:nvSpPr>
          <p:spPr bwMode="auto">
            <a:xfrm>
              <a:off x="8153866" y="5988752"/>
              <a:ext cx="115062" cy="124216"/>
            </a:xfrm>
            <a:custGeom>
              <a:avLst/>
              <a:gdLst>
                <a:gd name="T0" fmla="*/ 0 w 88"/>
                <a:gd name="T1" fmla="*/ 95 h 95"/>
                <a:gd name="T2" fmla="*/ 88 w 88"/>
                <a:gd name="T3" fmla="*/ 95 h 95"/>
                <a:gd name="T4" fmla="*/ 88 w 88"/>
                <a:gd name="T5" fmla="*/ 0 h 95"/>
                <a:gd name="T6" fmla="*/ 0 w 88"/>
                <a:gd name="T7" fmla="*/ 0 h 95"/>
                <a:gd name="T8" fmla="*/ 0 w 88"/>
                <a:gd name="T9" fmla="*/ 95 h 95"/>
                <a:gd name="T10" fmla="*/ 15 w 88"/>
                <a:gd name="T11" fmla="*/ 17 h 95"/>
                <a:gd name="T12" fmla="*/ 74 w 88"/>
                <a:gd name="T13" fmla="*/ 17 h 95"/>
                <a:gd name="T14" fmla="*/ 74 w 88"/>
                <a:gd name="T15" fmla="*/ 78 h 95"/>
                <a:gd name="T16" fmla="*/ 15 w 88"/>
                <a:gd name="T17" fmla="*/ 78 h 95"/>
                <a:gd name="T18" fmla="*/ 15 w 88"/>
                <a:gd name="T19" fmla="*/ 17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95">
                  <a:moveTo>
                    <a:pt x="0" y="95"/>
                  </a:moveTo>
                  <a:lnTo>
                    <a:pt x="88" y="95"/>
                  </a:lnTo>
                  <a:lnTo>
                    <a:pt x="88" y="0"/>
                  </a:lnTo>
                  <a:lnTo>
                    <a:pt x="0" y="0"/>
                  </a:lnTo>
                  <a:lnTo>
                    <a:pt x="0" y="95"/>
                  </a:lnTo>
                  <a:close/>
                  <a:moveTo>
                    <a:pt x="15" y="17"/>
                  </a:moveTo>
                  <a:lnTo>
                    <a:pt x="74" y="17"/>
                  </a:lnTo>
                  <a:lnTo>
                    <a:pt x="74" y="78"/>
                  </a:lnTo>
                  <a:lnTo>
                    <a:pt x="15" y="78"/>
                  </a:lnTo>
                  <a:lnTo>
                    <a:pt x="15" y="17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Freeform 94"/>
            <p:cNvSpPr>
              <a:spLocks noEditPoints="1"/>
            </p:cNvSpPr>
            <p:nvPr/>
          </p:nvSpPr>
          <p:spPr bwMode="auto">
            <a:xfrm>
              <a:off x="7623010" y="5694558"/>
              <a:ext cx="305962" cy="307270"/>
            </a:xfrm>
            <a:custGeom>
              <a:avLst/>
              <a:gdLst>
                <a:gd name="T0" fmla="*/ 49 w 99"/>
                <a:gd name="T1" fmla="*/ 0 h 99"/>
                <a:gd name="T2" fmla="*/ 0 w 99"/>
                <a:gd name="T3" fmla="*/ 49 h 99"/>
                <a:gd name="T4" fmla="*/ 49 w 99"/>
                <a:gd name="T5" fmla="*/ 99 h 99"/>
                <a:gd name="T6" fmla="*/ 99 w 99"/>
                <a:gd name="T7" fmla="*/ 49 h 99"/>
                <a:gd name="T8" fmla="*/ 49 w 99"/>
                <a:gd name="T9" fmla="*/ 0 h 99"/>
                <a:gd name="T10" fmla="*/ 49 w 99"/>
                <a:gd name="T11" fmla="*/ 90 h 99"/>
                <a:gd name="T12" fmla="*/ 9 w 99"/>
                <a:gd name="T13" fmla="*/ 49 h 99"/>
                <a:gd name="T14" fmla="*/ 49 w 99"/>
                <a:gd name="T15" fmla="*/ 9 h 99"/>
                <a:gd name="T16" fmla="*/ 90 w 99"/>
                <a:gd name="T17" fmla="*/ 49 h 99"/>
                <a:gd name="T18" fmla="*/ 49 w 99"/>
                <a:gd name="T19" fmla="*/ 9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99">
                  <a:moveTo>
                    <a:pt x="49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7"/>
                    <a:pt x="22" y="99"/>
                    <a:pt x="49" y="99"/>
                  </a:cubicBezTo>
                  <a:cubicBezTo>
                    <a:pt x="77" y="99"/>
                    <a:pt x="99" y="77"/>
                    <a:pt x="99" y="49"/>
                  </a:cubicBezTo>
                  <a:cubicBezTo>
                    <a:pt x="99" y="22"/>
                    <a:pt x="77" y="0"/>
                    <a:pt x="49" y="0"/>
                  </a:cubicBezTo>
                  <a:close/>
                  <a:moveTo>
                    <a:pt x="49" y="90"/>
                  </a:moveTo>
                  <a:cubicBezTo>
                    <a:pt x="27" y="90"/>
                    <a:pt x="9" y="72"/>
                    <a:pt x="9" y="49"/>
                  </a:cubicBezTo>
                  <a:cubicBezTo>
                    <a:pt x="9" y="27"/>
                    <a:pt x="27" y="9"/>
                    <a:pt x="49" y="9"/>
                  </a:cubicBezTo>
                  <a:cubicBezTo>
                    <a:pt x="72" y="9"/>
                    <a:pt x="90" y="27"/>
                    <a:pt x="90" y="49"/>
                  </a:cubicBezTo>
                  <a:cubicBezTo>
                    <a:pt x="90" y="72"/>
                    <a:pt x="72" y="90"/>
                    <a:pt x="49" y="90"/>
                  </a:cubicBez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Freeform 95"/>
            <p:cNvSpPr/>
            <p:nvPr/>
          </p:nvSpPr>
          <p:spPr bwMode="auto">
            <a:xfrm>
              <a:off x="7938125" y="5626567"/>
              <a:ext cx="206589" cy="443252"/>
            </a:xfrm>
            <a:custGeom>
              <a:avLst/>
              <a:gdLst>
                <a:gd name="T0" fmla="*/ 14 w 67"/>
                <a:gd name="T1" fmla="*/ 65 h 143"/>
                <a:gd name="T2" fmla="*/ 0 w 67"/>
                <a:gd name="T3" fmla="*/ 65 h 143"/>
                <a:gd name="T4" fmla="*/ 0 w 67"/>
                <a:gd name="T5" fmla="*/ 71 h 143"/>
                <a:gd name="T6" fmla="*/ 0 w 67"/>
                <a:gd name="T7" fmla="*/ 76 h 143"/>
                <a:gd name="T8" fmla="*/ 14 w 67"/>
                <a:gd name="T9" fmla="*/ 76 h 143"/>
                <a:gd name="T10" fmla="*/ 14 w 67"/>
                <a:gd name="T11" fmla="*/ 143 h 143"/>
                <a:gd name="T12" fmla="*/ 67 w 67"/>
                <a:gd name="T13" fmla="*/ 143 h 143"/>
                <a:gd name="T14" fmla="*/ 67 w 67"/>
                <a:gd name="T15" fmla="*/ 132 h 143"/>
                <a:gd name="T16" fmla="*/ 25 w 67"/>
                <a:gd name="T17" fmla="*/ 132 h 143"/>
                <a:gd name="T18" fmla="*/ 25 w 67"/>
                <a:gd name="T19" fmla="*/ 76 h 143"/>
                <a:gd name="T20" fmla="*/ 67 w 67"/>
                <a:gd name="T21" fmla="*/ 76 h 143"/>
                <a:gd name="T22" fmla="*/ 67 w 67"/>
                <a:gd name="T23" fmla="*/ 65 h 143"/>
                <a:gd name="T24" fmla="*/ 25 w 67"/>
                <a:gd name="T25" fmla="*/ 65 h 143"/>
                <a:gd name="T26" fmla="*/ 25 w 67"/>
                <a:gd name="T27" fmla="*/ 11 h 143"/>
                <a:gd name="T28" fmla="*/ 67 w 67"/>
                <a:gd name="T29" fmla="*/ 11 h 143"/>
                <a:gd name="T30" fmla="*/ 67 w 67"/>
                <a:gd name="T31" fmla="*/ 0 h 143"/>
                <a:gd name="T32" fmla="*/ 14 w 67"/>
                <a:gd name="T33" fmla="*/ 0 h 143"/>
                <a:gd name="T34" fmla="*/ 14 w 67"/>
                <a:gd name="T35" fmla="*/ 6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" h="143">
                  <a:moveTo>
                    <a:pt x="14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0" y="69"/>
                    <a:pt x="0" y="71"/>
                  </a:cubicBezTo>
                  <a:cubicBezTo>
                    <a:pt x="0" y="73"/>
                    <a:pt x="0" y="75"/>
                    <a:pt x="0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143"/>
                    <a:pt x="14" y="143"/>
                    <a:pt x="14" y="143"/>
                  </a:cubicBezTo>
                  <a:cubicBezTo>
                    <a:pt x="67" y="143"/>
                    <a:pt x="67" y="143"/>
                    <a:pt x="67" y="143"/>
                  </a:cubicBezTo>
                  <a:cubicBezTo>
                    <a:pt x="67" y="132"/>
                    <a:pt x="67" y="132"/>
                    <a:pt x="67" y="132"/>
                  </a:cubicBezTo>
                  <a:cubicBezTo>
                    <a:pt x="25" y="132"/>
                    <a:pt x="25" y="132"/>
                    <a:pt x="25" y="132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65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96"/>
            <p:cNvSpPr>
              <a:spLocks noEditPoints="1"/>
            </p:cNvSpPr>
            <p:nvPr/>
          </p:nvSpPr>
          <p:spPr bwMode="auto">
            <a:xfrm>
              <a:off x="7675311" y="5748167"/>
              <a:ext cx="201359" cy="200052"/>
            </a:xfrm>
            <a:custGeom>
              <a:avLst/>
              <a:gdLst>
                <a:gd name="T0" fmla="*/ 32 w 65"/>
                <a:gd name="T1" fmla="*/ 0 h 65"/>
                <a:gd name="T2" fmla="*/ 0 w 65"/>
                <a:gd name="T3" fmla="*/ 32 h 65"/>
                <a:gd name="T4" fmla="*/ 32 w 65"/>
                <a:gd name="T5" fmla="*/ 65 h 65"/>
                <a:gd name="T6" fmla="*/ 65 w 65"/>
                <a:gd name="T7" fmla="*/ 32 h 65"/>
                <a:gd name="T8" fmla="*/ 32 w 65"/>
                <a:gd name="T9" fmla="*/ 0 h 65"/>
                <a:gd name="T10" fmla="*/ 36 w 65"/>
                <a:gd name="T11" fmla="*/ 53 h 65"/>
                <a:gd name="T12" fmla="*/ 36 w 65"/>
                <a:gd name="T13" fmla="*/ 60 h 65"/>
                <a:gd name="T14" fmla="*/ 29 w 65"/>
                <a:gd name="T15" fmla="*/ 60 h 65"/>
                <a:gd name="T16" fmla="*/ 29 w 65"/>
                <a:gd name="T17" fmla="*/ 53 h 65"/>
                <a:gd name="T18" fmla="*/ 18 w 65"/>
                <a:gd name="T19" fmla="*/ 51 h 65"/>
                <a:gd name="T20" fmla="*/ 20 w 65"/>
                <a:gd name="T21" fmla="*/ 43 h 65"/>
                <a:gd name="T22" fmla="*/ 31 w 65"/>
                <a:gd name="T23" fmla="*/ 46 h 65"/>
                <a:gd name="T24" fmla="*/ 37 w 65"/>
                <a:gd name="T25" fmla="*/ 42 h 65"/>
                <a:gd name="T26" fmla="*/ 30 w 65"/>
                <a:gd name="T27" fmla="*/ 36 h 65"/>
                <a:gd name="T28" fmla="*/ 18 w 65"/>
                <a:gd name="T29" fmla="*/ 24 h 65"/>
                <a:gd name="T30" fmla="*/ 29 w 65"/>
                <a:gd name="T31" fmla="*/ 12 h 65"/>
                <a:gd name="T32" fmla="*/ 29 w 65"/>
                <a:gd name="T33" fmla="*/ 5 h 65"/>
                <a:gd name="T34" fmla="*/ 36 w 65"/>
                <a:gd name="T35" fmla="*/ 5 h 65"/>
                <a:gd name="T36" fmla="*/ 36 w 65"/>
                <a:gd name="T37" fmla="*/ 11 h 65"/>
                <a:gd name="T38" fmla="*/ 46 w 65"/>
                <a:gd name="T39" fmla="*/ 13 h 65"/>
                <a:gd name="T40" fmla="*/ 44 w 65"/>
                <a:gd name="T41" fmla="*/ 21 h 65"/>
                <a:gd name="T42" fmla="*/ 34 w 65"/>
                <a:gd name="T43" fmla="*/ 19 h 65"/>
                <a:gd name="T44" fmla="*/ 28 w 65"/>
                <a:gd name="T45" fmla="*/ 22 h 65"/>
                <a:gd name="T46" fmla="*/ 36 w 65"/>
                <a:gd name="T47" fmla="*/ 28 h 65"/>
                <a:gd name="T48" fmla="*/ 47 w 65"/>
                <a:gd name="T49" fmla="*/ 41 h 65"/>
                <a:gd name="T50" fmla="*/ 36 w 65"/>
                <a:gd name="T51" fmla="*/ 5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5" h="65">
                  <a:moveTo>
                    <a:pt x="32" y="0"/>
                  </a:moveTo>
                  <a:cubicBezTo>
                    <a:pt x="15" y="0"/>
                    <a:pt x="0" y="15"/>
                    <a:pt x="0" y="32"/>
                  </a:cubicBezTo>
                  <a:cubicBezTo>
                    <a:pt x="0" y="50"/>
                    <a:pt x="15" y="65"/>
                    <a:pt x="32" y="65"/>
                  </a:cubicBezTo>
                  <a:cubicBezTo>
                    <a:pt x="50" y="65"/>
                    <a:pt x="65" y="50"/>
                    <a:pt x="65" y="32"/>
                  </a:cubicBezTo>
                  <a:cubicBezTo>
                    <a:pt x="65" y="15"/>
                    <a:pt x="50" y="0"/>
                    <a:pt x="32" y="0"/>
                  </a:cubicBezTo>
                  <a:close/>
                  <a:moveTo>
                    <a:pt x="36" y="53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5" y="53"/>
                    <a:pt x="20" y="52"/>
                    <a:pt x="18" y="5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3" y="44"/>
                    <a:pt x="26" y="46"/>
                    <a:pt x="31" y="46"/>
                  </a:cubicBezTo>
                  <a:cubicBezTo>
                    <a:pt x="35" y="46"/>
                    <a:pt x="37" y="44"/>
                    <a:pt x="37" y="42"/>
                  </a:cubicBezTo>
                  <a:cubicBezTo>
                    <a:pt x="37" y="39"/>
                    <a:pt x="35" y="37"/>
                    <a:pt x="30" y="36"/>
                  </a:cubicBezTo>
                  <a:cubicBezTo>
                    <a:pt x="23" y="33"/>
                    <a:pt x="18" y="30"/>
                    <a:pt x="18" y="24"/>
                  </a:cubicBezTo>
                  <a:cubicBezTo>
                    <a:pt x="18" y="18"/>
                    <a:pt x="22" y="13"/>
                    <a:pt x="29" y="1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40" y="11"/>
                    <a:pt x="43" y="12"/>
                    <a:pt x="46" y="13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2" y="20"/>
                    <a:pt x="39" y="19"/>
                    <a:pt x="34" y="19"/>
                  </a:cubicBezTo>
                  <a:cubicBezTo>
                    <a:pt x="30" y="19"/>
                    <a:pt x="28" y="21"/>
                    <a:pt x="28" y="22"/>
                  </a:cubicBezTo>
                  <a:cubicBezTo>
                    <a:pt x="28" y="25"/>
                    <a:pt x="31" y="26"/>
                    <a:pt x="36" y="28"/>
                  </a:cubicBezTo>
                  <a:cubicBezTo>
                    <a:pt x="44" y="31"/>
                    <a:pt x="47" y="35"/>
                    <a:pt x="47" y="41"/>
                  </a:cubicBezTo>
                  <a:cubicBezTo>
                    <a:pt x="47" y="47"/>
                    <a:pt x="43" y="52"/>
                    <a:pt x="36" y="53"/>
                  </a:cubicBez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Freeform 5"/>
          <p:cNvSpPr/>
          <p:nvPr/>
        </p:nvSpPr>
        <p:spPr bwMode="auto">
          <a:xfrm>
            <a:off x="9106308" y="1676928"/>
            <a:ext cx="1091200" cy="96712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noFill/>
          <a:ln w="15875">
            <a:solidFill>
              <a:srgbClr val="5D897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16" tIns="45708" rIns="91416" bIns="45708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9428323" y="1994968"/>
            <a:ext cx="447305" cy="320525"/>
            <a:chOff x="9335872" y="5612184"/>
            <a:chExt cx="655071" cy="469403"/>
          </a:xfrm>
          <a:solidFill>
            <a:srgbClr val="5D8971"/>
          </a:solidFill>
        </p:grpSpPr>
        <p:sp>
          <p:nvSpPr>
            <p:cNvPr id="14" name="Freeform 98"/>
            <p:cNvSpPr/>
            <p:nvPr/>
          </p:nvSpPr>
          <p:spPr bwMode="auto">
            <a:xfrm>
              <a:off x="9335872" y="5612184"/>
              <a:ext cx="398796" cy="271966"/>
            </a:xfrm>
            <a:custGeom>
              <a:avLst/>
              <a:gdLst>
                <a:gd name="T0" fmla="*/ 156 w 305"/>
                <a:gd name="T1" fmla="*/ 156 h 208"/>
                <a:gd name="T2" fmla="*/ 305 w 305"/>
                <a:gd name="T3" fmla="*/ 156 h 208"/>
                <a:gd name="T4" fmla="*/ 305 w 305"/>
                <a:gd name="T5" fmla="*/ 54 h 208"/>
                <a:gd name="T6" fmla="*/ 156 w 305"/>
                <a:gd name="T7" fmla="*/ 54 h 208"/>
                <a:gd name="T8" fmla="*/ 156 w 305"/>
                <a:gd name="T9" fmla="*/ 0 h 208"/>
                <a:gd name="T10" fmla="*/ 0 w 305"/>
                <a:gd name="T11" fmla="*/ 106 h 208"/>
                <a:gd name="T12" fmla="*/ 156 w 305"/>
                <a:gd name="T13" fmla="*/ 208 h 208"/>
                <a:gd name="T14" fmla="*/ 156 w 305"/>
                <a:gd name="T15" fmla="*/ 156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5" h="208">
                  <a:moveTo>
                    <a:pt x="156" y="156"/>
                  </a:moveTo>
                  <a:lnTo>
                    <a:pt x="305" y="156"/>
                  </a:lnTo>
                  <a:lnTo>
                    <a:pt x="305" y="54"/>
                  </a:lnTo>
                  <a:lnTo>
                    <a:pt x="156" y="54"/>
                  </a:lnTo>
                  <a:lnTo>
                    <a:pt x="156" y="0"/>
                  </a:lnTo>
                  <a:lnTo>
                    <a:pt x="0" y="106"/>
                  </a:lnTo>
                  <a:lnTo>
                    <a:pt x="156" y="208"/>
                  </a:lnTo>
                  <a:lnTo>
                    <a:pt x="156" y="156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Freeform 99"/>
            <p:cNvSpPr/>
            <p:nvPr/>
          </p:nvSpPr>
          <p:spPr bwMode="auto">
            <a:xfrm>
              <a:off x="9592147" y="5812236"/>
              <a:ext cx="398796" cy="269351"/>
            </a:xfrm>
            <a:custGeom>
              <a:avLst/>
              <a:gdLst>
                <a:gd name="T0" fmla="*/ 305 w 305"/>
                <a:gd name="T1" fmla="*/ 107 h 206"/>
                <a:gd name="T2" fmla="*/ 149 w 305"/>
                <a:gd name="T3" fmla="*/ 0 h 206"/>
                <a:gd name="T4" fmla="*/ 149 w 305"/>
                <a:gd name="T5" fmla="*/ 52 h 206"/>
                <a:gd name="T6" fmla="*/ 0 w 305"/>
                <a:gd name="T7" fmla="*/ 52 h 206"/>
                <a:gd name="T8" fmla="*/ 0 w 305"/>
                <a:gd name="T9" fmla="*/ 154 h 206"/>
                <a:gd name="T10" fmla="*/ 149 w 305"/>
                <a:gd name="T11" fmla="*/ 154 h 206"/>
                <a:gd name="T12" fmla="*/ 149 w 305"/>
                <a:gd name="T13" fmla="*/ 206 h 206"/>
                <a:gd name="T14" fmla="*/ 305 w 305"/>
                <a:gd name="T15" fmla="*/ 10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5" h="206">
                  <a:moveTo>
                    <a:pt x="305" y="107"/>
                  </a:moveTo>
                  <a:lnTo>
                    <a:pt x="149" y="0"/>
                  </a:lnTo>
                  <a:lnTo>
                    <a:pt x="149" y="52"/>
                  </a:lnTo>
                  <a:lnTo>
                    <a:pt x="0" y="52"/>
                  </a:lnTo>
                  <a:lnTo>
                    <a:pt x="0" y="154"/>
                  </a:lnTo>
                  <a:lnTo>
                    <a:pt x="149" y="154"/>
                  </a:lnTo>
                  <a:lnTo>
                    <a:pt x="149" y="206"/>
                  </a:lnTo>
                  <a:lnTo>
                    <a:pt x="305" y="107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Freeform 100"/>
            <p:cNvSpPr>
              <a:spLocks noEditPoints="1"/>
            </p:cNvSpPr>
            <p:nvPr/>
          </p:nvSpPr>
          <p:spPr bwMode="auto">
            <a:xfrm>
              <a:off x="9752974" y="5630489"/>
              <a:ext cx="185669" cy="185669"/>
            </a:xfrm>
            <a:custGeom>
              <a:avLst/>
              <a:gdLst>
                <a:gd name="T0" fmla="*/ 30 w 60"/>
                <a:gd name="T1" fmla="*/ 60 h 60"/>
                <a:gd name="T2" fmla="*/ 60 w 60"/>
                <a:gd name="T3" fmla="*/ 30 h 60"/>
                <a:gd name="T4" fmla="*/ 30 w 60"/>
                <a:gd name="T5" fmla="*/ 0 h 60"/>
                <a:gd name="T6" fmla="*/ 0 w 60"/>
                <a:gd name="T7" fmla="*/ 30 h 60"/>
                <a:gd name="T8" fmla="*/ 30 w 60"/>
                <a:gd name="T9" fmla="*/ 60 h 60"/>
                <a:gd name="T10" fmla="*/ 30 w 60"/>
                <a:gd name="T11" fmla="*/ 4 h 60"/>
                <a:gd name="T12" fmla="*/ 56 w 60"/>
                <a:gd name="T13" fmla="*/ 30 h 60"/>
                <a:gd name="T14" fmla="*/ 30 w 60"/>
                <a:gd name="T15" fmla="*/ 56 h 60"/>
                <a:gd name="T16" fmla="*/ 4 w 60"/>
                <a:gd name="T17" fmla="*/ 30 h 60"/>
                <a:gd name="T18" fmla="*/ 30 w 60"/>
                <a:gd name="T19" fmla="*/ 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lose/>
                  <a:moveTo>
                    <a:pt x="30" y="4"/>
                  </a:moveTo>
                  <a:cubicBezTo>
                    <a:pt x="45" y="4"/>
                    <a:pt x="56" y="16"/>
                    <a:pt x="56" y="30"/>
                  </a:cubicBezTo>
                  <a:cubicBezTo>
                    <a:pt x="56" y="45"/>
                    <a:pt x="45" y="56"/>
                    <a:pt x="30" y="56"/>
                  </a:cubicBezTo>
                  <a:cubicBezTo>
                    <a:pt x="16" y="56"/>
                    <a:pt x="4" y="45"/>
                    <a:pt x="4" y="30"/>
                  </a:cubicBezTo>
                  <a:cubicBezTo>
                    <a:pt x="4" y="16"/>
                    <a:pt x="16" y="4"/>
                    <a:pt x="30" y="4"/>
                  </a:cubicBez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101"/>
            <p:cNvSpPr>
              <a:spLocks noEditPoints="1"/>
            </p:cNvSpPr>
            <p:nvPr/>
          </p:nvSpPr>
          <p:spPr bwMode="auto">
            <a:xfrm>
              <a:off x="9777816" y="5655333"/>
              <a:ext cx="135983" cy="138598"/>
            </a:xfrm>
            <a:custGeom>
              <a:avLst/>
              <a:gdLst>
                <a:gd name="T0" fmla="*/ 22 w 44"/>
                <a:gd name="T1" fmla="*/ 45 h 45"/>
                <a:gd name="T2" fmla="*/ 44 w 44"/>
                <a:gd name="T3" fmla="*/ 22 h 45"/>
                <a:gd name="T4" fmla="*/ 22 w 44"/>
                <a:gd name="T5" fmla="*/ 0 h 45"/>
                <a:gd name="T6" fmla="*/ 0 w 44"/>
                <a:gd name="T7" fmla="*/ 22 h 45"/>
                <a:gd name="T8" fmla="*/ 22 w 44"/>
                <a:gd name="T9" fmla="*/ 45 h 45"/>
                <a:gd name="T10" fmla="*/ 21 w 44"/>
                <a:gd name="T11" fmla="*/ 24 h 45"/>
                <a:gd name="T12" fmla="*/ 13 w 44"/>
                <a:gd name="T13" fmla="*/ 17 h 45"/>
                <a:gd name="T14" fmla="*/ 20 w 44"/>
                <a:gd name="T15" fmla="*/ 9 h 45"/>
                <a:gd name="T16" fmla="*/ 20 w 44"/>
                <a:gd name="T17" fmla="*/ 5 h 45"/>
                <a:gd name="T18" fmla="*/ 24 w 44"/>
                <a:gd name="T19" fmla="*/ 5 h 45"/>
                <a:gd name="T20" fmla="*/ 24 w 44"/>
                <a:gd name="T21" fmla="*/ 9 h 45"/>
                <a:gd name="T22" fmla="*/ 31 w 44"/>
                <a:gd name="T23" fmla="*/ 10 h 45"/>
                <a:gd name="T24" fmla="*/ 29 w 44"/>
                <a:gd name="T25" fmla="*/ 15 h 45"/>
                <a:gd name="T26" fmla="*/ 23 w 44"/>
                <a:gd name="T27" fmla="*/ 13 h 45"/>
                <a:gd name="T28" fmla="*/ 19 w 44"/>
                <a:gd name="T29" fmla="*/ 16 h 45"/>
                <a:gd name="T30" fmla="*/ 25 w 44"/>
                <a:gd name="T31" fmla="*/ 19 h 45"/>
                <a:gd name="T32" fmla="*/ 32 w 44"/>
                <a:gd name="T33" fmla="*/ 27 h 45"/>
                <a:gd name="T34" fmla="*/ 24 w 44"/>
                <a:gd name="T35" fmla="*/ 35 h 45"/>
                <a:gd name="T36" fmla="*/ 24 w 44"/>
                <a:gd name="T37" fmla="*/ 40 h 45"/>
                <a:gd name="T38" fmla="*/ 20 w 44"/>
                <a:gd name="T39" fmla="*/ 40 h 45"/>
                <a:gd name="T40" fmla="*/ 20 w 44"/>
                <a:gd name="T41" fmla="*/ 36 h 45"/>
                <a:gd name="T42" fmla="*/ 13 w 44"/>
                <a:gd name="T43" fmla="*/ 34 h 45"/>
                <a:gd name="T44" fmla="*/ 14 w 44"/>
                <a:gd name="T45" fmla="*/ 29 h 45"/>
                <a:gd name="T46" fmla="*/ 21 w 44"/>
                <a:gd name="T47" fmla="*/ 31 h 45"/>
                <a:gd name="T48" fmla="*/ 25 w 44"/>
                <a:gd name="T49" fmla="*/ 28 h 45"/>
                <a:gd name="T50" fmla="*/ 21 w 44"/>
                <a:gd name="T51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4" h="45">
                  <a:moveTo>
                    <a:pt x="22" y="45"/>
                  </a:moveTo>
                  <a:cubicBezTo>
                    <a:pt x="34" y="45"/>
                    <a:pt x="44" y="35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35"/>
                    <a:pt x="10" y="45"/>
                    <a:pt x="22" y="45"/>
                  </a:cubicBezTo>
                  <a:close/>
                  <a:moveTo>
                    <a:pt x="21" y="24"/>
                  </a:moveTo>
                  <a:cubicBezTo>
                    <a:pt x="16" y="23"/>
                    <a:pt x="13" y="21"/>
                    <a:pt x="13" y="17"/>
                  </a:cubicBezTo>
                  <a:cubicBezTo>
                    <a:pt x="13" y="13"/>
                    <a:pt x="16" y="10"/>
                    <a:pt x="20" y="9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7" y="9"/>
                    <a:pt x="29" y="9"/>
                    <a:pt x="31" y="10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4"/>
                    <a:pt x="26" y="13"/>
                    <a:pt x="23" y="13"/>
                  </a:cubicBezTo>
                  <a:cubicBezTo>
                    <a:pt x="20" y="13"/>
                    <a:pt x="19" y="15"/>
                    <a:pt x="19" y="16"/>
                  </a:cubicBezTo>
                  <a:cubicBezTo>
                    <a:pt x="19" y="17"/>
                    <a:pt x="21" y="18"/>
                    <a:pt x="25" y="19"/>
                  </a:cubicBezTo>
                  <a:cubicBezTo>
                    <a:pt x="30" y="21"/>
                    <a:pt x="32" y="24"/>
                    <a:pt x="32" y="27"/>
                  </a:cubicBezTo>
                  <a:cubicBezTo>
                    <a:pt x="32" y="31"/>
                    <a:pt x="29" y="34"/>
                    <a:pt x="24" y="35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7" y="36"/>
                    <a:pt x="14" y="35"/>
                    <a:pt x="13" y="34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6" y="30"/>
                    <a:pt x="18" y="31"/>
                    <a:pt x="21" y="31"/>
                  </a:cubicBezTo>
                  <a:cubicBezTo>
                    <a:pt x="24" y="31"/>
                    <a:pt x="25" y="30"/>
                    <a:pt x="25" y="28"/>
                  </a:cubicBezTo>
                  <a:cubicBezTo>
                    <a:pt x="25" y="26"/>
                    <a:pt x="24" y="25"/>
                    <a:pt x="21" y="24"/>
                  </a:cubicBez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102"/>
            <p:cNvSpPr>
              <a:spLocks noEditPoints="1"/>
            </p:cNvSpPr>
            <p:nvPr/>
          </p:nvSpPr>
          <p:spPr bwMode="auto">
            <a:xfrm>
              <a:off x="9356792" y="5871074"/>
              <a:ext cx="185669" cy="185669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6 h 60"/>
                <a:gd name="T12" fmla="*/ 4 w 60"/>
                <a:gd name="T13" fmla="*/ 30 h 60"/>
                <a:gd name="T14" fmla="*/ 30 w 60"/>
                <a:gd name="T15" fmla="*/ 4 h 60"/>
                <a:gd name="T16" fmla="*/ 56 w 60"/>
                <a:gd name="T17" fmla="*/ 30 h 60"/>
                <a:gd name="T18" fmla="*/ 30 w 60"/>
                <a:gd name="T19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56"/>
                  </a:moveTo>
                  <a:cubicBezTo>
                    <a:pt x="15" y="56"/>
                    <a:pt x="4" y="44"/>
                    <a:pt x="4" y="30"/>
                  </a:cubicBezTo>
                  <a:cubicBezTo>
                    <a:pt x="4" y="16"/>
                    <a:pt x="15" y="4"/>
                    <a:pt x="30" y="4"/>
                  </a:cubicBezTo>
                  <a:cubicBezTo>
                    <a:pt x="44" y="4"/>
                    <a:pt x="56" y="16"/>
                    <a:pt x="56" y="30"/>
                  </a:cubicBezTo>
                  <a:cubicBezTo>
                    <a:pt x="56" y="44"/>
                    <a:pt x="44" y="56"/>
                    <a:pt x="30" y="56"/>
                  </a:cubicBez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103"/>
            <p:cNvSpPr>
              <a:spLocks noEditPoints="1"/>
            </p:cNvSpPr>
            <p:nvPr/>
          </p:nvSpPr>
          <p:spPr bwMode="auto">
            <a:xfrm>
              <a:off x="9381636" y="5895918"/>
              <a:ext cx="135983" cy="135983"/>
            </a:xfrm>
            <a:custGeom>
              <a:avLst/>
              <a:gdLst>
                <a:gd name="T0" fmla="*/ 22 w 44"/>
                <a:gd name="T1" fmla="*/ 0 h 44"/>
                <a:gd name="T2" fmla="*/ 0 w 44"/>
                <a:gd name="T3" fmla="*/ 22 h 44"/>
                <a:gd name="T4" fmla="*/ 22 w 44"/>
                <a:gd name="T5" fmla="*/ 44 h 44"/>
                <a:gd name="T6" fmla="*/ 44 w 44"/>
                <a:gd name="T7" fmla="*/ 22 h 44"/>
                <a:gd name="T8" fmla="*/ 22 w 44"/>
                <a:gd name="T9" fmla="*/ 0 h 44"/>
                <a:gd name="T10" fmla="*/ 24 w 44"/>
                <a:gd name="T11" fmla="*/ 35 h 44"/>
                <a:gd name="T12" fmla="*/ 24 w 44"/>
                <a:gd name="T13" fmla="*/ 39 h 44"/>
                <a:gd name="T14" fmla="*/ 20 w 44"/>
                <a:gd name="T15" fmla="*/ 39 h 44"/>
                <a:gd name="T16" fmla="*/ 20 w 44"/>
                <a:gd name="T17" fmla="*/ 35 h 44"/>
                <a:gd name="T18" fmla="*/ 12 w 44"/>
                <a:gd name="T19" fmla="*/ 34 h 44"/>
                <a:gd name="T20" fmla="*/ 14 w 44"/>
                <a:gd name="T21" fmla="*/ 29 h 44"/>
                <a:gd name="T22" fmla="*/ 21 w 44"/>
                <a:gd name="T23" fmla="*/ 30 h 44"/>
                <a:gd name="T24" fmla="*/ 25 w 44"/>
                <a:gd name="T25" fmla="*/ 28 h 44"/>
                <a:gd name="T26" fmla="*/ 20 w 44"/>
                <a:gd name="T27" fmla="*/ 24 h 44"/>
                <a:gd name="T28" fmla="*/ 13 w 44"/>
                <a:gd name="T29" fmla="*/ 16 h 44"/>
                <a:gd name="T30" fmla="*/ 20 w 44"/>
                <a:gd name="T31" fmla="*/ 9 h 44"/>
                <a:gd name="T32" fmla="*/ 20 w 44"/>
                <a:gd name="T33" fmla="*/ 5 h 44"/>
                <a:gd name="T34" fmla="*/ 24 w 44"/>
                <a:gd name="T35" fmla="*/ 5 h 44"/>
                <a:gd name="T36" fmla="*/ 24 w 44"/>
                <a:gd name="T37" fmla="*/ 8 h 44"/>
                <a:gd name="T38" fmla="*/ 30 w 44"/>
                <a:gd name="T39" fmla="*/ 10 h 44"/>
                <a:gd name="T40" fmla="*/ 29 w 44"/>
                <a:gd name="T41" fmla="*/ 15 h 44"/>
                <a:gd name="T42" fmla="*/ 23 w 44"/>
                <a:gd name="T43" fmla="*/ 13 h 44"/>
                <a:gd name="T44" fmla="*/ 19 w 44"/>
                <a:gd name="T45" fmla="*/ 16 h 44"/>
                <a:gd name="T46" fmla="*/ 24 w 44"/>
                <a:gd name="T47" fmla="*/ 19 h 44"/>
                <a:gd name="T48" fmla="*/ 31 w 44"/>
                <a:gd name="T49" fmla="*/ 27 h 44"/>
                <a:gd name="T50" fmla="*/ 24 w 44"/>
                <a:gd name="T51" fmla="*/ 3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4" h="44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34"/>
                    <a:pt x="10" y="44"/>
                    <a:pt x="22" y="44"/>
                  </a:cubicBezTo>
                  <a:cubicBezTo>
                    <a:pt x="34" y="44"/>
                    <a:pt x="44" y="34"/>
                    <a:pt x="44" y="22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4" y="35"/>
                  </a:moveTo>
                  <a:cubicBezTo>
                    <a:pt x="24" y="39"/>
                    <a:pt x="24" y="39"/>
                    <a:pt x="24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7" y="35"/>
                    <a:pt x="14" y="34"/>
                    <a:pt x="12" y="34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5" y="30"/>
                    <a:pt x="18" y="30"/>
                    <a:pt x="21" y="30"/>
                  </a:cubicBezTo>
                  <a:cubicBezTo>
                    <a:pt x="23" y="30"/>
                    <a:pt x="25" y="29"/>
                    <a:pt x="25" y="28"/>
                  </a:cubicBezTo>
                  <a:cubicBezTo>
                    <a:pt x="25" y="26"/>
                    <a:pt x="24" y="25"/>
                    <a:pt x="20" y="24"/>
                  </a:cubicBezTo>
                  <a:cubicBezTo>
                    <a:pt x="16" y="23"/>
                    <a:pt x="13" y="20"/>
                    <a:pt x="13" y="16"/>
                  </a:cubicBezTo>
                  <a:cubicBezTo>
                    <a:pt x="13" y="12"/>
                    <a:pt x="15" y="10"/>
                    <a:pt x="20" y="9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8"/>
                    <a:pt x="29" y="9"/>
                    <a:pt x="30" y="10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4"/>
                    <a:pt x="26" y="13"/>
                    <a:pt x="23" y="13"/>
                  </a:cubicBezTo>
                  <a:cubicBezTo>
                    <a:pt x="20" y="13"/>
                    <a:pt x="19" y="14"/>
                    <a:pt x="19" y="16"/>
                  </a:cubicBezTo>
                  <a:cubicBezTo>
                    <a:pt x="19" y="17"/>
                    <a:pt x="21" y="18"/>
                    <a:pt x="24" y="19"/>
                  </a:cubicBezTo>
                  <a:cubicBezTo>
                    <a:pt x="29" y="21"/>
                    <a:pt x="31" y="23"/>
                    <a:pt x="31" y="27"/>
                  </a:cubicBezTo>
                  <a:cubicBezTo>
                    <a:pt x="31" y="31"/>
                    <a:pt x="29" y="34"/>
                    <a:pt x="24" y="35"/>
                  </a:cubicBez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1" name="Freeform 5"/>
          <p:cNvSpPr/>
          <p:nvPr/>
        </p:nvSpPr>
        <p:spPr bwMode="auto">
          <a:xfrm>
            <a:off x="1994492" y="1664859"/>
            <a:ext cx="1091200" cy="96712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noFill/>
          <a:ln w="15875">
            <a:solidFill>
              <a:srgbClr val="5D897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16" tIns="45708" rIns="91416" bIns="45708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357536" y="1967638"/>
            <a:ext cx="365166" cy="361597"/>
            <a:chOff x="11048734" y="5583418"/>
            <a:chExt cx="534778" cy="529549"/>
          </a:xfrm>
          <a:solidFill>
            <a:srgbClr val="5D8971"/>
          </a:solidFill>
        </p:grpSpPr>
        <p:sp>
          <p:nvSpPr>
            <p:cNvPr id="23" name="Freeform 105"/>
            <p:cNvSpPr>
              <a:spLocks noEditPoints="1"/>
            </p:cNvSpPr>
            <p:nvPr/>
          </p:nvSpPr>
          <p:spPr bwMode="auto">
            <a:xfrm>
              <a:off x="11048734" y="5587341"/>
              <a:ext cx="253660" cy="244508"/>
            </a:xfrm>
            <a:custGeom>
              <a:avLst/>
              <a:gdLst>
                <a:gd name="T0" fmla="*/ 0 w 194"/>
                <a:gd name="T1" fmla="*/ 187 h 187"/>
                <a:gd name="T2" fmla="*/ 194 w 194"/>
                <a:gd name="T3" fmla="*/ 187 h 187"/>
                <a:gd name="T4" fmla="*/ 194 w 194"/>
                <a:gd name="T5" fmla="*/ 0 h 187"/>
                <a:gd name="T6" fmla="*/ 0 w 194"/>
                <a:gd name="T7" fmla="*/ 0 h 187"/>
                <a:gd name="T8" fmla="*/ 0 w 194"/>
                <a:gd name="T9" fmla="*/ 187 h 187"/>
                <a:gd name="T10" fmla="*/ 28 w 194"/>
                <a:gd name="T11" fmla="*/ 28 h 187"/>
                <a:gd name="T12" fmla="*/ 166 w 194"/>
                <a:gd name="T13" fmla="*/ 28 h 187"/>
                <a:gd name="T14" fmla="*/ 166 w 194"/>
                <a:gd name="T15" fmla="*/ 158 h 187"/>
                <a:gd name="T16" fmla="*/ 28 w 194"/>
                <a:gd name="T17" fmla="*/ 158 h 187"/>
                <a:gd name="T18" fmla="*/ 28 w 194"/>
                <a:gd name="T19" fmla="*/ 2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87">
                  <a:moveTo>
                    <a:pt x="0" y="187"/>
                  </a:moveTo>
                  <a:lnTo>
                    <a:pt x="194" y="187"/>
                  </a:lnTo>
                  <a:lnTo>
                    <a:pt x="194" y="0"/>
                  </a:lnTo>
                  <a:lnTo>
                    <a:pt x="0" y="0"/>
                  </a:lnTo>
                  <a:lnTo>
                    <a:pt x="0" y="187"/>
                  </a:lnTo>
                  <a:close/>
                  <a:moveTo>
                    <a:pt x="28" y="28"/>
                  </a:moveTo>
                  <a:lnTo>
                    <a:pt x="166" y="28"/>
                  </a:lnTo>
                  <a:lnTo>
                    <a:pt x="166" y="158"/>
                  </a:lnTo>
                  <a:lnTo>
                    <a:pt x="28" y="158"/>
                  </a:lnTo>
                  <a:lnTo>
                    <a:pt x="28" y="28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Freeform 106"/>
            <p:cNvSpPr>
              <a:spLocks noEditPoints="1"/>
            </p:cNvSpPr>
            <p:nvPr/>
          </p:nvSpPr>
          <p:spPr bwMode="auto">
            <a:xfrm>
              <a:off x="11048734" y="5868459"/>
              <a:ext cx="253660" cy="244508"/>
            </a:xfrm>
            <a:custGeom>
              <a:avLst/>
              <a:gdLst>
                <a:gd name="T0" fmla="*/ 0 w 194"/>
                <a:gd name="T1" fmla="*/ 187 h 187"/>
                <a:gd name="T2" fmla="*/ 194 w 194"/>
                <a:gd name="T3" fmla="*/ 187 h 187"/>
                <a:gd name="T4" fmla="*/ 194 w 194"/>
                <a:gd name="T5" fmla="*/ 0 h 187"/>
                <a:gd name="T6" fmla="*/ 0 w 194"/>
                <a:gd name="T7" fmla="*/ 0 h 187"/>
                <a:gd name="T8" fmla="*/ 0 w 194"/>
                <a:gd name="T9" fmla="*/ 187 h 187"/>
                <a:gd name="T10" fmla="*/ 28 w 194"/>
                <a:gd name="T11" fmla="*/ 28 h 187"/>
                <a:gd name="T12" fmla="*/ 166 w 194"/>
                <a:gd name="T13" fmla="*/ 28 h 187"/>
                <a:gd name="T14" fmla="*/ 166 w 194"/>
                <a:gd name="T15" fmla="*/ 158 h 187"/>
                <a:gd name="T16" fmla="*/ 28 w 194"/>
                <a:gd name="T17" fmla="*/ 158 h 187"/>
                <a:gd name="T18" fmla="*/ 28 w 194"/>
                <a:gd name="T19" fmla="*/ 2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87">
                  <a:moveTo>
                    <a:pt x="0" y="187"/>
                  </a:moveTo>
                  <a:lnTo>
                    <a:pt x="194" y="187"/>
                  </a:lnTo>
                  <a:lnTo>
                    <a:pt x="194" y="0"/>
                  </a:lnTo>
                  <a:lnTo>
                    <a:pt x="0" y="0"/>
                  </a:lnTo>
                  <a:lnTo>
                    <a:pt x="0" y="187"/>
                  </a:lnTo>
                  <a:close/>
                  <a:moveTo>
                    <a:pt x="28" y="28"/>
                  </a:moveTo>
                  <a:lnTo>
                    <a:pt x="166" y="28"/>
                  </a:lnTo>
                  <a:lnTo>
                    <a:pt x="166" y="158"/>
                  </a:lnTo>
                  <a:lnTo>
                    <a:pt x="28" y="158"/>
                  </a:lnTo>
                  <a:lnTo>
                    <a:pt x="28" y="28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107"/>
            <p:cNvSpPr>
              <a:spLocks noEditPoints="1"/>
            </p:cNvSpPr>
            <p:nvPr/>
          </p:nvSpPr>
          <p:spPr bwMode="auto">
            <a:xfrm>
              <a:off x="11329852" y="5583418"/>
              <a:ext cx="253660" cy="244508"/>
            </a:xfrm>
            <a:custGeom>
              <a:avLst/>
              <a:gdLst>
                <a:gd name="T0" fmla="*/ 0 w 194"/>
                <a:gd name="T1" fmla="*/ 0 h 187"/>
                <a:gd name="T2" fmla="*/ 0 w 194"/>
                <a:gd name="T3" fmla="*/ 187 h 187"/>
                <a:gd name="T4" fmla="*/ 194 w 194"/>
                <a:gd name="T5" fmla="*/ 187 h 187"/>
                <a:gd name="T6" fmla="*/ 194 w 194"/>
                <a:gd name="T7" fmla="*/ 0 h 187"/>
                <a:gd name="T8" fmla="*/ 0 w 194"/>
                <a:gd name="T9" fmla="*/ 0 h 187"/>
                <a:gd name="T10" fmla="*/ 166 w 194"/>
                <a:gd name="T11" fmla="*/ 159 h 187"/>
                <a:gd name="T12" fmla="*/ 29 w 194"/>
                <a:gd name="T13" fmla="*/ 159 h 187"/>
                <a:gd name="T14" fmla="*/ 29 w 194"/>
                <a:gd name="T15" fmla="*/ 29 h 187"/>
                <a:gd name="T16" fmla="*/ 166 w 194"/>
                <a:gd name="T17" fmla="*/ 29 h 187"/>
                <a:gd name="T18" fmla="*/ 166 w 194"/>
                <a:gd name="T19" fmla="*/ 15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87">
                  <a:moveTo>
                    <a:pt x="0" y="0"/>
                  </a:moveTo>
                  <a:lnTo>
                    <a:pt x="0" y="187"/>
                  </a:lnTo>
                  <a:lnTo>
                    <a:pt x="194" y="187"/>
                  </a:lnTo>
                  <a:lnTo>
                    <a:pt x="194" y="0"/>
                  </a:lnTo>
                  <a:lnTo>
                    <a:pt x="0" y="0"/>
                  </a:lnTo>
                  <a:close/>
                  <a:moveTo>
                    <a:pt x="166" y="159"/>
                  </a:moveTo>
                  <a:lnTo>
                    <a:pt x="29" y="159"/>
                  </a:lnTo>
                  <a:lnTo>
                    <a:pt x="29" y="29"/>
                  </a:lnTo>
                  <a:lnTo>
                    <a:pt x="166" y="29"/>
                  </a:lnTo>
                  <a:lnTo>
                    <a:pt x="166" y="159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" name="Freeform 108"/>
            <p:cNvSpPr>
              <a:spLocks noEditPoints="1"/>
            </p:cNvSpPr>
            <p:nvPr/>
          </p:nvSpPr>
          <p:spPr bwMode="auto">
            <a:xfrm>
              <a:off x="11329852" y="5865844"/>
              <a:ext cx="253660" cy="243200"/>
            </a:xfrm>
            <a:custGeom>
              <a:avLst/>
              <a:gdLst>
                <a:gd name="T0" fmla="*/ 0 w 194"/>
                <a:gd name="T1" fmla="*/ 186 h 186"/>
                <a:gd name="T2" fmla="*/ 194 w 194"/>
                <a:gd name="T3" fmla="*/ 186 h 186"/>
                <a:gd name="T4" fmla="*/ 194 w 194"/>
                <a:gd name="T5" fmla="*/ 0 h 186"/>
                <a:gd name="T6" fmla="*/ 0 w 194"/>
                <a:gd name="T7" fmla="*/ 0 h 186"/>
                <a:gd name="T8" fmla="*/ 0 w 194"/>
                <a:gd name="T9" fmla="*/ 186 h 186"/>
                <a:gd name="T10" fmla="*/ 29 w 194"/>
                <a:gd name="T11" fmla="*/ 28 h 186"/>
                <a:gd name="T12" fmla="*/ 166 w 194"/>
                <a:gd name="T13" fmla="*/ 28 h 186"/>
                <a:gd name="T14" fmla="*/ 166 w 194"/>
                <a:gd name="T15" fmla="*/ 158 h 186"/>
                <a:gd name="T16" fmla="*/ 29 w 194"/>
                <a:gd name="T17" fmla="*/ 158 h 186"/>
                <a:gd name="T18" fmla="*/ 29 w 194"/>
                <a:gd name="T19" fmla="*/ 2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186">
                  <a:moveTo>
                    <a:pt x="0" y="186"/>
                  </a:moveTo>
                  <a:lnTo>
                    <a:pt x="194" y="186"/>
                  </a:lnTo>
                  <a:lnTo>
                    <a:pt x="194" y="0"/>
                  </a:lnTo>
                  <a:lnTo>
                    <a:pt x="0" y="0"/>
                  </a:lnTo>
                  <a:lnTo>
                    <a:pt x="0" y="186"/>
                  </a:lnTo>
                  <a:close/>
                  <a:moveTo>
                    <a:pt x="29" y="28"/>
                  </a:moveTo>
                  <a:lnTo>
                    <a:pt x="166" y="28"/>
                  </a:lnTo>
                  <a:lnTo>
                    <a:pt x="166" y="158"/>
                  </a:lnTo>
                  <a:lnTo>
                    <a:pt x="29" y="158"/>
                  </a:lnTo>
                  <a:lnTo>
                    <a:pt x="29" y="28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Freeform 109"/>
            <p:cNvSpPr/>
            <p:nvPr/>
          </p:nvSpPr>
          <p:spPr bwMode="auto">
            <a:xfrm>
              <a:off x="11125878" y="5655333"/>
              <a:ext cx="99372" cy="101987"/>
            </a:xfrm>
            <a:custGeom>
              <a:avLst/>
              <a:gdLst>
                <a:gd name="T0" fmla="*/ 45 w 76"/>
                <a:gd name="T1" fmla="*/ 0 h 78"/>
                <a:gd name="T2" fmla="*/ 31 w 76"/>
                <a:gd name="T3" fmla="*/ 0 h 78"/>
                <a:gd name="T4" fmla="*/ 31 w 76"/>
                <a:gd name="T5" fmla="*/ 33 h 78"/>
                <a:gd name="T6" fmla="*/ 0 w 76"/>
                <a:gd name="T7" fmla="*/ 33 h 78"/>
                <a:gd name="T8" fmla="*/ 0 w 76"/>
                <a:gd name="T9" fmla="*/ 45 h 78"/>
                <a:gd name="T10" fmla="*/ 31 w 76"/>
                <a:gd name="T11" fmla="*/ 45 h 78"/>
                <a:gd name="T12" fmla="*/ 31 w 76"/>
                <a:gd name="T13" fmla="*/ 78 h 78"/>
                <a:gd name="T14" fmla="*/ 45 w 76"/>
                <a:gd name="T15" fmla="*/ 78 h 78"/>
                <a:gd name="T16" fmla="*/ 45 w 76"/>
                <a:gd name="T17" fmla="*/ 45 h 78"/>
                <a:gd name="T18" fmla="*/ 76 w 76"/>
                <a:gd name="T19" fmla="*/ 45 h 78"/>
                <a:gd name="T20" fmla="*/ 76 w 76"/>
                <a:gd name="T21" fmla="*/ 33 h 78"/>
                <a:gd name="T22" fmla="*/ 45 w 76"/>
                <a:gd name="T23" fmla="*/ 33 h 78"/>
                <a:gd name="T24" fmla="*/ 45 w 76"/>
                <a:gd name="T2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6" h="78">
                  <a:moveTo>
                    <a:pt x="45" y="0"/>
                  </a:moveTo>
                  <a:lnTo>
                    <a:pt x="31" y="0"/>
                  </a:lnTo>
                  <a:lnTo>
                    <a:pt x="31" y="33"/>
                  </a:lnTo>
                  <a:lnTo>
                    <a:pt x="0" y="33"/>
                  </a:lnTo>
                  <a:lnTo>
                    <a:pt x="0" y="45"/>
                  </a:lnTo>
                  <a:lnTo>
                    <a:pt x="31" y="45"/>
                  </a:lnTo>
                  <a:lnTo>
                    <a:pt x="31" y="78"/>
                  </a:lnTo>
                  <a:lnTo>
                    <a:pt x="45" y="78"/>
                  </a:lnTo>
                  <a:lnTo>
                    <a:pt x="45" y="45"/>
                  </a:lnTo>
                  <a:lnTo>
                    <a:pt x="76" y="45"/>
                  </a:lnTo>
                  <a:lnTo>
                    <a:pt x="76" y="33"/>
                  </a:lnTo>
                  <a:lnTo>
                    <a:pt x="45" y="33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8" name="Rectangle 110"/>
            <p:cNvSpPr>
              <a:spLocks noChangeArrowheads="1"/>
            </p:cNvSpPr>
            <p:nvPr/>
          </p:nvSpPr>
          <p:spPr bwMode="auto">
            <a:xfrm>
              <a:off x="11422687" y="5694558"/>
              <a:ext cx="67991" cy="22228"/>
            </a:xfrm>
            <a:prstGeom prst="rect">
              <a:avLst/>
            </a:pr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9" name="Freeform 111"/>
            <p:cNvSpPr/>
            <p:nvPr/>
          </p:nvSpPr>
          <p:spPr bwMode="auto">
            <a:xfrm>
              <a:off x="11138953" y="5952141"/>
              <a:ext cx="73222" cy="79760"/>
            </a:xfrm>
            <a:custGeom>
              <a:avLst/>
              <a:gdLst>
                <a:gd name="T0" fmla="*/ 24 w 24"/>
                <a:gd name="T1" fmla="*/ 0 h 26"/>
                <a:gd name="T2" fmla="*/ 16 w 24"/>
                <a:gd name="T3" fmla="*/ 0 h 26"/>
                <a:gd name="T4" fmla="*/ 14 w 24"/>
                <a:gd name="T5" fmla="*/ 5 h 26"/>
                <a:gd name="T6" fmla="*/ 12 w 24"/>
                <a:gd name="T7" fmla="*/ 9 h 26"/>
                <a:gd name="T8" fmla="*/ 12 w 24"/>
                <a:gd name="T9" fmla="*/ 9 h 26"/>
                <a:gd name="T10" fmla="*/ 10 w 24"/>
                <a:gd name="T11" fmla="*/ 5 h 26"/>
                <a:gd name="T12" fmla="*/ 8 w 24"/>
                <a:gd name="T13" fmla="*/ 0 h 26"/>
                <a:gd name="T14" fmla="*/ 0 w 24"/>
                <a:gd name="T15" fmla="*/ 0 h 26"/>
                <a:gd name="T16" fmla="*/ 8 w 24"/>
                <a:gd name="T17" fmla="*/ 13 h 26"/>
                <a:gd name="T18" fmla="*/ 0 w 24"/>
                <a:gd name="T19" fmla="*/ 26 h 26"/>
                <a:gd name="T20" fmla="*/ 7 w 24"/>
                <a:gd name="T21" fmla="*/ 26 h 26"/>
                <a:gd name="T22" fmla="*/ 10 w 24"/>
                <a:gd name="T23" fmla="*/ 21 h 26"/>
                <a:gd name="T24" fmla="*/ 12 w 24"/>
                <a:gd name="T25" fmla="*/ 16 h 26"/>
                <a:gd name="T26" fmla="*/ 12 w 24"/>
                <a:gd name="T27" fmla="*/ 16 h 26"/>
                <a:gd name="T28" fmla="*/ 14 w 24"/>
                <a:gd name="T29" fmla="*/ 21 h 26"/>
                <a:gd name="T30" fmla="*/ 17 w 24"/>
                <a:gd name="T31" fmla="*/ 26 h 26"/>
                <a:gd name="T32" fmla="*/ 24 w 24"/>
                <a:gd name="T33" fmla="*/ 26 h 26"/>
                <a:gd name="T34" fmla="*/ 16 w 24"/>
                <a:gd name="T35" fmla="*/ 13 h 26"/>
                <a:gd name="T36" fmla="*/ 24 w 24"/>
                <a:gd name="T3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" h="26">
                  <a:moveTo>
                    <a:pt x="2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6"/>
                    <a:pt x="13" y="7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1" y="8"/>
                    <a:pt x="11" y="6"/>
                    <a:pt x="10" y="5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9"/>
                    <a:pt x="11" y="18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8"/>
                    <a:pt x="13" y="19"/>
                    <a:pt x="14" y="21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16" y="13"/>
                    <a:pt x="16" y="13"/>
                    <a:pt x="16" y="13"/>
                  </a:cubicBezTo>
                  <a:lnTo>
                    <a:pt x="24" y="0"/>
                  </a:lnTo>
                  <a:close/>
                </a:path>
              </a:pathLst>
            </a:cu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Rectangle 112"/>
            <p:cNvSpPr>
              <a:spLocks noChangeArrowheads="1"/>
            </p:cNvSpPr>
            <p:nvPr/>
          </p:nvSpPr>
          <p:spPr bwMode="auto">
            <a:xfrm>
              <a:off x="11410919" y="6004442"/>
              <a:ext cx="101987" cy="15690"/>
            </a:xfrm>
            <a:prstGeom prst="rect">
              <a:avLst/>
            </a:pr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1" name="Rectangle 113"/>
            <p:cNvSpPr>
              <a:spLocks noChangeArrowheads="1"/>
            </p:cNvSpPr>
            <p:nvPr/>
          </p:nvSpPr>
          <p:spPr bwMode="auto">
            <a:xfrm>
              <a:off x="11410919" y="5961294"/>
              <a:ext cx="101987" cy="18305"/>
            </a:xfrm>
            <a:prstGeom prst="rect">
              <a:avLst/>
            </a:prstGeom>
            <a:grpFill/>
            <a:ln>
              <a:solidFill>
                <a:srgbClr val="5D8971"/>
              </a:solidFill>
            </a:ln>
          </p:spPr>
          <p:txBody>
            <a:bodyPr vert="horz" wrap="square" lIns="121888" tIns="60944" rIns="121888" bIns="6094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3" name="文本框 32"/>
          <p:cNvSpPr txBox="1">
            <a:spLocks noChangeArrowheads="1"/>
          </p:cNvSpPr>
          <p:nvPr/>
        </p:nvSpPr>
        <p:spPr bwMode="auto">
          <a:xfrm>
            <a:off x="871253" y="3192325"/>
            <a:ext cx="2776633" cy="400110"/>
          </a:xfrm>
          <a:prstGeom prst="rect">
            <a:avLst/>
          </a:prstGeom>
          <a:solidFill>
            <a:srgbClr val="5D8971"/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871255" y="3657057"/>
            <a:ext cx="3462178" cy="2269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35" name="文本框 34"/>
          <p:cNvSpPr txBox="1">
            <a:spLocks noChangeArrowheads="1"/>
          </p:cNvSpPr>
          <p:nvPr/>
        </p:nvSpPr>
        <p:spPr bwMode="auto">
          <a:xfrm>
            <a:off x="8187017" y="2961493"/>
            <a:ext cx="2776633" cy="400110"/>
          </a:xfrm>
          <a:prstGeom prst="rect">
            <a:avLst/>
          </a:prstGeom>
          <a:solidFill>
            <a:srgbClr val="5D8971"/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8187018" y="3426225"/>
            <a:ext cx="3452037" cy="2269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4559985" y="1513985"/>
            <a:ext cx="2776633" cy="400110"/>
          </a:xfrm>
          <a:prstGeom prst="rect">
            <a:avLst/>
          </a:prstGeom>
          <a:solidFill>
            <a:srgbClr val="5D8971"/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输入您的小标题</a:t>
            </a: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4559987" y="1978717"/>
            <a:ext cx="3452037" cy="2269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</a:p>
        </p:txBody>
      </p:sp>
      <p:sp>
        <p:nvSpPr>
          <p:cNvPr id="40" name="文本框 24">
            <a:extLst>
              <a:ext uri="{FF2B5EF4-FFF2-40B4-BE49-F238E27FC236}">
                <a16:creationId xmlns:a16="http://schemas.microsoft.com/office/drawing/2014/main" id="{E9DFC349-E0A4-4A7E-A220-7A8B772714B7}"/>
              </a:ext>
            </a:extLst>
          </p:cNvPr>
          <p:cNvSpPr txBox="1"/>
          <p:nvPr/>
        </p:nvSpPr>
        <p:spPr>
          <a:xfrm>
            <a:off x="823893" y="382347"/>
            <a:ext cx="3065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论文总结与汇报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731260" y="565150"/>
            <a:ext cx="4589145" cy="4589145"/>
          </a:xfrm>
          <a:prstGeom prst="ellipse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43000">
                <a:srgbClr val="91B593">
                  <a:alpha val="100000"/>
                </a:srgbClr>
              </a:gs>
              <a:gs pos="62000">
                <a:srgbClr val="79A083">
                  <a:alpha val="88000"/>
                </a:srgbClr>
              </a:gs>
              <a:gs pos="83000">
                <a:srgbClr val="7BA284">
                  <a:alpha val="88000"/>
                </a:srgbClr>
              </a:gs>
              <a:gs pos="100000">
                <a:srgbClr val="AFCEA6"/>
              </a:gs>
            </a:gsLst>
            <a:lin ang="80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78855" y="2352675"/>
            <a:ext cx="56026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tx1"/>
                </a:solidFill>
                <a:latin typeface="站酷高端黑" panose="02010600030101010101" charset="-122"/>
                <a:ea typeface="站酷高端黑" panose="02010600030101010101" charset="-122"/>
                <a:cs typeface="+mn-ea"/>
                <a:sym typeface="+mn-lt"/>
              </a:rPr>
              <a:t>谢谢观看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4420" y="4126865"/>
            <a:ext cx="5786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站酷高端黑" panose="02010600030101010101" charset="-122"/>
                <a:ea typeface="站酷高端黑" panose="02010600030101010101" charset="-122"/>
              </a:rPr>
              <a:t>Thanks For Watching!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824845" y="125730"/>
            <a:ext cx="1187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站酷高端黑" panose="02010600030101010101" charset="-122"/>
                <a:ea typeface="站酷高端黑" panose="02010600030101010101" charset="-122"/>
              </a:rPr>
              <a:t>2022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58470" y="410210"/>
            <a:ext cx="220472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58470" y="5984875"/>
            <a:ext cx="4080510" cy="25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pcastc">
      <a:majorFont>
        <a:latin typeface="思源黑体 CN"/>
        <a:ea typeface="思源黑体 CN"/>
        <a:cs typeface=""/>
      </a:majorFont>
      <a:minorFont>
        <a:latin typeface="思源黑体 CN"/>
        <a:ea typeface="思源黑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2159</Words>
  <Application>Microsoft Office PowerPoint</Application>
  <PresentationFormat>宽屏</PresentationFormat>
  <Paragraphs>188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Hiragino Sans GB W3</vt:lpstr>
      <vt:lpstr>黑体</vt:lpstr>
      <vt:lpstr>思源黑体 CN</vt:lpstr>
      <vt:lpstr>思源黑体 CN Bold</vt:lpstr>
      <vt:lpstr>思源黑体 CN Medium</vt:lpstr>
      <vt:lpstr>站酷高端黑</vt:lpstr>
      <vt:lpstr>字魂创中黑</vt:lpstr>
      <vt:lpstr>Arial</vt:lpstr>
      <vt:lpstr>Wingdings</vt:lpstr>
      <vt:lpstr>等线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左左</dc:creator>
  <cp:lastModifiedBy>蜜桃收藏馆</cp:lastModifiedBy>
  <cp:revision>21</cp:revision>
  <dcterms:created xsi:type="dcterms:W3CDTF">2020-05-12T02:50:00Z</dcterms:created>
  <dcterms:modified xsi:type="dcterms:W3CDTF">2021-12-10T06:10:18Z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848ADB6C66AB451FA6A2261C2361B994</vt:lpwstr>
  </property>
</Properties>
</file>