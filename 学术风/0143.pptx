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8" r:id="rId5"/>
    <p:sldId id="261" r:id="rId6"/>
    <p:sldId id="325" r:id="rId7"/>
    <p:sldId id="329" r:id="rId8"/>
    <p:sldId id="330" r:id="rId9"/>
    <p:sldId id="331" r:id="rId10"/>
    <p:sldId id="322" r:id="rId11"/>
    <p:sldId id="326" r:id="rId12"/>
    <p:sldId id="332" r:id="rId13"/>
    <p:sldId id="333" r:id="rId14"/>
    <p:sldId id="334" r:id="rId15"/>
    <p:sldId id="323" r:id="rId16"/>
    <p:sldId id="327" r:id="rId17"/>
    <p:sldId id="335" r:id="rId18"/>
    <p:sldId id="336" r:id="rId19"/>
    <p:sldId id="337" r:id="rId20"/>
    <p:sldId id="324" r:id="rId21"/>
    <p:sldId id="328" r:id="rId22"/>
    <p:sldId id="338" r:id="rId23"/>
    <p:sldId id="339" r:id="rId24"/>
    <p:sldId id="340" r:id="rId25"/>
    <p:sldId id="257" r:id="rId26"/>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37" autoAdjust="0"/>
    <p:restoredTop sz="94660"/>
  </p:normalViewPr>
  <p:slideViewPr>
    <p:cSldViewPr snapToGrid="0" showGuides="1">
      <p:cViewPr varScale="1">
        <p:scale>
          <a:sx n="64" d="100"/>
          <a:sy n="64" d="100"/>
        </p:scale>
        <p:origin x="96" y="715"/>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F43AAA-D3BE-4C4D-A0F9-DDBBB9D093E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DE2723-0624-4B5D-AF9B-21C21613B7F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链接：https://pan.baidu.com/s/1dBUOykZfGkjoJj8YrmZuTw?pwd=7788 </a:t>
            </a:r>
            <a:endParaRPr lang="zh-CN" altLang="en-US"/>
          </a:p>
          <a:p>
            <a:r>
              <a:rPr lang="zh-CN" altLang="en-US"/>
              <a:t>提取码：7788</a:t>
            </a:r>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DE2723-0624-4B5D-AF9B-21C21613B7F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234159" y="2224020"/>
            <a:ext cx="9044609" cy="2031325"/>
            <a:chOff x="1060924" y="2223871"/>
            <a:chExt cx="9044609" cy="2031325"/>
          </a:xfrm>
        </p:grpSpPr>
        <p:sp>
          <p:nvSpPr>
            <p:cNvPr id="5" name="文本框 4"/>
            <p:cNvSpPr txBox="1"/>
            <p:nvPr/>
          </p:nvSpPr>
          <p:spPr>
            <a:xfrm>
              <a:off x="1060924" y="2747091"/>
              <a:ext cx="6162675" cy="923330"/>
            </a:xfrm>
            <a:prstGeom prst="rect">
              <a:avLst/>
            </a:prstGeom>
            <a:noFill/>
          </p:spPr>
          <p:txBody>
            <a:bodyPr wrap="square" rtlCol="0">
              <a:spAutoFit/>
            </a:bodyPr>
            <a:lstStyle/>
            <a:p>
              <a:r>
                <a:rPr lang="zh-CN" altLang="en-US" sz="5400" dirty="0">
                  <a:solidFill>
                    <a:schemeClr val="tx2">
                      <a:lumMod val="50000"/>
                    </a:schemeClr>
                  </a:solidFill>
                  <a:latin typeface="+mj-ea"/>
                  <a:ea typeface="+mj-ea"/>
                </a:rPr>
                <a:t>开题答辩</a:t>
              </a:r>
              <a:r>
                <a:rPr lang="en-US" altLang="zh-CN" sz="5400" dirty="0">
                  <a:solidFill>
                    <a:schemeClr val="tx2">
                      <a:lumMod val="50000"/>
                    </a:schemeClr>
                  </a:solidFill>
                  <a:latin typeface="+mj-ea"/>
                  <a:ea typeface="+mj-ea"/>
                </a:rPr>
                <a:t>PPT</a:t>
              </a:r>
              <a:r>
                <a:rPr lang="zh-CN" altLang="en-US" sz="5400" dirty="0">
                  <a:solidFill>
                    <a:schemeClr val="tx2">
                      <a:lumMod val="50000"/>
                    </a:schemeClr>
                  </a:solidFill>
                  <a:latin typeface="+mj-ea"/>
                  <a:ea typeface="+mj-ea"/>
                </a:rPr>
                <a:t>模板</a:t>
              </a:r>
              <a:endParaRPr lang="zh-CN" altLang="en-US" sz="5400" dirty="0">
                <a:solidFill>
                  <a:schemeClr val="tx2">
                    <a:lumMod val="50000"/>
                  </a:schemeClr>
                </a:solidFill>
                <a:latin typeface="+mj-ea"/>
                <a:ea typeface="+mj-ea"/>
              </a:endParaRPr>
            </a:p>
          </p:txBody>
        </p:sp>
        <p:sp>
          <p:nvSpPr>
            <p:cNvPr id="6" name="文本框 5"/>
            <p:cNvSpPr txBox="1"/>
            <p:nvPr/>
          </p:nvSpPr>
          <p:spPr>
            <a:xfrm>
              <a:off x="1060924" y="2223871"/>
              <a:ext cx="5000625" cy="523220"/>
            </a:xfrm>
            <a:prstGeom prst="rect">
              <a:avLst/>
            </a:prstGeom>
            <a:noFill/>
          </p:spPr>
          <p:txBody>
            <a:bodyPr wrap="square" rtlCol="0">
              <a:spAutoFit/>
            </a:bodyPr>
            <a:lstStyle/>
            <a:p>
              <a:r>
                <a:rPr lang="en-US" altLang="zh-CN" sz="2800" dirty="0">
                  <a:solidFill>
                    <a:schemeClr val="tx2">
                      <a:lumMod val="50000"/>
                    </a:schemeClr>
                  </a:solidFill>
                  <a:latin typeface="思源黑体 CN Light" panose="020B0300000000000000" pitchFamily="34" charset="-122"/>
                  <a:ea typeface="思源黑体 CN Light" panose="020B0300000000000000" pitchFamily="34" charset="-122"/>
                </a:rPr>
                <a:t>The PPT of</a:t>
              </a:r>
              <a:r>
                <a:rPr lang="zh-CN" altLang="en-US" sz="2800" dirty="0">
                  <a:solidFill>
                    <a:schemeClr val="tx2">
                      <a:lumMod val="50000"/>
                    </a:schemeClr>
                  </a:solidFill>
                  <a:latin typeface="思源黑体 CN Light" panose="020B0300000000000000" pitchFamily="34" charset="-122"/>
                  <a:ea typeface="思源黑体 CN Light" panose="020B0300000000000000" pitchFamily="34" charset="-122"/>
                </a:rPr>
                <a:t> </a:t>
              </a:r>
              <a:r>
                <a:rPr lang="en-US" altLang="zh-CN" sz="2800" b="0" i="0" dirty="0">
                  <a:solidFill>
                    <a:schemeClr val="tx2">
                      <a:lumMod val="50000"/>
                    </a:schemeClr>
                  </a:solidFill>
                  <a:effectLst/>
                  <a:latin typeface="思源黑体 CN Light" panose="020B0300000000000000" pitchFamily="34" charset="-122"/>
                  <a:ea typeface="思源黑体 CN Light" panose="020B0300000000000000" pitchFamily="34" charset="-122"/>
                </a:rPr>
                <a:t>Thesis defense</a:t>
              </a:r>
              <a:endParaRPr lang="en-US" altLang="zh-CN" sz="2800" dirty="0">
                <a:solidFill>
                  <a:schemeClr val="tx2">
                    <a:lumMod val="50000"/>
                  </a:schemeClr>
                </a:solidFill>
                <a:latin typeface="思源黑体 CN Light" panose="020B0300000000000000" pitchFamily="34" charset="-122"/>
                <a:ea typeface="思源黑体 CN Light" panose="020B0300000000000000" pitchFamily="34" charset="-122"/>
              </a:endParaRPr>
            </a:p>
          </p:txBody>
        </p:sp>
        <p:sp>
          <p:nvSpPr>
            <p:cNvPr id="7" name="文本框 6"/>
            <p:cNvSpPr txBox="1"/>
            <p:nvPr/>
          </p:nvSpPr>
          <p:spPr>
            <a:xfrm>
              <a:off x="1060924" y="3670421"/>
              <a:ext cx="9044609"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a:t>
              </a:r>
              <a:r>
                <a:rPr lang="en-US" altLang="zh-CN" sz="1600" dirty="0" err="1">
                  <a:solidFill>
                    <a:schemeClr val="tx2">
                      <a:lumMod val="50000"/>
                    </a:schemeClr>
                  </a:solidFill>
                  <a:latin typeface="字魂58号-创中黑" panose="02000503000000000000" pitchFamily="2" charset="-122"/>
                  <a:ea typeface="字魂58号-创中黑" panose="02000503000000000000" pitchFamily="2" charset="-122"/>
                </a:rPr>
                <a:t>elit..Lorem</a:t>
              </a:r>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 ipsum dolor sit amet, consectetur adipiscing elit. </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6" name="组合 15"/>
          <p:cNvGrpSpPr/>
          <p:nvPr/>
        </p:nvGrpSpPr>
        <p:grpSpPr>
          <a:xfrm>
            <a:off x="7613306" y="911315"/>
            <a:ext cx="3344535" cy="1970034"/>
            <a:chOff x="7607432" y="911315"/>
            <a:chExt cx="3344535" cy="1970034"/>
          </a:xfrm>
        </p:grpSpPr>
        <p:grpSp>
          <p:nvGrpSpPr>
            <p:cNvPr id="12" name="组合 11"/>
            <p:cNvGrpSpPr/>
            <p:nvPr/>
          </p:nvGrpSpPr>
          <p:grpSpPr>
            <a:xfrm>
              <a:off x="7812841" y="911315"/>
              <a:ext cx="3139126" cy="1806692"/>
              <a:chOff x="7305774" y="1197205"/>
              <a:chExt cx="3139126" cy="1806692"/>
            </a:xfrm>
            <a:solidFill>
              <a:schemeClr val="accent3">
                <a:lumMod val="20000"/>
                <a:lumOff val="80000"/>
              </a:schemeClr>
            </a:solidFill>
          </p:grpSpPr>
          <p:sp>
            <p:nvSpPr>
              <p:cNvPr id="13" name="矩形: 圆角 12"/>
              <p:cNvSpPr/>
              <p:nvPr/>
            </p:nvSpPr>
            <p:spPr>
              <a:xfrm>
                <a:off x="7305774" y="1197205"/>
                <a:ext cx="3139126" cy="1480008"/>
              </a:xfrm>
              <a:prstGeom prst="roundRect">
                <a:avLst>
                  <a:gd name="adj" fmla="val 1879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12569711">
                <a:off x="7435741" y="2314886"/>
                <a:ext cx="611869" cy="68901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7607432" y="1074657"/>
              <a:ext cx="3139126" cy="1806692"/>
              <a:chOff x="7305774" y="1197205"/>
              <a:chExt cx="3139126" cy="1806692"/>
            </a:xfrm>
          </p:grpSpPr>
          <p:sp>
            <p:nvSpPr>
              <p:cNvPr id="9" name="矩形: 圆角 8"/>
              <p:cNvSpPr/>
              <p:nvPr/>
            </p:nvSpPr>
            <p:spPr>
              <a:xfrm>
                <a:off x="7305774" y="1197205"/>
                <a:ext cx="3139126"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2569711">
                <a:off x="7435741" y="2314886"/>
                <a:ext cx="611869" cy="68901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8" name="文本框 17"/>
          <p:cNvSpPr txBox="1"/>
          <p:nvPr/>
        </p:nvSpPr>
        <p:spPr>
          <a:xfrm>
            <a:off x="7902802" y="1522273"/>
            <a:ext cx="3055038" cy="584775"/>
          </a:xfrm>
          <a:prstGeom prst="rect">
            <a:avLst/>
          </a:prstGeom>
          <a:noFill/>
        </p:spPr>
        <p:txBody>
          <a:bodyPr wrap="square" rtlCol="0">
            <a:spAutoFit/>
          </a:bodyPr>
          <a:lstStyle/>
          <a:p>
            <a:r>
              <a:rPr lang="en-US" altLang="zh-CN" sz="16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600" dirty="0">
              <a:solidFill>
                <a:schemeClr val="bg1"/>
              </a:solidFill>
              <a:latin typeface="字魂58号-创中黑" panose="02000503000000000000" pitchFamily="2" charset="-122"/>
              <a:ea typeface="字魂58号-创中黑" panose="02000503000000000000" pitchFamily="2" charset="-122"/>
            </a:endParaRPr>
          </a:p>
        </p:txBody>
      </p:sp>
      <p:grpSp>
        <p:nvGrpSpPr>
          <p:cNvPr id="32" name="组合 31"/>
          <p:cNvGrpSpPr/>
          <p:nvPr/>
        </p:nvGrpSpPr>
        <p:grpSpPr>
          <a:xfrm>
            <a:off x="1384341" y="4431324"/>
            <a:ext cx="2676305" cy="153450"/>
            <a:chOff x="1452921" y="4456257"/>
            <a:chExt cx="2676305" cy="153450"/>
          </a:xfrm>
        </p:grpSpPr>
        <p:sp>
          <p:nvSpPr>
            <p:cNvPr id="19" name="椭圆 18"/>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52921" y="4456257"/>
              <a:ext cx="150829" cy="150829"/>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3" name="椭圆 22"/>
            <p:cNvSpPr/>
            <p:nvPr/>
          </p:nvSpPr>
          <p:spPr>
            <a:xfrm>
              <a:off x="3978397" y="4456257"/>
              <a:ext cx="150829" cy="150829"/>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lumMod val="100000"/>
                  </a:schemeClr>
                </a:solidFill>
              </a:endParaRPr>
            </a:p>
          </p:txBody>
        </p:sp>
        <p:sp>
          <p:nvSpPr>
            <p:cNvPr id="24" name="椭圆 23"/>
            <p:cNvSpPr/>
            <p:nvPr/>
          </p:nvSpPr>
          <p:spPr>
            <a:xfrm>
              <a:off x="3749797" y="4457372"/>
              <a:ext cx="150829" cy="15082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椭圆 24"/>
            <p:cNvSpPr/>
            <p:nvPr/>
          </p:nvSpPr>
          <p:spPr>
            <a:xfrm>
              <a:off x="1682912" y="4457372"/>
              <a:ext cx="150829" cy="15082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6" name="椭圆 25"/>
            <p:cNvSpPr/>
            <p:nvPr/>
          </p:nvSpPr>
          <p:spPr>
            <a:xfrm>
              <a:off x="3286955" y="4457372"/>
              <a:ext cx="150829" cy="150829"/>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7" name="椭圆 26"/>
            <p:cNvSpPr/>
            <p:nvPr/>
          </p:nvSpPr>
          <p:spPr>
            <a:xfrm>
              <a:off x="3515555" y="4457372"/>
              <a:ext cx="150829" cy="150829"/>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8" name="椭圆 27"/>
            <p:cNvSpPr/>
            <p:nvPr/>
          </p:nvSpPr>
          <p:spPr>
            <a:xfrm>
              <a:off x="3054563" y="4458878"/>
              <a:ext cx="150829" cy="150829"/>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椭圆 28"/>
            <p:cNvSpPr/>
            <p:nvPr/>
          </p:nvSpPr>
          <p:spPr>
            <a:xfrm>
              <a:off x="28241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0" name="椭圆 29"/>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1" name="椭圆 30"/>
            <p:cNvSpPr/>
            <p:nvPr/>
          </p:nvSpPr>
          <p:spPr>
            <a:xfrm>
              <a:off x="2366913" y="4458878"/>
              <a:ext cx="150829" cy="150829"/>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1" name="椭圆 20"/>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圆角 32"/>
          <p:cNvSpPr/>
          <p:nvPr/>
        </p:nvSpPr>
        <p:spPr>
          <a:xfrm>
            <a:off x="1348251" y="5101929"/>
            <a:ext cx="2204186" cy="384471"/>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College-Major</a:t>
            </a:r>
            <a:endParaRPr lang="zh-CN" altLang="en-US" b="1" dirty="0"/>
          </a:p>
        </p:txBody>
      </p:sp>
      <p:sp>
        <p:nvSpPr>
          <p:cNvPr id="35" name="矩形: 圆角 34"/>
          <p:cNvSpPr/>
          <p:nvPr/>
        </p:nvSpPr>
        <p:spPr>
          <a:xfrm>
            <a:off x="3985231" y="5101929"/>
            <a:ext cx="2204186" cy="384471"/>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Name</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down)">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p:cTn id="19" dur="500" fill="hold"/>
                                        <p:tgtEl>
                                          <p:spTgt spid="32"/>
                                        </p:tgtEl>
                                        <p:attrNameLst>
                                          <p:attrName>ppt_w</p:attrName>
                                        </p:attrNameLst>
                                      </p:cBhvr>
                                      <p:tavLst>
                                        <p:tav tm="0">
                                          <p:val>
                                            <p:fltVal val="0"/>
                                          </p:val>
                                        </p:tav>
                                        <p:tav tm="100000">
                                          <p:val>
                                            <p:strVal val="#ppt_w"/>
                                          </p:val>
                                        </p:tav>
                                      </p:tavLst>
                                    </p:anim>
                                    <p:anim calcmode="lin" valueType="num">
                                      <p:cBhvr>
                                        <p:cTn id="20" dur="500" fill="hold"/>
                                        <p:tgtEl>
                                          <p:spTgt spid="32"/>
                                        </p:tgtEl>
                                        <p:attrNameLst>
                                          <p:attrName>ppt_h</p:attrName>
                                        </p:attrNameLst>
                                      </p:cBhvr>
                                      <p:tavLst>
                                        <p:tav tm="0">
                                          <p:val>
                                            <p:fltVal val="0"/>
                                          </p:val>
                                        </p:tav>
                                        <p:tav tm="100000">
                                          <p:val>
                                            <p:strVal val="#ppt_h"/>
                                          </p:val>
                                        </p:tav>
                                      </p:tavLst>
                                    </p:anim>
                                    <p:animEffect transition="in" filter="fade">
                                      <p:cBhvr>
                                        <p:cTn id="21" dur="500"/>
                                        <p:tgtEl>
                                          <p:spTgt spid="32"/>
                                        </p:tgtEl>
                                      </p:cBhvr>
                                    </p:animEffect>
                                  </p:childTnLst>
                                </p:cTn>
                              </p:par>
                            </p:childTnLst>
                          </p:cTn>
                        </p:par>
                        <p:par>
                          <p:cTn id="22" fill="hold">
                            <p:stCondLst>
                              <p:cond delay="500"/>
                            </p:stCondLst>
                            <p:childTnLst>
                              <p:par>
                                <p:cTn id="23" presetID="55" presetClass="entr" presetSubtype="0" fill="hold" grpId="0" nodeType="after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p:cTn id="25" dur="1000" fill="hold"/>
                                        <p:tgtEl>
                                          <p:spTgt spid="33"/>
                                        </p:tgtEl>
                                        <p:attrNameLst>
                                          <p:attrName>ppt_w</p:attrName>
                                        </p:attrNameLst>
                                      </p:cBhvr>
                                      <p:tavLst>
                                        <p:tav tm="0">
                                          <p:val>
                                            <p:strVal val="#ppt_w*0.70"/>
                                          </p:val>
                                        </p:tav>
                                        <p:tav tm="100000">
                                          <p:val>
                                            <p:strVal val="#ppt_w"/>
                                          </p:val>
                                        </p:tav>
                                      </p:tavLst>
                                    </p:anim>
                                    <p:anim calcmode="lin" valueType="num">
                                      <p:cBhvr>
                                        <p:cTn id="26" dur="1000" fill="hold"/>
                                        <p:tgtEl>
                                          <p:spTgt spid="33"/>
                                        </p:tgtEl>
                                        <p:attrNameLst>
                                          <p:attrName>ppt_h</p:attrName>
                                        </p:attrNameLst>
                                      </p:cBhvr>
                                      <p:tavLst>
                                        <p:tav tm="0">
                                          <p:val>
                                            <p:strVal val="#ppt_h"/>
                                          </p:val>
                                        </p:tav>
                                        <p:tav tm="100000">
                                          <p:val>
                                            <p:strVal val="#ppt_h"/>
                                          </p:val>
                                        </p:tav>
                                      </p:tavLst>
                                    </p:anim>
                                    <p:animEffect transition="in" filter="fade">
                                      <p:cBhvr>
                                        <p:cTn id="27" dur="1000"/>
                                        <p:tgtEl>
                                          <p:spTgt spid="33"/>
                                        </p:tgtEl>
                                      </p:cBhvr>
                                    </p:animEffect>
                                  </p:childTnLst>
                                </p:cTn>
                              </p:par>
                            </p:childTnLst>
                          </p:cTn>
                        </p:par>
                        <p:par>
                          <p:cTn id="28" fill="hold">
                            <p:stCondLst>
                              <p:cond delay="1500"/>
                            </p:stCondLst>
                            <p:childTnLst>
                              <p:par>
                                <p:cTn id="29" presetID="55" presetClass="entr" presetSubtype="0" fill="hold" grpId="0" nodeType="afterEffect">
                                  <p:stCondLst>
                                    <p:cond delay="0"/>
                                  </p:stCondLst>
                                  <p:childTnLst>
                                    <p:set>
                                      <p:cBhvr>
                                        <p:cTn id="30" dur="1" fill="hold">
                                          <p:stCondLst>
                                            <p:cond delay="0"/>
                                          </p:stCondLst>
                                        </p:cTn>
                                        <p:tgtEl>
                                          <p:spTgt spid="35"/>
                                        </p:tgtEl>
                                        <p:attrNameLst>
                                          <p:attrName>style.visibility</p:attrName>
                                        </p:attrNameLst>
                                      </p:cBhvr>
                                      <p:to>
                                        <p:strVal val="visible"/>
                                      </p:to>
                                    </p:set>
                                    <p:anim calcmode="lin" valueType="num">
                                      <p:cBhvr>
                                        <p:cTn id="31" dur="1000" fill="hold"/>
                                        <p:tgtEl>
                                          <p:spTgt spid="35"/>
                                        </p:tgtEl>
                                        <p:attrNameLst>
                                          <p:attrName>ppt_w</p:attrName>
                                        </p:attrNameLst>
                                      </p:cBhvr>
                                      <p:tavLst>
                                        <p:tav tm="0">
                                          <p:val>
                                            <p:strVal val="#ppt_w*0.70"/>
                                          </p:val>
                                        </p:tav>
                                        <p:tav tm="100000">
                                          <p:val>
                                            <p:strVal val="#ppt_w"/>
                                          </p:val>
                                        </p:tav>
                                      </p:tavLst>
                                    </p:anim>
                                    <p:anim calcmode="lin" valueType="num">
                                      <p:cBhvr>
                                        <p:cTn id="32" dur="1000" fill="hold"/>
                                        <p:tgtEl>
                                          <p:spTgt spid="35"/>
                                        </p:tgtEl>
                                        <p:attrNameLst>
                                          <p:attrName>ppt_h</p:attrName>
                                        </p:attrNameLst>
                                      </p:cBhvr>
                                      <p:tavLst>
                                        <p:tav tm="0">
                                          <p:val>
                                            <p:strVal val="#ppt_h"/>
                                          </p:val>
                                        </p:tav>
                                        <p:tav tm="100000">
                                          <p:val>
                                            <p:strVal val="#ppt_h"/>
                                          </p:val>
                                        </p:tav>
                                      </p:tavLst>
                                    </p:anim>
                                    <p:animEffect transition="in" filter="fade">
                                      <p:cBhvr>
                                        <p:cTn id="3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 name="组合 168"/>
          <p:cNvGrpSpPr/>
          <p:nvPr/>
        </p:nvGrpSpPr>
        <p:grpSpPr>
          <a:xfrm>
            <a:off x="4009769" y="1397894"/>
            <a:ext cx="7396151" cy="4135238"/>
            <a:chOff x="4517769" y="1295236"/>
            <a:chExt cx="7396151" cy="4135238"/>
          </a:xfrm>
        </p:grpSpPr>
        <p:grpSp>
          <p:nvGrpSpPr>
            <p:cNvPr id="64" name="组合 63"/>
            <p:cNvGrpSpPr/>
            <p:nvPr/>
          </p:nvGrpSpPr>
          <p:grpSpPr>
            <a:xfrm>
              <a:off x="8388400" y="1298315"/>
              <a:ext cx="3525520" cy="1869394"/>
              <a:chOff x="4216400" y="1305879"/>
              <a:chExt cx="3525520" cy="1869394"/>
            </a:xfrm>
          </p:grpSpPr>
          <p:grpSp>
            <p:nvGrpSpPr>
              <p:cNvPr id="65" name="组合 64"/>
              <p:cNvGrpSpPr/>
              <p:nvPr/>
            </p:nvGrpSpPr>
            <p:grpSpPr>
              <a:xfrm>
                <a:off x="4216400" y="1305879"/>
                <a:ext cx="3525520" cy="1869394"/>
                <a:chOff x="322993" y="3182800"/>
                <a:chExt cx="3433928" cy="2173513"/>
              </a:xfrm>
            </p:grpSpPr>
            <p:sp>
              <p:nvSpPr>
                <p:cNvPr id="82" name="ï$ľïḍê"/>
                <p:cNvSpPr/>
                <p:nvPr/>
              </p:nvSpPr>
              <p:spPr>
                <a:xfrm>
                  <a:off x="475393" y="3335200"/>
                  <a:ext cx="3281528" cy="2021113"/>
                </a:xfrm>
                <a:prstGeom prst="rect">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3" name="ï$ľïḍê"/>
                <p:cNvSpPr/>
                <p:nvPr/>
              </p:nvSpPr>
              <p:spPr>
                <a:xfrm>
                  <a:off x="322993" y="3182800"/>
                  <a:ext cx="3281528" cy="2021113"/>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66" name="文本框 65"/>
              <p:cNvSpPr txBox="1"/>
              <p:nvPr/>
            </p:nvSpPr>
            <p:spPr>
              <a:xfrm>
                <a:off x="4375843" y="1459863"/>
                <a:ext cx="190722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en-US" altLang="zh-CN" sz="2400" dirty="0">
                    <a:solidFill>
                      <a:schemeClr val="bg1"/>
                    </a:solidFill>
                  </a:rPr>
                  <a:t>2. </a:t>
                </a:r>
                <a:r>
                  <a:rPr lang="zh-CN" altLang="en-US" sz="2400" dirty="0">
                    <a:solidFill>
                      <a:schemeClr val="bg1"/>
                    </a:solidFill>
                  </a:rPr>
                  <a:t>研究方案</a:t>
                </a:r>
                <a:endParaRPr lang="zh-CN" altLang="en-US" sz="2400" dirty="0">
                  <a:solidFill>
                    <a:schemeClr val="bg1"/>
                  </a:solidFill>
                </a:endParaRPr>
              </a:p>
            </p:txBody>
          </p:sp>
          <p:sp>
            <p:nvSpPr>
              <p:cNvPr id="67" name="文本框 66"/>
              <p:cNvSpPr txBox="1"/>
              <p:nvPr/>
            </p:nvSpPr>
            <p:spPr>
              <a:xfrm>
                <a:off x="4375843" y="1878483"/>
                <a:ext cx="3166610" cy="523220"/>
              </a:xfrm>
              <a:prstGeom prst="rect">
                <a:avLst/>
              </a:prstGeom>
              <a:noFill/>
            </p:spPr>
            <p:txBody>
              <a:bodyPr wrap="square" rtlCol="0">
                <a:spAutoFit/>
              </a:bodyPr>
              <a:lstStyle/>
              <a:p>
                <a:r>
                  <a:rPr lang="en-US" altLang="zh-CN" sz="14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bg1"/>
                  </a:solidFill>
                  <a:latin typeface="字魂58号-创中黑" panose="02000503000000000000" pitchFamily="2" charset="-122"/>
                  <a:ea typeface="字魂58号-创中黑" panose="02000503000000000000" pitchFamily="2" charset="-122"/>
                </a:endParaRPr>
              </a:p>
            </p:txBody>
          </p:sp>
          <p:sp>
            <p:nvSpPr>
              <p:cNvPr id="68" name="iconfont-11206-4016502"/>
              <p:cNvSpPr>
                <a:spLocks noChangeAspect="1"/>
              </p:cNvSpPr>
              <p:nvPr/>
            </p:nvSpPr>
            <p:spPr bwMode="auto">
              <a:xfrm>
                <a:off x="6955257" y="2495549"/>
                <a:ext cx="392611" cy="392681"/>
              </a:xfrm>
              <a:custGeom>
                <a:avLst/>
                <a:gdLst>
                  <a:gd name="T0" fmla="*/ 11600 w 11600"/>
                  <a:gd name="T1" fmla="*/ 1893 h 11600"/>
                  <a:gd name="T2" fmla="*/ 9707 w 11600"/>
                  <a:gd name="T3" fmla="*/ 0 h 11600"/>
                  <a:gd name="T4" fmla="*/ 8240 w 11600"/>
                  <a:gd name="T5" fmla="*/ 1466 h 11600"/>
                  <a:gd name="T6" fmla="*/ 267 w 11600"/>
                  <a:gd name="T7" fmla="*/ 1466 h 11600"/>
                  <a:gd name="T8" fmla="*/ 0 w 11600"/>
                  <a:gd name="T9" fmla="*/ 1733 h 11600"/>
                  <a:gd name="T10" fmla="*/ 0 w 11600"/>
                  <a:gd name="T11" fmla="*/ 11333 h 11600"/>
                  <a:gd name="T12" fmla="*/ 267 w 11600"/>
                  <a:gd name="T13" fmla="*/ 11600 h 11600"/>
                  <a:gd name="T14" fmla="*/ 7467 w 11600"/>
                  <a:gd name="T15" fmla="*/ 11600 h 11600"/>
                  <a:gd name="T16" fmla="*/ 7654 w 11600"/>
                  <a:gd name="T17" fmla="*/ 11520 h 11600"/>
                  <a:gd name="T18" fmla="*/ 10054 w 11600"/>
                  <a:gd name="T19" fmla="*/ 9120 h 11600"/>
                  <a:gd name="T20" fmla="*/ 10134 w 11600"/>
                  <a:gd name="T21" fmla="*/ 8933 h 11600"/>
                  <a:gd name="T22" fmla="*/ 10134 w 11600"/>
                  <a:gd name="T23" fmla="*/ 3360 h 11600"/>
                  <a:gd name="T24" fmla="*/ 11600 w 11600"/>
                  <a:gd name="T25" fmla="*/ 1893 h 11600"/>
                  <a:gd name="T26" fmla="*/ 4987 w 11600"/>
                  <a:gd name="T27" fmla="*/ 7760 h 11600"/>
                  <a:gd name="T28" fmla="*/ 3760 w 11600"/>
                  <a:gd name="T29" fmla="*/ 6693 h 11600"/>
                  <a:gd name="T30" fmla="*/ 8747 w 11600"/>
                  <a:gd name="T31" fmla="*/ 1706 h 11600"/>
                  <a:gd name="T32" fmla="*/ 9894 w 11600"/>
                  <a:gd name="T33" fmla="*/ 2853 h 11600"/>
                  <a:gd name="T34" fmla="*/ 4987 w 11600"/>
                  <a:gd name="T35" fmla="*/ 7760 h 11600"/>
                  <a:gd name="T36" fmla="*/ 3440 w 11600"/>
                  <a:gd name="T37" fmla="*/ 7146 h 11600"/>
                  <a:gd name="T38" fmla="*/ 4560 w 11600"/>
                  <a:gd name="T39" fmla="*/ 8106 h 11600"/>
                  <a:gd name="T40" fmla="*/ 3040 w 11600"/>
                  <a:gd name="T41" fmla="*/ 8533 h 11600"/>
                  <a:gd name="T42" fmla="*/ 3440 w 11600"/>
                  <a:gd name="T43" fmla="*/ 7146 h 11600"/>
                  <a:gd name="T44" fmla="*/ 10854 w 11600"/>
                  <a:gd name="T45" fmla="*/ 1893 h 11600"/>
                  <a:gd name="T46" fmla="*/ 10267 w 11600"/>
                  <a:gd name="T47" fmla="*/ 2480 h 11600"/>
                  <a:gd name="T48" fmla="*/ 9120 w 11600"/>
                  <a:gd name="T49" fmla="*/ 1333 h 11600"/>
                  <a:gd name="T50" fmla="*/ 9707 w 11600"/>
                  <a:gd name="T51" fmla="*/ 746 h 11600"/>
                  <a:gd name="T52" fmla="*/ 10854 w 11600"/>
                  <a:gd name="T53" fmla="*/ 1893 h 11600"/>
                  <a:gd name="T54" fmla="*/ 7734 w 11600"/>
                  <a:gd name="T55" fmla="*/ 10693 h 11600"/>
                  <a:gd name="T56" fmla="*/ 7734 w 11600"/>
                  <a:gd name="T57" fmla="*/ 9200 h 11600"/>
                  <a:gd name="T58" fmla="*/ 9227 w 11600"/>
                  <a:gd name="T59" fmla="*/ 9200 h 11600"/>
                  <a:gd name="T60" fmla="*/ 7734 w 11600"/>
                  <a:gd name="T61" fmla="*/ 10693 h 11600"/>
                  <a:gd name="T62" fmla="*/ 9600 w 11600"/>
                  <a:gd name="T63" fmla="*/ 8666 h 11600"/>
                  <a:gd name="T64" fmla="*/ 7467 w 11600"/>
                  <a:gd name="T65" fmla="*/ 8666 h 11600"/>
                  <a:gd name="T66" fmla="*/ 7200 w 11600"/>
                  <a:gd name="T67" fmla="*/ 8933 h 11600"/>
                  <a:gd name="T68" fmla="*/ 7200 w 11600"/>
                  <a:gd name="T69" fmla="*/ 11066 h 11600"/>
                  <a:gd name="T70" fmla="*/ 534 w 11600"/>
                  <a:gd name="T71" fmla="*/ 11066 h 11600"/>
                  <a:gd name="T72" fmla="*/ 534 w 11600"/>
                  <a:gd name="T73" fmla="*/ 2000 h 11600"/>
                  <a:gd name="T74" fmla="*/ 7707 w 11600"/>
                  <a:gd name="T75" fmla="*/ 2000 h 11600"/>
                  <a:gd name="T76" fmla="*/ 6107 w 11600"/>
                  <a:gd name="T77" fmla="*/ 3600 h 11600"/>
                  <a:gd name="T78" fmla="*/ 1600 w 11600"/>
                  <a:gd name="T79" fmla="*/ 3600 h 11600"/>
                  <a:gd name="T80" fmla="*/ 1600 w 11600"/>
                  <a:gd name="T81" fmla="*/ 4133 h 11600"/>
                  <a:gd name="T82" fmla="*/ 5574 w 11600"/>
                  <a:gd name="T83" fmla="*/ 4133 h 11600"/>
                  <a:gd name="T84" fmla="*/ 3974 w 11600"/>
                  <a:gd name="T85" fmla="*/ 5733 h 11600"/>
                  <a:gd name="T86" fmla="*/ 1600 w 11600"/>
                  <a:gd name="T87" fmla="*/ 5733 h 11600"/>
                  <a:gd name="T88" fmla="*/ 1600 w 11600"/>
                  <a:gd name="T89" fmla="*/ 6266 h 11600"/>
                  <a:gd name="T90" fmla="*/ 3440 w 11600"/>
                  <a:gd name="T91" fmla="*/ 6266 h 11600"/>
                  <a:gd name="T92" fmla="*/ 3040 w 11600"/>
                  <a:gd name="T93" fmla="*/ 6666 h 11600"/>
                  <a:gd name="T94" fmla="*/ 2267 w 11600"/>
                  <a:gd name="T95" fmla="*/ 9333 h 11600"/>
                  <a:gd name="T96" fmla="*/ 4934 w 11600"/>
                  <a:gd name="T97" fmla="*/ 8560 h 11600"/>
                  <a:gd name="T98" fmla="*/ 7227 w 11600"/>
                  <a:gd name="T99" fmla="*/ 6266 h 11600"/>
                  <a:gd name="T100" fmla="*/ 8534 w 11600"/>
                  <a:gd name="T101" fmla="*/ 6266 h 11600"/>
                  <a:gd name="T102" fmla="*/ 8534 w 11600"/>
                  <a:gd name="T103" fmla="*/ 5733 h 11600"/>
                  <a:gd name="T104" fmla="*/ 7760 w 11600"/>
                  <a:gd name="T105" fmla="*/ 5733 h 11600"/>
                  <a:gd name="T106" fmla="*/ 9600 w 11600"/>
                  <a:gd name="T107" fmla="*/ 3893 h 11600"/>
                  <a:gd name="T108" fmla="*/ 9600 w 11600"/>
                  <a:gd name="T109" fmla="*/ 8666 h 1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600" h="11600">
                    <a:moveTo>
                      <a:pt x="11600" y="1893"/>
                    </a:moveTo>
                    <a:lnTo>
                      <a:pt x="9707" y="0"/>
                    </a:lnTo>
                    <a:lnTo>
                      <a:pt x="8240" y="1466"/>
                    </a:lnTo>
                    <a:lnTo>
                      <a:pt x="267" y="1466"/>
                    </a:lnTo>
                    <a:cubicBezTo>
                      <a:pt x="107" y="1466"/>
                      <a:pt x="0" y="1573"/>
                      <a:pt x="0" y="1733"/>
                    </a:cubicBezTo>
                    <a:lnTo>
                      <a:pt x="0" y="11333"/>
                    </a:lnTo>
                    <a:cubicBezTo>
                      <a:pt x="0" y="11493"/>
                      <a:pt x="107" y="11600"/>
                      <a:pt x="267" y="11600"/>
                    </a:cubicBezTo>
                    <a:lnTo>
                      <a:pt x="7467" y="11600"/>
                    </a:lnTo>
                    <a:cubicBezTo>
                      <a:pt x="7547" y="11600"/>
                      <a:pt x="7600" y="11573"/>
                      <a:pt x="7654" y="11520"/>
                    </a:cubicBezTo>
                    <a:lnTo>
                      <a:pt x="10054" y="9120"/>
                    </a:lnTo>
                    <a:cubicBezTo>
                      <a:pt x="10107" y="9066"/>
                      <a:pt x="10134" y="9013"/>
                      <a:pt x="10134" y="8933"/>
                    </a:cubicBezTo>
                    <a:lnTo>
                      <a:pt x="10134" y="3360"/>
                    </a:lnTo>
                    <a:lnTo>
                      <a:pt x="11600" y="1893"/>
                    </a:lnTo>
                    <a:close/>
                    <a:moveTo>
                      <a:pt x="4987" y="7760"/>
                    </a:moveTo>
                    <a:lnTo>
                      <a:pt x="3760" y="6693"/>
                    </a:lnTo>
                    <a:lnTo>
                      <a:pt x="8747" y="1706"/>
                    </a:lnTo>
                    <a:lnTo>
                      <a:pt x="9894" y="2853"/>
                    </a:lnTo>
                    <a:lnTo>
                      <a:pt x="4987" y="7760"/>
                    </a:lnTo>
                    <a:close/>
                    <a:moveTo>
                      <a:pt x="3440" y="7146"/>
                    </a:moveTo>
                    <a:lnTo>
                      <a:pt x="4560" y="8106"/>
                    </a:lnTo>
                    <a:lnTo>
                      <a:pt x="3040" y="8533"/>
                    </a:lnTo>
                    <a:lnTo>
                      <a:pt x="3440" y="7146"/>
                    </a:lnTo>
                    <a:close/>
                    <a:moveTo>
                      <a:pt x="10854" y="1893"/>
                    </a:moveTo>
                    <a:lnTo>
                      <a:pt x="10267" y="2480"/>
                    </a:lnTo>
                    <a:lnTo>
                      <a:pt x="9120" y="1333"/>
                    </a:lnTo>
                    <a:lnTo>
                      <a:pt x="9707" y="746"/>
                    </a:lnTo>
                    <a:lnTo>
                      <a:pt x="10854" y="1893"/>
                    </a:lnTo>
                    <a:close/>
                    <a:moveTo>
                      <a:pt x="7734" y="10693"/>
                    </a:moveTo>
                    <a:lnTo>
                      <a:pt x="7734" y="9200"/>
                    </a:lnTo>
                    <a:lnTo>
                      <a:pt x="9227" y="9200"/>
                    </a:lnTo>
                    <a:lnTo>
                      <a:pt x="7734" y="10693"/>
                    </a:lnTo>
                    <a:close/>
                    <a:moveTo>
                      <a:pt x="9600" y="8666"/>
                    </a:moveTo>
                    <a:lnTo>
                      <a:pt x="7467" y="8666"/>
                    </a:lnTo>
                    <a:cubicBezTo>
                      <a:pt x="7307" y="8666"/>
                      <a:pt x="7200" y="8773"/>
                      <a:pt x="7200" y="8933"/>
                    </a:cubicBezTo>
                    <a:lnTo>
                      <a:pt x="7200" y="11066"/>
                    </a:lnTo>
                    <a:lnTo>
                      <a:pt x="534" y="11066"/>
                    </a:lnTo>
                    <a:lnTo>
                      <a:pt x="534" y="2000"/>
                    </a:lnTo>
                    <a:lnTo>
                      <a:pt x="7707" y="2000"/>
                    </a:lnTo>
                    <a:lnTo>
                      <a:pt x="6107" y="3600"/>
                    </a:lnTo>
                    <a:lnTo>
                      <a:pt x="1600" y="3600"/>
                    </a:lnTo>
                    <a:lnTo>
                      <a:pt x="1600" y="4133"/>
                    </a:lnTo>
                    <a:lnTo>
                      <a:pt x="5574" y="4133"/>
                    </a:lnTo>
                    <a:lnTo>
                      <a:pt x="3974" y="5733"/>
                    </a:lnTo>
                    <a:lnTo>
                      <a:pt x="1600" y="5733"/>
                    </a:lnTo>
                    <a:lnTo>
                      <a:pt x="1600" y="6266"/>
                    </a:lnTo>
                    <a:lnTo>
                      <a:pt x="3440" y="6266"/>
                    </a:lnTo>
                    <a:lnTo>
                      <a:pt x="3040" y="6666"/>
                    </a:lnTo>
                    <a:lnTo>
                      <a:pt x="2267" y="9333"/>
                    </a:lnTo>
                    <a:lnTo>
                      <a:pt x="4934" y="8560"/>
                    </a:lnTo>
                    <a:lnTo>
                      <a:pt x="7227" y="6266"/>
                    </a:lnTo>
                    <a:lnTo>
                      <a:pt x="8534" y="6266"/>
                    </a:lnTo>
                    <a:lnTo>
                      <a:pt x="8534" y="5733"/>
                    </a:lnTo>
                    <a:lnTo>
                      <a:pt x="7760" y="5733"/>
                    </a:lnTo>
                    <a:lnTo>
                      <a:pt x="9600" y="3893"/>
                    </a:lnTo>
                    <a:lnTo>
                      <a:pt x="9600" y="8666"/>
                    </a:lnTo>
                    <a:close/>
                  </a:path>
                </a:pathLst>
              </a:custGeom>
              <a:solidFill>
                <a:schemeClr val="bg1"/>
              </a:solidFill>
              <a:ln>
                <a:noFill/>
              </a:ln>
            </p:spPr>
          </p:sp>
          <p:grpSp>
            <p:nvGrpSpPr>
              <p:cNvPr id="69" name="组合 68"/>
              <p:cNvGrpSpPr/>
              <p:nvPr/>
            </p:nvGrpSpPr>
            <p:grpSpPr>
              <a:xfrm>
                <a:off x="4499537" y="2644225"/>
                <a:ext cx="1426422" cy="96988"/>
                <a:chOff x="4509983" y="2620812"/>
                <a:chExt cx="1426422" cy="96988"/>
              </a:xfrm>
            </p:grpSpPr>
            <p:grpSp>
              <p:nvGrpSpPr>
                <p:cNvPr id="70" name="组合 69"/>
                <p:cNvGrpSpPr/>
                <p:nvPr/>
              </p:nvGrpSpPr>
              <p:grpSpPr>
                <a:xfrm>
                  <a:off x="4509983" y="2620812"/>
                  <a:ext cx="679237" cy="96988"/>
                  <a:chOff x="2985983" y="4431324"/>
                  <a:chExt cx="1074663" cy="153450"/>
                </a:xfrm>
                <a:solidFill>
                  <a:schemeClr val="bg1"/>
                </a:solidFill>
              </p:grpSpPr>
              <p:sp>
                <p:nvSpPr>
                  <p:cNvPr id="77" name="椭圆 76"/>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8" name="椭圆 77"/>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9" name="椭圆 78"/>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0" name="椭圆 79"/>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1" name="椭圆 80"/>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71" name="组合 70"/>
                <p:cNvGrpSpPr/>
                <p:nvPr/>
              </p:nvGrpSpPr>
              <p:grpSpPr>
                <a:xfrm>
                  <a:off x="5257168" y="2620812"/>
                  <a:ext cx="679237" cy="96988"/>
                  <a:chOff x="2985983" y="4431324"/>
                  <a:chExt cx="1074663" cy="153450"/>
                </a:xfrm>
                <a:solidFill>
                  <a:schemeClr val="bg1"/>
                </a:solidFill>
              </p:grpSpPr>
              <p:sp>
                <p:nvSpPr>
                  <p:cNvPr id="72" name="椭圆 71"/>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3" name="椭圆 72"/>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4" name="椭圆 73"/>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5" name="椭圆 74"/>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6" name="椭圆 75"/>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grpSp>
        <p:grpSp>
          <p:nvGrpSpPr>
            <p:cNvPr id="166" name="组合 165"/>
            <p:cNvGrpSpPr/>
            <p:nvPr/>
          </p:nvGrpSpPr>
          <p:grpSpPr>
            <a:xfrm>
              <a:off x="4517769" y="1295236"/>
              <a:ext cx="3525520" cy="1869394"/>
              <a:chOff x="4216400" y="1305879"/>
              <a:chExt cx="3525520" cy="1869394"/>
            </a:xfrm>
          </p:grpSpPr>
          <p:grpSp>
            <p:nvGrpSpPr>
              <p:cNvPr id="63" name="组合 62"/>
              <p:cNvGrpSpPr/>
              <p:nvPr/>
            </p:nvGrpSpPr>
            <p:grpSpPr>
              <a:xfrm>
                <a:off x="4216400" y="1305879"/>
                <a:ext cx="3525520" cy="1869394"/>
                <a:chOff x="4216400" y="1305879"/>
                <a:chExt cx="3525520" cy="1869394"/>
              </a:xfrm>
            </p:grpSpPr>
            <p:grpSp>
              <p:nvGrpSpPr>
                <p:cNvPr id="32" name="组合 31"/>
                <p:cNvGrpSpPr/>
                <p:nvPr/>
              </p:nvGrpSpPr>
              <p:grpSpPr>
                <a:xfrm>
                  <a:off x="4216400" y="1305879"/>
                  <a:ext cx="3525520" cy="1869394"/>
                  <a:chOff x="322993" y="3182800"/>
                  <a:chExt cx="3433928" cy="2173513"/>
                </a:xfrm>
              </p:grpSpPr>
              <p:sp>
                <p:nvSpPr>
                  <p:cNvPr id="31" name="ï$ľïḍê"/>
                  <p:cNvSpPr/>
                  <p:nvPr/>
                </p:nvSpPr>
                <p:spPr>
                  <a:xfrm>
                    <a:off x="475393" y="3335200"/>
                    <a:ext cx="3281528" cy="2021113"/>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ï$ľïḍê"/>
                  <p:cNvSpPr/>
                  <p:nvPr/>
                </p:nvSpPr>
                <p:spPr>
                  <a:xfrm>
                    <a:off x="322993" y="3182800"/>
                    <a:ext cx="3281528" cy="2021113"/>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4375843" y="1459863"/>
                  <a:ext cx="190722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en-US" altLang="zh-CN" sz="2400" dirty="0">
                      <a:solidFill>
                        <a:schemeClr val="bg1"/>
                      </a:solidFill>
                    </a:rPr>
                    <a:t>1. </a:t>
                  </a:r>
                  <a:r>
                    <a:rPr lang="zh-CN" altLang="en-US" sz="2400" dirty="0">
                      <a:solidFill>
                        <a:schemeClr val="bg1"/>
                      </a:solidFill>
                    </a:rPr>
                    <a:t>研究背景</a:t>
                  </a:r>
                  <a:endParaRPr lang="zh-CN" altLang="en-US" sz="2400" dirty="0">
                    <a:solidFill>
                      <a:schemeClr val="bg1"/>
                    </a:solidFill>
                  </a:endParaRPr>
                </a:p>
              </p:txBody>
            </p:sp>
            <p:sp>
              <p:nvSpPr>
                <p:cNvPr id="9" name="文本框 8"/>
                <p:cNvSpPr txBox="1"/>
                <p:nvPr/>
              </p:nvSpPr>
              <p:spPr>
                <a:xfrm>
                  <a:off x="4375843" y="1878483"/>
                  <a:ext cx="3166610" cy="523220"/>
                </a:xfrm>
                <a:prstGeom prst="rect">
                  <a:avLst/>
                </a:prstGeom>
                <a:noFill/>
              </p:spPr>
              <p:txBody>
                <a:bodyPr wrap="square" rtlCol="0">
                  <a:spAutoFit/>
                </a:bodyPr>
                <a:lstStyle/>
                <a:p>
                  <a:r>
                    <a:rPr lang="en-US" altLang="zh-CN" sz="14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bg1"/>
                    </a:solidFill>
                    <a:latin typeface="字魂58号-创中黑" panose="02000503000000000000" pitchFamily="2" charset="-122"/>
                    <a:ea typeface="字魂58号-创中黑" panose="02000503000000000000" pitchFamily="2" charset="-122"/>
                  </a:endParaRPr>
                </a:p>
              </p:txBody>
            </p:sp>
            <p:grpSp>
              <p:nvGrpSpPr>
                <p:cNvPr id="59" name="组合 58"/>
                <p:cNvGrpSpPr/>
                <p:nvPr/>
              </p:nvGrpSpPr>
              <p:grpSpPr>
                <a:xfrm>
                  <a:off x="4499537" y="2644225"/>
                  <a:ext cx="1426422" cy="96988"/>
                  <a:chOff x="4509983" y="2620812"/>
                  <a:chExt cx="1426422" cy="96988"/>
                </a:xfrm>
              </p:grpSpPr>
              <p:grpSp>
                <p:nvGrpSpPr>
                  <p:cNvPr id="52" name="组合 51"/>
                  <p:cNvGrpSpPr/>
                  <p:nvPr/>
                </p:nvGrpSpPr>
                <p:grpSpPr>
                  <a:xfrm>
                    <a:off x="4509983" y="2620812"/>
                    <a:ext cx="679237" cy="96988"/>
                    <a:chOff x="2985983" y="4431324"/>
                    <a:chExt cx="1074663" cy="153450"/>
                  </a:xfrm>
                  <a:solidFill>
                    <a:schemeClr val="bg1"/>
                  </a:solidFill>
                </p:grpSpPr>
                <p:sp>
                  <p:nvSpPr>
                    <p:cNvPr id="43" name="椭圆 42"/>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椭圆 44"/>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7" name="椭圆 46"/>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9" name="椭圆 48"/>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1" name="椭圆 50"/>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53" name="组合 52"/>
                  <p:cNvGrpSpPr/>
                  <p:nvPr/>
                </p:nvGrpSpPr>
                <p:grpSpPr>
                  <a:xfrm>
                    <a:off x="5257168" y="2620812"/>
                    <a:ext cx="679237" cy="96988"/>
                    <a:chOff x="2985983" y="4431324"/>
                    <a:chExt cx="1074663" cy="153450"/>
                  </a:xfrm>
                  <a:solidFill>
                    <a:schemeClr val="bg1"/>
                  </a:solidFill>
                </p:grpSpPr>
                <p:sp>
                  <p:nvSpPr>
                    <p:cNvPr id="54" name="椭圆 53"/>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5" name="椭圆 54"/>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6" name="椭圆 55"/>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7" name="椭圆 56"/>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8" name="椭圆 57"/>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grpSp>
          <p:sp>
            <p:nvSpPr>
              <p:cNvPr id="11" name="iconfont-11206-4016502"/>
              <p:cNvSpPr>
                <a:spLocks noChangeAspect="1"/>
              </p:cNvSpPr>
              <p:nvPr/>
            </p:nvSpPr>
            <p:spPr bwMode="auto">
              <a:xfrm>
                <a:off x="6988245" y="2505073"/>
                <a:ext cx="310015" cy="392681"/>
              </a:xfrm>
              <a:custGeom>
                <a:avLst/>
                <a:gdLst>
                  <a:gd name="connsiteX0" fmla="*/ 76244 w 457214"/>
                  <a:gd name="connsiteY0" fmla="*/ 487668 h 579131"/>
                  <a:gd name="connsiteX1" fmla="*/ 380970 w 457214"/>
                  <a:gd name="connsiteY1" fmla="*/ 487668 h 579131"/>
                  <a:gd name="connsiteX2" fmla="*/ 396206 w 457214"/>
                  <a:gd name="connsiteY2" fmla="*/ 502895 h 579131"/>
                  <a:gd name="connsiteX3" fmla="*/ 380970 w 457214"/>
                  <a:gd name="connsiteY3" fmla="*/ 518122 h 579131"/>
                  <a:gd name="connsiteX4" fmla="*/ 76244 w 457214"/>
                  <a:gd name="connsiteY4" fmla="*/ 518122 h 579131"/>
                  <a:gd name="connsiteX5" fmla="*/ 61008 w 457214"/>
                  <a:gd name="connsiteY5" fmla="*/ 502895 h 579131"/>
                  <a:gd name="connsiteX6" fmla="*/ 76244 w 457214"/>
                  <a:gd name="connsiteY6" fmla="*/ 487668 h 579131"/>
                  <a:gd name="connsiteX7" fmla="*/ 45721 w 457214"/>
                  <a:gd name="connsiteY7" fmla="*/ 30481 h 579131"/>
                  <a:gd name="connsiteX8" fmla="*/ 30481 w 457214"/>
                  <a:gd name="connsiteY8" fmla="*/ 45721 h 579131"/>
                  <a:gd name="connsiteX9" fmla="*/ 30481 w 457214"/>
                  <a:gd name="connsiteY9" fmla="*/ 442016 h 579131"/>
                  <a:gd name="connsiteX10" fmla="*/ 76202 w 457214"/>
                  <a:gd name="connsiteY10" fmla="*/ 426728 h 579131"/>
                  <a:gd name="connsiteX11" fmla="*/ 350531 w 457214"/>
                  <a:gd name="connsiteY11" fmla="*/ 426728 h 579131"/>
                  <a:gd name="connsiteX12" fmla="*/ 365771 w 457214"/>
                  <a:gd name="connsiteY12" fmla="*/ 411488 h 579131"/>
                  <a:gd name="connsiteX13" fmla="*/ 365771 w 457214"/>
                  <a:gd name="connsiteY13" fmla="*/ 45721 h 579131"/>
                  <a:gd name="connsiteX14" fmla="*/ 350531 w 457214"/>
                  <a:gd name="connsiteY14" fmla="*/ 30481 h 579131"/>
                  <a:gd name="connsiteX15" fmla="*/ 45721 w 457214"/>
                  <a:gd name="connsiteY15" fmla="*/ 0 h 579131"/>
                  <a:gd name="connsiteX16" fmla="*/ 350531 w 457214"/>
                  <a:gd name="connsiteY16" fmla="*/ 0 h 579131"/>
                  <a:gd name="connsiteX17" fmla="*/ 396252 w 457214"/>
                  <a:gd name="connsiteY17" fmla="*/ 45721 h 579131"/>
                  <a:gd name="connsiteX18" fmla="*/ 396252 w 457214"/>
                  <a:gd name="connsiteY18" fmla="*/ 411488 h 579131"/>
                  <a:gd name="connsiteX19" fmla="*/ 350531 w 457214"/>
                  <a:gd name="connsiteY19" fmla="*/ 457209 h 579131"/>
                  <a:gd name="connsiteX20" fmla="*/ 76202 w 457214"/>
                  <a:gd name="connsiteY20" fmla="*/ 457209 h 579131"/>
                  <a:gd name="connsiteX21" fmla="*/ 30481 w 457214"/>
                  <a:gd name="connsiteY21" fmla="*/ 502930 h 579131"/>
                  <a:gd name="connsiteX22" fmla="*/ 76202 w 457214"/>
                  <a:gd name="connsiteY22" fmla="*/ 548651 h 579131"/>
                  <a:gd name="connsiteX23" fmla="*/ 411493 w 457214"/>
                  <a:gd name="connsiteY23" fmla="*/ 548651 h 579131"/>
                  <a:gd name="connsiteX24" fmla="*/ 426733 w 457214"/>
                  <a:gd name="connsiteY24" fmla="*/ 533410 h 579131"/>
                  <a:gd name="connsiteX25" fmla="*/ 426733 w 457214"/>
                  <a:gd name="connsiteY25" fmla="*/ 76202 h 579131"/>
                  <a:gd name="connsiteX26" fmla="*/ 441974 w 457214"/>
                  <a:gd name="connsiteY26" fmla="*/ 60961 h 579131"/>
                  <a:gd name="connsiteX27" fmla="*/ 457214 w 457214"/>
                  <a:gd name="connsiteY27" fmla="*/ 76202 h 579131"/>
                  <a:gd name="connsiteX28" fmla="*/ 457214 w 457214"/>
                  <a:gd name="connsiteY28" fmla="*/ 533410 h 579131"/>
                  <a:gd name="connsiteX29" fmla="*/ 411493 w 457214"/>
                  <a:gd name="connsiteY29" fmla="*/ 579131 h 579131"/>
                  <a:gd name="connsiteX30" fmla="*/ 76202 w 457214"/>
                  <a:gd name="connsiteY30" fmla="*/ 579131 h 579131"/>
                  <a:gd name="connsiteX31" fmla="*/ 0 w 457214"/>
                  <a:gd name="connsiteY31" fmla="*/ 502930 h 579131"/>
                  <a:gd name="connsiteX32" fmla="*/ 0 w 457214"/>
                  <a:gd name="connsiteY32" fmla="*/ 45721 h 579131"/>
                  <a:gd name="connsiteX33" fmla="*/ 45721 w 457214"/>
                  <a:gd name="connsiteY33" fmla="*/ 0 h 57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7214" h="579131">
                    <a:moveTo>
                      <a:pt x="76244" y="487668"/>
                    </a:moveTo>
                    <a:lnTo>
                      <a:pt x="380970" y="487668"/>
                    </a:lnTo>
                    <a:cubicBezTo>
                      <a:pt x="389397" y="487668"/>
                      <a:pt x="396206" y="494473"/>
                      <a:pt x="396206" y="502895"/>
                    </a:cubicBezTo>
                    <a:cubicBezTo>
                      <a:pt x="396206" y="511318"/>
                      <a:pt x="389397" y="518122"/>
                      <a:pt x="380970" y="518122"/>
                    </a:cubicBezTo>
                    <a:lnTo>
                      <a:pt x="76244" y="518122"/>
                    </a:lnTo>
                    <a:cubicBezTo>
                      <a:pt x="67817" y="518122"/>
                      <a:pt x="61008" y="511318"/>
                      <a:pt x="61008" y="502895"/>
                    </a:cubicBezTo>
                    <a:cubicBezTo>
                      <a:pt x="61008" y="494473"/>
                      <a:pt x="67817" y="487668"/>
                      <a:pt x="76244" y="487668"/>
                    </a:cubicBezTo>
                    <a:close/>
                    <a:moveTo>
                      <a:pt x="45721" y="30481"/>
                    </a:moveTo>
                    <a:cubicBezTo>
                      <a:pt x="37292" y="30481"/>
                      <a:pt x="30481" y="37291"/>
                      <a:pt x="30481" y="45721"/>
                    </a:cubicBezTo>
                    <a:lnTo>
                      <a:pt x="30481" y="442016"/>
                    </a:lnTo>
                    <a:cubicBezTo>
                      <a:pt x="43245" y="432443"/>
                      <a:pt x="59057" y="426728"/>
                      <a:pt x="76202" y="426728"/>
                    </a:cubicBezTo>
                    <a:lnTo>
                      <a:pt x="350531" y="426728"/>
                    </a:lnTo>
                    <a:cubicBezTo>
                      <a:pt x="358961" y="426728"/>
                      <a:pt x="365771" y="419918"/>
                      <a:pt x="365771" y="411488"/>
                    </a:cubicBezTo>
                    <a:lnTo>
                      <a:pt x="365771" y="45721"/>
                    </a:lnTo>
                    <a:cubicBezTo>
                      <a:pt x="365771" y="37291"/>
                      <a:pt x="358961" y="30481"/>
                      <a:pt x="350531" y="30481"/>
                    </a:cubicBezTo>
                    <a:close/>
                    <a:moveTo>
                      <a:pt x="45721" y="0"/>
                    </a:moveTo>
                    <a:lnTo>
                      <a:pt x="350531" y="0"/>
                    </a:lnTo>
                    <a:cubicBezTo>
                      <a:pt x="375725" y="0"/>
                      <a:pt x="396252" y="20527"/>
                      <a:pt x="396252" y="45721"/>
                    </a:cubicBezTo>
                    <a:lnTo>
                      <a:pt x="396252" y="411488"/>
                    </a:lnTo>
                    <a:cubicBezTo>
                      <a:pt x="396252" y="436682"/>
                      <a:pt x="375725" y="457209"/>
                      <a:pt x="350531" y="457209"/>
                    </a:cubicBezTo>
                    <a:lnTo>
                      <a:pt x="76202" y="457209"/>
                    </a:lnTo>
                    <a:cubicBezTo>
                      <a:pt x="51008" y="457209"/>
                      <a:pt x="30481" y="477736"/>
                      <a:pt x="30481" y="502930"/>
                    </a:cubicBezTo>
                    <a:cubicBezTo>
                      <a:pt x="30481" y="528124"/>
                      <a:pt x="51008" y="548651"/>
                      <a:pt x="76202" y="548651"/>
                    </a:cubicBezTo>
                    <a:lnTo>
                      <a:pt x="411493" y="548651"/>
                    </a:lnTo>
                    <a:cubicBezTo>
                      <a:pt x="419922" y="548651"/>
                      <a:pt x="426733" y="541840"/>
                      <a:pt x="426733" y="533410"/>
                    </a:cubicBezTo>
                    <a:lnTo>
                      <a:pt x="426733" y="76202"/>
                    </a:lnTo>
                    <a:cubicBezTo>
                      <a:pt x="426733" y="67772"/>
                      <a:pt x="433544" y="60961"/>
                      <a:pt x="441974" y="60961"/>
                    </a:cubicBezTo>
                    <a:cubicBezTo>
                      <a:pt x="450403" y="60961"/>
                      <a:pt x="457214" y="67772"/>
                      <a:pt x="457214" y="76202"/>
                    </a:cubicBezTo>
                    <a:lnTo>
                      <a:pt x="457214" y="533410"/>
                    </a:lnTo>
                    <a:cubicBezTo>
                      <a:pt x="457214" y="558604"/>
                      <a:pt x="436687" y="579131"/>
                      <a:pt x="411493" y="579131"/>
                    </a:cubicBezTo>
                    <a:lnTo>
                      <a:pt x="76202" y="579131"/>
                    </a:lnTo>
                    <a:cubicBezTo>
                      <a:pt x="34196" y="579131"/>
                      <a:pt x="0" y="544936"/>
                      <a:pt x="0" y="502930"/>
                    </a:cubicBezTo>
                    <a:lnTo>
                      <a:pt x="0" y="45721"/>
                    </a:lnTo>
                    <a:cubicBezTo>
                      <a:pt x="0" y="20527"/>
                      <a:pt x="20527" y="0"/>
                      <a:pt x="45721" y="0"/>
                    </a:cubicBezTo>
                    <a:close/>
                  </a:path>
                </a:pathLst>
              </a:custGeom>
              <a:solidFill>
                <a:schemeClr val="bg1"/>
              </a:solidFill>
              <a:ln>
                <a:noFill/>
              </a:ln>
            </p:spPr>
            <p:txBody>
              <a:bodyPr/>
              <a:lstStyle/>
              <a:p>
                <a:endParaRPr lang="zh-CN" altLang="en-US">
                  <a:solidFill>
                    <a:schemeClr val="tx2">
                      <a:lumMod val="50000"/>
                    </a:schemeClr>
                  </a:solidFill>
                </a:endParaRPr>
              </a:p>
            </p:txBody>
          </p:sp>
        </p:grpSp>
        <p:grpSp>
          <p:nvGrpSpPr>
            <p:cNvPr id="167" name="组合 166"/>
            <p:cNvGrpSpPr/>
            <p:nvPr/>
          </p:nvGrpSpPr>
          <p:grpSpPr>
            <a:xfrm>
              <a:off x="4517769" y="3557922"/>
              <a:ext cx="3525520" cy="1869394"/>
              <a:chOff x="8138957" y="3417795"/>
              <a:chExt cx="3525520" cy="1869394"/>
            </a:xfrm>
          </p:grpSpPr>
          <p:grpSp>
            <p:nvGrpSpPr>
              <p:cNvPr id="84" name="组合 83"/>
              <p:cNvGrpSpPr/>
              <p:nvPr/>
            </p:nvGrpSpPr>
            <p:grpSpPr>
              <a:xfrm>
                <a:off x="8138957" y="3417795"/>
                <a:ext cx="3525520" cy="1869394"/>
                <a:chOff x="4216400" y="1305879"/>
                <a:chExt cx="3525520" cy="1869394"/>
              </a:xfrm>
            </p:grpSpPr>
            <p:grpSp>
              <p:nvGrpSpPr>
                <p:cNvPr id="85" name="组合 84"/>
                <p:cNvGrpSpPr/>
                <p:nvPr/>
              </p:nvGrpSpPr>
              <p:grpSpPr>
                <a:xfrm>
                  <a:off x="4216400" y="1305879"/>
                  <a:ext cx="3525520" cy="1869394"/>
                  <a:chOff x="322993" y="3182800"/>
                  <a:chExt cx="3433928" cy="2173513"/>
                </a:xfrm>
              </p:grpSpPr>
              <p:sp>
                <p:nvSpPr>
                  <p:cNvPr id="102" name="ï$ľïḍê"/>
                  <p:cNvSpPr/>
                  <p:nvPr/>
                </p:nvSpPr>
                <p:spPr>
                  <a:xfrm>
                    <a:off x="475393" y="3335200"/>
                    <a:ext cx="3281528" cy="2021113"/>
                  </a:xfrm>
                  <a:prstGeom prst="rect">
                    <a:avLst/>
                  </a:prstGeom>
                  <a:solidFill>
                    <a:schemeClr val="accent4">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ï$ľïḍê"/>
                  <p:cNvSpPr/>
                  <p:nvPr/>
                </p:nvSpPr>
                <p:spPr>
                  <a:xfrm>
                    <a:off x="322993" y="3182800"/>
                    <a:ext cx="3281528" cy="2021113"/>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6" name="文本框 85"/>
                <p:cNvSpPr txBox="1"/>
                <p:nvPr/>
              </p:nvSpPr>
              <p:spPr>
                <a:xfrm>
                  <a:off x="4375843" y="1459863"/>
                  <a:ext cx="190722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en-US" altLang="zh-CN" sz="2400" dirty="0">
                      <a:solidFill>
                        <a:schemeClr val="bg1"/>
                      </a:solidFill>
                    </a:rPr>
                    <a:t>3. </a:t>
                  </a:r>
                  <a:r>
                    <a:rPr lang="zh-CN" altLang="en-US" sz="2400" dirty="0">
                      <a:solidFill>
                        <a:schemeClr val="bg1"/>
                      </a:solidFill>
                    </a:rPr>
                    <a:t>研究成果</a:t>
                  </a:r>
                  <a:endParaRPr lang="zh-CN" altLang="en-US" sz="2400" dirty="0">
                    <a:solidFill>
                      <a:schemeClr val="bg1"/>
                    </a:solidFill>
                  </a:endParaRPr>
                </a:p>
              </p:txBody>
            </p:sp>
            <p:sp>
              <p:nvSpPr>
                <p:cNvPr id="87" name="文本框 86"/>
                <p:cNvSpPr txBox="1"/>
                <p:nvPr/>
              </p:nvSpPr>
              <p:spPr>
                <a:xfrm>
                  <a:off x="4375843" y="1878483"/>
                  <a:ext cx="3166610" cy="523220"/>
                </a:xfrm>
                <a:prstGeom prst="rect">
                  <a:avLst/>
                </a:prstGeom>
                <a:noFill/>
              </p:spPr>
              <p:txBody>
                <a:bodyPr wrap="square" rtlCol="0">
                  <a:spAutoFit/>
                </a:bodyPr>
                <a:lstStyle/>
                <a:p>
                  <a:r>
                    <a:rPr lang="en-US" altLang="zh-CN" sz="14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bg1"/>
                    </a:solidFill>
                    <a:latin typeface="字魂58号-创中黑" panose="02000503000000000000" pitchFamily="2" charset="-122"/>
                    <a:ea typeface="字魂58号-创中黑" panose="02000503000000000000" pitchFamily="2" charset="-122"/>
                  </a:endParaRPr>
                </a:p>
              </p:txBody>
            </p:sp>
            <p:grpSp>
              <p:nvGrpSpPr>
                <p:cNvPr id="89" name="组合 88"/>
                <p:cNvGrpSpPr/>
                <p:nvPr/>
              </p:nvGrpSpPr>
              <p:grpSpPr>
                <a:xfrm>
                  <a:off x="4499537" y="2644225"/>
                  <a:ext cx="1426422" cy="96988"/>
                  <a:chOff x="4509983" y="2620812"/>
                  <a:chExt cx="1426422" cy="96988"/>
                </a:xfrm>
              </p:grpSpPr>
              <p:grpSp>
                <p:nvGrpSpPr>
                  <p:cNvPr id="90" name="组合 89"/>
                  <p:cNvGrpSpPr/>
                  <p:nvPr/>
                </p:nvGrpSpPr>
                <p:grpSpPr>
                  <a:xfrm>
                    <a:off x="4509983" y="2620812"/>
                    <a:ext cx="679237" cy="96988"/>
                    <a:chOff x="2985983" y="4431324"/>
                    <a:chExt cx="1074663" cy="153450"/>
                  </a:xfrm>
                  <a:solidFill>
                    <a:schemeClr val="bg1"/>
                  </a:solidFill>
                </p:grpSpPr>
                <p:sp>
                  <p:nvSpPr>
                    <p:cNvPr id="97" name="椭圆 96"/>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8" name="椭圆 97"/>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9" name="椭圆 98"/>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0" name="椭圆 99"/>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1" name="椭圆 100"/>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91" name="组合 90"/>
                  <p:cNvGrpSpPr/>
                  <p:nvPr/>
                </p:nvGrpSpPr>
                <p:grpSpPr>
                  <a:xfrm>
                    <a:off x="5257168" y="2620812"/>
                    <a:ext cx="679237" cy="96988"/>
                    <a:chOff x="2985983" y="4431324"/>
                    <a:chExt cx="1074663" cy="153450"/>
                  </a:xfrm>
                  <a:solidFill>
                    <a:schemeClr val="bg1"/>
                  </a:solidFill>
                </p:grpSpPr>
                <p:sp>
                  <p:nvSpPr>
                    <p:cNvPr id="92" name="椭圆 91"/>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3" name="椭圆 92"/>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4" name="椭圆 93"/>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5" name="椭圆 94"/>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6" name="椭圆 95"/>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grpSp>
          <p:sp>
            <p:nvSpPr>
              <p:cNvPr id="144" name="iconfont-11119-5238528"/>
              <p:cNvSpPr>
                <a:spLocks noChangeAspect="1"/>
              </p:cNvSpPr>
              <p:nvPr/>
            </p:nvSpPr>
            <p:spPr bwMode="auto">
              <a:xfrm>
                <a:off x="10877814" y="4607465"/>
                <a:ext cx="349384" cy="384768"/>
              </a:xfrm>
              <a:custGeom>
                <a:avLst/>
                <a:gdLst>
                  <a:gd name="T0" fmla="*/ 5818 w 11622"/>
                  <a:gd name="T1" fmla="*/ 3032 h 12799"/>
                  <a:gd name="T2" fmla="*/ 8635 w 11622"/>
                  <a:gd name="T3" fmla="*/ 5849 h 12799"/>
                  <a:gd name="T4" fmla="*/ 5818 w 11622"/>
                  <a:gd name="T5" fmla="*/ 8666 h 12799"/>
                  <a:gd name="T6" fmla="*/ 3001 w 11622"/>
                  <a:gd name="T7" fmla="*/ 5849 h 12799"/>
                  <a:gd name="T8" fmla="*/ 5818 w 11622"/>
                  <a:gd name="T9" fmla="*/ 3032 h 12799"/>
                  <a:gd name="T10" fmla="*/ 5818 w 11622"/>
                  <a:gd name="T11" fmla="*/ 2327 h 12799"/>
                  <a:gd name="T12" fmla="*/ 2297 w 11622"/>
                  <a:gd name="T13" fmla="*/ 5849 h 12799"/>
                  <a:gd name="T14" fmla="*/ 5819 w 11622"/>
                  <a:gd name="T15" fmla="*/ 9371 h 12799"/>
                  <a:gd name="T16" fmla="*/ 9341 w 11622"/>
                  <a:gd name="T17" fmla="*/ 5849 h 12799"/>
                  <a:gd name="T18" fmla="*/ 5818 w 11622"/>
                  <a:gd name="T19" fmla="*/ 2327 h 12799"/>
                  <a:gd name="T20" fmla="*/ 3406 w 11622"/>
                  <a:gd name="T21" fmla="*/ 10432 h 12799"/>
                  <a:gd name="T22" fmla="*/ 8230 w 11622"/>
                  <a:gd name="T23" fmla="*/ 10432 h 12799"/>
                  <a:gd name="T24" fmla="*/ 8230 w 11622"/>
                  <a:gd name="T25" fmla="*/ 11137 h 12799"/>
                  <a:gd name="T26" fmla="*/ 3406 w 11622"/>
                  <a:gd name="T27" fmla="*/ 11137 h 12799"/>
                  <a:gd name="T28" fmla="*/ 3406 w 11622"/>
                  <a:gd name="T29" fmla="*/ 10432 h 12799"/>
                  <a:gd name="T30" fmla="*/ 4128 w 11622"/>
                  <a:gd name="T31" fmla="*/ 12094 h 12799"/>
                  <a:gd name="T32" fmla="*/ 7509 w 11622"/>
                  <a:gd name="T33" fmla="*/ 12094 h 12799"/>
                  <a:gd name="T34" fmla="*/ 7509 w 11622"/>
                  <a:gd name="T35" fmla="*/ 12799 h 12799"/>
                  <a:gd name="T36" fmla="*/ 4128 w 11622"/>
                  <a:gd name="T37" fmla="*/ 12799 h 12799"/>
                  <a:gd name="T38" fmla="*/ 4128 w 11622"/>
                  <a:gd name="T39" fmla="*/ 12094 h 12799"/>
                  <a:gd name="T40" fmla="*/ 5447 w 11622"/>
                  <a:gd name="T41" fmla="*/ 0 h 12799"/>
                  <a:gd name="T42" fmla="*/ 6151 w 11622"/>
                  <a:gd name="T43" fmla="*/ 0 h 12799"/>
                  <a:gd name="T44" fmla="*/ 6151 w 11622"/>
                  <a:gd name="T45" fmla="*/ 1407 h 12799"/>
                  <a:gd name="T46" fmla="*/ 5447 w 11622"/>
                  <a:gd name="T47" fmla="*/ 1407 h 12799"/>
                  <a:gd name="T48" fmla="*/ 5447 w 11622"/>
                  <a:gd name="T49" fmla="*/ 0 h 12799"/>
                  <a:gd name="T50" fmla="*/ 1444 w 11622"/>
                  <a:gd name="T51" fmla="*/ 1959 h 12799"/>
                  <a:gd name="T52" fmla="*/ 1943 w 11622"/>
                  <a:gd name="T53" fmla="*/ 1461 h 12799"/>
                  <a:gd name="T54" fmla="*/ 2938 w 11622"/>
                  <a:gd name="T55" fmla="*/ 2456 h 12799"/>
                  <a:gd name="T56" fmla="*/ 2439 w 11622"/>
                  <a:gd name="T57" fmla="*/ 2954 h 12799"/>
                  <a:gd name="T58" fmla="*/ 1444 w 11622"/>
                  <a:gd name="T59" fmla="*/ 1959 h 12799"/>
                  <a:gd name="T60" fmla="*/ 0 w 11622"/>
                  <a:gd name="T61" fmla="*/ 5470 h 12799"/>
                  <a:gd name="T62" fmla="*/ 1407 w 11622"/>
                  <a:gd name="T63" fmla="*/ 5470 h 12799"/>
                  <a:gd name="T64" fmla="*/ 1407 w 11622"/>
                  <a:gd name="T65" fmla="*/ 6175 h 12799"/>
                  <a:gd name="T66" fmla="*/ 0 w 11622"/>
                  <a:gd name="T67" fmla="*/ 6175 h 12799"/>
                  <a:gd name="T68" fmla="*/ 0 w 11622"/>
                  <a:gd name="T69" fmla="*/ 5470 h 12799"/>
                  <a:gd name="T70" fmla="*/ 10214 w 11622"/>
                  <a:gd name="T71" fmla="*/ 5448 h 12799"/>
                  <a:gd name="T72" fmla="*/ 11622 w 11622"/>
                  <a:gd name="T73" fmla="*/ 5448 h 12799"/>
                  <a:gd name="T74" fmla="*/ 11622 w 11622"/>
                  <a:gd name="T75" fmla="*/ 6153 h 12799"/>
                  <a:gd name="T76" fmla="*/ 10214 w 11622"/>
                  <a:gd name="T77" fmla="*/ 6153 h 12799"/>
                  <a:gd name="T78" fmla="*/ 10214 w 11622"/>
                  <a:gd name="T79" fmla="*/ 5448 h 12799"/>
                  <a:gd name="T80" fmla="*/ 8668 w 11622"/>
                  <a:gd name="T81" fmla="*/ 2440 h 12799"/>
                  <a:gd name="T82" fmla="*/ 9663 w 11622"/>
                  <a:gd name="T83" fmla="*/ 1445 h 12799"/>
                  <a:gd name="T84" fmla="*/ 10161 w 11622"/>
                  <a:gd name="T85" fmla="*/ 1944 h 12799"/>
                  <a:gd name="T86" fmla="*/ 9166 w 11622"/>
                  <a:gd name="T87" fmla="*/ 2939 h 12799"/>
                  <a:gd name="T88" fmla="*/ 8668 w 11622"/>
                  <a:gd name="T89" fmla="*/ 2440 h 12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622" h="12799">
                    <a:moveTo>
                      <a:pt x="5818" y="3032"/>
                    </a:moveTo>
                    <a:cubicBezTo>
                      <a:pt x="7371" y="3032"/>
                      <a:pt x="8635" y="4296"/>
                      <a:pt x="8635" y="5849"/>
                    </a:cubicBezTo>
                    <a:cubicBezTo>
                      <a:pt x="8635" y="7403"/>
                      <a:pt x="7371" y="8666"/>
                      <a:pt x="5818" y="8666"/>
                    </a:cubicBezTo>
                    <a:cubicBezTo>
                      <a:pt x="4264" y="8666"/>
                      <a:pt x="3001" y="7403"/>
                      <a:pt x="3001" y="5849"/>
                    </a:cubicBezTo>
                    <a:cubicBezTo>
                      <a:pt x="3001" y="4296"/>
                      <a:pt x="4264" y="3032"/>
                      <a:pt x="5818" y="3032"/>
                    </a:cubicBezTo>
                    <a:moveTo>
                      <a:pt x="5818" y="2327"/>
                    </a:moveTo>
                    <a:cubicBezTo>
                      <a:pt x="3873" y="2327"/>
                      <a:pt x="2297" y="3904"/>
                      <a:pt x="2297" y="5849"/>
                    </a:cubicBezTo>
                    <a:cubicBezTo>
                      <a:pt x="2297" y="7794"/>
                      <a:pt x="3874" y="9371"/>
                      <a:pt x="5819" y="9371"/>
                    </a:cubicBezTo>
                    <a:cubicBezTo>
                      <a:pt x="7764" y="9371"/>
                      <a:pt x="9341" y="7794"/>
                      <a:pt x="9341" y="5849"/>
                    </a:cubicBezTo>
                    <a:cubicBezTo>
                      <a:pt x="9340" y="3904"/>
                      <a:pt x="7764" y="2327"/>
                      <a:pt x="5818" y="2327"/>
                    </a:cubicBezTo>
                    <a:close/>
                    <a:moveTo>
                      <a:pt x="3406" y="10432"/>
                    </a:moveTo>
                    <a:lnTo>
                      <a:pt x="8230" y="10432"/>
                    </a:lnTo>
                    <a:lnTo>
                      <a:pt x="8230" y="11137"/>
                    </a:lnTo>
                    <a:lnTo>
                      <a:pt x="3406" y="11137"/>
                    </a:lnTo>
                    <a:lnTo>
                      <a:pt x="3406" y="10432"/>
                    </a:lnTo>
                    <a:close/>
                    <a:moveTo>
                      <a:pt x="4128" y="12094"/>
                    </a:moveTo>
                    <a:lnTo>
                      <a:pt x="7509" y="12094"/>
                    </a:lnTo>
                    <a:lnTo>
                      <a:pt x="7509" y="12799"/>
                    </a:lnTo>
                    <a:lnTo>
                      <a:pt x="4128" y="12799"/>
                    </a:lnTo>
                    <a:lnTo>
                      <a:pt x="4128" y="12094"/>
                    </a:lnTo>
                    <a:close/>
                    <a:moveTo>
                      <a:pt x="5447" y="0"/>
                    </a:moveTo>
                    <a:lnTo>
                      <a:pt x="6151" y="0"/>
                    </a:lnTo>
                    <a:lnTo>
                      <a:pt x="6151" y="1407"/>
                    </a:lnTo>
                    <a:lnTo>
                      <a:pt x="5447" y="1407"/>
                    </a:lnTo>
                    <a:lnTo>
                      <a:pt x="5447" y="0"/>
                    </a:lnTo>
                    <a:close/>
                    <a:moveTo>
                      <a:pt x="1444" y="1959"/>
                    </a:moveTo>
                    <a:lnTo>
                      <a:pt x="1943" y="1461"/>
                    </a:lnTo>
                    <a:lnTo>
                      <a:pt x="2938" y="2456"/>
                    </a:lnTo>
                    <a:lnTo>
                      <a:pt x="2439" y="2954"/>
                    </a:lnTo>
                    <a:lnTo>
                      <a:pt x="1444" y="1959"/>
                    </a:lnTo>
                    <a:close/>
                    <a:moveTo>
                      <a:pt x="0" y="5470"/>
                    </a:moveTo>
                    <a:lnTo>
                      <a:pt x="1407" y="5470"/>
                    </a:lnTo>
                    <a:lnTo>
                      <a:pt x="1407" y="6175"/>
                    </a:lnTo>
                    <a:lnTo>
                      <a:pt x="0" y="6175"/>
                    </a:lnTo>
                    <a:lnTo>
                      <a:pt x="0" y="5470"/>
                    </a:lnTo>
                    <a:close/>
                    <a:moveTo>
                      <a:pt x="10214" y="5448"/>
                    </a:moveTo>
                    <a:lnTo>
                      <a:pt x="11622" y="5448"/>
                    </a:lnTo>
                    <a:lnTo>
                      <a:pt x="11622" y="6153"/>
                    </a:lnTo>
                    <a:lnTo>
                      <a:pt x="10214" y="6153"/>
                    </a:lnTo>
                    <a:lnTo>
                      <a:pt x="10214" y="5448"/>
                    </a:lnTo>
                    <a:close/>
                    <a:moveTo>
                      <a:pt x="8668" y="2440"/>
                    </a:moveTo>
                    <a:lnTo>
                      <a:pt x="9663" y="1445"/>
                    </a:lnTo>
                    <a:lnTo>
                      <a:pt x="10161" y="1944"/>
                    </a:lnTo>
                    <a:lnTo>
                      <a:pt x="9166" y="2939"/>
                    </a:lnTo>
                    <a:lnTo>
                      <a:pt x="8668" y="2440"/>
                    </a:lnTo>
                    <a:close/>
                  </a:path>
                </a:pathLst>
              </a:custGeom>
              <a:solidFill>
                <a:schemeClr val="bg1"/>
              </a:solidFill>
              <a:ln>
                <a:noFill/>
              </a:ln>
            </p:spPr>
          </p:sp>
        </p:grpSp>
        <p:grpSp>
          <p:nvGrpSpPr>
            <p:cNvPr id="168" name="组合 167"/>
            <p:cNvGrpSpPr/>
            <p:nvPr/>
          </p:nvGrpSpPr>
          <p:grpSpPr>
            <a:xfrm>
              <a:off x="8388400" y="3561080"/>
              <a:ext cx="3525520" cy="1869394"/>
              <a:chOff x="8225654" y="1304222"/>
              <a:chExt cx="3525520" cy="1869394"/>
            </a:xfrm>
          </p:grpSpPr>
          <p:grpSp>
            <p:nvGrpSpPr>
              <p:cNvPr id="145" name="组合 144"/>
              <p:cNvGrpSpPr/>
              <p:nvPr/>
            </p:nvGrpSpPr>
            <p:grpSpPr>
              <a:xfrm>
                <a:off x="8225654" y="1304222"/>
                <a:ext cx="3525520" cy="1869394"/>
                <a:chOff x="4216400" y="1305879"/>
                <a:chExt cx="3525520" cy="1869394"/>
              </a:xfrm>
            </p:grpSpPr>
            <p:grpSp>
              <p:nvGrpSpPr>
                <p:cNvPr id="146" name="组合 145"/>
                <p:cNvGrpSpPr/>
                <p:nvPr/>
              </p:nvGrpSpPr>
              <p:grpSpPr>
                <a:xfrm>
                  <a:off x="4216400" y="1305879"/>
                  <a:ext cx="3525520" cy="1869394"/>
                  <a:chOff x="322993" y="3182800"/>
                  <a:chExt cx="3433928" cy="2173513"/>
                </a:xfrm>
              </p:grpSpPr>
              <p:sp>
                <p:nvSpPr>
                  <p:cNvPr id="162" name="ï$ľïḍê"/>
                  <p:cNvSpPr/>
                  <p:nvPr/>
                </p:nvSpPr>
                <p:spPr>
                  <a:xfrm>
                    <a:off x="475393" y="3335200"/>
                    <a:ext cx="3281528" cy="2021113"/>
                  </a:xfrm>
                  <a:prstGeom prst="rect">
                    <a:avLst/>
                  </a:pr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3" name="ï$ľïḍê"/>
                  <p:cNvSpPr/>
                  <p:nvPr/>
                </p:nvSpPr>
                <p:spPr>
                  <a:xfrm>
                    <a:off x="322993" y="3182800"/>
                    <a:ext cx="3281528" cy="2021113"/>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47" name="文本框 146"/>
                <p:cNvSpPr txBox="1"/>
                <p:nvPr/>
              </p:nvSpPr>
              <p:spPr>
                <a:xfrm>
                  <a:off x="4375843" y="1459863"/>
                  <a:ext cx="190722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en-US" altLang="zh-CN" sz="2400" dirty="0">
                      <a:solidFill>
                        <a:schemeClr val="bg1"/>
                      </a:solidFill>
                    </a:rPr>
                    <a:t>4. </a:t>
                  </a:r>
                  <a:r>
                    <a:rPr lang="zh-CN" altLang="en-US" sz="2400" dirty="0">
                      <a:solidFill>
                        <a:schemeClr val="bg1"/>
                      </a:solidFill>
                    </a:rPr>
                    <a:t>研究总结</a:t>
                  </a:r>
                  <a:endParaRPr lang="zh-CN" altLang="en-US" sz="2400" dirty="0">
                    <a:solidFill>
                      <a:schemeClr val="bg1"/>
                    </a:solidFill>
                  </a:endParaRPr>
                </a:p>
              </p:txBody>
            </p:sp>
            <p:sp>
              <p:nvSpPr>
                <p:cNvPr id="148" name="文本框 147"/>
                <p:cNvSpPr txBox="1"/>
                <p:nvPr/>
              </p:nvSpPr>
              <p:spPr>
                <a:xfrm>
                  <a:off x="4375843" y="1878483"/>
                  <a:ext cx="3166610" cy="523220"/>
                </a:xfrm>
                <a:prstGeom prst="rect">
                  <a:avLst/>
                </a:prstGeom>
                <a:noFill/>
              </p:spPr>
              <p:txBody>
                <a:bodyPr wrap="square" rtlCol="0">
                  <a:spAutoFit/>
                </a:bodyPr>
                <a:lstStyle/>
                <a:p>
                  <a:r>
                    <a:rPr lang="en-US" altLang="zh-CN" sz="14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bg1"/>
                    </a:solidFill>
                    <a:latin typeface="字魂58号-创中黑" panose="02000503000000000000" pitchFamily="2" charset="-122"/>
                    <a:ea typeface="字魂58号-创中黑" panose="02000503000000000000" pitchFamily="2" charset="-122"/>
                  </a:endParaRPr>
                </a:p>
              </p:txBody>
            </p:sp>
            <p:grpSp>
              <p:nvGrpSpPr>
                <p:cNvPr id="149" name="组合 148"/>
                <p:cNvGrpSpPr/>
                <p:nvPr/>
              </p:nvGrpSpPr>
              <p:grpSpPr>
                <a:xfrm>
                  <a:off x="4499537" y="2644225"/>
                  <a:ext cx="1426422" cy="96988"/>
                  <a:chOff x="4509983" y="2620812"/>
                  <a:chExt cx="1426422" cy="96988"/>
                </a:xfrm>
              </p:grpSpPr>
              <p:grpSp>
                <p:nvGrpSpPr>
                  <p:cNvPr id="150" name="组合 149"/>
                  <p:cNvGrpSpPr/>
                  <p:nvPr/>
                </p:nvGrpSpPr>
                <p:grpSpPr>
                  <a:xfrm>
                    <a:off x="4509983" y="2620812"/>
                    <a:ext cx="679237" cy="96988"/>
                    <a:chOff x="2985983" y="4431324"/>
                    <a:chExt cx="1074663" cy="153450"/>
                  </a:xfrm>
                  <a:solidFill>
                    <a:schemeClr val="bg1"/>
                  </a:solidFill>
                </p:grpSpPr>
                <p:sp>
                  <p:nvSpPr>
                    <p:cNvPr id="157" name="椭圆 156"/>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8" name="椭圆 157"/>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9" name="椭圆 158"/>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60" name="椭圆 159"/>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61" name="椭圆 160"/>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151" name="组合 150"/>
                  <p:cNvGrpSpPr/>
                  <p:nvPr/>
                </p:nvGrpSpPr>
                <p:grpSpPr>
                  <a:xfrm>
                    <a:off x="5257168" y="2620812"/>
                    <a:ext cx="679237" cy="96988"/>
                    <a:chOff x="2985983" y="4431324"/>
                    <a:chExt cx="1074663" cy="153450"/>
                  </a:xfrm>
                  <a:solidFill>
                    <a:schemeClr val="bg1"/>
                  </a:solidFill>
                </p:grpSpPr>
                <p:sp>
                  <p:nvSpPr>
                    <p:cNvPr id="152" name="椭圆 151"/>
                    <p:cNvSpPr/>
                    <p:nvPr/>
                  </p:nvSpPr>
                  <p:spPr>
                    <a:xfrm>
                      <a:off x="3909817" y="4431324"/>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3" name="椭圆 152"/>
                    <p:cNvSpPr/>
                    <p:nvPr/>
                  </p:nvSpPr>
                  <p:spPr>
                    <a:xfrm>
                      <a:off x="3681217"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4" name="椭圆 153"/>
                    <p:cNvSpPr/>
                    <p:nvPr/>
                  </p:nvSpPr>
                  <p:spPr>
                    <a:xfrm>
                      <a:off x="32183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5" name="椭圆 154"/>
                    <p:cNvSpPr/>
                    <p:nvPr/>
                  </p:nvSpPr>
                  <p:spPr>
                    <a:xfrm>
                      <a:off x="3446975" y="4432439"/>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6" name="椭圆 155"/>
                    <p:cNvSpPr/>
                    <p:nvPr/>
                  </p:nvSpPr>
                  <p:spPr>
                    <a:xfrm>
                      <a:off x="2985983" y="4433945"/>
                      <a:ext cx="150829" cy="15082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grpSp>
          <p:sp>
            <p:nvSpPr>
              <p:cNvPr id="29" name="iconfont-11206-4016502"/>
              <p:cNvSpPr>
                <a:spLocks noChangeAspect="1"/>
              </p:cNvSpPr>
              <p:nvPr/>
            </p:nvSpPr>
            <p:spPr bwMode="auto">
              <a:xfrm>
                <a:off x="10856165" y="2493892"/>
                <a:ext cx="392681" cy="392681"/>
              </a:xfrm>
              <a:custGeom>
                <a:avLst/>
                <a:gdLst>
                  <a:gd name="T0" fmla="*/ 2400 w 11734"/>
                  <a:gd name="T1" fmla="*/ 0 h 11734"/>
                  <a:gd name="T2" fmla="*/ 2134 w 11734"/>
                  <a:gd name="T3" fmla="*/ 5600 h 11734"/>
                  <a:gd name="T4" fmla="*/ 0 w 11734"/>
                  <a:gd name="T5" fmla="*/ 5867 h 11734"/>
                  <a:gd name="T6" fmla="*/ 187 w 11734"/>
                  <a:gd name="T7" fmla="*/ 11707 h 11734"/>
                  <a:gd name="T8" fmla="*/ 480 w 11734"/>
                  <a:gd name="T9" fmla="*/ 11627 h 11734"/>
                  <a:gd name="T10" fmla="*/ 6134 w 11734"/>
                  <a:gd name="T11" fmla="*/ 10400 h 11734"/>
                  <a:gd name="T12" fmla="*/ 6400 w 11734"/>
                  <a:gd name="T13" fmla="*/ 7467 h 11734"/>
                  <a:gd name="T14" fmla="*/ 11254 w 11734"/>
                  <a:gd name="T15" fmla="*/ 8960 h 11734"/>
                  <a:gd name="T16" fmla="*/ 11547 w 11734"/>
                  <a:gd name="T17" fmla="*/ 9040 h 11734"/>
                  <a:gd name="T18" fmla="*/ 11734 w 11734"/>
                  <a:gd name="T19" fmla="*/ 267 h 11734"/>
                  <a:gd name="T20" fmla="*/ 5867 w 11734"/>
                  <a:gd name="T21" fmla="*/ 9867 h 11734"/>
                  <a:gd name="T22" fmla="*/ 1120 w 11734"/>
                  <a:gd name="T23" fmla="*/ 9974 h 11734"/>
                  <a:gd name="T24" fmla="*/ 534 w 11734"/>
                  <a:gd name="T25" fmla="*/ 6134 h 11734"/>
                  <a:gd name="T26" fmla="*/ 5867 w 11734"/>
                  <a:gd name="T27" fmla="*/ 9867 h 11734"/>
                  <a:gd name="T28" fmla="*/ 10347 w 11734"/>
                  <a:gd name="T29" fmla="*/ 7014 h 11734"/>
                  <a:gd name="T30" fmla="*/ 6400 w 11734"/>
                  <a:gd name="T31" fmla="*/ 6934 h 11734"/>
                  <a:gd name="T32" fmla="*/ 6134 w 11734"/>
                  <a:gd name="T33" fmla="*/ 5600 h 11734"/>
                  <a:gd name="T34" fmla="*/ 2667 w 11734"/>
                  <a:gd name="T35" fmla="*/ 534 h 11734"/>
                  <a:gd name="T36" fmla="*/ 11200 w 11734"/>
                  <a:gd name="T37" fmla="*/ 8054 h 11734"/>
                  <a:gd name="T38" fmla="*/ 2934 w 11734"/>
                  <a:gd name="T39" fmla="*/ 6667 h 11734"/>
                  <a:gd name="T40" fmla="*/ 3467 w 11734"/>
                  <a:gd name="T41" fmla="*/ 8267 h 11734"/>
                  <a:gd name="T42" fmla="*/ 3467 w 11734"/>
                  <a:gd name="T43" fmla="*/ 8800 h 11734"/>
                  <a:gd name="T44" fmla="*/ 2934 w 11734"/>
                  <a:gd name="T45" fmla="*/ 9334 h 11734"/>
                  <a:gd name="T46" fmla="*/ 3467 w 11734"/>
                  <a:gd name="T47" fmla="*/ 8800 h 11734"/>
                  <a:gd name="T48" fmla="*/ 6934 w 11734"/>
                  <a:gd name="T49" fmla="*/ 1894 h 11734"/>
                  <a:gd name="T50" fmla="*/ 7734 w 11734"/>
                  <a:gd name="T51" fmla="*/ 2774 h 11734"/>
                  <a:gd name="T52" fmla="*/ 6667 w 11734"/>
                  <a:gd name="T53" fmla="*/ 3467 h 11734"/>
                  <a:gd name="T54" fmla="*/ 7200 w 11734"/>
                  <a:gd name="T55" fmla="*/ 4000 h 11734"/>
                  <a:gd name="T56" fmla="*/ 8107 w 11734"/>
                  <a:gd name="T57" fmla="*/ 3174 h 11734"/>
                  <a:gd name="T58" fmla="*/ 8267 w 11734"/>
                  <a:gd name="T59" fmla="*/ 2134 h 11734"/>
                  <a:gd name="T60" fmla="*/ 7040 w 11734"/>
                  <a:gd name="T61" fmla="*/ 1360 h 11734"/>
                  <a:gd name="T62" fmla="*/ 5734 w 11734"/>
                  <a:gd name="T63" fmla="*/ 1894 h 11734"/>
                  <a:gd name="T64" fmla="*/ 5600 w 11734"/>
                  <a:gd name="T65" fmla="*/ 2934 h 11734"/>
                  <a:gd name="T66" fmla="*/ 6134 w 11734"/>
                  <a:gd name="T67" fmla="*/ 2294 h 11734"/>
                  <a:gd name="T68" fmla="*/ 7200 w 11734"/>
                  <a:gd name="T69" fmla="*/ 5067 h 11734"/>
                  <a:gd name="T70" fmla="*/ 6667 w 11734"/>
                  <a:gd name="T71" fmla="*/ 4534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734" h="11734">
                    <a:moveTo>
                      <a:pt x="11467" y="0"/>
                    </a:moveTo>
                    <a:lnTo>
                      <a:pt x="2400" y="0"/>
                    </a:lnTo>
                    <a:cubicBezTo>
                      <a:pt x="2240" y="0"/>
                      <a:pt x="2134" y="107"/>
                      <a:pt x="2134" y="267"/>
                    </a:cubicBezTo>
                    <a:lnTo>
                      <a:pt x="2134" y="5600"/>
                    </a:lnTo>
                    <a:lnTo>
                      <a:pt x="267" y="5600"/>
                    </a:lnTo>
                    <a:cubicBezTo>
                      <a:pt x="107" y="5600"/>
                      <a:pt x="0" y="5707"/>
                      <a:pt x="0" y="5867"/>
                    </a:cubicBezTo>
                    <a:lnTo>
                      <a:pt x="0" y="11467"/>
                    </a:lnTo>
                    <a:cubicBezTo>
                      <a:pt x="0" y="11574"/>
                      <a:pt x="80" y="11680"/>
                      <a:pt x="187" y="11707"/>
                    </a:cubicBezTo>
                    <a:cubicBezTo>
                      <a:pt x="214" y="11734"/>
                      <a:pt x="240" y="11734"/>
                      <a:pt x="267" y="11734"/>
                    </a:cubicBezTo>
                    <a:cubicBezTo>
                      <a:pt x="347" y="11734"/>
                      <a:pt x="427" y="11707"/>
                      <a:pt x="480" y="11627"/>
                    </a:cubicBezTo>
                    <a:lnTo>
                      <a:pt x="1467" y="10400"/>
                    </a:lnTo>
                    <a:lnTo>
                      <a:pt x="6134" y="10400"/>
                    </a:lnTo>
                    <a:cubicBezTo>
                      <a:pt x="6294" y="10400"/>
                      <a:pt x="6400" y="10294"/>
                      <a:pt x="6400" y="10134"/>
                    </a:cubicBezTo>
                    <a:lnTo>
                      <a:pt x="6400" y="7467"/>
                    </a:lnTo>
                    <a:lnTo>
                      <a:pt x="10000" y="7467"/>
                    </a:lnTo>
                    <a:lnTo>
                      <a:pt x="11254" y="8960"/>
                    </a:lnTo>
                    <a:cubicBezTo>
                      <a:pt x="11307" y="9014"/>
                      <a:pt x="11387" y="9067"/>
                      <a:pt x="11467" y="9067"/>
                    </a:cubicBezTo>
                    <a:cubicBezTo>
                      <a:pt x="11494" y="9067"/>
                      <a:pt x="11520" y="9067"/>
                      <a:pt x="11547" y="9040"/>
                    </a:cubicBezTo>
                    <a:cubicBezTo>
                      <a:pt x="11654" y="9014"/>
                      <a:pt x="11734" y="8907"/>
                      <a:pt x="11734" y="8800"/>
                    </a:cubicBezTo>
                    <a:lnTo>
                      <a:pt x="11734" y="267"/>
                    </a:lnTo>
                    <a:cubicBezTo>
                      <a:pt x="11734" y="107"/>
                      <a:pt x="11627" y="0"/>
                      <a:pt x="11467" y="0"/>
                    </a:cubicBezTo>
                    <a:close/>
                    <a:moveTo>
                      <a:pt x="5867" y="9867"/>
                    </a:moveTo>
                    <a:lnTo>
                      <a:pt x="1334" y="9867"/>
                    </a:lnTo>
                    <a:cubicBezTo>
                      <a:pt x="1254" y="9867"/>
                      <a:pt x="1174" y="9894"/>
                      <a:pt x="1120" y="9974"/>
                    </a:cubicBezTo>
                    <a:lnTo>
                      <a:pt x="534" y="10720"/>
                    </a:lnTo>
                    <a:lnTo>
                      <a:pt x="534" y="6134"/>
                    </a:lnTo>
                    <a:lnTo>
                      <a:pt x="5867" y="6134"/>
                    </a:lnTo>
                    <a:lnTo>
                      <a:pt x="5867" y="9867"/>
                    </a:lnTo>
                    <a:close/>
                    <a:moveTo>
                      <a:pt x="11200" y="8054"/>
                    </a:moveTo>
                    <a:lnTo>
                      <a:pt x="10347" y="7014"/>
                    </a:lnTo>
                    <a:cubicBezTo>
                      <a:pt x="10294" y="6960"/>
                      <a:pt x="10214" y="6934"/>
                      <a:pt x="10134" y="6934"/>
                    </a:cubicBezTo>
                    <a:lnTo>
                      <a:pt x="6400" y="6934"/>
                    </a:lnTo>
                    <a:lnTo>
                      <a:pt x="6400" y="5867"/>
                    </a:lnTo>
                    <a:cubicBezTo>
                      <a:pt x="6400" y="5707"/>
                      <a:pt x="6294" y="5600"/>
                      <a:pt x="6134" y="5600"/>
                    </a:cubicBezTo>
                    <a:lnTo>
                      <a:pt x="2667" y="5600"/>
                    </a:lnTo>
                    <a:lnTo>
                      <a:pt x="2667" y="534"/>
                    </a:lnTo>
                    <a:lnTo>
                      <a:pt x="11200" y="534"/>
                    </a:lnTo>
                    <a:lnTo>
                      <a:pt x="11200" y="8054"/>
                    </a:lnTo>
                    <a:close/>
                    <a:moveTo>
                      <a:pt x="3467" y="6667"/>
                    </a:moveTo>
                    <a:lnTo>
                      <a:pt x="2934" y="6667"/>
                    </a:lnTo>
                    <a:lnTo>
                      <a:pt x="2934" y="8267"/>
                    </a:lnTo>
                    <a:lnTo>
                      <a:pt x="3467" y="8267"/>
                    </a:lnTo>
                    <a:lnTo>
                      <a:pt x="3467" y="6667"/>
                    </a:lnTo>
                    <a:close/>
                    <a:moveTo>
                      <a:pt x="3467" y="8800"/>
                    </a:moveTo>
                    <a:lnTo>
                      <a:pt x="2934" y="8800"/>
                    </a:lnTo>
                    <a:lnTo>
                      <a:pt x="2934" y="9334"/>
                    </a:lnTo>
                    <a:lnTo>
                      <a:pt x="3467" y="9334"/>
                    </a:lnTo>
                    <a:lnTo>
                      <a:pt x="3467" y="8800"/>
                    </a:lnTo>
                    <a:close/>
                    <a:moveTo>
                      <a:pt x="6134" y="2294"/>
                    </a:moveTo>
                    <a:lnTo>
                      <a:pt x="6934" y="1894"/>
                    </a:lnTo>
                    <a:lnTo>
                      <a:pt x="7734" y="2294"/>
                    </a:lnTo>
                    <a:lnTo>
                      <a:pt x="7734" y="2774"/>
                    </a:lnTo>
                    <a:lnTo>
                      <a:pt x="6827" y="3227"/>
                    </a:lnTo>
                    <a:cubicBezTo>
                      <a:pt x="6720" y="3280"/>
                      <a:pt x="6667" y="3360"/>
                      <a:pt x="6667" y="3467"/>
                    </a:cubicBezTo>
                    <a:lnTo>
                      <a:pt x="6667" y="4000"/>
                    </a:lnTo>
                    <a:lnTo>
                      <a:pt x="7200" y="4000"/>
                    </a:lnTo>
                    <a:lnTo>
                      <a:pt x="7200" y="3627"/>
                    </a:lnTo>
                    <a:lnTo>
                      <a:pt x="8107" y="3174"/>
                    </a:lnTo>
                    <a:cubicBezTo>
                      <a:pt x="8187" y="3120"/>
                      <a:pt x="8267" y="3040"/>
                      <a:pt x="8267" y="2934"/>
                    </a:cubicBezTo>
                    <a:lnTo>
                      <a:pt x="8267" y="2134"/>
                    </a:lnTo>
                    <a:cubicBezTo>
                      <a:pt x="8267" y="2027"/>
                      <a:pt x="8214" y="1947"/>
                      <a:pt x="8107" y="1894"/>
                    </a:cubicBezTo>
                    <a:lnTo>
                      <a:pt x="7040" y="1360"/>
                    </a:lnTo>
                    <a:cubicBezTo>
                      <a:pt x="6960" y="1334"/>
                      <a:pt x="6880" y="1334"/>
                      <a:pt x="6800" y="1360"/>
                    </a:cubicBezTo>
                    <a:lnTo>
                      <a:pt x="5734" y="1894"/>
                    </a:lnTo>
                    <a:cubicBezTo>
                      <a:pt x="5654" y="1947"/>
                      <a:pt x="5600" y="2027"/>
                      <a:pt x="5600" y="2134"/>
                    </a:cubicBezTo>
                    <a:lnTo>
                      <a:pt x="5600" y="2934"/>
                    </a:lnTo>
                    <a:lnTo>
                      <a:pt x="6134" y="2934"/>
                    </a:lnTo>
                    <a:lnTo>
                      <a:pt x="6134" y="2294"/>
                    </a:lnTo>
                    <a:close/>
                    <a:moveTo>
                      <a:pt x="6667" y="5067"/>
                    </a:moveTo>
                    <a:lnTo>
                      <a:pt x="7200" y="5067"/>
                    </a:lnTo>
                    <a:lnTo>
                      <a:pt x="7200" y="4534"/>
                    </a:lnTo>
                    <a:lnTo>
                      <a:pt x="6667" y="4534"/>
                    </a:lnTo>
                    <a:lnTo>
                      <a:pt x="6667" y="5067"/>
                    </a:lnTo>
                    <a:close/>
                  </a:path>
                </a:pathLst>
              </a:custGeom>
              <a:solidFill>
                <a:schemeClr val="bg1"/>
              </a:solidFill>
              <a:ln>
                <a:noFill/>
              </a:ln>
            </p:spPr>
            <p:txBody>
              <a:bodyPr/>
              <a:lstStyle/>
              <a:p>
                <a:endParaRPr lang="zh-CN" altLang="en-US">
                  <a:solidFill>
                    <a:schemeClr val="tx2">
                      <a:lumMod val="50000"/>
                    </a:schemeClr>
                  </a:solidFill>
                </a:endParaRPr>
              </a:p>
            </p:txBody>
          </p:sp>
        </p:grpSp>
      </p:grpSp>
      <p:grpSp>
        <p:nvGrpSpPr>
          <p:cNvPr id="2" name="组合 1"/>
          <p:cNvGrpSpPr/>
          <p:nvPr/>
        </p:nvGrpSpPr>
        <p:grpSpPr>
          <a:xfrm>
            <a:off x="762720" y="2548382"/>
            <a:ext cx="3128350" cy="1901769"/>
            <a:chOff x="762720" y="2548382"/>
            <a:chExt cx="3128350" cy="1901769"/>
          </a:xfrm>
        </p:grpSpPr>
        <p:sp>
          <p:nvSpPr>
            <p:cNvPr id="170" name="文本框 169"/>
            <p:cNvSpPr txBox="1"/>
            <p:nvPr/>
          </p:nvSpPr>
          <p:spPr>
            <a:xfrm>
              <a:off x="762720" y="2548382"/>
              <a:ext cx="2634184" cy="1015663"/>
            </a:xfrm>
            <a:prstGeom prst="rect">
              <a:avLst/>
            </a:prstGeom>
            <a:noFill/>
          </p:spPr>
          <p:txBody>
            <a:bodyPr wrap="square" rtlCol="0">
              <a:spAutoFit/>
            </a:bodyPr>
            <a:lstStyle>
              <a:defPPr>
                <a:defRPr lang="zh-CN"/>
              </a:defPPr>
              <a:lvl1pPr>
                <a:defRPr sz="2400">
                  <a:solidFill>
                    <a:schemeClr val="bg1"/>
                  </a:solidFill>
                  <a:latin typeface="+mj-ea"/>
                  <a:ea typeface="+mj-ea"/>
                </a:defRPr>
              </a:lvl1pPr>
            </a:lstStyle>
            <a:p>
              <a:r>
                <a:rPr lang="zh-CN" altLang="en-US" sz="6000" dirty="0">
                  <a:solidFill>
                    <a:schemeClr val="tx2">
                      <a:lumMod val="50000"/>
                    </a:schemeClr>
                  </a:solidFill>
                </a:rPr>
                <a:t>目 录</a:t>
              </a:r>
              <a:endParaRPr lang="zh-CN" altLang="en-US" sz="6000" dirty="0">
                <a:solidFill>
                  <a:schemeClr val="tx2">
                    <a:lumMod val="50000"/>
                  </a:schemeClr>
                </a:solidFill>
              </a:endParaRPr>
            </a:p>
          </p:txBody>
        </p:sp>
        <p:grpSp>
          <p:nvGrpSpPr>
            <p:cNvPr id="174" name="组合 173"/>
            <p:cNvGrpSpPr/>
            <p:nvPr/>
          </p:nvGrpSpPr>
          <p:grpSpPr>
            <a:xfrm>
              <a:off x="952254" y="3594678"/>
              <a:ext cx="1756671" cy="152335"/>
              <a:chOff x="1909713" y="4457372"/>
              <a:chExt cx="1756671" cy="152335"/>
            </a:xfrm>
          </p:grpSpPr>
          <p:sp>
            <p:nvSpPr>
              <p:cNvPr id="175" name="椭圆 174"/>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p:cNvSpPr/>
              <p:nvPr/>
            </p:nvSpPr>
            <p:spPr>
              <a:xfrm>
                <a:off x="3286955" y="4457372"/>
                <a:ext cx="150829" cy="150829"/>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1" name="椭圆 180"/>
              <p:cNvSpPr/>
              <p:nvPr/>
            </p:nvSpPr>
            <p:spPr>
              <a:xfrm>
                <a:off x="3515555" y="4457372"/>
                <a:ext cx="150829" cy="150829"/>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2" name="椭圆 181"/>
              <p:cNvSpPr/>
              <p:nvPr/>
            </p:nvSpPr>
            <p:spPr>
              <a:xfrm>
                <a:off x="305456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183" name="椭圆 182"/>
              <p:cNvSpPr/>
              <p:nvPr/>
            </p:nvSpPr>
            <p:spPr>
              <a:xfrm>
                <a:off x="28241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4" name="椭圆 183"/>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5" name="椭圆 184"/>
              <p:cNvSpPr/>
              <p:nvPr/>
            </p:nvSpPr>
            <p:spPr>
              <a:xfrm>
                <a:off x="236691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186" name="椭圆 185"/>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9" name="文本框 188"/>
            <p:cNvSpPr txBox="1"/>
            <p:nvPr/>
          </p:nvSpPr>
          <p:spPr>
            <a:xfrm>
              <a:off x="836032" y="3865376"/>
              <a:ext cx="3055038"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69"/>
                                        </p:tgtEl>
                                        <p:attrNameLst>
                                          <p:attrName>style.visibility</p:attrName>
                                        </p:attrNameLst>
                                      </p:cBhvr>
                                      <p:to>
                                        <p:strVal val="visible"/>
                                      </p:to>
                                    </p:set>
                                    <p:anim calcmode="lin" valueType="num">
                                      <p:cBhvr>
                                        <p:cTn id="13" dur="500" fill="hold"/>
                                        <p:tgtEl>
                                          <p:spTgt spid="169"/>
                                        </p:tgtEl>
                                        <p:attrNameLst>
                                          <p:attrName>ppt_w</p:attrName>
                                        </p:attrNameLst>
                                      </p:cBhvr>
                                      <p:tavLst>
                                        <p:tav tm="0">
                                          <p:val>
                                            <p:fltVal val="0"/>
                                          </p:val>
                                        </p:tav>
                                        <p:tav tm="100000">
                                          <p:val>
                                            <p:strVal val="#ppt_w"/>
                                          </p:val>
                                        </p:tav>
                                      </p:tavLst>
                                    </p:anim>
                                    <p:anim calcmode="lin" valueType="num">
                                      <p:cBhvr>
                                        <p:cTn id="14" dur="500" fill="hold"/>
                                        <p:tgtEl>
                                          <p:spTgt spid="169"/>
                                        </p:tgtEl>
                                        <p:attrNameLst>
                                          <p:attrName>ppt_h</p:attrName>
                                        </p:attrNameLst>
                                      </p:cBhvr>
                                      <p:tavLst>
                                        <p:tav tm="0">
                                          <p:val>
                                            <p:fltVal val="0"/>
                                          </p:val>
                                        </p:tav>
                                        <p:tav tm="100000">
                                          <p:val>
                                            <p:strVal val="#ppt_h"/>
                                          </p:val>
                                        </p:tav>
                                      </p:tavLst>
                                    </p:anim>
                                    <p:animEffect transition="in" filter="fade">
                                      <p:cBhvr>
                                        <p:cTn id="15"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92978" y="1559615"/>
            <a:ext cx="10317937" cy="3738770"/>
            <a:chOff x="992978" y="1559615"/>
            <a:chExt cx="10317937" cy="3738770"/>
          </a:xfrm>
        </p:grpSpPr>
        <p:sp>
          <p:nvSpPr>
            <p:cNvPr id="4" name="iṥľîḓê"/>
            <p:cNvSpPr/>
            <p:nvPr/>
          </p:nvSpPr>
          <p:spPr>
            <a:xfrm>
              <a:off x="1769799" y="2291285"/>
              <a:ext cx="2275430" cy="2275430"/>
            </a:xfrm>
            <a:prstGeom prst="ellipse">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4800" b="1" dirty="0">
                <a:solidFill>
                  <a:schemeClr val="bg1"/>
                </a:solidFill>
                <a:latin typeface="+mj-ea"/>
                <a:ea typeface="+mj-ea"/>
              </a:endParaRPr>
            </a:p>
          </p:txBody>
        </p:sp>
        <p:grpSp>
          <p:nvGrpSpPr>
            <p:cNvPr id="14" name="组合 13"/>
            <p:cNvGrpSpPr/>
            <p:nvPr/>
          </p:nvGrpSpPr>
          <p:grpSpPr>
            <a:xfrm>
              <a:off x="1299741" y="1821227"/>
              <a:ext cx="3215546" cy="3215545"/>
              <a:chOff x="1557210" y="2078697"/>
              <a:chExt cx="2700604" cy="2700603"/>
            </a:xfrm>
          </p:grpSpPr>
          <p:sp>
            <p:nvSpPr>
              <p:cNvPr id="5" name="弧形 4"/>
              <p:cNvSpPr/>
              <p:nvPr/>
            </p:nvSpPr>
            <p:spPr>
              <a:xfrm>
                <a:off x="1557213"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p:nvSpPr>
            <p:spPr>
              <a:xfrm rot="5400000">
                <a:off x="1557212" y="2078698"/>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p:nvSpPr>
            <p:spPr>
              <a:xfrm rot="10800000">
                <a:off x="1557212"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16200000">
                <a:off x="1557210" y="2078697"/>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2" name="文本框 21"/>
            <p:cNvSpPr txBox="1"/>
            <p:nvPr/>
          </p:nvSpPr>
          <p:spPr>
            <a:xfrm>
              <a:off x="2603582" y="1559615"/>
              <a:ext cx="607859" cy="523220"/>
            </a:xfrm>
            <a:prstGeom prst="rect">
              <a:avLst/>
            </a:prstGeom>
            <a:noFill/>
          </p:spPr>
          <p:txBody>
            <a:bodyPr wrap="none" rtlCol="0">
              <a:spAutoFit/>
            </a:bodyPr>
            <a:lstStyle/>
            <a:p>
              <a:r>
                <a:rPr lang="en-US" altLang="zh-CN" sz="2800" dirty="0">
                  <a:solidFill>
                    <a:schemeClr val="accent6"/>
                  </a:solidFill>
                  <a:latin typeface="+mj-ea"/>
                  <a:ea typeface="+mj-ea"/>
                </a:rPr>
                <a:t>02</a:t>
              </a:r>
              <a:endParaRPr lang="zh-CN" altLang="en-US" sz="2800" dirty="0">
                <a:solidFill>
                  <a:schemeClr val="accent6"/>
                </a:solidFill>
                <a:latin typeface="+mj-ea"/>
                <a:ea typeface="+mj-ea"/>
              </a:endParaRPr>
            </a:p>
          </p:txBody>
        </p:sp>
        <p:sp>
          <p:nvSpPr>
            <p:cNvPr id="24" name="文本框 23"/>
            <p:cNvSpPr txBox="1"/>
            <p:nvPr/>
          </p:nvSpPr>
          <p:spPr>
            <a:xfrm>
              <a:off x="992978" y="3167387"/>
              <a:ext cx="607859" cy="523220"/>
            </a:xfrm>
            <a:prstGeom prst="rect">
              <a:avLst/>
            </a:prstGeom>
            <a:noFill/>
          </p:spPr>
          <p:txBody>
            <a:bodyPr wrap="none" rtlCol="0">
              <a:spAutoFit/>
            </a:bodyPr>
            <a:lstStyle/>
            <a:p>
              <a:r>
                <a:rPr lang="en-US" altLang="zh-CN" sz="2800" dirty="0">
                  <a:solidFill>
                    <a:schemeClr val="accent6"/>
                  </a:solidFill>
                  <a:latin typeface="+mj-ea"/>
                  <a:ea typeface="+mj-ea"/>
                </a:rPr>
                <a:t>03</a:t>
              </a:r>
              <a:endParaRPr lang="zh-CN" altLang="en-US" sz="2800" dirty="0">
                <a:solidFill>
                  <a:schemeClr val="accent6"/>
                </a:solidFill>
                <a:latin typeface="+mj-ea"/>
                <a:ea typeface="+mj-ea"/>
              </a:endParaRPr>
            </a:p>
          </p:txBody>
        </p:sp>
        <p:sp>
          <p:nvSpPr>
            <p:cNvPr id="26" name="文本框 25"/>
            <p:cNvSpPr txBox="1"/>
            <p:nvPr/>
          </p:nvSpPr>
          <p:spPr>
            <a:xfrm>
              <a:off x="2603582" y="4775165"/>
              <a:ext cx="607859" cy="523220"/>
            </a:xfrm>
            <a:prstGeom prst="rect">
              <a:avLst/>
            </a:prstGeom>
            <a:noFill/>
          </p:spPr>
          <p:txBody>
            <a:bodyPr wrap="none" rtlCol="0">
              <a:spAutoFit/>
            </a:bodyPr>
            <a:lstStyle/>
            <a:p>
              <a:r>
                <a:rPr lang="en-US" altLang="zh-CN" sz="2800" dirty="0">
                  <a:solidFill>
                    <a:schemeClr val="accent6"/>
                  </a:solidFill>
                  <a:latin typeface="+mj-ea"/>
                  <a:ea typeface="+mj-ea"/>
                </a:rPr>
                <a:t>04</a:t>
              </a:r>
              <a:endParaRPr lang="zh-CN" altLang="en-US" sz="2800" dirty="0">
                <a:solidFill>
                  <a:schemeClr val="accent6"/>
                </a:solidFill>
                <a:latin typeface="+mj-ea"/>
                <a:ea typeface="+mj-ea"/>
              </a:endParaRPr>
            </a:p>
          </p:txBody>
        </p:sp>
        <p:sp>
          <p:nvSpPr>
            <p:cNvPr id="28" name="iconfont-11206-4016502"/>
            <p:cNvSpPr>
              <a:spLocks noChangeAspect="1"/>
            </p:cNvSpPr>
            <p:nvPr/>
          </p:nvSpPr>
          <p:spPr bwMode="auto">
            <a:xfrm>
              <a:off x="2579121" y="2751431"/>
              <a:ext cx="656780" cy="831912"/>
            </a:xfrm>
            <a:custGeom>
              <a:avLst/>
              <a:gdLst>
                <a:gd name="connsiteX0" fmla="*/ 76244 w 457214"/>
                <a:gd name="connsiteY0" fmla="*/ 487668 h 579131"/>
                <a:gd name="connsiteX1" fmla="*/ 380970 w 457214"/>
                <a:gd name="connsiteY1" fmla="*/ 487668 h 579131"/>
                <a:gd name="connsiteX2" fmla="*/ 396206 w 457214"/>
                <a:gd name="connsiteY2" fmla="*/ 502895 h 579131"/>
                <a:gd name="connsiteX3" fmla="*/ 380970 w 457214"/>
                <a:gd name="connsiteY3" fmla="*/ 518122 h 579131"/>
                <a:gd name="connsiteX4" fmla="*/ 76244 w 457214"/>
                <a:gd name="connsiteY4" fmla="*/ 518122 h 579131"/>
                <a:gd name="connsiteX5" fmla="*/ 61008 w 457214"/>
                <a:gd name="connsiteY5" fmla="*/ 502895 h 579131"/>
                <a:gd name="connsiteX6" fmla="*/ 76244 w 457214"/>
                <a:gd name="connsiteY6" fmla="*/ 487668 h 579131"/>
                <a:gd name="connsiteX7" fmla="*/ 45721 w 457214"/>
                <a:gd name="connsiteY7" fmla="*/ 30481 h 579131"/>
                <a:gd name="connsiteX8" fmla="*/ 30481 w 457214"/>
                <a:gd name="connsiteY8" fmla="*/ 45721 h 579131"/>
                <a:gd name="connsiteX9" fmla="*/ 30481 w 457214"/>
                <a:gd name="connsiteY9" fmla="*/ 442016 h 579131"/>
                <a:gd name="connsiteX10" fmla="*/ 76202 w 457214"/>
                <a:gd name="connsiteY10" fmla="*/ 426728 h 579131"/>
                <a:gd name="connsiteX11" fmla="*/ 350531 w 457214"/>
                <a:gd name="connsiteY11" fmla="*/ 426728 h 579131"/>
                <a:gd name="connsiteX12" fmla="*/ 365771 w 457214"/>
                <a:gd name="connsiteY12" fmla="*/ 411488 h 579131"/>
                <a:gd name="connsiteX13" fmla="*/ 365771 w 457214"/>
                <a:gd name="connsiteY13" fmla="*/ 45721 h 579131"/>
                <a:gd name="connsiteX14" fmla="*/ 350531 w 457214"/>
                <a:gd name="connsiteY14" fmla="*/ 30481 h 579131"/>
                <a:gd name="connsiteX15" fmla="*/ 45721 w 457214"/>
                <a:gd name="connsiteY15" fmla="*/ 0 h 579131"/>
                <a:gd name="connsiteX16" fmla="*/ 350531 w 457214"/>
                <a:gd name="connsiteY16" fmla="*/ 0 h 579131"/>
                <a:gd name="connsiteX17" fmla="*/ 396252 w 457214"/>
                <a:gd name="connsiteY17" fmla="*/ 45721 h 579131"/>
                <a:gd name="connsiteX18" fmla="*/ 396252 w 457214"/>
                <a:gd name="connsiteY18" fmla="*/ 411488 h 579131"/>
                <a:gd name="connsiteX19" fmla="*/ 350531 w 457214"/>
                <a:gd name="connsiteY19" fmla="*/ 457209 h 579131"/>
                <a:gd name="connsiteX20" fmla="*/ 76202 w 457214"/>
                <a:gd name="connsiteY20" fmla="*/ 457209 h 579131"/>
                <a:gd name="connsiteX21" fmla="*/ 30481 w 457214"/>
                <a:gd name="connsiteY21" fmla="*/ 502930 h 579131"/>
                <a:gd name="connsiteX22" fmla="*/ 76202 w 457214"/>
                <a:gd name="connsiteY22" fmla="*/ 548651 h 579131"/>
                <a:gd name="connsiteX23" fmla="*/ 411493 w 457214"/>
                <a:gd name="connsiteY23" fmla="*/ 548651 h 579131"/>
                <a:gd name="connsiteX24" fmla="*/ 426733 w 457214"/>
                <a:gd name="connsiteY24" fmla="*/ 533410 h 579131"/>
                <a:gd name="connsiteX25" fmla="*/ 426733 w 457214"/>
                <a:gd name="connsiteY25" fmla="*/ 76202 h 579131"/>
                <a:gd name="connsiteX26" fmla="*/ 441974 w 457214"/>
                <a:gd name="connsiteY26" fmla="*/ 60961 h 579131"/>
                <a:gd name="connsiteX27" fmla="*/ 457214 w 457214"/>
                <a:gd name="connsiteY27" fmla="*/ 76202 h 579131"/>
                <a:gd name="connsiteX28" fmla="*/ 457214 w 457214"/>
                <a:gd name="connsiteY28" fmla="*/ 533410 h 579131"/>
                <a:gd name="connsiteX29" fmla="*/ 411493 w 457214"/>
                <a:gd name="connsiteY29" fmla="*/ 579131 h 579131"/>
                <a:gd name="connsiteX30" fmla="*/ 76202 w 457214"/>
                <a:gd name="connsiteY30" fmla="*/ 579131 h 579131"/>
                <a:gd name="connsiteX31" fmla="*/ 0 w 457214"/>
                <a:gd name="connsiteY31" fmla="*/ 502930 h 579131"/>
                <a:gd name="connsiteX32" fmla="*/ 0 w 457214"/>
                <a:gd name="connsiteY32" fmla="*/ 45721 h 579131"/>
                <a:gd name="connsiteX33" fmla="*/ 45721 w 457214"/>
                <a:gd name="connsiteY33" fmla="*/ 0 h 57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7214" h="579131">
                  <a:moveTo>
                    <a:pt x="76244" y="487668"/>
                  </a:moveTo>
                  <a:lnTo>
                    <a:pt x="380970" y="487668"/>
                  </a:lnTo>
                  <a:cubicBezTo>
                    <a:pt x="389397" y="487668"/>
                    <a:pt x="396206" y="494473"/>
                    <a:pt x="396206" y="502895"/>
                  </a:cubicBezTo>
                  <a:cubicBezTo>
                    <a:pt x="396206" y="511318"/>
                    <a:pt x="389397" y="518122"/>
                    <a:pt x="380970" y="518122"/>
                  </a:cubicBezTo>
                  <a:lnTo>
                    <a:pt x="76244" y="518122"/>
                  </a:lnTo>
                  <a:cubicBezTo>
                    <a:pt x="67817" y="518122"/>
                    <a:pt x="61008" y="511318"/>
                    <a:pt x="61008" y="502895"/>
                  </a:cubicBezTo>
                  <a:cubicBezTo>
                    <a:pt x="61008" y="494473"/>
                    <a:pt x="67817" y="487668"/>
                    <a:pt x="76244" y="487668"/>
                  </a:cubicBezTo>
                  <a:close/>
                  <a:moveTo>
                    <a:pt x="45721" y="30481"/>
                  </a:moveTo>
                  <a:cubicBezTo>
                    <a:pt x="37292" y="30481"/>
                    <a:pt x="30481" y="37291"/>
                    <a:pt x="30481" y="45721"/>
                  </a:cubicBezTo>
                  <a:lnTo>
                    <a:pt x="30481" y="442016"/>
                  </a:lnTo>
                  <a:cubicBezTo>
                    <a:pt x="43245" y="432443"/>
                    <a:pt x="59057" y="426728"/>
                    <a:pt x="76202" y="426728"/>
                  </a:cubicBezTo>
                  <a:lnTo>
                    <a:pt x="350531" y="426728"/>
                  </a:lnTo>
                  <a:cubicBezTo>
                    <a:pt x="358961" y="426728"/>
                    <a:pt x="365771" y="419918"/>
                    <a:pt x="365771" y="411488"/>
                  </a:cubicBezTo>
                  <a:lnTo>
                    <a:pt x="365771" y="45721"/>
                  </a:lnTo>
                  <a:cubicBezTo>
                    <a:pt x="365771" y="37291"/>
                    <a:pt x="358961" y="30481"/>
                    <a:pt x="350531" y="30481"/>
                  </a:cubicBezTo>
                  <a:close/>
                  <a:moveTo>
                    <a:pt x="45721" y="0"/>
                  </a:moveTo>
                  <a:lnTo>
                    <a:pt x="350531" y="0"/>
                  </a:lnTo>
                  <a:cubicBezTo>
                    <a:pt x="375725" y="0"/>
                    <a:pt x="396252" y="20527"/>
                    <a:pt x="396252" y="45721"/>
                  </a:cubicBezTo>
                  <a:lnTo>
                    <a:pt x="396252" y="411488"/>
                  </a:lnTo>
                  <a:cubicBezTo>
                    <a:pt x="396252" y="436682"/>
                    <a:pt x="375725" y="457209"/>
                    <a:pt x="350531" y="457209"/>
                  </a:cubicBezTo>
                  <a:lnTo>
                    <a:pt x="76202" y="457209"/>
                  </a:lnTo>
                  <a:cubicBezTo>
                    <a:pt x="51008" y="457209"/>
                    <a:pt x="30481" y="477736"/>
                    <a:pt x="30481" y="502930"/>
                  </a:cubicBezTo>
                  <a:cubicBezTo>
                    <a:pt x="30481" y="528124"/>
                    <a:pt x="51008" y="548651"/>
                    <a:pt x="76202" y="548651"/>
                  </a:cubicBezTo>
                  <a:lnTo>
                    <a:pt x="411493" y="548651"/>
                  </a:lnTo>
                  <a:cubicBezTo>
                    <a:pt x="419922" y="548651"/>
                    <a:pt x="426733" y="541840"/>
                    <a:pt x="426733" y="533410"/>
                  </a:cubicBezTo>
                  <a:lnTo>
                    <a:pt x="426733" y="76202"/>
                  </a:lnTo>
                  <a:cubicBezTo>
                    <a:pt x="426733" y="67772"/>
                    <a:pt x="433544" y="60961"/>
                    <a:pt x="441974" y="60961"/>
                  </a:cubicBezTo>
                  <a:cubicBezTo>
                    <a:pt x="450403" y="60961"/>
                    <a:pt x="457214" y="67772"/>
                    <a:pt x="457214" y="76202"/>
                  </a:cubicBezTo>
                  <a:lnTo>
                    <a:pt x="457214" y="533410"/>
                  </a:lnTo>
                  <a:cubicBezTo>
                    <a:pt x="457214" y="558604"/>
                    <a:pt x="436687" y="579131"/>
                    <a:pt x="411493" y="579131"/>
                  </a:cubicBezTo>
                  <a:lnTo>
                    <a:pt x="76202" y="579131"/>
                  </a:lnTo>
                  <a:cubicBezTo>
                    <a:pt x="34196" y="579131"/>
                    <a:pt x="0" y="544936"/>
                    <a:pt x="0" y="502930"/>
                  </a:cubicBezTo>
                  <a:lnTo>
                    <a:pt x="0" y="45721"/>
                  </a:lnTo>
                  <a:cubicBezTo>
                    <a:pt x="0" y="20527"/>
                    <a:pt x="20527" y="0"/>
                    <a:pt x="45721" y="0"/>
                  </a:cubicBezTo>
                  <a:close/>
                </a:path>
              </a:pathLst>
            </a:custGeom>
            <a:solidFill>
              <a:schemeClr val="bg1"/>
            </a:solidFill>
            <a:ln>
              <a:noFill/>
            </a:ln>
          </p:spPr>
          <p:txBody>
            <a:bodyPr/>
            <a:lstStyle/>
            <a:p>
              <a:endParaRPr lang="zh-CN" altLang="en-US">
                <a:solidFill>
                  <a:schemeClr val="tx2">
                    <a:lumMod val="50000"/>
                  </a:schemeClr>
                </a:solidFill>
              </a:endParaRPr>
            </a:p>
          </p:txBody>
        </p:sp>
        <p:sp>
          <p:nvSpPr>
            <p:cNvPr id="29" name="文本框 28"/>
            <p:cNvSpPr txBox="1"/>
            <p:nvPr/>
          </p:nvSpPr>
          <p:spPr>
            <a:xfrm>
              <a:off x="2132811" y="3705697"/>
              <a:ext cx="1549400" cy="369332"/>
            </a:xfrm>
            <a:prstGeom prst="rect">
              <a:avLst/>
            </a:prstGeom>
            <a:noFill/>
          </p:spPr>
          <p:txBody>
            <a:bodyPr wrap="square" rtlCol="0">
              <a:spAutoFit/>
            </a:bodyPr>
            <a:lstStyle/>
            <a:p>
              <a:pPr algn="ctr"/>
              <a:r>
                <a:rPr lang="en-US" altLang="zh-CN" dirty="0">
                  <a:solidFill>
                    <a:schemeClr val="bg1"/>
                  </a:solidFill>
                  <a:latin typeface="+mj-ea"/>
                  <a:ea typeface="+mj-ea"/>
                </a:rPr>
                <a:t>Background</a:t>
              </a:r>
              <a:endParaRPr lang="zh-CN" altLang="en-US" dirty="0">
                <a:solidFill>
                  <a:schemeClr val="bg1"/>
                </a:solidFill>
                <a:latin typeface="+mj-ea"/>
                <a:ea typeface="+mj-ea"/>
              </a:endParaRPr>
            </a:p>
          </p:txBody>
        </p:sp>
        <p:sp>
          <p:nvSpPr>
            <p:cNvPr id="32" name="文本框 31"/>
            <p:cNvSpPr txBox="1"/>
            <p:nvPr/>
          </p:nvSpPr>
          <p:spPr>
            <a:xfrm>
              <a:off x="5548421" y="2967335"/>
              <a:ext cx="3607162" cy="923330"/>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dirty="0"/>
                <a:t>研究背景</a:t>
              </a:r>
              <a:endParaRPr lang="zh-CN" altLang="en-US" dirty="0"/>
            </a:p>
          </p:txBody>
        </p:sp>
        <p:sp>
          <p:nvSpPr>
            <p:cNvPr id="34" name="文本框 33"/>
            <p:cNvSpPr txBox="1"/>
            <p:nvPr/>
          </p:nvSpPr>
          <p:spPr>
            <a:xfrm>
              <a:off x="5548421" y="3890363"/>
              <a:ext cx="5762494"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nvGrpSpPr>
            <p:cNvPr id="35" name="组合 34"/>
            <p:cNvGrpSpPr/>
            <p:nvPr/>
          </p:nvGrpSpPr>
          <p:grpSpPr>
            <a:xfrm>
              <a:off x="4501918" y="3354338"/>
              <a:ext cx="836629" cy="150829"/>
              <a:chOff x="1909713" y="4458878"/>
              <a:chExt cx="836629" cy="150829"/>
            </a:xfrm>
          </p:grpSpPr>
          <p:sp>
            <p:nvSpPr>
              <p:cNvPr id="36" name="椭圆 35"/>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p:nvPr/>
            </p:nvSpPr>
            <p:spPr>
              <a:xfrm>
                <a:off x="236691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43" name="椭圆 42"/>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等腰三角形 43"/>
            <p:cNvSpPr/>
            <p:nvPr/>
          </p:nvSpPr>
          <p:spPr>
            <a:xfrm rot="5400000">
              <a:off x="3578311" y="3067627"/>
              <a:ext cx="836629" cy="72123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5548421" y="2291285"/>
              <a:ext cx="2006318" cy="646331"/>
            </a:xfrm>
            <a:prstGeom prst="rect">
              <a:avLst/>
            </a:prstGeom>
            <a:noFill/>
          </p:spPr>
          <p:txBody>
            <a:bodyPr wrap="none" rtlCol="0">
              <a:spAutoFit/>
            </a:bodyPr>
            <a:lstStyle/>
            <a:p>
              <a:r>
                <a:rPr lang="en-US" altLang="zh-CN" sz="3600" dirty="0">
                  <a:solidFill>
                    <a:schemeClr val="accent2"/>
                  </a:solidFill>
                  <a:latin typeface="+mj-ea"/>
                  <a:ea typeface="+mj-ea"/>
                </a:rPr>
                <a:t>PART 01</a:t>
              </a:r>
              <a:endParaRPr lang="zh-CN" altLang="en-US" sz="3600" dirty="0">
                <a:solidFill>
                  <a:schemeClr val="accent2"/>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01</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研究背景</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6" name="组合 15"/>
          <p:cNvGrpSpPr/>
          <p:nvPr/>
        </p:nvGrpSpPr>
        <p:grpSpPr>
          <a:xfrm>
            <a:off x="951533" y="2321326"/>
            <a:ext cx="10288933" cy="3451024"/>
            <a:chOff x="1093892" y="2490422"/>
            <a:chExt cx="10288933" cy="3451024"/>
          </a:xfrm>
        </p:grpSpPr>
        <p:grpSp>
          <p:nvGrpSpPr>
            <p:cNvPr id="17" name="48691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228221" y="2490422"/>
              <a:ext cx="10026246" cy="2622666"/>
              <a:chOff x="1228221" y="2490422"/>
              <a:chExt cx="10026246" cy="2622666"/>
            </a:xfrm>
          </p:grpSpPr>
          <p:sp>
            <p:nvSpPr>
              <p:cNvPr id="34" name="îsľîḋê"/>
              <p:cNvSpPr/>
              <p:nvPr/>
            </p:nvSpPr>
            <p:spPr>
              <a:xfrm>
                <a:off x="1815021" y="2490422"/>
                <a:ext cx="559889" cy="560000"/>
              </a:xfrm>
              <a:custGeom>
                <a:avLst/>
                <a:gdLst>
                  <a:gd name="T0" fmla="*/ 8489 w 10666"/>
                  <a:gd name="T1" fmla="*/ 4800 h 10666"/>
                  <a:gd name="T2" fmla="*/ 5866 w 10666"/>
                  <a:gd name="T3" fmla="*/ 2177 h 10666"/>
                  <a:gd name="T4" fmla="*/ 5866 w 10666"/>
                  <a:gd name="T5" fmla="*/ 2666 h 10666"/>
                  <a:gd name="T6" fmla="*/ 5333 w 10666"/>
                  <a:gd name="T7" fmla="*/ 3200 h 10666"/>
                  <a:gd name="T8" fmla="*/ 4800 w 10666"/>
                  <a:gd name="T9" fmla="*/ 2666 h 10666"/>
                  <a:gd name="T10" fmla="*/ 4800 w 10666"/>
                  <a:gd name="T11" fmla="*/ 2177 h 10666"/>
                  <a:gd name="T12" fmla="*/ 2177 w 10666"/>
                  <a:gd name="T13" fmla="*/ 4800 h 10666"/>
                  <a:gd name="T14" fmla="*/ 2666 w 10666"/>
                  <a:gd name="T15" fmla="*/ 4800 h 10666"/>
                  <a:gd name="T16" fmla="*/ 3200 w 10666"/>
                  <a:gd name="T17" fmla="*/ 5333 h 10666"/>
                  <a:gd name="T18" fmla="*/ 2666 w 10666"/>
                  <a:gd name="T19" fmla="*/ 5866 h 10666"/>
                  <a:gd name="T20" fmla="*/ 2177 w 10666"/>
                  <a:gd name="T21" fmla="*/ 5866 h 10666"/>
                  <a:gd name="T22" fmla="*/ 4800 w 10666"/>
                  <a:gd name="T23" fmla="*/ 8489 h 10666"/>
                  <a:gd name="T24" fmla="*/ 4800 w 10666"/>
                  <a:gd name="T25" fmla="*/ 8000 h 10666"/>
                  <a:gd name="T26" fmla="*/ 5333 w 10666"/>
                  <a:gd name="T27" fmla="*/ 7466 h 10666"/>
                  <a:gd name="T28" fmla="*/ 5866 w 10666"/>
                  <a:gd name="T29" fmla="*/ 8000 h 10666"/>
                  <a:gd name="T30" fmla="*/ 5866 w 10666"/>
                  <a:gd name="T31" fmla="*/ 10133 h 10666"/>
                  <a:gd name="T32" fmla="*/ 5333 w 10666"/>
                  <a:gd name="T33" fmla="*/ 10666 h 10666"/>
                  <a:gd name="T34" fmla="*/ 4800 w 10666"/>
                  <a:gd name="T35" fmla="*/ 10133 h 10666"/>
                  <a:gd name="T36" fmla="*/ 4800 w 10666"/>
                  <a:gd name="T37" fmla="*/ 9567 h 10666"/>
                  <a:gd name="T38" fmla="*/ 1099 w 10666"/>
                  <a:gd name="T39" fmla="*/ 5866 h 10666"/>
                  <a:gd name="T40" fmla="*/ 533 w 10666"/>
                  <a:gd name="T41" fmla="*/ 5866 h 10666"/>
                  <a:gd name="T42" fmla="*/ 0 w 10666"/>
                  <a:gd name="T43" fmla="*/ 5333 h 10666"/>
                  <a:gd name="T44" fmla="*/ 533 w 10666"/>
                  <a:gd name="T45" fmla="*/ 4800 h 10666"/>
                  <a:gd name="T46" fmla="*/ 1099 w 10666"/>
                  <a:gd name="T47" fmla="*/ 4800 h 10666"/>
                  <a:gd name="T48" fmla="*/ 4800 w 10666"/>
                  <a:gd name="T49" fmla="*/ 1099 h 10666"/>
                  <a:gd name="T50" fmla="*/ 4800 w 10666"/>
                  <a:gd name="T51" fmla="*/ 533 h 10666"/>
                  <a:gd name="T52" fmla="*/ 5333 w 10666"/>
                  <a:gd name="T53" fmla="*/ 0 h 10666"/>
                  <a:gd name="T54" fmla="*/ 5866 w 10666"/>
                  <a:gd name="T55" fmla="*/ 533 h 10666"/>
                  <a:gd name="T56" fmla="*/ 5866 w 10666"/>
                  <a:gd name="T57" fmla="*/ 1099 h 10666"/>
                  <a:gd name="T58" fmla="*/ 9567 w 10666"/>
                  <a:gd name="T59" fmla="*/ 4800 h 10666"/>
                  <a:gd name="T60" fmla="*/ 10133 w 10666"/>
                  <a:gd name="T61" fmla="*/ 4800 h 10666"/>
                  <a:gd name="T62" fmla="*/ 10666 w 10666"/>
                  <a:gd name="T63" fmla="*/ 5333 h 10666"/>
                  <a:gd name="T64" fmla="*/ 10133 w 10666"/>
                  <a:gd name="T65" fmla="*/ 5866 h 10666"/>
                  <a:gd name="T66" fmla="*/ 9567 w 10666"/>
                  <a:gd name="T67" fmla="*/ 5866 h 10666"/>
                  <a:gd name="T68" fmla="*/ 7480 w 10666"/>
                  <a:gd name="T69" fmla="*/ 9021 h 10666"/>
                  <a:gd name="T70" fmla="*/ 6750 w 10666"/>
                  <a:gd name="T71" fmla="*/ 8829 h 10666"/>
                  <a:gd name="T72" fmla="*/ 6943 w 10666"/>
                  <a:gd name="T73" fmla="*/ 8099 h 10666"/>
                  <a:gd name="T74" fmla="*/ 8489 w 10666"/>
                  <a:gd name="T75" fmla="*/ 5866 h 10666"/>
                  <a:gd name="T76" fmla="*/ 8000 w 10666"/>
                  <a:gd name="T77" fmla="*/ 5866 h 10666"/>
                  <a:gd name="T78" fmla="*/ 7466 w 10666"/>
                  <a:gd name="T79" fmla="*/ 5333 h 10666"/>
                  <a:gd name="T80" fmla="*/ 8000 w 10666"/>
                  <a:gd name="T81" fmla="*/ 4800 h 10666"/>
                  <a:gd name="T82" fmla="*/ 8489 w 10666"/>
                  <a:gd name="T83" fmla="*/ 4800 h 10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666" h="10666">
                    <a:moveTo>
                      <a:pt x="8489" y="4800"/>
                    </a:moveTo>
                    <a:cubicBezTo>
                      <a:pt x="8261" y="3457"/>
                      <a:pt x="7209" y="2405"/>
                      <a:pt x="5866" y="2177"/>
                    </a:cubicBezTo>
                    <a:lnTo>
                      <a:pt x="5866" y="2666"/>
                    </a:lnTo>
                    <a:cubicBezTo>
                      <a:pt x="5866" y="2961"/>
                      <a:pt x="5628" y="3200"/>
                      <a:pt x="5333" y="3200"/>
                    </a:cubicBezTo>
                    <a:cubicBezTo>
                      <a:pt x="5038" y="3200"/>
                      <a:pt x="4800" y="2961"/>
                      <a:pt x="4800" y="2666"/>
                    </a:cubicBezTo>
                    <a:lnTo>
                      <a:pt x="4800" y="2177"/>
                    </a:lnTo>
                    <a:cubicBezTo>
                      <a:pt x="3457" y="2405"/>
                      <a:pt x="2405" y="3457"/>
                      <a:pt x="2177" y="4800"/>
                    </a:cubicBezTo>
                    <a:lnTo>
                      <a:pt x="2666" y="4800"/>
                    </a:lnTo>
                    <a:cubicBezTo>
                      <a:pt x="2961" y="4800"/>
                      <a:pt x="3200" y="5038"/>
                      <a:pt x="3200" y="5333"/>
                    </a:cubicBezTo>
                    <a:cubicBezTo>
                      <a:pt x="3200" y="5628"/>
                      <a:pt x="2961" y="5866"/>
                      <a:pt x="2666" y="5866"/>
                    </a:cubicBezTo>
                    <a:lnTo>
                      <a:pt x="2177" y="5866"/>
                    </a:lnTo>
                    <a:cubicBezTo>
                      <a:pt x="2405" y="7209"/>
                      <a:pt x="3457" y="8261"/>
                      <a:pt x="4800" y="8489"/>
                    </a:cubicBezTo>
                    <a:lnTo>
                      <a:pt x="4800" y="8000"/>
                    </a:lnTo>
                    <a:cubicBezTo>
                      <a:pt x="4800" y="7705"/>
                      <a:pt x="5038" y="7466"/>
                      <a:pt x="5333" y="7466"/>
                    </a:cubicBezTo>
                    <a:cubicBezTo>
                      <a:pt x="5628" y="7466"/>
                      <a:pt x="5866" y="7705"/>
                      <a:pt x="5866" y="8000"/>
                    </a:cubicBezTo>
                    <a:lnTo>
                      <a:pt x="5866" y="10133"/>
                    </a:lnTo>
                    <a:cubicBezTo>
                      <a:pt x="5866" y="10428"/>
                      <a:pt x="5628" y="10666"/>
                      <a:pt x="5333" y="10666"/>
                    </a:cubicBezTo>
                    <a:cubicBezTo>
                      <a:pt x="5038" y="10666"/>
                      <a:pt x="4800" y="10428"/>
                      <a:pt x="4800" y="10133"/>
                    </a:cubicBezTo>
                    <a:lnTo>
                      <a:pt x="4800" y="9567"/>
                    </a:lnTo>
                    <a:cubicBezTo>
                      <a:pt x="2866" y="9322"/>
                      <a:pt x="1344" y="7800"/>
                      <a:pt x="1099" y="5866"/>
                    </a:cubicBezTo>
                    <a:lnTo>
                      <a:pt x="533" y="5866"/>
                    </a:lnTo>
                    <a:cubicBezTo>
                      <a:pt x="238" y="5866"/>
                      <a:pt x="0" y="5628"/>
                      <a:pt x="0" y="5333"/>
                    </a:cubicBezTo>
                    <a:cubicBezTo>
                      <a:pt x="0" y="5038"/>
                      <a:pt x="238" y="4800"/>
                      <a:pt x="533" y="4800"/>
                    </a:cubicBezTo>
                    <a:lnTo>
                      <a:pt x="1099" y="4800"/>
                    </a:lnTo>
                    <a:cubicBezTo>
                      <a:pt x="1344" y="2866"/>
                      <a:pt x="2866" y="1344"/>
                      <a:pt x="4800" y="1099"/>
                    </a:cubicBezTo>
                    <a:lnTo>
                      <a:pt x="4800" y="533"/>
                    </a:lnTo>
                    <a:cubicBezTo>
                      <a:pt x="4800" y="238"/>
                      <a:pt x="5038" y="0"/>
                      <a:pt x="5333" y="0"/>
                    </a:cubicBezTo>
                    <a:cubicBezTo>
                      <a:pt x="5628" y="0"/>
                      <a:pt x="5866" y="238"/>
                      <a:pt x="5866" y="533"/>
                    </a:cubicBezTo>
                    <a:lnTo>
                      <a:pt x="5866" y="1099"/>
                    </a:lnTo>
                    <a:cubicBezTo>
                      <a:pt x="7800" y="1344"/>
                      <a:pt x="9322" y="2866"/>
                      <a:pt x="9567" y="4800"/>
                    </a:cubicBezTo>
                    <a:lnTo>
                      <a:pt x="10133" y="4800"/>
                    </a:lnTo>
                    <a:cubicBezTo>
                      <a:pt x="10428" y="4800"/>
                      <a:pt x="10666" y="5038"/>
                      <a:pt x="10666" y="5333"/>
                    </a:cubicBezTo>
                    <a:cubicBezTo>
                      <a:pt x="10666" y="5628"/>
                      <a:pt x="10428" y="5866"/>
                      <a:pt x="10133" y="5866"/>
                    </a:cubicBezTo>
                    <a:lnTo>
                      <a:pt x="9567" y="5866"/>
                    </a:lnTo>
                    <a:cubicBezTo>
                      <a:pt x="9401" y="7186"/>
                      <a:pt x="8629" y="8352"/>
                      <a:pt x="7480" y="9021"/>
                    </a:cubicBezTo>
                    <a:cubicBezTo>
                      <a:pt x="7225" y="9169"/>
                      <a:pt x="6899" y="9083"/>
                      <a:pt x="6750" y="8829"/>
                    </a:cubicBezTo>
                    <a:cubicBezTo>
                      <a:pt x="6602" y="8574"/>
                      <a:pt x="6688" y="8248"/>
                      <a:pt x="6943" y="8099"/>
                    </a:cubicBezTo>
                    <a:cubicBezTo>
                      <a:pt x="7764" y="7622"/>
                      <a:pt x="8331" y="6803"/>
                      <a:pt x="8489" y="5866"/>
                    </a:cubicBezTo>
                    <a:lnTo>
                      <a:pt x="8000" y="5866"/>
                    </a:lnTo>
                    <a:cubicBezTo>
                      <a:pt x="7705" y="5866"/>
                      <a:pt x="7466" y="5628"/>
                      <a:pt x="7466" y="5333"/>
                    </a:cubicBezTo>
                    <a:cubicBezTo>
                      <a:pt x="7466" y="5038"/>
                      <a:pt x="7705" y="4800"/>
                      <a:pt x="8000" y="4800"/>
                    </a:cubicBezTo>
                    <a:lnTo>
                      <a:pt x="8489" y="4800"/>
                    </a:lnTo>
                    <a:close/>
                  </a:path>
                </a:pathLst>
              </a:custGeom>
              <a:solidFill>
                <a:schemeClr val="tx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íšlíḓè"/>
              <p:cNvSpPr/>
              <p:nvPr/>
            </p:nvSpPr>
            <p:spPr>
              <a:xfrm>
                <a:off x="3888155" y="2515565"/>
                <a:ext cx="560000" cy="509713"/>
              </a:xfrm>
              <a:custGeom>
                <a:avLst/>
                <a:gdLst>
                  <a:gd name="T0" fmla="*/ 3109 w 10718"/>
                  <a:gd name="T1" fmla="*/ 1176 h 9755"/>
                  <a:gd name="T2" fmla="*/ 8000 w 10718"/>
                  <a:gd name="T3" fmla="*/ 1176 h 9755"/>
                  <a:gd name="T4" fmla="*/ 8533 w 10718"/>
                  <a:gd name="T5" fmla="*/ 1709 h 9755"/>
                  <a:gd name="T6" fmla="*/ 8533 w 10718"/>
                  <a:gd name="T7" fmla="*/ 4909 h 9755"/>
                  <a:gd name="T8" fmla="*/ 8000 w 10718"/>
                  <a:gd name="T9" fmla="*/ 5442 h 9755"/>
                  <a:gd name="T10" fmla="*/ 3200 w 10718"/>
                  <a:gd name="T11" fmla="*/ 5442 h 9755"/>
                  <a:gd name="T12" fmla="*/ 3200 w 10718"/>
                  <a:gd name="T13" fmla="*/ 7576 h 9755"/>
                  <a:gd name="T14" fmla="*/ 7466 w 10718"/>
                  <a:gd name="T15" fmla="*/ 7576 h 9755"/>
                  <a:gd name="T16" fmla="*/ 8000 w 10718"/>
                  <a:gd name="T17" fmla="*/ 8109 h 9755"/>
                  <a:gd name="T18" fmla="*/ 7466 w 10718"/>
                  <a:gd name="T19" fmla="*/ 8642 h 9755"/>
                  <a:gd name="T20" fmla="*/ 2666 w 10718"/>
                  <a:gd name="T21" fmla="*/ 8642 h 9755"/>
                  <a:gd name="T22" fmla="*/ 2133 w 10718"/>
                  <a:gd name="T23" fmla="*/ 8109 h 9755"/>
                  <a:gd name="T24" fmla="*/ 2133 w 10718"/>
                  <a:gd name="T25" fmla="*/ 4909 h 9755"/>
                  <a:gd name="T26" fmla="*/ 2666 w 10718"/>
                  <a:gd name="T27" fmla="*/ 4376 h 9755"/>
                  <a:gd name="T28" fmla="*/ 7466 w 10718"/>
                  <a:gd name="T29" fmla="*/ 4376 h 9755"/>
                  <a:gd name="T30" fmla="*/ 7466 w 10718"/>
                  <a:gd name="T31" fmla="*/ 2242 h 9755"/>
                  <a:gd name="T32" fmla="*/ 3109 w 10718"/>
                  <a:gd name="T33" fmla="*/ 2242 h 9755"/>
                  <a:gd name="T34" fmla="*/ 1329 w 10718"/>
                  <a:gd name="T35" fmla="*/ 3286 h 9755"/>
                  <a:gd name="T36" fmla="*/ 0 w 10718"/>
                  <a:gd name="T37" fmla="*/ 1709 h 9755"/>
                  <a:gd name="T38" fmla="*/ 1329 w 10718"/>
                  <a:gd name="T39" fmla="*/ 132 h 9755"/>
                  <a:gd name="T40" fmla="*/ 3109 w 10718"/>
                  <a:gd name="T41" fmla="*/ 1176 h 9755"/>
                  <a:gd name="T42" fmla="*/ 1600 w 10718"/>
                  <a:gd name="T43" fmla="*/ 2242 h 9755"/>
                  <a:gd name="T44" fmla="*/ 2133 w 10718"/>
                  <a:gd name="T45" fmla="*/ 1709 h 9755"/>
                  <a:gd name="T46" fmla="*/ 1600 w 10718"/>
                  <a:gd name="T47" fmla="*/ 1176 h 9755"/>
                  <a:gd name="T48" fmla="*/ 1066 w 10718"/>
                  <a:gd name="T49" fmla="*/ 1709 h 9755"/>
                  <a:gd name="T50" fmla="*/ 1600 w 10718"/>
                  <a:gd name="T51" fmla="*/ 2242 h 9755"/>
                  <a:gd name="T52" fmla="*/ 8689 w 10718"/>
                  <a:gd name="T53" fmla="*/ 7419 h 9755"/>
                  <a:gd name="T54" fmla="*/ 8696 w 10718"/>
                  <a:gd name="T55" fmla="*/ 6672 h 9755"/>
                  <a:gd name="T56" fmla="*/ 9443 w 10718"/>
                  <a:gd name="T57" fmla="*/ 6665 h 9755"/>
                  <a:gd name="T58" fmla="*/ 10510 w 10718"/>
                  <a:gd name="T59" fmla="*/ 7732 h 9755"/>
                  <a:gd name="T60" fmla="*/ 10510 w 10718"/>
                  <a:gd name="T61" fmla="*/ 8486 h 9755"/>
                  <a:gd name="T62" fmla="*/ 9443 w 10718"/>
                  <a:gd name="T63" fmla="*/ 9553 h 9755"/>
                  <a:gd name="T64" fmla="*/ 8696 w 10718"/>
                  <a:gd name="T65" fmla="*/ 9546 h 9755"/>
                  <a:gd name="T66" fmla="*/ 8689 w 10718"/>
                  <a:gd name="T67" fmla="*/ 8799 h 9755"/>
                  <a:gd name="T68" fmla="*/ 9379 w 10718"/>
                  <a:gd name="T69" fmla="*/ 8109 h 9755"/>
                  <a:gd name="T70" fmla="*/ 8689 w 10718"/>
                  <a:gd name="T71" fmla="*/ 7419 h 9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718" h="9755">
                    <a:moveTo>
                      <a:pt x="3109" y="1176"/>
                    </a:moveTo>
                    <a:lnTo>
                      <a:pt x="8000" y="1176"/>
                    </a:lnTo>
                    <a:cubicBezTo>
                      <a:pt x="8294" y="1176"/>
                      <a:pt x="8533" y="1414"/>
                      <a:pt x="8533" y="1709"/>
                    </a:cubicBezTo>
                    <a:lnTo>
                      <a:pt x="8533" y="4909"/>
                    </a:lnTo>
                    <a:cubicBezTo>
                      <a:pt x="8533" y="5204"/>
                      <a:pt x="8294" y="5442"/>
                      <a:pt x="8000" y="5442"/>
                    </a:cubicBezTo>
                    <a:lnTo>
                      <a:pt x="3200" y="5442"/>
                    </a:lnTo>
                    <a:lnTo>
                      <a:pt x="3200" y="7576"/>
                    </a:lnTo>
                    <a:lnTo>
                      <a:pt x="7466" y="7576"/>
                    </a:lnTo>
                    <a:cubicBezTo>
                      <a:pt x="7761" y="7576"/>
                      <a:pt x="8000" y="7814"/>
                      <a:pt x="8000" y="8109"/>
                    </a:cubicBezTo>
                    <a:cubicBezTo>
                      <a:pt x="8000" y="8404"/>
                      <a:pt x="7761" y="8642"/>
                      <a:pt x="7466" y="8642"/>
                    </a:cubicBezTo>
                    <a:lnTo>
                      <a:pt x="2666" y="8642"/>
                    </a:lnTo>
                    <a:cubicBezTo>
                      <a:pt x="2372" y="8642"/>
                      <a:pt x="2133" y="8404"/>
                      <a:pt x="2133" y="8109"/>
                    </a:cubicBezTo>
                    <a:lnTo>
                      <a:pt x="2133" y="4909"/>
                    </a:lnTo>
                    <a:cubicBezTo>
                      <a:pt x="2133" y="4614"/>
                      <a:pt x="2372" y="4376"/>
                      <a:pt x="2666" y="4376"/>
                    </a:cubicBezTo>
                    <a:lnTo>
                      <a:pt x="7466" y="4376"/>
                    </a:lnTo>
                    <a:lnTo>
                      <a:pt x="7466" y="2242"/>
                    </a:lnTo>
                    <a:lnTo>
                      <a:pt x="3109" y="2242"/>
                    </a:lnTo>
                    <a:cubicBezTo>
                      <a:pt x="2849" y="2977"/>
                      <a:pt x="2098" y="3418"/>
                      <a:pt x="1329" y="3286"/>
                    </a:cubicBezTo>
                    <a:cubicBezTo>
                      <a:pt x="561" y="3155"/>
                      <a:pt x="0" y="2489"/>
                      <a:pt x="0" y="1709"/>
                    </a:cubicBezTo>
                    <a:cubicBezTo>
                      <a:pt x="0" y="929"/>
                      <a:pt x="561" y="263"/>
                      <a:pt x="1329" y="132"/>
                    </a:cubicBezTo>
                    <a:cubicBezTo>
                      <a:pt x="2098" y="0"/>
                      <a:pt x="2849" y="441"/>
                      <a:pt x="3109" y="1176"/>
                    </a:cubicBezTo>
                    <a:close/>
                    <a:moveTo>
                      <a:pt x="1600" y="2242"/>
                    </a:moveTo>
                    <a:cubicBezTo>
                      <a:pt x="1894" y="2242"/>
                      <a:pt x="2133" y="2004"/>
                      <a:pt x="2133" y="1709"/>
                    </a:cubicBezTo>
                    <a:cubicBezTo>
                      <a:pt x="2133" y="1414"/>
                      <a:pt x="1894" y="1176"/>
                      <a:pt x="1600" y="1176"/>
                    </a:cubicBezTo>
                    <a:cubicBezTo>
                      <a:pt x="1305" y="1176"/>
                      <a:pt x="1066" y="1414"/>
                      <a:pt x="1066" y="1709"/>
                    </a:cubicBezTo>
                    <a:cubicBezTo>
                      <a:pt x="1066" y="2004"/>
                      <a:pt x="1305" y="2242"/>
                      <a:pt x="1600" y="2242"/>
                    </a:cubicBezTo>
                    <a:close/>
                    <a:moveTo>
                      <a:pt x="8689" y="7419"/>
                    </a:moveTo>
                    <a:cubicBezTo>
                      <a:pt x="8487" y="7210"/>
                      <a:pt x="8490" y="6877"/>
                      <a:pt x="8696" y="6672"/>
                    </a:cubicBezTo>
                    <a:cubicBezTo>
                      <a:pt x="8901" y="6466"/>
                      <a:pt x="9234" y="6463"/>
                      <a:pt x="9443" y="6665"/>
                    </a:cubicBezTo>
                    <a:lnTo>
                      <a:pt x="10510" y="7732"/>
                    </a:lnTo>
                    <a:cubicBezTo>
                      <a:pt x="10718" y="7940"/>
                      <a:pt x="10718" y="8278"/>
                      <a:pt x="10510" y="8486"/>
                    </a:cubicBezTo>
                    <a:lnTo>
                      <a:pt x="9443" y="9553"/>
                    </a:lnTo>
                    <a:cubicBezTo>
                      <a:pt x="9234" y="9755"/>
                      <a:pt x="8901" y="9752"/>
                      <a:pt x="8696" y="9546"/>
                    </a:cubicBezTo>
                    <a:cubicBezTo>
                      <a:pt x="8490" y="9341"/>
                      <a:pt x="8487" y="9008"/>
                      <a:pt x="8689" y="8799"/>
                    </a:cubicBezTo>
                    <a:lnTo>
                      <a:pt x="9379" y="8109"/>
                    </a:lnTo>
                    <a:lnTo>
                      <a:pt x="8689" y="7419"/>
                    </a:ln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îS1íḓè"/>
              <p:cNvSpPr/>
              <p:nvPr/>
            </p:nvSpPr>
            <p:spPr>
              <a:xfrm>
                <a:off x="5961399" y="2490422"/>
                <a:ext cx="559889" cy="560000"/>
              </a:xfrm>
              <a:custGeom>
                <a:avLst/>
                <a:gdLst>
                  <a:gd name="T0" fmla="*/ 9568 w 10667"/>
                  <a:gd name="T1" fmla="*/ 5866 h 10667"/>
                  <a:gd name="T2" fmla="*/ 9067 w 10667"/>
                  <a:gd name="T3" fmla="*/ 5866 h 10667"/>
                  <a:gd name="T4" fmla="*/ 8534 w 10667"/>
                  <a:gd name="T5" fmla="*/ 5333 h 10667"/>
                  <a:gd name="T6" fmla="*/ 9067 w 10667"/>
                  <a:gd name="T7" fmla="*/ 4800 h 10667"/>
                  <a:gd name="T8" fmla="*/ 9568 w 10667"/>
                  <a:gd name="T9" fmla="*/ 4800 h 10667"/>
                  <a:gd name="T10" fmla="*/ 5867 w 10667"/>
                  <a:gd name="T11" fmla="*/ 1099 h 10667"/>
                  <a:gd name="T12" fmla="*/ 5867 w 10667"/>
                  <a:gd name="T13" fmla="*/ 1600 h 10667"/>
                  <a:gd name="T14" fmla="*/ 5334 w 10667"/>
                  <a:gd name="T15" fmla="*/ 2133 h 10667"/>
                  <a:gd name="T16" fmla="*/ 4801 w 10667"/>
                  <a:gd name="T17" fmla="*/ 1600 h 10667"/>
                  <a:gd name="T18" fmla="*/ 4801 w 10667"/>
                  <a:gd name="T19" fmla="*/ 1099 h 10667"/>
                  <a:gd name="T20" fmla="*/ 1100 w 10667"/>
                  <a:gd name="T21" fmla="*/ 4800 h 10667"/>
                  <a:gd name="T22" fmla="*/ 1601 w 10667"/>
                  <a:gd name="T23" fmla="*/ 4800 h 10667"/>
                  <a:gd name="T24" fmla="*/ 2134 w 10667"/>
                  <a:gd name="T25" fmla="*/ 5333 h 10667"/>
                  <a:gd name="T26" fmla="*/ 1601 w 10667"/>
                  <a:gd name="T27" fmla="*/ 5866 h 10667"/>
                  <a:gd name="T28" fmla="*/ 534 w 10667"/>
                  <a:gd name="T29" fmla="*/ 5866 h 10667"/>
                  <a:gd name="T30" fmla="*/ 1 w 10667"/>
                  <a:gd name="T31" fmla="*/ 5333 h 10667"/>
                  <a:gd name="T32" fmla="*/ 5334 w 10667"/>
                  <a:gd name="T33" fmla="*/ 0 h 10667"/>
                  <a:gd name="T34" fmla="*/ 10667 w 10667"/>
                  <a:gd name="T35" fmla="*/ 5333 h 10667"/>
                  <a:gd name="T36" fmla="*/ 5334 w 10667"/>
                  <a:gd name="T37" fmla="*/ 10666 h 10667"/>
                  <a:gd name="T38" fmla="*/ 637 w 10667"/>
                  <a:gd name="T39" fmla="*/ 7861 h 10667"/>
                  <a:gd name="T40" fmla="*/ 853 w 10667"/>
                  <a:gd name="T41" fmla="*/ 7138 h 10667"/>
                  <a:gd name="T42" fmla="*/ 1576 w 10667"/>
                  <a:gd name="T43" fmla="*/ 7354 h 10667"/>
                  <a:gd name="T44" fmla="*/ 6115 w 10667"/>
                  <a:gd name="T45" fmla="*/ 9528 h 10667"/>
                  <a:gd name="T46" fmla="*/ 9568 w 10667"/>
                  <a:gd name="T47" fmla="*/ 5866 h 10667"/>
                  <a:gd name="T48" fmla="*/ 7445 w 10667"/>
                  <a:gd name="T49" fmla="*/ 3885 h 10667"/>
                  <a:gd name="T50" fmla="*/ 6465 w 10667"/>
                  <a:gd name="T51" fmla="*/ 6464 h 10667"/>
                  <a:gd name="T52" fmla="*/ 4171 w 10667"/>
                  <a:gd name="T53" fmla="*/ 6496 h 10667"/>
                  <a:gd name="T54" fmla="*/ 4203 w 10667"/>
                  <a:gd name="T55" fmla="*/ 4202 h 10667"/>
                  <a:gd name="T56" fmla="*/ 6783 w 10667"/>
                  <a:gd name="T57" fmla="*/ 3222 h 10667"/>
                  <a:gd name="T58" fmla="*/ 7446 w 10667"/>
                  <a:gd name="T59" fmla="*/ 3886 h 10667"/>
                  <a:gd name="T60" fmla="*/ 7445 w 10667"/>
                  <a:gd name="T61" fmla="*/ 3885 h 10667"/>
                  <a:gd name="T62" fmla="*/ 4957 w 10667"/>
                  <a:gd name="T63" fmla="*/ 4956 h 10667"/>
                  <a:gd name="T64" fmla="*/ 4963 w 10667"/>
                  <a:gd name="T65" fmla="*/ 5704 h 10667"/>
                  <a:gd name="T66" fmla="*/ 5711 w 10667"/>
                  <a:gd name="T67" fmla="*/ 5710 h 10667"/>
                  <a:gd name="T68" fmla="*/ 6128 w 10667"/>
                  <a:gd name="T69" fmla="*/ 4539 h 10667"/>
                  <a:gd name="T70" fmla="*/ 4957 w 10667"/>
                  <a:gd name="T71" fmla="*/ 4955 h 10667"/>
                  <a:gd name="T72" fmla="*/ 4957 w 10667"/>
                  <a:gd name="T73" fmla="*/ 4956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667" h="10667">
                    <a:moveTo>
                      <a:pt x="9568" y="5866"/>
                    </a:moveTo>
                    <a:lnTo>
                      <a:pt x="9067" y="5866"/>
                    </a:lnTo>
                    <a:cubicBezTo>
                      <a:pt x="8773" y="5866"/>
                      <a:pt x="8534" y="5628"/>
                      <a:pt x="8534" y="5333"/>
                    </a:cubicBezTo>
                    <a:cubicBezTo>
                      <a:pt x="8534" y="5038"/>
                      <a:pt x="8773" y="4800"/>
                      <a:pt x="9067" y="4800"/>
                    </a:cubicBezTo>
                    <a:lnTo>
                      <a:pt x="9568" y="4800"/>
                    </a:lnTo>
                    <a:cubicBezTo>
                      <a:pt x="9323" y="2866"/>
                      <a:pt x="7801" y="1344"/>
                      <a:pt x="5867" y="1099"/>
                    </a:cubicBezTo>
                    <a:lnTo>
                      <a:pt x="5867" y="1600"/>
                    </a:lnTo>
                    <a:cubicBezTo>
                      <a:pt x="5867" y="1894"/>
                      <a:pt x="5629" y="2133"/>
                      <a:pt x="5334" y="2133"/>
                    </a:cubicBezTo>
                    <a:cubicBezTo>
                      <a:pt x="5039" y="2133"/>
                      <a:pt x="4801" y="1894"/>
                      <a:pt x="4801" y="1600"/>
                    </a:cubicBezTo>
                    <a:lnTo>
                      <a:pt x="4801" y="1099"/>
                    </a:lnTo>
                    <a:cubicBezTo>
                      <a:pt x="2867" y="1344"/>
                      <a:pt x="1345" y="2866"/>
                      <a:pt x="1100" y="4800"/>
                    </a:cubicBezTo>
                    <a:lnTo>
                      <a:pt x="1601" y="4800"/>
                    </a:lnTo>
                    <a:cubicBezTo>
                      <a:pt x="1895" y="4800"/>
                      <a:pt x="2134" y="5038"/>
                      <a:pt x="2134" y="5333"/>
                    </a:cubicBezTo>
                    <a:cubicBezTo>
                      <a:pt x="2134" y="5628"/>
                      <a:pt x="1895" y="5866"/>
                      <a:pt x="1601" y="5866"/>
                    </a:cubicBezTo>
                    <a:lnTo>
                      <a:pt x="534" y="5866"/>
                    </a:lnTo>
                    <a:cubicBezTo>
                      <a:pt x="239" y="5867"/>
                      <a:pt x="0" y="5628"/>
                      <a:pt x="1" y="5333"/>
                    </a:cubicBezTo>
                    <a:cubicBezTo>
                      <a:pt x="1" y="2387"/>
                      <a:pt x="2388" y="0"/>
                      <a:pt x="5334" y="0"/>
                    </a:cubicBezTo>
                    <a:cubicBezTo>
                      <a:pt x="8280" y="0"/>
                      <a:pt x="10667" y="2387"/>
                      <a:pt x="10667" y="5333"/>
                    </a:cubicBezTo>
                    <a:cubicBezTo>
                      <a:pt x="10667" y="8279"/>
                      <a:pt x="8280" y="10666"/>
                      <a:pt x="5334" y="10666"/>
                    </a:cubicBezTo>
                    <a:cubicBezTo>
                      <a:pt x="3371" y="10667"/>
                      <a:pt x="1567" y="9589"/>
                      <a:pt x="637" y="7861"/>
                    </a:cubicBezTo>
                    <a:cubicBezTo>
                      <a:pt x="497" y="7602"/>
                      <a:pt x="594" y="7278"/>
                      <a:pt x="853" y="7138"/>
                    </a:cubicBezTo>
                    <a:cubicBezTo>
                      <a:pt x="1112" y="6998"/>
                      <a:pt x="1436" y="7095"/>
                      <a:pt x="1576" y="7354"/>
                    </a:cubicBezTo>
                    <a:cubicBezTo>
                      <a:pt x="2455" y="8989"/>
                      <a:pt x="4290" y="9868"/>
                      <a:pt x="6115" y="9528"/>
                    </a:cubicBezTo>
                    <a:cubicBezTo>
                      <a:pt x="7940" y="9189"/>
                      <a:pt x="9336" y="7708"/>
                      <a:pt x="9568" y="5866"/>
                    </a:cubicBezTo>
                    <a:close/>
                    <a:moveTo>
                      <a:pt x="7445" y="3885"/>
                    </a:moveTo>
                    <a:cubicBezTo>
                      <a:pt x="6972" y="5477"/>
                      <a:pt x="6703" y="6226"/>
                      <a:pt x="6465" y="6464"/>
                    </a:cubicBezTo>
                    <a:cubicBezTo>
                      <a:pt x="5846" y="7119"/>
                      <a:pt x="4809" y="7133"/>
                      <a:pt x="4171" y="6496"/>
                    </a:cubicBezTo>
                    <a:cubicBezTo>
                      <a:pt x="3534" y="5859"/>
                      <a:pt x="3549" y="4822"/>
                      <a:pt x="4203" y="4202"/>
                    </a:cubicBezTo>
                    <a:cubicBezTo>
                      <a:pt x="4441" y="3964"/>
                      <a:pt x="5190" y="3696"/>
                      <a:pt x="6783" y="3222"/>
                    </a:cubicBezTo>
                    <a:cubicBezTo>
                      <a:pt x="7189" y="3101"/>
                      <a:pt x="7567" y="3479"/>
                      <a:pt x="7446" y="3886"/>
                    </a:cubicBezTo>
                    <a:lnTo>
                      <a:pt x="7445" y="3885"/>
                    </a:lnTo>
                    <a:close/>
                    <a:moveTo>
                      <a:pt x="4957" y="4956"/>
                    </a:moveTo>
                    <a:cubicBezTo>
                      <a:pt x="4755" y="5165"/>
                      <a:pt x="4758" y="5498"/>
                      <a:pt x="4963" y="5704"/>
                    </a:cubicBezTo>
                    <a:cubicBezTo>
                      <a:pt x="5169" y="5909"/>
                      <a:pt x="5502" y="5912"/>
                      <a:pt x="5711" y="5710"/>
                    </a:cubicBezTo>
                    <a:cubicBezTo>
                      <a:pt x="5740" y="5681"/>
                      <a:pt x="5900" y="5250"/>
                      <a:pt x="6128" y="4539"/>
                    </a:cubicBezTo>
                    <a:cubicBezTo>
                      <a:pt x="5417" y="4767"/>
                      <a:pt x="4986" y="4927"/>
                      <a:pt x="4957" y="4955"/>
                    </a:cubicBezTo>
                    <a:lnTo>
                      <a:pt x="4957" y="4956"/>
                    </a:ln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íṩļiďê"/>
              <p:cNvSpPr/>
              <p:nvPr/>
            </p:nvSpPr>
            <p:spPr>
              <a:xfrm>
                <a:off x="8089475" y="2490422"/>
                <a:ext cx="450116" cy="560000"/>
              </a:xfrm>
              <a:custGeom>
                <a:avLst/>
                <a:gdLst>
                  <a:gd name="T0" fmla="*/ 7467 w 8594"/>
                  <a:gd name="T1" fmla="*/ 3954 h 10690"/>
                  <a:gd name="T2" fmla="*/ 4644 w 8594"/>
                  <a:gd name="T3" fmla="*/ 6777 h 10690"/>
                  <a:gd name="T4" fmla="*/ 3890 w 8594"/>
                  <a:gd name="T5" fmla="*/ 6777 h 10690"/>
                  <a:gd name="T6" fmla="*/ 2290 w 8594"/>
                  <a:gd name="T7" fmla="*/ 5177 h 10690"/>
                  <a:gd name="T8" fmla="*/ 2296 w 8594"/>
                  <a:gd name="T9" fmla="*/ 4429 h 10690"/>
                  <a:gd name="T10" fmla="*/ 3044 w 8594"/>
                  <a:gd name="T11" fmla="*/ 4423 h 10690"/>
                  <a:gd name="T12" fmla="*/ 4267 w 8594"/>
                  <a:gd name="T13" fmla="*/ 5646 h 10690"/>
                  <a:gd name="T14" fmla="*/ 7623 w 8594"/>
                  <a:gd name="T15" fmla="*/ 2289 h 10690"/>
                  <a:gd name="T16" fmla="*/ 8534 w 8594"/>
                  <a:gd name="T17" fmla="*/ 2666 h 10690"/>
                  <a:gd name="T18" fmla="*/ 8534 w 8594"/>
                  <a:gd name="T19" fmla="*/ 6762 h 10690"/>
                  <a:gd name="T20" fmla="*/ 7190 w 8594"/>
                  <a:gd name="T21" fmla="*/ 9076 h 10690"/>
                  <a:gd name="T22" fmla="*/ 4532 w 8594"/>
                  <a:gd name="T23" fmla="*/ 10596 h 10690"/>
                  <a:gd name="T24" fmla="*/ 4002 w 8594"/>
                  <a:gd name="T25" fmla="*/ 10596 h 10690"/>
                  <a:gd name="T26" fmla="*/ 1344 w 8594"/>
                  <a:gd name="T27" fmla="*/ 9076 h 10690"/>
                  <a:gd name="T28" fmla="*/ 0 w 8594"/>
                  <a:gd name="T29" fmla="*/ 6762 h 10690"/>
                  <a:gd name="T30" fmla="*/ 0 w 8594"/>
                  <a:gd name="T31" fmla="*/ 1066 h 10690"/>
                  <a:gd name="T32" fmla="*/ 387 w 8594"/>
                  <a:gd name="T33" fmla="*/ 553 h 10690"/>
                  <a:gd name="T34" fmla="*/ 4267 w 8594"/>
                  <a:gd name="T35" fmla="*/ 0 h 10690"/>
                  <a:gd name="T36" fmla="*/ 8147 w 8594"/>
                  <a:gd name="T37" fmla="*/ 553 h 10690"/>
                  <a:gd name="T38" fmla="*/ 8513 w 8594"/>
                  <a:gd name="T39" fmla="*/ 1213 h 10690"/>
                  <a:gd name="T40" fmla="*/ 7854 w 8594"/>
                  <a:gd name="T41" fmla="*/ 1579 h 10690"/>
                  <a:gd name="T42" fmla="*/ 4267 w 8594"/>
                  <a:gd name="T43" fmla="*/ 1066 h 10690"/>
                  <a:gd name="T44" fmla="*/ 1067 w 8594"/>
                  <a:gd name="T45" fmla="*/ 1474 h 10690"/>
                  <a:gd name="T46" fmla="*/ 1067 w 8594"/>
                  <a:gd name="T47" fmla="*/ 6762 h 10690"/>
                  <a:gd name="T48" fmla="*/ 1873 w 8594"/>
                  <a:gd name="T49" fmla="*/ 8151 h 10690"/>
                  <a:gd name="T50" fmla="*/ 4267 w 8594"/>
                  <a:gd name="T51" fmla="*/ 9519 h 10690"/>
                  <a:gd name="T52" fmla="*/ 6661 w 8594"/>
                  <a:gd name="T53" fmla="*/ 8151 h 10690"/>
                  <a:gd name="T54" fmla="*/ 7467 w 8594"/>
                  <a:gd name="T55" fmla="*/ 6762 h 10690"/>
                  <a:gd name="T56" fmla="*/ 7467 w 8594"/>
                  <a:gd name="T57" fmla="*/ 3954 h 10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594" h="10690">
                    <a:moveTo>
                      <a:pt x="7467" y="3954"/>
                    </a:moveTo>
                    <a:lnTo>
                      <a:pt x="4644" y="6777"/>
                    </a:lnTo>
                    <a:cubicBezTo>
                      <a:pt x="4436" y="6985"/>
                      <a:pt x="4098" y="6985"/>
                      <a:pt x="3890" y="6777"/>
                    </a:cubicBezTo>
                    <a:lnTo>
                      <a:pt x="2290" y="5177"/>
                    </a:lnTo>
                    <a:cubicBezTo>
                      <a:pt x="2088" y="4967"/>
                      <a:pt x="2091" y="4635"/>
                      <a:pt x="2296" y="4429"/>
                    </a:cubicBezTo>
                    <a:cubicBezTo>
                      <a:pt x="2502" y="4223"/>
                      <a:pt x="2835" y="4220"/>
                      <a:pt x="3044" y="4423"/>
                    </a:cubicBezTo>
                    <a:lnTo>
                      <a:pt x="4267" y="5646"/>
                    </a:lnTo>
                    <a:lnTo>
                      <a:pt x="7623" y="2289"/>
                    </a:lnTo>
                    <a:cubicBezTo>
                      <a:pt x="7959" y="1953"/>
                      <a:pt x="8534" y="2191"/>
                      <a:pt x="8534" y="2666"/>
                    </a:cubicBezTo>
                    <a:lnTo>
                      <a:pt x="8534" y="6762"/>
                    </a:lnTo>
                    <a:cubicBezTo>
                      <a:pt x="8533" y="7719"/>
                      <a:pt x="8020" y="8602"/>
                      <a:pt x="7190" y="9076"/>
                    </a:cubicBezTo>
                    <a:lnTo>
                      <a:pt x="4532" y="10596"/>
                    </a:lnTo>
                    <a:cubicBezTo>
                      <a:pt x="4368" y="10690"/>
                      <a:pt x="4166" y="10690"/>
                      <a:pt x="4002" y="10596"/>
                    </a:cubicBezTo>
                    <a:lnTo>
                      <a:pt x="1344" y="9076"/>
                    </a:lnTo>
                    <a:cubicBezTo>
                      <a:pt x="513" y="8602"/>
                      <a:pt x="1" y="7719"/>
                      <a:pt x="0" y="6762"/>
                    </a:cubicBezTo>
                    <a:lnTo>
                      <a:pt x="0" y="1066"/>
                    </a:lnTo>
                    <a:cubicBezTo>
                      <a:pt x="0" y="828"/>
                      <a:pt x="158" y="619"/>
                      <a:pt x="387" y="553"/>
                    </a:cubicBezTo>
                    <a:cubicBezTo>
                      <a:pt x="1648" y="189"/>
                      <a:pt x="2954" y="2"/>
                      <a:pt x="4267" y="0"/>
                    </a:cubicBezTo>
                    <a:cubicBezTo>
                      <a:pt x="5561" y="0"/>
                      <a:pt x="6855" y="185"/>
                      <a:pt x="8147" y="553"/>
                    </a:cubicBezTo>
                    <a:cubicBezTo>
                      <a:pt x="8430" y="634"/>
                      <a:pt x="8594" y="930"/>
                      <a:pt x="8513" y="1213"/>
                    </a:cubicBezTo>
                    <a:cubicBezTo>
                      <a:pt x="8432" y="1496"/>
                      <a:pt x="8137" y="1660"/>
                      <a:pt x="7854" y="1579"/>
                    </a:cubicBezTo>
                    <a:cubicBezTo>
                      <a:pt x="6688" y="1242"/>
                      <a:pt x="5481" y="1069"/>
                      <a:pt x="4267" y="1066"/>
                    </a:cubicBezTo>
                    <a:cubicBezTo>
                      <a:pt x="3201" y="1066"/>
                      <a:pt x="2135" y="1202"/>
                      <a:pt x="1067" y="1474"/>
                    </a:cubicBezTo>
                    <a:lnTo>
                      <a:pt x="1067" y="6762"/>
                    </a:lnTo>
                    <a:cubicBezTo>
                      <a:pt x="1067" y="7336"/>
                      <a:pt x="1375" y="7866"/>
                      <a:pt x="1873" y="8151"/>
                    </a:cubicBezTo>
                    <a:lnTo>
                      <a:pt x="4267" y="9519"/>
                    </a:lnTo>
                    <a:lnTo>
                      <a:pt x="6661" y="8151"/>
                    </a:lnTo>
                    <a:cubicBezTo>
                      <a:pt x="7159" y="7866"/>
                      <a:pt x="7467" y="7336"/>
                      <a:pt x="7467" y="6762"/>
                    </a:cubicBezTo>
                    <a:lnTo>
                      <a:pt x="7467" y="3954"/>
                    </a:ln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išlîďé"/>
              <p:cNvSpPr/>
              <p:nvPr/>
            </p:nvSpPr>
            <p:spPr>
              <a:xfrm>
                <a:off x="10112399" y="2490422"/>
                <a:ext cx="550640" cy="560000"/>
              </a:xfrm>
              <a:custGeom>
                <a:avLst/>
                <a:gdLst>
                  <a:gd name="T0" fmla="*/ 6183 w 9681"/>
                  <a:gd name="T1" fmla="*/ 4037 h 9847"/>
                  <a:gd name="T2" fmla="*/ 6722 w 9681"/>
                  <a:gd name="T3" fmla="*/ 4576 h 9847"/>
                  <a:gd name="T4" fmla="*/ 8727 w 9681"/>
                  <a:gd name="T5" fmla="*/ 5189 h 9847"/>
                  <a:gd name="T6" fmla="*/ 9099 w 9681"/>
                  <a:gd name="T7" fmla="*/ 5621 h 9847"/>
                  <a:gd name="T8" fmla="*/ 9633 w 9681"/>
                  <a:gd name="T9" fmla="*/ 9236 h 9847"/>
                  <a:gd name="T10" fmla="*/ 9106 w 9681"/>
                  <a:gd name="T11" fmla="*/ 9847 h 9847"/>
                  <a:gd name="T12" fmla="*/ 575 w 9681"/>
                  <a:gd name="T13" fmla="*/ 9847 h 9847"/>
                  <a:gd name="T14" fmla="*/ 47 w 9681"/>
                  <a:gd name="T15" fmla="*/ 9236 h 9847"/>
                  <a:gd name="T16" fmla="*/ 578 w 9681"/>
                  <a:gd name="T17" fmla="*/ 5621 h 9847"/>
                  <a:gd name="T18" fmla="*/ 905 w 9681"/>
                  <a:gd name="T19" fmla="*/ 5205 h 9847"/>
                  <a:gd name="T20" fmla="*/ 2505 w 9681"/>
                  <a:gd name="T21" fmla="*/ 4553 h 9847"/>
                  <a:gd name="T22" fmla="*/ 3190 w 9681"/>
                  <a:gd name="T23" fmla="*/ 4850 h 9847"/>
                  <a:gd name="T24" fmla="*/ 2907 w 9681"/>
                  <a:gd name="T25" fmla="*/ 5541 h 9847"/>
                  <a:gd name="T26" fmla="*/ 1589 w 9681"/>
                  <a:gd name="T27" fmla="*/ 6078 h 9847"/>
                  <a:gd name="T28" fmla="*/ 1192 w 9681"/>
                  <a:gd name="T29" fmla="*/ 8780 h 9847"/>
                  <a:gd name="T30" fmla="*/ 8487 w 9681"/>
                  <a:gd name="T31" fmla="*/ 8780 h 9847"/>
                  <a:gd name="T32" fmla="*/ 8092 w 9681"/>
                  <a:gd name="T33" fmla="*/ 6110 h 9847"/>
                  <a:gd name="T34" fmla="*/ 6282 w 9681"/>
                  <a:gd name="T35" fmla="*/ 5557 h 9847"/>
                  <a:gd name="T36" fmla="*/ 6061 w 9681"/>
                  <a:gd name="T37" fmla="*/ 5424 h 9847"/>
                  <a:gd name="T38" fmla="*/ 5131 w 9681"/>
                  <a:gd name="T39" fmla="*/ 4494 h 9847"/>
                  <a:gd name="T40" fmla="*/ 2784 w 9681"/>
                  <a:gd name="T41" fmla="*/ 2957 h 9847"/>
                  <a:gd name="T42" fmla="*/ 3989 w 9681"/>
                  <a:gd name="T43" fmla="*/ 425 h 9847"/>
                  <a:gd name="T44" fmla="*/ 6662 w 9681"/>
                  <a:gd name="T45" fmla="*/ 1274 h 9847"/>
                  <a:gd name="T46" fmla="*/ 6182 w 9681"/>
                  <a:gd name="T47" fmla="*/ 4037 h 9847"/>
                  <a:gd name="T48" fmla="*/ 6183 w 9681"/>
                  <a:gd name="T49" fmla="*/ 4037 h 9847"/>
                  <a:gd name="T50" fmla="*/ 4839 w 9681"/>
                  <a:gd name="T51" fmla="*/ 3447 h 9847"/>
                  <a:gd name="T52" fmla="*/ 5906 w 9681"/>
                  <a:gd name="T53" fmla="*/ 2380 h 9847"/>
                  <a:gd name="T54" fmla="*/ 4839 w 9681"/>
                  <a:gd name="T55" fmla="*/ 1314 h 9847"/>
                  <a:gd name="T56" fmla="*/ 3772 w 9681"/>
                  <a:gd name="T57" fmla="*/ 2380 h 9847"/>
                  <a:gd name="T58" fmla="*/ 4839 w 9681"/>
                  <a:gd name="T59" fmla="*/ 3447 h 9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681" h="9847">
                    <a:moveTo>
                      <a:pt x="6183" y="4037"/>
                    </a:moveTo>
                    <a:lnTo>
                      <a:pt x="6722" y="4576"/>
                    </a:lnTo>
                    <a:lnTo>
                      <a:pt x="8727" y="5189"/>
                    </a:lnTo>
                    <a:cubicBezTo>
                      <a:pt x="8924" y="5249"/>
                      <a:pt x="9069" y="5417"/>
                      <a:pt x="9099" y="5621"/>
                    </a:cubicBezTo>
                    <a:lnTo>
                      <a:pt x="9633" y="9236"/>
                    </a:lnTo>
                    <a:cubicBezTo>
                      <a:pt x="9681" y="9558"/>
                      <a:pt x="9431" y="9847"/>
                      <a:pt x="9106" y="9847"/>
                    </a:cubicBezTo>
                    <a:lnTo>
                      <a:pt x="575" y="9847"/>
                    </a:lnTo>
                    <a:cubicBezTo>
                      <a:pt x="250" y="9847"/>
                      <a:pt x="0" y="9558"/>
                      <a:pt x="47" y="9236"/>
                    </a:cubicBezTo>
                    <a:lnTo>
                      <a:pt x="578" y="5621"/>
                    </a:lnTo>
                    <a:cubicBezTo>
                      <a:pt x="606" y="5435"/>
                      <a:pt x="730" y="5277"/>
                      <a:pt x="905" y="5205"/>
                    </a:cubicBezTo>
                    <a:lnTo>
                      <a:pt x="2505" y="4553"/>
                    </a:lnTo>
                    <a:cubicBezTo>
                      <a:pt x="2776" y="4449"/>
                      <a:pt x="3080" y="4581"/>
                      <a:pt x="3190" y="4850"/>
                    </a:cubicBezTo>
                    <a:cubicBezTo>
                      <a:pt x="3299" y="5119"/>
                      <a:pt x="3173" y="5426"/>
                      <a:pt x="2907" y="5541"/>
                    </a:cubicBezTo>
                    <a:lnTo>
                      <a:pt x="1589" y="6078"/>
                    </a:lnTo>
                    <a:lnTo>
                      <a:pt x="1192" y="8780"/>
                    </a:lnTo>
                    <a:lnTo>
                      <a:pt x="8487" y="8780"/>
                    </a:lnTo>
                    <a:lnTo>
                      <a:pt x="8092" y="6110"/>
                    </a:lnTo>
                    <a:lnTo>
                      <a:pt x="6282" y="5557"/>
                    </a:lnTo>
                    <a:cubicBezTo>
                      <a:pt x="6199" y="5531"/>
                      <a:pt x="6123" y="5486"/>
                      <a:pt x="6061" y="5424"/>
                    </a:cubicBezTo>
                    <a:lnTo>
                      <a:pt x="5131" y="4494"/>
                    </a:lnTo>
                    <a:cubicBezTo>
                      <a:pt x="4074" y="4640"/>
                      <a:pt x="3072" y="3984"/>
                      <a:pt x="2784" y="2957"/>
                    </a:cubicBezTo>
                    <a:cubicBezTo>
                      <a:pt x="2497" y="1931"/>
                      <a:pt x="3011" y="849"/>
                      <a:pt x="3989" y="425"/>
                    </a:cubicBezTo>
                    <a:cubicBezTo>
                      <a:pt x="4968" y="0"/>
                      <a:pt x="6109" y="363"/>
                      <a:pt x="6662" y="1274"/>
                    </a:cubicBezTo>
                    <a:cubicBezTo>
                      <a:pt x="7215" y="2185"/>
                      <a:pt x="7011" y="3366"/>
                      <a:pt x="6182" y="4037"/>
                    </a:cubicBezTo>
                    <a:lnTo>
                      <a:pt x="6183" y="4037"/>
                    </a:lnTo>
                    <a:close/>
                    <a:moveTo>
                      <a:pt x="4839" y="3447"/>
                    </a:moveTo>
                    <a:cubicBezTo>
                      <a:pt x="5428" y="3447"/>
                      <a:pt x="5906" y="2969"/>
                      <a:pt x="5906" y="2380"/>
                    </a:cubicBezTo>
                    <a:cubicBezTo>
                      <a:pt x="5906" y="1791"/>
                      <a:pt x="5428" y="1314"/>
                      <a:pt x="4839" y="1314"/>
                    </a:cubicBezTo>
                    <a:cubicBezTo>
                      <a:pt x="4250" y="1314"/>
                      <a:pt x="3772" y="1791"/>
                      <a:pt x="3772" y="2380"/>
                    </a:cubicBezTo>
                    <a:cubicBezTo>
                      <a:pt x="3772" y="2969"/>
                      <a:pt x="4250" y="3447"/>
                      <a:pt x="4839" y="3447"/>
                    </a:cubicBez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i$lïḓé"/>
              <p:cNvSpPr/>
              <p:nvPr/>
            </p:nvSpPr>
            <p:spPr>
              <a:xfrm>
                <a:off x="1228221" y="3231199"/>
                <a:ext cx="1733492" cy="354587"/>
              </a:xfrm>
              <a:prstGeom prst="flowChartAlternateProcess">
                <a:avLst/>
              </a:prstGeom>
              <a:solidFill>
                <a:schemeClr val="tx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1600" dirty="0">
                    <a:solidFill>
                      <a:schemeClr val="bg1"/>
                    </a:solidFill>
                    <a:latin typeface="+mj-ea"/>
                    <a:ea typeface="+mj-ea"/>
                  </a:rPr>
                  <a:t>01</a:t>
                </a:r>
                <a:endParaRPr lang="zh-CN" altLang="en-US" sz="1600" dirty="0">
                  <a:solidFill>
                    <a:schemeClr val="bg1"/>
                  </a:solidFill>
                  <a:latin typeface="+mj-ea"/>
                  <a:ea typeface="+mj-ea"/>
                </a:endParaRPr>
              </a:p>
            </p:txBody>
          </p:sp>
          <p:sp>
            <p:nvSpPr>
              <p:cNvPr id="40" name="îSḻïdé"/>
              <p:cNvSpPr/>
              <p:nvPr/>
            </p:nvSpPr>
            <p:spPr>
              <a:xfrm>
                <a:off x="3301410" y="3231199"/>
                <a:ext cx="1733492" cy="354587"/>
              </a:xfrm>
              <a:prstGeom prst="flowChartAlternateProcess">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1600" dirty="0">
                    <a:solidFill>
                      <a:schemeClr val="bg1"/>
                    </a:solidFill>
                    <a:latin typeface="+mj-ea"/>
                    <a:ea typeface="+mj-ea"/>
                  </a:rPr>
                  <a:t>02</a:t>
                </a:r>
                <a:endParaRPr lang="zh-CN" altLang="en-US" sz="1600" dirty="0">
                  <a:solidFill>
                    <a:schemeClr val="bg1"/>
                  </a:solidFill>
                  <a:latin typeface="+mj-ea"/>
                  <a:ea typeface="+mj-ea"/>
                </a:endParaRPr>
              </a:p>
            </p:txBody>
          </p:sp>
          <p:sp>
            <p:nvSpPr>
              <p:cNvPr id="41" name="îśľíďè"/>
              <p:cNvSpPr/>
              <p:nvPr/>
            </p:nvSpPr>
            <p:spPr>
              <a:xfrm>
                <a:off x="5374598" y="3231199"/>
                <a:ext cx="1733492" cy="354587"/>
              </a:xfrm>
              <a:prstGeom prst="flowChartAlternateProcess">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1600" dirty="0">
                    <a:solidFill>
                      <a:schemeClr val="bg1"/>
                    </a:solidFill>
                    <a:latin typeface="+mj-ea"/>
                    <a:ea typeface="+mj-ea"/>
                  </a:rPr>
                  <a:t>03</a:t>
                </a:r>
                <a:endParaRPr lang="zh-CN" altLang="en-US" sz="1600" dirty="0">
                  <a:solidFill>
                    <a:schemeClr val="bg1"/>
                  </a:solidFill>
                  <a:latin typeface="+mj-ea"/>
                  <a:ea typeface="+mj-ea"/>
                </a:endParaRPr>
              </a:p>
            </p:txBody>
          </p:sp>
          <p:sp>
            <p:nvSpPr>
              <p:cNvPr id="42" name="ïSļíḋé"/>
              <p:cNvSpPr/>
              <p:nvPr/>
            </p:nvSpPr>
            <p:spPr>
              <a:xfrm>
                <a:off x="7447787" y="3231199"/>
                <a:ext cx="1733492" cy="354587"/>
              </a:xfrm>
              <a:prstGeom prst="flowChartAlternateProcess">
                <a:avLst/>
              </a:prstGeom>
              <a:solidFill>
                <a:schemeClr val="accent4"/>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1600" dirty="0">
                    <a:solidFill>
                      <a:schemeClr val="bg1"/>
                    </a:solidFill>
                    <a:latin typeface="+mj-ea"/>
                    <a:ea typeface="+mj-ea"/>
                  </a:rPr>
                  <a:t>04</a:t>
                </a:r>
                <a:endParaRPr lang="zh-CN" altLang="en-US" sz="1600" dirty="0">
                  <a:solidFill>
                    <a:schemeClr val="bg1"/>
                  </a:solidFill>
                  <a:latin typeface="+mj-ea"/>
                  <a:ea typeface="+mj-ea"/>
                </a:endParaRPr>
              </a:p>
            </p:txBody>
          </p:sp>
          <p:sp>
            <p:nvSpPr>
              <p:cNvPr id="43" name="îṥlîḍè"/>
              <p:cNvSpPr/>
              <p:nvPr/>
            </p:nvSpPr>
            <p:spPr>
              <a:xfrm>
                <a:off x="9520975" y="3231199"/>
                <a:ext cx="1733492" cy="354587"/>
              </a:xfrm>
              <a:prstGeom prst="flowChartAlternateProcess">
                <a:avLst/>
              </a:prstGeom>
              <a:solidFill>
                <a:schemeClr val="accent5"/>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r>
                  <a:rPr lang="en-US" altLang="zh-CN" sz="1600" dirty="0">
                    <a:solidFill>
                      <a:schemeClr val="bg1"/>
                    </a:solidFill>
                    <a:latin typeface="+mj-ea"/>
                    <a:ea typeface="+mj-ea"/>
                  </a:rPr>
                  <a:t>05</a:t>
                </a:r>
                <a:endParaRPr lang="zh-CN" altLang="en-US" sz="1600" dirty="0">
                  <a:solidFill>
                    <a:schemeClr val="bg1"/>
                  </a:solidFill>
                  <a:latin typeface="+mj-ea"/>
                  <a:ea typeface="+mj-ea"/>
                </a:endParaRPr>
              </a:p>
            </p:txBody>
          </p:sp>
          <p:cxnSp>
            <p:nvCxnSpPr>
              <p:cNvPr id="44" name="直接连接符 43"/>
              <p:cNvCxnSpPr/>
              <p:nvPr/>
            </p:nvCxnSpPr>
            <p:spPr>
              <a:xfrm>
                <a:off x="1228221" y="5113088"/>
                <a:ext cx="10026246" cy="0"/>
              </a:xfrm>
              <a:prstGeom prst="line">
                <a:avLst/>
              </a:prstGeom>
              <a:ln w="12700" cap="rnd">
                <a:solidFill>
                  <a:schemeClr val="tx2">
                    <a:lumMod val="40000"/>
                    <a:lumOff val="60000"/>
                  </a:schemeClr>
                </a:solidFill>
                <a:round/>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1093892" y="3850238"/>
              <a:ext cx="2002146" cy="1082589"/>
              <a:chOff x="5433539" y="4591029"/>
              <a:chExt cx="2002146" cy="1082589"/>
            </a:xfrm>
          </p:grpSpPr>
          <p:sp>
            <p:nvSpPr>
              <p:cNvPr id="32" name="文本框 31"/>
              <p:cNvSpPr txBox="1"/>
              <p:nvPr/>
            </p:nvSpPr>
            <p:spPr>
              <a:xfrm>
                <a:off x="5647212" y="459102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33" name="矩形 32"/>
              <p:cNvSpPr/>
              <p:nvPr/>
            </p:nvSpPr>
            <p:spPr>
              <a:xfrm>
                <a:off x="5433539" y="4892635"/>
                <a:ext cx="2002146" cy="780983"/>
              </a:xfrm>
              <a:prstGeom prst="rect">
                <a:avLst/>
              </a:prstGeom>
            </p:spPr>
            <p:txBody>
              <a:bodyPr wrap="square">
                <a:spAutoFit/>
              </a:bodyPr>
              <a:lstStyle/>
              <a:p>
                <a:pPr algn="ct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9" name="组合 18"/>
            <p:cNvGrpSpPr/>
            <p:nvPr/>
          </p:nvGrpSpPr>
          <p:grpSpPr>
            <a:xfrm>
              <a:off x="3167082" y="3850238"/>
              <a:ext cx="2002146" cy="1082589"/>
              <a:chOff x="5433539" y="4591029"/>
              <a:chExt cx="2002146" cy="1082589"/>
            </a:xfrm>
          </p:grpSpPr>
          <p:sp>
            <p:nvSpPr>
              <p:cNvPr id="30" name="文本框 29"/>
              <p:cNvSpPr txBox="1"/>
              <p:nvPr/>
            </p:nvSpPr>
            <p:spPr>
              <a:xfrm>
                <a:off x="5647212" y="459102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31" name="矩形 30"/>
              <p:cNvSpPr/>
              <p:nvPr/>
            </p:nvSpPr>
            <p:spPr>
              <a:xfrm>
                <a:off x="5433539" y="4892635"/>
                <a:ext cx="2002146" cy="780983"/>
              </a:xfrm>
              <a:prstGeom prst="rect">
                <a:avLst/>
              </a:prstGeom>
            </p:spPr>
            <p:txBody>
              <a:bodyPr wrap="square">
                <a:spAutoFit/>
              </a:bodyPr>
              <a:lstStyle/>
              <a:p>
                <a:pPr algn="ct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0" name="组合 19"/>
            <p:cNvGrpSpPr/>
            <p:nvPr/>
          </p:nvGrpSpPr>
          <p:grpSpPr>
            <a:xfrm>
              <a:off x="5234301" y="3850238"/>
              <a:ext cx="2002146" cy="1082589"/>
              <a:chOff x="5433539" y="4591029"/>
              <a:chExt cx="2002146" cy="1082589"/>
            </a:xfrm>
          </p:grpSpPr>
          <p:sp>
            <p:nvSpPr>
              <p:cNvPr id="28" name="文本框 27"/>
              <p:cNvSpPr txBox="1"/>
              <p:nvPr/>
            </p:nvSpPr>
            <p:spPr>
              <a:xfrm>
                <a:off x="5647212" y="459102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9" name="矩形 28"/>
              <p:cNvSpPr/>
              <p:nvPr/>
            </p:nvSpPr>
            <p:spPr>
              <a:xfrm>
                <a:off x="5433539" y="4892635"/>
                <a:ext cx="2002146" cy="780983"/>
              </a:xfrm>
              <a:prstGeom prst="rect">
                <a:avLst/>
              </a:prstGeom>
            </p:spPr>
            <p:txBody>
              <a:bodyPr wrap="square">
                <a:spAutoFit/>
              </a:bodyPr>
              <a:lstStyle/>
              <a:p>
                <a:pPr algn="ct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1" name="组合 20"/>
            <p:cNvGrpSpPr/>
            <p:nvPr/>
          </p:nvGrpSpPr>
          <p:grpSpPr>
            <a:xfrm>
              <a:off x="7313460" y="3850238"/>
              <a:ext cx="2002146" cy="1082589"/>
              <a:chOff x="5433539" y="4591029"/>
              <a:chExt cx="2002146" cy="1082589"/>
            </a:xfrm>
          </p:grpSpPr>
          <p:sp>
            <p:nvSpPr>
              <p:cNvPr id="26" name="文本框 25"/>
              <p:cNvSpPr txBox="1"/>
              <p:nvPr/>
            </p:nvSpPr>
            <p:spPr>
              <a:xfrm>
                <a:off x="5647212" y="459102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7" name="矩形 26"/>
              <p:cNvSpPr/>
              <p:nvPr/>
            </p:nvSpPr>
            <p:spPr>
              <a:xfrm>
                <a:off x="5433539" y="4892635"/>
                <a:ext cx="2002146" cy="780983"/>
              </a:xfrm>
              <a:prstGeom prst="rect">
                <a:avLst/>
              </a:prstGeom>
            </p:spPr>
            <p:txBody>
              <a:bodyPr wrap="square">
                <a:spAutoFit/>
              </a:bodyPr>
              <a:lstStyle/>
              <a:p>
                <a:pPr algn="ct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2" name="组合 21"/>
            <p:cNvGrpSpPr/>
            <p:nvPr/>
          </p:nvGrpSpPr>
          <p:grpSpPr>
            <a:xfrm>
              <a:off x="9380679" y="3850238"/>
              <a:ext cx="2002146" cy="1082589"/>
              <a:chOff x="5433539" y="4591029"/>
              <a:chExt cx="2002146" cy="1082589"/>
            </a:xfrm>
          </p:grpSpPr>
          <p:sp>
            <p:nvSpPr>
              <p:cNvPr id="24" name="文本框 23"/>
              <p:cNvSpPr txBox="1"/>
              <p:nvPr/>
            </p:nvSpPr>
            <p:spPr>
              <a:xfrm>
                <a:off x="5647212" y="459102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5" name="矩形 24"/>
              <p:cNvSpPr/>
              <p:nvPr/>
            </p:nvSpPr>
            <p:spPr>
              <a:xfrm>
                <a:off x="5433539" y="4892635"/>
                <a:ext cx="2002146" cy="780983"/>
              </a:xfrm>
              <a:prstGeom prst="rect">
                <a:avLst/>
              </a:prstGeom>
            </p:spPr>
            <p:txBody>
              <a:bodyPr wrap="square">
                <a:spAutoFit/>
              </a:bodyPr>
              <a:lstStyle/>
              <a:p>
                <a:pPr algn="ct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sp>
          <p:nvSpPr>
            <p:cNvPr id="23" name="文本框 45"/>
            <p:cNvSpPr txBox="1"/>
            <p:nvPr/>
          </p:nvSpPr>
          <p:spPr>
            <a:xfrm>
              <a:off x="2100031" y="5356671"/>
              <a:ext cx="799193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strVal val="#ppt_w*0.70"/>
                                          </p:val>
                                        </p:tav>
                                        <p:tav tm="100000">
                                          <p:val>
                                            <p:strVal val="#ppt_w"/>
                                          </p:val>
                                        </p:tav>
                                      </p:tavLst>
                                    </p:anim>
                                    <p:anim calcmode="lin" valueType="num">
                                      <p:cBhvr>
                                        <p:cTn id="8" dur="1000" fill="hold"/>
                                        <p:tgtEl>
                                          <p:spTgt spid="16"/>
                                        </p:tgtEl>
                                        <p:attrNameLst>
                                          <p:attrName>ppt_h</p:attrName>
                                        </p:attrNameLst>
                                      </p:cBhvr>
                                      <p:tavLst>
                                        <p:tav tm="0">
                                          <p:val>
                                            <p:strVal val="#ppt_h"/>
                                          </p:val>
                                        </p:tav>
                                        <p:tav tm="100000">
                                          <p:val>
                                            <p:strVal val="#ppt_h"/>
                                          </p:val>
                                        </p:tav>
                                      </p:tavLst>
                                    </p:anim>
                                    <p:animEffect transition="in" filter="fade">
                                      <p:cBhvr>
                                        <p:cTn id="9"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01</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研究背景</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9" name="组合 8"/>
          <p:cNvGrpSpPr/>
          <p:nvPr/>
        </p:nvGrpSpPr>
        <p:grpSpPr>
          <a:xfrm>
            <a:off x="981046" y="1184812"/>
            <a:ext cx="9560739" cy="4863158"/>
            <a:chOff x="981046" y="1184812"/>
            <a:chExt cx="9560739" cy="4863158"/>
          </a:xfrm>
        </p:grpSpPr>
        <p:grpSp>
          <p:nvGrpSpPr>
            <p:cNvPr id="11" name="组合 10"/>
            <p:cNvGrpSpPr/>
            <p:nvPr/>
          </p:nvGrpSpPr>
          <p:grpSpPr>
            <a:xfrm>
              <a:off x="6096000" y="1184812"/>
              <a:ext cx="4445785" cy="4863158"/>
              <a:chOff x="6096000" y="1184812"/>
              <a:chExt cx="4445785" cy="4863158"/>
            </a:xfrm>
          </p:grpSpPr>
          <p:grpSp>
            <p:nvGrpSpPr>
              <p:cNvPr id="19" name="组合 18"/>
              <p:cNvGrpSpPr/>
              <p:nvPr/>
            </p:nvGrpSpPr>
            <p:grpSpPr>
              <a:xfrm>
                <a:off x="6096000" y="1184812"/>
                <a:ext cx="4403989" cy="1107996"/>
                <a:chOff x="6877155" y="1366055"/>
                <a:chExt cx="4403989" cy="1107996"/>
              </a:xfrm>
            </p:grpSpPr>
            <p:sp>
              <p:nvSpPr>
                <p:cNvPr id="35" name="ïṥļíḋé"/>
                <p:cNvSpPr/>
                <p:nvPr/>
              </p:nvSpPr>
              <p:spPr>
                <a:xfrm>
                  <a:off x="6877155" y="1552439"/>
                  <a:ext cx="375030" cy="477545"/>
                </a:xfrm>
                <a:custGeom>
                  <a:avLst/>
                  <a:gdLst>
                    <a:gd name="T0" fmla="*/ 4271 w 8542"/>
                    <a:gd name="T1" fmla="*/ 10878 h 10878"/>
                    <a:gd name="T2" fmla="*/ 0 w 8542"/>
                    <a:gd name="T3" fmla="*/ 9261 h 10878"/>
                    <a:gd name="T4" fmla="*/ 2114 w 8542"/>
                    <a:gd name="T5" fmla="*/ 7882 h 10878"/>
                    <a:gd name="T6" fmla="*/ 2404 w 8542"/>
                    <a:gd name="T7" fmla="*/ 8388 h 10878"/>
                    <a:gd name="T8" fmla="*/ 685 w 8542"/>
                    <a:gd name="T9" fmla="*/ 9261 h 10878"/>
                    <a:gd name="T10" fmla="*/ 4271 w 8542"/>
                    <a:gd name="T11" fmla="*/ 10195 h 10878"/>
                    <a:gd name="T12" fmla="*/ 7857 w 8542"/>
                    <a:gd name="T13" fmla="*/ 9261 h 10878"/>
                    <a:gd name="T14" fmla="*/ 6138 w 8542"/>
                    <a:gd name="T15" fmla="*/ 8388 h 10878"/>
                    <a:gd name="T16" fmla="*/ 6428 w 8542"/>
                    <a:gd name="T17" fmla="*/ 7882 h 10878"/>
                    <a:gd name="T18" fmla="*/ 8542 w 8542"/>
                    <a:gd name="T19" fmla="*/ 9261 h 10878"/>
                    <a:gd name="T20" fmla="*/ 4271 w 8542"/>
                    <a:gd name="T21" fmla="*/ 10878 h 10878"/>
                    <a:gd name="T22" fmla="*/ 7111 w 8542"/>
                    <a:gd name="T23" fmla="*/ 5935 h 10878"/>
                    <a:gd name="T24" fmla="*/ 4653 w 8542"/>
                    <a:gd name="T25" fmla="*/ 8788 h 10878"/>
                    <a:gd name="T26" fmla="*/ 4329 w 8542"/>
                    <a:gd name="T27" fmla="*/ 8992 h 10878"/>
                    <a:gd name="T28" fmla="*/ 4033 w 8542"/>
                    <a:gd name="T29" fmla="*/ 8788 h 10878"/>
                    <a:gd name="T30" fmla="*/ 1328 w 8542"/>
                    <a:gd name="T31" fmla="*/ 5817 h 10878"/>
                    <a:gd name="T32" fmla="*/ 1172 w 8542"/>
                    <a:gd name="T33" fmla="*/ 5591 h 10878"/>
                    <a:gd name="T34" fmla="*/ 589 w 8542"/>
                    <a:gd name="T35" fmla="*/ 3675 h 10878"/>
                    <a:gd name="T36" fmla="*/ 4271 w 8542"/>
                    <a:gd name="T37" fmla="*/ 0 h 10878"/>
                    <a:gd name="T38" fmla="*/ 7953 w 8542"/>
                    <a:gd name="T39" fmla="*/ 3675 h 10878"/>
                    <a:gd name="T40" fmla="*/ 7364 w 8542"/>
                    <a:gd name="T41" fmla="*/ 5662 h 10878"/>
                    <a:gd name="T42" fmla="*/ 7111 w 8542"/>
                    <a:gd name="T43" fmla="*/ 5935 h 10878"/>
                    <a:gd name="T44" fmla="*/ 4271 w 8542"/>
                    <a:gd name="T45" fmla="*/ 682 h 10878"/>
                    <a:gd name="T46" fmla="*/ 1255 w 8542"/>
                    <a:gd name="T47" fmla="*/ 3693 h 10878"/>
                    <a:gd name="T48" fmla="*/ 1710 w 8542"/>
                    <a:gd name="T49" fmla="*/ 5135 h 10878"/>
                    <a:gd name="T50" fmla="*/ 2085 w 8542"/>
                    <a:gd name="T51" fmla="*/ 5614 h 10878"/>
                    <a:gd name="T52" fmla="*/ 4355 w 8542"/>
                    <a:gd name="T53" fmla="*/ 8139 h 10878"/>
                    <a:gd name="T54" fmla="*/ 6423 w 8542"/>
                    <a:gd name="T55" fmla="*/ 5684 h 10878"/>
                    <a:gd name="T56" fmla="*/ 6663 w 8542"/>
                    <a:gd name="T57" fmla="*/ 5366 h 10878"/>
                    <a:gd name="T58" fmla="*/ 7287 w 8542"/>
                    <a:gd name="T59" fmla="*/ 3693 h 10878"/>
                    <a:gd name="T60" fmla="*/ 4271 w 8542"/>
                    <a:gd name="T61" fmla="*/ 682 h 10878"/>
                    <a:gd name="T62" fmla="*/ 4271 w 8542"/>
                    <a:gd name="T63" fmla="*/ 5093 h 10878"/>
                    <a:gd name="T64" fmla="*/ 2850 w 8542"/>
                    <a:gd name="T65" fmla="*/ 3675 h 10878"/>
                    <a:gd name="T66" fmla="*/ 4271 w 8542"/>
                    <a:gd name="T67" fmla="*/ 2257 h 10878"/>
                    <a:gd name="T68" fmla="*/ 5692 w 8542"/>
                    <a:gd name="T69" fmla="*/ 3675 h 10878"/>
                    <a:gd name="T70" fmla="*/ 4271 w 8542"/>
                    <a:gd name="T71" fmla="*/ 5093 h 10878"/>
                    <a:gd name="T72" fmla="*/ 4271 w 8542"/>
                    <a:gd name="T73" fmla="*/ 2940 h 10878"/>
                    <a:gd name="T74" fmla="*/ 3535 w 8542"/>
                    <a:gd name="T75" fmla="*/ 3675 h 10878"/>
                    <a:gd name="T76" fmla="*/ 4271 w 8542"/>
                    <a:gd name="T77" fmla="*/ 4410 h 10878"/>
                    <a:gd name="T78" fmla="*/ 5007 w 8542"/>
                    <a:gd name="T79" fmla="*/ 3675 h 10878"/>
                    <a:gd name="T80" fmla="*/ 4271 w 8542"/>
                    <a:gd name="T81" fmla="*/ 2940 h 10878"/>
                    <a:gd name="T82" fmla="*/ 4271 w 8542"/>
                    <a:gd name="T83" fmla="*/ 2940 h 10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42" h="10878">
                      <a:moveTo>
                        <a:pt x="4271" y="10878"/>
                      </a:moveTo>
                      <a:cubicBezTo>
                        <a:pt x="1530" y="10878"/>
                        <a:pt x="0" y="10274"/>
                        <a:pt x="0" y="9261"/>
                      </a:cubicBezTo>
                      <a:cubicBezTo>
                        <a:pt x="0" y="8677"/>
                        <a:pt x="887" y="8166"/>
                        <a:pt x="2114" y="7882"/>
                      </a:cubicBezTo>
                      <a:lnTo>
                        <a:pt x="2404" y="8388"/>
                      </a:lnTo>
                      <a:cubicBezTo>
                        <a:pt x="1359" y="8570"/>
                        <a:pt x="685" y="8893"/>
                        <a:pt x="685" y="9261"/>
                      </a:cubicBezTo>
                      <a:cubicBezTo>
                        <a:pt x="685" y="9829"/>
                        <a:pt x="2415" y="10195"/>
                        <a:pt x="4271" y="10195"/>
                      </a:cubicBezTo>
                      <a:cubicBezTo>
                        <a:pt x="6128" y="10195"/>
                        <a:pt x="7857" y="9829"/>
                        <a:pt x="7857" y="9261"/>
                      </a:cubicBezTo>
                      <a:cubicBezTo>
                        <a:pt x="7857" y="8893"/>
                        <a:pt x="7184" y="8570"/>
                        <a:pt x="6138" y="8388"/>
                      </a:cubicBezTo>
                      <a:lnTo>
                        <a:pt x="6428" y="7882"/>
                      </a:lnTo>
                      <a:cubicBezTo>
                        <a:pt x="7655" y="8166"/>
                        <a:pt x="8542" y="8677"/>
                        <a:pt x="8542" y="9261"/>
                      </a:cubicBezTo>
                      <a:cubicBezTo>
                        <a:pt x="8542" y="10250"/>
                        <a:pt x="6925" y="10878"/>
                        <a:pt x="4271" y="10878"/>
                      </a:cubicBezTo>
                      <a:close/>
                      <a:moveTo>
                        <a:pt x="7111" y="5935"/>
                      </a:moveTo>
                      <a:cubicBezTo>
                        <a:pt x="7012" y="6044"/>
                        <a:pt x="4653" y="8788"/>
                        <a:pt x="4653" y="8788"/>
                      </a:cubicBezTo>
                      <a:cubicBezTo>
                        <a:pt x="4554" y="8908"/>
                        <a:pt x="4446" y="8992"/>
                        <a:pt x="4329" y="8992"/>
                      </a:cubicBezTo>
                      <a:cubicBezTo>
                        <a:pt x="4211" y="8992"/>
                        <a:pt x="4123" y="8898"/>
                        <a:pt x="4033" y="8788"/>
                      </a:cubicBezTo>
                      <a:cubicBezTo>
                        <a:pt x="4033" y="8788"/>
                        <a:pt x="1373" y="5880"/>
                        <a:pt x="1328" y="5817"/>
                      </a:cubicBezTo>
                      <a:cubicBezTo>
                        <a:pt x="1283" y="5754"/>
                        <a:pt x="1222" y="5674"/>
                        <a:pt x="1172" y="5591"/>
                      </a:cubicBezTo>
                      <a:cubicBezTo>
                        <a:pt x="822" y="5029"/>
                        <a:pt x="589" y="4386"/>
                        <a:pt x="589" y="3675"/>
                      </a:cubicBezTo>
                      <a:cubicBezTo>
                        <a:pt x="589" y="1645"/>
                        <a:pt x="2238" y="0"/>
                        <a:pt x="4271" y="0"/>
                      </a:cubicBezTo>
                      <a:cubicBezTo>
                        <a:pt x="6304" y="0"/>
                        <a:pt x="7953" y="1645"/>
                        <a:pt x="7953" y="3675"/>
                      </a:cubicBezTo>
                      <a:cubicBezTo>
                        <a:pt x="7953" y="4408"/>
                        <a:pt x="7735" y="5089"/>
                        <a:pt x="7364" y="5662"/>
                      </a:cubicBezTo>
                      <a:cubicBezTo>
                        <a:pt x="7262" y="5795"/>
                        <a:pt x="7166" y="5881"/>
                        <a:pt x="7111" y="5935"/>
                      </a:cubicBezTo>
                      <a:close/>
                      <a:moveTo>
                        <a:pt x="4271" y="682"/>
                      </a:moveTo>
                      <a:cubicBezTo>
                        <a:pt x="2605" y="682"/>
                        <a:pt x="1255" y="2030"/>
                        <a:pt x="1255" y="3693"/>
                      </a:cubicBezTo>
                      <a:cubicBezTo>
                        <a:pt x="1255" y="4242"/>
                        <a:pt x="1435" y="4735"/>
                        <a:pt x="1710" y="5135"/>
                      </a:cubicBezTo>
                      <a:cubicBezTo>
                        <a:pt x="1801" y="5279"/>
                        <a:pt x="2085" y="5614"/>
                        <a:pt x="2085" y="5614"/>
                      </a:cubicBezTo>
                      <a:lnTo>
                        <a:pt x="4355" y="8139"/>
                      </a:lnTo>
                      <a:lnTo>
                        <a:pt x="6423" y="5684"/>
                      </a:lnTo>
                      <a:cubicBezTo>
                        <a:pt x="6423" y="5684"/>
                        <a:pt x="6532" y="5555"/>
                        <a:pt x="6663" y="5366"/>
                      </a:cubicBezTo>
                      <a:cubicBezTo>
                        <a:pt x="6996" y="4884"/>
                        <a:pt x="7287" y="4356"/>
                        <a:pt x="7287" y="3693"/>
                      </a:cubicBezTo>
                      <a:cubicBezTo>
                        <a:pt x="7287" y="2030"/>
                        <a:pt x="5937" y="682"/>
                        <a:pt x="4271" y="682"/>
                      </a:cubicBezTo>
                      <a:close/>
                      <a:moveTo>
                        <a:pt x="4271" y="5093"/>
                      </a:moveTo>
                      <a:cubicBezTo>
                        <a:pt x="3486" y="5093"/>
                        <a:pt x="2850" y="4458"/>
                        <a:pt x="2850" y="3675"/>
                      </a:cubicBezTo>
                      <a:cubicBezTo>
                        <a:pt x="2850" y="2892"/>
                        <a:pt x="3486" y="2257"/>
                        <a:pt x="4271" y="2257"/>
                      </a:cubicBezTo>
                      <a:cubicBezTo>
                        <a:pt x="5056" y="2257"/>
                        <a:pt x="5692" y="2892"/>
                        <a:pt x="5692" y="3675"/>
                      </a:cubicBezTo>
                      <a:cubicBezTo>
                        <a:pt x="5692" y="4458"/>
                        <a:pt x="5056" y="5093"/>
                        <a:pt x="4271" y="5093"/>
                      </a:cubicBezTo>
                      <a:close/>
                      <a:moveTo>
                        <a:pt x="4271" y="2940"/>
                      </a:moveTo>
                      <a:cubicBezTo>
                        <a:pt x="3864" y="2940"/>
                        <a:pt x="3535" y="3269"/>
                        <a:pt x="3535" y="3675"/>
                      </a:cubicBezTo>
                      <a:cubicBezTo>
                        <a:pt x="3535" y="4081"/>
                        <a:pt x="3864" y="4410"/>
                        <a:pt x="4271" y="4410"/>
                      </a:cubicBezTo>
                      <a:cubicBezTo>
                        <a:pt x="4678" y="4410"/>
                        <a:pt x="5007" y="4081"/>
                        <a:pt x="5007" y="3675"/>
                      </a:cubicBezTo>
                      <a:cubicBezTo>
                        <a:pt x="5007" y="3269"/>
                        <a:pt x="4678" y="2940"/>
                        <a:pt x="4271" y="2940"/>
                      </a:cubicBezTo>
                      <a:close/>
                      <a:moveTo>
                        <a:pt x="4271" y="2940"/>
                      </a:move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grpSp>
              <p:nvGrpSpPr>
                <p:cNvPr id="36" name="组合 35"/>
                <p:cNvGrpSpPr/>
                <p:nvPr/>
              </p:nvGrpSpPr>
              <p:grpSpPr>
                <a:xfrm>
                  <a:off x="7485651" y="1366055"/>
                  <a:ext cx="3795493" cy="1107996"/>
                  <a:chOff x="7485651" y="1552439"/>
                  <a:chExt cx="3795493" cy="1107996"/>
                </a:xfrm>
              </p:grpSpPr>
              <p:sp>
                <p:nvSpPr>
                  <p:cNvPr id="37" name="文本框 46"/>
                  <p:cNvSpPr txBox="1"/>
                  <p:nvPr/>
                </p:nvSpPr>
                <p:spPr>
                  <a:xfrm>
                    <a:off x="7485651" y="1921771"/>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8" name="文本框 34"/>
                  <p:cNvSpPr txBox="1"/>
                  <p:nvPr/>
                </p:nvSpPr>
                <p:spPr>
                  <a:xfrm>
                    <a:off x="7485651" y="155243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grpSp>
            <p:nvGrpSpPr>
              <p:cNvPr id="20" name="组合 19"/>
              <p:cNvGrpSpPr/>
              <p:nvPr/>
            </p:nvGrpSpPr>
            <p:grpSpPr>
              <a:xfrm>
                <a:off x="6096000" y="2436533"/>
                <a:ext cx="4395035" cy="1107996"/>
                <a:chOff x="6881509" y="2647166"/>
                <a:chExt cx="4395035" cy="1107996"/>
              </a:xfrm>
            </p:grpSpPr>
            <p:sp>
              <p:nvSpPr>
                <p:cNvPr id="31" name="íSļiḓe"/>
                <p:cNvSpPr/>
                <p:nvPr/>
              </p:nvSpPr>
              <p:spPr>
                <a:xfrm>
                  <a:off x="6881509" y="2852786"/>
                  <a:ext cx="374846" cy="477545"/>
                </a:xfrm>
                <a:custGeom>
                  <a:avLst/>
                  <a:gdLst>
                    <a:gd name="T0" fmla="*/ 7564 w 8494"/>
                    <a:gd name="T1" fmla="*/ 4215 h 10820"/>
                    <a:gd name="T2" fmla="*/ 2362 w 8494"/>
                    <a:gd name="T3" fmla="*/ 4215 h 10820"/>
                    <a:gd name="T4" fmla="*/ 2362 w 8494"/>
                    <a:gd name="T5" fmla="*/ 2792 h 10820"/>
                    <a:gd name="T6" fmla="*/ 2916 w 8494"/>
                    <a:gd name="T7" fmla="*/ 1461 h 10820"/>
                    <a:gd name="T8" fmla="*/ 4247 w 8494"/>
                    <a:gd name="T9" fmla="*/ 906 h 10820"/>
                    <a:gd name="T10" fmla="*/ 5578 w 8494"/>
                    <a:gd name="T11" fmla="*/ 1461 h 10820"/>
                    <a:gd name="T12" fmla="*/ 6132 w 8494"/>
                    <a:gd name="T13" fmla="*/ 2792 h 10820"/>
                    <a:gd name="T14" fmla="*/ 6132 w 8494"/>
                    <a:gd name="T15" fmla="*/ 2916 h 10820"/>
                    <a:gd name="T16" fmla="*/ 6125 w 8494"/>
                    <a:gd name="T17" fmla="*/ 2996 h 10820"/>
                    <a:gd name="T18" fmla="*/ 6582 w 8494"/>
                    <a:gd name="T19" fmla="*/ 3453 h 10820"/>
                    <a:gd name="T20" fmla="*/ 7039 w 8494"/>
                    <a:gd name="T21" fmla="*/ 2996 h 10820"/>
                    <a:gd name="T22" fmla="*/ 7039 w 8494"/>
                    <a:gd name="T23" fmla="*/ 2994 h 10820"/>
                    <a:gd name="T24" fmla="*/ 7039 w 8494"/>
                    <a:gd name="T25" fmla="*/ 2994 h 10820"/>
                    <a:gd name="T26" fmla="*/ 7039 w 8494"/>
                    <a:gd name="T27" fmla="*/ 2792 h 10820"/>
                    <a:gd name="T28" fmla="*/ 4247 w 8494"/>
                    <a:gd name="T29" fmla="*/ 0 h 10820"/>
                    <a:gd name="T30" fmla="*/ 4247 w 8494"/>
                    <a:gd name="T31" fmla="*/ 0 h 10820"/>
                    <a:gd name="T32" fmla="*/ 1455 w 8494"/>
                    <a:gd name="T33" fmla="*/ 2792 h 10820"/>
                    <a:gd name="T34" fmla="*/ 1455 w 8494"/>
                    <a:gd name="T35" fmla="*/ 4215 h 10820"/>
                    <a:gd name="T36" fmla="*/ 930 w 8494"/>
                    <a:gd name="T37" fmla="*/ 4215 h 10820"/>
                    <a:gd name="T38" fmla="*/ 0 w 8494"/>
                    <a:gd name="T39" fmla="*/ 5144 h 10820"/>
                    <a:gd name="T40" fmla="*/ 0 w 8494"/>
                    <a:gd name="T41" fmla="*/ 9890 h 10820"/>
                    <a:gd name="T42" fmla="*/ 930 w 8494"/>
                    <a:gd name="T43" fmla="*/ 10820 h 10820"/>
                    <a:gd name="T44" fmla="*/ 7564 w 8494"/>
                    <a:gd name="T45" fmla="*/ 10820 h 10820"/>
                    <a:gd name="T46" fmla="*/ 8494 w 8494"/>
                    <a:gd name="T47" fmla="*/ 9890 h 10820"/>
                    <a:gd name="T48" fmla="*/ 8494 w 8494"/>
                    <a:gd name="T49" fmla="*/ 5144 h 10820"/>
                    <a:gd name="T50" fmla="*/ 7564 w 8494"/>
                    <a:gd name="T51" fmla="*/ 4215 h 10820"/>
                    <a:gd name="T52" fmla="*/ 7587 w 8494"/>
                    <a:gd name="T53" fmla="*/ 9371 h 10820"/>
                    <a:gd name="T54" fmla="*/ 7045 w 8494"/>
                    <a:gd name="T55" fmla="*/ 9913 h 10820"/>
                    <a:gd name="T56" fmla="*/ 1449 w 8494"/>
                    <a:gd name="T57" fmla="*/ 9913 h 10820"/>
                    <a:gd name="T58" fmla="*/ 907 w 8494"/>
                    <a:gd name="T59" fmla="*/ 9371 h 10820"/>
                    <a:gd name="T60" fmla="*/ 907 w 8494"/>
                    <a:gd name="T61" fmla="*/ 5663 h 10820"/>
                    <a:gd name="T62" fmla="*/ 1449 w 8494"/>
                    <a:gd name="T63" fmla="*/ 5121 h 10820"/>
                    <a:gd name="T64" fmla="*/ 7045 w 8494"/>
                    <a:gd name="T65" fmla="*/ 5121 h 10820"/>
                    <a:gd name="T66" fmla="*/ 7587 w 8494"/>
                    <a:gd name="T67" fmla="*/ 5663 h 10820"/>
                    <a:gd name="T68" fmla="*/ 7587 w 8494"/>
                    <a:gd name="T69" fmla="*/ 9371 h 10820"/>
                    <a:gd name="T70" fmla="*/ 5314 w 8494"/>
                    <a:gd name="T71" fmla="*/ 3778 h 10820"/>
                    <a:gd name="T72" fmla="*/ 5312 w 8494"/>
                    <a:gd name="T73" fmla="*/ 3778 h 10820"/>
                    <a:gd name="T74" fmla="*/ 5314 w 8494"/>
                    <a:gd name="T75" fmla="*/ 4102 h 10820"/>
                    <a:gd name="T76" fmla="*/ 5314 w 8494"/>
                    <a:gd name="T77" fmla="*/ 3778 h 10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494" h="10820">
                      <a:moveTo>
                        <a:pt x="7564" y="4215"/>
                      </a:moveTo>
                      <a:lnTo>
                        <a:pt x="2362" y="4215"/>
                      </a:lnTo>
                      <a:lnTo>
                        <a:pt x="2362" y="2792"/>
                      </a:lnTo>
                      <a:cubicBezTo>
                        <a:pt x="2362" y="2291"/>
                        <a:pt x="2559" y="1818"/>
                        <a:pt x="2916" y="1461"/>
                      </a:cubicBezTo>
                      <a:cubicBezTo>
                        <a:pt x="3274" y="1103"/>
                        <a:pt x="3746" y="906"/>
                        <a:pt x="4247" y="906"/>
                      </a:cubicBezTo>
                      <a:cubicBezTo>
                        <a:pt x="4748" y="906"/>
                        <a:pt x="5220" y="1103"/>
                        <a:pt x="5578" y="1461"/>
                      </a:cubicBezTo>
                      <a:cubicBezTo>
                        <a:pt x="5935" y="1818"/>
                        <a:pt x="6132" y="2291"/>
                        <a:pt x="6132" y="2792"/>
                      </a:cubicBezTo>
                      <a:lnTo>
                        <a:pt x="6132" y="2916"/>
                      </a:lnTo>
                      <a:cubicBezTo>
                        <a:pt x="6128" y="2942"/>
                        <a:pt x="6125" y="2969"/>
                        <a:pt x="6125" y="2996"/>
                      </a:cubicBezTo>
                      <a:cubicBezTo>
                        <a:pt x="6125" y="3248"/>
                        <a:pt x="6330" y="3453"/>
                        <a:pt x="6582" y="3453"/>
                      </a:cubicBezTo>
                      <a:cubicBezTo>
                        <a:pt x="6834" y="3453"/>
                        <a:pt x="7039" y="3248"/>
                        <a:pt x="7039" y="2996"/>
                      </a:cubicBezTo>
                      <a:cubicBezTo>
                        <a:pt x="7039" y="2995"/>
                        <a:pt x="7039" y="2994"/>
                        <a:pt x="7039" y="2994"/>
                      </a:cubicBezTo>
                      <a:lnTo>
                        <a:pt x="7039" y="2994"/>
                      </a:lnTo>
                      <a:lnTo>
                        <a:pt x="7039" y="2792"/>
                      </a:lnTo>
                      <a:cubicBezTo>
                        <a:pt x="7039" y="1256"/>
                        <a:pt x="5783" y="0"/>
                        <a:pt x="4247" y="0"/>
                      </a:cubicBezTo>
                      <a:lnTo>
                        <a:pt x="4247" y="0"/>
                      </a:lnTo>
                      <a:cubicBezTo>
                        <a:pt x="2711" y="0"/>
                        <a:pt x="1455" y="1256"/>
                        <a:pt x="1455" y="2792"/>
                      </a:cubicBezTo>
                      <a:lnTo>
                        <a:pt x="1455" y="4215"/>
                      </a:lnTo>
                      <a:lnTo>
                        <a:pt x="930" y="4215"/>
                      </a:lnTo>
                      <a:cubicBezTo>
                        <a:pt x="419" y="4215"/>
                        <a:pt x="0" y="4633"/>
                        <a:pt x="0" y="5144"/>
                      </a:cubicBezTo>
                      <a:lnTo>
                        <a:pt x="0" y="9890"/>
                      </a:lnTo>
                      <a:cubicBezTo>
                        <a:pt x="0" y="10402"/>
                        <a:pt x="419" y="10820"/>
                        <a:pt x="930" y="10820"/>
                      </a:cubicBezTo>
                      <a:lnTo>
                        <a:pt x="7564" y="10820"/>
                      </a:lnTo>
                      <a:cubicBezTo>
                        <a:pt x="8075" y="10820"/>
                        <a:pt x="8494" y="10402"/>
                        <a:pt x="8494" y="9890"/>
                      </a:cubicBezTo>
                      <a:lnTo>
                        <a:pt x="8494" y="5144"/>
                      </a:lnTo>
                      <a:cubicBezTo>
                        <a:pt x="8494" y="4633"/>
                        <a:pt x="8075" y="4215"/>
                        <a:pt x="7564" y="4215"/>
                      </a:cubicBezTo>
                      <a:close/>
                      <a:moveTo>
                        <a:pt x="7587" y="9371"/>
                      </a:moveTo>
                      <a:cubicBezTo>
                        <a:pt x="7587" y="9669"/>
                        <a:pt x="7343" y="9913"/>
                        <a:pt x="7045" y="9913"/>
                      </a:cubicBezTo>
                      <a:lnTo>
                        <a:pt x="1449" y="9913"/>
                      </a:lnTo>
                      <a:cubicBezTo>
                        <a:pt x="1151" y="9913"/>
                        <a:pt x="907" y="9669"/>
                        <a:pt x="907" y="9371"/>
                      </a:cubicBezTo>
                      <a:lnTo>
                        <a:pt x="907" y="5663"/>
                      </a:lnTo>
                      <a:cubicBezTo>
                        <a:pt x="907" y="5365"/>
                        <a:pt x="1151" y="5121"/>
                        <a:pt x="1449" y="5121"/>
                      </a:cubicBezTo>
                      <a:lnTo>
                        <a:pt x="7045" y="5121"/>
                      </a:lnTo>
                      <a:cubicBezTo>
                        <a:pt x="7343" y="5121"/>
                        <a:pt x="7587" y="5365"/>
                        <a:pt x="7587" y="5663"/>
                      </a:cubicBezTo>
                      <a:lnTo>
                        <a:pt x="7587" y="9371"/>
                      </a:lnTo>
                      <a:close/>
                      <a:moveTo>
                        <a:pt x="5314" y="3778"/>
                      </a:moveTo>
                      <a:lnTo>
                        <a:pt x="5312" y="3778"/>
                      </a:lnTo>
                      <a:lnTo>
                        <a:pt x="5314" y="4102"/>
                      </a:lnTo>
                      <a:lnTo>
                        <a:pt x="5314" y="3778"/>
                      </a:ln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grpSp>
              <p:nvGrpSpPr>
                <p:cNvPr id="32" name="组合 31"/>
                <p:cNvGrpSpPr/>
                <p:nvPr/>
              </p:nvGrpSpPr>
              <p:grpSpPr>
                <a:xfrm>
                  <a:off x="7481051" y="2647166"/>
                  <a:ext cx="3795493" cy="1107996"/>
                  <a:chOff x="7485651" y="1552439"/>
                  <a:chExt cx="3795493" cy="1107996"/>
                </a:xfrm>
              </p:grpSpPr>
              <p:sp>
                <p:nvSpPr>
                  <p:cNvPr id="33" name="文本框 46"/>
                  <p:cNvSpPr txBox="1"/>
                  <p:nvPr/>
                </p:nvSpPr>
                <p:spPr>
                  <a:xfrm>
                    <a:off x="7485651" y="1921771"/>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4" name="文本框 34"/>
                  <p:cNvSpPr txBox="1"/>
                  <p:nvPr/>
                </p:nvSpPr>
                <p:spPr>
                  <a:xfrm>
                    <a:off x="7485651" y="155243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grpSp>
            <p:nvGrpSpPr>
              <p:cNvPr id="21" name="组合 20"/>
              <p:cNvGrpSpPr/>
              <p:nvPr/>
            </p:nvGrpSpPr>
            <p:grpSpPr>
              <a:xfrm>
                <a:off x="6096000" y="3688254"/>
                <a:ext cx="4441524" cy="1107996"/>
                <a:chOff x="6830159" y="3903751"/>
                <a:chExt cx="4441524" cy="1107996"/>
              </a:xfrm>
            </p:grpSpPr>
            <p:sp>
              <p:nvSpPr>
                <p:cNvPr id="27" name="ïşļïḍe"/>
                <p:cNvSpPr/>
                <p:nvPr/>
              </p:nvSpPr>
              <p:spPr>
                <a:xfrm>
                  <a:off x="6830159" y="4069568"/>
                  <a:ext cx="477545" cy="458045"/>
                </a:xfrm>
                <a:custGeom>
                  <a:avLst/>
                  <a:gdLst>
                    <a:gd name="T0" fmla="*/ 9839 w 12296"/>
                    <a:gd name="T1" fmla="*/ 8850 h 11793"/>
                    <a:gd name="T2" fmla="*/ 9224 w 12296"/>
                    <a:gd name="T3" fmla="*/ 8261 h 11793"/>
                    <a:gd name="T4" fmla="*/ 9224 w 12296"/>
                    <a:gd name="T5" fmla="*/ 3564 h 11793"/>
                    <a:gd name="T6" fmla="*/ 9811 w 12296"/>
                    <a:gd name="T7" fmla="*/ 2950 h 11793"/>
                    <a:gd name="T8" fmla="*/ 10452 w 12296"/>
                    <a:gd name="T9" fmla="*/ 3509 h 11793"/>
                    <a:gd name="T10" fmla="*/ 10452 w 12296"/>
                    <a:gd name="T11" fmla="*/ 8262 h 11793"/>
                    <a:gd name="T12" fmla="*/ 9839 w 12296"/>
                    <a:gd name="T13" fmla="*/ 8850 h 11793"/>
                    <a:gd name="T14" fmla="*/ 11681 w 12296"/>
                    <a:gd name="T15" fmla="*/ 7675 h 11793"/>
                    <a:gd name="T16" fmla="*/ 11067 w 12296"/>
                    <a:gd name="T17" fmla="*/ 7087 h 11793"/>
                    <a:gd name="T18" fmla="*/ 11067 w 12296"/>
                    <a:gd name="T19" fmla="*/ 4742 h 11793"/>
                    <a:gd name="T20" fmla="*/ 11653 w 12296"/>
                    <a:gd name="T21" fmla="*/ 4127 h 11793"/>
                    <a:gd name="T22" fmla="*/ 12296 w 12296"/>
                    <a:gd name="T23" fmla="*/ 4686 h 11793"/>
                    <a:gd name="T24" fmla="*/ 12296 w 12296"/>
                    <a:gd name="T25" fmla="*/ 7090 h 11793"/>
                    <a:gd name="T26" fmla="*/ 11681 w 12296"/>
                    <a:gd name="T27" fmla="*/ 7678 h 11793"/>
                    <a:gd name="T28" fmla="*/ 11681 w 12296"/>
                    <a:gd name="T29" fmla="*/ 7675 h 11793"/>
                    <a:gd name="T30" fmla="*/ 2465 w 12296"/>
                    <a:gd name="T31" fmla="*/ 9437 h 11793"/>
                    <a:gd name="T32" fmla="*/ 1852 w 12296"/>
                    <a:gd name="T33" fmla="*/ 8850 h 11793"/>
                    <a:gd name="T34" fmla="*/ 1852 w 12296"/>
                    <a:gd name="T35" fmla="*/ 2978 h 11793"/>
                    <a:gd name="T36" fmla="*/ 2437 w 12296"/>
                    <a:gd name="T37" fmla="*/ 2363 h 11793"/>
                    <a:gd name="T38" fmla="*/ 3080 w 12296"/>
                    <a:gd name="T39" fmla="*/ 2922 h 11793"/>
                    <a:gd name="T40" fmla="*/ 3080 w 12296"/>
                    <a:gd name="T41" fmla="*/ 2978 h 11793"/>
                    <a:gd name="T42" fmla="*/ 3080 w 12296"/>
                    <a:gd name="T43" fmla="*/ 8850 h 11793"/>
                    <a:gd name="T44" fmla="*/ 2465 w 12296"/>
                    <a:gd name="T45" fmla="*/ 9437 h 11793"/>
                    <a:gd name="T46" fmla="*/ 4309 w 12296"/>
                    <a:gd name="T47" fmla="*/ 11786 h 11793"/>
                    <a:gd name="T48" fmla="*/ 3695 w 12296"/>
                    <a:gd name="T49" fmla="*/ 11199 h 11793"/>
                    <a:gd name="T50" fmla="*/ 3695 w 12296"/>
                    <a:gd name="T51" fmla="*/ 629 h 11793"/>
                    <a:gd name="T52" fmla="*/ 4283 w 12296"/>
                    <a:gd name="T53" fmla="*/ 15 h 11793"/>
                    <a:gd name="T54" fmla="*/ 4924 w 12296"/>
                    <a:gd name="T55" fmla="*/ 574 h 11793"/>
                    <a:gd name="T56" fmla="*/ 4924 w 12296"/>
                    <a:gd name="T57" fmla="*/ 629 h 11793"/>
                    <a:gd name="T58" fmla="*/ 4924 w 12296"/>
                    <a:gd name="T59" fmla="*/ 11198 h 11793"/>
                    <a:gd name="T60" fmla="*/ 4309 w 12296"/>
                    <a:gd name="T61" fmla="*/ 11786 h 11793"/>
                    <a:gd name="T62" fmla="*/ 6153 w 12296"/>
                    <a:gd name="T63" fmla="*/ 9437 h 11793"/>
                    <a:gd name="T64" fmla="*/ 5538 w 12296"/>
                    <a:gd name="T65" fmla="*/ 8850 h 11793"/>
                    <a:gd name="T66" fmla="*/ 5538 w 12296"/>
                    <a:gd name="T67" fmla="*/ 2978 h 11793"/>
                    <a:gd name="T68" fmla="*/ 6123 w 12296"/>
                    <a:gd name="T69" fmla="*/ 2363 h 11793"/>
                    <a:gd name="T70" fmla="*/ 6763 w 12296"/>
                    <a:gd name="T71" fmla="*/ 2922 h 11793"/>
                    <a:gd name="T72" fmla="*/ 6763 w 12296"/>
                    <a:gd name="T73" fmla="*/ 8850 h 11793"/>
                    <a:gd name="T74" fmla="*/ 6148 w 12296"/>
                    <a:gd name="T75" fmla="*/ 9437 h 11793"/>
                    <a:gd name="T76" fmla="*/ 6153 w 12296"/>
                    <a:gd name="T77" fmla="*/ 9437 h 11793"/>
                    <a:gd name="T78" fmla="*/ 7996 w 12296"/>
                    <a:gd name="T79" fmla="*/ 7675 h 11793"/>
                    <a:gd name="T80" fmla="*/ 7385 w 12296"/>
                    <a:gd name="T81" fmla="*/ 7088 h 11793"/>
                    <a:gd name="T82" fmla="*/ 7385 w 12296"/>
                    <a:gd name="T83" fmla="*/ 4742 h 11793"/>
                    <a:gd name="T84" fmla="*/ 7973 w 12296"/>
                    <a:gd name="T85" fmla="*/ 4127 h 11793"/>
                    <a:gd name="T86" fmla="*/ 8614 w 12296"/>
                    <a:gd name="T87" fmla="*/ 4686 h 11793"/>
                    <a:gd name="T88" fmla="*/ 8614 w 12296"/>
                    <a:gd name="T89" fmla="*/ 7090 h 11793"/>
                    <a:gd name="T90" fmla="*/ 8002 w 12296"/>
                    <a:gd name="T91" fmla="*/ 7678 h 11793"/>
                    <a:gd name="T92" fmla="*/ 7996 w 12296"/>
                    <a:gd name="T93" fmla="*/ 7678 h 11793"/>
                    <a:gd name="T94" fmla="*/ 7996 w 12296"/>
                    <a:gd name="T95" fmla="*/ 7675 h 11793"/>
                    <a:gd name="T96" fmla="*/ 624 w 12296"/>
                    <a:gd name="T97" fmla="*/ 7675 h 11793"/>
                    <a:gd name="T98" fmla="*/ 9 w 12296"/>
                    <a:gd name="T99" fmla="*/ 7087 h 11793"/>
                    <a:gd name="T100" fmla="*/ 9 w 12296"/>
                    <a:gd name="T101" fmla="*/ 4742 h 11793"/>
                    <a:gd name="T102" fmla="*/ 595 w 12296"/>
                    <a:gd name="T103" fmla="*/ 4127 h 11793"/>
                    <a:gd name="T104" fmla="*/ 1238 w 12296"/>
                    <a:gd name="T105" fmla="*/ 4686 h 11793"/>
                    <a:gd name="T106" fmla="*/ 1238 w 12296"/>
                    <a:gd name="T107" fmla="*/ 7090 h 11793"/>
                    <a:gd name="T108" fmla="*/ 624 w 12296"/>
                    <a:gd name="T109" fmla="*/ 7675 h 11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96" h="11793">
                      <a:moveTo>
                        <a:pt x="9839" y="8850"/>
                      </a:moveTo>
                      <a:cubicBezTo>
                        <a:pt x="9507" y="8856"/>
                        <a:pt x="9232" y="8593"/>
                        <a:pt x="9224" y="8261"/>
                      </a:cubicBezTo>
                      <a:lnTo>
                        <a:pt x="9224" y="3564"/>
                      </a:lnTo>
                      <a:cubicBezTo>
                        <a:pt x="9224" y="3235"/>
                        <a:pt x="9483" y="2965"/>
                        <a:pt x="9811" y="2950"/>
                      </a:cubicBezTo>
                      <a:cubicBezTo>
                        <a:pt x="10140" y="2935"/>
                        <a:pt x="10422" y="3181"/>
                        <a:pt x="10452" y="3509"/>
                      </a:cubicBezTo>
                      <a:lnTo>
                        <a:pt x="10452" y="8262"/>
                      </a:lnTo>
                      <a:cubicBezTo>
                        <a:pt x="10445" y="8594"/>
                        <a:pt x="10170" y="8857"/>
                        <a:pt x="9839" y="8850"/>
                      </a:cubicBezTo>
                      <a:close/>
                      <a:moveTo>
                        <a:pt x="11681" y="7675"/>
                      </a:moveTo>
                      <a:cubicBezTo>
                        <a:pt x="11349" y="7682"/>
                        <a:pt x="11075" y="7419"/>
                        <a:pt x="11067" y="7087"/>
                      </a:cubicBezTo>
                      <a:lnTo>
                        <a:pt x="11067" y="4742"/>
                      </a:lnTo>
                      <a:cubicBezTo>
                        <a:pt x="11058" y="4410"/>
                        <a:pt x="11321" y="4134"/>
                        <a:pt x="11653" y="4127"/>
                      </a:cubicBezTo>
                      <a:cubicBezTo>
                        <a:pt x="11985" y="4105"/>
                        <a:pt x="12272" y="4355"/>
                        <a:pt x="12296" y="4686"/>
                      </a:cubicBezTo>
                      <a:lnTo>
                        <a:pt x="12296" y="7090"/>
                      </a:lnTo>
                      <a:cubicBezTo>
                        <a:pt x="12288" y="7422"/>
                        <a:pt x="12013" y="7685"/>
                        <a:pt x="11681" y="7678"/>
                      </a:cubicBezTo>
                      <a:lnTo>
                        <a:pt x="11681" y="7675"/>
                      </a:lnTo>
                      <a:close/>
                      <a:moveTo>
                        <a:pt x="2465" y="9437"/>
                      </a:moveTo>
                      <a:cubicBezTo>
                        <a:pt x="2134" y="9443"/>
                        <a:pt x="1860" y="9181"/>
                        <a:pt x="1852" y="8850"/>
                      </a:cubicBezTo>
                      <a:lnTo>
                        <a:pt x="1852" y="2978"/>
                      </a:lnTo>
                      <a:cubicBezTo>
                        <a:pt x="1843" y="2646"/>
                        <a:pt x="2105" y="2370"/>
                        <a:pt x="2437" y="2363"/>
                      </a:cubicBezTo>
                      <a:cubicBezTo>
                        <a:pt x="2769" y="2341"/>
                        <a:pt x="3056" y="2591"/>
                        <a:pt x="3080" y="2922"/>
                      </a:cubicBezTo>
                      <a:cubicBezTo>
                        <a:pt x="3081" y="2941"/>
                        <a:pt x="3081" y="2959"/>
                        <a:pt x="3080" y="2978"/>
                      </a:cubicBezTo>
                      <a:lnTo>
                        <a:pt x="3080" y="8850"/>
                      </a:lnTo>
                      <a:cubicBezTo>
                        <a:pt x="3072" y="9182"/>
                        <a:pt x="2797" y="9445"/>
                        <a:pt x="2465" y="9437"/>
                      </a:cubicBezTo>
                      <a:close/>
                      <a:moveTo>
                        <a:pt x="4309" y="11786"/>
                      </a:moveTo>
                      <a:cubicBezTo>
                        <a:pt x="3978" y="11793"/>
                        <a:pt x="3703" y="11530"/>
                        <a:pt x="3695" y="11199"/>
                      </a:cubicBezTo>
                      <a:lnTo>
                        <a:pt x="3695" y="629"/>
                      </a:lnTo>
                      <a:cubicBezTo>
                        <a:pt x="3695" y="300"/>
                        <a:pt x="3954" y="30"/>
                        <a:pt x="4283" y="15"/>
                      </a:cubicBezTo>
                      <a:cubicBezTo>
                        <a:pt x="4612" y="0"/>
                        <a:pt x="4894" y="246"/>
                        <a:pt x="4924" y="574"/>
                      </a:cubicBezTo>
                      <a:cubicBezTo>
                        <a:pt x="4925" y="592"/>
                        <a:pt x="4925" y="611"/>
                        <a:pt x="4924" y="629"/>
                      </a:cubicBezTo>
                      <a:lnTo>
                        <a:pt x="4924" y="11198"/>
                      </a:lnTo>
                      <a:cubicBezTo>
                        <a:pt x="4917" y="11530"/>
                        <a:pt x="4641" y="11793"/>
                        <a:pt x="4309" y="11786"/>
                      </a:cubicBezTo>
                      <a:close/>
                      <a:moveTo>
                        <a:pt x="6153" y="9437"/>
                      </a:moveTo>
                      <a:cubicBezTo>
                        <a:pt x="5821" y="9445"/>
                        <a:pt x="5545" y="9182"/>
                        <a:pt x="5538" y="8850"/>
                      </a:cubicBezTo>
                      <a:lnTo>
                        <a:pt x="5538" y="2978"/>
                      </a:lnTo>
                      <a:cubicBezTo>
                        <a:pt x="5529" y="2646"/>
                        <a:pt x="5792" y="2370"/>
                        <a:pt x="6123" y="2363"/>
                      </a:cubicBezTo>
                      <a:cubicBezTo>
                        <a:pt x="6454" y="2343"/>
                        <a:pt x="6739" y="2592"/>
                        <a:pt x="6763" y="2922"/>
                      </a:cubicBezTo>
                      <a:lnTo>
                        <a:pt x="6763" y="8850"/>
                      </a:lnTo>
                      <a:cubicBezTo>
                        <a:pt x="6755" y="9181"/>
                        <a:pt x="6480" y="9444"/>
                        <a:pt x="6148" y="9437"/>
                      </a:cubicBezTo>
                      <a:lnTo>
                        <a:pt x="6153" y="9437"/>
                      </a:lnTo>
                      <a:close/>
                      <a:moveTo>
                        <a:pt x="7996" y="7675"/>
                      </a:moveTo>
                      <a:cubicBezTo>
                        <a:pt x="7666" y="7680"/>
                        <a:pt x="7394" y="7418"/>
                        <a:pt x="7385" y="7088"/>
                      </a:cubicBezTo>
                      <a:lnTo>
                        <a:pt x="7385" y="4742"/>
                      </a:lnTo>
                      <a:cubicBezTo>
                        <a:pt x="7386" y="4413"/>
                        <a:pt x="7645" y="4142"/>
                        <a:pt x="7973" y="4127"/>
                      </a:cubicBezTo>
                      <a:cubicBezTo>
                        <a:pt x="8302" y="4112"/>
                        <a:pt x="8584" y="4359"/>
                        <a:pt x="8614" y="4686"/>
                      </a:cubicBezTo>
                      <a:lnTo>
                        <a:pt x="8614" y="7090"/>
                      </a:lnTo>
                      <a:cubicBezTo>
                        <a:pt x="8607" y="7422"/>
                        <a:pt x="8333" y="7685"/>
                        <a:pt x="8002" y="7678"/>
                      </a:cubicBezTo>
                      <a:lnTo>
                        <a:pt x="7996" y="7678"/>
                      </a:lnTo>
                      <a:lnTo>
                        <a:pt x="7996" y="7675"/>
                      </a:lnTo>
                      <a:close/>
                      <a:moveTo>
                        <a:pt x="624" y="7675"/>
                      </a:moveTo>
                      <a:cubicBezTo>
                        <a:pt x="292" y="7682"/>
                        <a:pt x="17" y="7419"/>
                        <a:pt x="9" y="7087"/>
                      </a:cubicBezTo>
                      <a:lnTo>
                        <a:pt x="9" y="4742"/>
                      </a:lnTo>
                      <a:cubicBezTo>
                        <a:pt x="0" y="4410"/>
                        <a:pt x="263" y="4134"/>
                        <a:pt x="595" y="4127"/>
                      </a:cubicBezTo>
                      <a:cubicBezTo>
                        <a:pt x="927" y="4105"/>
                        <a:pt x="1214" y="4355"/>
                        <a:pt x="1238" y="4686"/>
                      </a:cubicBezTo>
                      <a:lnTo>
                        <a:pt x="1238" y="7090"/>
                      </a:lnTo>
                      <a:cubicBezTo>
                        <a:pt x="1229" y="7421"/>
                        <a:pt x="955" y="7682"/>
                        <a:pt x="624" y="7675"/>
                      </a:cubicBez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grpSp>
              <p:nvGrpSpPr>
                <p:cNvPr id="28" name="组合 27"/>
                <p:cNvGrpSpPr/>
                <p:nvPr/>
              </p:nvGrpSpPr>
              <p:grpSpPr>
                <a:xfrm>
                  <a:off x="7476190" y="3903751"/>
                  <a:ext cx="3795493" cy="1107996"/>
                  <a:chOff x="7485651" y="1552439"/>
                  <a:chExt cx="3795493" cy="1107996"/>
                </a:xfrm>
              </p:grpSpPr>
              <p:sp>
                <p:nvSpPr>
                  <p:cNvPr id="29" name="文本框 46"/>
                  <p:cNvSpPr txBox="1"/>
                  <p:nvPr/>
                </p:nvSpPr>
                <p:spPr>
                  <a:xfrm>
                    <a:off x="7485651" y="1921771"/>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0" name="文本框 34"/>
                  <p:cNvSpPr txBox="1"/>
                  <p:nvPr/>
                </p:nvSpPr>
                <p:spPr>
                  <a:xfrm>
                    <a:off x="7485651" y="155243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grpSp>
            <p:nvGrpSpPr>
              <p:cNvPr id="22" name="组合 21"/>
              <p:cNvGrpSpPr/>
              <p:nvPr/>
            </p:nvGrpSpPr>
            <p:grpSpPr>
              <a:xfrm>
                <a:off x="6096000" y="4939974"/>
                <a:ext cx="4445785" cy="1107996"/>
                <a:chOff x="6825897" y="5121217"/>
                <a:chExt cx="4445785" cy="1107996"/>
              </a:xfrm>
            </p:grpSpPr>
            <p:sp>
              <p:nvSpPr>
                <p:cNvPr id="23" name="íṧḷíḑè"/>
                <p:cNvSpPr/>
                <p:nvPr/>
              </p:nvSpPr>
              <p:spPr>
                <a:xfrm>
                  <a:off x="6825897" y="5369915"/>
                  <a:ext cx="477545" cy="377796"/>
                </a:xfrm>
                <a:custGeom>
                  <a:avLst/>
                  <a:gdLst>
                    <a:gd name="T0" fmla="*/ 10147 w 12437"/>
                    <a:gd name="T1" fmla="*/ 4177 h 9838"/>
                    <a:gd name="T2" fmla="*/ 8099 w 12437"/>
                    <a:gd name="T3" fmla="*/ 5748 h 9838"/>
                    <a:gd name="T4" fmla="*/ 7433 w 12437"/>
                    <a:gd name="T5" fmla="*/ 5684 h 9838"/>
                    <a:gd name="T6" fmla="*/ 5132 w 12437"/>
                    <a:gd name="T7" fmla="*/ 3581 h 9838"/>
                    <a:gd name="T8" fmla="*/ 4794 w 12437"/>
                    <a:gd name="T9" fmla="*/ 3606 h 9838"/>
                    <a:gd name="T10" fmla="*/ 4602 w 12437"/>
                    <a:gd name="T11" fmla="*/ 3074 h 9838"/>
                    <a:gd name="T12" fmla="*/ 5282 w 12437"/>
                    <a:gd name="T13" fmla="*/ 1124 h 9838"/>
                    <a:gd name="T14" fmla="*/ 3435 w 12437"/>
                    <a:gd name="T15" fmla="*/ 200 h 9838"/>
                    <a:gd name="T16" fmla="*/ 2282 w 12437"/>
                    <a:gd name="T17" fmla="*/ 1914 h 9838"/>
                    <a:gd name="T18" fmla="*/ 3834 w 12437"/>
                    <a:gd name="T19" fmla="*/ 3276 h 9838"/>
                    <a:gd name="T20" fmla="*/ 4090 w 12437"/>
                    <a:gd name="T21" fmla="*/ 3261 h 9838"/>
                    <a:gd name="T22" fmla="*/ 4267 w 12437"/>
                    <a:gd name="T23" fmla="*/ 3755 h 9838"/>
                    <a:gd name="T24" fmla="*/ 3051 w 12437"/>
                    <a:gd name="T25" fmla="*/ 6958 h 9838"/>
                    <a:gd name="T26" fmla="*/ 2693 w 12437"/>
                    <a:gd name="T27" fmla="*/ 7165 h 9838"/>
                    <a:gd name="T28" fmla="*/ 1554 w 12437"/>
                    <a:gd name="T29" fmla="*/ 6666 h 9838"/>
                    <a:gd name="T30" fmla="*/ 0 w 12437"/>
                    <a:gd name="T31" fmla="*/ 8252 h 9838"/>
                    <a:gd name="T32" fmla="*/ 1554 w 12437"/>
                    <a:gd name="T33" fmla="*/ 9838 h 9838"/>
                    <a:gd name="T34" fmla="*/ 3118 w 12437"/>
                    <a:gd name="T35" fmla="*/ 8253 h 9838"/>
                    <a:gd name="T36" fmla="*/ 2990 w 12437"/>
                    <a:gd name="T37" fmla="*/ 7628 h 9838"/>
                    <a:gd name="T38" fmla="*/ 3346 w 12437"/>
                    <a:gd name="T39" fmla="*/ 7421 h 9838"/>
                    <a:gd name="T40" fmla="*/ 5130 w 12437"/>
                    <a:gd name="T41" fmla="*/ 8268 h 9838"/>
                    <a:gd name="T42" fmla="*/ 7425 w 12437"/>
                    <a:gd name="T43" fmla="*/ 6236 h 9838"/>
                    <a:gd name="T44" fmla="*/ 8021 w 12437"/>
                    <a:gd name="T45" fmla="*/ 6295 h 9838"/>
                    <a:gd name="T46" fmla="*/ 8021 w 12437"/>
                    <a:gd name="T47" fmla="*/ 6327 h 9838"/>
                    <a:gd name="T48" fmla="*/ 9350 w 12437"/>
                    <a:gd name="T49" fmla="*/ 8273 h 9838"/>
                    <a:gd name="T50" fmla="*/ 11657 w 12437"/>
                    <a:gd name="T51" fmla="*/ 7797 h 9838"/>
                    <a:gd name="T52" fmla="*/ 12107 w 12437"/>
                    <a:gd name="T53" fmla="*/ 5484 h 9838"/>
                    <a:gd name="T54" fmla="*/ 10146 w 12437"/>
                    <a:gd name="T55" fmla="*/ 4178 h 9838"/>
                    <a:gd name="T56" fmla="*/ 10147 w 12437"/>
                    <a:gd name="T57" fmla="*/ 4177 h 9838"/>
                    <a:gd name="T58" fmla="*/ 3070 w 12437"/>
                    <a:gd name="T59" fmla="*/ 1681 h 9838"/>
                    <a:gd name="T60" fmla="*/ 3549 w 12437"/>
                    <a:gd name="T61" fmla="*/ 977 h 9838"/>
                    <a:gd name="T62" fmla="*/ 4383 w 12437"/>
                    <a:gd name="T63" fmla="*/ 1148 h 9838"/>
                    <a:gd name="T64" fmla="*/ 4546 w 12437"/>
                    <a:gd name="T65" fmla="*/ 1984 h 9838"/>
                    <a:gd name="T66" fmla="*/ 3838 w 12437"/>
                    <a:gd name="T67" fmla="*/ 2457 h 9838"/>
                    <a:gd name="T68" fmla="*/ 3070 w 12437"/>
                    <a:gd name="T69" fmla="*/ 1681 h 9838"/>
                    <a:gd name="T70" fmla="*/ 1534 w 12437"/>
                    <a:gd name="T71" fmla="*/ 9058 h 9838"/>
                    <a:gd name="T72" fmla="*/ 779 w 12437"/>
                    <a:gd name="T73" fmla="*/ 8282 h 9838"/>
                    <a:gd name="T74" fmla="*/ 1534 w 12437"/>
                    <a:gd name="T75" fmla="*/ 7506 h 9838"/>
                    <a:gd name="T76" fmla="*/ 2288 w 12437"/>
                    <a:gd name="T77" fmla="*/ 8282 h 9838"/>
                    <a:gd name="T78" fmla="*/ 1534 w 12437"/>
                    <a:gd name="T79" fmla="*/ 9058 h 9838"/>
                    <a:gd name="T80" fmla="*/ 5182 w 12437"/>
                    <a:gd name="T81" fmla="*/ 7314 h 9838"/>
                    <a:gd name="T82" fmla="*/ 3914 w 12437"/>
                    <a:gd name="T83" fmla="*/ 6486 h 9838"/>
                    <a:gd name="T84" fmla="*/ 4198 w 12437"/>
                    <a:gd name="T85" fmla="*/ 4998 h 9838"/>
                    <a:gd name="T86" fmla="*/ 5682 w 12437"/>
                    <a:gd name="T87" fmla="*/ 4696 h 9838"/>
                    <a:gd name="T88" fmla="*/ 6526 w 12437"/>
                    <a:gd name="T89" fmla="*/ 5954 h 9838"/>
                    <a:gd name="T90" fmla="*/ 5185 w 12437"/>
                    <a:gd name="T91" fmla="*/ 7315 h 9838"/>
                    <a:gd name="T92" fmla="*/ 5182 w 12437"/>
                    <a:gd name="T93" fmla="*/ 7314 h 9838"/>
                    <a:gd name="T94" fmla="*/ 10174 w 12437"/>
                    <a:gd name="T95" fmla="*/ 7506 h 9838"/>
                    <a:gd name="T96" fmla="*/ 9086 w 12437"/>
                    <a:gd name="T97" fmla="*/ 6796 h 9838"/>
                    <a:gd name="T98" fmla="*/ 9330 w 12437"/>
                    <a:gd name="T99" fmla="*/ 5521 h 9838"/>
                    <a:gd name="T100" fmla="*/ 10602 w 12437"/>
                    <a:gd name="T101" fmla="*/ 5261 h 9838"/>
                    <a:gd name="T102" fmla="*/ 11326 w 12437"/>
                    <a:gd name="T103" fmla="*/ 6340 h 9838"/>
                    <a:gd name="T104" fmla="*/ 10177 w 12437"/>
                    <a:gd name="T105" fmla="*/ 7507 h 9838"/>
                    <a:gd name="T106" fmla="*/ 10174 w 12437"/>
                    <a:gd name="T107" fmla="*/ 7506 h 9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437" h="9838">
                      <a:moveTo>
                        <a:pt x="10147" y="4177"/>
                      </a:moveTo>
                      <a:cubicBezTo>
                        <a:pt x="9189" y="4181"/>
                        <a:pt x="8352" y="4824"/>
                        <a:pt x="8099" y="5748"/>
                      </a:cubicBezTo>
                      <a:lnTo>
                        <a:pt x="7433" y="5684"/>
                      </a:lnTo>
                      <a:cubicBezTo>
                        <a:pt x="7321" y="4496"/>
                        <a:pt x="6326" y="3586"/>
                        <a:pt x="5132" y="3581"/>
                      </a:cubicBezTo>
                      <a:cubicBezTo>
                        <a:pt x="5019" y="3581"/>
                        <a:pt x="4906" y="3589"/>
                        <a:pt x="4794" y="3606"/>
                      </a:cubicBezTo>
                      <a:lnTo>
                        <a:pt x="4602" y="3074"/>
                      </a:lnTo>
                      <a:cubicBezTo>
                        <a:pt x="5287" y="2687"/>
                        <a:pt x="5578" y="1852"/>
                        <a:pt x="5282" y="1124"/>
                      </a:cubicBezTo>
                      <a:cubicBezTo>
                        <a:pt x="4986" y="395"/>
                        <a:pt x="4195" y="0"/>
                        <a:pt x="3435" y="200"/>
                      </a:cubicBezTo>
                      <a:cubicBezTo>
                        <a:pt x="2674" y="401"/>
                        <a:pt x="2181" y="1134"/>
                        <a:pt x="2282" y="1914"/>
                      </a:cubicBezTo>
                      <a:cubicBezTo>
                        <a:pt x="2383" y="2694"/>
                        <a:pt x="3048" y="3277"/>
                        <a:pt x="3834" y="3276"/>
                      </a:cubicBezTo>
                      <a:cubicBezTo>
                        <a:pt x="3920" y="3278"/>
                        <a:pt x="4006" y="3273"/>
                        <a:pt x="4090" y="3261"/>
                      </a:cubicBezTo>
                      <a:lnTo>
                        <a:pt x="4267" y="3755"/>
                      </a:lnTo>
                      <a:cubicBezTo>
                        <a:pt x="3018" y="4277"/>
                        <a:pt x="2463" y="5739"/>
                        <a:pt x="3051" y="6958"/>
                      </a:cubicBezTo>
                      <a:lnTo>
                        <a:pt x="2693" y="7165"/>
                      </a:lnTo>
                      <a:cubicBezTo>
                        <a:pt x="2399" y="6848"/>
                        <a:pt x="1986" y="6668"/>
                        <a:pt x="1554" y="6666"/>
                      </a:cubicBezTo>
                      <a:cubicBezTo>
                        <a:pt x="691" y="6684"/>
                        <a:pt x="0" y="7389"/>
                        <a:pt x="0" y="8252"/>
                      </a:cubicBezTo>
                      <a:cubicBezTo>
                        <a:pt x="0" y="9116"/>
                        <a:pt x="691" y="9820"/>
                        <a:pt x="1554" y="9838"/>
                      </a:cubicBezTo>
                      <a:cubicBezTo>
                        <a:pt x="2423" y="9831"/>
                        <a:pt x="3123" y="9122"/>
                        <a:pt x="3118" y="8253"/>
                      </a:cubicBezTo>
                      <a:cubicBezTo>
                        <a:pt x="3118" y="8038"/>
                        <a:pt x="3074" y="7826"/>
                        <a:pt x="2990" y="7628"/>
                      </a:cubicBezTo>
                      <a:lnTo>
                        <a:pt x="3346" y="7421"/>
                      </a:lnTo>
                      <a:cubicBezTo>
                        <a:pt x="3783" y="7957"/>
                        <a:pt x="4438" y="8269"/>
                        <a:pt x="5130" y="8268"/>
                      </a:cubicBezTo>
                      <a:cubicBezTo>
                        <a:pt x="6296" y="8259"/>
                        <a:pt x="7275" y="7391"/>
                        <a:pt x="7425" y="6236"/>
                      </a:cubicBezTo>
                      <a:lnTo>
                        <a:pt x="8021" y="6295"/>
                      </a:lnTo>
                      <a:lnTo>
                        <a:pt x="8021" y="6327"/>
                      </a:lnTo>
                      <a:cubicBezTo>
                        <a:pt x="8031" y="7184"/>
                        <a:pt x="8555" y="7952"/>
                        <a:pt x="9350" y="8273"/>
                      </a:cubicBezTo>
                      <a:cubicBezTo>
                        <a:pt x="10144" y="8594"/>
                        <a:pt x="11054" y="8406"/>
                        <a:pt x="11657" y="7797"/>
                      </a:cubicBezTo>
                      <a:cubicBezTo>
                        <a:pt x="12259" y="7187"/>
                        <a:pt x="12437" y="6275"/>
                        <a:pt x="12107" y="5484"/>
                      </a:cubicBezTo>
                      <a:cubicBezTo>
                        <a:pt x="11776" y="4693"/>
                        <a:pt x="11003" y="4178"/>
                        <a:pt x="10146" y="4178"/>
                      </a:cubicBezTo>
                      <a:lnTo>
                        <a:pt x="10147" y="4177"/>
                      </a:lnTo>
                      <a:close/>
                      <a:moveTo>
                        <a:pt x="3070" y="1681"/>
                      </a:moveTo>
                      <a:cubicBezTo>
                        <a:pt x="3073" y="1371"/>
                        <a:pt x="3262" y="1093"/>
                        <a:pt x="3549" y="977"/>
                      </a:cubicBezTo>
                      <a:cubicBezTo>
                        <a:pt x="3836" y="860"/>
                        <a:pt x="4165" y="928"/>
                        <a:pt x="4383" y="1148"/>
                      </a:cubicBezTo>
                      <a:cubicBezTo>
                        <a:pt x="4601" y="1368"/>
                        <a:pt x="4666" y="1698"/>
                        <a:pt x="4546" y="1984"/>
                      </a:cubicBezTo>
                      <a:cubicBezTo>
                        <a:pt x="4427" y="2270"/>
                        <a:pt x="4147" y="2457"/>
                        <a:pt x="3838" y="2457"/>
                      </a:cubicBezTo>
                      <a:cubicBezTo>
                        <a:pt x="3413" y="2451"/>
                        <a:pt x="3072" y="2106"/>
                        <a:pt x="3070" y="1681"/>
                      </a:cubicBezTo>
                      <a:close/>
                      <a:moveTo>
                        <a:pt x="1534" y="9058"/>
                      </a:moveTo>
                      <a:cubicBezTo>
                        <a:pt x="1114" y="9046"/>
                        <a:pt x="779" y="8702"/>
                        <a:pt x="779" y="8282"/>
                      </a:cubicBezTo>
                      <a:cubicBezTo>
                        <a:pt x="779" y="7862"/>
                        <a:pt x="1114" y="7518"/>
                        <a:pt x="1534" y="7506"/>
                      </a:cubicBezTo>
                      <a:cubicBezTo>
                        <a:pt x="1953" y="7518"/>
                        <a:pt x="2288" y="7862"/>
                        <a:pt x="2288" y="8282"/>
                      </a:cubicBezTo>
                      <a:cubicBezTo>
                        <a:pt x="2288" y="8702"/>
                        <a:pt x="1953" y="9046"/>
                        <a:pt x="1534" y="9058"/>
                      </a:cubicBezTo>
                      <a:close/>
                      <a:moveTo>
                        <a:pt x="5182" y="7314"/>
                      </a:moveTo>
                      <a:cubicBezTo>
                        <a:pt x="4630" y="7321"/>
                        <a:pt x="4129" y="6993"/>
                        <a:pt x="3914" y="6486"/>
                      </a:cubicBezTo>
                      <a:cubicBezTo>
                        <a:pt x="3698" y="5978"/>
                        <a:pt x="3811" y="5391"/>
                        <a:pt x="4198" y="4998"/>
                      </a:cubicBezTo>
                      <a:cubicBezTo>
                        <a:pt x="4586" y="4606"/>
                        <a:pt x="5172" y="4487"/>
                        <a:pt x="5682" y="4696"/>
                      </a:cubicBezTo>
                      <a:cubicBezTo>
                        <a:pt x="6192" y="4906"/>
                        <a:pt x="6525" y="5403"/>
                        <a:pt x="6526" y="5954"/>
                      </a:cubicBezTo>
                      <a:cubicBezTo>
                        <a:pt x="6532" y="6700"/>
                        <a:pt x="5931" y="7310"/>
                        <a:pt x="5185" y="7315"/>
                      </a:cubicBezTo>
                      <a:lnTo>
                        <a:pt x="5182" y="7314"/>
                      </a:lnTo>
                      <a:close/>
                      <a:moveTo>
                        <a:pt x="10174" y="7506"/>
                      </a:moveTo>
                      <a:cubicBezTo>
                        <a:pt x="9701" y="7512"/>
                        <a:pt x="9271" y="7231"/>
                        <a:pt x="9086" y="6796"/>
                      </a:cubicBezTo>
                      <a:cubicBezTo>
                        <a:pt x="8901" y="6361"/>
                        <a:pt x="8998" y="5857"/>
                        <a:pt x="9330" y="5521"/>
                      </a:cubicBezTo>
                      <a:cubicBezTo>
                        <a:pt x="9662" y="5184"/>
                        <a:pt x="10165" y="5082"/>
                        <a:pt x="10602" y="5261"/>
                      </a:cubicBezTo>
                      <a:cubicBezTo>
                        <a:pt x="11040" y="5441"/>
                        <a:pt x="11325" y="5867"/>
                        <a:pt x="11326" y="6340"/>
                      </a:cubicBezTo>
                      <a:cubicBezTo>
                        <a:pt x="11330" y="6979"/>
                        <a:pt x="10816" y="7501"/>
                        <a:pt x="10177" y="7507"/>
                      </a:cubicBezTo>
                      <a:lnTo>
                        <a:pt x="10174" y="7506"/>
                      </a:lnTo>
                      <a:close/>
                    </a:path>
                  </a:pathLst>
                </a:custGeom>
                <a:solidFill>
                  <a:schemeClr val="tx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grpSp>
              <p:nvGrpSpPr>
                <p:cNvPr id="24" name="组合 23"/>
                <p:cNvGrpSpPr/>
                <p:nvPr/>
              </p:nvGrpSpPr>
              <p:grpSpPr>
                <a:xfrm>
                  <a:off x="7476189" y="5121217"/>
                  <a:ext cx="3795493" cy="1107996"/>
                  <a:chOff x="7485651" y="1552439"/>
                  <a:chExt cx="3795493" cy="1107996"/>
                </a:xfrm>
              </p:grpSpPr>
              <p:sp>
                <p:nvSpPr>
                  <p:cNvPr id="25" name="文本框 46"/>
                  <p:cNvSpPr txBox="1"/>
                  <p:nvPr/>
                </p:nvSpPr>
                <p:spPr>
                  <a:xfrm>
                    <a:off x="7485651" y="1921771"/>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26" name="文本框 34"/>
                  <p:cNvSpPr txBox="1"/>
                  <p:nvPr/>
                </p:nvSpPr>
                <p:spPr>
                  <a:xfrm>
                    <a:off x="7485651" y="155243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grpSp>
        <p:grpSp>
          <p:nvGrpSpPr>
            <p:cNvPr id="13" name="组合 12"/>
            <p:cNvGrpSpPr/>
            <p:nvPr/>
          </p:nvGrpSpPr>
          <p:grpSpPr>
            <a:xfrm>
              <a:off x="981046" y="2436533"/>
              <a:ext cx="4133909" cy="2253247"/>
              <a:chOff x="744002" y="2511877"/>
              <a:chExt cx="4133909" cy="2253247"/>
            </a:xfrm>
          </p:grpSpPr>
          <p:sp>
            <p:nvSpPr>
              <p:cNvPr id="16" name="文本框 15"/>
              <p:cNvSpPr txBox="1"/>
              <p:nvPr/>
            </p:nvSpPr>
            <p:spPr>
              <a:xfrm>
                <a:off x="744002" y="2511877"/>
                <a:ext cx="4022566" cy="707886"/>
              </a:xfrm>
              <a:prstGeom prst="rect">
                <a:avLst/>
              </a:prstGeom>
              <a:noFill/>
            </p:spPr>
            <p:txBody>
              <a:bodyPr wrap="square" rtlCol="0">
                <a:spAutoFit/>
              </a:bodyPr>
              <a:lstStyle/>
              <a:p>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17" name="文本框 45"/>
              <p:cNvSpPr txBox="1"/>
              <p:nvPr/>
            </p:nvSpPr>
            <p:spPr>
              <a:xfrm>
                <a:off x="762834" y="3315462"/>
                <a:ext cx="4115077" cy="107721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8" name="矩形: 圆角 17"/>
              <p:cNvSpPr/>
              <p:nvPr/>
            </p:nvSpPr>
            <p:spPr>
              <a:xfrm>
                <a:off x="919720" y="4621400"/>
                <a:ext cx="680483" cy="14372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50000"/>
                    </a:schemeClr>
                  </a:solidFill>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01</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研究背景</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9" name="组合 8"/>
          <p:cNvGrpSpPr/>
          <p:nvPr/>
        </p:nvGrpSpPr>
        <p:grpSpPr>
          <a:xfrm>
            <a:off x="360301" y="1735328"/>
            <a:ext cx="11471398" cy="4059088"/>
            <a:chOff x="360301" y="1735328"/>
            <a:chExt cx="11471398" cy="4059088"/>
          </a:xfrm>
        </p:grpSpPr>
        <p:grpSp>
          <p:nvGrpSpPr>
            <p:cNvPr id="16" name="组合 15"/>
            <p:cNvGrpSpPr/>
            <p:nvPr/>
          </p:nvGrpSpPr>
          <p:grpSpPr>
            <a:xfrm>
              <a:off x="1152454" y="3429000"/>
              <a:ext cx="9887092" cy="800100"/>
              <a:chOff x="1152454" y="3543300"/>
              <a:chExt cx="9887092" cy="800100"/>
            </a:xfrm>
          </p:grpSpPr>
          <p:grpSp>
            <p:nvGrpSpPr>
              <p:cNvPr id="17" name="组合 16"/>
              <p:cNvGrpSpPr/>
              <p:nvPr/>
            </p:nvGrpSpPr>
            <p:grpSpPr>
              <a:xfrm>
                <a:off x="1152454" y="3543300"/>
                <a:ext cx="9887092" cy="800100"/>
                <a:chOff x="1165154" y="3530600"/>
                <a:chExt cx="9887092" cy="800100"/>
              </a:xfrm>
            </p:grpSpPr>
            <p:sp>
              <p:nvSpPr>
                <p:cNvPr id="37" name="椭圆 36"/>
                <p:cNvSpPr/>
                <p:nvPr/>
              </p:nvSpPr>
              <p:spPr>
                <a:xfrm>
                  <a:off x="1165154" y="3530600"/>
                  <a:ext cx="800100" cy="8001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01</a:t>
                  </a:r>
                  <a:endParaRPr lang="zh-CN" altLang="en-US" sz="2400" b="1" dirty="0">
                    <a:latin typeface="+mj-ea"/>
                    <a:ea typeface="+mj-ea"/>
                  </a:endParaRPr>
                </a:p>
              </p:txBody>
            </p:sp>
            <p:sp>
              <p:nvSpPr>
                <p:cNvPr id="33" name="椭圆 32"/>
                <p:cNvSpPr/>
                <p:nvPr/>
              </p:nvSpPr>
              <p:spPr>
                <a:xfrm>
                  <a:off x="4194151" y="3530600"/>
                  <a:ext cx="800100" cy="8001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02</a:t>
                  </a:r>
                  <a:endParaRPr lang="zh-CN" altLang="en-US" sz="2400" b="1" dirty="0">
                    <a:latin typeface="+mj-ea"/>
                    <a:ea typeface="+mj-ea"/>
                  </a:endParaRPr>
                </a:p>
              </p:txBody>
            </p:sp>
            <p:sp>
              <p:nvSpPr>
                <p:cNvPr id="29" name="椭圆 28"/>
                <p:cNvSpPr/>
                <p:nvPr/>
              </p:nvSpPr>
              <p:spPr>
                <a:xfrm>
                  <a:off x="7223148" y="3530600"/>
                  <a:ext cx="800100" cy="8001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03</a:t>
                  </a:r>
                  <a:endParaRPr lang="zh-CN" altLang="en-US" sz="2400" b="1" dirty="0">
                    <a:latin typeface="+mj-ea"/>
                    <a:ea typeface="+mj-ea"/>
                  </a:endParaRPr>
                </a:p>
              </p:txBody>
            </p:sp>
            <p:sp>
              <p:nvSpPr>
                <p:cNvPr id="25" name="椭圆 24"/>
                <p:cNvSpPr/>
                <p:nvPr/>
              </p:nvSpPr>
              <p:spPr>
                <a:xfrm>
                  <a:off x="10252146" y="3530600"/>
                  <a:ext cx="800100" cy="8001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04</a:t>
                  </a:r>
                  <a:endParaRPr lang="zh-CN" altLang="en-US" sz="2400" b="1" dirty="0">
                    <a:latin typeface="+mj-ea"/>
                    <a:ea typeface="+mj-ea"/>
                  </a:endParaRPr>
                </a:p>
              </p:txBody>
            </p:sp>
          </p:grpSp>
          <p:sp>
            <p:nvSpPr>
              <p:cNvPr id="18" name="straight-right-arrow_57116"/>
              <p:cNvSpPr>
                <a:spLocks noChangeAspect="1"/>
              </p:cNvSpPr>
              <p:nvPr/>
            </p:nvSpPr>
            <p:spPr bwMode="auto">
              <a:xfrm>
                <a:off x="2762160" y="3756946"/>
                <a:ext cx="609685" cy="372807"/>
              </a:xfrm>
              <a:custGeom>
                <a:avLst/>
                <a:gdLst>
                  <a:gd name="T0" fmla="*/ 1623 w 1664"/>
                  <a:gd name="T1" fmla="*/ 452 h 1019"/>
                  <a:gd name="T2" fmla="*/ 1107 w 1664"/>
                  <a:gd name="T3" fmla="*/ 41 h 1019"/>
                  <a:gd name="T4" fmla="*/ 973 w 1664"/>
                  <a:gd name="T5" fmla="*/ 105 h 1019"/>
                  <a:gd name="T6" fmla="*/ 973 w 1664"/>
                  <a:gd name="T7" fmla="*/ 243 h 1019"/>
                  <a:gd name="T8" fmla="*/ 900 w 1664"/>
                  <a:gd name="T9" fmla="*/ 325 h 1019"/>
                  <a:gd name="T10" fmla="*/ 80 w 1664"/>
                  <a:gd name="T11" fmla="*/ 325 h 1019"/>
                  <a:gd name="T12" fmla="*/ 0 w 1664"/>
                  <a:gd name="T13" fmla="*/ 403 h 1019"/>
                  <a:gd name="T14" fmla="*/ 0 w 1664"/>
                  <a:gd name="T15" fmla="*/ 619 h 1019"/>
                  <a:gd name="T16" fmla="*/ 80 w 1664"/>
                  <a:gd name="T17" fmla="*/ 699 h 1019"/>
                  <a:gd name="T18" fmla="*/ 900 w 1664"/>
                  <a:gd name="T19" fmla="*/ 699 h 1019"/>
                  <a:gd name="T20" fmla="*/ 973 w 1664"/>
                  <a:gd name="T21" fmla="*/ 777 h 1019"/>
                  <a:gd name="T22" fmla="*/ 973 w 1664"/>
                  <a:gd name="T23" fmla="*/ 915 h 1019"/>
                  <a:gd name="T24" fmla="*/ 1105 w 1664"/>
                  <a:gd name="T25" fmla="*/ 977 h 1019"/>
                  <a:gd name="T26" fmla="*/ 1620 w 1664"/>
                  <a:gd name="T27" fmla="*/ 577 h 1019"/>
                  <a:gd name="T28" fmla="*/ 1623 w 1664"/>
                  <a:gd name="T29" fmla="*/ 452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64" h="1019">
                    <a:moveTo>
                      <a:pt x="1623" y="452"/>
                    </a:moveTo>
                    <a:lnTo>
                      <a:pt x="1107" y="41"/>
                    </a:lnTo>
                    <a:cubicBezTo>
                      <a:pt x="1053" y="0"/>
                      <a:pt x="973" y="37"/>
                      <a:pt x="973" y="105"/>
                    </a:cubicBezTo>
                    <a:lnTo>
                      <a:pt x="973" y="243"/>
                    </a:lnTo>
                    <a:cubicBezTo>
                      <a:pt x="973" y="287"/>
                      <a:pt x="944" y="325"/>
                      <a:pt x="900" y="325"/>
                    </a:cubicBezTo>
                    <a:lnTo>
                      <a:pt x="80" y="325"/>
                    </a:lnTo>
                    <a:cubicBezTo>
                      <a:pt x="36" y="325"/>
                      <a:pt x="0" y="357"/>
                      <a:pt x="0" y="403"/>
                    </a:cubicBezTo>
                    <a:lnTo>
                      <a:pt x="0" y="619"/>
                    </a:lnTo>
                    <a:cubicBezTo>
                      <a:pt x="0" y="661"/>
                      <a:pt x="36" y="699"/>
                      <a:pt x="80" y="699"/>
                    </a:cubicBezTo>
                    <a:lnTo>
                      <a:pt x="900" y="699"/>
                    </a:lnTo>
                    <a:cubicBezTo>
                      <a:pt x="944" y="699"/>
                      <a:pt x="973" y="733"/>
                      <a:pt x="973" y="777"/>
                    </a:cubicBezTo>
                    <a:lnTo>
                      <a:pt x="973" y="915"/>
                    </a:lnTo>
                    <a:cubicBezTo>
                      <a:pt x="973" y="981"/>
                      <a:pt x="1053" y="1019"/>
                      <a:pt x="1105" y="977"/>
                    </a:cubicBezTo>
                    <a:lnTo>
                      <a:pt x="1620" y="577"/>
                    </a:lnTo>
                    <a:cubicBezTo>
                      <a:pt x="1663" y="547"/>
                      <a:pt x="1664" y="484"/>
                      <a:pt x="1623" y="452"/>
                    </a:cubicBezTo>
                    <a:close/>
                  </a:path>
                </a:pathLst>
              </a:custGeom>
              <a:solidFill>
                <a:schemeClr val="accent6"/>
              </a:solidFill>
              <a:ln>
                <a:noFill/>
              </a:ln>
            </p:spPr>
          </p:sp>
          <p:sp>
            <p:nvSpPr>
              <p:cNvPr id="19" name="straight-right-arrow_57116"/>
              <p:cNvSpPr>
                <a:spLocks noChangeAspect="1"/>
              </p:cNvSpPr>
              <p:nvPr/>
            </p:nvSpPr>
            <p:spPr bwMode="auto">
              <a:xfrm>
                <a:off x="5791157" y="3756946"/>
                <a:ext cx="609685" cy="372807"/>
              </a:xfrm>
              <a:custGeom>
                <a:avLst/>
                <a:gdLst>
                  <a:gd name="T0" fmla="*/ 1623 w 1664"/>
                  <a:gd name="T1" fmla="*/ 452 h 1019"/>
                  <a:gd name="T2" fmla="*/ 1107 w 1664"/>
                  <a:gd name="T3" fmla="*/ 41 h 1019"/>
                  <a:gd name="T4" fmla="*/ 973 w 1664"/>
                  <a:gd name="T5" fmla="*/ 105 h 1019"/>
                  <a:gd name="T6" fmla="*/ 973 w 1664"/>
                  <a:gd name="T7" fmla="*/ 243 h 1019"/>
                  <a:gd name="T8" fmla="*/ 900 w 1664"/>
                  <a:gd name="T9" fmla="*/ 325 h 1019"/>
                  <a:gd name="T10" fmla="*/ 80 w 1664"/>
                  <a:gd name="T11" fmla="*/ 325 h 1019"/>
                  <a:gd name="T12" fmla="*/ 0 w 1664"/>
                  <a:gd name="T13" fmla="*/ 403 h 1019"/>
                  <a:gd name="T14" fmla="*/ 0 w 1664"/>
                  <a:gd name="T15" fmla="*/ 619 h 1019"/>
                  <a:gd name="T16" fmla="*/ 80 w 1664"/>
                  <a:gd name="T17" fmla="*/ 699 h 1019"/>
                  <a:gd name="T18" fmla="*/ 900 w 1664"/>
                  <a:gd name="T19" fmla="*/ 699 h 1019"/>
                  <a:gd name="T20" fmla="*/ 973 w 1664"/>
                  <a:gd name="T21" fmla="*/ 777 h 1019"/>
                  <a:gd name="T22" fmla="*/ 973 w 1664"/>
                  <a:gd name="T23" fmla="*/ 915 h 1019"/>
                  <a:gd name="T24" fmla="*/ 1105 w 1664"/>
                  <a:gd name="T25" fmla="*/ 977 h 1019"/>
                  <a:gd name="T26" fmla="*/ 1620 w 1664"/>
                  <a:gd name="T27" fmla="*/ 577 h 1019"/>
                  <a:gd name="T28" fmla="*/ 1623 w 1664"/>
                  <a:gd name="T29" fmla="*/ 452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64" h="1019">
                    <a:moveTo>
                      <a:pt x="1623" y="452"/>
                    </a:moveTo>
                    <a:lnTo>
                      <a:pt x="1107" y="41"/>
                    </a:lnTo>
                    <a:cubicBezTo>
                      <a:pt x="1053" y="0"/>
                      <a:pt x="973" y="37"/>
                      <a:pt x="973" y="105"/>
                    </a:cubicBezTo>
                    <a:lnTo>
                      <a:pt x="973" y="243"/>
                    </a:lnTo>
                    <a:cubicBezTo>
                      <a:pt x="973" y="287"/>
                      <a:pt x="944" y="325"/>
                      <a:pt x="900" y="325"/>
                    </a:cubicBezTo>
                    <a:lnTo>
                      <a:pt x="80" y="325"/>
                    </a:lnTo>
                    <a:cubicBezTo>
                      <a:pt x="36" y="325"/>
                      <a:pt x="0" y="357"/>
                      <a:pt x="0" y="403"/>
                    </a:cubicBezTo>
                    <a:lnTo>
                      <a:pt x="0" y="619"/>
                    </a:lnTo>
                    <a:cubicBezTo>
                      <a:pt x="0" y="661"/>
                      <a:pt x="36" y="699"/>
                      <a:pt x="80" y="699"/>
                    </a:cubicBezTo>
                    <a:lnTo>
                      <a:pt x="900" y="699"/>
                    </a:lnTo>
                    <a:cubicBezTo>
                      <a:pt x="944" y="699"/>
                      <a:pt x="973" y="733"/>
                      <a:pt x="973" y="777"/>
                    </a:cubicBezTo>
                    <a:lnTo>
                      <a:pt x="973" y="915"/>
                    </a:lnTo>
                    <a:cubicBezTo>
                      <a:pt x="973" y="981"/>
                      <a:pt x="1053" y="1019"/>
                      <a:pt x="1105" y="977"/>
                    </a:cubicBezTo>
                    <a:lnTo>
                      <a:pt x="1620" y="577"/>
                    </a:lnTo>
                    <a:cubicBezTo>
                      <a:pt x="1663" y="547"/>
                      <a:pt x="1664" y="484"/>
                      <a:pt x="1623" y="452"/>
                    </a:cubicBezTo>
                    <a:close/>
                  </a:path>
                </a:pathLst>
              </a:custGeom>
              <a:solidFill>
                <a:schemeClr val="accent6"/>
              </a:solidFill>
              <a:ln>
                <a:noFill/>
              </a:ln>
            </p:spPr>
          </p:sp>
          <p:sp>
            <p:nvSpPr>
              <p:cNvPr id="20" name="straight-right-arrow_57116"/>
              <p:cNvSpPr>
                <a:spLocks noChangeAspect="1"/>
              </p:cNvSpPr>
              <p:nvPr/>
            </p:nvSpPr>
            <p:spPr bwMode="auto">
              <a:xfrm>
                <a:off x="8820154" y="3756946"/>
                <a:ext cx="609685" cy="372807"/>
              </a:xfrm>
              <a:custGeom>
                <a:avLst/>
                <a:gdLst>
                  <a:gd name="T0" fmla="*/ 1623 w 1664"/>
                  <a:gd name="T1" fmla="*/ 452 h 1019"/>
                  <a:gd name="T2" fmla="*/ 1107 w 1664"/>
                  <a:gd name="T3" fmla="*/ 41 h 1019"/>
                  <a:gd name="T4" fmla="*/ 973 w 1664"/>
                  <a:gd name="T5" fmla="*/ 105 h 1019"/>
                  <a:gd name="T6" fmla="*/ 973 w 1664"/>
                  <a:gd name="T7" fmla="*/ 243 h 1019"/>
                  <a:gd name="T8" fmla="*/ 900 w 1664"/>
                  <a:gd name="T9" fmla="*/ 325 h 1019"/>
                  <a:gd name="T10" fmla="*/ 80 w 1664"/>
                  <a:gd name="T11" fmla="*/ 325 h 1019"/>
                  <a:gd name="T12" fmla="*/ 0 w 1664"/>
                  <a:gd name="T13" fmla="*/ 403 h 1019"/>
                  <a:gd name="T14" fmla="*/ 0 w 1664"/>
                  <a:gd name="T15" fmla="*/ 619 h 1019"/>
                  <a:gd name="T16" fmla="*/ 80 w 1664"/>
                  <a:gd name="T17" fmla="*/ 699 h 1019"/>
                  <a:gd name="T18" fmla="*/ 900 w 1664"/>
                  <a:gd name="T19" fmla="*/ 699 h 1019"/>
                  <a:gd name="T20" fmla="*/ 973 w 1664"/>
                  <a:gd name="T21" fmla="*/ 777 h 1019"/>
                  <a:gd name="T22" fmla="*/ 973 w 1664"/>
                  <a:gd name="T23" fmla="*/ 915 h 1019"/>
                  <a:gd name="T24" fmla="*/ 1105 w 1664"/>
                  <a:gd name="T25" fmla="*/ 977 h 1019"/>
                  <a:gd name="T26" fmla="*/ 1620 w 1664"/>
                  <a:gd name="T27" fmla="*/ 577 h 1019"/>
                  <a:gd name="T28" fmla="*/ 1623 w 1664"/>
                  <a:gd name="T29" fmla="*/ 452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64" h="1019">
                    <a:moveTo>
                      <a:pt x="1623" y="452"/>
                    </a:moveTo>
                    <a:lnTo>
                      <a:pt x="1107" y="41"/>
                    </a:lnTo>
                    <a:cubicBezTo>
                      <a:pt x="1053" y="0"/>
                      <a:pt x="973" y="37"/>
                      <a:pt x="973" y="105"/>
                    </a:cubicBezTo>
                    <a:lnTo>
                      <a:pt x="973" y="243"/>
                    </a:lnTo>
                    <a:cubicBezTo>
                      <a:pt x="973" y="287"/>
                      <a:pt x="944" y="325"/>
                      <a:pt x="900" y="325"/>
                    </a:cubicBezTo>
                    <a:lnTo>
                      <a:pt x="80" y="325"/>
                    </a:lnTo>
                    <a:cubicBezTo>
                      <a:pt x="36" y="325"/>
                      <a:pt x="0" y="357"/>
                      <a:pt x="0" y="403"/>
                    </a:cubicBezTo>
                    <a:lnTo>
                      <a:pt x="0" y="619"/>
                    </a:lnTo>
                    <a:cubicBezTo>
                      <a:pt x="0" y="661"/>
                      <a:pt x="36" y="699"/>
                      <a:pt x="80" y="699"/>
                    </a:cubicBezTo>
                    <a:lnTo>
                      <a:pt x="900" y="699"/>
                    </a:lnTo>
                    <a:cubicBezTo>
                      <a:pt x="944" y="699"/>
                      <a:pt x="973" y="733"/>
                      <a:pt x="973" y="777"/>
                    </a:cubicBezTo>
                    <a:lnTo>
                      <a:pt x="973" y="915"/>
                    </a:lnTo>
                    <a:cubicBezTo>
                      <a:pt x="973" y="981"/>
                      <a:pt x="1053" y="1019"/>
                      <a:pt x="1105" y="977"/>
                    </a:cubicBezTo>
                    <a:lnTo>
                      <a:pt x="1620" y="577"/>
                    </a:lnTo>
                    <a:cubicBezTo>
                      <a:pt x="1663" y="547"/>
                      <a:pt x="1664" y="484"/>
                      <a:pt x="1623" y="452"/>
                    </a:cubicBezTo>
                    <a:close/>
                  </a:path>
                </a:pathLst>
              </a:custGeom>
              <a:solidFill>
                <a:schemeClr val="accent6"/>
              </a:solidFill>
              <a:ln>
                <a:noFill/>
              </a:ln>
            </p:spPr>
          </p:sp>
        </p:grpSp>
        <p:grpSp>
          <p:nvGrpSpPr>
            <p:cNvPr id="5" name="组合 4"/>
            <p:cNvGrpSpPr/>
            <p:nvPr/>
          </p:nvGrpSpPr>
          <p:grpSpPr>
            <a:xfrm>
              <a:off x="360301" y="4470977"/>
              <a:ext cx="2384406" cy="1323439"/>
              <a:chOff x="477416" y="4417189"/>
              <a:chExt cx="2384406" cy="1323439"/>
            </a:xfrm>
          </p:grpSpPr>
          <p:sp>
            <p:nvSpPr>
              <p:cNvPr id="2" name="文本框 46"/>
              <p:cNvSpPr txBox="1"/>
              <p:nvPr/>
            </p:nvSpPr>
            <p:spPr>
              <a:xfrm>
                <a:off x="477416" y="47865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3" name="组合 42"/>
            <p:cNvGrpSpPr/>
            <p:nvPr/>
          </p:nvGrpSpPr>
          <p:grpSpPr>
            <a:xfrm>
              <a:off x="3389298" y="4470977"/>
              <a:ext cx="2384406" cy="1323439"/>
              <a:chOff x="477416" y="4417189"/>
              <a:chExt cx="2384406" cy="1323439"/>
            </a:xfrm>
          </p:grpSpPr>
          <p:sp>
            <p:nvSpPr>
              <p:cNvPr id="44" name="文本框 46"/>
              <p:cNvSpPr txBox="1"/>
              <p:nvPr/>
            </p:nvSpPr>
            <p:spPr>
              <a:xfrm>
                <a:off x="477416" y="47865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5"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6" name="组合 45"/>
            <p:cNvGrpSpPr/>
            <p:nvPr/>
          </p:nvGrpSpPr>
          <p:grpSpPr>
            <a:xfrm>
              <a:off x="6418295" y="4470977"/>
              <a:ext cx="2384406" cy="1323439"/>
              <a:chOff x="477416" y="4417189"/>
              <a:chExt cx="2384406" cy="1323439"/>
            </a:xfrm>
          </p:grpSpPr>
          <p:sp>
            <p:nvSpPr>
              <p:cNvPr id="47" name="文本框 46"/>
              <p:cNvSpPr txBox="1"/>
              <p:nvPr/>
            </p:nvSpPr>
            <p:spPr>
              <a:xfrm>
                <a:off x="477416" y="47865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8"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9" name="组合 48"/>
            <p:cNvGrpSpPr/>
            <p:nvPr/>
          </p:nvGrpSpPr>
          <p:grpSpPr>
            <a:xfrm>
              <a:off x="9447293" y="4470977"/>
              <a:ext cx="2384406" cy="1323439"/>
              <a:chOff x="477416" y="4417189"/>
              <a:chExt cx="2384406" cy="1323439"/>
            </a:xfrm>
          </p:grpSpPr>
          <p:sp>
            <p:nvSpPr>
              <p:cNvPr id="50" name="文本框 49"/>
              <p:cNvSpPr txBox="1"/>
              <p:nvPr/>
            </p:nvSpPr>
            <p:spPr>
              <a:xfrm>
                <a:off x="477416" y="47865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1"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55" name="组合 54"/>
            <p:cNvGrpSpPr/>
            <p:nvPr/>
          </p:nvGrpSpPr>
          <p:grpSpPr>
            <a:xfrm>
              <a:off x="2007331" y="1735328"/>
              <a:ext cx="8177338" cy="1038042"/>
              <a:chOff x="2151345" y="1671541"/>
              <a:chExt cx="8177338" cy="1038042"/>
            </a:xfrm>
          </p:grpSpPr>
          <p:sp>
            <p:nvSpPr>
              <p:cNvPr id="7" name="文本框 6"/>
              <p:cNvSpPr txBox="1"/>
              <p:nvPr/>
            </p:nvSpPr>
            <p:spPr>
              <a:xfrm>
                <a:off x="3526199" y="1671541"/>
                <a:ext cx="5427630" cy="400110"/>
              </a:xfrm>
              <a:prstGeom prst="rect">
                <a:avLst/>
              </a:prstGeom>
              <a:noFill/>
            </p:spPr>
            <p:txBody>
              <a:bodyPr wrap="square" rtlCol="0">
                <a:spAutoFit/>
              </a:bodyPr>
              <a:lstStyle/>
              <a:p>
                <a:pPr algn="ctr"/>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54" name="文本框 45"/>
              <p:cNvSpPr txBox="1"/>
              <p:nvPr/>
            </p:nvSpPr>
            <p:spPr>
              <a:xfrm>
                <a:off x="2151345" y="2124808"/>
                <a:ext cx="817733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01</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研究背景</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58" name="组合 57"/>
          <p:cNvGrpSpPr/>
          <p:nvPr/>
        </p:nvGrpSpPr>
        <p:grpSpPr>
          <a:xfrm>
            <a:off x="558583" y="1748388"/>
            <a:ext cx="11070057" cy="4215975"/>
            <a:chOff x="558583" y="1748388"/>
            <a:chExt cx="11070057" cy="4215975"/>
          </a:xfrm>
        </p:grpSpPr>
        <p:grpSp>
          <p:nvGrpSpPr>
            <p:cNvPr id="7" name="组合 6"/>
            <p:cNvGrpSpPr/>
            <p:nvPr/>
          </p:nvGrpSpPr>
          <p:grpSpPr>
            <a:xfrm>
              <a:off x="558583" y="1748388"/>
              <a:ext cx="11070057" cy="4215975"/>
              <a:chOff x="560970" y="1900880"/>
              <a:chExt cx="11070057" cy="4215975"/>
            </a:xfrm>
          </p:grpSpPr>
          <p:grpSp>
            <p:nvGrpSpPr>
              <p:cNvPr id="27" name="ïS1ide"/>
              <p:cNvGrpSpPr/>
              <p:nvPr/>
            </p:nvGrpSpPr>
            <p:grpSpPr>
              <a:xfrm>
                <a:off x="3949077" y="1900880"/>
                <a:ext cx="4284586" cy="4215975"/>
                <a:chOff x="3815318" y="1394155"/>
                <a:chExt cx="4548934" cy="4476090"/>
              </a:xfrm>
            </p:grpSpPr>
            <p:sp>
              <p:nvSpPr>
                <p:cNvPr id="29" name="ïSlidé"/>
                <p:cNvSpPr/>
                <p:nvPr/>
              </p:nvSpPr>
              <p:spPr bwMode="auto">
                <a:xfrm>
                  <a:off x="6097147" y="1975965"/>
                  <a:ext cx="1667912" cy="1667912"/>
                </a:xfrm>
                <a:custGeom>
                  <a:avLst/>
                  <a:gdLst>
                    <a:gd name="T0" fmla="*/ 827 w 827"/>
                    <a:gd name="T1" fmla="*/ 827 h 827"/>
                    <a:gd name="T2" fmla="*/ 788 w 827"/>
                    <a:gd name="T3" fmla="*/ 827 h 827"/>
                    <a:gd name="T4" fmla="*/ 0 w 827"/>
                    <a:gd name="T5" fmla="*/ 40 h 827"/>
                    <a:gd name="T6" fmla="*/ 0 w 827"/>
                    <a:gd name="T7" fmla="*/ 0 h 827"/>
                    <a:gd name="T8" fmla="*/ 585 w 827"/>
                    <a:gd name="T9" fmla="*/ 242 h 827"/>
                    <a:gd name="T10" fmla="*/ 827 w 827"/>
                    <a:gd name="T11" fmla="*/ 827 h 827"/>
                  </a:gdLst>
                  <a:ahLst/>
                  <a:cxnLst>
                    <a:cxn ang="0">
                      <a:pos x="T0" y="T1"/>
                    </a:cxn>
                    <a:cxn ang="0">
                      <a:pos x="T2" y="T3"/>
                    </a:cxn>
                    <a:cxn ang="0">
                      <a:pos x="T4" y="T5"/>
                    </a:cxn>
                    <a:cxn ang="0">
                      <a:pos x="T6" y="T7"/>
                    </a:cxn>
                    <a:cxn ang="0">
                      <a:pos x="T8" y="T9"/>
                    </a:cxn>
                    <a:cxn ang="0">
                      <a:pos x="T10" y="T11"/>
                    </a:cxn>
                  </a:cxnLst>
                  <a:rect l="0" t="0" r="r" b="b"/>
                  <a:pathLst>
                    <a:path w="827" h="827">
                      <a:moveTo>
                        <a:pt x="827" y="827"/>
                      </a:moveTo>
                      <a:cubicBezTo>
                        <a:pt x="788" y="827"/>
                        <a:pt x="788" y="827"/>
                        <a:pt x="788" y="827"/>
                      </a:cubicBezTo>
                      <a:cubicBezTo>
                        <a:pt x="788" y="395"/>
                        <a:pt x="436" y="40"/>
                        <a:pt x="0" y="40"/>
                      </a:cubicBezTo>
                      <a:cubicBezTo>
                        <a:pt x="0" y="0"/>
                        <a:pt x="0" y="0"/>
                        <a:pt x="0" y="0"/>
                      </a:cubicBezTo>
                      <a:cubicBezTo>
                        <a:pt x="220" y="0"/>
                        <a:pt x="429" y="86"/>
                        <a:pt x="585" y="242"/>
                      </a:cubicBezTo>
                      <a:cubicBezTo>
                        <a:pt x="742" y="399"/>
                        <a:pt x="827" y="607"/>
                        <a:pt x="827" y="827"/>
                      </a:cubicBezTo>
                      <a:close/>
                    </a:path>
                  </a:pathLst>
                </a:custGeom>
                <a:solidFill>
                  <a:schemeClr val="accent3"/>
                </a:solidFill>
                <a:ln>
                  <a:noFill/>
                </a:ln>
              </p:spPr>
              <p:txBody>
                <a:bodyPr anchor="ctr"/>
                <a:lstStyle/>
                <a:p>
                  <a:pPr algn="ctr"/>
                  <a:endParaRPr dirty="0"/>
                </a:p>
              </p:txBody>
            </p:sp>
            <p:sp>
              <p:nvSpPr>
                <p:cNvPr id="30" name="ïṥḷîḓè"/>
                <p:cNvSpPr/>
                <p:nvPr/>
              </p:nvSpPr>
              <p:spPr bwMode="auto">
                <a:xfrm>
                  <a:off x="4424341" y="1975965"/>
                  <a:ext cx="1672808" cy="1667912"/>
                </a:xfrm>
                <a:custGeom>
                  <a:avLst/>
                  <a:gdLst>
                    <a:gd name="T0" fmla="*/ 40 w 830"/>
                    <a:gd name="T1" fmla="*/ 827 h 827"/>
                    <a:gd name="T2" fmla="*/ 0 w 830"/>
                    <a:gd name="T3" fmla="*/ 827 h 827"/>
                    <a:gd name="T4" fmla="*/ 244 w 830"/>
                    <a:gd name="T5" fmla="*/ 242 h 827"/>
                    <a:gd name="T6" fmla="*/ 830 w 830"/>
                    <a:gd name="T7" fmla="*/ 0 h 827"/>
                    <a:gd name="T8" fmla="*/ 830 w 830"/>
                    <a:gd name="T9" fmla="*/ 40 h 827"/>
                    <a:gd name="T10" fmla="*/ 40 w 830"/>
                    <a:gd name="T11" fmla="*/ 827 h 827"/>
                  </a:gdLst>
                  <a:ahLst/>
                  <a:cxnLst>
                    <a:cxn ang="0">
                      <a:pos x="T0" y="T1"/>
                    </a:cxn>
                    <a:cxn ang="0">
                      <a:pos x="T2" y="T3"/>
                    </a:cxn>
                    <a:cxn ang="0">
                      <a:pos x="T4" y="T5"/>
                    </a:cxn>
                    <a:cxn ang="0">
                      <a:pos x="T6" y="T7"/>
                    </a:cxn>
                    <a:cxn ang="0">
                      <a:pos x="T8" y="T9"/>
                    </a:cxn>
                    <a:cxn ang="0">
                      <a:pos x="T10" y="T11"/>
                    </a:cxn>
                  </a:cxnLst>
                  <a:rect l="0" t="0" r="r" b="b"/>
                  <a:pathLst>
                    <a:path w="830" h="827">
                      <a:moveTo>
                        <a:pt x="40" y="827"/>
                      </a:moveTo>
                      <a:cubicBezTo>
                        <a:pt x="0" y="827"/>
                        <a:pt x="0" y="827"/>
                        <a:pt x="0" y="827"/>
                      </a:cubicBezTo>
                      <a:cubicBezTo>
                        <a:pt x="0" y="607"/>
                        <a:pt x="87" y="399"/>
                        <a:pt x="244" y="242"/>
                      </a:cubicBezTo>
                      <a:cubicBezTo>
                        <a:pt x="400" y="86"/>
                        <a:pt x="610" y="0"/>
                        <a:pt x="830" y="0"/>
                      </a:cubicBezTo>
                      <a:cubicBezTo>
                        <a:pt x="830" y="40"/>
                        <a:pt x="830" y="40"/>
                        <a:pt x="830" y="40"/>
                      </a:cubicBezTo>
                      <a:cubicBezTo>
                        <a:pt x="394" y="40"/>
                        <a:pt x="40" y="395"/>
                        <a:pt x="40" y="827"/>
                      </a:cubicBezTo>
                      <a:close/>
                    </a:path>
                  </a:pathLst>
                </a:custGeom>
                <a:solidFill>
                  <a:schemeClr val="accent2"/>
                </a:solidFill>
                <a:ln>
                  <a:noFill/>
                </a:ln>
              </p:spPr>
              <p:txBody>
                <a:bodyPr anchor="ctr"/>
                <a:lstStyle/>
                <a:p>
                  <a:pPr algn="ctr"/>
                  <a:endParaRPr dirty="0"/>
                </a:p>
              </p:txBody>
            </p:sp>
            <p:sp>
              <p:nvSpPr>
                <p:cNvPr id="31" name="í$lïḋe"/>
                <p:cNvSpPr/>
                <p:nvPr/>
              </p:nvSpPr>
              <p:spPr bwMode="auto">
                <a:xfrm>
                  <a:off x="4424341" y="3643877"/>
                  <a:ext cx="1672808" cy="1674440"/>
                </a:xfrm>
                <a:custGeom>
                  <a:avLst/>
                  <a:gdLst>
                    <a:gd name="T0" fmla="*/ 830 w 830"/>
                    <a:gd name="T1" fmla="*/ 830 h 830"/>
                    <a:gd name="T2" fmla="*/ 244 w 830"/>
                    <a:gd name="T3" fmla="*/ 587 h 830"/>
                    <a:gd name="T4" fmla="*/ 0 w 830"/>
                    <a:gd name="T5" fmla="*/ 0 h 830"/>
                    <a:gd name="T6" fmla="*/ 40 w 830"/>
                    <a:gd name="T7" fmla="*/ 0 h 830"/>
                    <a:gd name="T8" fmla="*/ 830 w 830"/>
                    <a:gd name="T9" fmla="*/ 791 h 830"/>
                    <a:gd name="T10" fmla="*/ 830 w 830"/>
                    <a:gd name="T11" fmla="*/ 830 h 830"/>
                  </a:gdLst>
                  <a:ahLst/>
                  <a:cxnLst>
                    <a:cxn ang="0">
                      <a:pos x="T0" y="T1"/>
                    </a:cxn>
                    <a:cxn ang="0">
                      <a:pos x="T2" y="T3"/>
                    </a:cxn>
                    <a:cxn ang="0">
                      <a:pos x="T4" y="T5"/>
                    </a:cxn>
                    <a:cxn ang="0">
                      <a:pos x="T6" y="T7"/>
                    </a:cxn>
                    <a:cxn ang="0">
                      <a:pos x="T8" y="T9"/>
                    </a:cxn>
                    <a:cxn ang="0">
                      <a:pos x="T10" y="T11"/>
                    </a:cxn>
                  </a:cxnLst>
                  <a:rect l="0" t="0" r="r" b="b"/>
                  <a:pathLst>
                    <a:path w="830" h="830">
                      <a:moveTo>
                        <a:pt x="830" y="830"/>
                      </a:moveTo>
                      <a:cubicBezTo>
                        <a:pt x="610" y="830"/>
                        <a:pt x="400" y="743"/>
                        <a:pt x="244" y="587"/>
                      </a:cubicBezTo>
                      <a:cubicBezTo>
                        <a:pt x="87" y="430"/>
                        <a:pt x="0" y="224"/>
                        <a:pt x="0" y="0"/>
                      </a:cubicBezTo>
                      <a:cubicBezTo>
                        <a:pt x="40" y="0"/>
                        <a:pt x="40" y="0"/>
                        <a:pt x="40" y="0"/>
                      </a:cubicBezTo>
                      <a:cubicBezTo>
                        <a:pt x="40" y="436"/>
                        <a:pt x="394" y="791"/>
                        <a:pt x="830" y="791"/>
                      </a:cubicBezTo>
                      <a:lnTo>
                        <a:pt x="830" y="830"/>
                      </a:lnTo>
                      <a:close/>
                    </a:path>
                  </a:pathLst>
                </a:custGeom>
                <a:solidFill>
                  <a:schemeClr val="tx2"/>
                </a:solidFill>
                <a:ln>
                  <a:noFill/>
                </a:ln>
              </p:spPr>
              <p:txBody>
                <a:bodyPr anchor="ctr"/>
                <a:lstStyle/>
                <a:p>
                  <a:pPr algn="ctr"/>
                  <a:endParaRPr dirty="0"/>
                </a:p>
              </p:txBody>
            </p:sp>
            <p:sp>
              <p:nvSpPr>
                <p:cNvPr id="32" name="ïṡḷiḓé"/>
                <p:cNvSpPr/>
                <p:nvPr/>
              </p:nvSpPr>
              <p:spPr bwMode="auto">
                <a:xfrm>
                  <a:off x="6097147" y="3643877"/>
                  <a:ext cx="1667912" cy="1674440"/>
                </a:xfrm>
                <a:custGeom>
                  <a:avLst/>
                  <a:gdLst>
                    <a:gd name="T0" fmla="*/ 0 w 827"/>
                    <a:gd name="T1" fmla="*/ 830 h 830"/>
                    <a:gd name="T2" fmla="*/ 0 w 827"/>
                    <a:gd name="T3" fmla="*/ 791 h 830"/>
                    <a:gd name="T4" fmla="*/ 788 w 827"/>
                    <a:gd name="T5" fmla="*/ 0 h 830"/>
                    <a:gd name="T6" fmla="*/ 827 w 827"/>
                    <a:gd name="T7" fmla="*/ 0 h 830"/>
                    <a:gd name="T8" fmla="*/ 585 w 827"/>
                    <a:gd name="T9" fmla="*/ 587 h 830"/>
                    <a:gd name="T10" fmla="*/ 0 w 827"/>
                    <a:gd name="T11" fmla="*/ 830 h 830"/>
                  </a:gdLst>
                  <a:ahLst/>
                  <a:cxnLst>
                    <a:cxn ang="0">
                      <a:pos x="T0" y="T1"/>
                    </a:cxn>
                    <a:cxn ang="0">
                      <a:pos x="T2" y="T3"/>
                    </a:cxn>
                    <a:cxn ang="0">
                      <a:pos x="T4" y="T5"/>
                    </a:cxn>
                    <a:cxn ang="0">
                      <a:pos x="T6" y="T7"/>
                    </a:cxn>
                    <a:cxn ang="0">
                      <a:pos x="T8" y="T9"/>
                    </a:cxn>
                    <a:cxn ang="0">
                      <a:pos x="T10" y="T11"/>
                    </a:cxn>
                  </a:cxnLst>
                  <a:rect l="0" t="0" r="r" b="b"/>
                  <a:pathLst>
                    <a:path w="827" h="830">
                      <a:moveTo>
                        <a:pt x="0" y="830"/>
                      </a:moveTo>
                      <a:cubicBezTo>
                        <a:pt x="0" y="791"/>
                        <a:pt x="0" y="791"/>
                        <a:pt x="0" y="791"/>
                      </a:cubicBezTo>
                      <a:cubicBezTo>
                        <a:pt x="436" y="791"/>
                        <a:pt x="788" y="436"/>
                        <a:pt x="788" y="0"/>
                      </a:cubicBezTo>
                      <a:cubicBezTo>
                        <a:pt x="827" y="0"/>
                        <a:pt x="827" y="0"/>
                        <a:pt x="827" y="0"/>
                      </a:cubicBezTo>
                      <a:cubicBezTo>
                        <a:pt x="827" y="224"/>
                        <a:pt x="742" y="430"/>
                        <a:pt x="585" y="587"/>
                      </a:cubicBezTo>
                      <a:cubicBezTo>
                        <a:pt x="429" y="743"/>
                        <a:pt x="220" y="830"/>
                        <a:pt x="0" y="830"/>
                      </a:cubicBezTo>
                      <a:close/>
                    </a:path>
                  </a:pathLst>
                </a:custGeom>
                <a:solidFill>
                  <a:schemeClr val="accent4"/>
                </a:solidFill>
                <a:ln>
                  <a:noFill/>
                </a:ln>
              </p:spPr>
              <p:txBody>
                <a:bodyPr anchor="ctr"/>
                <a:lstStyle/>
                <a:p>
                  <a:pPr algn="ctr"/>
                  <a:endParaRPr dirty="0"/>
                </a:p>
              </p:txBody>
            </p:sp>
            <p:sp>
              <p:nvSpPr>
                <p:cNvPr id="33" name="íṥlíḍe"/>
                <p:cNvSpPr/>
                <p:nvPr/>
              </p:nvSpPr>
              <p:spPr bwMode="auto">
                <a:xfrm>
                  <a:off x="6017180" y="1933533"/>
                  <a:ext cx="161569" cy="161569"/>
                </a:xfrm>
                <a:prstGeom prst="ellipse">
                  <a:avLst/>
                </a:prstGeom>
                <a:solidFill>
                  <a:schemeClr val="accent2"/>
                </a:solidFill>
                <a:ln w="19050">
                  <a:solidFill>
                    <a:schemeClr val="bg1"/>
                  </a:solidFill>
                </a:ln>
              </p:spPr>
              <p:txBody>
                <a:bodyPr anchor="ctr"/>
                <a:lstStyle/>
                <a:p>
                  <a:pPr algn="ctr"/>
                  <a:endParaRPr dirty="0"/>
                </a:p>
              </p:txBody>
            </p:sp>
            <p:sp>
              <p:nvSpPr>
                <p:cNvPr id="34" name="iṣļíḋê"/>
                <p:cNvSpPr/>
                <p:nvPr/>
              </p:nvSpPr>
              <p:spPr bwMode="auto">
                <a:xfrm>
                  <a:off x="6017180" y="5194283"/>
                  <a:ext cx="161569" cy="161569"/>
                </a:xfrm>
                <a:prstGeom prst="ellipse">
                  <a:avLst/>
                </a:prstGeom>
                <a:solidFill>
                  <a:schemeClr val="accent4"/>
                </a:solidFill>
                <a:ln w="19050">
                  <a:solidFill>
                    <a:schemeClr val="bg1"/>
                  </a:solidFill>
                </a:ln>
              </p:spPr>
              <p:txBody>
                <a:bodyPr anchor="ctr"/>
                <a:lstStyle/>
                <a:p>
                  <a:pPr algn="ctr"/>
                  <a:endParaRPr dirty="0"/>
                </a:p>
              </p:txBody>
            </p:sp>
            <p:sp>
              <p:nvSpPr>
                <p:cNvPr id="35" name="iṧļiďé"/>
                <p:cNvSpPr/>
                <p:nvPr/>
              </p:nvSpPr>
              <p:spPr bwMode="auto">
                <a:xfrm>
                  <a:off x="7645923" y="3563909"/>
                  <a:ext cx="164833" cy="163201"/>
                </a:xfrm>
                <a:prstGeom prst="ellipse">
                  <a:avLst/>
                </a:prstGeom>
                <a:solidFill>
                  <a:schemeClr val="accent3"/>
                </a:solidFill>
                <a:ln w="19050">
                  <a:solidFill>
                    <a:schemeClr val="bg1"/>
                  </a:solidFill>
                </a:ln>
              </p:spPr>
              <p:txBody>
                <a:bodyPr anchor="ctr"/>
                <a:lstStyle/>
                <a:p>
                  <a:pPr algn="ctr"/>
                  <a:endParaRPr dirty="0"/>
                </a:p>
              </p:txBody>
            </p:sp>
            <p:sp>
              <p:nvSpPr>
                <p:cNvPr id="36" name="iṧļïḍè"/>
                <p:cNvSpPr/>
                <p:nvPr/>
              </p:nvSpPr>
              <p:spPr bwMode="auto">
                <a:xfrm>
                  <a:off x="6085725" y="3645508"/>
                  <a:ext cx="1165254" cy="1166886"/>
                </a:xfrm>
                <a:custGeom>
                  <a:avLst/>
                  <a:gdLst>
                    <a:gd name="T0" fmla="*/ 1 w 578"/>
                    <a:gd name="T1" fmla="*/ 578 h 578"/>
                    <a:gd name="T2" fmla="*/ 1 w 578"/>
                    <a:gd name="T3" fmla="*/ 578 h 578"/>
                    <a:gd name="T4" fmla="*/ 1 w 578"/>
                    <a:gd name="T5" fmla="*/ 578 h 578"/>
                    <a:gd name="T6" fmla="*/ 0 w 578"/>
                    <a:gd name="T7" fmla="*/ 578 h 578"/>
                    <a:gd name="T8" fmla="*/ 0 w 578"/>
                    <a:gd name="T9" fmla="*/ 578 h 578"/>
                    <a:gd name="T10" fmla="*/ 0 w 578"/>
                    <a:gd name="T11" fmla="*/ 578 h 578"/>
                    <a:gd name="T12" fmla="*/ 578 w 578"/>
                    <a:gd name="T13" fmla="*/ 1 h 578"/>
                    <a:gd name="T14" fmla="*/ 578 w 578"/>
                    <a:gd name="T15" fmla="*/ 1 h 578"/>
                    <a:gd name="T16" fmla="*/ 578 w 578"/>
                    <a:gd name="T17" fmla="*/ 1 h 578"/>
                    <a:gd name="T18" fmla="*/ 578 w 578"/>
                    <a:gd name="T19" fmla="*/ 0 h 578"/>
                    <a:gd name="T20" fmla="*/ 578 w 578"/>
                    <a:gd name="T21" fmla="*/ 0 h 578"/>
                    <a:gd name="T22" fmla="*/ 578 w 578"/>
                    <a:gd name="T23" fmla="*/ 0 h 578"/>
                    <a:gd name="T24" fmla="*/ 578 w 578"/>
                    <a:gd name="T25" fmla="*/ 0 h 578"/>
                    <a:gd name="T26" fmla="*/ 578 w 578"/>
                    <a:gd name="T27" fmla="*/ 0 h 578"/>
                    <a:gd name="T28" fmla="*/ 578 w 578"/>
                    <a:gd name="T29" fmla="*/ 0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8" h="578">
                      <a:moveTo>
                        <a:pt x="1" y="578"/>
                      </a:moveTo>
                      <a:cubicBezTo>
                        <a:pt x="1" y="578"/>
                        <a:pt x="1" y="578"/>
                        <a:pt x="1" y="578"/>
                      </a:cubicBezTo>
                      <a:cubicBezTo>
                        <a:pt x="1" y="578"/>
                        <a:pt x="1" y="578"/>
                        <a:pt x="1" y="578"/>
                      </a:cubicBezTo>
                      <a:moveTo>
                        <a:pt x="0" y="578"/>
                      </a:moveTo>
                      <a:cubicBezTo>
                        <a:pt x="0" y="578"/>
                        <a:pt x="0" y="578"/>
                        <a:pt x="0" y="578"/>
                      </a:cubicBezTo>
                      <a:cubicBezTo>
                        <a:pt x="0" y="578"/>
                        <a:pt x="0" y="578"/>
                        <a:pt x="0" y="578"/>
                      </a:cubicBezTo>
                      <a:moveTo>
                        <a:pt x="578" y="1"/>
                      </a:moveTo>
                      <a:cubicBezTo>
                        <a:pt x="578" y="1"/>
                        <a:pt x="578" y="1"/>
                        <a:pt x="578" y="1"/>
                      </a:cubicBezTo>
                      <a:cubicBezTo>
                        <a:pt x="578" y="1"/>
                        <a:pt x="578" y="1"/>
                        <a:pt x="578" y="1"/>
                      </a:cubicBezTo>
                      <a:moveTo>
                        <a:pt x="578" y="0"/>
                      </a:moveTo>
                      <a:cubicBezTo>
                        <a:pt x="578" y="0"/>
                        <a:pt x="578" y="0"/>
                        <a:pt x="578" y="0"/>
                      </a:cubicBezTo>
                      <a:cubicBezTo>
                        <a:pt x="578" y="0"/>
                        <a:pt x="578" y="0"/>
                        <a:pt x="578" y="0"/>
                      </a:cubicBezTo>
                      <a:moveTo>
                        <a:pt x="578" y="0"/>
                      </a:moveTo>
                      <a:cubicBezTo>
                        <a:pt x="578" y="0"/>
                        <a:pt x="578" y="0"/>
                        <a:pt x="578" y="0"/>
                      </a:cubicBezTo>
                      <a:cubicBezTo>
                        <a:pt x="578" y="0"/>
                        <a:pt x="578" y="0"/>
                        <a:pt x="578" y="0"/>
                      </a:cubicBezTo>
                    </a:path>
                  </a:pathLst>
                </a:custGeom>
                <a:solidFill>
                  <a:srgbClr val="DCFFF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7" name="iṩ1ïďe"/>
                <p:cNvSpPr/>
                <p:nvPr/>
              </p:nvSpPr>
              <p:spPr bwMode="auto">
                <a:xfrm>
                  <a:off x="4385173" y="3563909"/>
                  <a:ext cx="164833" cy="163201"/>
                </a:xfrm>
                <a:prstGeom prst="ellipse">
                  <a:avLst/>
                </a:prstGeom>
                <a:solidFill>
                  <a:schemeClr val="tx2"/>
                </a:solidFill>
                <a:ln w="19050">
                  <a:solidFill>
                    <a:schemeClr val="bg1"/>
                  </a:solidFill>
                </a:ln>
              </p:spPr>
              <p:txBody>
                <a:bodyPr anchor="ctr"/>
                <a:lstStyle/>
                <a:p>
                  <a:pPr algn="ctr"/>
                  <a:endParaRPr dirty="0"/>
                </a:p>
              </p:txBody>
            </p:sp>
            <p:sp>
              <p:nvSpPr>
                <p:cNvPr id="38" name="îŝļïdè"/>
                <p:cNvSpPr/>
                <p:nvPr/>
              </p:nvSpPr>
              <p:spPr bwMode="auto">
                <a:xfrm>
                  <a:off x="7941561" y="3463540"/>
                  <a:ext cx="422691" cy="362306"/>
                </a:xfrm>
                <a:custGeom>
                  <a:avLst/>
                  <a:gdLst>
                    <a:gd name="T0" fmla="*/ 65 w 259"/>
                    <a:gd name="T1" fmla="*/ 222 h 222"/>
                    <a:gd name="T2" fmla="*/ 0 w 259"/>
                    <a:gd name="T3" fmla="*/ 111 h 222"/>
                    <a:gd name="T4" fmla="*/ 65 w 259"/>
                    <a:gd name="T5" fmla="*/ 0 h 222"/>
                    <a:gd name="T6" fmla="*/ 195 w 259"/>
                    <a:gd name="T7" fmla="*/ 0 h 222"/>
                    <a:gd name="T8" fmla="*/ 259 w 259"/>
                    <a:gd name="T9" fmla="*/ 111 h 222"/>
                    <a:gd name="T10" fmla="*/ 195 w 259"/>
                    <a:gd name="T11" fmla="*/ 222 h 222"/>
                    <a:gd name="T12" fmla="*/ 65 w 259"/>
                    <a:gd name="T13" fmla="*/ 222 h 222"/>
                  </a:gdLst>
                  <a:ahLst/>
                  <a:cxnLst>
                    <a:cxn ang="0">
                      <a:pos x="T0" y="T1"/>
                    </a:cxn>
                    <a:cxn ang="0">
                      <a:pos x="T2" y="T3"/>
                    </a:cxn>
                    <a:cxn ang="0">
                      <a:pos x="T4" y="T5"/>
                    </a:cxn>
                    <a:cxn ang="0">
                      <a:pos x="T6" y="T7"/>
                    </a:cxn>
                    <a:cxn ang="0">
                      <a:pos x="T8" y="T9"/>
                    </a:cxn>
                    <a:cxn ang="0">
                      <a:pos x="T10" y="T11"/>
                    </a:cxn>
                    <a:cxn ang="0">
                      <a:pos x="T12" y="T13"/>
                    </a:cxn>
                  </a:cxnLst>
                  <a:rect l="0" t="0" r="r" b="b"/>
                  <a:pathLst>
                    <a:path w="259" h="222">
                      <a:moveTo>
                        <a:pt x="65" y="222"/>
                      </a:moveTo>
                      <a:lnTo>
                        <a:pt x="0" y="111"/>
                      </a:lnTo>
                      <a:lnTo>
                        <a:pt x="65" y="0"/>
                      </a:lnTo>
                      <a:lnTo>
                        <a:pt x="195" y="0"/>
                      </a:lnTo>
                      <a:lnTo>
                        <a:pt x="259" y="111"/>
                      </a:lnTo>
                      <a:lnTo>
                        <a:pt x="195" y="222"/>
                      </a:lnTo>
                      <a:lnTo>
                        <a:pt x="65" y="222"/>
                      </a:lnTo>
                      <a:close/>
                    </a:path>
                  </a:pathLst>
                </a:custGeom>
                <a:solidFill>
                  <a:schemeClr val="accent3"/>
                </a:solidFill>
                <a:ln>
                  <a:noFill/>
                </a:ln>
              </p:spPr>
              <p:txBody>
                <a:bodyPr anchor="ctr"/>
                <a:lstStyle/>
                <a:p>
                  <a:pPr algn="ctr"/>
                  <a:endParaRPr dirty="0"/>
                </a:p>
              </p:txBody>
            </p:sp>
            <p:sp>
              <p:nvSpPr>
                <p:cNvPr id="39" name="íṣḻïďè"/>
                <p:cNvSpPr/>
                <p:nvPr/>
              </p:nvSpPr>
              <p:spPr bwMode="auto">
                <a:xfrm>
                  <a:off x="5889557" y="5506307"/>
                  <a:ext cx="425955" cy="363938"/>
                </a:xfrm>
                <a:custGeom>
                  <a:avLst/>
                  <a:gdLst>
                    <a:gd name="T0" fmla="*/ 66 w 261"/>
                    <a:gd name="T1" fmla="*/ 223 h 223"/>
                    <a:gd name="T2" fmla="*/ 0 w 261"/>
                    <a:gd name="T3" fmla="*/ 111 h 223"/>
                    <a:gd name="T4" fmla="*/ 66 w 261"/>
                    <a:gd name="T5" fmla="*/ 0 h 223"/>
                    <a:gd name="T6" fmla="*/ 196 w 261"/>
                    <a:gd name="T7" fmla="*/ 0 h 223"/>
                    <a:gd name="T8" fmla="*/ 261 w 261"/>
                    <a:gd name="T9" fmla="*/ 111 h 223"/>
                    <a:gd name="T10" fmla="*/ 196 w 261"/>
                    <a:gd name="T11" fmla="*/ 223 h 223"/>
                    <a:gd name="T12" fmla="*/ 66 w 261"/>
                    <a:gd name="T13" fmla="*/ 223 h 223"/>
                  </a:gdLst>
                  <a:ahLst/>
                  <a:cxnLst>
                    <a:cxn ang="0">
                      <a:pos x="T0" y="T1"/>
                    </a:cxn>
                    <a:cxn ang="0">
                      <a:pos x="T2" y="T3"/>
                    </a:cxn>
                    <a:cxn ang="0">
                      <a:pos x="T4" y="T5"/>
                    </a:cxn>
                    <a:cxn ang="0">
                      <a:pos x="T6" y="T7"/>
                    </a:cxn>
                    <a:cxn ang="0">
                      <a:pos x="T8" y="T9"/>
                    </a:cxn>
                    <a:cxn ang="0">
                      <a:pos x="T10" y="T11"/>
                    </a:cxn>
                    <a:cxn ang="0">
                      <a:pos x="T12" y="T13"/>
                    </a:cxn>
                  </a:cxnLst>
                  <a:rect l="0" t="0" r="r" b="b"/>
                  <a:pathLst>
                    <a:path w="261" h="223">
                      <a:moveTo>
                        <a:pt x="66" y="223"/>
                      </a:moveTo>
                      <a:lnTo>
                        <a:pt x="0" y="111"/>
                      </a:lnTo>
                      <a:lnTo>
                        <a:pt x="66" y="0"/>
                      </a:lnTo>
                      <a:lnTo>
                        <a:pt x="196" y="0"/>
                      </a:lnTo>
                      <a:lnTo>
                        <a:pt x="261" y="111"/>
                      </a:lnTo>
                      <a:lnTo>
                        <a:pt x="196" y="223"/>
                      </a:lnTo>
                      <a:lnTo>
                        <a:pt x="66" y="223"/>
                      </a:lnTo>
                      <a:close/>
                    </a:path>
                  </a:pathLst>
                </a:custGeom>
                <a:solidFill>
                  <a:schemeClr val="accent4"/>
                </a:solidFill>
                <a:ln>
                  <a:noFill/>
                </a:ln>
              </p:spPr>
              <p:txBody>
                <a:bodyPr anchor="ctr"/>
                <a:lstStyle/>
                <a:p>
                  <a:pPr algn="ctr"/>
                  <a:endParaRPr dirty="0"/>
                </a:p>
              </p:txBody>
            </p:sp>
            <p:sp>
              <p:nvSpPr>
                <p:cNvPr id="40" name="íṣlíďè"/>
                <p:cNvSpPr/>
                <p:nvPr/>
              </p:nvSpPr>
              <p:spPr bwMode="auto">
                <a:xfrm>
                  <a:off x="3815318" y="3463540"/>
                  <a:ext cx="422691" cy="362306"/>
                </a:xfrm>
                <a:custGeom>
                  <a:avLst/>
                  <a:gdLst>
                    <a:gd name="T0" fmla="*/ 64 w 259"/>
                    <a:gd name="T1" fmla="*/ 222 h 222"/>
                    <a:gd name="T2" fmla="*/ 0 w 259"/>
                    <a:gd name="T3" fmla="*/ 111 h 222"/>
                    <a:gd name="T4" fmla="*/ 64 w 259"/>
                    <a:gd name="T5" fmla="*/ 0 h 222"/>
                    <a:gd name="T6" fmla="*/ 195 w 259"/>
                    <a:gd name="T7" fmla="*/ 0 h 222"/>
                    <a:gd name="T8" fmla="*/ 259 w 259"/>
                    <a:gd name="T9" fmla="*/ 111 h 222"/>
                    <a:gd name="T10" fmla="*/ 195 w 259"/>
                    <a:gd name="T11" fmla="*/ 222 h 222"/>
                    <a:gd name="T12" fmla="*/ 64 w 259"/>
                    <a:gd name="T13" fmla="*/ 222 h 222"/>
                  </a:gdLst>
                  <a:ahLst/>
                  <a:cxnLst>
                    <a:cxn ang="0">
                      <a:pos x="T0" y="T1"/>
                    </a:cxn>
                    <a:cxn ang="0">
                      <a:pos x="T2" y="T3"/>
                    </a:cxn>
                    <a:cxn ang="0">
                      <a:pos x="T4" y="T5"/>
                    </a:cxn>
                    <a:cxn ang="0">
                      <a:pos x="T6" y="T7"/>
                    </a:cxn>
                    <a:cxn ang="0">
                      <a:pos x="T8" y="T9"/>
                    </a:cxn>
                    <a:cxn ang="0">
                      <a:pos x="T10" y="T11"/>
                    </a:cxn>
                    <a:cxn ang="0">
                      <a:pos x="T12" y="T13"/>
                    </a:cxn>
                  </a:cxnLst>
                  <a:rect l="0" t="0" r="r" b="b"/>
                  <a:pathLst>
                    <a:path w="259" h="222">
                      <a:moveTo>
                        <a:pt x="64" y="222"/>
                      </a:moveTo>
                      <a:lnTo>
                        <a:pt x="0" y="111"/>
                      </a:lnTo>
                      <a:lnTo>
                        <a:pt x="64" y="0"/>
                      </a:lnTo>
                      <a:lnTo>
                        <a:pt x="195" y="0"/>
                      </a:lnTo>
                      <a:lnTo>
                        <a:pt x="259" y="111"/>
                      </a:lnTo>
                      <a:lnTo>
                        <a:pt x="195" y="222"/>
                      </a:lnTo>
                      <a:lnTo>
                        <a:pt x="64" y="222"/>
                      </a:lnTo>
                      <a:close/>
                    </a:path>
                  </a:pathLst>
                </a:custGeom>
                <a:solidFill>
                  <a:schemeClr val="tx2"/>
                </a:solidFill>
                <a:ln>
                  <a:noFill/>
                </a:ln>
              </p:spPr>
              <p:txBody>
                <a:bodyPr anchor="ctr"/>
                <a:lstStyle/>
                <a:p>
                  <a:pPr algn="ctr"/>
                  <a:endParaRPr dirty="0"/>
                </a:p>
              </p:txBody>
            </p:sp>
            <p:sp>
              <p:nvSpPr>
                <p:cNvPr id="41" name="íşľiḓé"/>
                <p:cNvSpPr/>
                <p:nvPr/>
              </p:nvSpPr>
              <p:spPr bwMode="auto">
                <a:xfrm>
                  <a:off x="5889557" y="1394155"/>
                  <a:ext cx="425955" cy="363938"/>
                </a:xfrm>
                <a:custGeom>
                  <a:avLst/>
                  <a:gdLst>
                    <a:gd name="T0" fmla="*/ 66 w 261"/>
                    <a:gd name="T1" fmla="*/ 223 h 223"/>
                    <a:gd name="T2" fmla="*/ 0 w 261"/>
                    <a:gd name="T3" fmla="*/ 111 h 223"/>
                    <a:gd name="T4" fmla="*/ 66 w 261"/>
                    <a:gd name="T5" fmla="*/ 0 h 223"/>
                    <a:gd name="T6" fmla="*/ 196 w 261"/>
                    <a:gd name="T7" fmla="*/ 0 h 223"/>
                    <a:gd name="T8" fmla="*/ 261 w 261"/>
                    <a:gd name="T9" fmla="*/ 111 h 223"/>
                    <a:gd name="T10" fmla="*/ 196 w 261"/>
                    <a:gd name="T11" fmla="*/ 223 h 223"/>
                    <a:gd name="T12" fmla="*/ 66 w 261"/>
                    <a:gd name="T13" fmla="*/ 223 h 223"/>
                  </a:gdLst>
                  <a:ahLst/>
                  <a:cxnLst>
                    <a:cxn ang="0">
                      <a:pos x="T0" y="T1"/>
                    </a:cxn>
                    <a:cxn ang="0">
                      <a:pos x="T2" y="T3"/>
                    </a:cxn>
                    <a:cxn ang="0">
                      <a:pos x="T4" y="T5"/>
                    </a:cxn>
                    <a:cxn ang="0">
                      <a:pos x="T6" y="T7"/>
                    </a:cxn>
                    <a:cxn ang="0">
                      <a:pos x="T8" y="T9"/>
                    </a:cxn>
                    <a:cxn ang="0">
                      <a:pos x="T10" y="T11"/>
                    </a:cxn>
                    <a:cxn ang="0">
                      <a:pos x="T12" y="T13"/>
                    </a:cxn>
                  </a:cxnLst>
                  <a:rect l="0" t="0" r="r" b="b"/>
                  <a:pathLst>
                    <a:path w="261" h="223">
                      <a:moveTo>
                        <a:pt x="66" y="223"/>
                      </a:moveTo>
                      <a:lnTo>
                        <a:pt x="0" y="111"/>
                      </a:lnTo>
                      <a:lnTo>
                        <a:pt x="66" y="0"/>
                      </a:lnTo>
                      <a:lnTo>
                        <a:pt x="196" y="0"/>
                      </a:lnTo>
                      <a:lnTo>
                        <a:pt x="261" y="111"/>
                      </a:lnTo>
                      <a:lnTo>
                        <a:pt x="196" y="223"/>
                      </a:lnTo>
                      <a:lnTo>
                        <a:pt x="66" y="223"/>
                      </a:lnTo>
                      <a:close/>
                    </a:path>
                  </a:pathLst>
                </a:custGeom>
                <a:solidFill>
                  <a:schemeClr val="accent2"/>
                </a:solidFill>
                <a:ln>
                  <a:noFill/>
                </a:ln>
              </p:spPr>
              <p:txBody>
                <a:bodyPr anchor="ctr"/>
                <a:lstStyle/>
                <a:p>
                  <a:pPr algn="ctr"/>
                  <a:endParaRPr dirty="0"/>
                </a:p>
              </p:txBody>
            </p:sp>
          </p:grpSp>
          <p:grpSp>
            <p:nvGrpSpPr>
              <p:cNvPr id="5" name="组合 4"/>
              <p:cNvGrpSpPr/>
              <p:nvPr/>
            </p:nvGrpSpPr>
            <p:grpSpPr>
              <a:xfrm>
                <a:off x="7835534" y="2523984"/>
                <a:ext cx="3795493" cy="1107996"/>
                <a:chOff x="7185085" y="1487890"/>
                <a:chExt cx="3795493" cy="1107996"/>
              </a:xfrm>
            </p:grpSpPr>
            <p:sp>
              <p:nvSpPr>
                <p:cNvPr id="2" name="文本框 46"/>
                <p:cNvSpPr txBox="1"/>
                <p:nvPr/>
              </p:nvSpPr>
              <p:spPr>
                <a:xfrm>
                  <a:off x="7185085" y="1857222"/>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7185085" y="148789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8" name="组合 47"/>
              <p:cNvGrpSpPr/>
              <p:nvPr/>
            </p:nvGrpSpPr>
            <p:grpSpPr>
              <a:xfrm>
                <a:off x="7835534" y="4448269"/>
                <a:ext cx="3795493" cy="1107996"/>
                <a:chOff x="7185085" y="1487890"/>
                <a:chExt cx="3795493" cy="1107996"/>
              </a:xfrm>
            </p:grpSpPr>
            <p:sp>
              <p:nvSpPr>
                <p:cNvPr id="49" name="文本框 46"/>
                <p:cNvSpPr txBox="1"/>
                <p:nvPr/>
              </p:nvSpPr>
              <p:spPr>
                <a:xfrm>
                  <a:off x="7185085" y="1857222"/>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0" name="文本框 34"/>
                <p:cNvSpPr txBox="1"/>
                <p:nvPr/>
              </p:nvSpPr>
              <p:spPr>
                <a:xfrm>
                  <a:off x="7185085" y="148789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51" name="组合 50"/>
              <p:cNvGrpSpPr/>
              <p:nvPr/>
            </p:nvGrpSpPr>
            <p:grpSpPr>
              <a:xfrm>
                <a:off x="560970" y="4448269"/>
                <a:ext cx="3795493" cy="1107996"/>
                <a:chOff x="7185085" y="1487890"/>
                <a:chExt cx="3795493" cy="1107996"/>
              </a:xfrm>
            </p:grpSpPr>
            <p:sp>
              <p:nvSpPr>
                <p:cNvPr id="52" name="文本框 46"/>
                <p:cNvSpPr txBox="1"/>
                <p:nvPr/>
              </p:nvSpPr>
              <p:spPr>
                <a:xfrm>
                  <a:off x="7185085" y="1857222"/>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3" name="文本框 34"/>
                <p:cNvSpPr txBox="1"/>
                <p:nvPr/>
              </p:nvSpPr>
              <p:spPr>
                <a:xfrm>
                  <a:off x="9405778" y="148789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54" name="组合 53"/>
              <p:cNvGrpSpPr/>
              <p:nvPr/>
            </p:nvGrpSpPr>
            <p:grpSpPr>
              <a:xfrm>
                <a:off x="565876" y="2523984"/>
                <a:ext cx="3795493" cy="1107996"/>
                <a:chOff x="7185085" y="1487890"/>
                <a:chExt cx="3795493" cy="1107996"/>
              </a:xfrm>
            </p:grpSpPr>
            <p:sp>
              <p:nvSpPr>
                <p:cNvPr id="55" name="文本框 46"/>
                <p:cNvSpPr txBox="1"/>
                <p:nvPr/>
              </p:nvSpPr>
              <p:spPr>
                <a:xfrm>
                  <a:off x="7185085" y="1857222"/>
                  <a:ext cx="379549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6" name="文本框 34"/>
                <p:cNvSpPr txBox="1"/>
                <p:nvPr/>
              </p:nvSpPr>
              <p:spPr>
                <a:xfrm>
                  <a:off x="9405778" y="148789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sp>
          <p:nvSpPr>
            <p:cNvPr id="57" name="iconfont-1187-868110"/>
            <p:cNvSpPr>
              <a:spLocks noChangeAspect="1"/>
            </p:cNvSpPr>
            <p:nvPr/>
          </p:nvSpPr>
          <p:spPr bwMode="auto">
            <a:xfrm>
              <a:off x="5551239" y="3450139"/>
              <a:ext cx="1132402" cy="1092051"/>
            </a:xfrm>
            <a:custGeom>
              <a:avLst/>
              <a:gdLst>
                <a:gd name="T0" fmla="*/ 11888 w 12803"/>
                <a:gd name="T1" fmla="*/ 0 h 12345"/>
                <a:gd name="T2" fmla="*/ 914 w 12803"/>
                <a:gd name="T3" fmla="*/ 0 h 12345"/>
                <a:gd name="T4" fmla="*/ 0 w 12803"/>
                <a:gd name="T5" fmla="*/ 914 h 12345"/>
                <a:gd name="T6" fmla="*/ 0 w 12803"/>
                <a:gd name="T7" fmla="*/ 8687 h 12345"/>
                <a:gd name="T8" fmla="*/ 914 w 12803"/>
                <a:gd name="T9" fmla="*/ 9602 h 12345"/>
                <a:gd name="T10" fmla="*/ 3201 w 12803"/>
                <a:gd name="T11" fmla="*/ 9602 h 12345"/>
                <a:gd name="T12" fmla="*/ 3201 w 12803"/>
                <a:gd name="T13" fmla="*/ 12345 h 12345"/>
                <a:gd name="T14" fmla="*/ 8230 w 12803"/>
                <a:gd name="T15" fmla="*/ 9602 h 12345"/>
                <a:gd name="T16" fmla="*/ 11888 w 12803"/>
                <a:gd name="T17" fmla="*/ 9602 h 12345"/>
                <a:gd name="T18" fmla="*/ 12803 w 12803"/>
                <a:gd name="T19" fmla="*/ 8687 h 12345"/>
                <a:gd name="T20" fmla="*/ 12803 w 12803"/>
                <a:gd name="T21" fmla="*/ 914 h 12345"/>
                <a:gd name="T22" fmla="*/ 11888 w 12803"/>
                <a:gd name="T23" fmla="*/ 0 h 12345"/>
                <a:gd name="T24" fmla="*/ 3201 w 12803"/>
                <a:gd name="T25" fmla="*/ 5487 h 12345"/>
                <a:gd name="T26" fmla="*/ 2286 w 12803"/>
                <a:gd name="T27" fmla="*/ 4572 h 12345"/>
                <a:gd name="T28" fmla="*/ 3201 w 12803"/>
                <a:gd name="T29" fmla="*/ 3658 h 12345"/>
                <a:gd name="T30" fmla="*/ 4115 w 12803"/>
                <a:gd name="T31" fmla="*/ 4572 h 12345"/>
                <a:gd name="T32" fmla="*/ 3201 w 12803"/>
                <a:gd name="T33" fmla="*/ 5487 h 12345"/>
                <a:gd name="T34" fmla="*/ 6401 w 12803"/>
                <a:gd name="T35" fmla="*/ 5487 h 12345"/>
                <a:gd name="T36" fmla="*/ 5487 w 12803"/>
                <a:gd name="T37" fmla="*/ 4572 h 12345"/>
                <a:gd name="T38" fmla="*/ 6401 w 12803"/>
                <a:gd name="T39" fmla="*/ 3658 h 12345"/>
                <a:gd name="T40" fmla="*/ 7316 w 12803"/>
                <a:gd name="T41" fmla="*/ 4572 h 12345"/>
                <a:gd name="T42" fmla="*/ 6401 w 12803"/>
                <a:gd name="T43" fmla="*/ 5487 h 12345"/>
                <a:gd name="T44" fmla="*/ 9602 w 12803"/>
                <a:gd name="T45" fmla="*/ 5487 h 12345"/>
                <a:gd name="T46" fmla="*/ 8687 w 12803"/>
                <a:gd name="T47" fmla="*/ 4572 h 12345"/>
                <a:gd name="T48" fmla="*/ 9602 w 12803"/>
                <a:gd name="T49" fmla="*/ 3658 h 12345"/>
                <a:gd name="T50" fmla="*/ 10516 w 12803"/>
                <a:gd name="T51" fmla="*/ 4572 h 12345"/>
                <a:gd name="T52" fmla="*/ 9602 w 12803"/>
                <a:gd name="T53" fmla="*/ 5487 h 12345"/>
                <a:gd name="T54" fmla="*/ 9602 w 12803"/>
                <a:gd name="T55" fmla="*/ 5487 h 12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03" h="12345">
                  <a:moveTo>
                    <a:pt x="11888" y="0"/>
                  </a:moveTo>
                  <a:lnTo>
                    <a:pt x="914" y="0"/>
                  </a:lnTo>
                  <a:cubicBezTo>
                    <a:pt x="409" y="0"/>
                    <a:pt x="0" y="409"/>
                    <a:pt x="0" y="914"/>
                  </a:cubicBezTo>
                  <a:lnTo>
                    <a:pt x="0" y="8687"/>
                  </a:lnTo>
                  <a:cubicBezTo>
                    <a:pt x="0" y="9193"/>
                    <a:pt x="409" y="9602"/>
                    <a:pt x="914" y="9602"/>
                  </a:cubicBezTo>
                  <a:lnTo>
                    <a:pt x="3201" y="9602"/>
                  </a:lnTo>
                  <a:lnTo>
                    <a:pt x="3201" y="12345"/>
                  </a:lnTo>
                  <a:lnTo>
                    <a:pt x="8230" y="9602"/>
                  </a:lnTo>
                  <a:lnTo>
                    <a:pt x="11888" y="9602"/>
                  </a:lnTo>
                  <a:cubicBezTo>
                    <a:pt x="12393" y="9602"/>
                    <a:pt x="12803" y="9193"/>
                    <a:pt x="12803" y="8687"/>
                  </a:cubicBezTo>
                  <a:lnTo>
                    <a:pt x="12803" y="914"/>
                  </a:lnTo>
                  <a:cubicBezTo>
                    <a:pt x="12803" y="409"/>
                    <a:pt x="12393" y="0"/>
                    <a:pt x="11888" y="0"/>
                  </a:cubicBezTo>
                  <a:close/>
                  <a:moveTo>
                    <a:pt x="3201" y="5487"/>
                  </a:moveTo>
                  <a:cubicBezTo>
                    <a:pt x="2695" y="5487"/>
                    <a:pt x="2286" y="5077"/>
                    <a:pt x="2286" y="4572"/>
                  </a:cubicBezTo>
                  <a:cubicBezTo>
                    <a:pt x="2286" y="4067"/>
                    <a:pt x="2695" y="3658"/>
                    <a:pt x="3201" y="3658"/>
                  </a:cubicBezTo>
                  <a:cubicBezTo>
                    <a:pt x="3706" y="3658"/>
                    <a:pt x="4115" y="4067"/>
                    <a:pt x="4115" y="4572"/>
                  </a:cubicBezTo>
                  <a:cubicBezTo>
                    <a:pt x="4115" y="5077"/>
                    <a:pt x="3706" y="5487"/>
                    <a:pt x="3201" y="5487"/>
                  </a:cubicBezTo>
                  <a:close/>
                  <a:moveTo>
                    <a:pt x="6401" y="5487"/>
                  </a:moveTo>
                  <a:cubicBezTo>
                    <a:pt x="5896" y="5487"/>
                    <a:pt x="5487" y="5077"/>
                    <a:pt x="5487" y="4572"/>
                  </a:cubicBezTo>
                  <a:cubicBezTo>
                    <a:pt x="5487" y="4067"/>
                    <a:pt x="5896" y="3658"/>
                    <a:pt x="6401" y="3658"/>
                  </a:cubicBezTo>
                  <a:cubicBezTo>
                    <a:pt x="6907" y="3658"/>
                    <a:pt x="7316" y="4067"/>
                    <a:pt x="7316" y="4572"/>
                  </a:cubicBezTo>
                  <a:cubicBezTo>
                    <a:pt x="7316" y="5077"/>
                    <a:pt x="6907" y="5487"/>
                    <a:pt x="6401" y="5487"/>
                  </a:cubicBezTo>
                  <a:close/>
                  <a:moveTo>
                    <a:pt x="9602" y="5487"/>
                  </a:moveTo>
                  <a:cubicBezTo>
                    <a:pt x="9097" y="5487"/>
                    <a:pt x="8687" y="5077"/>
                    <a:pt x="8687" y="4572"/>
                  </a:cubicBezTo>
                  <a:cubicBezTo>
                    <a:pt x="8687" y="4067"/>
                    <a:pt x="9097" y="3658"/>
                    <a:pt x="9602" y="3658"/>
                  </a:cubicBezTo>
                  <a:cubicBezTo>
                    <a:pt x="10107" y="3658"/>
                    <a:pt x="10516" y="4067"/>
                    <a:pt x="10516" y="4572"/>
                  </a:cubicBezTo>
                  <a:cubicBezTo>
                    <a:pt x="10516" y="5077"/>
                    <a:pt x="10107" y="5487"/>
                    <a:pt x="9602" y="5487"/>
                  </a:cubicBezTo>
                  <a:close/>
                  <a:moveTo>
                    <a:pt x="9602" y="5487"/>
                  </a:moveTo>
                  <a:close/>
                </a:path>
              </a:pathLst>
            </a:custGeom>
            <a:solidFill>
              <a:schemeClr val="tx2"/>
            </a:solidFill>
            <a:ln>
              <a:noFill/>
            </a:ln>
          </p:spPr>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heel(1)">
                                      <p:cBhvr>
                                        <p:cTn id="7" dur="2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92978" y="1559615"/>
            <a:ext cx="10317937" cy="3738770"/>
            <a:chOff x="992978" y="1559615"/>
            <a:chExt cx="10317937" cy="3738770"/>
          </a:xfrm>
        </p:grpSpPr>
        <p:sp>
          <p:nvSpPr>
            <p:cNvPr id="4" name="iṥľîḓê"/>
            <p:cNvSpPr/>
            <p:nvPr/>
          </p:nvSpPr>
          <p:spPr>
            <a:xfrm>
              <a:off x="1769799" y="2291285"/>
              <a:ext cx="2275430" cy="2275430"/>
            </a:xfrm>
            <a:prstGeom prst="ellipse">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4800" b="1" dirty="0">
                <a:solidFill>
                  <a:schemeClr val="bg1"/>
                </a:solidFill>
                <a:latin typeface="+mj-ea"/>
                <a:ea typeface="+mj-ea"/>
              </a:endParaRPr>
            </a:p>
          </p:txBody>
        </p:sp>
        <p:grpSp>
          <p:nvGrpSpPr>
            <p:cNvPr id="14" name="组合 13"/>
            <p:cNvGrpSpPr/>
            <p:nvPr/>
          </p:nvGrpSpPr>
          <p:grpSpPr>
            <a:xfrm>
              <a:off x="1299741" y="1821227"/>
              <a:ext cx="3215546" cy="3215545"/>
              <a:chOff x="1557210" y="2078697"/>
              <a:chExt cx="2700604" cy="2700603"/>
            </a:xfrm>
          </p:grpSpPr>
          <p:sp>
            <p:nvSpPr>
              <p:cNvPr id="5" name="弧形 4"/>
              <p:cNvSpPr/>
              <p:nvPr/>
            </p:nvSpPr>
            <p:spPr>
              <a:xfrm>
                <a:off x="1557213"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p:nvSpPr>
            <p:spPr>
              <a:xfrm rot="5400000">
                <a:off x="1557212" y="2078698"/>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p:nvSpPr>
            <p:spPr>
              <a:xfrm rot="10800000">
                <a:off x="1557212"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16200000">
                <a:off x="1557210" y="2078697"/>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2" name="文本框 21"/>
            <p:cNvSpPr txBox="1"/>
            <p:nvPr/>
          </p:nvSpPr>
          <p:spPr>
            <a:xfrm>
              <a:off x="2603582" y="1559615"/>
              <a:ext cx="607859" cy="523220"/>
            </a:xfrm>
            <a:prstGeom prst="rect">
              <a:avLst/>
            </a:prstGeom>
            <a:noFill/>
          </p:spPr>
          <p:txBody>
            <a:bodyPr wrap="none" rtlCol="0">
              <a:spAutoFit/>
            </a:bodyPr>
            <a:lstStyle/>
            <a:p>
              <a:r>
                <a:rPr lang="en-US" altLang="zh-CN" sz="2800" dirty="0">
                  <a:solidFill>
                    <a:schemeClr val="accent6"/>
                  </a:solidFill>
                  <a:latin typeface="+mj-ea"/>
                  <a:ea typeface="+mj-ea"/>
                </a:rPr>
                <a:t>03</a:t>
              </a:r>
              <a:endParaRPr lang="zh-CN" altLang="en-US" sz="2800" dirty="0">
                <a:solidFill>
                  <a:schemeClr val="accent6"/>
                </a:solidFill>
                <a:latin typeface="+mj-ea"/>
                <a:ea typeface="+mj-ea"/>
              </a:endParaRPr>
            </a:p>
          </p:txBody>
        </p:sp>
        <p:sp>
          <p:nvSpPr>
            <p:cNvPr id="24" name="文本框 23"/>
            <p:cNvSpPr txBox="1"/>
            <p:nvPr/>
          </p:nvSpPr>
          <p:spPr>
            <a:xfrm>
              <a:off x="992978" y="3167387"/>
              <a:ext cx="607859" cy="523220"/>
            </a:xfrm>
            <a:prstGeom prst="rect">
              <a:avLst/>
            </a:prstGeom>
            <a:noFill/>
          </p:spPr>
          <p:txBody>
            <a:bodyPr wrap="none" rtlCol="0">
              <a:spAutoFit/>
            </a:bodyPr>
            <a:lstStyle/>
            <a:p>
              <a:r>
                <a:rPr lang="en-US" altLang="zh-CN" sz="2800" dirty="0">
                  <a:solidFill>
                    <a:schemeClr val="accent6"/>
                  </a:solidFill>
                  <a:latin typeface="+mj-ea"/>
                  <a:ea typeface="+mj-ea"/>
                </a:rPr>
                <a:t>04</a:t>
              </a:r>
              <a:endParaRPr lang="zh-CN" altLang="en-US" sz="2800" dirty="0">
                <a:solidFill>
                  <a:schemeClr val="accent6"/>
                </a:solidFill>
                <a:latin typeface="+mj-ea"/>
                <a:ea typeface="+mj-ea"/>
              </a:endParaRPr>
            </a:p>
          </p:txBody>
        </p:sp>
        <p:sp>
          <p:nvSpPr>
            <p:cNvPr id="26" name="文本框 25"/>
            <p:cNvSpPr txBox="1"/>
            <p:nvPr/>
          </p:nvSpPr>
          <p:spPr>
            <a:xfrm>
              <a:off x="2603582" y="4775165"/>
              <a:ext cx="607859" cy="523220"/>
            </a:xfrm>
            <a:prstGeom prst="rect">
              <a:avLst/>
            </a:prstGeom>
            <a:noFill/>
          </p:spPr>
          <p:txBody>
            <a:bodyPr wrap="none" rtlCol="0">
              <a:spAutoFit/>
            </a:bodyPr>
            <a:lstStyle/>
            <a:p>
              <a:r>
                <a:rPr lang="en-US" altLang="zh-CN" sz="2800" dirty="0">
                  <a:solidFill>
                    <a:schemeClr val="accent6"/>
                  </a:solidFill>
                  <a:latin typeface="+mj-ea"/>
                  <a:ea typeface="+mj-ea"/>
                </a:rPr>
                <a:t>01</a:t>
              </a:r>
              <a:endParaRPr lang="zh-CN" altLang="en-US" sz="2800" dirty="0">
                <a:solidFill>
                  <a:schemeClr val="accent6"/>
                </a:solidFill>
                <a:latin typeface="+mj-ea"/>
                <a:ea typeface="+mj-ea"/>
              </a:endParaRPr>
            </a:p>
          </p:txBody>
        </p:sp>
        <p:sp>
          <p:nvSpPr>
            <p:cNvPr id="23" name="iconfont-11206-4016502"/>
            <p:cNvSpPr>
              <a:spLocks noChangeAspect="1"/>
            </p:cNvSpPr>
            <p:nvPr/>
          </p:nvSpPr>
          <p:spPr bwMode="auto">
            <a:xfrm>
              <a:off x="2491630" y="2751431"/>
              <a:ext cx="831763" cy="831912"/>
            </a:xfrm>
            <a:custGeom>
              <a:avLst/>
              <a:gdLst>
                <a:gd name="T0" fmla="*/ 11600 w 11600"/>
                <a:gd name="T1" fmla="*/ 1893 h 11600"/>
                <a:gd name="T2" fmla="*/ 9707 w 11600"/>
                <a:gd name="T3" fmla="*/ 0 h 11600"/>
                <a:gd name="T4" fmla="*/ 8240 w 11600"/>
                <a:gd name="T5" fmla="*/ 1466 h 11600"/>
                <a:gd name="T6" fmla="*/ 267 w 11600"/>
                <a:gd name="T7" fmla="*/ 1466 h 11600"/>
                <a:gd name="T8" fmla="*/ 0 w 11600"/>
                <a:gd name="T9" fmla="*/ 1733 h 11600"/>
                <a:gd name="T10" fmla="*/ 0 w 11600"/>
                <a:gd name="T11" fmla="*/ 11333 h 11600"/>
                <a:gd name="T12" fmla="*/ 267 w 11600"/>
                <a:gd name="T13" fmla="*/ 11600 h 11600"/>
                <a:gd name="T14" fmla="*/ 7467 w 11600"/>
                <a:gd name="T15" fmla="*/ 11600 h 11600"/>
                <a:gd name="T16" fmla="*/ 7654 w 11600"/>
                <a:gd name="T17" fmla="*/ 11520 h 11600"/>
                <a:gd name="T18" fmla="*/ 10054 w 11600"/>
                <a:gd name="T19" fmla="*/ 9120 h 11600"/>
                <a:gd name="T20" fmla="*/ 10134 w 11600"/>
                <a:gd name="T21" fmla="*/ 8933 h 11600"/>
                <a:gd name="T22" fmla="*/ 10134 w 11600"/>
                <a:gd name="T23" fmla="*/ 3360 h 11600"/>
                <a:gd name="T24" fmla="*/ 11600 w 11600"/>
                <a:gd name="T25" fmla="*/ 1893 h 11600"/>
                <a:gd name="T26" fmla="*/ 4987 w 11600"/>
                <a:gd name="T27" fmla="*/ 7760 h 11600"/>
                <a:gd name="T28" fmla="*/ 3760 w 11600"/>
                <a:gd name="T29" fmla="*/ 6693 h 11600"/>
                <a:gd name="T30" fmla="*/ 8747 w 11600"/>
                <a:gd name="T31" fmla="*/ 1706 h 11600"/>
                <a:gd name="T32" fmla="*/ 9894 w 11600"/>
                <a:gd name="T33" fmla="*/ 2853 h 11600"/>
                <a:gd name="T34" fmla="*/ 4987 w 11600"/>
                <a:gd name="T35" fmla="*/ 7760 h 11600"/>
                <a:gd name="T36" fmla="*/ 3440 w 11600"/>
                <a:gd name="T37" fmla="*/ 7146 h 11600"/>
                <a:gd name="T38" fmla="*/ 4560 w 11600"/>
                <a:gd name="T39" fmla="*/ 8106 h 11600"/>
                <a:gd name="T40" fmla="*/ 3040 w 11600"/>
                <a:gd name="T41" fmla="*/ 8533 h 11600"/>
                <a:gd name="T42" fmla="*/ 3440 w 11600"/>
                <a:gd name="T43" fmla="*/ 7146 h 11600"/>
                <a:gd name="T44" fmla="*/ 10854 w 11600"/>
                <a:gd name="T45" fmla="*/ 1893 h 11600"/>
                <a:gd name="T46" fmla="*/ 10267 w 11600"/>
                <a:gd name="T47" fmla="*/ 2480 h 11600"/>
                <a:gd name="T48" fmla="*/ 9120 w 11600"/>
                <a:gd name="T49" fmla="*/ 1333 h 11600"/>
                <a:gd name="T50" fmla="*/ 9707 w 11600"/>
                <a:gd name="T51" fmla="*/ 746 h 11600"/>
                <a:gd name="T52" fmla="*/ 10854 w 11600"/>
                <a:gd name="T53" fmla="*/ 1893 h 11600"/>
                <a:gd name="T54" fmla="*/ 7734 w 11600"/>
                <a:gd name="T55" fmla="*/ 10693 h 11600"/>
                <a:gd name="T56" fmla="*/ 7734 w 11600"/>
                <a:gd name="T57" fmla="*/ 9200 h 11600"/>
                <a:gd name="T58" fmla="*/ 9227 w 11600"/>
                <a:gd name="T59" fmla="*/ 9200 h 11600"/>
                <a:gd name="T60" fmla="*/ 7734 w 11600"/>
                <a:gd name="T61" fmla="*/ 10693 h 11600"/>
                <a:gd name="T62" fmla="*/ 9600 w 11600"/>
                <a:gd name="T63" fmla="*/ 8666 h 11600"/>
                <a:gd name="T64" fmla="*/ 7467 w 11600"/>
                <a:gd name="T65" fmla="*/ 8666 h 11600"/>
                <a:gd name="T66" fmla="*/ 7200 w 11600"/>
                <a:gd name="T67" fmla="*/ 8933 h 11600"/>
                <a:gd name="T68" fmla="*/ 7200 w 11600"/>
                <a:gd name="T69" fmla="*/ 11066 h 11600"/>
                <a:gd name="T70" fmla="*/ 534 w 11600"/>
                <a:gd name="T71" fmla="*/ 11066 h 11600"/>
                <a:gd name="T72" fmla="*/ 534 w 11600"/>
                <a:gd name="T73" fmla="*/ 2000 h 11600"/>
                <a:gd name="T74" fmla="*/ 7707 w 11600"/>
                <a:gd name="T75" fmla="*/ 2000 h 11600"/>
                <a:gd name="T76" fmla="*/ 6107 w 11600"/>
                <a:gd name="T77" fmla="*/ 3600 h 11600"/>
                <a:gd name="T78" fmla="*/ 1600 w 11600"/>
                <a:gd name="T79" fmla="*/ 3600 h 11600"/>
                <a:gd name="T80" fmla="*/ 1600 w 11600"/>
                <a:gd name="T81" fmla="*/ 4133 h 11600"/>
                <a:gd name="T82" fmla="*/ 5574 w 11600"/>
                <a:gd name="T83" fmla="*/ 4133 h 11600"/>
                <a:gd name="T84" fmla="*/ 3974 w 11600"/>
                <a:gd name="T85" fmla="*/ 5733 h 11600"/>
                <a:gd name="T86" fmla="*/ 1600 w 11600"/>
                <a:gd name="T87" fmla="*/ 5733 h 11600"/>
                <a:gd name="T88" fmla="*/ 1600 w 11600"/>
                <a:gd name="T89" fmla="*/ 6266 h 11600"/>
                <a:gd name="T90" fmla="*/ 3440 w 11600"/>
                <a:gd name="T91" fmla="*/ 6266 h 11600"/>
                <a:gd name="T92" fmla="*/ 3040 w 11600"/>
                <a:gd name="T93" fmla="*/ 6666 h 11600"/>
                <a:gd name="T94" fmla="*/ 2267 w 11600"/>
                <a:gd name="T95" fmla="*/ 9333 h 11600"/>
                <a:gd name="T96" fmla="*/ 4934 w 11600"/>
                <a:gd name="T97" fmla="*/ 8560 h 11600"/>
                <a:gd name="T98" fmla="*/ 7227 w 11600"/>
                <a:gd name="T99" fmla="*/ 6266 h 11600"/>
                <a:gd name="T100" fmla="*/ 8534 w 11600"/>
                <a:gd name="T101" fmla="*/ 6266 h 11600"/>
                <a:gd name="T102" fmla="*/ 8534 w 11600"/>
                <a:gd name="T103" fmla="*/ 5733 h 11600"/>
                <a:gd name="T104" fmla="*/ 7760 w 11600"/>
                <a:gd name="T105" fmla="*/ 5733 h 11600"/>
                <a:gd name="T106" fmla="*/ 9600 w 11600"/>
                <a:gd name="T107" fmla="*/ 3893 h 11600"/>
                <a:gd name="T108" fmla="*/ 9600 w 11600"/>
                <a:gd name="T109" fmla="*/ 8666 h 1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600" h="11600">
                  <a:moveTo>
                    <a:pt x="11600" y="1893"/>
                  </a:moveTo>
                  <a:lnTo>
                    <a:pt x="9707" y="0"/>
                  </a:lnTo>
                  <a:lnTo>
                    <a:pt x="8240" y="1466"/>
                  </a:lnTo>
                  <a:lnTo>
                    <a:pt x="267" y="1466"/>
                  </a:lnTo>
                  <a:cubicBezTo>
                    <a:pt x="107" y="1466"/>
                    <a:pt x="0" y="1573"/>
                    <a:pt x="0" y="1733"/>
                  </a:cubicBezTo>
                  <a:lnTo>
                    <a:pt x="0" y="11333"/>
                  </a:lnTo>
                  <a:cubicBezTo>
                    <a:pt x="0" y="11493"/>
                    <a:pt x="107" y="11600"/>
                    <a:pt x="267" y="11600"/>
                  </a:cubicBezTo>
                  <a:lnTo>
                    <a:pt x="7467" y="11600"/>
                  </a:lnTo>
                  <a:cubicBezTo>
                    <a:pt x="7547" y="11600"/>
                    <a:pt x="7600" y="11573"/>
                    <a:pt x="7654" y="11520"/>
                  </a:cubicBezTo>
                  <a:lnTo>
                    <a:pt x="10054" y="9120"/>
                  </a:lnTo>
                  <a:cubicBezTo>
                    <a:pt x="10107" y="9066"/>
                    <a:pt x="10134" y="9013"/>
                    <a:pt x="10134" y="8933"/>
                  </a:cubicBezTo>
                  <a:lnTo>
                    <a:pt x="10134" y="3360"/>
                  </a:lnTo>
                  <a:lnTo>
                    <a:pt x="11600" y="1893"/>
                  </a:lnTo>
                  <a:close/>
                  <a:moveTo>
                    <a:pt x="4987" y="7760"/>
                  </a:moveTo>
                  <a:lnTo>
                    <a:pt x="3760" y="6693"/>
                  </a:lnTo>
                  <a:lnTo>
                    <a:pt x="8747" y="1706"/>
                  </a:lnTo>
                  <a:lnTo>
                    <a:pt x="9894" y="2853"/>
                  </a:lnTo>
                  <a:lnTo>
                    <a:pt x="4987" y="7760"/>
                  </a:lnTo>
                  <a:close/>
                  <a:moveTo>
                    <a:pt x="3440" y="7146"/>
                  </a:moveTo>
                  <a:lnTo>
                    <a:pt x="4560" y="8106"/>
                  </a:lnTo>
                  <a:lnTo>
                    <a:pt x="3040" y="8533"/>
                  </a:lnTo>
                  <a:lnTo>
                    <a:pt x="3440" y="7146"/>
                  </a:lnTo>
                  <a:close/>
                  <a:moveTo>
                    <a:pt x="10854" y="1893"/>
                  </a:moveTo>
                  <a:lnTo>
                    <a:pt x="10267" y="2480"/>
                  </a:lnTo>
                  <a:lnTo>
                    <a:pt x="9120" y="1333"/>
                  </a:lnTo>
                  <a:lnTo>
                    <a:pt x="9707" y="746"/>
                  </a:lnTo>
                  <a:lnTo>
                    <a:pt x="10854" y="1893"/>
                  </a:lnTo>
                  <a:close/>
                  <a:moveTo>
                    <a:pt x="7734" y="10693"/>
                  </a:moveTo>
                  <a:lnTo>
                    <a:pt x="7734" y="9200"/>
                  </a:lnTo>
                  <a:lnTo>
                    <a:pt x="9227" y="9200"/>
                  </a:lnTo>
                  <a:lnTo>
                    <a:pt x="7734" y="10693"/>
                  </a:lnTo>
                  <a:close/>
                  <a:moveTo>
                    <a:pt x="9600" y="8666"/>
                  </a:moveTo>
                  <a:lnTo>
                    <a:pt x="7467" y="8666"/>
                  </a:lnTo>
                  <a:cubicBezTo>
                    <a:pt x="7307" y="8666"/>
                    <a:pt x="7200" y="8773"/>
                    <a:pt x="7200" y="8933"/>
                  </a:cubicBezTo>
                  <a:lnTo>
                    <a:pt x="7200" y="11066"/>
                  </a:lnTo>
                  <a:lnTo>
                    <a:pt x="534" y="11066"/>
                  </a:lnTo>
                  <a:lnTo>
                    <a:pt x="534" y="2000"/>
                  </a:lnTo>
                  <a:lnTo>
                    <a:pt x="7707" y="2000"/>
                  </a:lnTo>
                  <a:lnTo>
                    <a:pt x="6107" y="3600"/>
                  </a:lnTo>
                  <a:lnTo>
                    <a:pt x="1600" y="3600"/>
                  </a:lnTo>
                  <a:lnTo>
                    <a:pt x="1600" y="4133"/>
                  </a:lnTo>
                  <a:lnTo>
                    <a:pt x="5574" y="4133"/>
                  </a:lnTo>
                  <a:lnTo>
                    <a:pt x="3974" y="5733"/>
                  </a:lnTo>
                  <a:lnTo>
                    <a:pt x="1600" y="5733"/>
                  </a:lnTo>
                  <a:lnTo>
                    <a:pt x="1600" y="6266"/>
                  </a:lnTo>
                  <a:lnTo>
                    <a:pt x="3440" y="6266"/>
                  </a:lnTo>
                  <a:lnTo>
                    <a:pt x="3040" y="6666"/>
                  </a:lnTo>
                  <a:lnTo>
                    <a:pt x="2267" y="9333"/>
                  </a:lnTo>
                  <a:lnTo>
                    <a:pt x="4934" y="8560"/>
                  </a:lnTo>
                  <a:lnTo>
                    <a:pt x="7227" y="6266"/>
                  </a:lnTo>
                  <a:lnTo>
                    <a:pt x="8534" y="6266"/>
                  </a:lnTo>
                  <a:lnTo>
                    <a:pt x="8534" y="5733"/>
                  </a:lnTo>
                  <a:lnTo>
                    <a:pt x="7760" y="5733"/>
                  </a:lnTo>
                  <a:lnTo>
                    <a:pt x="9600" y="3893"/>
                  </a:lnTo>
                  <a:lnTo>
                    <a:pt x="9600" y="8666"/>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sp>
          <p:nvSpPr>
            <p:cNvPr id="29" name="文本框 28"/>
            <p:cNvSpPr txBox="1"/>
            <p:nvPr/>
          </p:nvSpPr>
          <p:spPr>
            <a:xfrm>
              <a:off x="2132811" y="3705697"/>
              <a:ext cx="1549400" cy="369332"/>
            </a:xfrm>
            <a:prstGeom prst="rect">
              <a:avLst/>
            </a:prstGeom>
            <a:noFill/>
          </p:spPr>
          <p:txBody>
            <a:bodyPr wrap="square" rtlCol="0">
              <a:spAutoFit/>
            </a:bodyPr>
            <a:lstStyle/>
            <a:p>
              <a:pPr algn="ctr"/>
              <a:r>
                <a:rPr lang="en-US" altLang="zh-CN" dirty="0">
                  <a:solidFill>
                    <a:schemeClr val="bg1"/>
                  </a:solidFill>
                  <a:latin typeface="+mj-ea"/>
                  <a:ea typeface="+mj-ea"/>
                </a:rPr>
                <a:t>Program</a:t>
              </a:r>
              <a:endParaRPr lang="zh-CN" altLang="en-US" dirty="0">
                <a:solidFill>
                  <a:schemeClr val="bg1"/>
                </a:solidFill>
                <a:latin typeface="+mj-ea"/>
                <a:ea typeface="+mj-ea"/>
              </a:endParaRPr>
            </a:p>
          </p:txBody>
        </p:sp>
        <p:sp>
          <p:nvSpPr>
            <p:cNvPr id="32" name="文本框 31"/>
            <p:cNvSpPr txBox="1"/>
            <p:nvPr/>
          </p:nvSpPr>
          <p:spPr>
            <a:xfrm>
              <a:off x="5548421" y="2967335"/>
              <a:ext cx="3607162" cy="923330"/>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dirty="0"/>
                <a:t>研究方案</a:t>
              </a:r>
              <a:endParaRPr lang="zh-CN" altLang="en-US" dirty="0"/>
            </a:p>
          </p:txBody>
        </p:sp>
        <p:sp>
          <p:nvSpPr>
            <p:cNvPr id="34" name="文本框 33"/>
            <p:cNvSpPr txBox="1"/>
            <p:nvPr/>
          </p:nvSpPr>
          <p:spPr>
            <a:xfrm>
              <a:off x="5548421" y="3890363"/>
              <a:ext cx="5762494"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nvGrpSpPr>
            <p:cNvPr id="35" name="组合 34"/>
            <p:cNvGrpSpPr/>
            <p:nvPr/>
          </p:nvGrpSpPr>
          <p:grpSpPr>
            <a:xfrm>
              <a:off x="4501918" y="3354338"/>
              <a:ext cx="836629" cy="150829"/>
              <a:chOff x="1909713" y="4458878"/>
              <a:chExt cx="836629" cy="150829"/>
            </a:xfrm>
          </p:grpSpPr>
          <p:sp>
            <p:nvSpPr>
              <p:cNvPr id="36" name="椭圆 35"/>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p:nvPr/>
            </p:nvSpPr>
            <p:spPr>
              <a:xfrm>
                <a:off x="236691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43" name="椭圆 42"/>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等腰三角形 43"/>
            <p:cNvSpPr/>
            <p:nvPr/>
          </p:nvSpPr>
          <p:spPr>
            <a:xfrm rot="5400000">
              <a:off x="3578311" y="3067627"/>
              <a:ext cx="836629" cy="72123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5548421" y="2291285"/>
              <a:ext cx="2006318" cy="646331"/>
            </a:xfrm>
            <a:prstGeom prst="rect">
              <a:avLst/>
            </a:prstGeom>
            <a:noFill/>
          </p:spPr>
          <p:txBody>
            <a:bodyPr wrap="none" rtlCol="0">
              <a:spAutoFit/>
            </a:bodyPr>
            <a:lstStyle/>
            <a:p>
              <a:r>
                <a:rPr lang="en-US" altLang="zh-CN" sz="3600" dirty="0">
                  <a:solidFill>
                    <a:schemeClr val="accent3"/>
                  </a:solidFill>
                  <a:latin typeface="+mj-ea"/>
                  <a:ea typeface="+mj-ea"/>
                </a:rPr>
                <a:t>PART 02</a:t>
              </a:r>
              <a:endParaRPr lang="zh-CN" altLang="en-US" sz="3600" dirty="0">
                <a:solidFill>
                  <a:schemeClr val="accent3"/>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02</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研究方案</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44" name="组合 43"/>
          <p:cNvGrpSpPr/>
          <p:nvPr/>
        </p:nvGrpSpPr>
        <p:grpSpPr>
          <a:xfrm>
            <a:off x="655334" y="1494388"/>
            <a:ext cx="10881331" cy="4856907"/>
            <a:chOff x="670403" y="1100832"/>
            <a:chExt cx="10881331" cy="4856907"/>
          </a:xfrm>
        </p:grpSpPr>
        <p:grpSp>
          <p:nvGrpSpPr>
            <p:cNvPr id="45" name="组合 44"/>
            <p:cNvGrpSpPr/>
            <p:nvPr/>
          </p:nvGrpSpPr>
          <p:grpSpPr>
            <a:xfrm>
              <a:off x="670403" y="2363967"/>
              <a:ext cx="3081110" cy="2330636"/>
              <a:chOff x="725347" y="2547827"/>
              <a:chExt cx="3081110" cy="2330636"/>
            </a:xfrm>
          </p:grpSpPr>
          <p:sp>
            <p:nvSpPr>
              <p:cNvPr id="76" name="文本框 75"/>
              <p:cNvSpPr txBox="1"/>
              <p:nvPr/>
            </p:nvSpPr>
            <p:spPr>
              <a:xfrm>
                <a:off x="725347" y="2547827"/>
                <a:ext cx="3081110" cy="707886"/>
              </a:xfrm>
              <a:prstGeom prst="rect">
                <a:avLst/>
              </a:prstGeom>
              <a:noFill/>
            </p:spPr>
            <p:txBody>
              <a:bodyPr wrap="square" rtlCol="0">
                <a:spAutoFit/>
              </a:bodyPr>
              <a:lstStyle/>
              <a:p>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77" name="文本框 45"/>
              <p:cNvSpPr txBox="1"/>
              <p:nvPr/>
            </p:nvSpPr>
            <p:spPr>
              <a:xfrm>
                <a:off x="741369" y="3308803"/>
                <a:ext cx="2969629" cy="1569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46" name="组合 45"/>
            <p:cNvGrpSpPr/>
            <p:nvPr/>
          </p:nvGrpSpPr>
          <p:grpSpPr>
            <a:xfrm>
              <a:off x="7675811" y="1100832"/>
              <a:ext cx="3875923" cy="4856907"/>
              <a:chOff x="7644565" y="1494935"/>
              <a:chExt cx="3875923" cy="4856907"/>
            </a:xfrm>
          </p:grpSpPr>
          <p:cxnSp>
            <p:nvCxnSpPr>
              <p:cNvPr id="56" name="直接连接符 55"/>
              <p:cNvCxnSpPr/>
              <p:nvPr/>
            </p:nvCxnSpPr>
            <p:spPr>
              <a:xfrm>
                <a:off x="7644565" y="2903464"/>
                <a:ext cx="3875923"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644565" y="4646853"/>
                <a:ext cx="3875923"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7644566" y="1494935"/>
                <a:ext cx="1573862" cy="369332"/>
                <a:chOff x="7644566" y="1494935"/>
                <a:chExt cx="1573862" cy="369332"/>
              </a:xfrm>
            </p:grpSpPr>
            <p:sp>
              <p:nvSpPr>
                <p:cNvPr id="74" name="iṣliḑe"/>
                <p:cNvSpPr/>
                <p:nvPr/>
              </p:nvSpPr>
              <p:spPr bwMode="auto">
                <a:xfrm>
                  <a:off x="7644566" y="1497860"/>
                  <a:ext cx="1573862" cy="363483"/>
                </a:xfrm>
                <a:prstGeom prst="roundRect">
                  <a:avLst>
                    <a:gd name="adj" fmla="val 14047"/>
                  </a:avLst>
                </a:prstGeom>
                <a:solidFill>
                  <a:schemeClr val="accent2"/>
                </a:solidFill>
                <a:ln w="38100">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lnSpcReduction="10000"/>
                </a:bodyPr>
                <a:lstStyle/>
                <a:p>
                  <a:endParaRPr lang="en-US" altLang="zh-CN" sz="1600" b="1" dirty="0">
                    <a:solidFill>
                      <a:schemeClr val="tx2">
                        <a:lumMod val="50000"/>
                      </a:schemeClr>
                    </a:solidFill>
                  </a:endParaRPr>
                </a:p>
              </p:txBody>
            </p:sp>
            <p:sp>
              <p:nvSpPr>
                <p:cNvPr id="75" name="文本框 34"/>
                <p:cNvSpPr txBox="1"/>
                <p:nvPr/>
              </p:nvSpPr>
              <p:spPr>
                <a:xfrm>
                  <a:off x="7766372" y="1494935"/>
                  <a:ext cx="1330251"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59" name="组合 58"/>
              <p:cNvGrpSpPr/>
              <p:nvPr/>
            </p:nvGrpSpPr>
            <p:grpSpPr>
              <a:xfrm>
                <a:off x="7644566" y="3236461"/>
                <a:ext cx="1573862" cy="369332"/>
                <a:chOff x="7644566" y="3249943"/>
                <a:chExt cx="1573862" cy="369332"/>
              </a:xfrm>
            </p:grpSpPr>
            <p:sp>
              <p:nvSpPr>
                <p:cNvPr id="72" name="iŝḷïḋe"/>
                <p:cNvSpPr/>
                <p:nvPr/>
              </p:nvSpPr>
              <p:spPr bwMode="auto">
                <a:xfrm>
                  <a:off x="7644566" y="3252868"/>
                  <a:ext cx="1573862" cy="363483"/>
                </a:xfrm>
                <a:prstGeom prst="roundRect">
                  <a:avLst>
                    <a:gd name="adj" fmla="val 14047"/>
                  </a:avLst>
                </a:prstGeom>
                <a:solidFill>
                  <a:schemeClr val="accent3"/>
                </a:solidFill>
                <a:ln w="38100">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lnSpcReduction="10000"/>
                </a:bodyPr>
                <a:lstStyle/>
                <a:p>
                  <a:endParaRPr lang="en-US" altLang="zh-CN" sz="1600" b="1" dirty="0">
                    <a:solidFill>
                      <a:schemeClr val="tx2">
                        <a:lumMod val="50000"/>
                      </a:schemeClr>
                    </a:solidFill>
                  </a:endParaRPr>
                </a:p>
              </p:txBody>
            </p:sp>
            <p:sp>
              <p:nvSpPr>
                <p:cNvPr id="73" name="文本框 34"/>
                <p:cNvSpPr txBox="1"/>
                <p:nvPr/>
              </p:nvSpPr>
              <p:spPr>
                <a:xfrm>
                  <a:off x="7731790" y="3249943"/>
                  <a:ext cx="139941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60" name="组合 59"/>
              <p:cNvGrpSpPr/>
              <p:nvPr/>
            </p:nvGrpSpPr>
            <p:grpSpPr>
              <a:xfrm>
                <a:off x="7644566" y="4977987"/>
                <a:ext cx="1573862" cy="369332"/>
                <a:chOff x="7644566" y="4977987"/>
                <a:chExt cx="1573862" cy="369332"/>
              </a:xfrm>
            </p:grpSpPr>
            <p:sp>
              <p:nvSpPr>
                <p:cNvPr id="70" name="îṥ1íḑe"/>
                <p:cNvSpPr/>
                <p:nvPr/>
              </p:nvSpPr>
              <p:spPr bwMode="auto">
                <a:xfrm>
                  <a:off x="7644566" y="4980912"/>
                  <a:ext cx="1573862" cy="363483"/>
                </a:xfrm>
                <a:prstGeom prst="roundRect">
                  <a:avLst>
                    <a:gd name="adj" fmla="val 14047"/>
                  </a:avLst>
                </a:prstGeom>
                <a:solidFill>
                  <a:schemeClr val="accent4"/>
                </a:solidFill>
                <a:ln w="38100">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lnSpcReduction="10000"/>
                </a:bodyPr>
                <a:lstStyle/>
                <a:p>
                  <a:endParaRPr lang="en-US" altLang="zh-CN" sz="1600" b="1" dirty="0">
                    <a:solidFill>
                      <a:schemeClr val="tx2">
                        <a:lumMod val="50000"/>
                      </a:schemeClr>
                    </a:solidFill>
                  </a:endParaRPr>
                </a:p>
              </p:txBody>
            </p:sp>
            <p:sp>
              <p:nvSpPr>
                <p:cNvPr id="71" name="文本框 34"/>
                <p:cNvSpPr txBox="1"/>
                <p:nvPr/>
              </p:nvSpPr>
              <p:spPr>
                <a:xfrm>
                  <a:off x="7731790" y="4977987"/>
                  <a:ext cx="139941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61" name="组合 60"/>
              <p:cNvGrpSpPr/>
              <p:nvPr/>
            </p:nvGrpSpPr>
            <p:grpSpPr>
              <a:xfrm>
                <a:off x="7644565" y="1924884"/>
                <a:ext cx="3168747" cy="950397"/>
                <a:chOff x="7644565" y="1924884"/>
                <a:chExt cx="3168747" cy="950397"/>
              </a:xfrm>
            </p:grpSpPr>
            <p:sp>
              <p:nvSpPr>
                <p:cNvPr id="68" name="文本框 46"/>
                <p:cNvSpPr txBox="1"/>
                <p:nvPr/>
              </p:nvSpPr>
              <p:spPr>
                <a:xfrm>
                  <a:off x="7644565" y="1924884"/>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9" name="文本框 46"/>
                <p:cNvSpPr txBox="1"/>
                <p:nvPr/>
              </p:nvSpPr>
              <p:spPr>
                <a:xfrm>
                  <a:off x="7644565" y="2352061"/>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62" name="组合 61"/>
              <p:cNvGrpSpPr/>
              <p:nvPr/>
            </p:nvGrpSpPr>
            <p:grpSpPr>
              <a:xfrm>
                <a:off x="7644565" y="3665496"/>
                <a:ext cx="3168747" cy="950397"/>
                <a:chOff x="7644565" y="1924884"/>
                <a:chExt cx="3168747" cy="950397"/>
              </a:xfrm>
            </p:grpSpPr>
            <p:sp>
              <p:nvSpPr>
                <p:cNvPr id="66" name="文本框 46"/>
                <p:cNvSpPr txBox="1"/>
                <p:nvPr/>
              </p:nvSpPr>
              <p:spPr>
                <a:xfrm>
                  <a:off x="7644565" y="1924884"/>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7" name="文本框 46"/>
                <p:cNvSpPr txBox="1"/>
                <p:nvPr/>
              </p:nvSpPr>
              <p:spPr>
                <a:xfrm>
                  <a:off x="7644565" y="2352061"/>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63" name="组合 62"/>
              <p:cNvGrpSpPr/>
              <p:nvPr/>
            </p:nvGrpSpPr>
            <p:grpSpPr>
              <a:xfrm>
                <a:off x="7646091" y="5401445"/>
                <a:ext cx="3168747" cy="950397"/>
                <a:chOff x="7644565" y="1924884"/>
                <a:chExt cx="3168747" cy="950397"/>
              </a:xfrm>
            </p:grpSpPr>
            <p:sp>
              <p:nvSpPr>
                <p:cNvPr id="64" name="文本框 46"/>
                <p:cNvSpPr txBox="1"/>
                <p:nvPr/>
              </p:nvSpPr>
              <p:spPr>
                <a:xfrm>
                  <a:off x="7644565" y="1924884"/>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5" name="文本框 46"/>
                <p:cNvSpPr txBox="1"/>
                <p:nvPr/>
              </p:nvSpPr>
              <p:spPr>
                <a:xfrm>
                  <a:off x="7644565" y="2352061"/>
                  <a:ext cx="316874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grpSp>
          <p:nvGrpSpPr>
            <p:cNvPr id="47" name="组合 46"/>
            <p:cNvGrpSpPr/>
            <p:nvPr/>
          </p:nvGrpSpPr>
          <p:grpSpPr>
            <a:xfrm>
              <a:off x="4102783" y="1954213"/>
              <a:ext cx="3273640" cy="3150145"/>
              <a:chOff x="4102783" y="2031770"/>
              <a:chExt cx="3273640" cy="3150145"/>
            </a:xfrm>
          </p:grpSpPr>
          <p:grpSp>
            <p:nvGrpSpPr>
              <p:cNvPr id="48" name="ïśḻiďe"/>
              <p:cNvGrpSpPr/>
              <p:nvPr/>
            </p:nvGrpSpPr>
            <p:grpSpPr>
              <a:xfrm>
                <a:off x="4102783" y="2031770"/>
                <a:ext cx="3149998" cy="3150145"/>
                <a:chOff x="4187880" y="1980163"/>
                <a:chExt cx="3816242" cy="3816423"/>
              </a:xfrm>
            </p:grpSpPr>
            <p:sp>
              <p:nvSpPr>
                <p:cNvPr id="52" name="íślíḋê"/>
                <p:cNvSpPr/>
                <p:nvPr/>
              </p:nvSpPr>
              <p:spPr>
                <a:xfrm>
                  <a:off x="4642419" y="1980163"/>
                  <a:ext cx="3223492" cy="1886796"/>
                </a:xfrm>
                <a:custGeom>
                  <a:avLst/>
                  <a:gdLst/>
                  <a:ahLst/>
                  <a:cxnLst>
                    <a:cxn ang="0">
                      <a:pos x="wd2" y="hd2"/>
                    </a:cxn>
                    <a:cxn ang="5400000">
                      <a:pos x="wd2" y="hd2"/>
                    </a:cxn>
                    <a:cxn ang="10800000">
                      <a:pos x="wd2" y="hd2"/>
                    </a:cxn>
                    <a:cxn ang="16200000">
                      <a:pos x="wd2" y="hd2"/>
                    </a:cxn>
                  </a:cxnLst>
                  <a:rect l="0" t="0" r="r" b="b"/>
                  <a:pathLst>
                    <a:path w="21600" h="20670" extrusionOk="0">
                      <a:moveTo>
                        <a:pt x="0" y="7364"/>
                      </a:moveTo>
                      <a:lnTo>
                        <a:pt x="4221" y="20670"/>
                      </a:lnTo>
                      <a:cubicBezTo>
                        <a:pt x="4281" y="18027"/>
                        <a:pt x="5038" y="15556"/>
                        <a:pt x="6297" y="13894"/>
                      </a:cubicBezTo>
                      <a:cubicBezTo>
                        <a:pt x="7479" y="12333"/>
                        <a:pt x="9001" y="11630"/>
                        <a:pt x="10508" y="11947"/>
                      </a:cubicBezTo>
                      <a:lnTo>
                        <a:pt x="21600" y="12861"/>
                      </a:lnTo>
                      <a:cubicBezTo>
                        <a:pt x="19899" y="6224"/>
                        <a:pt x="16234" y="1478"/>
                        <a:pt x="11893" y="289"/>
                      </a:cubicBezTo>
                      <a:cubicBezTo>
                        <a:pt x="7444" y="-930"/>
                        <a:pt x="2930" y="1756"/>
                        <a:pt x="0" y="7364"/>
                      </a:cubicBezTo>
                      <a:close/>
                    </a:path>
                  </a:pathLst>
                </a:custGeom>
                <a:solidFill>
                  <a:schemeClr val="accent2"/>
                </a:solidFill>
                <a:ln w="12700">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solidFill>
                      <a:schemeClr val="tx2">
                        <a:lumMod val="50000"/>
                      </a:schemeClr>
                    </a:solidFill>
                  </a:endParaRPr>
                </a:p>
              </p:txBody>
            </p:sp>
            <p:sp>
              <p:nvSpPr>
                <p:cNvPr id="53" name="i$ḻîdè"/>
                <p:cNvSpPr/>
                <p:nvPr/>
              </p:nvSpPr>
              <p:spPr>
                <a:xfrm>
                  <a:off x="4187880" y="2739668"/>
                  <a:ext cx="2345224" cy="3029069"/>
                </a:xfrm>
                <a:custGeom>
                  <a:avLst/>
                  <a:gdLst/>
                  <a:ahLst/>
                  <a:cxnLst>
                    <a:cxn ang="0">
                      <a:pos x="wd2" y="hd2"/>
                    </a:cxn>
                    <a:cxn ang="5400000">
                      <a:pos x="wd2" y="hd2"/>
                    </a:cxn>
                    <a:cxn ang="10800000">
                      <a:pos x="wd2" y="hd2"/>
                    </a:cxn>
                    <a:cxn ang="16200000">
                      <a:pos x="wd2" y="hd2"/>
                    </a:cxn>
                  </a:cxnLst>
                  <a:rect l="0" t="0" r="r" b="b"/>
                  <a:pathLst>
                    <a:path w="20956" h="21600" extrusionOk="0">
                      <a:moveTo>
                        <a:pt x="3509" y="0"/>
                      </a:moveTo>
                      <a:lnTo>
                        <a:pt x="10247" y="10469"/>
                      </a:lnTo>
                      <a:cubicBezTo>
                        <a:pt x="11074" y="12007"/>
                        <a:pt x="12677" y="13195"/>
                        <a:pt x="14660" y="13739"/>
                      </a:cubicBezTo>
                      <a:cubicBezTo>
                        <a:pt x="16756" y="14314"/>
                        <a:pt x="19063" y="14114"/>
                        <a:pt x="20956" y="13194"/>
                      </a:cubicBezTo>
                      <a:lnTo>
                        <a:pt x="14097" y="21600"/>
                      </a:lnTo>
                      <a:cubicBezTo>
                        <a:pt x="7204" y="20596"/>
                        <a:pt x="1765" y="16355"/>
                        <a:pt x="346" y="10880"/>
                      </a:cubicBezTo>
                      <a:cubicBezTo>
                        <a:pt x="-644" y="7059"/>
                        <a:pt x="512" y="3083"/>
                        <a:pt x="3509" y="0"/>
                      </a:cubicBezTo>
                      <a:close/>
                    </a:path>
                  </a:pathLst>
                </a:custGeom>
                <a:solidFill>
                  <a:schemeClr val="accent4"/>
                </a:solidFill>
                <a:ln w="12700">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solidFill>
                      <a:schemeClr val="tx2">
                        <a:lumMod val="50000"/>
                      </a:schemeClr>
                    </a:solidFill>
                  </a:endParaRPr>
                </a:p>
              </p:txBody>
            </p:sp>
            <p:sp>
              <p:nvSpPr>
                <p:cNvPr id="54" name="iṩḻidê"/>
                <p:cNvSpPr/>
                <p:nvPr/>
              </p:nvSpPr>
              <p:spPr>
                <a:xfrm>
                  <a:off x="5863632" y="3165806"/>
                  <a:ext cx="2140490" cy="2630780"/>
                </a:xfrm>
                <a:custGeom>
                  <a:avLst/>
                  <a:gdLst/>
                  <a:ahLst/>
                  <a:cxnLst>
                    <a:cxn ang="0">
                      <a:pos x="wd2" y="hd2"/>
                    </a:cxn>
                    <a:cxn ang="5400000">
                      <a:pos x="wd2" y="hd2"/>
                    </a:cxn>
                    <a:cxn ang="10800000">
                      <a:pos x="wd2" y="hd2"/>
                    </a:cxn>
                    <a:cxn ang="16200000">
                      <a:pos x="wd2" y="hd2"/>
                    </a:cxn>
                  </a:cxnLst>
                  <a:rect l="0" t="0" r="r" b="b"/>
                  <a:pathLst>
                    <a:path w="20531" h="21052" extrusionOk="0">
                      <a:moveTo>
                        <a:pt x="19386" y="520"/>
                      </a:moveTo>
                      <a:lnTo>
                        <a:pt x="5965" y="0"/>
                      </a:lnTo>
                      <a:cubicBezTo>
                        <a:pt x="8250" y="1033"/>
                        <a:pt x="9788" y="2931"/>
                        <a:pt x="10086" y="5085"/>
                      </a:cubicBezTo>
                      <a:cubicBezTo>
                        <a:pt x="10308" y="6692"/>
                        <a:pt x="9809" y="8309"/>
                        <a:pt x="8686" y="9627"/>
                      </a:cubicBezTo>
                      <a:lnTo>
                        <a:pt x="0" y="20932"/>
                      </a:lnTo>
                      <a:cubicBezTo>
                        <a:pt x="6366" y="21600"/>
                        <a:pt x="12685" y="19431"/>
                        <a:pt x="16644" y="15219"/>
                      </a:cubicBezTo>
                      <a:cubicBezTo>
                        <a:pt x="20562" y="11051"/>
                        <a:pt x="21600" y="5484"/>
                        <a:pt x="19386" y="520"/>
                      </a:cubicBezTo>
                      <a:close/>
                    </a:path>
                  </a:pathLst>
                </a:custGeom>
                <a:solidFill>
                  <a:schemeClr val="accent3"/>
                </a:solidFill>
                <a:ln w="12700">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solidFill>
                      <a:schemeClr val="tx2">
                        <a:lumMod val="50000"/>
                      </a:schemeClr>
                    </a:solidFill>
                  </a:endParaRPr>
                </a:p>
              </p:txBody>
            </p:sp>
            <p:sp>
              <p:nvSpPr>
                <p:cNvPr id="55" name="íṧlïḍe"/>
                <p:cNvSpPr/>
                <p:nvPr/>
              </p:nvSpPr>
              <p:spPr>
                <a:xfrm>
                  <a:off x="5770667" y="3481787"/>
                  <a:ext cx="638586" cy="798194"/>
                </a:xfrm>
                <a:custGeom>
                  <a:avLst/>
                  <a:gdLst>
                    <a:gd name="T0" fmla="*/ 1067 w 8534"/>
                    <a:gd name="T1" fmla="*/ 1066 h 10666"/>
                    <a:gd name="T2" fmla="*/ 1067 w 8534"/>
                    <a:gd name="T3" fmla="*/ 10133 h 10666"/>
                    <a:gd name="T4" fmla="*/ 534 w 8534"/>
                    <a:gd name="T5" fmla="*/ 10666 h 10666"/>
                    <a:gd name="T6" fmla="*/ 0 w 8534"/>
                    <a:gd name="T7" fmla="*/ 10133 h 10666"/>
                    <a:gd name="T8" fmla="*/ 0 w 8534"/>
                    <a:gd name="T9" fmla="*/ 533 h 10666"/>
                    <a:gd name="T10" fmla="*/ 534 w 8534"/>
                    <a:gd name="T11" fmla="*/ 0 h 10666"/>
                    <a:gd name="T12" fmla="*/ 5867 w 8534"/>
                    <a:gd name="T13" fmla="*/ 0 h 10666"/>
                    <a:gd name="T14" fmla="*/ 6244 w 8534"/>
                    <a:gd name="T15" fmla="*/ 156 h 10666"/>
                    <a:gd name="T16" fmla="*/ 8377 w 8534"/>
                    <a:gd name="T17" fmla="*/ 2289 h 10666"/>
                    <a:gd name="T18" fmla="*/ 8534 w 8534"/>
                    <a:gd name="T19" fmla="*/ 2666 h 10666"/>
                    <a:gd name="T20" fmla="*/ 8534 w 8534"/>
                    <a:gd name="T21" fmla="*/ 10133 h 10666"/>
                    <a:gd name="T22" fmla="*/ 8000 w 8534"/>
                    <a:gd name="T23" fmla="*/ 10666 h 10666"/>
                    <a:gd name="T24" fmla="*/ 2667 w 8534"/>
                    <a:gd name="T25" fmla="*/ 10666 h 10666"/>
                    <a:gd name="T26" fmla="*/ 2134 w 8534"/>
                    <a:gd name="T27" fmla="*/ 10133 h 10666"/>
                    <a:gd name="T28" fmla="*/ 2667 w 8534"/>
                    <a:gd name="T29" fmla="*/ 9600 h 10666"/>
                    <a:gd name="T30" fmla="*/ 7467 w 8534"/>
                    <a:gd name="T31" fmla="*/ 9600 h 10666"/>
                    <a:gd name="T32" fmla="*/ 7467 w 8534"/>
                    <a:gd name="T33" fmla="*/ 2887 h 10666"/>
                    <a:gd name="T34" fmla="*/ 5646 w 8534"/>
                    <a:gd name="T35" fmla="*/ 1066 h 10666"/>
                    <a:gd name="T36" fmla="*/ 1067 w 8534"/>
                    <a:gd name="T37" fmla="*/ 1066 h 10666"/>
                    <a:gd name="T38" fmla="*/ 2667 w 8534"/>
                    <a:gd name="T39" fmla="*/ 5866 h 10666"/>
                    <a:gd name="T40" fmla="*/ 2134 w 8534"/>
                    <a:gd name="T41" fmla="*/ 5333 h 10666"/>
                    <a:gd name="T42" fmla="*/ 2667 w 8534"/>
                    <a:gd name="T43" fmla="*/ 4800 h 10666"/>
                    <a:gd name="T44" fmla="*/ 5867 w 8534"/>
                    <a:gd name="T45" fmla="*/ 4800 h 10666"/>
                    <a:gd name="T46" fmla="*/ 6400 w 8534"/>
                    <a:gd name="T47" fmla="*/ 5333 h 10666"/>
                    <a:gd name="T48" fmla="*/ 5867 w 8534"/>
                    <a:gd name="T49" fmla="*/ 5866 h 10666"/>
                    <a:gd name="T50" fmla="*/ 2667 w 8534"/>
                    <a:gd name="T51" fmla="*/ 5866 h 10666"/>
                    <a:gd name="T52" fmla="*/ 2667 w 8534"/>
                    <a:gd name="T53" fmla="*/ 3733 h 10666"/>
                    <a:gd name="T54" fmla="*/ 2134 w 8534"/>
                    <a:gd name="T55" fmla="*/ 3200 h 10666"/>
                    <a:gd name="T56" fmla="*/ 2667 w 8534"/>
                    <a:gd name="T57" fmla="*/ 2666 h 10666"/>
                    <a:gd name="T58" fmla="*/ 3734 w 8534"/>
                    <a:gd name="T59" fmla="*/ 2666 h 10666"/>
                    <a:gd name="T60" fmla="*/ 4267 w 8534"/>
                    <a:gd name="T61" fmla="*/ 3200 h 10666"/>
                    <a:gd name="T62" fmla="*/ 3734 w 8534"/>
                    <a:gd name="T63" fmla="*/ 3733 h 10666"/>
                    <a:gd name="T64" fmla="*/ 2667 w 8534"/>
                    <a:gd name="T65" fmla="*/ 3733 h 10666"/>
                    <a:gd name="T66" fmla="*/ 2667 w 8534"/>
                    <a:gd name="T67" fmla="*/ 8000 h 10666"/>
                    <a:gd name="T68" fmla="*/ 2134 w 8534"/>
                    <a:gd name="T69" fmla="*/ 7466 h 10666"/>
                    <a:gd name="T70" fmla="*/ 2667 w 8534"/>
                    <a:gd name="T71" fmla="*/ 6933 h 10666"/>
                    <a:gd name="T72" fmla="*/ 4800 w 8534"/>
                    <a:gd name="T73" fmla="*/ 6933 h 10666"/>
                    <a:gd name="T74" fmla="*/ 5334 w 8534"/>
                    <a:gd name="T75" fmla="*/ 7466 h 10666"/>
                    <a:gd name="T76" fmla="*/ 4800 w 8534"/>
                    <a:gd name="T77" fmla="*/ 8000 h 10666"/>
                    <a:gd name="T78" fmla="*/ 2667 w 8534"/>
                    <a:gd name="T79" fmla="*/ 8000 h 10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534" h="10666">
                      <a:moveTo>
                        <a:pt x="1067" y="1066"/>
                      </a:moveTo>
                      <a:lnTo>
                        <a:pt x="1067" y="10133"/>
                      </a:lnTo>
                      <a:cubicBezTo>
                        <a:pt x="1067" y="10428"/>
                        <a:pt x="828" y="10666"/>
                        <a:pt x="534" y="10666"/>
                      </a:cubicBezTo>
                      <a:cubicBezTo>
                        <a:pt x="239" y="10666"/>
                        <a:pt x="0" y="10428"/>
                        <a:pt x="0" y="10133"/>
                      </a:cubicBezTo>
                      <a:lnTo>
                        <a:pt x="0" y="533"/>
                      </a:lnTo>
                      <a:cubicBezTo>
                        <a:pt x="0" y="238"/>
                        <a:pt x="239" y="0"/>
                        <a:pt x="534" y="0"/>
                      </a:cubicBezTo>
                      <a:lnTo>
                        <a:pt x="5867" y="0"/>
                      </a:lnTo>
                      <a:cubicBezTo>
                        <a:pt x="6008" y="0"/>
                        <a:pt x="6144" y="56"/>
                        <a:pt x="6244" y="156"/>
                      </a:cubicBezTo>
                      <a:lnTo>
                        <a:pt x="8377" y="2289"/>
                      </a:lnTo>
                      <a:cubicBezTo>
                        <a:pt x="8477" y="2389"/>
                        <a:pt x="8534" y="2525"/>
                        <a:pt x="8534" y="2666"/>
                      </a:cubicBezTo>
                      <a:lnTo>
                        <a:pt x="8534" y="10133"/>
                      </a:lnTo>
                      <a:cubicBezTo>
                        <a:pt x="8534" y="10428"/>
                        <a:pt x="8295" y="10666"/>
                        <a:pt x="8000" y="10666"/>
                      </a:cubicBezTo>
                      <a:lnTo>
                        <a:pt x="2667" y="10666"/>
                      </a:lnTo>
                      <a:cubicBezTo>
                        <a:pt x="2372" y="10666"/>
                        <a:pt x="2134" y="10428"/>
                        <a:pt x="2134" y="10133"/>
                      </a:cubicBezTo>
                      <a:cubicBezTo>
                        <a:pt x="2134" y="9838"/>
                        <a:pt x="2372" y="9600"/>
                        <a:pt x="2667" y="9600"/>
                      </a:cubicBezTo>
                      <a:lnTo>
                        <a:pt x="7467" y="9600"/>
                      </a:lnTo>
                      <a:lnTo>
                        <a:pt x="7467" y="2887"/>
                      </a:lnTo>
                      <a:lnTo>
                        <a:pt x="5646" y="1066"/>
                      </a:lnTo>
                      <a:lnTo>
                        <a:pt x="1067" y="1066"/>
                      </a:lnTo>
                      <a:close/>
                      <a:moveTo>
                        <a:pt x="2667" y="5866"/>
                      </a:moveTo>
                      <a:cubicBezTo>
                        <a:pt x="2372" y="5866"/>
                        <a:pt x="2134" y="5628"/>
                        <a:pt x="2134" y="5333"/>
                      </a:cubicBezTo>
                      <a:cubicBezTo>
                        <a:pt x="2134" y="5038"/>
                        <a:pt x="2372" y="4800"/>
                        <a:pt x="2667" y="4800"/>
                      </a:cubicBezTo>
                      <a:lnTo>
                        <a:pt x="5867" y="4800"/>
                      </a:lnTo>
                      <a:cubicBezTo>
                        <a:pt x="6162" y="4800"/>
                        <a:pt x="6400" y="5038"/>
                        <a:pt x="6400" y="5333"/>
                      </a:cubicBezTo>
                      <a:cubicBezTo>
                        <a:pt x="6400" y="5628"/>
                        <a:pt x="6162" y="5866"/>
                        <a:pt x="5867" y="5866"/>
                      </a:cubicBezTo>
                      <a:lnTo>
                        <a:pt x="2667" y="5866"/>
                      </a:lnTo>
                      <a:close/>
                      <a:moveTo>
                        <a:pt x="2667" y="3733"/>
                      </a:moveTo>
                      <a:cubicBezTo>
                        <a:pt x="2372" y="3733"/>
                        <a:pt x="2134" y="3494"/>
                        <a:pt x="2134" y="3200"/>
                      </a:cubicBezTo>
                      <a:cubicBezTo>
                        <a:pt x="2134" y="2905"/>
                        <a:pt x="2372" y="2666"/>
                        <a:pt x="2667" y="2666"/>
                      </a:cubicBezTo>
                      <a:lnTo>
                        <a:pt x="3734" y="2666"/>
                      </a:lnTo>
                      <a:cubicBezTo>
                        <a:pt x="4028" y="2666"/>
                        <a:pt x="4267" y="2905"/>
                        <a:pt x="4267" y="3200"/>
                      </a:cubicBezTo>
                      <a:cubicBezTo>
                        <a:pt x="4267" y="3494"/>
                        <a:pt x="4028" y="3733"/>
                        <a:pt x="3734" y="3733"/>
                      </a:cubicBezTo>
                      <a:lnTo>
                        <a:pt x="2667" y="3733"/>
                      </a:lnTo>
                      <a:close/>
                      <a:moveTo>
                        <a:pt x="2667" y="8000"/>
                      </a:moveTo>
                      <a:cubicBezTo>
                        <a:pt x="2372" y="8000"/>
                        <a:pt x="2134" y="7761"/>
                        <a:pt x="2134" y="7466"/>
                      </a:cubicBezTo>
                      <a:cubicBezTo>
                        <a:pt x="2134" y="7172"/>
                        <a:pt x="2372" y="6933"/>
                        <a:pt x="2667" y="6933"/>
                      </a:cubicBezTo>
                      <a:lnTo>
                        <a:pt x="4800" y="6933"/>
                      </a:lnTo>
                      <a:cubicBezTo>
                        <a:pt x="5095" y="6933"/>
                        <a:pt x="5334" y="7172"/>
                        <a:pt x="5334" y="7466"/>
                      </a:cubicBezTo>
                      <a:cubicBezTo>
                        <a:pt x="5334" y="7761"/>
                        <a:pt x="5095" y="8000"/>
                        <a:pt x="4800" y="8000"/>
                      </a:cubicBezTo>
                      <a:lnTo>
                        <a:pt x="2667" y="8000"/>
                      </a:lnTo>
                      <a:close/>
                    </a:path>
                  </a:pathLst>
                </a:custGeom>
                <a:solidFill>
                  <a:schemeClr val="accent3"/>
                </a:solidFill>
                <a:ln w="12700">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solidFill>
                      <a:schemeClr val="tx2">
                        <a:lumMod val="50000"/>
                      </a:schemeClr>
                    </a:solidFill>
                  </a:endParaRPr>
                </a:p>
              </p:txBody>
            </p:sp>
          </p:grpSp>
          <p:sp>
            <p:nvSpPr>
              <p:cNvPr id="49" name="文本框 48"/>
              <p:cNvSpPr txBox="1"/>
              <p:nvPr/>
            </p:nvSpPr>
            <p:spPr>
              <a:xfrm>
                <a:off x="5063496" y="2130022"/>
                <a:ext cx="1228562" cy="646331"/>
              </a:xfrm>
              <a:prstGeom prst="rect">
                <a:avLst/>
              </a:prstGeom>
              <a:noFill/>
            </p:spPr>
            <p:txBody>
              <a:bodyPr wrap="square" rtlCol="0">
                <a:spAutoFit/>
              </a:bodyPr>
              <a:lstStyle>
                <a:defPPr>
                  <a:defRPr lang="zh-CN"/>
                </a:defPPr>
                <a:lvl1pPr algn="ctr">
                  <a:defRPr sz="2800">
                    <a:solidFill>
                      <a:schemeClr val="bg1"/>
                    </a:solidFill>
                    <a:latin typeface="+mj-ea"/>
                    <a:ea typeface="+mj-ea"/>
                  </a:defRPr>
                </a:lvl1pPr>
              </a:lstStyle>
              <a:p>
                <a:r>
                  <a:rPr lang="en-US" altLang="zh-CN" sz="3600" dirty="0"/>
                  <a:t>01</a:t>
                </a:r>
                <a:endParaRPr lang="zh-CN" altLang="en-US" sz="3600" dirty="0"/>
              </a:p>
            </p:txBody>
          </p:sp>
          <p:sp>
            <p:nvSpPr>
              <p:cNvPr id="50" name="文本框 49"/>
              <p:cNvSpPr txBox="1"/>
              <p:nvPr/>
            </p:nvSpPr>
            <p:spPr>
              <a:xfrm>
                <a:off x="6147861" y="3633790"/>
                <a:ext cx="1228562" cy="646331"/>
              </a:xfrm>
              <a:prstGeom prst="rect">
                <a:avLst/>
              </a:prstGeom>
              <a:noFill/>
            </p:spPr>
            <p:txBody>
              <a:bodyPr wrap="square" rtlCol="0">
                <a:spAutoFit/>
              </a:bodyPr>
              <a:lstStyle>
                <a:defPPr>
                  <a:defRPr lang="zh-CN"/>
                </a:defPPr>
                <a:lvl1pPr algn="ctr">
                  <a:defRPr sz="2800">
                    <a:solidFill>
                      <a:schemeClr val="bg1"/>
                    </a:solidFill>
                    <a:latin typeface="+mj-ea"/>
                    <a:ea typeface="+mj-ea"/>
                  </a:defRPr>
                </a:lvl1pPr>
              </a:lstStyle>
              <a:p>
                <a:r>
                  <a:rPr lang="en-US" altLang="zh-CN" sz="3600" dirty="0"/>
                  <a:t>02</a:t>
                </a:r>
                <a:endParaRPr lang="zh-CN" altLang="en-US" sz="3600" dirty="0"/>
              </a:p>
            </p:txBody>
          </p:sp>
          <p:sp>
            <p:nvSpPr>
              <p:cNvPr id="51" name="文本框 50"/>
              <p:cNvSpPr txBox="1"/>
              <p:nvPr/>
            </p:nvSpPr>
            <p:spPr>
              <a:xfrm>
                <a:off x="4125048" y="3958100"/>
                <a:ext cx="1228562" cy="646331"/>
              </a:xfrm>
              <a:prstGeom prst="rect">
                <a:avLst/>
              </a:prstGeom>
              <a:noFill/>
            </p:spPr>
            <p:txBody>
              <a:bodyPr wrap="square" rtlCol="0">
                <a:spAutoFit/>
              </a:bodyPr>
              <a:lstStyle>
                <a:defPPr>
                  <a:defRPr lang="zh-CN"/>
                </a:defPPr>
                <a:lvl1pPr algn="ctr">
                  <a:defRPr sz="2800">
                    <a:solidFill>
                      <a:schemeClr val="bg1"/>
                    </a:solidFill>
                    <a:latin typeface="+mj-ea"/>
                    <a:ea typeface="+mj-ea"/>
                  </a:defRPr>
                </a:lvl1pPr>
              </a:lstStyle>
              <a:p>
                <a:r>
                  <a:rPr lang="en-US" altLang="zh-CN" sz="3600" dirty="0"/>
                  <a:t>03</a:t>
                </a:r>
                <a:endParaRPr lang="zh-CN" altLang="en-US" sz="3600" dirty="0"/>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1000" fill="hold"/>
                                        <p:tgtEl>
                                          <p:spTgt spid="44"/>
                                        </p:tgtEl>
                                        <p:attrNameLst>
                                          <p:attrName>ppt_w</p:attrName>
                                        </p:attrNameLst>
                                      </p:cBhvr>
                                      <p:tavLst>
                                        <p:tav tm="0">
                                          <p:val>
                                            <p:strVal val="#ppt_w+.3"/>
                                          </p:val>
                                        </p:tav>
                                        <p:tav tm="100000">
                                          <p:val>
                                            <p:strVal val="#ppt_w"/>
                                          </p:val>
                                        </p:tav>
                                      </p:tavLst>
                                    </p:anim>
                                    <p:anim calcmode="lin" valueType="num">
                                      <p:cBhvr>
                                        <p:cTn id="8" dur="1000" fill="hold"/>
                                        <p:tgtEl>
                                          <p:spTgt spid="44"/>
                                        </p:tgtEl>
                                        <p:attrNameLst>
                                          <p:attrName>ppt_h</p:attrName>
                                        </p:attrNameLst>
                                      </p:cBhvr>
                                      <p:tavLst>
                                        <p:tav tm="0">
                                          <p:val>
                                            <p:strVal val="#ppt_h"/>
                                          </p:val>
                                        </p:tav>
                                        <p:tav tm="100000">
                                          <p:val>
                                            <p:strVal val="#ppt_h"/>
                                          </p:val>
                                        </p:tav>
                                      </p:tavLst>
                                    </p:anim>
                                    <p:animEffect transition="in" filter="fade">
                                      <p:cBhvr>
                                        <p:cTn id="9"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02</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研究方案</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4" name="组合 3"/>
          <p:cNvGrpSpPr/>
          <p:nvPr/>
        </p:nvGrpSpPr>
        <p:grpSpPr>
          <a:xfrm>
            <a:off x="781021" y="1923260"/>
            <a:ext cx="10704575" cy="3588471"/>
            <a:chOff x="781021" y="1923260"/>
            <a:chExt cx="10704575" cy="3588471"/>
          </a:xfrm>
        </p:grpSpPr>
        <p:sp>
          <p:nvSpPr>
            <p:cNvPr id="2" name="íSļiḑê"/>
            <p:cNvSpPr/>
            <p:nvPr/>
          </p:nvSpPr>
          <p:spPr>
            <a:xfrm>
              <a:off x="5122484" y="2604265"/>
              <a:ext cx="2327816" cy="2327816"/>
            </a:xfrm>
            <a:prstGeom prst="ellipse">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9" name="组合 8"/>
            <p:cNvGrpSpPr/>
            <p:nvPr/>
          </p:nvGrpSpPr>
          <p:grpSpPr>
            <a:xfrm>
              <a:off x="781021" y="1923260"/>
              <a:ext cx="10704575" cy="3588471"/>
              <a:chOff x="781021" y="1923260"/>
              <a:chExt cx="10704575" cy="3588471"/>
            </a:xfrm>
          </p:grpSpPr>
          <p:grpSp>
            <p:nvGrpSpPr>
              <p:cNvPr id="11" name="4907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3382151" y="1929193"/>
                <a:ext cx="5503221" cy="3369385"/>
                <a:chOff x="3344159" y="1742420"/>
                <a:chExt cx="5503221" cy="3369385"/>
              </a:xfrm>
            </p:grpSpPr>
            <p:cxnSp>
              <p:nvCxnSpPr>
                <p:cNvPr id="36" name="直接连接符 35"/>
                <p:cNvCxnSpPr>
                  <a:endCxn id="50" idx="2"/>
                </p:cNvCxnSpPr>
                <p:nvPr/>
              </p:nvCxnSpPr>
              <p:spPr>
                <a:xfrm>
                  <a:off x="3995502" y="3437751"/>
                  <a:ext cx="4194346"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7" name="íSļiḑê"/>
                <p:cNvSpPr/>
                <p:nvPr/>
              </p:nvSpPr>
              <p:spPr>
                <a:xfrm>
                  <a:off x="4932092" y="2265092"/>
                  <a:ext cx="2327816" cy="2327816"/>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8" name="iśļidé"/>
                <p:cNvSpPr/>
                <p:nvPr/>
              </p:nvSpPr>
              <p:spPr>
                <a:xfrm rot="5400000">
                  <a:off x="2715515" y="3065135"/>
                  <a:ext cx="2708078" cy="727731"/>
                </a:xfrm>
                <a:prstGeom prst="round2SameRect">
                  <a:avLst/>
                </a:prstGeom>
                <a:noFill/>
                <a:ln w="3175">
                  <a:gradFill>
                    <a:gsLst>
                      <a:gs pos="78000">
                        <a:schemeClr val="bg1">
                          <a:lumMod val="85000"/>
                        </a:schemeClr>
                      </a:gs>
                      <a:gs pos="0">
                        <a:schemeClr val="bg1">
                          <a:lumMod val="85000"/>
                        </a:schemeClr>
                      </a:gs>
                      <a:gs pos="100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 name="ïšľiďê"/>
                <p:cNvSpPr/>
                <p:nvPr/>
              </p:nvSpPr>
              <p:spPr>
                <a:xfrm rot="16200000" flipH="1">
                  <a:off x="6768407" y="3065135"/>
                  <a:ext cx="2708078" cy="727731"/>
                </a:xfrm>
                <a:prstGeom prst="round2SameRect">
                  <a:avLst/>
                </a:prstGeom>
                <a:noFill/>
                <a:ln w="3175">
                  <a:gradFill>
                    <a:gsLst>
                      <a:gs pos="78000">
                        <a:schemeClr val="bg1">
                          <a:lumMod val="85000"/>
                        </a:schemeClr>
                      </a:gs>
                      <a:gs pos="0">
                        <a:schemeClr val="bg1">
                          <a:lumMod val="85000"/>
                        </a:schemeClr>
                      </a:gs>
                      <a:gs pos="100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40" name="íśḷiḑè"/>
                <p:cNvGrpSpPr/>
                <p:nvPr/>
              </p:nvGrpSpPr>
              <p:grpSpPr>
                <a:xfrm>
                  <a:off x="3344622" y="1746192"/>
                  <a:ext cx="657531" cy="657531"/>
                  <a:chOff x="2842712" y="1805158"/>
                  <a:chExt cx="720000" cy="720000"/>
                </a:xfrm>
              </p:grpSpPr>
              <p:sp>
                <p:nvSpPr>
                  <p:cNvPr id="56" name="iṧľiḍe"/>
                  <p:cNvSpPr/>
                  <p:nvPr/>
                </p:nvSpPr>
                <p:spPr>
                  <a:xfrm>
                    <a:off x="2842712" y="1805158"/>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57" name="ïṣļiḍe"/>
                  <p:cNvSpPr/>
                  <p:nvPr/>
                </p:nvSpPr>
                <p:spPr>
                  <a:xfrm>
                    <a:off x="3036159" y="1978800"/>
                    <a:ext cx="333104" cy="372716"/>
                  </a:xfrm>
                  <a:custGeom>
                    <a:avLst/>
                    <a:gdLst>
                      <a:gd name="T0" fmla="*/ 4895 w 9722"/>
                      <a:gd name="T1" fmla="*/ 0 h 10878"/>
                      <a:gd name="T2" fmla="*/ 1564 w 9722"/>
                      <a:gd name="T3" fmla="*/ 3331 h 10878"/>
                      <a:gd name="T4" fmla="*/ 2923 w 9722"/>
                      <a:gd name="T5" fmla="*/ 5983 h 10878"/>
                      <a:gd name="T6" fmla="*/ 0 w 9722"/>
                      <a:gd name="T7" fmla="*/ 10402 h 10878"/>
                      <a:gd name="T8" fmla="*/ 0 w 9722"/>
                      <a:gd name="T9" fmla="*/ 10402 h 10878"/>
                      <a:gd name="T10" fmla="*/ 544 w 9722"/>
                      <a:gd name="T11" fmla="*/ 10878 h 10878"/>
                      <a:gd name="T12" fmla="*/ 1088 w 9722"/>
                      <a:gd name="T13" fmla="*/ 10402 h 10878"/>
                      <a:gd name="T14" fmla="*/ 1088 w 9722"/>
                      <a:gd name="T15" fmla="*/ 10402 h 10878"/>
                      <a:gd name="T16" fmla="*/ 1088 w 9722"/>
                      <a:gd name="T17" fmla="*/ 10402 h 10878"/>
                      <a:gd name="T18" fmla="*/ 1088 w 9722"/>
                      <a:gd name="T19" fmla="*/ 10402 h 10878"/>
                      <a:gd name="T20" fmla="*/ 1088 w 9722"/>
                      <a:gd name="T21" fmla="*/ 10402 h 10878"/>
                      <a:gd name="T22" fmla="*/ 4419 w 9722"/>
                      <a:gd name="T23" fmla="*/ 6595 h 10878"/>
                      <a:gd name="T24" fmla="*/ 4827 w 9722"/>
                      <a:gd name="T25" fmla="*/ 6595 h 10878"/>
                      <a:gd name="T26" fmla="*/ 8158 w 9722"/>
                      <a:gd name="T27" fmla="*/ 3263 h 10878"/>
                      <a:gd name="T28" fmla="*/ 4895 w 9722"/>
                      <a:gd name="T29" fmla="*/ 0 h 10878"/>
                      <a:gd name="T30" fmla="*/ 4895 w 9722"/>
                      <a:gd name="T31" fmla="*/ 5575 h 10878"/>
                      <a:gd name="T32" fmla="*/ 2583 w 9722"/>
                      <a:gd name="T33" fmla="*/ 3263 h 10878"/>
                      <a:gd name="T34" fmla="*/ 4895 w 9722"/>
                      <a:gd name="T35" fmla="*/ 1020 h 10878"/>
                      <a:gd name="T36" fmla="*/ 7207 w 9722"/>
                      <a:gd name="T37" fmla="*/ 3331 h 10878"/>
                      <a:gd name="T38" fmla="*/ 4895 w 9722"/>
                      <a:gd name="T39" fmla="*/ 5575 h 10878"/>
                      <a:gd name="T40" fmla="*/ 9722 w 9722"/>
                      <a:gd name="T41" fmla="*/ 10334 h 10878"/>
                      <a:gd name="T42" fmla="*/ 9722 w 9722"/>
                      <a:gd name="T43" fmla="*/ 10334 h 10878"/>
                      <a:gd name="T44" fmla="*/ 8294 w 9722"/>
                      <a:gd name="T45" fmla="*/ 6935 h 10878"/>
                      <a:gd name="T46" fmla="*/ 8294 w 9722"/>
                      <a:gd name="T47" fmla="*/ 6935 h 10878"/>
                      <a:gd name="T48" fmla="*/ 7954 w 9722"/>
                      <a:gd name="T49" fmla="*/ 6799 h 10878"/>
                      <a:gd name="T50" fmla="*/ 7478 w 9722"/>
                      <a:gd name="T51" fmla="*/ 7275 h 10878"/>
                      <a:gd name="T52" fmla="*/ 7614 w 9722"/>
                      <a:gd name="T53" fmla="*/ 7615 h 10878"/>
                      <a:gd name="T54" fmla="*/ 8702 w 9722"/>
                      <a:gd name="T55" fmla="*/ 10266 h 10878"/>
                      <a:gd name="T56" fmla="*/ 8702 w 9722"/>
                      <a:gd name="T57" fmla="*/ 10334 h 10878"/>
                      <a:gd name="T58" fmla="*/ 8702 w 9722"/>
                      <a:gd name="T59" fmla="*/ 10334 h 10878"/>
                      <a:gd name="T60" fmla="*/ 9246 w 9722"/>
                      <a:gd name="T61" fmla="*/ 10810 h 10878"/>
                      <a:gd name="T62" fmla="*/ 9722 w 9722"/>
                      <a:gd name="T63" fmla="*/ 10334 h 10878"/>
                      <a:gd name="T64" fmla="*/ 9722 w 9722"/>
                      <a:gd name="T65" fmla="*/ 10334 h 10878"/>
                      <a:gd name="T66" fmla="*/ 9722 w 9722"/>
                      <a:gd name="T67" fmla="*/ 10334 h 10878"/>
                      <a:gd name="T68" fmla="*/ 9722 w 9722"/>
                      <a:gd name="T69" fmla="*/ 10334 h 10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22" h="10878">
                        <a:moveTo>
                          <a:pt x="4895" y="0"/>
                        </a:moveTo>
                        <a:cubicBezTo>
                          <a:pt x="3059" y="0"/>
                          <a:pt x="1564" y="1496"/>
                          <a:pt x="1564" y="3331"/>
                        </a:cubicBezTo>
                        <a:cubicBezTo>
                          <a:pt x="1564" y="4419"/>
                          <a:pt x="2108" y="5439"/>
                          <a:pt x="2923" y="5983"/>
                        </a:cubicBezTo>
                        <a:cubicBezTo>
                          <a:pt x="1224" y="6731"/>
                          <a:pt x="0" y="8430"/>
                          <a:pt x="0" y="10402"/>
                        </a:cubicBezTo>
                        <a:lnTo>
                          <a:pt x="0" y="10402"/>
                        </a:lnTo>
                        <a:cubicBezTo>
                          <a:pt x="0" y="10674"/>
                          <a:pt x="272" y="10878"/>
                          <a:pt x="544" y="10878"/>
                        </a:cubicBezTo>
                        <a:cubicBezTo>
                          <a:pt x="816" y="10878"/>
                          <a:pt x="1020" y="10674"/>
                          <a:pt x="1088" y="10402"/>
                        </a:cubicBezTo>
                        <a:lnTo>
                          <a:pt x="1088" y="10402"/>
                        </a:lnTo>
                        <a:lnTo>
                          <a:pt x="1088" y="10402"/>
                        </a:lnTo>
                        <a:lnTo>
                          <a:pt x="1088" y="10402"/>
                        </a:lnTo>
                        <a:lnTo>
                          <a:pt x="1088" y="10402"/>
                        </a:lnTo>
                        <a:cubicBezTo>
                          <a:pt x="1088" y="8430"/>
                          <a:pt x="2583" y="6799"/>
                          <a:pt x="4419" y="6595"/>
                        </a:cubicBezTo>
                        <a:lnTo>
                          <a:pt x="4827" y="6595"/>
                        </a:lnTo>
                        <a:cubicBezTo>
                          <a:pt x="6663" y="6595"/>
                          <a:pt x="8158" y="5099"/>
                          <a:pt x="8158" y="3263"/>
                        </a:cubicBezTo>
                        <a:cubicBezTo>
                          <a:pt x="8158" y="1428"/>
                          <a:pt x="6731" y="0"/>
                          <a:pt x="4895" y="0"/>
                        </a:cubicBezTo>
                        <a:close/>
                        <a:moveTo>
                          <a:pt x="4895" y="5575"/>
                        </a:moveTo>
                        <a:cubicBezTo>
                          <a:pt x="3603" y="5575"/>
                          <a:pt x="2583" y="4555"/>
                          <a:pt x="2583" y="3263"/>
                        </a:cubicBezTo>
                        <a:cubicBezTo>
                          <a:pt x="2583" y="2040"/>
                          <a:pt x="3603" y="1020"/>
                          <a:pt x="4895" y="1020"/>
                        </a:cubicBezTo>
                        <a:cubicBezTo>
                          <a:pt x="6187" y="1020"/>
                          <a:pt x="7207" y="2040"/>
                          <a:pt x="7207" y="3331"/>
                        </a:cubicBezTo>
                        <a:cubicBezTo>
                          <a:pt x="7207" y="4555"/>
                          <a:pt x="6187" y="5575"/>
                          <a:pt x="4895" y="5575"/>
                        </a:cubicBezTo>
                        <a:close/>
                        <a:moveTo>
                          <a:pt x="9722" y="10334"/>
                        </a:moveTo>
                        <a:lnTo>
                          <a:pt x="9722" y="10334"/>
                        </a:lnTo>
                        <a:cubicBezTo>
                          <a:pt x="9722" y="9042"/>
                          <a:pt x="9178" y="7819"/>
                          <a:pt x="8294" y="6935"/>
                        </a:cubicBezTo>
                        <a:lnTo>
                          <a:pt x="8294" y="6935"/>
                        </a:lnTo>
                        <a:cubicBezTo>
                          <a:pt x="8226" y="6867"/>
                          <a:pt x="8090" y="6799"/>
                          <a:pt x="7954" y="6799"/>
                        </a:cubicBezTo>
                        <a:cubicBezTo>
                          <a:pt x="7682" y="6799"/>
                          <a:pt x="7478" y="7003"/>
                          <a:pt x="7478" y="7275"/>
                        </a:cubicBezTo>
                        <a:cubicBezTo>
                          <a:pt x="7478" y="7411"/>
                          <a:pt x="7546" y="7547"/>
                          <a:pt x="7614" y="7615"/>
                        </a:cubicBezTo>
                        <a:cubicBezTo>
                          <a:pt x="8294" y="8294"/>
                          <a:pt x="8702" y="9246"/>
                          <a:pt x="8702" y="10266"/>
                        </a:cubicBezTo>
                        <a:lnTo>
                          <a:pt x="8702" y="10334"/>
                        </a:lnTo>
                        <a:lnTo>
                          <a:pt x="8702" y="10334"/>
                        </a:lnTo>
                        <a:cubicBezTo>
                          <a:pt x="8702" y="10606"/>
                          <a:pt x="8974" y="10810"/>
                          <a:pt x="9246" y="10810"/>
                        </a:cubicBezTo>
                        <a:cubicBezTo>
                          <a:pt x="9450" y="10878"/>
                          <a:pt x="9722" y="10674"/>
                          <a:pt x="9722" y="10334"/>
                        </a:cubicBezTo>
                        <a:lnTo>
                          <a:pt x="9722" y="10334"/>
                        </a:lnTo>
                        <a:cubicBezTo>
                          <a:pt x="9722" y="10402"/>
                          <a:pt x="9722" y="10402"/>
                          <a:pt x="9722" y="10334"/>
                        </a:cubicBezTo>
                        <a:cubicBezTo>
                          <a:pt x="9722" y="10402"/>
                          <a:pt x="9722" y="10334"/>
                          <a:pt x="9722" y="10334"/>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1" name="íSḻiḍè"/>
                <p:cNvGrpSpPr/>
                <p:nvPr/>
              </p:nvGrpSpPr>
              <p:grpSpPr>
                <a:xfrm>
                  <a:off x="8189849" y="1742420"/>
                  <a:ext cx="657531" cy="657531"/>
                  <a:chOff x="4000027" y="1805158"/>
                  <a:chExt cx="720000" cy="720000"/>
                </a:xfrm>
              </p:grpSpPr>
              <p:sp>
                <p:nvSpPr>
                  <p:cNvPr id="54" name="íSľîḓê"/>
                  <p:cNvSpPr/>
                  <p:nvPr/>
                </p:nvSpPr>
                <p:spPr>
                  <a:xfrm>
                    <a:off x="4000027" y="1805158"/>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55" name="íṩļiḋé"/>
                  <p:cNvSpPr/>
                  <p:nvPr/>
                </p:nvSpPr>
                <p:spPr>
                  <a:xfrm>
                    <a:off x="4202054" y="1978800"/>
                    <a:ext cx="315945" cy="372716"/>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2" name="îṧḻîdê"/>
                <p:cNvGrpSpPr/>
                <p:nvPr/>
              </p:nvGrpSpPr>
              <p:grpSpPr>
                <a:xfrm>
                  <a:off x="3344159" y="3100234"/>
                  <a:ext cx="657531" cy="657531"/>
                  <a:chOff x="5157342" y="1805158"/>
                  <a:chExt cx="720000" cy="720000"/>
                </a:xfrm>
              </p:grpSpPr>
              <p:sp>
                <p:nvSpPr>
                  <p:cNvPr id="52" name="ïśḻiḋé"/>
                  <p:cNvSpPr/>
                  <p:nvPr/>
                </p:nvSpPr>
                <p:spPr>
                  <a:xfrm>
                    <a:off x="5157342" y="1805158"/>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53" name="îṡḷíde"/>
                  <p:cNvSpPr/>
                  <p:nvPr/>
                </p:nvSpPr>
                <p:spPr>
                  <a:xfrm>
                    <a:off x="5350790" y="1978799"/>
                    <a:ext cx="333104" cy="372716"/>
                  </a:xfrm>
                  <a:custGeom>
                    <a:avLst/>
                    <a:gdLst>
                      <a:gd name="T0" fmla="*/ 4895 w 9722"/>
                      <a:gd name="T1" fmla="*/ 0 h 10878"/>
                      <a:gd name="T2" fmla="*/ 1564 w 9722"/>
                      <a:gd name="T3" fmla="*/ 3331 h 10878"/>
                      <a:gd name="T4" fmla="*/ 2923 w 9722"/>
                      <a:gd name="T5" fmla="*/ 5983 h 10878"/>
                      <a:gd name="T6" fmla="*/ 0 w 9722"/>
                      <a:gd name="T7" fmla="*/ 10402 h 10878"/>
                      <a:gd name="T8" fmla="*/ 0 w 9722"/>
                      <a:gd name="T9" fmla="*/ 10402 h 10878"/>
                      <a:gd name="T10" fmla="*/ 544 w 9722"/>
                      <a:gd name="T11" fmla="*/ 10878 h 10878"/>
                      <a:gd name="T12" fmla="*/ 1088 w 9722"/>
                      <a:gd name="T13" fmla="*/ 10402 h 10878"/>
                      <a:gd name="T14" fmla="*/ 1088 w 9722"/>
                      <a:gd name="T15" fmla="*/ 10402 h 10878"/>
                      <a:gd name="T16" fmla="*/ 1088 w 9722"/>
                      <a:gd name="T17" fmla="*/ 10402 h 10878"/>
                      <a:gd name="T18" fmla="*/ 1088 w 9722"/>
                      <a:gd name="T19" fmla="*/ 10402 h 10878"/>
                      <a:gd name="T20" fmla="*/ 1088 w 9722"/>
                      <a:gd name="T21" fmla="*/ 10402 h 10878"/>
                      <a:gd name="T22" fmla="*/ 4419 w 9722"/>
                      <a:gd name="T23" fmla="*/ 6595 h 10878"/>
                      <a:gd name="T24" fmla="*/ 4827 w 9722"/>
                      <a:gd name="T25" fmla="*/ 6595 h 10878"/>
                      <a:gd name="T26" fmla="*/ 8158 w 9722"/>
                      <a:gd name="T27" fmla="*/ 3263 h 10878"/>
                      <a:gd name="T28" fmla="*/ 4895 w 9722"/>
                      <a:gd name="T29" fmla="*/ 0 h 10878"/>
                      <a:gd name="T30" fmla="*/ 4895 w 9722"/>
                      <a:gd name="T31" fmla="*/ 5575 h 10878"/>
                      <a:gd name="T32" fmla="*/ 2583 w 9722"/>
                      <a:gd name="T33" fmla="*/ 3263 h 10878"/>
                      <a:gd name="T34" fmla="*/ 4895 w 9722"/>
                      <a:gd name="T35" fmla="*/ 1020 h 10878"/>
                      <a:gd name="T36" fmla="*/ 7207 w 9722"/>
                      <a:gd name="T37" fmla="*/ 3331 h 10878"/>
                      <a:gd name="T38" fmla="*/ 4895 w 9722"/>
                      <a:gd name="T39" fmla="*/ 5575 h 10878"/>
                      <a:gd name="T40" fmla="*/ 9722 w 9722"/>
                      <a:gd name="T41" fmla="*/ 10334 h 10878"/>
                      <a:gd name="T42" fmla="*/ 9722 w 9722"/>
                      <a:gd name="T43" fmla="*/ 10334 h 10878"/>
                      <a:gd name="T44" fmla="*/ 8294 w 9722"/>
                      <a:gd name="T45" fmla="*/ 6935 h 10878"/>
                      <a:gd name="T46" fmla="*/ 8294 w 9722"/>
                      <a:gd name="T47" fmla="*/ 6935 h 10878"/>
                      <a:gd name="T48" fmla="*/ 7954 w 9722"/>
                      <a:gd name="T49" fmla="*/ 6799 h 10878"/>
                      <a:gd name="T50" fmla="*/ 7478 w 9722"/>
                      <a:gd name="T51" fmla="*/ 7275 h 10878"/>
                      <a:gd name="T52" fmla="*/ 7614 w 9722"/>
                      <a:gd name="T53" fmla="*/ 7615 h 10878"/>
                      <a:gd name="T54" fmla="*/ 8702 w 9722"/>
                      <a:gd name="T55" fmla="*/ 10266 h 10878"/>
                      <a:gd name="T56" fmla="*/ 8702 w 9722"/>
                      <a:gd name="T57" fmla="*/ 10334 h 10878"/>
                      <a:gd name="T58" fmla="*/ 8702 w 9722"/>
                      <a:gd name="T59" fmla="*/ 10334 h 10878"/>
                      <a:gd name="T60" fmla="*/ 9246 w 9722"/>
                      <a:gd name="T61" fmla="*/ 10810 h 10878"/>
                      <a:gd name="T62" fmla="*/ 9722 w 9722"/>
                      <a:gd name="T63" fmla="*/ 10334 h 10878"/>
                      <a:gd name="T64" fmla="*/ 9722 w 9722"/>
                      <a:gd name="T65" fmla="*/ 10334 h 10878"/>
                      <a:gd name="T66" fmla="*/ 9722 w 9722"/>
                      <a:gd name="T67" fmla="*/ 10334 h 10878"/>
                      <a:gd name="T68" fmla="*/ 9722 w 9722"/>
                      <a:gd name="T69" fmla="*/ 10334 h 10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22" h="10878">
                        <a:moveTo>
                          <a:pt x="4895" y="0"/>
                        </a:moveTo>
                        <a:cubicBezTo>
                          <a:pt x="3059" y="0"/>
                          <a:pt x="1564" y="1496"/>
                          <a:pt x="1564" y="3331"/>
                        </a:cubicBezTo>
                        <a:cubicBezTo>
                          <a:pt x="1564" y="4419"/>
                          <a:pt x="2108" y="5439"/>
                          <a:pt x="2923" y="5983"/>
                        </a:cubicBezTo>
                        <a:cubicBezTo>
                          <a:pt x="1224" y="6731"/>
                          <a:pt x="0" y="8430"/>
                          <a:pt x="0" y="10402"/>
                        </a:cubicBezTo>
                        <a:lnTo>
                          <a:pt x="0" y="10402"/>
                        </a:lnTo>
                        <a:cubicBezTo>
                          <a:pt x="0" y="10674"/>
                          <a:pt x="272" y="10878"/>
                          <a:pt x="544" y="10878"/>
                        </a:cubicBezTo>
                        <a:cubicBezTo>
                          <a:pt x="816" y="10878"/>
                          <a:pt x="1020" y="10674"/>
                          <a:pt x="1088" y="10402"/>
                        </a:cubicBezTo>
                        <a:lnTo>
                          <a:pt x="1088" y="10402"/>
                        </a:lnTo>
                        <a:lnTo>
                          <a:pt x="1088" y="10402"/>
                        </a:lnTo>
                        <a:lnTo>
                          <a:pt x="1088" y="10402"/>
                        </a:lnTo>
                        <a:lnTo>
                          <a:pt x="1088" y="10402"/>
                        </a:lnTo>
                        <a:cubicBezTo>
                          <a:pt x="1088" y="8430"/>
                          <a:pt x="2583" y="6799"/>
                          <a:pt x="4419" y="6595"/>
                        </a:cubicBezTo>
                        <a:lnTo>
                          <a:pt x="4827" y="6595"/>
                        </a:lnTo>
                        <a:cubicBezTo>
                          <a:pt x="6663" y="6595"/>
                          <a:pt x="8158" y="5099"/>
                          <a:pt x="8158" y="3263"/>
                        </a:cubicBezTo>
                        <a:cubicBezTo>
                          <a:pt x="8158" y="1428"/>
                          <a:pt x="6731" y="0"/>
                          <a:pt x="4895" y="0"/>
                        </a:cubicBezTo>
                        <a:close/>
                        <a:moveTo>
                          <a:pt x="4895" y="5575"/>
                        </a:moveTo>
                        <a:cubicBezTo>
                          <a:pt x="3603" y="5575"/>
                          <a:pt x="2583" y="4555"/>
                          <a:pt x="2583" y="3263"/>
                        </a:cubicBezTo>
                        <a:cubicBezTo>
                          <a:pt x="2583" y="2040"/>
                          <a:pt x="3603" y="1020"/>
                          <a:pt x="4895" y="1020"/>
                        </a:cubicBezTo>
                        <a:cubicBezTo>
                          <a:pt x="6187" y="1020"/>
                          <a:pt x="7207" y="2040"/>
                          <a:pt x="7207" y="3331"/>
                        </a:cubicBezTo>
                        <a:cubicBezTo>
                          <a:pt x="7207" y="4555"/>
                          <a:pt x="6187" y="5575"/>
                          <a:pt x="4895" y="5575"/>
                        </a:cubicBezTo>
                        <a:close/>
                        <a:moveTo>
                          <a:pt x="9722" y="10334"/>
                        </a:moveTo>
                        <a:lnTo>
                          <a:pt x="9722" y="10334"/>
                        </a:lnTo>
                        <a:cubicBezTo>
                          <a:pt x="9722" y="9042"/>
                          <a:pt x="9178" y="7819"/>
                          <a:pt x="8294" y="6935"/>
                        </a:cubicBezTo>
                        <a:lnTo>
                          <a:pt x="8294" y="6935"/>
                        </a:lnTo>
                        <a:cubicBezTo>
                          <a:pt x="8226" y="6867"/>
                          <a:pt x="8090" y="6799"/>
                          <a:pt x="7954" y="6799"/>
                        </a:cubicBezTo>
                        <a:cubicBezTo>
                          <a:pt x="7682" y="6799"/>
                          <a:pt x="7478" y="7003"/>
                          <a:pt x="7478" y="7275"/>
                        </a:cubicBezTo>
                        <a:cubicBezTo>
                          <a:pt x="7478" y="7411"/>
                          <a:pt x="7546" y="7547"/>
                          <a:pt x="7614" y="7615"/>
                        </a:cubicBezTo>
                        <a:cubicBezTo>
                          <a:pt x="8294" y="8294"/>
                          <a:pt x="8702" y="9246"/>
                          <a:pt x="8702" y="10266"/>
                        </a:cubicBezTo>
                        <a:lnTo>
                          <a:pt x="8702" y="10334"/>
                        </a:lnTo>
                        <a:lnTo>
                          <a:pt x="8702" y="10334"/>
                        </a:lnTo>
                        <a:cubicBezTo>
                          <a:pt x="8702" y="10606"/>
                          <a:pt x="8974" y="10810"/>
                          <a:pt x="9246" y="10810"/>
                        </a:cubicBezTo>
                        <a:cubicBezTo>
                          <a:pt x="9450" y="10878"/>
                          <a:pt x="9722" y="10674"/>
                          <a:pt x="9722" y="10334"/>
                        </a:cubicBezTo>
                        <a:lnTo>
                          <a:pt x="9722" y="10334"/>
                        </a:lnTo>
                        <a:cubicBezTo>
                          <a:pt x="9722" y="10402"/>
                          <a:pt x="9722" y="10402"/>
                          <a:pt x="9722" y="10334"/>
                        </a:cubicBezTo>
                        <a:cubicBezTo>
                          <a:pt x="9722" y="10402"/>
                          <a:pt x="9722" y="10334"/>
                          <a:pt x="9722" y="10334"/>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3" name="íSḷîďé"/>
                <p:cNvGrpSpPr/>
                <p:nvPr/>
              </p:nvGrpSpPr>
              <p:grpSpPr>
                <a:xfrm>
                  <a:off x="8189848" y="3108985"/>
                  <a:ext cx="657531" cy="657531"/>
                  <a:chOff x="6314657" y="1805158"/>
                  <a:chExt cx="720000" cy="720000"/>
                </a:xfrm>
              </p:grpSpPr>
              <p:sp>
                <p:nvSpPr>
                  <p:cNvPr id="50" name="iṡlîdê"/>
                  <p:cNvSpPr/>
                  <p:nvPr/>
                </p:nvSpPr>
                <p:spPr>
                  <a:xfrm>
                    <a:off x="6314657" y="1805158"/>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51" name="isḻíḑe"/>
                  <p:cNvSpPr/>
                  <p:nvPr/>
                </p:nvSpPr>
                <p:spPr>
                  <a:xfrm>
                    <a:off x="6516683" y="1978800"/>
                    <a:ext cx="315945" cy="372716"/>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4" name="íṧlïḓê"/>
                <p:cNvGrpSpPr/>
                <p:nvPr/>
              </p:nvGrpSpPr>
              <p:grpSpPr>
                <a:xfrm>
                  <a:off x="3344159" y="4454274"/>
                  <a:ext cx="657531" cy="657531"/>
                  <a:chOff x="7471972" y="1805158"/>
                  <a:chExt cx="720000" cy="720000"/>
                </a:xfrm>
              </p:grpSpPr>
              <p:sp>
                <p:nvSpPr>
                  <p:cNvPr id="48" name="i$1îḓè"/>
                  <p:cNvSpPr/>
                  <p:nvPr/>
                </p:nvSpPr>
                <p:spPr>
                  <a:xfrm>
                    <a:off x="7471972" y="1805158"/>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49" name="íşļïḋe"/>
                  <p:cNvSpPr/>
                  <p:nvPr/>
                </p:nvSpPr>
                <p:spPr>
                  <a:xfrm>
                    <a:off x="7665420" y="1978800"/>
                    <a:ext cx="333104" cy="372716"/>
                  </a:xfrm>
                  <a:custGeom>
                    <a:avLst/>
                    <a:gdLst>
                      <a:gd name="T0" fmla="*/ 4895 w 9722"/>
                      <a:gd name="T1" fmla="*/ 0 h 10878"/>
                      <a:gd name="T2" fmla="*/ 1564 w 9722"/>
                      <a:gd name="T3" fmla="*/ 3331 h 10878"/>
                      <a:gd name="T4" fmla="*/ 2923 w 9722"/>
                      <a:gd name="T5" fmla="*/ 5983 h 10878"/>
                      <a:gd name="T6" fmla="*/ 0 w 9722"/>
                      <a:gd name="T7" fmla="*/ 10402 h 10878"/>
                      <a:gd name="T8" fmla="*/ 0 w 9722"/>
                      <a:gd name="T9" fmla="*/ 10402 h 10878"/>
                      <a:gd name="T10" fmla="*/ 544 w 9722"/>
                      <a:gd name="T11" fmla="*/ 10878 h 10878"/>
                      <a:gd name="T12" fmla="*/ 1088 w 9722"/>
                      <a:gd name="T13" fmla="*/ 10402 h 10878"/>
                      <a:gd name="T14" fmla="*/ 1088 w 9722"/>
                      <a:gd name="T15" fmla="*/ 10402 h 10878"/>
                      <a:gd name="T16" fmla="*/ 1088 w 9722"/>
                      <a:gd name="T17" fmla="*/ 10402 h 10878"/>
                      <a:gd name="T18" fmla="*/ 1088 w 9722"/>
                      <a:gd name="T19" fmla="*/ 10402 h 10878"/>
                      <a:gd name="T20" fmla="*/ 1088 w 9722"/>
                      <a:gd name="T21" fmla="*/ 10402 h 10878"/>
                      <a:gd name="T22" fmla="*/ 4419 w 9722"/>
                      <a:gd name="T23" fmla="*/ 6595 h 10878"/>
                      <a:gd name="T24" fmla="*/ 4827 w 9722"/>
                      <a:gd name="T25" fmla="*/ 6595 h 10878"/>
                      <a:gd name="T26" fmla="*/ 8158 w 9722"/>
                      <a:gd name="T27" fmla="*/ 3263 h 10878"/>
                      <a:gd name="T28" fmla="*/ 4895 w 9722"/>
                      <a:gd name="T29" fmla="*/ 0 h 10878"/>
                      <a:gd name="T30" fmla="*/ 4895 w 9722"/>
                      <a:gd name="T31" fmla="*/ 5575 h 10878"/>
                      <a:gd name="T32" fmla="*/ 2583 w 9722"/>
                      <a:gd name="T33" fmla="*/ 3263 h 10878"/>
                      <a:gd name="T34" fmla="*/ 4895 w 9722"/>
                      <a:gd name="T35" fmla="*/ 1020 h 10878"/>
                      <a:gd name="T36" fmla="*/ 7207 w 9722"/>
                      <a:gd name="T37" fmla="*/ 3331 h 10878"/>
                      <a:gd name="T38" fmla="*/ 4895 w 9722"/>
                      <a:gd name="T39" fmla="*/ 5575 h 10878"/>
                      <a:gd name="T40" fmla="*/ 9722 w 9722"/>
                      <a:gd name="T41" fmla="*/ 10334 h 10878"/>
                      <a:gd name="T42" fmla="*/ 9722 w 9722"/>
                      <a:gd name="T43" fmla="*/ 10334 h 10878"/>
                      <a:gd name="T44" fmla="*/ 8294 w 9722"/>
                      <a:gd name="T45" fmla="*/ 6935 h 10878"/>
                      <a:gd name="T46" fmla="*/ 8294 w 9722"/>
                      <a:gd name="T47" fmla="*/ 6935 h 10878"/>
                      <a:gd name="T48" fmla="*/ 7954 w 9722"/>
                      <a:gd name="T49" fmla="*/ 6799 h 10878"/>
                      <a:gd name="T50" fmla="*/ 7478 w 9722"/>
                      <a:gd name="T51" fmla="*/ 7275 h 10878"/>
                      <a:gd name="T52" fmla="*/ 7614 w 9722"/>
                      <a:gd name="T53" fmla="*/ 7615 h 10878"/>
                      <a:gd name="T54" fmla="*/ 8702 w 9722"/>
                      <a:gd name="T55" fmla="*/ 10266 h 10878"/>
                      <a:gd name="T56" fmla="*/ 8702 w 9722"/>
                      <a:gd name="T57" fmla="*/ 10334 h 10878"/>
                      <a:gd name="T58" fmla="*/ 8702 w 9722"/>
                      <a:gd name="T59" fmla="*/ 10334 h 10878"/>
                      <a:gd name="T60" fmla="*/ 9246 w 9722"/>
                      <a:gd name="T61" fmla="*/ 10810 h 10878"/>
                      <a:gd name="T62" fmla="*/ 9722 w 9722"/>
                      <a:gd name="T63" fmla="*/ 10334 h 10878"/>
                      <a:gd name="T64" fmla="*/ 9722 w 9722"/>
                      <a:gd name="T65" fmla="*/ 10334 h 10878"/>
                      <a:gd name="T66" fmla="*/ 9722 w 9722"/>
                      <a:gd name="T67" fmla="*/ 10334 h 10878"/>
                      <a:gd name="T68" fmla="*/ 9722 w 9722"/>
                      <a:gd name="T69" fmla="*/ 10334 h 10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22" h="10878">
                        <a:moveTo>
                          <a:pt x="4895" y="0"/>
                        </a:moveTo>
                        <a:cubicBezTo>
                          <a:pt x="3059" y="0"/>
                          <a:pt x="1564" y="1496"/>
                          <a:pt x="1564" y="3331"/>
                        </a:cubicBezTo>
                        <a:cubicBezTo>
                          <a:pt x="1564" y="4419"/>
                          <a:pt x="2108" y="5439"/>
                          <a:pt x="2923" y="5983"/>
                        </a:cubicBezTo>
                        <a:cubicBezTo>
                          <a:pt x="1224" y="6731"/>
                          <a:pt x="0" y="8430"/>
                          <a:pt x="0" y="10402"/>
                        </a:cubicBezTo>
                        <a:lnTo>
                          <a:pt x="0" y="10402"/>
                        </a:lnTo>
                        <a:cubicBezTo>
                          <a:pt x="0" y="10674"/>
                          <a:pt x="272" y="10878"/>
                          <a:pt x="544" y="10878"/>
                        </a:cubicBezTo>
                        <a:cubicBezTo>
                          <a:pt x="816" y="10878"/>
                          <a:pt x="1020" y="10674"/>
                          <a:pt x="1088" y="10402"/>
                        </a:cubicBezTo>
                        <a:lnTo>
                          <a:pt x="1088" y="10402"/>
                        </a:lnTo>
                        <a:lnTo>
                          <a:pt x="1088" y="10402"/>
                        </a:lnTo>
                        <a:lnTo>
                          <a:pt x="1088" y="10402"/>
                        </a:lnTo>
                        <a:lnTo>
                          <a:pt x="1088" y="10402"/>
                        </a:lnTo>
                        <a:cubicBezTo>
                          <a:pt x="1088" y="8430"/>
                          <a:pt x="2583" y="6799"/>
                          <a:pt x="4419" y="6595"/>
                        </a:cubicBezTo>
                        <a:lnTo>
                          <a:pt x="4827" y="6595"/>
                        </a:lnTo>
                        <a:cubicBezTo>
                          <a:pt x="6663" y="6595"/>
                          <a:pt x="8158" y="5099"/>
                          <a:pt x="8158" y="3263"/>
                        </a:cubicBezTo>
                        <a:cubicBezTo>
                          <a:pt x="8158" y="1428"/>
                          <a:pt x="6731" y="0"/>
                          <a:pt x="4895" y="0"/>
                        </a:cubicBezTo>
                        <a:close/>
                        <a:moveTo>
                          <a:pt x="4895" y="5575"/>
                        </a:moveTo>
                        <a:cubicBezTo>
                          <a:pt x="3603" y="5575"/>
                          <a:pt x="2583" y="4555"/>
                          <a:pt x="2583" y="3263"/>
                        </a:cubicBezTo>
                        <a:cubicBezTo>
                          <a:pt x="2583" y="2040"/>
                          <a:pt x="3603" y="1020"/>
                          <a:pt x="4895" y="1020"/>
                        </a:cubicBezTo>
                        <a:cubicBezTo>
                          <a:pt x="6187" y="1020"/>
                          <a:pt x="7207" y="2040"/>
                          <a:pt x="7207" y="3331"/>
                        </a:cubicBezTo>
                        <a:cubicBezTo>
                          <a:pt x="7207" y="4555"/>
                          <a:pt x="6187" y="5575"/>
                          <a:pt x="4895" y="5575"/>
                        </a:cubicBezTo>
                        <a:close/>
                        <a:moveTo>
                          <a:pt x="9722" y="10334"/>
                        </a:moveTo>
                        <a:lnTo>
                          <a:pt x="9722" y="10334"/>
                        </a:lnTo>
                        <a:cubicBezTo>
                          <a:pt x="9722" y="9042"/>
                          <a:pt x="9178" y="7819"/>
                          <a:pt x="8294" y="6935"/>
                        </a:cubicBezTo>
                        <a:lnTo>
                          <a:pt x="8294" y="6935"/>
                        </a:lnTo>
                        <a:cubicBezTo>
                          <a:pt x="8226" y="6867"/>
                          <a:pt x="8090" y="6799"/>
                          <a:pt x="7954" y="6799"/>
                        </a:cubicBezTo>
                        <a:cubicBezTo>
                          <a:pt x="7682" y="6799"/>
                          <a:pt x="7478" y="7003"/>
                          <a:pt x="7478" y="7275"/>
                        </a:cubicBezTo>
                        <a:cubicBezTo>
                          <a:pt x="7478" y="7411"/>
                          <a:pt x="7546" y="7547"/>
                          <a:pt x="7614" y="7615"/>
                        </a:cubicBezTo>
                        <a:cubicBezTo>
                          <a:pt x="8294" y="8294"/>
                          <a:pt x="8702" y="9246"/>
                          <a:pt x="8702" y="10266"/>
                        </a:cubicBezTo>
                        <a:lnTo>
                          <a:pt x="8702" y="10334"/>
                        </a:lnTo>
                        <a:lnTo>
                          <a:pt x="8702" y="10334"/>
                        </a:lnTo>
                        <a:cubicBezTo>
                          <a:pt x="8702" y="10606"/>
                          <a:pt x="8974" y="10810"/>
                          <a:pt x="9246" y="10810"/>
                        </a:cubicBezTo>
                        <a:cubicBezTo>
                          <a:pt x="9450" y="10878"/>
                          <a:pt x="9722" y="10674"/>
                          <a:pt x="9722" y="10334"/>
                        </a:cubicBezTo>
                        <a:lnTo>
                          <a:pt x="9722" y="10334"/>
                        </a:lnTo>
                        <a:cubicBezTo>
                          <a:pt x="9722" y="10402"/>
                          <a:pt x="9722" y="10402"/>
                          <a:pt x="9722" y="10334"/>
                        </a:cubicBezTo>
                        <a:cubicBezTo>
                          <a:pt x="9722" y="10402"/>
                          <a:pt x="9722" y="10334"/>
                          <a:pt x="9722" y="10334"/>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5" name="ïSḻiďé"/>
                <p:cNvGrpSpPr/>
                <p:nvPr/>
              </p:nvGrpSpPr>
              <p:grpSpPr>
                <a:xfrm>
                  <a:off x="8189848" y="4454273"/>
                  <a:ext cx="657531" cy="657531"/>
                  <a:chOff x="8503165" y="396171"/>
                  <a:chExt cx="720000" cy="720000"/>
                </a:xfrm>
              </p:grpSpPr>
              <p:sp>
                <p:nvSpPr>
                  <p:cNvPr id="46" name="îSļïḓè"/>
                  <p:cNvSpPr/>
                  <p:nvPr/>
                </p:nvSpPr>
                <p:spPr>
                  <a:xfrm>
                    <a:off x="8503165" y="396171"/>
                    <a:ext cx="720000" cy="720000"/>
                  </a:xfrm>
                  <a:prstGeom prst="ellipse">
                    <a:avLst/>
                  </a:prstGeom>
                  <a:solidFill>
                    <a:schemeClr val="tx2">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endParaRPr>
                  </a:p>
                </p:txBody>
              </p:sp>
              <p:sp>
                <p:nvSpPr>
                  <p:cNvPr id="47" name="iŝļîďê"/>
                  <p:cNvSpPr/>
                  <p:nvPr/>
                </p:nvSpPr>
                <p:spPr>
                  <a:xfrm>
                    <a:off x="8705192" y="569812"/>
                    <a:ext cx="315945" cy="372716"/>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tx2">
                      <a:lumMod val="5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grpSp>
          </p:grpSp>
          <p:grpSp>
            <p:nvGrpSpPr>
              <p:cNvPr id="13" name="组合 12"/>
              <p:cNvGrpSpPr/>
              <p:nvPr/>
            </p:nvGrpSpPr>
            <p:grpSpPr>
              <a:xfrm>
                <a:off x="5163009" y="3065013"/>
                <a:ext cx="1865982" cy="1101517"/>
                <a:chOff x="1946198" y="4424282"/>
                <a:chExt cx="1865982" cy="1101517"/>
              </a:xfrm>
            </p:grpSpPr>
            <p:sp>
              <p:nvSpPr>
                <p:cNvPr id="34" name="文本框 33"/>
                <p:cNvSpPr txBox="1"/>
                <p:nvPr/>
              </p:nvSpPr>
              <p:spPr>
                <a:xfrm>
                  <a:off x="2091789" y="4424282"/>
                  <a:ext cx="157480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35" name="矩形 34"/>
                <p:cNvSpPr/>
                <p:nvPr/>
              </p:nvSpPr>
              <p:spPr>
                <a:xfrm>
                  <a:off x="1946198" y="4744816"/>
                  <a:ext cx="1865982" cy="780983"/>
                </a:xfrm>
                <a:prstGeom prst="rect">
                  <a:avLst/>
                </a:prstGeom>
              </p:spPr>
              <p:txBody>
                <a:bodyPr wrap="square">
                  <a:spAutoFit/>
                </a:bodyPr>
                <a:lstStyle/>
                <a:p>
                  <a:pPr algn="ctr">
                    <a:lnSpc>
                      <a:spcPts val="1800"/>
                    </a:lnSpc>
                  </a:pPr>
                  <a:r>
                    <a:rPr lang="en-US" altLang="zh-CN" sz="1400" b="1"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b="1" dirty="0">
                    <a:solidFill>
                      <a:schemeClr val="bg1"/>
                    </a:solidFill>
                    <a:latin typeface="字魂58号-创中黑" panose="02000503000000000000" pitchFamily="2" charset="-122"/>
                    <a:ea typeface="字魂58号-创中黑" panose="02000503000000000000" pitchFamily="2" charset="-122"/>
                  </a:endParaRPr>
                </a:p>
              </p:txBody>
            </p:sp>
          </p:grpSp>
          <p:grpSp>
            <p:nvGrpSpPr>
              <p:cNvPr id="16" name="组合 15"/>
              <p:cNvGrpSpPr/>
              <p:nvPr/>
            </p:nvGrpSpPr>
            <p:grpSpPr>
              <a:xfrm>
                <a:off x="9056104" y="1923260"/>
                <a:ext cx="2429492" cy="870685"/>
                <a:chOff x="1946198" y="4424282"/>
                <a:chExt cx="2429492" cy="870685"/>
              </a:xfrm>
            </p:grpSpPr>
            <p:sp>
              <p:nvSpPr>
                <p:cNvPr id="32" name="文本框 31"/>
                <p:cNvSpPr txBox="1"/>
                <p:nvPr/>
              </p:nvSpPr>
              <p:spPr>
                <a:xfrm>
                  <a:off x="1946198" y="4424282"/>
                  <a:ext cx="1574800" cy="369332"/>
                </a:xfrm>
                <a:prstGeom prst="rect">
                  <a:avLst/>
                </a:prstGeom>
                <a:noFill/>
              </p:spPr>
              <p:txBody>
                <a:bodyPr wrap="square" rtlCol="0">
                  <a:spAutoFit/>
                </a:body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33" name="矩形 32"/>
                <p:cNvSpPr/>
                <p:nvPr/>
              </p:nvSpPr>
              <p:spPr>
                <a:xfrm>
                  <a:off x="1946198" y="4744816"/>
                  <a:ext cx="2429492" cy="550151"/>
                </a:xfrm>
                <a:prstGeom prst="rect">
                  <a:avLst/>
                </a:prstGeom>
              </p:spPr>
              <p:txBody>
                <a:bodyPr wrap="square">
                  <a:spAutoFit/>
                </a:bodyPr>
                <a:lstStyle/>
                <a:p>
                  <a:pP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7" name="组合 16"/>
              <p:cNvGrpSpPr/>
              <p:nvPr/>
            </p:nvGrpSpPr>
            <p:grpSpPr>
              <a:xfrm>
                <a:off x="9056104" y="3249679"/>
                <a:ext cx="2429492" cy="870685"/>
                <a:chOff x="1946198" y="4424282"/>
                <a:chExt cx="2429492" cy="870685"/>
              </a:xfrm>
            </p:grpSpPr>
            <p:sp>
              <p:nvSpPr>
                <p:cNvPr id="30" name="文本框 29"/>
                <p:cNvSpPr txBox="1"/>
                <p:nvPr/>
              </p:nvSpPr>
              <p:spPr>
                <a:xfrm>
                  <a:off x="1946198" y="4424282"/>
                  <a:ext cx="1574800" cy="369332"/>
                </a:xfrm>
                <a:prstGeom prst="rect">
                  <a:avLst/>
                </a:prstGeom>
                <a:noFill/>
              </p:spPr>
              <p:txBody>
                <a:bodyPr wrap="square" rtlCol="0">
                  <a:spAutoFit/>
                </a:body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31" name="矩形 30"/>
                <p:cNvSpPr/>
                <p:nvPr/>
              </p:nvSpPr>
              <p:spPr>
                <a:xfrm>
                  <a:off x="1946198" y="4744816"/>
                  <a:ext cx="2429492" cy="550151"/>
                </a:xfrm>
                <a:prstGeom prst="rect">
                  <a:avLst/>
                </a:prstGeom>
              </p:spPr>
              <p:txBody>
                <a:bodyPr wrap="square">
                  <a:spAutoFit/>
                </a:bodyPr>
                <a:lstStyle/>
                <a:p>
                  <a:pP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8" name="组合 17"/>
              <p:cNvGrpSpPr/>
              <p:nvPr/>
            </p:nvGrpSpPr>
            <p:grpSpPr>
              <a:xfrm>
                <a:off x="9056104" y="4641046"/>
                <a:ext cx="2429492" cy="870685"/>
                <a:chOff x="1946198" y="4424282"/>
                <a:chExt cx="2429492" cy="870685"/>
              </a:xfrm>
            </p:grpSpPr>
            <p:sp>
              <p:nvSpPr>
                <p:cNvPr id="28" name="文本框 27"/>
                <p:cNvSpPr txBox="1"/>
                <p:nvPr/>
              </p:nvSpPr>
              <p:spPr>
                <a:xfrm>
                  <a:off x="1946198" y="4424282"/>
                  <a:ext cx="1574800" cy="369332"/>
                </a:xfrm>
                <a:prstGeom prst="rect">
                  <a:avLst/>
                </a:prstGeom>
                <a:noFill/>
              </p:spPr>
              <p:txBody>
                <a:bodyPr wrap="square" rtlCol="0">
                  <a:spAutoFit/>
                </a:body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9" name="矩形 28"/>
                <p:cNvSpPr/>
                <p:nvPr/>
              </p:nvSpPr>
              <p:spPr>
                <a:xfrm>
                  <a:off x="1946198" y="4744816"/>
                  <a:ext cx="2429492" cy="550151"/>
                </a:xfrm>
                <a:prstGeom prst="rect">
                  <a:avLst/>
                </a:prstGeom>
              </p:spPr>
              <p:txBody>
                <a:bodyPr wrap="square">
                  <a:spAutoFit/>
                </a:bodyPr>
                <a:lstStyle/>
                <a:p>
                  <a:pP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9" name="组合 18"/>
              <p:cNvGrpSpPr/>
              <p:nvPr/>
            </p:nvGrpSpPr>
            <p:grpSpPr>
              <a:xfrm>
                <a:off x="781021" y="1923260"/>
                <a:ext cx="2429492" cy="870685"/>
                <a:chOff x="1946198" y="4424282"/>
                <a:chExt cx="2429492" cy="870685"/>
              </a:xfrm>
            </p:grpSpPr>
            <p:sp>
              <p:nvSpPr>
                <p:cNvPr id="26" name="文本框 25"/>
                <p:cNvSpPr txBox="1"/>
                <p:nvPr/>
              </p:nvSpPr>
              <p:spPr>
                <a:xfrm>
                  <a:off x="2800890" y="4424282"/>
                  <a:ext cx="1574800" cy="369332"/>
                </a:xfrm>
                <a:prstGeom prst="rect">
                  <a:avLst/>
                </a:prstGeom>
                <a:noFill/>
              </p:spPr>
              <p:txBody>
                <a:bodyPr wrap="square" rtlCol="0">
                  <a:spAutoFit/>
                </a:body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7" name="矩形 26"/>
                <p:cNvSpPr/>
                <p:nvPr/>
              </p:nvSpPr>
              <p:spPr>
                <a:xfrm>
                  <a:off x="1946198" y="4744816"/>
                  <a:ext cx="2429492" cy="550151"/>
                </a:xfrm>
                <a:prstGeom prst="rect">
                  <a:avLst/>
                </a:prstGeom>
              </p:spPr>
              <p:txBody>
                <a:bodyPr wrap="square">
                  <a:spAutoFit/>
                </a:bodyPr>
                <a:lstStyle/>
                <a:p>
                  <a:pPr algn="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0" name="组合 19"/>
              <p:cNvGrpSpPr/>
              <p:nvPr/>
            </p:nvGrpSpPr>
            <p:grpSpPr>
              <a:xfrm>
                <a:off x="781021" y="3249679"/>
                <a:ext cx="2429492" cy="870685"/>
                <a:chOff x="1946198" y="4424282"/>
                <a:chExt cx="2429492" cy="870685"/>
              </a:xfrm>
            </p:grpSpPr>
            <p:sp>
              <p:nvSpPr>
                <p:cNvPr id="24" name="文本框 23"/>
                <p:cNvSpPr txBox="1"/>
                <p:nvPr/>
              </p:nvSpPr>
              <p:spPr>
                <a:xfrm>
                  <a:off x="2800890" y="4424282"/>
                  <a:ext cx="1574800" cy="369332"/>
                </a:xfrm>
                <a:prstGeom prst="rect">
                  <a:avLst/>
                </a:prstGeom>
                <a:noFill/>
              </p:spPr>
              <p:txBody>
                <a:bodyPr wrap="square" rtlCol="0">
                  <a:spAutoFit/>
                </a:body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5" name="矩形 24"/>
                <p:cNvSpPr/>
                <p:nvPr/>
              </p:nvSpPr>
              <p:spPr>
                <a:xfrm>
                  <a:off x="1946198" y="4744816"/>
                  <a:ext cx="2429492" cy="550151"/>
                </a:xfrm>
                <a:prstGeom prst="rect">
                  <a:avLst/>
                </a:prstGeom>
              </p:spPr>
              <p:txBody>
                <a:bodyPr wrap="square">
                  <a:spAutoFit/>
                </a:bodyPr>
                <a:lstStyle/>
                <a:p>
                  <a:pPr algn="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1" name="组合 20"/>
              <p:cNvGrpSpPr/>
              <p:nvPr/>
            </p:nvGrpSpPr>
            <p:grpSpPr>
              <a:xfrm>
                <a:off x="785283" y="4641046"/>
                <a:ext cx="2429492" cy="870685"/>
                <a:chOff x="1946198" y="4424282"/>
                <a:chExt cx="2429492" cy="870685"/>
              </a:xfrm>
            </p:grpSpPr>
            <p:sp>
              <p:nvSpPr>
                <p:cNvPr id="22" name="文本框 21"/>
                <p:cNvSpPr txBox="1"/>
                <p:nvPr/>
              </p:nvSpPr>
              <p:spPr>
                <a:xfrm>
                  <a:off x="2800890" y="4424282"/>
                  <a:ext cx="1574800" cy="369332"/>
                </a:xfrm>
                <a:prstGeom prst="rect">
                  <a:avLst/>
                </a:prstGeom>
                <a:noFill/>
              </p:spPr>
              <p:txBody>
                <a:bodyPr wrap="square" rtlCol="0">
                  <a:spAutoFit/>
                </a:body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23" name="矩形 22"/>
                <p:cNvSpPr/>
                <p:nvPr/>
              </p:nvSpPr>
              <p:spPr>
                <a:xfrm>
                  <a:off x="1946198" y="4744816"/>
                  <a:ext cx="2429492" cy="550151"/>
                </a:xfrm>
                <a:prstGeom prst="rect">
                  <a:avLst/>
                </a:prstGeom>
              </p:spPr>
              <p:txBody>
                <a:bodyPr wrap="square">
                  <a:spAutoFit/>
                </a:bodyPr>
                <a:lstStyle/>
                <a:p>
                  <a:pPr algn="r">
                    <a:lnSpc>
                      <a:spcPts val="1800"/>
                    </a:lnSpc>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02</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研究方案</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67" name="组合 66"/>
          <p:cNvGrpSpPr/>
          <p:nvPr/>
        </p:nvGrpSpPr>
        <p:grpSpPr>
          <a:xfrm>
            <a:off x="882219" y="2184155"/>
            <a:ext cx="10427562" cy="3583396"/>
            <a:chOff x="882219" y="2273055"/>
            <a:chExt cx="10427562" cy="3583396"/>
          </a:xfrm>
        </p:grpSpPr>
        <p:grpSp>
          <p:nvGrpSpPr>
            <p:cNvPr id="61" name="组合 60"/>
            <p:cNvGrpSpPr/>
            <p:nvPr/>
          </p:nvGrpSpPr>
          <p:grpSpPr>
            <a:xfrm>
              <a:off x="882219" y="2273055"/>
              <a:ext cx="10427562" cy="3583396"/>
              <a:chOff x="882219" y="2273055"/>
              <a:chExt cx="10427562" cy="3583396"/>
            </a:xfrm>
          </p:grpSpPr>
          <p:grpSp>
            <p:nvGrpSpPr>
              <p:cNvPr id="7" name="组合 6"/>
              <p:cNvGrpSpPr/>
              <p:nvPr/>
            </p:nvGrpSpPr>
            <p:grpSpPr>
              <a:xfrm>
                <a:off x="882219" y="2273055"/>
                <a:ext cx="10427562" cy="3583396"/>
                <a:chOff x="882219" y="2273055"/>
                <a:chExt cx="10427562" cy="3583396"/>
              </a:xfrm>
            </p:grpSpPr>
            <p:grpSp>
              <p:nvGrpSpPr>
                <p:cNvPr id="5" name="组合 4"/>
                <p:cNvGrpSpPr/>
                <p:nvPr/>
              </p:nvGrpSpPr>
              <p:grpSpPr>
                <a:xfrm>
                  <a:off x="882219" y="2273055"/>
                  <a:ext cx="3213100" cy="3583396"/>
                  <a:chOff x="660400" y="2741841"/>
                  <a:chExt cx="2508066" cy="2797110"/>
                </a:xfrm>
              </p:grpSpPr>
              <p:sp>
                <p:nvSpPr>
                  <p:cNvPr id="2" name="iSlídé"/>
                  <p:cNvSpPr/>
                  <p:nvPr/>
                </p:nvSpPr>
                <p:spPr>
                  <a:xfrm>
                    <a:off x="660400" y="2741841"/>
                    <a:ext cx="2159723" cy="2797110"/>
                  </a:xfrm>
                  <a:prstGeom prst="roundRect">
                    <a:avLst>
                      <a:gd name="adj" fmla="val 6509"/>
                    </a:avLst>
                  </a:prstGeom>
                  <a:solidFill>
                    <a:schemeClr val="accent6">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 name="îṧ1ïḓé"/>
                  <p:cNvSpPr/>
                  <p:nvPr/>
                </p:nvSpPr>
                <p:spPr>
                  <a:xfrm rot="5400000">
                    <a:off x="2687455" y="3134850"/>
                    <a:ext cx="613680" cy="348343"/>
                  </a:xfrm>
                  <a:prstGeom prst="round2Same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r" defTabSz="914400"/>
                    <a:endParaRPr lang="en-US" altLang="zh-CN" sz="1600" b="1" dirty="0">
                      <a:solidFill>
                        <a:schemeClr val="bg1"/>
                      </a:solidFill>
                    </a:endParaRPr>
                  </a:p>
                </p:txBody>
              </p:sp>
            </p:grpSp>
            <p:grpSp>
              <p:nvGrpSpPr>
                <p:cNvPr id="36" name="组合 35"/>
                <p:cNvGrpSpPr/>
                <p:nvPr/>
              </p:nvGrpSpPr>
              <p:grpSpPr>
                <a:xfrm>
                  <a:off x="4489450" y="2273055"/>
                  <a:ext cx="3213100" cy="3583396"/>
                  <a:chOff x="660400" y="2741841"/>
                  <a:chExt cx="2508066" cy="2797110"/>
                </a:xfrm>
              </p:grpSpPr>
              <p:sp>
                <p:nvSpPr>
                  <p:cNvPr id="37" name="iSlídé"/>
                  <p:cNvSpPr/>
                  <p:nvPr/>
                </p:nvSpPr>
                <p:spPr>
                  <a:xfrm>
                    <a:off x="660400" y="2741841"/>
                    <a:ext cx="2159723" cy="2797110"/>
                  </a:xfrm>
                  <a:prstGeom prst="roundRect">
                    <a:avLst>
                      <a:gd name="adj" fmla="val 6509"/>
                    </a:avLst>
                  </a:prstGeom>
                  <a:solidFill>
                    <a:schemeClr val="accent6">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8" name="îṧ1ïḓé"/>
                  <p:cNvSpPr/>
                  <p:nvPr/>
                </p:nvSpPr>
                <p:spPr>
                  <a:xfrm rot="5400000">
                    <a:off x="2687455" y="3134850"/>
                    <a:ext cx="613680" cy="348343"/>
                  </a:xfrm>
                  <a:prstGeom prst="round2SameRect">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r" defTabSz="914400"/>
                    <a:endParaRPr lang="en-US" altLang="zh-CN" sz="1600" b="1" dirty="0">
                      <a:solidFill>
                        <a:schemeClr val="bg1"/>
                      </a:solidFill>
                    </a:endParaRPr>
                  </a:p>
                </p:txBody>
              </p:sp>
            </p:grpSp>
            <p:grpSp>
              <p:nvGrpSpPr>
                <p:cNvPr id="39" name="组合 38"/>
                <p:cNvGrpSpPr/>
                <p:nvPr/>
              </p:nvGrpSpPr>
              <p:grpSpPr>
                <a:xfrm>
                  <a:off x="8096681" y="2273055"/>
                  <a:ext cx="3213100" cy="3583396"/>
                  <a:chOff x="660400" y="2741841"/>
                  <a:chExt cx="2508066" cy="2797110"/>
                </a:xfrm>
              </p:grpSpPr>
              <p:sp>
                <p:nvSpPr>
                  <p:cNvPr id="40" name="iSlídé"/>
                  <p:cNvSpPr/>
                  <p:nvPr/>
                </p:nvSpPr>
                <p:spPr>
                  <a:xfrm>
                    <a:off x="660400" y="2741841"/>
                    <a:ext cx="2159723" cy="2797110"/>
                  </a:xfrm>
                  <a:prstGeom prst="roundRect">
                    <a:avLst>
                      <a:gd name="adj" fmla="val 6509"/>
                    </a:avLst>
                  </a:prstGeom>
                  <a:solidFill>
                    <a:schemeClr val="accent6">
                      <a:lumMod val="20000"/>
                      <a:lumOff val="8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1" name="îṧ1ïḓé"/>
                  <p:cNvSpPr/>
                  <p:nvPr/>
                </p:nvSpPr>
                <p:spPr>
                  <a:xfrm rot="5400000">
                    <a:off x="2687455" y="3134850"/>
                    <a:ext cx="613680" cy="348343"/>
                  </a:xfrm>
                  <a:prstGeom prst="round2SameRect">
                    <a:avLst/>
                  </a:prstGeom>
                  <a:solidFill>
                    <a:schemeClr val="accent4"/>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r" defTabSz="914400"/>
                    <a:endParaRPr lang="en-US" altLang="zh-CN" sz="1600" b="1" dirty="0">
                      <a:solidFill>
                        <a:schemeClr val="bg1"/>
                      </a:solidFill>
                    </a:endParaRPr>
                  </a:p>
                </p:txBody>
              </p:sp>
            </p:grpSp>
          </p:grpSp>
          <p:grpSp>
            <p:nvGrpSpPr>
              <p:cNvPr id="47" name="组合 46"/>
              <p:cNvGrpSpPr/>
              <p:nvPr/>
            </p:nvGrpSpPr>
            <p:grpSpPr>
              <a:xfrm>
                <a:off x="1067584" y="3392768"/>
                <a:ext cx="2396293" cy="1854266"/>
                <a:chOff x="1067584" y="3392768"/>
                <a:chExt cx="2396293" cy="1854266"/>
              </a:xfrm>
            </p:grpSpPr>
            <p:grpSp>
              <p:nvGrpSpPr>
                <p:cNvPr id="42" name="组合 41"/>
                <p:cNvGrpSpPr/>
                <p:nvPr/>
              </p:nvGrpSpPr>
              <p:grpSpPr>
                <a:xfrm>
                  <a:off x="1067584" y="3392768"/>
                  <a:ext cx="2384406" cy="1386939"/>
                  <a:chOff x="477416" y="4417189"/>
                  <a:chExt cx="2384406" cy="1386939"/>
                </a:xfrm>
              </p:grpSpPr>
              <p:sp>
                <p:nvSpPr>
                  <p:cNvPr id="43" name="文本框 46"/>
                  <p:cNvSpPr txBox="1"/>
                  <p:nvPr/>
                </p:nvSpPr>
                <p:spPr>
                  <a:xfrm>
                    <a:off x="477416" y="48500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4"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sp>
              <p:nvSpPr>
                <p:cNvPr id="46" name="文本框 46"/>
                <p:cNvSpPr txBox="1"/>
                <p:nvPr/>
              </p:nvSpPr>
              <p:spPr>
                <a:xfrm>
                  <a:off x="1079471" y="4723814"/>
                  <a:ext cx="238440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48" name="组合 47"/>
              <p:cNvGrpSpPr/>
              <p:nvPr/>
            </p:nvGrpSpPr>
            <p:grpSpPr>
              <a:xfrm>
                <a:off x="4674720" y="3392768"/>
                <a:ext cx="2396293" cy="1854266"/>
                <a:chOff x="1067584" y="3392768"/>
                <a:chExt cx="2396293" cy="1854266"/>
              </a:xfrm>
            </p:grpSpPr>
            <p:grpSp>
              <p:nvGrpSpPr>
                <p:cNvPr id="49" name="组合 48"/>
                <p:cNvGrpSpPr/>
                <p:nvPr/>
              </p:nvGrpSpPr>
              <p:grpSpPr>
                <a:xfrm>
                  <a:off x="1067584" y="3392768"/>
                  <a:ext cx="2384406" cy="1386939"/>
                  <a:chOff x="477416" y="4417189"/>
                  <a:chExt cx="2384406" cy="1386939"/>
                </a:xfrm>
              </p:grpSpPr>
              <p:sp>
                <p:nvSpPr>
                  <p:cNvPr id="51" name="文本框 46"/>
                  <p:cNvSpPr txBox="1"/>
                  <p:nvPr/>
                </p:nvSpPr>
                <p:spPr>
                  <a:xfrm>
                    <a:off x="477416" y="48500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2"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sp>
              <p:nvSpPr>
                <p:cNvPr id="50" name="文本框 46"/>
                <p:cNvSpPr txBox="1"/>
                <p:nvPr/>
              </p:nvSpPr>
              <p:spPr>
                <a:xfrm>
                  <a:off x="1079471" y="4723814"/>
                  <a:ext cx="238440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53" name="组合 52"/>
              <p:cNvGrpSpPr/>
              <p:nvPr/>
            </p:nvGrpSpPr>
            <p:grpSpPr>
              <a:xfrm>
                <a:off x="8281951" y="3392768"/>
                <a:ext cx="2396293" cy="1854266"/>
                <a:chOff x="1067584" y="3392768"/>
                <a:chExt cx="2396293" cy="1854266"/>
              </a:xfrm>
            </p:grpSpPr>
            <p:grpSp>
              <p:nvGrpSpPr>
                <p:cNvPr id="54" name="组合 53"/>
                <p:cNvGrpSpPr/>
                <p:nvPr/>
              </p:nvGrpSpPr>
              <p:grpSpPr>
                <a:xfrm>
                  <a:off x="1067584" y="3392768"/>
                  <a:ext cx="2384406" cy="1386939"/>
                  <a:chOff x="477416" y="4417189"/>
                  <a:chExt cx="2384406" cy="1386939"/>
                </a:xfrm>
              </p:grpSpPr>
              <p:sp>
                <p:nvSpPr>
                  <p:cNvPr id="56" name="文本框 46"/>
                  <p:cNvSpPr txBox="1"/>
                  <p:nvPr/>
                </p:nvSpPr>
                <p:spPr>
                  <a:xfrm>
                    <a:off x="477416" y="4850021"/>
                    <a:ext cx="2384406"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7" name="文本框 34"/>
                  <p:cNvSpPr txBox="1"/>
                  <p:nvPr/>
                </p:nvSpPr>
                <p:spPr>
                  <a:xfrm>
                    <a:off x="882219" y="441718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sp>
              <p:nvSpPr>
                <p:cNvPr id="55" name="文本框 46"/>
                <p:cNvSpPr txBox="1"/>
                <p:nvPr/>
              </p:nvSpPr>
              <p:spPr>
                <a:xfrm>
                  <a:off x="1079471" y="4723814"/>
                  <a:ext cx="238440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sp>
            <p:nvSpPr>
              <p:cNvPr id="58" name="iconfont-10849-5196151"/>
              <p:cNvSpPr>
                <a:spLocks noChangeAspect="1"/>
              </p:cNvSpPr>
              <p:nvPr/>
            </p:nvSpPr>
            <p:spPr bwMode="auto">
              <a:xfrm>
                <a:off x="5562080" y="2599233"/>
                <a:ext cx="609685" cy="601624"/>
              </a:xfrm>
              <a:custGeom>
                <a:avLst/>
                <a:gdLst>
                  <a:gd name="connsiteX0" fmla="*/ 233021 w 540245"/>
                  <a:gd name="connsiteY0" fmla="*/ 65472 h 533102"/>
                  <a:gd name="connsiteX1" fmla="*/ 233021 w 540245"/>
                  <a:gd name="connsiteY1" fmla="*/ 108720 h 533102"/>
                  <a:gd name="connsiteX2" fmla="*/ 109556 w 540245"/>
                  <a:gd name="connsiteY2" fmla="*/ 230938 h 533102"/>
                  <a:gd name="connsiteX3" fmla="*/ 66067 w 540245"/>
                  <a:gd name="connsiteY3" fmla="*/ 230938 h 533102"/>
                  <a:gd name="connsiteX4" fmla="*/ 114986 w 540245"/>
                  <a:gd name="connsiteY4" fmla="*/ 113912 h 533102"/>
                  <a:gd name="connsiteX5" fmla="*/ 233021 w 540245"/>
                  <a:gd name="connsiteY5" fmla="*/ 65472 h 533102"/>
                  <a:gd name="connsiteX6" fmla="*/ 232976 w 540245"/>
                  <a:gd name="connsiteY6" fmla="*/ 43243 h 533102"/>
                  <a:gd name="connsiteX7" fmla="*/ 98915 w 540245"/>
                  <a:gd name="connsiteY7" fmla="*/ 98248 h 533102"/>
                  <a:gd name="connsiteX8" fmla="*/ 43433 w 540245"/>
                  <a:gd name="connsiteY8" fmla="*/ 230881 h 533102"/>
                  <a:gd name="connsiteX9" fmla="*/ 98915 w 540245"/>
                  <a:gd name="connsiteY9" fmla="*/ 363513 h 533102"/>
                  <a:gd name="connsiteX10" fmla="*/ 232976 w 540245"/>
                  <a:gd name="connsiteY10" fmla="*/ 418471 h 533102"/>
                  <a:gd name="connsiteX11" fmla="*/ 367037 w 540245"/>
                  <a:gd name="connsiteY11" fmla="*/ 363513 h 533102"/>
                  <a:gd name="connsiteX12" fmla="*/ 422519 w 540245"/>
                  <a:gd name="connsiteY12" fmla="*/ 230881 h 533102"/>
                  <a:gd name="connsiteX13" fmla="*/ 367037 w 540245"/>
                  <a:gd name="connsiteY13" fmla="*/ 98248 h 533102"/>
                  <a:gd name="connsiteX14" fmla="*/ 232976 w 540245"/>
                  <a:gd name="connsiteY14" fmla="*/ 43243 h 533102"/>
                  <a:gd name="connsiteX15" fmla="*/ 232976 w 540245"/>
                  <a:gd name="connsiteY15" fmla="*/ 0 h 533102"/>
                  <a:gd name="connsiteX16" fmla="*/ 397707 w 540245"/>
                  <a:gd name="connsiteY16" fmla="*/ 67578 h 533102"/>
                  <a:gd name="connsiteX17" fmla="*/ 465999 w 540245"/>
                  <a:gd name="connsiteY17" fmla="*/ 230881 h 533102"/>
                  <a:gd name="connsiteX18" fmla="*/ 413470 w 540245"/>
                  <a:gd name="connsiteY18" fmla="*/ 376896 h 533102"/>
                  <a:gd name="connsiteX19" fmla="*/ 540245 w 540245"/>
                  <a:gd name="connsiteY19" fmla="*/ 502480 h 533102"/>
                  <a:gd name="connsiteX20" fmla="*/ 509575 w 540245"/>
                  <a:gd name="connsiteY20" fmla="*/ 533102 h 533102"/>
                  <a:gd name="connsiteX21" fmla="*/ 382896 w 540245"/>
                  <a:gd name="connsiteY21" fmla="*/ 407613 h 533102"/>
                  <a:gd name="connsiteX22" fmla="*/ 232976 w 540245"/>
                  <a:gd name="connsiteY22" fmla="*/ 461714 h 533102"/>
                  <a:gd name="connsiteX23" fmla="*/ 68293 w 540245"/>
                  <a:gd name="connsiteY23" fmla="*/ 394135 h 533102"/>
                  <a:gd name="connsiteX24" fmla="*/ 0 w 540245"/>
                  <a:gd name="connsiteY24" fmla="*/ 230881 h 533102"/>
                  <a:gd name="connsiteX25" fmla="*/ 68293 w 540245"/>
                  <a:gd name="connsiteY25" fmla="*/ 67578 h 533102"/>
                  <a:gd name="connsiteX26" fmla="*/ 232976 w 540245"/>
                  <a:gd name="connsiteY26" fmla="*/ 0 h 53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40245" h="533102">
                    <a:moveTo>
                      <a:pt x="233021" y="65472"/>
                    </a:moveTo>
                    <a:lnTo>
                      <a:pt x="233021" y="108720"/>
                    </a:lnTo>
                    <a:cubicBezTo>
                      <a:pt x="164906" y="108720"/>
                      <a:pt x="109556" y="163542"/>
                      <a:pt x="109556" y="230938"/>
                    </a:cubicBezTo>
                    <a:lnTo>
                      <a:pt x="66067" y="230938"/>
                    </a:lnTo>
                    <a:cubicBezTo>
                      <a:pt x="66067" y="186690"/>
                      <a:pt x="83501" y="145157"/>
                      <a:pt x="114986" y="113912"/>
                    </a:cubicBezTo>
                    <a:cubicBezTo>
                      <a:pt x="146519" y="82666"/>
                      <a:pt x="188436" y="65472"/>
                      <a:pt x="233021" y="65472"/>
                    </a:cubicBezTo>
                    <a:close/>
                    <a:moveTo>
                      <a:pt x="232976" y="43243"/>
                    </a:moveTo>
                    <a:cubicBezTo>
                      <a:pt x="182352" y="43243"/>
                      <a:pt x="134728" y="62816"/>
                      <a:pt x="98915" y="98248"/>
                    </a:cubicBezTo>
                    <a:cubicBezTo>
                      <a:pt x="63149" y="133680"/>
                      <a:pt x="43433" y="180780"/>
                      <a:pt x="43433" y="230881"/>
                    </a:cubicBezTo>
                    <a:cubicBezTo>
                      <a:pt x="43433" y="280981"/>
                      <a:pt x="63102" y="328033"/>
                      <a:pt x="98915" y="363513"/>
                    </a:cubicBezTo>
                    <a:cubicBezTo>
                      <a:pt x="134776" y="398945"/>
                      <a:pt x="182352" y="418471"/>
                      <a:pt x="232976" y="418471"/>
                    </a:cubicBezTo>
                    <a:cubicBezTo>
                      <a:pt x="283648" y="418471"/>
                      <a:pt x="331272" y="398945"/>
                      <a:pt x="367037" y="363513"/>
                    </a:cubicBezTo>
                    <a:cubicBezTo>
                      <a:pt x="402803" y="328081"/>
                      <a:pt x="422519" y="280981"/>
                      <a:pt x="422519" y="230881"/>
                    </a:cubicBezTo>
                    <a:cubicBezTo>
                      <a:pt x="422519" y="180780"/>
                      <a:pt x="402850" y="133680"/>
                      <a:pt x="367037" y="98248"/>
                    </a:cubicBezTo>
                    <a:cubicBezTo>
                      <a:pt x="331224" y="62768"/>
                      <a:pt x="283648" y="43243"/>
                      <a:pt x="232976" y="43243"/>
                    </a:cubicBezTo>
                    <a:close/>
                    <a:moveTo>
                      <a:pt x="232976" y="0"/>
                    </a:moveTo>
                    <a:cubicBezTo>
                      <a:pt x="295220" y="0"/>
                      <a:pt x="353655" y="24002"/>
                      <a:pt x="397707" y="67578"/>
                    </a:cubicBezTo>
                    <a:cubicBezTo>
                      <a:pt x="441711" y="111202"/>
                      <a:pt x="465999" y="169208"/>
                      <a:pt x="465999" y="230881"/>
                    </a:cubicBezTo>
                    <a:cubicBezTo>
                      <a:pt x="466095" y="284172"/>
                      <a:pt x="447521" y="335844"/>
                      <a:pt x="413470" y="376896"/>
                    </a:cubicBezTo>
                    <a:lnTo>
                      <a:pt x="540245" y="502480"/>
                    </a:lnTo>
                    <a:lnTo>
                      <a:pt x="509575" y="533102"/>
                    </a:lnTo>
                    <a:lnTo>
                      <a:pt x="382896" y="407613"/>
                    </a:lnTo>
                    <a:cubicBezTo>
                      <a:pt x="340939" y="442617"/>
                      <a:pt x="288458" y="461714"/>
                      <a:pt x="232976" y="461714"/>
                    </a:cubicBezTo>
                    <a:cubicBezTo>
                      <a:pt x="170779" y="461714"/>
                      <a:pt x="112297" y="437711"/>
                      <a:pt x="68293" y="394135"/>
                    </a:cubicBezTo>
                    <a:cubicBezTo>
                      <a:pt x="24288" y="350512"/>
                      <a:pt x="0" y="292554"/>
                      <a:pt x="0" y="230881"/>
                    </a:cubicBezTo>
                    <a:cubicBezTo>
                      <a:pt x="0" y="169208"/>
                      <a:pt x="24288" y="111154"/>
                      <a:pt x="68293" y="67578"/>
                    </a:cubicBezTo>
                    <a:cubicBezTo>
                      <a:pt x="112297" y="24002"/>
                      <a:pt x="170779" y="0"/>
                      <a:pt x="232976" y="0"/>
                    </a:cubicBezTo>
                    <a:close/>
                  </a:path>
                </a:pathLst>
              </a:custGeom>
              <a:solidFill>
                <a:schemeClr val="accent3"/>
              </a:solidFill>
              <a:ln>
                <a:noFill/>
              </a:ln>
            </p:spPr>
          </p:sp>
          <p:sp>
            <p:nvSpPr>
              <p:cNvPr id="59" name="iconfont-10585-5148125"/>
              <p:cNvSpPr>
                <a:spLocks noChangeAspect="1"/>
              </p:cNvSpPr>
              <p:nvPr/>
            </p:nvSpPr>
            <p:spPr bwMode="auto">
              <a:xfrm>
                <a:off x="1966831" y="2607650"/>
                <a:ext cx="609685" cy="584790"/>
              </a:xfrm>
              <a:custGeom>
                <a:avLst/>
                <a:gdLst>
                  <a:gd name="T0" fmla="*/ 9839 w 12296"/>
                  <a:gd name="T1" fmla="*/ 8850 h 11793"/>
                  <a:gd name="T2" fmla="*/ 9224 w 12296"/>
                  <a:gd name="T3" fmla="*/ 8261 h 11793"/>
                  <a:gd name="T4" fmla="*/ 9224 w 12296"/>
                  <a:gd name="T5" fmla="*/ 3564 h 11793"/>
                  <a:gd name="T6" fmla="*/ 9811 w 12296"/>
                  <a:gd name="T7" fmla="*/ 2950 h 11793"/>
                  <a:gd name="T8" fmla="*/ 10452 w 12296"/>
                  <a:gd name="T9" fmla="*/ 3509 h 11793"/>
                  <a:gd name="T10" fmla="*/ 10452 w 12296"/>
                  <a:gd name="T11" fmla="*/ 8262 h 11793"/>
                  <a:gd name="T12" fmla="*/ 9839 w 12296"/>
                  <a:gd name="T13" fmla="*/ 8850 h 11793"/>
                  <a:gd name="T14" fmla="*/ 11681 w 12296"/>
                  <a:gd name="T15" fmla="*/ 7675 h 11793"/>
                  <a:gd name="T16" fmla="*/ 11067 w 12296"/>
                  <a:gd name="T17" fmla="*/ 7087 h 11793"/>
                  <a:gd name="T18" fmla="*/ 11067 w 12296"/>
                  <a:gd name="T19" fmla="*/ 4742 h 11793"/>
                  <a:gd name="T20" fmla="*/ 11653 w 12296"/>
                  <a:gd name="T21" fmla="*/ 4127 h 11793"/>
                  <a:gd name="T22" fmla="*/ 12296 w 12296"/>
                  <a:gd name="T23" fmla="*/ 4686 h 11793"/>
                  <a:gd name="T24" fmla="*/ 12296 w 12296"/>
                  <a:gd name="T25" fmla="*/ 7090 h 11793"/>
                  <a:gd name="T26" fmla="*/ 11681 w 12296"/>
                  <a:gd name="T27" fmla="*/ 7678 h 11793"/>
                  <a:gd name="T28" fmla="*/ 11681 w 12296"/>
                  <a:gd name="T29" fmla="*/ 7675 h 11793"/>
                  <a:gd name="T30" fmla="*/ 2465 w 12296"/>
                  <a:gd name="T31" fmla="*/ 9437 h 11793"/>
                  <a:gd name="T32" fmla="*/ 1852 w 12296"/>
                  <a:gd name="T33" fmla="*/ 8850 h 11793"/>
                  <a:gd name="T34" fmla="*/ 1852 w 12296"/>
                  <a:gd name="T35" fmla="*/ 2978 h 11793"/>
                  <a:gd name="T36" fmla="*/ 2437 w 12296"/>
                  <a:gd name="T37" fmla="*/ 2363 h 11793"/>
                  <a:gd name="T38" fmla="*/ 3080 w 12296"/>
                  <a:gd name="T39" fmla="*/ 2922 h 11793"/>
                  <a:gd name="T40" fmla="*/ 3080 w 12296"/>
                  <a:gd name="T41" fmla="*/ 2978 h 11793"/>
                  <a:gd name="T42" fmla="*/ 3080 w 12296"/>
                  <a:gd name="T43" fmla="*/ 8850 h 11793"/>
                  <a:gd name="T44" fmla="*/ 2465 w 12296"/>
                  <a:gd name="T45" fmla="*/ 9437 h 11793"/>
                  <a:gd name="T46" fmla="*/ 4309 w 12296"/>
                  <a:gd name="T47" fmla="*/ 11786 h 11793"/>
                  <a:gd name="T48" fmla="*/ 3695 w 12296"/>
                  <a:gd name="T49" fmla="*/ 11199 h 11793"/>
                  <a:gd name="T50" fmla="*/ 3695 w 12296"/>
                  <a:gd name="T51" fmla="*/ 629 h 11793"/>
                  <a:gd name="T52" fmla="*/ 4283 w 12296"/>
                  <a:gd name="T53" fmla="*/ 15 h 11793"/>
                  <a:gd name="T54" fmla="*/ 4924 w 12296"/>
                  <a:gd name="T55" fmla="*/ 574 h 11793"/>
                  <a:gd name="T56" fmla="*/ 4924 w 12296"/>
                  <a:gd name="T57" fmla="*/ 629 h 11793"/>
                  <a:gd name="T58" fmla="*/ 4924 w 12296"/>
                  <a:gd name="T59" fmla="*/ 11198 h 11793"/>
                  <a:gd name="T60" fmla="*/ 4309 w 12296"/>
                  <a:gd name="T61" fmla="*/ 11786 h 11793"/>
                  <a:gd name="T62" fmla="*/ 6153 w 12296"/>
                  <a:gd name="T63" fmla="*/ 9437 h 11793"/>
                  <a:gd name="T64" fmla="*/ 5538 w 12296"/>
                  <a:gd name="T65" fmla="*/ 8850 h 11793"/>
                  <a:gd name="T66" fmla="*/ 5538 w 12296"/>
                  <a:gd name="T67" fmla="*/ 2978 h 11793"/>
                  <a:gd name="T68" fmla="*/ 6123 w 12296"/>
                  <a:gd name="T69" fmla="*/ 2363 h 11793"/>
                  <a:gd name="T70" fmla="*/ 6763 w 12296"/>
                  <a:gd name="T71" fmla="*/ 2922 h 11793"/>
                  <a:gd name="T72" fmla="*/ 6763 w 12296"/>
                  <a:gd name="T73" fmla="*/ 8850 h 11793"/>
                  <a:gd name="T74" fmla="*/ 6148 w 12296"/>
                  <a:gd name="T75" fmla="*/ 9437 h 11793"/>
                  <a:gd name="T76" fmla="*/ 6153 w 12296"/>
                  <a:gd name="T77" fmla="*/ 9437 h 11793"/>
                  <a:gd name="T78" fmla="*/ 7996 w 12296"/>
                  <a:gd name="T79" fmla="*/ 7675 h 11793"/>
                  <a:gd name="T80" fmla="*/ 7385 w 12296"/>
                  <a:gd name="T81" fmla="*/ 7088 h 11793"/>
                  <a:gd name="T82" fmla="*/ 7385 w 12296"/>
                  <a:gd name="T83" fmla="*/ 4742 h 11793"/>
                  <a:gd name="T84" fmla="*/ 7973 w 12296"/>
                  <a:gd name="T85" fmla="*/ 4127 h 11793"/>
                  <a:gd name="T86" fmla="*/ 8614 w 12296"/>
                  <a:gd name="T87" fmla="*/ 4686 h 11793"/>
                  <a:gd name="T88" fmla="*/ 8614 w 12296"/>
                  <a:gd name="T89" fmla="*/ 7090 h 11793"/>
                  <a:gd name="T90" fmla="*/ 8002 w 12296"/>
                  <a:gd name="T91" fmla="*/ 7678 h 11793"/>
                  <a:gd name="T92" fmla="*/ 7996 w 12296"/>
                  <a:gd name="T93" fmla="*/ 7678 h 11793"/>
                  <a:gd name="T94" fmla="*/ 7996 w 12296"/>
                  <a:gd name="T95" fmla="*/ 7675 h 11793"/>
                  <a:gd name="T96" fmla="*/ 624 w 12296"/>
                  <a:gd name="T97" fmla="*/ 7675 h 11793"/>
                  <a:gd name="T98" fmla="*/ 9 w 12296"/>
                  <a:gd name="T99" fmla="*/ 7087 h 11793"/>
                  <a:gd name="T100" fmla="*/ 9 w 12296"/>
                  <a:gd name="T101" fmla="*/ 4742 h 11793"/>
                  <a:gd name="T102" fmla="*/ 595 w 12296"/>
                  <a:gd name="T103" fmla="*/ 4127 h 11793"/>
                  <a:gd name="T104" fmla="*/ 1238 w 12296"/>
                  <a:gd name="T105" fmla="*/ 4686 h 11793"/>
                  <a:gd name="T106" fmla="*/ 1238 w 12296"/>
                  <a:gd name="T107" fmla="*/ 7090 h 11793"/>
                  <a:gd name="T108" fmla="*/ 624 w 12296"/>
                  <a:gd name="T109" fmla="*/ 7675 h 11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96" h="11793">
                    <a:moveTo>
                      <a:pt x="9839" y="8850"/>
                    </a:moveTo>
                    <a:cubicBezTo>
                      <a:pt x="9507" y="8856"/>
                      <a:pt x="9232" y="8593"/>
                      <a:pt x="9224" y="8261"/>
                    </a:cubicBezTo>
                    <a:lnTo>
                      <a:pt x="9224" y="3564"/>
                    </a:lnTo>
                    <a:cubicBezTo>
                      <a:pt x="9224" y="3235"/>
                      <a:pt x="9483" y="2965"/>
                      <a:pt x="9811" y="2950"/>
                    </a:cubicBezTo>
                    <a:cubicBezTo>
                      <a:pt x="10140" y="2935"/>
                      <a:pt x="10422" y="3181"/>
                      <a:pt x="10452" y="3509"/>
                    </a:cubicBezTo>
                    <a:lnTo>
                      <a:pt x="10452" y="8262"/>
                    </a:lnTo>
                    <a:cubicBezTo>
                      <a:pt x="10445" y="8594"/>
                      <a:pt x="10170" y="8857"/>
                      <a:pt x="9839" y="8850"/>
                    </a:cubicBezTo>
                    <a:close/>
                    <a:moveTo>
                      <a:pt x="11681" y="7675"/>
                    </a:moveTo>
                    <a:cubicBezTo>
                      <a:pt x="11349" y="7682"/>
                      <a:pt x="11075" y="7419"/>
                      <a:pt x="11067" y="7087"/>
                    </a:cubicBezTo>
                    <a:lnTo>
                      <a:pt x="11067" y="4742"/>
                    </a:lnTo>
                    <a:cubicBezTo>
                      <a:pt x="11058" y="4410"/>
                      <a:pt x="11321" y="4134"/>
                      <a:pt x="11653" y="4127"/>
                    </a:cubicBezTo>
                    <a:cubicBezTo>
                      <a:pt x="11985" y="4105"/>
                      <a:pt x="12272" y="4355"/>
                      <a:pt x="12296" y="4686"/>
                    </a:cubicBezTo>
                    <a:lnTo>
                      <a:pt x="12296" y="7090"/>
                    </a:lnTo>
                    <a:cubicBezTo>
                      <a:pt x="12288" y="7422"/>
                      <a:pt x="12013" y="7685"/>
                      <a:pt x="11681" y="7678"/>
                    </a:cubicBezTo>
                    <a:lnTo>
                      <a:pt x="11681" y="7675"/>
                    </a:lnTo>
                    <a:close/>
                    <a:moveTo>
                      <a:pt x="2465" y="9437"/>
                    </a:moveTo>
                    <a:cubicBezTo>
                      <a:pt x="2134" y="9443"/>
                      <a:pt x="1860" y="9181"/>
                      <a:pt x="1852" y="8850"/>
                    </a:cubicBezTo>
                    <a:lnTo>
                      <a:pt x="1852" y="2978"/>
                    </a:lnTo>
                    <a:cubicBezTo>
                      <a:pt x="1843" y="2646"/>
                      <a:pt x="2105" y="2370"/>
                      <a:pt x="2437" y="2363"/>
                    </a:cubicBezTo>
                    <a:cubicBezTo>
                      <a:pt x="2769" y="2341"/>
                      <a:pt x="3056" y="2591"/>
                      <a:pt x="3080" y="2922"/>
                    </a:cubicBezTo>
                    <a:cubicBezTo>
                      <a:pt x="3081" y="2941"/>
                      <a:pt x="3081" y="2959"/>
                      <a:pt x="3080" y="2978"/>
                    </a:cubicBezTo>
                    <a:lnTo>
                      <a:pt x="3080" y="8850"/>
                    </a:lnTo>
                    <a:cubicBezTo>
                      <a:pt x="3072" y="9182"/>
                      <a:pt x="2797" y="9445"/>
                      <a:pt x="2465" y="9437"/>
                    </a:cubicBezTo>
                    <a:close/>
                    <a:moveTo>
                      <a:pt x="4309" y="11786"/>
                    </a:moveTo>
                    <a:cubicBezTo>
                      <a:pt x="3978" y="11793"/>
                      <a:pt x="3703" y="11530"/>
                      <a:pt x="3695" y="11199"/>
                    </a:cubicBezTo>
                    <a:lnTo>
                      <a:pt x="3695" y="629"/>
                    </a:lnTo>
                    <a:cubicBezTo>
                      <a:pt x="3695" y="300"/>
                      <a:pt x="3954" y="30"/>
                      <a:pt x="4283" y="15"/>
                    </a:cubicBezTo>
                    <a:cubicBezTo>
                      <a:pt x="4612" y="0"/>
                      <a:pt x="4894" y="246"/>
                      <a:pt x="4924" y="574"/>
                    </a:cubicBezTo>
                    <a:cubicBezTo>
                      <a:pt x="4925" y="592"/>
                      <a:pt x="4925" y="611"/>
                      <a:pt x="4924" y="629"/>
                    </a:cubicBezTo>
                    <a:lnTo>
                      <a:pt x="4924" y="11198"/>
                    </a:lnTo>
                    <a:cubicBezTo>
                      <a:pt x="4917" y="11530"/>
                      <a:pt x="4641" y="11793"/>
                      <a:pt x="4309" y="11786"/>
                    </a:cubicBezTo>
                    <a:close/>
                    <a:moveTo>
                      <a:pt x="6153" y="9437"/>
                    </a:moveTo>
                    <a:cubicBezTo>
                      <a:pt x="5821" y="9445"/>
                      <a:pt x="5545" y="9182"/>
                      <a:pt x="5538" y="8850"/>
                    </a:cubicBezTo>
                    <a:lnTo>
                      <a:pt x="5538" y="2978"/>
                    </a:lnTo>
                    <a:cubicBezTo>
                      <a:pt x="5529" y="2646"/>
                      <a:pt x="5792" y="2370"/>
                      <a:pt x="6123" y="2363"/>
                    </a:cubicBezTo>
                    <a:cubicBezTo>
                      <a:pt x="6454" y="2343"/>
                      <a:pt x="6739" y="2592"/>
                      <a:pt x="6763" y="2922"/>
                    </a:cubicBezTo>
                    <a:lnTo>
                      <a:pt x="6763" y="8850"/>
                    </a:lnTo>
                    <a:cubicBezTo>
                      <a:pt x="6755" y="9181"/>
                      <a:pt x="6480" y="9444"/>
                      <a:pt x="6148" y="9437"/>
                    </a:cubicBezTo>
                    <a:lnTo>
                      <a:pt x="6153" y="9437"/>
                    </a:lnTo>
                    <a:close/>
                    <a:moveTo>
                      <a:pt x="7996" y="7675"/>
                    </a:moveTo>
                    <a:cubicBezTo>
                      <a:pt x="7666" y="7680"/>
                      <a:pt x="7394" y="7418"/>
                      <a:pt x="7385" y="7088"/>
                    </a:cubicBezTo>
                    <a:lnTo>
                      <a:pt x="7385" y="4742"/>
                    </a:lnTo>
                    <a:cubicBezTo>
                      <a:pt x="7386" y="4413"/>
                      <a:pt x="7645" y="4142"/>
                      <a:pt x="7973" y="4127"/>
                    </a:cubicBezTo>
                    <a:cubicBezTo>
                      <a:pt x="8302" y="4112"/>
                      <a:pt x="8584" y="4359"/>
                      <a:pt x="8614" y="4686"/>
                    </a:cubicBezTo>
                    <a:lnTo>
                      <a:pt x="8614" y="7090"/>
                    </a:lnTo>
                    <a:cubicBezTo>
                      <a:pt x="8607" y="7422"/>
                      <a:pt x="8333" y="7685"/>
                      <a:pt x="8002" y="7678"/>
                    </a:cubicBezTo>
                    <a:lnTo>
                      <a:pt x="7996" y="7678"/>
                    </a:lnTo>
                    <a:lnTo>
                      <a:pt x="7996" y="7675"/>
                    </a:lnTo>
                    <a:close/>
                    <a:moveTo>
                      <a:pt x="624" y="7675"/>
                    </a:moveTo>
                    <a:cubicBezTo>
                      <a:pt x="292" y="7682"/>
                      <a:pt x="17" y="7419"/>
                      <a:pt x="9" y="7087"/>
                    </a:cubicBezTo>
                    <a:lnTo>
                      <a:pt x="9" y="4742"/>
                    </a:lnTo>
                    <a:cubicBezTo>
                      <a:pt x="0" y="4410"/>
                      <a:pt x="263" y="4134"/>
                      <a:pt x="595" y="4127"/>
                    </a:cubicBezTo>
                    <a:cubicBezTo>
                      <a:pt x="927" y="4105"/>
                      <a:pt x="1214" y="4355"/>
                      <a:pt x="1238" y="4686"/>
                    </a:cubicBezTo>
                    <a:lnTo>
                      <a:pt x="1238" y="7090"/>
                    </a:lnTo>
                    <a:cubicBezTo>
                      <a:pt x="1229" y="7421"/>
                      <a:pt x="955" y="7682"/>
                      <a:pt x="624" y="7675"/>
                    </a:cubicBezTo>
                    <a:close/>
                  </a:path>
                </a:pathLst>
              </a:custGeom>
              <a:solidFill>
                <a:schemeClr val="accent2"/>
              </a:solidFill>
              <a:ln>
                <a:noFill/>
              </a:ln>
            </p:spPr>
          </p:sp>
          <p:sp>
            <p:nvSpPr>
              <p:cNvPr id="60" name="iconfont-11712-5589005"/>
              <p:cNvSpPr>
                <a:spLocks noChangeAspect="1"/>
              </p:cNvSpPr>
              <p:nvPr/>
            </p:nvSpPr>
            <p:spPr bwMode="auto">
              <a:xfrm>
                <a:off x="9227631" y="2595203"/>
                <a:ext cx="516819" cy="609685"/>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accent4"/>
              </a:solidFill>
              <a:ln>
                <a:noFill/>
              </a:ln>
            </p:spPr>
          </p:sp>
        </p:grpSp>
        <p:sp>
          <p:nvSpPr>
            <p:cNvPr id="62" name="文本框 61"/>
            <p:cNvSpPr txBox="1"/>
            <p:nvPr/>
          </p:nvSpPr>
          <p:spPr>
            <a:xfrm>
              <a:off x="3607858" y="2800747"/>
              <a:ext cx="486030" cy="400110"/>
            </a:xfrm>
            <a:prstGeom prst="rect">
              <a:avLst/>
            </a:prstGeom>
            <a:noFill/>
          </p:spPr>
          <p:txBody>
            <a:bodyPr wrap="none" rtlCol="0">
              <a:spAutoFit/>
            </a:bodyPr>
            <a:lstStyle/>
            <a:p>
              <a:r>
                <a:rPr lang="en-US" altLang="zh-CN" sz="2000" dirty="0">
                  <a:solidFill>
                    <a:schemeClr val="bg1"/>
                  </a:solidFill>
                  <a:latin typeface="+mj-ea"/>
                  <a:ea typeface="+mj-ea"/>
                </a:rPr>
                <a:t>01</a:t>
              </a:r>
              <a:endParaRPr lang="zh-CN" altLang="en-US" sz="2000" dirty="0">
                <a:solidFill>
                  <a:schemeClr val="bg1"/>
                </a:solidFill>
                <a:latin typeface="+mj-ea"/>
                <a:ea typeface="+mj-ea"/>
              </a:endParaRPr>
            </a:p>
          </p:txBody>
        </p:sp>
        <p:sp>
          <p:nvSpPr>
            <p:cNvPr id="64" name="文本框 63"/>
            <p:cNvSpPr txBox="1"/>
            <p:nvPr/>
          </p:nvSpPr>
          <p:spPr>
            <a:xfrm>
              <a:off x="7216521" y="2800747"/>
              <a:ext cx="486030" cy="400110"/>
            </a:xfrm>
            <a:prstGeom prst="rect">
              <a:avLst/>
            </a:prstGeom>
            <a:noFill/>
          </p:spPr>
          <p:txBody>
            <a:bodyPr wrap="none" rtlCol="0">
              <a:spAutoFit/>
            </a:bodyPr>
            <a:lstStyle/>
            <a:p>
              <a:r>
                <a:rPr lang="en-US" altLang="zh-CN" sz="2000" dirty="0">
                  <a:solidFill>
                    <a:schemeClr val="bg1"/>
                  </a:solidFill>
                  <a:latin typeface="+mj-ea"/>
                  <a:ea typeface="+mj-ea"/>
                </a:rPr>
                <a:t>02</a:t>
              </a:r>
              <a:endParaRPr lang="zh-CN" altLang="en-US" sz="2000" dirty="0">
                <a:solidFill>
                  <a:schemeClr val="bg1"/>
                </a:solidFill>
                <a:latin typeface="+mj-ea"/>
                <a:ea typeface="+mj-ea"/>
              </a:endParaRPr>
            </a:p>
          </p:txBody>
        </p:sp>
        <p:sp>
          <p:nvSpPr>
            <p:cNvPr id="66" name="文本框 65"/>
            <p:cNvSpPr txBox="1"/>
            <p:nvPr/>
          </p:nvSpPr>
          <p:spPr>
            <a:xfrm>
              <a:off x="10819067" y="2792330"/>
              <a:ext cx="486030" cy="400110"/>
            </a:xfrm>
            <a:prstGeom prst="rect">
              <a:avLst/>
            </a:prstGeom>
            <a:noFill/>
          </p:spPr>
          <p:txBody>
            <a:bodyPr wrap="none" rtlCol="0">
              <a:spAutoFit/>
            </a:bodyPr>
            <a:lstStyle/>
            <a:p>
              <a:r>
                <a:rPr lang="en-US" altLang="zh-CN" sz="2000" dirty="0">
                  <a:solidFill>
                    <a:schemeClr val="bg1"/>
                  </a:solidFill>
                  <a:latin typeface="+mj-ea"/>
                  <a:ea typeface="+mj-ea"/>
                </a:rPr>
                <a:t>03</a:t>
              </a:r>
              <a:endParaRPr lang="zh-CN" altLang="en-US" sz="2000" dirty="0">
                <a:solidFill>
                  <a:schemeClr val="bg1"/>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Effect transition="in" filter="fade">
                                      <p:cBhvr>
                                        <p:cTn id="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02</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研究方案</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87" name="组合 86"/>
          <p:cNvGrpSpPr/>
          <p:nvPr/>
        </p:nvGrpSpPr>
        <p:grpSpPr>
          <a:xfrm>
            <a:off x="708855" y="1769160"/>
            <a:ext cx="10930576" cy="4490001"/>
            <a:chOff x="708855" y="1769160"/>
            <a:chExt cx="10930576" cy="4490001"/>
          </a:xfrm>
        </p:grpSpPr>
        <p:grpSp>
          <p:nvGrpSpPr>
            <p:cNvPr id="11" name="2558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08855" y="1769160"/>
              <a:ext cx="10869802" cy="2538324"/>
              <a:chOff x="661089" y="1784041"/>
              <a:chExt cx="10869802" cy="2538324"/>
            </a:xfrm>
          </p:grpSpPr>
          <p:grpSp>
            <p:nvGrpSpPr>
              <p:cNvPr id="29" name="íṣļïde"/>
              <p:cNvGrpSpPr/>
              <p:nvPr/>
            </p:nvGrpSpPr>
            <p:grpSpPr>
              <a:xfrm>
                <a:off x="2896894" y="1784041"/>
                <a:ext cx="8633997" cy="1501664"/>
                <a:chOff x="2905730" y="1995949"/>
                <a:chExt cx="8515591" cy="1481070"/>
              </a:xfrm>
            </p:grpSpPr>
            <p:sp>
              <p:nvSpPr>
                <p:cNvPr id="31" name="iŝḷîḑé"/>
                <p:cNvSpPr/>
                <p:nvPr/>
              </p:nvSpPr>
              <p:spPr>
                <a:xfrm>
                  <a:off x="2905730" y="2246601"/>
                  <a:ext cx="2118005" cy="10982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p>
                  <a:pPr algn="ctr"/>
                  <a:endParaRPr lang="zh-CN" altLang="en-US" b="1" dirty="0">
                    <a:solidFill>
                      <a:schemeClr val="accent1"/>
                    </a:solidFill>
                  </a:endParaRPr>
                </a:p>
              </p:txBody>
            </p:sp>
            <p:sp>
              <p:nvSpPr>
                <p:cNvPr id="32" name="í$ľíḍé"/>
                <p:cNvSpPr/>
                <p:nvPr/>
              </p:nvSpPr>
              <p:spPr>
                <a:xfrm>
                  <a:off x="3714080" y="1995949"/>
                  <a:ext cx="501304" cy="501304"/>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000" b="1" dirty="0">
                      <a:solidFill>
                        <a:schemeClr val="bg1"/>
                      </a:solidFill>
                      <a:latin typeface="思源黑体 CN Bold" panose="020B0800000000000000" pitchFamily="34" charset="-122"/>
                      <a:ea typeface="思源黑体 CN Bold" panose="020B0800000000000000" pitchFamily="34" charset="-122"/>
                    </a:rPr>
                    <a:t>1</a:t>
                  </a:r>
                  <a:endParaRPr lang="zh-CN" altLang="en-US" sz="2000" b="1" dirty="0">
                    <a:solidFill>
                      <a:schemeClr val="bg1"/>
                    </a:solidFill>
                    <a:latin typeface="思源黑体 CN Bold" panose="020B0800000000000000" pitchFamily="34" charset="-122"/>
                    <a:ea typeface="思源黑体 CN Bold" panose="020B0800000000000000" pitchFamily="34" charset="-122"/>
                  </a:endParaRPr>
                </a:p>
              </p:txBody>
            </p:sp>
            <p:sp>
              <p:nvSpPr>
                <p:cNvPr id="33" name="í$ḻíde"/>
                <p:cNvSpPr/>
                <p:nvPr/>
              </p:nvSpPr>
              <p:spPr>
                <a:xfrm>
                  <a:off x="2905730" y="3344826"/>
                  <a:ext cx="2118005" cy="653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34" name="iṩḻïḓè"/>
                <p:cNvSpPr/>
                <p:nvPr/>
              </p:nvSpPr>
              <p:spPr>
                <a:xfrm rot="10800000">
                  <a:off x="3802758" y="3377512"/>
                  <a:ext cx="323947" cy="995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35" name="îSḻîďê"/>
                <p:cNvSpPr/>
                <p:nvPr/>
              </p:nvSpPr>
              <p:spPr>
                <a:xfrm>
                  <a:off x="5038265" y="2246601"/>
                  <a:ext cx="2118005" cy="109822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p>
                  <a:pPr algn="ctr"/>
                  <a:endParaRPr lang="zh-CN" altLang="en-US" b="1" dirty="0">
                    <a:solidFill>
                      <a:schemeClr val="accent2"/>
                    </a:solidFill>
                  </a:endParaRPr>
                </a:p>
              </p:txBody>
            </p:sp>
            <p:sp>
              <p:nvSpPr>
                <p:cNvPr id="36" name="iṡľiďe"/>
                <p:cNvSpPr/>
                <p:nvPr/>
              </p:nvSpPr>
              <p:spPr>
                <a:xfrm>
                  <a:off x="5846615" y="1995950"/>
                  <a:ext cx="501304" cy="501304"/>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000" b="1" dirty="0">
                      <a:solidFill>
                        <a:schemeClr val="bg1"/>
                      </a:solidFill>
                      <a:latin typeface="思源黑体 CN Bold" panose="020B0800000000000000" pitchFamily="34" charset="-122"/>
                      <a:ea typeface="思源黑体 CN Bold" panose="020B0800000000000000" pitchFamily="34" charset="-122"/>
                    </a:rPr>
                    <a:t>2</a:t>
                  </a:r>
                  <a:endParaRPr lang="zh-CN" altLang="en-US" sz="2000" b="1" dirty="0">
                    <a:solidFill>
                      <a:schemeClr val="bg1"/>
                    </a:solidFill>
                    <a:latin typeface="思源黑体 CN Bold" panose="020B0800000000000000" pitchFamily="34" charset="-122"/>
                    <a:ea typeface="思源黑体 CN Bold" panose="020B0800000000000000" pitchFamily="34" charset="-122"/>
                  </a:endParaRPr>
                </a:p>
              </p:txBody>
            </p:sp>
            <p:sp>
              <p:nvSpPr>
                <p:cNvPr id="37" name="îṣļídè"/>
                <p:cNvSpPr/>
                <p:nvPr/>
              </p:nvSpPr>
              <p:spPr>
                <a:xfrm>
                  <a:off x="5038265" y="3344826"/>
                  <a:ext cx="2118005" cy="653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38" name="íSḷíḑê"/>
                <p:cNvSpPr/>
                <p:nvPr/>
              </p:nvSpPr>
              <p:spPr>
                <a:xfrm rot="10800000">
                  <a:off x="5935293" y="3377512"/>
                  <a:ext cx="323947" cy="99507"/>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39" name="ïṥlîḍe"/>
                <p:cNvSpPr/>
                <p:nvPr/>
              </p:nvSpPr>
              <p:spPr>
                <a:xfrm>
                  <a:off x="7170792" y="2246601"/>
                  <a:ext cx="2118005" cy="109822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p>
                  <a:pPr algn="ctr"/>
                  <a:endParaRPr lang="zh-CN" altLang="en-US" b="1" dirty="0">
                    <a:solidFill>
                      <a:schemeClr val="accent1"/>
                    </a:solidFill>
                  </a:endParaRPr>
                </a:p>
              </p:txBody>
            </p:sp>
            <p:sp>
              <p:nvSpPr>
                <p:cNvPr id="40" name="íṡ1íďé"/>
                <p:cNvSpPr/>
                <p:nvPr/>
              </p:nvSpPr>
              <p:spPr>
                <a:xfrm>
                  <a:off x="7979142" y="1995950"/>
                  <a:ext cx="501304" cy="501304"/>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000" b="1" dirty="0">
                      <a:solidFill>
                        <a:schemeClr val="bg1"/>
                      </a:solidFill>
                      <a:latin typeface="思源黑体 CN Bold" panose="020B0800000000000000" pitchFamily="34" charset="-122"/>
                      <a:ea typeface="思源黑体 CN Bold" panose="020B0800000000000000" pitchFamily="34" charset="-122"/>
                    </a:rPr>
                    <a:t>3</a:t>
                  </a:r>
                  <a:endParaRPr lang="zh-CN" altLang="en-US" sz="2000" b="1" dirty="0">
                    <a:solidFill>
                      <a:schemeClr val="bg1"/>
                    </a:solidFill>
                    <a:latin typeface="思源黑体 CN Bold" panose="020B0800000000000000" pitchFamily="34" charset="-122"/>
                    <a:ea typeface="思源黑体 CN Bold" panose="020B0800000000000000" pitchFamily="34" charset="-122"/>
                  </a:endParaRPr>
                </a:p>
              </p:txBody>
            </p:sp>
            <p:sp>
              <p:nvSpPr>
                <p:cNvPr id="41" name="îŝlídê"/>
                <p:cNvSpPr/>
                <p:nvPr/>
              </p:nvSpPr>
              <p:spPr>
                <a:xfrm>
                  <a:off x="7170792" y="3344826"/>
                  <a:ext cx="2118005" cy="653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42" name="i$ľïḓè"/>
                <p:cNvSpPr/>
                <p:nvPr/>
              </p:nvSpPr>
              <p:spPr>
                <a:xfrm rot="10800000">
                  <a:off x="8067820" y="3377512"/>
                  <a:ext cx="323947" cy="99507"/>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43" name="îşlîḍé"/>
                <p:cNvSpPr/>
                <p:nvPr/>
              </p:nvSpPr>
              <p:spPr>
                <a:xfrm>
                  <a:off x="9303316" y="2246601"/>
                  <a:ext cx="2118005" cy="109822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p>
                  <a:pPr algn="ctr"/>
                  <a:endParaRPr lang="zh-CN" altLang="en-US" b="1" dirty="0">
                    <a:solidFill>
                      <a:schemeClr val="accent2"/>
                    </a:solidFill>
                  </a:endParaRPr>
                </a:p>
              </p:txBody>
            </p:sp>
            <p:sp>
              <p:nvSpPr>
                <p:cNvPr id="44" name="îśľiḑè"/>
                <p:cNvSpPr/>
                <p:nvPr/>
              </p:nvSpPr>
              <p:spPr>
                <a:xfrm>
                  <a:off x="10111665" y="1995950"/>
                  <a:ext cx="501304" cy="501304"/>
                </a:xfrm>
                <a:prstGeom prst="ellipse">
                  <a:avLst/>
                </a:prstGeom>
                <a:solidFill>
                  <a:schemeClr val="tx2"/>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000" b="1" dirty="0">
                      <a:solidFill>
                        <a:schemeClr val="bg1"/>
                      </a:solidFill>
                      <a:latin typeface="思源黑体 CN Bold" panose="020B0800000000000000" pitchFamily="34" charset="-122"/>
                      <a:ea typeface="思源黑体 CN Bold" panose="020B0800000000000000" pitchFamily="34" charset="-122"/>
                    </a:rPr>
                    <a:t>4</a:t>
                  </a:r>
                  <a:endParaRPr lang="zh-CN" altLang="en-US" sz="2000" b="1" dirty="0">
                    <a:solidFill>
                      <a:schemeClr val="bg1"/>
                    </a:solidFill>
                    <a:latin typeface="思源黑体 CN Bold" panose="020B0800000000000000" pitchFamily="34" charset="-122"/>
                    <a:ea typeface="思源黑体 CN Bold" panose="020B0800000000000000" pitchFamily="34" charset="-122"/>
                  </a:endParaRPr>
                </a:p>
              </p:txBody>
            </p:sp>
            <p:sp>
              <p:nvSpPr>
                <p:cNvPr id="45" name="îṣḻíḑè"/>
                <p:cNvSpPr/>
                <p:nvPr/>
              </p:nvSpPr>
              <p:spPr>
                <a:xfrm>
                  <a:off x="9303316" y="3344826"/>
                  <a:ext cx="2118005" cy="653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sp>
              <p:nvSpPr>
                <p:cNvPr id="46" name="ïśļiḑè"/>
                <p:cNvSpPr/>
                <p:nvPr/>
              </p:nvSpPr>
              <p:spPr>
                <a:xfrm rot="10800000">
                  <a:off x="10200343" y="3377512"/>
                  <a:ext cx="323947" cy="9950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b="1" dirty="0"/>
                </a:p>
              </p:txBody>
            </p:sp>
          </p:grpSp>
          <p:cxnSp>
            <p:nvCxnSpPr>
              <p:cNvPr id="30" name="直接连接符 29"/>
              <p:cNvCxnSpPr/>
              <p:nvPr/>
            </p:nvCxnSpPr>
            <p:spPr>
              <a:xfrm>
                <a:off x="661089" y="4322365"/>
                <a:ext cx="10859399" cy="0"/>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3230992" y="249816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4" name="矩形 3"/>
            <p:cNvSpPr/>
            <p:nvPr/>
          </p:nvSpPr>
          <p:spPr>
            <a:xfrm>
              <a:off x="3020160" y="3387843"/>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 name="文本框 4"/>
            <p:cNvSpPr txBox="1"/>
            <p:nvPr/>
          </p:nvSpPr>
          <p:spPr>
            <a:xfrm>
              <a:off x="5393171" y="249816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7" name="文本框 6"/>
            <p:cNvSpPr txBox="1"/>
            <p:nvPr/>
          </p:nvSpPr>
          <p:spPr>
            <a:xfrm>
              <a:off x="7555352" y="249816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52" name="文本框 51"/>
            <p:cNvSpPr txBox="1"/>
            <p:nvPr/>
          </p:nvSpPr>
          <p:spPr>
            <a:xfrm>
              <a:off x="9714359" y="2498169"/>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62" name="矩形 61"/>
            <p:cNvSpPr/>
            <p:nvPr/>
          </p:nvSpPr>
          <p:spPr>
            <a:xfrm>
              <a:off x="5167615" y="3387843"/>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4" name="矩形 63"/>
            <p:cNvSpPr/>
            <p:nvPr/>
          </p:nvSpPr>
          <p:spPr>
            <a:xfrm>
              <a:off x="7315070" y="3387843"/>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6" name="矩形 65"/>
            <p:cNvSpPr/>
            <p:nvPr/>
          </p:nvSpPr>
          <p:spPr>
            <a:xfrm>
              <a:off x="9486784" y="3387843"/>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8" name="矩形 67"/>
            <p:cNvSpPr/>
            <p:nvPr/>
          </p:nvSpPr>
          <p:spPr>
            <a:xfrm>
              <a:off x="3020160" y="4558536"/>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0" name="矩形 69"/>
            <p:cNvSpPr/>
            <p:nvPr/>
          </p:nvSpPr>
          <p:spPr>
            <a:xfrm>
              <a:off x="5167615" y="4558536"/>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2" name="矩形 71"/>
            <p:cNvSpPr/>
            <p:nvPr/>
          </p:nvSpPr>
          <p:spPr>
            <a:xfrm>
              <a:off x="7315070" y="4558536"/>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4" name="矩形 73"/>
            <p:cNvSpPr/>
            <p:nvPr/>
          </p:nvSpPr>
          <p:spPr>
            <a:xfrm>
              <a:off x="9486784" y="4558536"/>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6" name="矩形 75"/>
            <p:cNvSpPr/>
            <p:nvPr/>
          </p:nvSpPr>
          <p:spPr>
            <a:xfrm>
              <a:off x="3025352" y="5478178"/>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8" name="矩形 77"/>
            <p:cNvSpPr/>
            <p:nvPr/>
          </p:nvSpPr>
          <p:spPr>
            <a:xfrm>
              <a:off x="5172807" y="5478178"/>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80" name="矩形 79"/>
            <p:cNvSpPr/>
            <p:nvPr/>
          </p:nvSpPr>
          <p:spPr>
            <a:xfrm>
              <a:off x="7320262" y="5478178"/>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82" name="矩形 81"/>
            <p:cNvSpPr/>
            <p:nvPr/>
          </p:nvSpPr>
          <p:spPr>
            <a:xfrm>
              <a:off x="9491976" y="5478178"/>
              <a:ext cx="2147455" cy="780983"/>
            </a:xfrm>
            <a:prstGeom prst="rect">
              <a:avLst/>
            </a:prstGeom>
          </p:spPr>
          <p:txBody>
            <a:bodyPr wrap="square">
              <a:spAutoFit/>
            </a:bodyPr>
            <a:lstStyle/>
            <a:p>
              <a:pPr marL="285750" indent="-285750">
                <a:lnSpc>
                  <a:spcPts val="1800"/>
                </a:lnSpc>
                <a:buFont typeface="Arial" panose="020B0604020202020204" pitchFamily="34" charset="0"/>
                <a:buChar char="•"/>
              </a:pP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84" name="文本框 83"/>
            <p:cNvSpPr txBox="1"/>
            <p:nvPr/>
          </p:nvSpPr>
          <p:spPr>
            <a:xfrm>
              <a:off x="961991" y="3593668"/>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86" name="文本框 85"/>
            <p:cNvSpPr txBox="1"/>
            <p:nvPr/>
          </p:nvSpPr>
          <p:spPr>
            <a:xfrm>
              <a:off x="961991" y="4542504"/>
              <a:ext cx="1574800" cy="369332"/>
            </a:xfrm>
            <a:prstGeom prst="rect">
              <a:avLst/>
            </a:prstGeom>
            <a:noFill/>
          </p:spPr>
          <p:txBody>
            <a:bodyPr wrap="square" rtlCol="0">
              <a:spAutoFit/>
            </a:bodyPr>
            <a:lstStyle/>
            <a:p>
              <a:pPr algn="ct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strips(downRight)">
                                      <p:cBhvr>
                                        <p:cTn id="7"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92978" y="1559615"/>
            <a:ext cx="10317937" cy="3738770"/>
            <a:chOff x="992978" y="1559615"/>
            <a:chExt cx="10317937" cy="3738770"/>
          </a:xfrm>
        </p:grpSpPr>
        <p:sp>
          <p:nvSpPr>
            <p:cNvPr id="4" name="iṥľîḓê"/>
            <p:cNvSpPr/>
            <p:nvPr/>
          </p:nvSpPr>
          <p:spPr>
            <a:xfrm>
              <a:off x="1769799" y="2291285"/>
              <a:ext cx="2275430" cy="2275430"/>
            </a:xfrm>
            <a:prstGeom prst="ellipse">
              <a:avLst/>
            </a:prstGeom>
            <a:solidFill>
              <a:schemeClr val="accent4"/>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4800" b="1" dirty="0">
                <a:solidFill>
                  <a:schemeClr val="bg1"/>
                </a:solidFill>
                <a:latin typeface="+mj-ea"/>
                <a:ea typeface="+mj-ea"/>
              </a:endParaRPr>
            </a:p>
          </p:txBody>
        </p:sp>
        <p:grpSp>
          <p:nvGrpSpPr>
            <p:cNvPr id="14" name="组合 13"/>
            <p:cNvGrpSpPr/>
            <p:nvPr/>
          </p:nvGrpSpPr>
          <p:grpSpPr>
            <a:xfrm>
              <a:off x="1299741" y="1821227"/>
              <a:ext cx="3215546" cy="3215545"/>
              <a:chOff x="1557210" y="2078697"/>
              <a:chExt cx="2700604" cy="2700603"/>
            </a:xfrm>
          </p:grpSpPr>
          <p:sp>
            <p:nvSpPr>
              <p:cNvPr id="5" name="弧形 4"/>
              <p:cNvSpPr/>
              <p:nvPr/>
            </p:nvSpPr>
            <p:spPr>
              <a:xfrm>
                <a:off x="1557213"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p:nvSpPr>
            <p:spPr>
              <a:xfrm rot="5400000">
                <a:off x="1557212" y="2078698"/>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p:nvSpPr>
            <p:spPr>
              <a:xfrm rot="10800000">
                <a:off x="1557212"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16200000">
                <a:off x="1557210" y="2078697"/>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2" name="文本框 21"/>
            <p:cNvSpPr txBox="1"/>
            <p:nvPr/>
          </p:nvSpPr>
          <p:spPr>
            <a:xfrm>
              <a:off x="2603582" y="1559615"/>
              <a:ext cx="607859" cy="523220"/>
            </a:xfrm>
            <a:prstGeom prst="rect">
              <a:avLst/>
            </a:prstGeom>
            <a:noFill/>
          </p:spPr>
          <p:txBody>
            <a:bodyPr wrap="none" rtlCol="0">
              <a:spAutoFit/>
            </a:bodyPr>
            <a:lstStyle/>
            <a:p>
              <a:r>
                <a:rPr lang="en-US" altLang="zh-CN" sz="2800" dirty="0">
                  <a:solidFill>
                    <a:schemeClr val="accent6"/>
                  </a:solidFill>
                  <a:latin typeface="+mj-ea"/>
                  <a:ea typeface="+mj-ea"/>
                </a:rPr>
                <a:t>04</a:t>
              </a:r>
              <a:endParaRPr lang="zh-CN" altLang="en-US" sz="2800" dirty="0">
                <a:solidFill>
                  <a:schemeClr val="accent6"/>
                </a:solidFill>
                <a:latin typeface="+mj-ea"/>
                <a:ea typeface="+mj-ea"/>
              </a:endParaRPr>
            </a:p>
          </p:txBody>
        </p:sp>
        <p:sp>
          <p:nvSpPr>
            <p:cNvPr id="24" name="文本框 23"/>
            <p:cNvSpPr txBox="1"/>
            <p:nvPr/>
          </p:nvSpPr>
          <p:spPr>
            <a:xfrm>
              <a:off x="992978" y="3167387"/>
              <a:ext cx="607859" cy="523220"/>
            </a:xfrm>
            <a:prstGeom prst="rect">
              <a:avLst/>
            </a:prstGeom>
            <a:noFill/>
          </p:spPr>
          <p:txBody>
            <a:bodyPr wrap="none" rtlCol="0">
              <a:spAutoFit/>
            </a:bodyPr>
            <a:lstStyle/>
            <a:p>
              <a:r>
                <a:rPr lang="en-US" altLang="zh-CN" sz="2800" dirty="0">
                  <a:solidFill>
                    <a:schemeClr val="accent6"/>
                  </a:solidFill>
                  <a:latin typeface="+mj-ea"/>
                  <a:ea typeface="+mj-ea"/>
                </a:rPr>
                <a:t>01</a:t>
              </a:r>
              <a:endParaRPr lang="zh-CN" altLang="en-US" sz="2800" dirty="0">
                <a:solidFill>
                  <a:schemeClr val="accent6"/>
                </a:solidFill>
                <a:latin typeface="+mj-ea"/>
                <a:ea typeface="+mj-ea"/>
              </a:endParaRPr>
            </a:p>
          </p:txBody>
        </p:sp>
        <p:sp>
          <p:nvSpPr>
            <p:cNvPr id="26" name="文本框 25"/>
            <p:cNvSpPr txBox="1"/>
            <p:nvPr/>
          </p:nvSpPr>
          <p:spPr>
            <a:xfrm>
              <a:off x="2603582" y="4775165"/>
              <a:ext cx="607859" cy="523220"/>
            </a:xfrm>
            <a:prstGeom prst="rect">
              <a:avLst/>
            </a:prstGeom>
            <a:noFill/>
          </p:spPr>
          <p:txBody>
            <a:bodyPr wrap="none" rtlCol="0">
              <a:spAutoFit/>
            </a:bodyPr>
            <a:lstStyle/>
            <a:p>
              <a:r>
                <a:rPr lang="en-US" altLang="zh-CN" sz="2800" dirty="0">
                  <a:solidFill>
                    <a:schemeClr val="accent6"/>
                  </a:solidFill>
                  <a:latin typeface="+mj-ea"/>
                  <a:ea typeface="+mj-ea"/>
                </a:rPr>
                <a:t>02</a:t>
              </a:r>
              <a:endParaRPr lang="zh-CN" altLang="en-US" sz="2800" dirty="0">
                <a:solidFill>
                  <a:schemeClr val="accent6"/>
                </a:solidFill>
                <a:latin typeface="+mj-ea"/>
                <a:ea typeface="+mj-ea"/>
              </a:endParaRPr>
            </a:p>
          </p:txBody>
        </p:sp>
        <p:sp>
          <p:nvSpPr>
            <p:cNvPr id="25" name="iconfont-11206-4016502"/>
            <p:cNvSpPr>
              <a:spLocks noChangeAspect="1"/>
            </p:cNvSpPr>
            <p:nvPr/>
          </p:nvSpPr>
          <p:spPr bwMode="auto">
            <a:xfrm>
              <a:off x="2529808" y="2751431"/>
              <a:ext cx="755408" cy="831912"/>
            </a:xfrm>
            <a:custGeom>
              <a:avLst/>
              <a:gdLst>
                <a:gd name="T0" fmla="*/ 5818 w 11622"/>
                <a:gd name="T1" fmla="*/ 3032 h 12799"/>
                <a:gd name="T2" fmla="*/ 8635 w 11622"/>
                <a:gd name="T3" fmla="*/ 5849 h 12799"/>
                <a:gd name="T4" fmla="*/ 5818 w 11622"/>
                <a:gd name="T5" fmla="*/ 8666 h 12799"/>
                <a:gd name="T6" fmla="*/ 3001 w 11622"/>
                <a:gd name="T7" fmla="*/ 5849 h 12799"/>
                <a:gd name="T8" fmla="*/ 5818 w 11622"/>
                <a:gd name="T9" fmla="*/ 3032 h 12799"/>
                <a:gd name="T10" fmla="*/ 5818 w 11622"/>
                <a:gd name="T11" fmla="*/ 2327 h 12799"/>
                <a:gd name="T12" fmla="*/ 2297 w 11622"/>
                <a:gd name="T13" fmla="*/ 5849 h 12799"/>
                <a:gd name="T14" fmla="*/ 5819 w 11622"/>
                <a:gd name="T15" fmla="*/ 9371 h 12799"/>
                <a:gd name="T16" fmla="*/ 9341 w 11622"/>
                <a:gd name="T17" fmla="*/ 5849 h 12799"/>
                <a:gd name="T18" fmla="*/ 5818 w 11622"/>
                <a:gd name="T19" fmla="*/ 2327 h 12799"/>
                <a:gd name="T20" fmla="*/ 3406 w 11622"/>
                <a:gd name="T21" fmla="*/ 10432 h 12799"/>
                <a:gd name="T22" fmla="*/ 8230 w 11622"/>
                <a:gd name="T23" fmla="*/ 10432 h 12799"/>
                <a:gd name="T24" fmla="*/ 8230 w 11622"/>
                <a:gd name="T25" fmla="*/ 11137 h 12799"/>
                <a:gd name="T26" fmla="*/ 3406 w 11622"/>
                <a:gd name="T27" fmla="*/ 11137 h 12799"/>
                <a:gd name="T28" fmla="*/ 3406 w 11622"/>
                <a:gd name="T29" fmla="*/ 10432 h 12799"/>
                <a:gd name="T30" fmla="*/ 4128 w 11622"/>
                <a:gd name="T31" fmla="*/ 12094 h 12799"/>
                <a:gd name="T32" fmla="*/ 7509 w 11622"/>
                <a:gd name="T33" fmla="*/ 12094 h 12799"/>
                <a:gd name="T34" fmla="*/ 7509 w 11622"/>
                <a:gd name="T35" fmla="*/ 12799 h 12799"/>
                <a:gd name="T36" fmla="*/ 4128 w 11622"/>
                <a:gd name="T37" fmla="*/ 12799 h 12799"/>
                <a:gd name="T38" fmla="*/ 4128 w 11622"/>
                <a:gd name="T39" fmla="*/ 12094 h 12799"/>
                <a:gd name="T40" fmla="*/ 5447 w 11622"/>
                <a:gd name="T41" fmla="*/ 0 h 12799"/>
                <a:gd name="T42" fmla="*/ 6151 w 11622"/>
                <a:gd name="T43" fmla="*/ 0 h 12799"/>
                <a:gd name="T44" fmla="*/ 6151 w 11622"/>
                <a:gd name="T45" fmla="*/ 1407 h 12799"/>
                <a:gd name="T46" fmla="*/ 5447 w 11622"/>
                <a:gd name="T47" fmla="*/ 1407 h 12799"/>
                <a:gd name="T48" fmla="*/ 5447 w 11622"/>
                <a:gd name="T49" fmla="*/ 0 h 12799"/>
                <a:gd name="T50" fmla="*/ 1444 w 11622"/>
                <a:gd name="T51" fmla="*/ 1959 h 12799"/>
                <a:gd name="T52" fmla="*/ 1943 w 11622"/>
                <a:gd name="T53" fmla="*/ 1461 h 12799"/>
                <a:gd name="T54" fmla="*/ 2938 w 11622"/>
                <a:gd name="T55" fmla="*/ 2456 h 12799"/>
                <a:gd name="T56" fmla="*/ 2439 w 11622"/>
                <a:gd name="T57" fmla="*/ 2954 h 12799"/>
                <a:gd name="T58" fmla="*/ 1444 w 11622"/>
                <a:gd name="T59" fmla="*/ 1959 h 12799"/>
                <a:gd name="T60" fmla="*/ 0 w 11622"/>
                <a:gd name="T61" fmla="*/ 5470 h 12799"/>
                <a:gd name="T62" fmla="*/ 1407 w 11622"/>
                <a:gd name="T63" fmla="*/ 5470 h 12799"/>
                <a:gd name="T64" fmla="*/ 1407 w 11622"/>
                <a:gd name="T65" fmla="*/ 6175 h 12799"/>
                <a:gd name="T66" fmla="*/ 0 w 11622"/>
                <a:gd name="T67" fmla="*/ 6175 h 12799"/>
                <a:gd name="T68" fmla="*/ 0 w 11622"/>
                <a:gd name="T69" fmla="*/ 5470 h 12799"/>
                <a:gd name="T70" fmla="*/ 10214 w 11622"/>
                <a:gd name="T71" fmla="*/ 5448 h 12799"/>
                <a:gd name="T72" fmla="*/ 11622 w 11622"/>
                <a:gd name="T73" fmla="*/ 5448 h 12799"/>
                <a:gd name="T74" fmla="*/ 11622 w 11622"/>
                <a:gd name="T75" fmla="*/ 6153 h 12799"/>
                <a:gd name="T76" fmla="*/ 10214 w 11622"/>
                <a:gd name="T77" fmla="*/ 6153 h 12799"/>
                <a:gd name="T78" fmla="*/ 10214 w 11622"/>
                <a:gd name="T79" fmla="*/ 5448 h 12799"/>
                <a:gd name="T80" fmla="*/ 8668 w 11622"/>
                <a:gd name="T81" fmla="*/ 2440 h 12799"/>
                <a:gd name="T82" fmla="*/ 9663 w 11622"/>
                <a:gd name="T83" fmla="*/ 1445 h 12799"/>
                <a:gd name="T84" fmla="*/ 10161 w 11622"/>
                <a:gd name="T85" fmla="*/ 1944 h 12799"/>
                <a:gd name="T86" fmla="*/ 9166 w 11622"/>
                <a:gd name="T87" fmla="*/ 2939 h 12799"/>
                <a:gd name="T88" fmla="*/ 8668 w 11622"/>
                <a:gd name="T89" fmla="*/ 2440 h 12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622" h="12799">
                  <a:moveTo>
                    <a:pt x="5818" y="3032"/>
                  </a:moveTo>
                  <a:cubicBezTo>
                    <a:pt x="7371" y="3032"/>
                    <a:pt x="8635" y="4296"/>
                    <a:pt x="8635" y="5849"/>
                  </a:cubicBezTo>
                  <a:cubicBezTo>
                    <a:pt x="8635" y="7403"/>
                    <a:pt x="7371" y="8666"/>
                    <a:pt x="5818" y="8666"/>
                  </a:cubicBezTo>
                  <a:cubicBezTo>
                    <a:pt x="4264" y="8666"/>
                    <a:pt x="3001" y="7403"/>
                    <a:pt x="3001" y="5849"/>
                  </a:cubicBezTo>
                  <a:cubicBezTo>
                    <a:pt x="3001" y="4296"/>
                    <a:pt x="4264" y="3032"/>
                    <a:pt x="5818" y="3032"/>
                  </a:cubicBezTo>
                  <a:moveTo>
                    <a:pt x="5818" y="2327"/>
                  </a:moveTo>
                  <a:cubicBezTo>
                    <a:pt x="3873" y="2327"/>
                    <a:pt x="2297" y="3904"/>
                    <a:pt x="2297" y="5849"/>
                  </a:cubicBezTo>
                  <a:cubicBezTo>
                    <a:pt x="2297" y="7794"/>
                    <a:pt x="3874" y="9371"/>
                    <a:pt x="5819" y="9371"/>
                  </a:cubicBezTo>
                  <a:cubicBezTo>
                    <a:pt x="7764" y="9371"/>
                    <a:pt x="9341" y="7794"/>
                    <a:pt x="9341" y="5849"/>
                  </a:cubicBezTo>
                  <a:cubicBezTo>
                    <a:pt x="9340" y="3904"/>
                    <a:pt x="7764" y="2327"/>
                    <a:pt x="5818" y="2327"/>
                  </a:cubicBezTo>
                  <a:close/>
                  <a:moveTo>
                    <a:pt x="3406" y="10432"/>
                  </a:moveTo>
                  <a:lnTo>
                    <a:pt x="8230" y="10432"/>
                  </a:lnTo>
                  <a:lnTo>
                    <a:pt x="8230" y="11137"/>
                  </a:lnTo>
                  <a:lnTo>
                    <a:pt x="3406" y="11137"/>
                  </a:lnTo>
                  <a:lnTo>
                    <a:pt x="3406" y="10432"/>
                  </a:lnTo>
                  <a:close/>
                  <a:moveTo>
                    <a:pt x="4128" y="12094"/>
                  </a:moveTo>
                  <a:lnTo>
                    <a:pt x="7509" y="12094"/>
                  </a:lnTo>
                  <a:lnTo>
                    <a:pt x="7509" y="12799"/>
                  </a:lnTo>
                  <a:lnTo>
                    <a:pt x="4128" y="12799"/>
                  </a:lnTo>
                  <a:lnTo>
                    <a:pt x="4128" y="12094"/>
                  </a:lnTo>
                  <a:close/>
                  <a:moveTo>
                    <a:pt x="5447" y="0"/>
                  </a:moveTo>
                  <a:lnTo>
                    <a:pt x="6151" y="0"/>
                  </a:lnTo>
                  <a:lnTo>
                    <a:pt x="6151" y="1407"/>
                  </a:lnTo>
                  <a:lnTo>
                    <a:pt x="5447" y="1407"/>
                  </a:lnTo>
                  <a:lnTo>
                    <a:pt x="5447" y="0"/>
                  </a:lnTo>
                  <a:close/>
                  <a:moveTo>
                    <a:pt x="1444" y="1959"/>
                  </a:moveTo>
                  <a:lnTo>
                    <a:pt x="1943" y="1461"/>
                  </a:lnTo>
                  <a:lnTo>
                    <a:pt x="2938" y="2456"/>
                  </a:lnTo>
                  <a:lnTo>
                    <a:pt x="2439" y="2954"/>
                  </a:lnTo>
                  <a:lnTo>
                    <a:pt x="1444" y="1959"/>
                  </a:lnTo>
                  <a:close/>
                  <a:moveTo>
                    <a:pt x="0" y="5470"/>
                  </a:moveTo>
                  <a:lnTo>
                    <a:pt x="1407" y="5470"/>
                  </a:lnTo>
                  <a:lnTo>
                    <a:pt x="1407" y="6175"/>
                  </a:lnTo>
                  <a:lnTo>
                    <a:pt x="0" y="6175"/>
                  </a:lnTo>
                  <a:lnTo>
                    <a:pt x="0" y="5470"/>
                  </a:lnTo>
                  <a:close/>
                  <a:moveTo>
                    <a:pt x="10214" y="5448"/>
                  </a:moveTo>
                  <a:lnTo>
                    <a:pt x="11622" y="5448"/>
                  </a:lnTo>
                  <a:lnTo>
                    <a:pt x="11622" y="6153"/>
                  </a:lnTo>
                  <a:lnTo>
                    <a:pt x="10214" y="6153"/>
                  </a:lnTo>
                  <a:lnTo>
                    <a:pt x="10214" y="5448"/>
                  </a:lnTo>
                  <a:close/>
                  <a:moveTo>
                    <a:pt x="8668" y="2440"/>
                  </a:moveTo>
                  <a:lnTo>
                    <a:pt x="9663" y="1445"/>
                  </a:lnTo>
                  <a:lnTo>
                    <a:pt x="10161" y="1944"/>
                  </a:lnTo>
                  <a:lnTo>
                    <a:pt x="9166" y="2939"/>
                  </a:lnTo>
                  <a:lnTo>
                    <a:pt x="8668" y="2440"/>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sp>
          <p:nvSpPr>
            <p:cNvPr id="29" name="文本框 28"/>
            <p:cNvSpPr txBox="1"/>
            <p:nvPr/>
          </p:nvSpPr>
          <p:spPr>
            <a:xfrm>
              <a:off x="2132811" y="3705697"/>
              <a:ext cx="1549400" cy="369332"/>
            </a:xfrm>
            <a:prstGeom prst="rect">
              <a:avLst/>
            </a:prstGeom>
            <a:noFill/>
          </p:spPr>
          <p:txBody>
            <a:bodyPr wrap="square" rtlCol="0">
              <a:spAutoFit/>
            </a:bodyPr>
            <a:lstStyle/>
            <a:p>
              <a:pPr algn="ctr"/>
              <a:r>
                <a:rPr lang="en-US" altLang="zh-CN" dirty="0">
                  <a:solidFill>
                    <a:schemeClr val="bg1"/>
                  </a:solidFill>
                  <a:latin typeface="+mj-ea"/>
                  <a:ea typeface="+mj-ea"/>
                </a:rPr>
                <a:t>Result</a:t>
              </a:r>
              <a:endParaRPr lang="zh-CN" altLang="en-US" dirty="0">
                <a:solidFill>
                  <a:schemeClr val="bg1"/>
                </a:solidFill>
                <a:latin typeface="+mj-ea"/>
                <a:ea typeface="+mj-ea"/>
              </a:endParaRPr>
            </a:p>
          </p:txBody>
        </p:sp>
        <p:sp>
          <p:nvSpPr>
            <p:cNvPr id="32" name="文本框 31"/>
            <p:cNvSpPr txBox="1"/>
            <p:nvPr/>
          </p:nvSpPr>
          <p:spPr>
            <a:xfrm>
              <a:off x="5548421" y="2967335"/>
              <a:ext cx="3607162" cy="923330"/>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dirty="0"/>
                <a:t>研究成果</a:t>
              </a:r>
              <a:endParaRPr lang="zh-CN" altLang="en-US" dirty="0"/>
            </a:p>
          </p:txBody>
        </p:sp>
        <p:sp>
          <p:nvSpPr>
            <p:cNvPr id="34" name="文本框 33"/>
            <p:cNvSpPr txBox="1"/>
            <p:nvPr/>
          </p:nvSpPr>
          <p:spPr>
            <a:xfrm>
              <a:off x="5548421" y="3890363"/>
              <a:ext cx="5762494"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nvGrpSpPr>
            <p:cNvPr id="35" name="组合 34"/>
            <p:cNvGrpSpPr/>
            <p:nvPr/>
          </p:nvGrpSpPr>
          <p:grpSpPr>
            <a:xfrm>
              <a:off x="4501918" y="3354338"/>
              <a:ext cx="836629" cy="150829"/>
              <a:chOff x="1909713" y="4458878"/>
              <a:chExt cx="836629" cy="150829"/>
            </a:xfrm>
          </p:grpSpPr>
          <p:sp>
            <p:nvSpPr>
              <p:cNvPr id="36" name="椭圆 35"/>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p:nvPr/>
            </p:nvSpPr>
            <p:spPr>
              <a:xfrm>
                <a:off x="236691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43" name="椭圆 42"/>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等腰三角形 43"/>
            <p:cNvSpPr/>
            <p:nvPr/>
          </p:nvSpPr>
          <p:spPr>
            <a:xfrm rot="5400000">
              <a:off x="3578311" y="3067627"/>
              <a:ext cx="836629" cy="72123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5548421" y="2291285"/>
              <a:ext cx="2006318" cy="646331"/>
            </a:xfrm>
            <a:prstGeom prst="rect">
              <a:avLst/>
            </a:prstGeom>
            <a:noFill/>
          </p:spPr>
          <p:txBody>
            <a:bodyPr wrap="none" rtlCol="0">
              <a:spAutoFit/>
            </a:bodyPr>
            <a:lstStyle/>
            <a:p>
              <a:r>
                <a:rPr lang="en-US" altLang="zh-CN" sz="3600" dirty="0">
                  <a:solidFill>
                    <a:schemeClr val="accent4"/>
                  </a:solidFill>
                  <a:latin typeface="+mj-ea"/>
                  <a:ea typeface="+mj-ea"/>
                </a:rPr>
                <a:t>PART 03</a:t>
              </a:r>
              <a:endParaRPr lang="zh-CN" altLang="en-US" sz="3600" dirty="0">
                <a:solidFill>
                  <a:schemeClr val="accent4"/>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03</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研究成果</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5" name="组合 4"/>
          <p:cNvGrpSpPr/>
          <p:nvPr/>
        </p:nvGrpSpPr>
        <p:grpSpPr>
          <a:xfrm>
            <a:off x="899853" y="1735328"/>
            <a:ext cx="10376485" cy="4093972"/>
            <a:chOff x="899853" y="1735328"/>
            <a:chExt cx="10376485" cy="4093972"/>
          </a:xfrm>
        </p:grpSpPr>
        <p:grpSp>
          <p:nvGrpSpPr>
            <p:cNvPr id="11" name="组合 10"/>
            <p:cNvGrpSpPr/>
            <p:nvPr/>
          </p:nvGrpSpPr>
          <p:grpSpPr>
            <a:xfrm>
              <a:off x="3794740" y="3073528"/>
              <a:ext cx="4602519" cy="2755772"/>
              <a:chOff x="3794740" y="3073528"/>
              <a:chExt cx="4602519" cy="2755772"/>
            </a:xfrm>
          </p:grpSpPr>
          <p:sp>
            <p:nvSpPr>
              <p:cNvPr id="17" name="speech-bubble_98037"/>
              <p:cNvSpPr>
                <a:spLocks noChangeAspect="1"/>
              </p:cNvSpPr>
              <p:nvPr/>
            </p:nvSpPr>
            <p:spPr bwMode="auto">
              <a:xfrm>
                <a:off x="5652569" y="3073528"/>
                <a:ext cx="2744690" cy="1333372"/>
              </a:xfrm>
              <a:custGeom>
                <a:avLst/>
                <a:gdLst>
                  <a:gd name="T0" fmla="*/ 484 w 512"/>
                  <a:gd name="T1" fmla="*/ 267 h 320"/>
                  <a:gd name="T2" fmla="*/ 512 w 512"/>
                  <a:gd name="T3" fmla="*/ 160 h 320"/>
                  <a:gd name="T4" fmla="*/ 298 w 512"/>
                  <a:gd name="T5" fmla="*/ 0 h 320"/>
                  <a:gd name="T6" fmla="*/ 138 w 512"/>
                  <a:gd name="T7" fmla="*/ 320 h 320"/>
                  <a:gd name="T8" fmla="*/ 272 w 512"/>
                  <a:gd name="T9" fmla="*/ 267 h 320"/>
                  <a:gd name="T10" fmla="*/ 484 w 512"/>
                  <a:gd name="T11" fmla="*/ 267 h 320"/>
                </a:gdLst>
                <a:ahLst/>
                <a:cxnLst>
                  <a:cxn ang="0">
                    <a:pos x="T0" y="T1"/>
                  </a:cxn>
                  <a:cxn ang="0">
                    <a:pos x="T2" y="T3"/>
                  </a:cxn>
                  <a:cxn ang="0">
                    <a:pos x="T4" y="T5"/>
                  </a:cxn>
                  <a:cxn ang="0">
                    <a:pos x="T6" y="T7"/>
                  </a:cxn>
                  <a:cxn ang="0">
                    <a:pos x="T8" y="T9"/>
                  </a:cxn>
                  <a:cxn ang="0">
                    <a:pos x="T10" y="T11"/>
                  </a:cxn>
                </a:cxnLst>
                <a:rect l="0" t="0" r="r" b="b"/>
                <a:pathLst>
                  <a:path w="512" h="320">
                    <a:moveTo>
                      <a:pt x="484" y="267"/>
                    </a:moveTo>
                    <a:cubicBezTo>
                      <a:pt x="484" y="267"/>
                      <a:pt x="512" y="214"/>
                      <a:pt x="512" y="160"/>
                    </a:cubicBezTo>
                    <a:cubicBezTo>
                      <a:pt x="512" y="27"/>
                      <a:pt x="405" y="0"/>
                      <a:pt x="298" y="0"/>
                    </a:cubicBezTo>
                    <a:cubicBezTo>
                      <a:pt x="0" y="0"/>
                      <a:pt x="85" y="267"/>
                      <a:pt x="138" y="320"/>
                    </a:cubicBezTo>
                    <a:cubicBezTo>
                      <a:pt x="192" y="267"/>
                      <a:pt x="192" y="267"/>
                      <a:pt x="272" y="267"/>
                    </a:cubicBezTo>
                    <a:lnTo>
                      <a:pt x="484" y="267"/>
                    </a:lnTo>
                    <a:close/>
                  </a:path>
                </a:pathLst>
              </a:custGeom>
              <a:solidFill>
                <a:schemeClr val="accent3"/>
              </a:solidFill>
              <a:ln>
                <a:noFill/>
              </a:ln>
            </p:spPr>
            <p:txBody>
              <a:bodyPr/>
              <a:lstStyle/>
              <a:p>
                <a:endParaRPr lang="zh-CN" altLang="en-US"/>
              </a:p>
            </p:txBody>
          </p:sp>
          <p:sp>
            <p:nvSpPr>
              <p:cNvPr id="18" name="speech-bubble_98037"/>
              <p:cNvSpPr>
                <a:spLocks noChangeAspect="1"/>
              </p:cNvSpPr>
              <p:nvPr/>
            </p:nvSpPr>
            <p:spPr bwMode="auto">
              <a:xfrm flipH="1">
                <a:off x="3794740" y="3073528"/>
                <a:ext cx="2744690" cy="1333372"/>
              </a:xfrm>
              <a:custGeom>
                <a:avLst/>
                <a:gdLst>
                  <a:gd name="T0" fmla="*/ 484 w 512"/>
                  <a:gd name="T1" fmla="*/ 267 h 320"/>
                  <a:gd name="T2" fmla="*/ 512 w 512"/>
                  <a:gd name="T3" fmla="*/ 160 h 320"/>
                  <a:gd name="T4" fmla="*/ 298 w 512"/>
                  <a:gd name="T5" fmla="*/ 0 h 320"/>
                  <a:gd name="T6" fmla="*/ 138 w 512"/>
                  <a:gd name="T7" fmla="*/ 320 h 320"/>
                  <a:gd name="T8" fmla="*/ 272 w 512"/>
                  <a:gd name="T9" fmla="*/ 267 h 320"/>
                  <a:gd name="T10" fmla="*/ 484 w 512"/>
                  <a:gd name="T11" fmla="*/ 267 h 320"/>
                </a:gdLst>
                <a:ahLst/>
                <a:cxnLst>
                  <a:cxn ang="0">
                    <a:pos x="T0" y="T1"/>
                  </a:cxn>
                  <a:cxn ang="0">
                    <a:pos x="T2" y="T3"/>
                  </a:cxn>
                  <a:cxn ang="0">
                    <a:pos x="T4" y="T5"/>
                  </a:cxn>
                  <a:cxn ang="0">
                    <a:pos x="T6" y="T7"/>
                  </a:cxn>
                  <a:cxn ang="0">
                    <a:pos x="T8" y="T9"/>
                  </a:cxn>
                  <a:cxn ang="0">
                    <a:pos x="T10" y="T11"/>
                  </a:cxn>
                </a:cxnLst>
                <a:rect l="0" t="0" r="r" b="b"/>
                <a:pathLst>
                  <a:path w="512" h="320">
                    <a:moveTo>
                      <a:pt x="484" y="267"/>
                    </a:moveTo>
                    <a:cubicBezTo>
                      <a:pt x="484" y="267"/>
                      <a:pt x="512" y="214"/>
                      <a:pt x="512" y="160"/>
                    </a:cubicBezTo>
                    <a:cubicBezTo>
                      <a:pt x="512" y="27"/>
                      <a:pt x="405" y="0"/>
                      <a:pt x="298" y="0"/>
                    </a:cubicBezTo>
                    <a:cubicBezTo>
                      <a:pt x="0" y="0"/>
                      <a:pt x="85" y="267"/>
                      <a:pt x="138" y="320"/>
                    </a:cubicBezTo>
                    <a:cubicBezTo>
                      <a:pt x="192" y="267"/>
                      <a:pt x="192" y="267"/>
                      <a:pt x="272" y="267"/>
                    </a:cubicBezTo>
                    <a:lnTo>
                      <a:pt x="484" y="267"/>
                    </a:lnTo>
                    <a:close/>
                  </a:path>
                </a:pathLst>
              </a:custGeom>
              <a:solidFill>
                <a:schemeClr val="accent2"/>
              </a:solidFill>
              <a:ln>
                <a:noFill/>
              </a:ln>
            </p:spPr>
            <p:txBody>
              <a:bodyPr/>
              <a:lstStyle/>
              <a:p>
                <a:endParaRPr lang="zh-CN" altLang="en-US"/>
              </a:p>
            </p:txBody>
          </p:sp>
          <p:sp>
            <p:nvSpPr>
              <p:cNvPr id="21" name="speech-bubble_98037"/>
              <p:cNvSpPr>
                <a:spLocks noChangeAspect="1"/>
              </p:cNvSpPr>
              <p:nvPr/>
            </p:nvSpPr>
            <p:spPr bwMode="auto">
              <a:xfrm flipV="1">
                <a:off x="5652569" y="4495928"/>
                <a:ext cx="2744690" cy="1333372"/>
              </a:xfrm>
              <a:custGeom>
                <a:avLst/>
                <a:gdLst>
                  <a:gd name="T0" fmla="*/ 484 w 512"/>
                  <a:gd name="T1" fmla="*/ 267 h 320"/>
                  <a:gd name="T2" fmla="*/ 512 w 512"/>
                  <a:gd name="T3" fmla="*/ 160 h 320"/>
                  <a:gd name="T4" fmla="*/ 298 w 512"/>
                  <a:gd name="T5" fmla="*/ 0 h 320"/>
                  <a:gd name="T6" fmla="*/ 138 w 512"/>
                  <a:gd name="T7" fmla="*/ 320 h 320"/>
                  <a:gd name="T8" fmla="*/ 272 w 512"/>
                  <a:gd name="T9" fmla="*/ 267 h 320"/>
                  <a:gd name="T10" fmla="*/ 484 w 512"/>
                  <a:gd name="T11" fmla="*/ 267 h 320"/>
                </a:gdLst>
                <a:ahLst/>
                <a:cxnLst>
                  <a:cxn ang="0">
                    <a:pos x="T0" y="T1"/>
                  </a:cxn>
                  <a:cxn ang="0">
                    <a:pos x="T2" y="T3"/>
                  </a:cxn>
                  <a:cxn ang="0">
                    <a:pos x="T4" y="T5"/>
                  </a:cxn>
                  <a:cxn ang="0">
                    <a:pos x="T6" y="T7"/>
                  </a:cxn>
                  <a:cxn ang="0">
                    <a:pos x="T8" y="T9"/>
                  </a:cxn>
                  <a:cxn ang="0">
                    <a:pos x="T10" y="T11"/>
                  </a:cxn>
                </a:cxnLst>
                <a:rect l="0" t="0" r="r" b="b"/>
                <a:pathLst>
                  <a:path w="512" h="320">
                    <a:moveTo>
                      <a:pt x="484" y="267"/>
                    </a:moveTo>
                    <a:cubicBezTo>
                      <a:pt x="484" y="267"/>
                      <a:pt x="512" y="214"/>
                      <a:pt x="512" y="160"/>
                    </a:cubicBezTo>
                    <a:cubicBezTo>
                      <a:pt x="512" y="27"/>
                      <a:pt x="405" y="0"/>
                      <a:pt x="298" y="0"/>
                    </a:cubicBezTo>
                    <a:cubicBezTo>
                      <a:pt x="0" y="0"/>
                      <a:pt x="85" y="267"/>
                      <a:pt x="138" y="320"/>
                    </a:cubicBezTo>
                    <a:cubicBezTo>
                      <a:pt x="192" y="267"/>
                      <a:pt x="192" y="267"/>
                      <a:pt x="272" y="267"/>
                    </a:cubicBezTo>
                    <a:lnTo>
                      <a:pt x="484" y="267"/>
                    </a:lnTo>
                    <a:close/>
                  </a:path>
                </a:pathLst>
              </a:custGeom>
              <a:solidFill>
                <a:schemeClr val="accent4"/>
              </a:solidFill>
              <a:ln>
                <a:noFill/>
              </a:ln>
            </p:spPr>
            <p:txBody>
              <a:bodyPr/>
              <a:lstStyle/>
              <a:p>
                <a:endParaRPr lang="zh-CN" altLang="en-US"/>
              </a:p>
            </p:txBody>
          </p:sp>
          <p:sp>
            <p:nvSpPr>
              <p:cNvPr id="22" name="speech-bubble_98037"/>
              <p:cNvSpPr>
                <a:spLocks noChangeAspect="1"/>
              </p:cNvSpPr>
              <p:nvPr/>
            </p:nvSpPr>
            <p:spPr bwMode="auto">
              <a:xfrm flipH="1" flipV="1">
                <a:off x="3794740" y="4495928"/>
                <a:ext cx="2744690" cy="1333372"/>
              </a:xfrm>
              <a:custGeom>
                <a:avLst/>
                <a:gdLst>
                  <a:gd name="T0" fmla="*/ 484 w 512"/>
                  <a:gd name="T1" fmla="*/ 267 h 320"/>
                  <a:gd name="T2" fmla="*/ 512 w 512"/>
                  <a:gd name="T3" fmla="*/ 160 h 320"/>
                  <a:gd name="T4" fmla="*/ 298 w 512"/>
                  <a:gd name="T5" fmla="*/ 0 h 320"/>
                  <a:gd name="T6" fmla="*/ 138 w 512"/>
                  <a:gd name="T7" fmla="*/ 320 h 320"/>
                  <a:gd name="T8" fmla="*/ 272 w 512"/>
                  <a:gd name="T9" fmla="*/ 267 h 320"/>
                  <a:gd name="T10" fmla="*/ 484 w 512"/>
                  <a:gd name="T11" fmla="*/ 267 h 320"/>
                </a:gdLst>
                <a:ahLst/>
                <a:cxnLst>
                  <a:cxn ang="0">
                    <a:pos x="T0" y="T1"/>
                  </a:cxn>
                  <a:cxn ang="0">
                    <a:pos x="T2" y="T3"/>
                  </a:cxn>
                  <a:cxn ang="0">
                    <a:pos x="T4" y="T5"/>
                  </a:cxn>
                  <a:cxn ang="0">
                    <a:pos x="T6" y="T7"/>
                  </a:cxn>
                  <a:cxn ang="0">
                    <a:pos x="T8" y="T9"/>
                  </a:cxn>
                  <a:cxn ang="0">
                    <a:pos x="T10" y="T11"/>
                  </a:cxn>
                </a:cxnLst>
                <a:rect l="0" t="0" r="r" b="b"/>
                <a:pathLst>
                  <a:path w="512" h="320">
                    <a:moveTo>
                      <a:pt x="484" y="267"/>
                    </a:moveTo>
                    <a:cubicBezTo>
                      <a:pt x="484" y="267"/>
                      <a:pt x="512" y="214"/>
                      <a:pt x="512" y="160"/>
                    </a:cubicBezTo>
                    <a:cubicBezTo>
                      <a:pt x="512" y="27"/>
                      <a:pt x="405" y="0"/>
                      <a:pt x="298" y="0"/>
                    </a:cubicBezTo>
                    <a:cubicBezTo>
                      <a:pt x="0" y="0"/>
                      <a:pt x="85" y="267"/>
                      <a:pt x="138" y="320"/>
                    </a:cubicBezTo>
                    <a:cubicBezTo>
                      <a:pt x="192" y="267"/>
                      <a:pt x="192" y="267"/>
                      <a:pt x="272" y="267"/>
                    </a:cubicBezTo>
                    <a:lnTo>
                      <a:pt x="484" y="267"/>
                    </a:lnTo>
                    <a:close/>
                  </a:path>
                </a:pathLst>
              </a:custGeom>
              <a:solidFill>
                <a:schemeClr val="tx2"/>
              </a:solidFill>
              <a:ln>
                <a:noFill/>
              </a:ln>
            </p:spPr>
            <p:txBody>
              <a:bodyPr/>
              <a:lstStyle/>
              <a:p>
                <a:endParaRPr lang="zh-CN" altLang="en-US"/>
              </a:p>
            </p:txBody>
          </p:sp>
        </p:grpSp>
        <p:grpSp>
          <p:nvGrpSpPr>
            <p:cNvPr id="48" name="组合 47"/>
            <p:cNvGrpSpPr/>
            <p:nvPr/>
          </p:nvGrpSpPr>
          <p:grpSpPr>
            <a:xfrm>
              <a:off x="899853" y="3168503"/>
              <a:ext cx="10376485" cy="2469933"/>
              <a:chOff x="899853" y="3168503"/>
              <a:chExt cx="10376485" cy="2469933"/>
            </a:xfrm>
          </p:grpSpPr>
          <p:sp>
            <p:nvSpPr>
              <p:cNvPr id="2" name="文本框 46"/>
              <p:cNvSpPr txBox="1"/>
              <p:nvPr/>
            </p:nvSpPr>
            <p:spPr>
              <a:xfrm>
                <a:off x="8531648" y="3168503"/>
                <a:ext cx="2744690" cy="95164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5" name="文本框 34"/>
              <p:cNvSpPr txBox="1"/>
              <p:nvPr/>
            </p:nvSpPr>
            <p:spPr>
              <a:xfrm>
                <a:off x="6520283" y="3479488"/>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37" name="文本框 46"/>
              <p:cNvSpPr txBox="1"/>
              <p:nvPr/>
            </p:nvSpPr>
            <p:spPr>
              <a:xfrm>
                <a:off x="8531648" y="4686792"/>
                <a:ext cx="2744690" cy="95164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9" name="文本框 38"/>
              <p:cNvSpPr txBox="1"/>
              <p:nvPr/>
            </p:nvSpPr>
            <p:spPr>
              <a:xfrm>
                <a:off x="6520283" y="5038077"/>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41" name="文本框 40"/>
              <p:cNvSpPr txBox="1"/>
              <p:nvPr/>
            </p:nvSpPr>
            <p:spPr>
              <a:xfrm>
                <a:off x="4095135" y="503434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43" name="文本框 42"/>
              <p:cNvSpPr txBox="1"/>
              <p:nvPr/>
            </p:nvSpPr>
            <p:spPr>
              <a:xfrm>
                <a:off x="4095135" y="3459659"/>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45" name="文本框 46"/>
              <p:cNvSpPr txBox="1"/>
              <p:nvPr/>
            </p:nvSpPr>
            <p:spPr>
              <a:xfrm>
                <a:off x="899853" y="4623784"/>
                <a:ext cx="2744690" cy="95164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7" name="文本框 46"/>
              <p:cNvSpPr txBox="1"/>
              <p:nvPr/>
            </p:nvSpPr>
            <p:spPr>
              <a:xfrm>
                <a:off x="899853" y="3168503"/>
                <a:ext cx="2744690" cy="95164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49" name="组合 48"/>
            <p:cNvGrpSpPr/>
            <p:nvPr/>
          </p:nvGrpSpPr>
          <p:grpSpPr>
            <a:xfrm>
              <a:off x="2007331" y="1735328"/>
              <a:ext cx="8177338" cy="1038042"/>
              <a:chOff x="2151345" y="1671541"/>
              <a:chExt cx="8177338" cy="1038042"/>
            </a:xfrm>
          </p:grpSpPr>
          <p:sp>
            <p:nvSpPr>
              <p:cNvPr id="50" name="文本框 49"/>
              <p:cNvSpPr txBox="1"/>
              <p:nvPr/>
            </p:nvSpPr>
            <p:spPr>
              <a:xfrm>
                <a:off x="3526199" y="1671541"/>
                <a:ext cx="5427630" cy="400110"/>
              </a:xfrm>
              <a:prstGeom prst="rect">
                <a:avLst/>
              </a:prstGeom>
              <a:noFill/>
            </p:spPr>
            <p:txBody>
              <a:bodyPr wrap="square" rtlCol="0">
                <a:spAutoFit/>
              </a:bodyPr>
              <a:lstStyle/>
              <a:p>
                <a:pPr algn="ctr"/>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51" name="文本框 45"/>
              <p:cNvSpPr txBox="1"/>
              <p:nvPr/>
            </p:nvSpPr>
            <p:spPr>
              <a:xfrm>
                <a:off x="2151345" y="2124808"/>
                <a:ext cx="817733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03</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研究成果</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116" name="组合 115"/>
          <p:cNvGrpSpPr/>
          <p:nvPr/>
        </p:nvGrpSpPr>
        <p:grpSpPr>
          <a:xfrm>
            <a:off x="558583" y="2256993"/>
            <a:ext cx="11074833" cy="3386168"/>
            <a:chOff x="558583" y="2269693"/>
            <a:chExt cx="11074833" cy="3386168"/>
          </a:xfrm>
        </p:grpSpPr>
        <p:grpSp>
          <p:nvGrpSpPr>
            <p:cNvPr id="83" name="组合 82"/>
            <p:cNvGrpSpPr/>
            <p:nvPr/>
          </p:nvGrpSpPr>
          <p:grpSpPr>
            <a:xfrm>
              <a:off x="558583" y="2274957"/>
              <a:ext cx="3332579" cy="3375639"/>
              <a:chOff x="558583" y="1936754"/>
              <a:chExt cx="3332579" cy="3375639"/>
            </a:xfrm>
          </p:grpSpPr>
          <p:sp>
            <p:nvSpPr>
              <p:cNvPr id="77" name="iconfont-11206-4016510"/>
              <p:cNvSpPr>
                <a:spLocks noChangeAspect="1"/>
              </p:cNvSpPr>
              <p:nvPr/>
            </p:nvSpPr>
            <p:spPr bwMode="auto">
              <a:xfrm>
                <a:off x="657149" y="1936754"/>
                <a:ext cx="463340" cy="442283"/>
              </a:xfrm>
              <a:custGeom>
                <a:avLst/>
                <a:gdLst>
                  <a:gd name="T0" fmla="*/ 11467 w 11734"/>
                  <a:gd name="T1" fmla="*/ 0 h 11200"/>
                  <a:gd name="T2" fmla="*/ 267 w 11734"/>
                  <a:gd name="T3" fmla="*/ 0 h 11200"/>
                  <a:gd name="T4" fmla="*/ 0 w 11734"/>
                  <a:gd name="T5" fmla="*/ 267 h 11200"/>
                  <a:gd name="T6" fmla="*/ 0 w 11734"/>
                  <a:gd name="T7" fmla="*/ 8533 h 11200"/>
                  <a:gd name="T8" fmla="*/ 267 w 11734"/>
                  <a:gd name="T9" fmla="*/ 8800 h 11200"/>
                  <a:gd name="T10" fmla="*/ 5600 w 11734"/>
                  <a:gd name="T11" fmla="*/ 8800 h 11200"/>
                  <a:gd name="T12" fmla="*/ 5600 w 11734"/>
                  <a:gd name="T13" fmla="*/ 10667 h 11200"/>
                  <a:gd name="T14" fmla="*/ 2400 w 11734"/>
                  <a:gd name="T15" fmla="*/ 10667 h 11200"/>
                  <a:gd name="T16" fmla="*/ 2400 w 11734"/>
                  <a:gd name="T17" fmla="*/ 11200 h 11200"/>
                  <a:gd name="T18" fmla="*/ 9334 w 11734"/>
                  <a:gd name="T19" fmla="*/ 11200 h 11200"/>
                  <a:gd name="T20" fmla="*/ 9334 w 11734"/>
                  <a:gd name="T21" fmla="*/ 10667 h 11200"/>
                  <a:gd name="T22" fmla="*/ 6134 w 11734"/>
                  <a:gd name="T23" fmla="*/ 10667 h 11200"/>
                  <a:gd name="T24" fmla="*/ 6134 w 11734"/>
                  <a:gd name="T25" fmla="*/ 8800 h 11200"/>
                  <a:gd name="T26" fmla="*/ 11467 w 11734"/>
                  <a:gd name="T27" fmla="*/ 8800 h 11200"/>
                  <a:gd name="T28" fmla="*/ 11734 w 11734"/>
                  <a:gd name="T29" fmla="*/ 8533 h 11200"/>
                  <a:gd name="T30" fmla="*/ 11734 w 11734"/>
                  <a:gd name="T31" fmla="*/ 267 h 11200"/>
                  <a:gd name="T32" fmla="*/ 11467 w 11734"/>
                  <a:gd name="T33" fmla="*/ 0 h 11200"/>
                  <a:gd name="T34" fmla="*/ 11200 w 11734"/>
                  <a:gd name="T35" fmla="*/ 8267 h 11200"/>
                  <a:gd name="T36" fmla="*/ 534 w 11734"/>
                  <a:gd name="T37" fmla="*/ 8267 h 11200"/>
                  <a:gd name="T38" fmla="*/ 534 w 11734"/>
                  <a:gd name="T39" fmla="*/ 7200 h 11200"/>
                  <a:gd name="T40" fmla="*/ 11200 w 11734"/>
                  <a:gd name="T41" fmla="*/ 7200 h 11200"/>
                  <a:gd name="T42" fmla="*/ 11200 w 11734"/>
                  <a:gd name="T43" fmla="*/ 8267 h 11200"/>
                  <a:gd name="T44" fmla="*/ 11200 w 11734"/>
                  <a:gd name="T45" fmla="*/ 6667 h 11200"/>
                  <a:gd name="T46" fmla="*/ 534 w 11734"/>
                  <a:gd name="T47" fmla="*/ 6667 h 11200"/>
                  <a:gd name="T48" fmla="*/ 534 w 11734"/>
                  <a:gd name="T49" fmla="*/ 533 h 11200"/>
                  <a:gd name="T50" fmla="*/ 11200 w 11734"/>
                  <a:gd name="T51" fmla="*/ 533 h 11200"/>
                  <a:gd name="T52" fmla="*/ 11200 w 11734"/>
                  <a:gd name="T53" fmla="*/ 6667 h 1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734" h="11200">
                    <a:moveTo>
                      <a:pt x="11467" y="0"/>
                    </a:moveTo>
                    <a:lnTo>
                      <a:pt x="267" y="0"/>
                    </a:lnTo>
                    <a:cubicBezTo>
                      <a:pt x="107" y="0"/>
                      <a:pt x="0" y="107"/>
                      <a:pt x="0" y="267"/>
                    </a:cubicBezTo>
                    <a:lnTo>
                      <a:pt x="0" y="8533"/>
                    </a:lnTo>
                    <a:cubicBezTo>
                      <a:pt x="0" y="8693"/>
                      <a:pt x="107" y="8800"/>
                      <a:pt x="267" y="8800"/>
                    </a:cubicBezTo>
                    <a:lnTo>
                      <a:pt x="5600" y="8800"/>
                    </a:lnTo>
                    <a:lnTo>
                      <a:pt x="5600" y="10667"/>
                    </a:lnTo>
                    <a:lnTo>
                      <a:pt x="2400" y="10667"/>
                    </a:lnTo>
                    <a:lnTo>
                      <a:pt x="2400" y="11200"/>
                    </a:lnTo>
                    <a:lnTo>
                      <a:pt x="9334" y="11200"/>
                    </a:lnTo>
                    <a:lnTo>
                      <a:pt x="9334" y="10667"/>
                    </a:lnTo>
                    <a:lnTo>
                      <a:pt x="6134" y="10667"/>
                    </a:lnTo>
                    <a:lnTo>
                      <a:pt x="6134" y="8800"/>
                    </a:lnTo>
                    <a:lnTo>
                      <a:pt x="11467" y="8800"/>
                    </a:lnTo>
                    <a:cubicBezTo>
                      <a:pt x="11627" y="8800"/>
                      <a:pt x="11734" y="8693"/>
                      <a:pt x="11734" y="8533"/>
                    </a:cubicBezTo>
                    <a:lnTo>
                      <a:pt x="11734" y="267"/>
                    </a:lnTo>
                    <a:cubicBezTo>
                      <a:pt x="11734" y="107"/>
                      <a:pt x="11627" y="0"/>
                      <a:pt x="11467" y="0"/>
                    </a:cubicBezTo>
                    <a:close/>
                    <a:moveTo>
                      <a:pt x="11200" y="8267"/>
                    </a:moveTo>
                    <a:lnTo>
                      <a:pt x="534" y="8267"/>
                    </a:lnTo>
                    <a:lnTo>
                      <a:pt x="534" y="7200"/>
                    </a:lnTo>
                    <a:lnTo>
                      <a:pt x="11200" y="7200"/>
                    </a:lnTo>
                    <a:lnTo>
                      <a:pt x="11200" y="8267"/>
                    </a:lnTo>
                    <a:close/>
                    <a:moveTo>
                      <a:pt x="11200" y="6667"/>
                    </a:moveTo>
                    <a:lnTo>
                      <a:pt x="534" y="6667"/>
                    </a:lnTo>
                    <a:lnTo>
                      <a:pt x="534" y="533"/>
                    </a:lnTo>
                    <a:lnTo>
                      <a:pt x="11200" y="533"/>
                    </a:lnTo>
                    <a:lnTo>
                      <a:pt x="11200" y="6667"/>
                    </a:lnTo>
                    <a:close/>
                  </a:path>
                </a:pathLst>
              </a:custGeom>
              <a:solidFill>
                <a:schemeClr val="accent2"/>
              </a:solidFill>
              <a:ln>
                <a:noFill/>
              </a:ln>
            </p:spPr>
          </p:sp>
          <p:sp>
            <p:nvSpPr>
              <p:cNvPr id="2" name="文本框 34"/>
              <p:cNvSpPr txBox="1"/>
              <p:nvPr/>
            </p:nvSpPr>
            <p:spPr>
              <a:xfrm>
                <a:off x="558583" y="2499714"/>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4" name="文本框 46"/>
              <p:cNvSpPr txBox="1"/>
              <p:nvPr/>
            </p:nvSpPr>
            <p:spPr>
              <a:xfrm>
                <a:off x="558583" y="4358286"/>
                <a:ext cx="333257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 name="文本框 4"/>
              <p:cNvSpPr txBox="1"/>
              <p:nvPr/>
            </p:nvSpPr>
            <p:spPr>
              <a:xfrm>
                <a:off x="558584" y="3020635"/>
                <a:ext cx="3332578" cy="1015663"/>
              </a:xfrm>
              <a:prstGeom prst="rect">
                <a:avLst/>
              </a:prstGeom>
              <a:noFill/>
            </p:spPr>
            <p:txBody>
              <a:bodyPr wrap="square" rtlCol="0">
                <a:spAutoFit/>
              </a:bodyPr>
              <a:lstStyle>
                <a:defPPr>
                  <a:defRPr lang="zh-CN"/>
                </a:defPPr>
                <a:lvl1pPr>
                  <a:defRPr sz="2400">
                    <a:solidFill>
                      <a:schemeClr val="tx2">
                        <a:lumMod val="50000"/>
                      </a:schemeClr>
                    </a:solidFill>
                    <a:latin typeface="+mj-ea"/>
                    <a:ea typeface="+mj-ea"/>
                  </a:defRPr>
                </a:lvl1pPr>
              </a:lstStyle>
              <a:p>
                <a:r>
                  <a:rPr lang="en-US" altLang="zh-CN" sz="6000" dirty="0">
                    <a:solidFill>
                      <a:schemeClr val="accent2"/>
                    </a:solidFill>
                    <a:latin typeface="+mn-ea"/>
                    <a:ea typeface="+mn-ea"/>
                  </a:rPr>
                  <a:t>75.86%</a:t>
                </a:r>
                <a:endParaRPr lang="zh-CN" altLang="en-US" sz="6000" dirty="0">
                  <a:solidFill>
                    <a:schemeClr val="accent2"/>
                  </a:solidFill>
                  <a:latin typeface="+mn-ea"/>
                  <a:ea typeface="+mn-ea"/>
                </a:endParaRPr>
              </a:p>
            </p:txBody>
          </p:sp>
          <p:grpSp>
            <p:nvGrpSpPr>
              <p:cNvPr id="82" name="组合 81"/>
              <p:cNvGrpSpPr/>
              <p:nvPr/>
            </p:nvGrpSpPr>
            <p:grpSpPr>
              <a:xfrm>
                <a:off x="657149" y="4005024"/>
                <a:ext cx="3045723" cy="216000"/>
                <a:chOff x="657149" y="3929868"/>
                <a:chExt cx="3045723" cy="216000"/>
              </a:xfrm>
            </p:grpSpPr>
            <p:sp>
              <p:nvSpPr>
                <p:cNvPr id="7" name="矩形: 圆角 6"/>
                <p:cNvSpPr/>
                <p:nvPr/>
              </p:nvSpPr>
              <p:spPr>
                <a:xfrm>
                  <a:off x="746871" y="3929868"/>
                  <a:ext cx="2956001" cy="216000"/>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圆角 80"/>
                <p:cNvSpPr/>
                <p:nvPr/>
              </p:nvSpPr>
              <p:spPr>
                <a:xfrm>
                  <a:off x="657149" y="3929868"/>
                  <a:ext cx="1964131"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0" name="Group 83"/>
            <p:cNvGrpSpPr/>
            <p:nvPr/>
          </p:nvGrpSpPr>
          <p:grpSpPr>
            <a:xfrm>
              <a:off x="4429710" y="2269693"/>
              <a:ext cx="3332579" cy="3386168"/>
              <a:chOff x="558583" y="1926225"/>
              <a:chExt cx="3332579" cy="3386168"/>
            </a:xfrm>
          </p:grpSpPr>
          <p:sp>
            <p:nvSpPr>
              <p:cNvPr id="101" name="iconfont-11206-4016510"/>
              <p:cNvSpPr>
                <a:spLocks noChangeAspect="1"/>
              </p:cNvSpPr>
              <p:nvPr/>
            </p:nvSpPr>
            <p:spPr bwMode="auto">
              <a:xfrm>
                <a:off x="657149" y="1926225"/>
                <a:ext cx="463340" cy="463340"/>
              </a:xfrm>
              <a:custGeom>
                <a:avLst/>
                <a:gdLst>
                  <a:gd name="T0" fmla="*/ 267 w 11734"/>
                  <a:gd name="T1" fmla="*/ 0 h 11734"/>
                  <a:gd name="T2" fmla="*/ 0 w 11734"/>
                  <a:gd name="T3" fmla="*/ 11467 h 11734"/>
                  <a:gd name="T4" fmla="*/ 11467 w 11734"/>
                  <a:gd name="T5" fmla="*/ 11734 h 11734"/>
                  <a:gd name="T6" fmla="*/ 11734 w 11734"/>
                  <a:gd name="T7" fmla="*/ 267 h 11734"/>
                  <a:gd name="T8" fmla="*/ 11200 w 11734"/>
                  <a:gd name="T9" fmla="*/ 11200 h 11734"/>
                  <a:gd name="T10" fmla="*/ 534 w 11734"/>
                  <a:gd name="T11" fmla="*/ 8000 h 11734"/>
                  <a:gd name="T12" fmla="*/ 11200 w 11734"/>
                  <a:gd name="T13" fmla="*/ 11200 h 11734"/>
                  <a:gd name="T14" fmla="*/ 534 w 11734"/>
                  <a:gd name="T15" fmla="*/ 7467 h 11734"/>
                  <a:gd name="T16" fmla="*/ 11200 w 11734"/>
                  <a:gd name="T17" fmla="*/ 4267 h 11734"/>
                  <a:gd name="T18" fmla="*/ 11200 w 11734"/>
                  <a:gd name="T19" fmla="*/ 3734 h 11734"/>
                  <a:gd name="T20" fmla="*/ 534 w 11734"/>
                  <a:gd name="T21" fmla="*/ 534 h 11734"/>
                  <a:gd name="T22" fmla="*/ 11200 w 11734"/>
                  <a:gd name="T23" fmla="*/ 3734 h 11734"/>
                  <a:gd name="T24" fmla="*/ 2667 w 11734"/>
                  <a:gd name="T25" fmla="*/ 9067 h 11734"/>
                  <a:gd name="T26" fmla="*/ 3200 w 11734"/>
                  <a:gd name="T27" fmla="*/ 10134 h 11734"/>
                  <a:gd name="T28" fmla="*/ 2134 w 11734"/>
                  <a:gd name="T29" fmla="*/ 9067 h 11734"/>
                  <a:gd name="T30" fmla="*/ 1600 w 11734"/>
                  <a:gd name="T31" fmla="*/ 10134 h 11734"/>
                  <a:gd name="T32" fmla="*/ 2134 w 11734"/>
                  <a:gd name="T33" fmla="*/ 9067 h 11734"/>
                  <a:gd name="T34" fmla="*/ 8267 w 11734"/>
                  <a:gd name="T35" fmla="*/ 9334 h 11734"/>
                  <a:gd name="T36" fmla="*/ 10400 w 11734"/>
                  <a:gd name="T37" fmla="*/ 9867 h 11734"/>
                  <a:gd name="T38" fmla="*/ 3200 w 11734"/>
                  <a:gd name="T39" fmla="*/ 5334 h 11734"/>
                  <a:gd name="T40" fmla="*/ 2667 w 11734"/>
                  <a:gd name="T41" fmla="*/ 6400 h 11734"/>
                  <a:gd name="T42" fmla="*/ 3200 w 11734"/>
                  <a:gd name="T43" fmla="*/ 5334 h 11734"/>
                  <a:gd name="T44" fmla="*/ 1600 w 11734"/>
                  <a:gd name="T45" fmla="*/ 5334 h 11734"/>
                  <a:gd name="T46" fmla="*/ 2134 w 11734"/>
                  <a:gd name="T47" fmla="*/ 6400 h 11734"/>
                  <a:gd name="T48" fmla="*/ 10400 w 11734"/>
                  <a:gd name="T49" fmla="*/ 5600 h 11734"/>
                  <a:gd name="T50" fmla="*/ 8267 w 11734"/>
                  <a:gd name="T51" fmla="*/ 6134 h 11734"/>
                  <a:gd name="T52" fmla="*/ 10400 w 11734"/>
                  <a:gd name="T53" fmla="*/ 5600 h 11734"/>
                  <a:gd name="T54" fmla="*/ 2667 w 11734"/>
                  <a:gd name="T55" fmla="*/ 1600 h 11734"/>
                  <a:gd name="T56" fmla="*/ 3200 w 11734"/>
                  <a:gd name="T57" fmla="*/ 2667 h 11734"/>
                  <a:gd name="T58" fmla="*/ 2134 w 11734"/>
                  <a:gd name="T59" fmla="*/ 1600 h 11734"/>
                  <a:gd name="T60" fmla="*/ 1600 w 11734"/>
                  <a:gd name="T61" fmla="*/ 2667 h 11734"/>
                  <a:gd name="T62" fmla="*/ 2134 w 11734"/>
                  <a:gd name="T63" fmla="*/ 1600 h 11734"/>
                  <a:gd name="T64" fmla="*/ 8267 w 11734"/>
                  <a:gd name="T65" fmla="*/ 1867 h 11734"/>
                  <a:gd name="T66" fmla="*/ 10400 w 11734"/>
                  <a:gd name="T67" fmla="*/ 2400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734" h="11734">
                    <a:moveTo>
                      <a:pt x="11467" y="0"/>
                    </a:moveTo>
                    <a:lnTo>
                      <a:pt x="267" y="0"/>
                    </a:lnTo>
                    <a:cubicBezTo>
                      <a:pt x="107" y="0"/>
                      <a:pt x="0" y="107"/>
                      <a:pt x="0" y="267"/>
                    </a:cubicBezTo>
                    <a:lnTo>
                      <a:pt x="0" y="11467"/>
                    </a:lnTo>
                    <a:cubicBezTo>
                      <a:pt x="0" y="11627"/>
                      <a:pt x="107" y="11734"/>
                      <a:pt x="267" y="11734"/>
                    </a:cubicBezTo>
                    <a:lnTo>
                      <a:pt x="11467" y="11734"/>
                    </a:lnTo>
                    <a:cubicBezTo>
                      <a:pt x="11627" y="11734"/>
                      <a:pt x="11734" y="11627"/>
                      <a:pt x="11734" y="11467"/>
                    </a:cubicBezTo>
                    <a:lnTo>
                      <a:pt x="11734" y="267"/>
                    </a:lnTo>
                    <a:cubicBezTo>
                      <a:pt x="11734" y="107"/>
                      <a:pt x="11627" y="0"/>
                      <a:pt x="11467" y="0"/>
                    </a:cubicBezTo>
                    <a:close/>
                    <a:moveTo>
                      <a:pt x="11200" y="11200"/>
                    </a:moveTo>
                    <a:lnTo>
                      <a:pt x="534" y="11200"/>
                    </a:lnTo>
                    <a:lnTo>
                      <a:pt x="534" y="8000"/>
                    </a:lnTo>
                    <a:lnTo>
                      <a:pt x="11200" y="8000"/>
                    </a:lnTo>
                    <a:lnTo>
                      <a:pt x="11200" y="11200"/>
                    </a:lnTo>
                    <a:close/>
                    <a:moveTo>
                      <a:pt x="11200" y="7467"/>
                    </a:moveTo>
                    <a:lnTo>
                      <a:pt x="534" y="7467"/>
                    </a:lnTo>
                    <a:lnTo>
                      <a:pt x="534" y="4267"/>
                    </a:lnTo>
                    <a:lnTo>
                      <a:pt x="11200" y="4267"/>
                    </a:lnTo>
                    <a:lnTo>
                      <a:pt x="11200" y="7467"/>
                    </a:lnTo>
                    <a:close/>
                    <a:moveTo>
                      <a:pt x="11200" y="3734"/>
                    </a:moveTo>
                    <a:lnTo>
                      <a:pt x="534" y="3734"/>
                    </a:lnTo>
                    <a:lnTo>
                      <a:pt x="534" y="534"/>
                    </a:lnTo>
                    <a:lnTo>
                      <a:pt x="11200" y="534"/>
                    </a:lnTo>
                    <a:lnTo>
                      <a:pt x="11200" y="3734"/>
                    </a:lnTo>
                    <a:close/>
                    <a:moveTo>
                      <a:pt x="3200" y="9067"/>
                    </a:moveTo>
                    <a:lnTo>
                      <a:pt x="2667" y="9067"/>
                    </a:lnTo>
                    <a:lnTo>
                      <a:pt x="2667" y="10134"/>
                    </a:lnTo>
                    <a:lnTo>
                      <a:pt x="3200" y="10134"/>
                    </a:lnTo>
                    <a:lnTo>
                      <a:pt x="3200" y="9067"/>
                    </a:lnTo>
                    <a:close/>
                    <a:moveTo>
                      <a:pt x="2134" y="9067"/>
                    </a:moveTo>
                    <a:lnTo>
                      <a:pt x="1600" y="9067"/>
                    </a:lnTo>
                    <a:lnTo>
                      <a:pt x="1600" y="10134"/>
                    </a:lnTo>
                    <a:lnTo>
                      <a:pt x="2134" y="10134"/>
                    </a:lnTo>
                    <a:lnTo>
                      <a:pt x="2134" y="9067"/>
                    </a:lnTo>
                    <a:close/>
                    <a:moveTo>
                      <a:pt x="10400" y="9334"/>
                    </a:moveTo>
                    <a:lnTo>
                      <a:pt x="8267" y="9334"/>
                    </a:lnTo>
                    <a:lnTo>
                      <a:pt x="8267" y="9867"/>
                    </a:lnTo>
                    <a:lnTo>
                      <a:pt x="10400" y="9867"/>
                    </a:lnTo>
                    <a:lnTo>
                      <a:pt x="10400" y="9334"/>
                    </a:lnTo>
                    <a:close/>
                    <a:moveTo>
                      <a:pt x="3200" y="5334"/>
                    </a:moveTo>
                    <a:lnTo>
                      <a:pt x="2667" y="5334"/>
                    </a:lnTo>
                    <a:lnTo>
                      <a:pt x="2667" y="6400"/>
                    </a:lnTo>
                    <a:lnTo>
                      <a:pt x="3200" y="6400"/>
                    </a:lnTo>
                    <a:lnTo>
                      <a:pt x="3200" y="5334"/>
                    </a:lnTo>
                    <a:close/>
                    <a:moveTo>
                      <a:pt x="2134" y="5334"/>
                    </a:moveTo>
                    <a:lnTo>
                      <a:pt x="1600" y="5334"/>
                    </a:lnTo>
                    <a:lnTo>
                      <a:pt x="1600" y="6400"/>
                    </a:lnTo>
                    <a:lnTo>
                      <a:pt x="2134" y="6400"/>
                    </a:lnTo>
                    <a:lnTo>
                      <a:pt x="2134" y="5334"/>
                    </a:lnTo>
                    <a:close/>
                    <a:moveTo>
                      <a:pt x="10400" y="5600"/>
                    </a:moveTo>
                    <a:lnTo>
                      <a:pt x="8267" y="5600"/>
                    </a:lnTo>
                    <a:lnTo>
                      <a:pt x="8267" y="6134"/>
                    </a:lnTo>
                    <a:lnTo>
                      <a:pt x="10400" y="6134"/>
                    </a:lnTo>
                    <a:lnTo>
                      <a:pt x="10400" y="5600"/>
                    </a:lnTo>
                    <a:close/>
                    <a:moveTo>
                      <a:pt x="3200" y="1600"/>
                    </a:moveTo>
                    <a:lnTo>
                      <a:pt x="2667" y="1600"/>
                    </a:lnTo>
                    <a:lnTo>
                      <a:pt x="2667" y="2667"/>
                    </a:lnTo>
                    <a:lnTo>
                      <a:pt x="3200" y="2667"/>
                    </a:lnTo>
                    <a:lnTo>
                      <a:pt x="3200" y="1600"/>
                    </a:lnTo>
                    <a:close/>
                    <a:moveTo>
                      <a:pt x="2134" y="1600"/>
                    </a:moveTo>
                    <a:lnTo>
                      <a:pt x="1600" y="1600"/>
                    </a:lnTo>
                    <a:lnTo>
                      <a:pt x="1600" y="2667"/>
                    </a:lnTo>
                    <a:lnTo>
                      <a:pt x="2134" y="2667"/>
                    </a:lnTo>
                    <a:lnTo>
                      <a:pt x="2134" y="1600"/>
                    </a:lnTo>
                    <a:close/>
                    <a:moveTo>
                      <a:pt x="10400" y="1867"/>
                    </a:moveTo>
                    <a:lnTo>
                      <a:pt x="8267" y="1867"/>
                    </a:lnTo>
                    <a:lnTo>
                      <a:pt x="8267" y="2400"/>
                    </a:lnTo>
                    <a:lnTo>
                      <a:pt x="10400" y="2400"/>
                    </a:lnTo>
                    <a:lnTo>
                      <a:pt x="10400" y="1867"/>
                    </a:lnTo>
                    <a:close/>
                  </a:path>
                </a:pathLst>
              </a:custGeom>
              <a:solidFill>
                <a:schemeClr val="accent3"/>
              </a:solidFill>
              <a:ln>
                <a:noFill/>
              </a:ln>
            </p:spPr>
            <p:txBody>
              <a:bodyPr/>
              <a:lstStyle/>
              <a:p>
                <a:endParaRPr lang="zh-CN" altLang="en-US"/>
              </a:p>
            </p:txBody>
          </p:sp>
          <p:sp>
            <p:nvSpPr>
              <p:cNvPr id="102" name="文本框 34"/>
              <p:cNvSpPr txBox="1"/>
              <p:nvPr/>
            </p:nvSpPr>
            <p:spPr>
              <a:xfrm>
                <a:off x="558583" y="2499714"/>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103" name="文本框 46"/>
              <p:cNvSpPr txBox="1"/>
              <p:nvPr/>
            </p:nvSpPr>
            <p:spPr>
              <a:xfrm>
                <a:off x="558583" y="4358286"/>
                <a:ext cx="333257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04" name="文本框 87"/>
              <p:cNvSpPr txBox="1"/>
              <p:nvPr/>
            </p:nvSpPr>
            <p:spPr>
              <a:xfrm>
                <a:off x="558584" y="3020635"/>
                <a:ext cx="3332578"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6000" dirty="0">
                    <a:solidFill>
                      <a:schemeClr val="accent3"/>
                    </a:solidFill>
                    <a:latin typeface="+mn-ea"/>
                    <a:ea typeface="+mn-ea"/>
                  </a:rPr>
                  <a:t>49.99%</a:t>
                </a:r>
                <a:endParaRPr lang="zh-CN" altLang="en-US" sz="6000" dirty="0">
                  <a:solidFill>
                    <a:schemeClr val="accent3"/>
                  </a:solidFill>
                  <a:latin typeface="+mn-ea"/>
                  <a:ea typeface="+mn-ea"/>
                </a:endParaRPr>
              </a:p>
            </p:txBody>
          </p:sp>
          <p:grpSp>
            <p:nvGrpSpPr>
              <p:cNvPr id="105" name="组合 104"/>
              <p:cNvGrpSpPr/>
              <p:nvPr/>
            </p:nvGrpSpPr>
            <p:grpSpPr>
              <a:xfrm>
                <a:off x="657150" y="4005024"/>
                <a:ext cx="3045722" cy="216000"/>
                <a:chOff x="657150" y="3929868"/>
                <a:chExt cx="3045722" cy="216000"/>
              </a:xfrm>
            </p:grpSpPr>
            <p:sp>
              <p:nvSpPr>
                <p:cNvPr id="106" name="矩形: 圆角 105"/>
                <p:cNvSpPr/>
                <p:nvPr/>
              </p:nvSpPr>
              <p:spPr>
                <a:xfrm>
                  <a:off x="746871" y="3929868"/>
                  <a:ext cx="2956001" cy="216000"/>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7" name="矩形: 圆角 106"/>
                <p:cNvSpPr/>
                <p:nvPr/>
              </p:nvSpPr>
              <p:spPr>
                <a:xfrm>
                  <a:off x="657150" y="3929868"/>
                  <a:ext cx="1567724" cy="21600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108" name="Group 91"/>
            <p:cNvGrpSpPr/>
            <p:nvPr/>
          </p:nvGrpSpPr>
          <p:grpSpPr>
            <a:xfrm>
              <a:off x="8300837" y="2269693"/>
              <a:ext cx="3332579" cy="3386168"/>
              <a:chOff x="558583" y="1926225"/>
              <a:chExt cx="3332579" cy="3386168"/>
            </a:xfrm>
          </p:grpSpPr>
          <p:sp>
            <p:nvSpPr>
              <p:cNvPr id="109" name="iconfont-11206-4016510"/>
              <p:cNvSpPr>
                <a:spLocks noChangeAspect="1"/>
              </p:cNvSpPr>
              <p:nvPr/>
            </p:nvSpPr>
            <p:spPr bwMode="auto">
              <a:xfrm>
                <a:off x="657190" y="1926225"/>
                <a:ext cx="463257" cy="463340"/>
              </a:xfrm>
              <a:custGeom>
                <a:avLst/>
                <a:gdLst>
                  <a:gd name="T0" fmla="*/ 11600 w 11600"/>
                  <a:gd name="T1" fmla="*/ 1893 h 11600"/>
                  <a:gd name="T2" fmla="*/ 9707 w 11600"/>
                  <a:gd name="T3" fmla="*/ 0 h 11600"/>
                  <a:gd name="T4" fmla="*/ 8240 w 11600"/>
                  <a:gd name="T5" fmla="*/ 1466 h 11600"/>
                  <a:gd name="T6" fmla="*/ 267 w 11600"/>
                  <a:gd name="T7" fmla="*/ 1466 h 11600"/>
                  <a:gd name="T8" fmla="*/ 0 w 11600"/>
                  <a:gd name="T9" fmla="*/ 1733 h 11600"/>
                  <a:gd name="T10" fmla="*/ 0 w 11600"/>
                  <a:gd name="T11" fmla="*/ 11333 h 11600"/>
                  <a:gd name="T12" fmla="*/ 267 w 11600"/>
                  <a:gd name="T13" fmla="*/ 11600 h 11600"/>
                  <a:gd name="T14" fmla="*/ 7467 w 11600"/>
                  <a:gd name="T15" fmla="*/ 11600 h 11600"/>
                  <a:gd name="T16" fmla="*/ 7654 w 11600"/>
                  <a:gd name="T17" fmla="*/ 11520 h 11600"/>
                  <a:gd name="T18" fmla="*/ 10054 w 11600"/>
                  <a:gd name="T19" fmla="*/ 9120 h 11600"/>
                  <a:gd name="T20" fmla="*/ 10134 w 11600"/>
                  <a:gd name="T21" fmla="*/ 8933 h 11600"/>
                  <a:gd name="T22" fmla="*/ 10134 w 11600"/>
                  <a:gd name="T23" fmla="*/ 3360 h 11600"/>
                  <a:gd name="T24" fmla="*/ 11600 w 11600"/>
                  <a:gd name="T25" fmla="*/ 1893 h 11600"/>
                  <a:gd name="T26" fmla="*/ 4987 w 11600"/>
                  <a:gd name="T27" fmla="*/ 7760 h 11600"/>
                  <a:gd name="T28" fmla="*/ 3760 w 11600"/>
                  <a:gd name="T29" fmla="*/ 6693 h 11600"/>
                  <a:gd name="T30" fmla="*/ 8747 w 11600"/>
                  <a:gd name="T31" fmla="*/ 1706 h 11600"/>
                  <a:gd name="T32" fmla="*/ 9894 w 11600"/>
                  <a:gd name="T33" fmla="*/ 2853 h 11600"/>
                  <a:gd name="T34" fmla="*/ 4987 w 11600"/>
                  <a:gd name="T35" fmla="*/ 7760 h 11600"/>
                  <a:gd name="T36" fmla="*/ 3440 w 11600"/>
                  <a:gd name="T37" fmla="*/ 7146 h 11600"/>
                  <a:gd name="T38" fmla="*/ 4560 w 11600"/>
                  <a:gd name="T39" fmla="*/ 8106 h 11600"/>
                  <a:gd name="T40" fmla="*/ 3040 w 11600"/>
                  <a:gd name="T41" fmla="*/ 8533 h 11600"/>
                  <a:gd name="T42" fmla="*/ 3440 w 11600"/>
                  <a:gd name="T43" fmla="*/ 7146 h 11600"/>
                  <a:gd name="T44" fmla="*/ 10854 w 11600"/>
                  <a:gd name="T45" fmla="*/ 1893 h 11600"/>
                  <a:gd name="T46" fmla="*/ 10267 w 11600"/>
                  <a:gd name="T47" fmla="*/ 2480 h 11600"/>
                  <a:gd name="T48" fmla="*/ 9120 w 11600"/>
                  <a:gd name="T49" fmla="*/ 1333 h 11600"/>
                  <a:gd name="T50" fmla="*/ 9707 w 11600"/>
                  <a:gd name="T51" fmla="*/ 746 h 11600"/>
                  <a:gd name="T52" fmla="*/ 10854 w 11600"/>
                  <a:gd name="T53" fmla="*/ 1893 h 11600"/>
                  <a:gd name="T54" fmla="*/ 7734 w 11600"/>
                  <a:gd name="T55" fmla="*/ 10693 h 11600"/>
                  <a:gd name="T56" fmla="*/ 7734 w 11600"/>
                  <a:gd name="T57" fmla="*/ 9200 h 11600"/>
                  <a:gd name="T58" fmla="*/ 9227 w 11600"/>
                  <a:gd name="T59" fmla="*/ 9200 h 11600"/>
                  <a:gd name="T60" fmla="*/ 7734 w 11600"/>
                  <a:gd name="T61" fmla="*/ 10693 h 11600"/>
                  <a:gd name="T62" fmla="*/ 9600 w 11600"/>
                  <a:gd name="T63" fmla="*/ 8666 h 11600"/>
                  <a:gd name="T64" fmla="*/ 7467 w 11600"/>
                  <a:gd name="T65" fmla="*/ 8666 h 11600"/>
                  <a:gd name="T66" fmla="*/ 7200 w 11600"/>
                  <a:gd name="T67" fmla="*/ 8933 h 11600"/>
                  <a:gd name="T68" fmla="*/ 7200 w 11600"/>
                  <a:gd name="T69" fmla="*/ 11066 h 11600"/>
                  <a:gd name="T70" fmla="*/ 534 w 11600"/>
                  <a:gd name="T71" fmla="*/ 11066 h 11600"/>
                  <a:gd name="T72" fmla="*/ 534 w 11600"/>
                  <a:gd name="T73" fmla="*/ 2000 h 11600"/>
                  <a:gd name="T74" fmla="*/ 7707 w 11600"/>
                  <a:gd name="T75" fmla="*/ 2000 h 11600"/>
                  <a:gd name="T76" fmla="*/ 6107 w 11600"/>
                  <a:gd name="T77" fmla="*/ 3600 h 11600"/>
                  <a:gd name="T78" fmla="*/ 1600 w 11600"/>
                  <a:gd name="T79" fmla="*/ 3600 h 11600"/>
                  <a:gd name="T80" fmla="*/ 1600 w 11600"/>
                  <a:gd name="T81" fmla="*/ 4133 h 11600"/>
                  <a:gd name="T82" fmla="*/ 5574 w 11600"/>
                  <a:gd name="T83" fmla="*/ 4133 h 11600"/>
                  <a:gd name="T84" fmla="*/ 3974 w 11600"/>
                  <a:gd name="T85" fmla="*/ 5733 h 11600"/>
                  <a:gd name="T86" fmla="*/ 1600 w 11600"/>
                  <a:gd name="T87" fmla="*/ 5733 h 11600"/>
                  <a:gd name="T88" fmla="*/ 1600 w 11600"/>
                  <a:gd name="T89" fmla="*/ 6266 h 11600"/>
                  <a:gd name="T90" fmla="*/ 3440 w 11600"/>
                  <a:gd name="T91" fmla="*/ 6266 h 11600"/>
                  <a:gd name="T92" fmla="*/ 3040 w 11600"/>
                  <a:gd name="T93" fmla="*/ 6666 h 11600"/>
                  <a:gd name="T94" fmla="*/ 2267 w 11600"/>
                  <a:gd name="T95" fmla="*/ 9333 h 11600"/>
                  <a:gd name="T96" fmla="*/ 4934 w 11600"/>
                  <a:gd name="T97" fmla="*/ 8560 h 11600"/>
                  <a:gd name="T98" fmla="*/ 7227 w 11600"/>
                  <a:gd name="T99" fmla="*/ 6266 h 11600"/>
                  <a:gd name="T100" fmla="*/ 8534 w 11600"/>
                  <a:gd name="T101" fmla="*/ 6266 h 11600"/>
                  <a:gd name="T102" fmla="*/ 8534 w 11600"/>
                  <a:gd name="T103" fmla="*/ 5733 h 11600"/>
                  <a:gd name="T104" fmla="*/ 7760 w 11600"/>
                  <a:gd name="T105" fmla="*/ 5733 h 11600"/>
                  <a:gd name="T106" fmla="*/ 9600 w 11600"/>
                  <a:gd name="T107" fmla="*/ 3893 h 11600"/>
                  <a:gd name="T108" fmla="*/ 9600 w 11600"/>
                  <a:gd name="T109" fmla="*/ 8666 h 1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600" h="11600">
                    <a:moveTo>
                      <a:pt x="11600" y="1893"/>
                    </a:moveTo>
                    <a:lnTo>
                      <a:pt x="9707" y="0"/>
                    </a:lnTo>
                    <a:lnTo>
                      <a:pt x="8240" y="1466"/>
                    </a:lnTo>
                    <a:lnTo>
                      <a:pt x="267" y="1466"/>
                    </a:lnTo>
                    <a:cubicBezTo>
                      <a:pt x="107" y="1466"/>
                      <a:pt x="0" y="1573"/>
                      <a:pt x="0" y="1733"/>
                    </a:cubicBezTo>
                    <a:lnTo>
                      <a:pt x="0" y="11333"/>
                    </a:lnTo>
                    <a:cubicBezTo>
                      <a:pt x="0" y="11493"/>
                      <a:pt x="107" y="11600"/>
                      <a:pt x="267" y="11600"/>
                    </a:cubicBezTo>
                    <a:lnTo>
                      <a:pt x="7467" y="11600"/>
                    </a:lnTo>
                    <a:cubicBezTo>
                      <a:pt x="7547" y="11600"/>
                      <a:pt x="7600" y="11573"/>
                      <a:pt x="7654" y="11520"/>
                    </a:cubicBezTo>
                    <a:lnTo>
                      <a:pt x="10054" y="9120"/>
                    </a:lnTo>
                    <a:cubicBezTo>
                      <a:pt x="10107" y="9066"/>
                      <a:pt x="10134" y="9013"/>
                      <a:pt x="10134" y="8933"/>
                    </a:cubicBezTo>
                    <a:lnTo>
                      <a:pt x="10134" y="3360"/>
                    </a:lnTo>
                    <a:lnTo>
                      <a:pt x="11600" y="1893"/>
                    </a:lnTo>
                    <a:close/>
                    <a:moveTo>
                      <a:pt x="4987" y="7760"/>
                    </a:moveTo>
                    <a:lnTo>
                      <a:pt x="3760" y="6693"/>
                    </a:lnTo>
                    <a:lnTo>
                      <a:pt x="8747" y="1706"/>
                    </a:lnTo>
                    <a:lnTo>
                      <a:pt x="9894" y="2853"/>
                    </a:lnTo>
                    <a:lnTo>
                      <a:pt x="4987" y="7760"/>
                    </a:lnTo>
                    <a:close/>
                    <a:moveTo>
                      <a:pt x="3440" y="7146"/>
                    </a:moveTo>
                    <a:lnTo>
                      <a:pt x="4560" y="8106"/>
                    </a:lnTo>
                    <a:lnTo>
                      <a:pt x="3040" y="8533"/>
                    </a:lnTo>
                    <a:lnTo>
                      <a:pt x="3440" y="7146"/>
                    </a:lnTo>
                    <a:close/>
                    <a:moveTo>
                      <a:pt x="10854" y="1893"/>
                    </a:moveTo>
                    <a:lnTo>
                      <a:pt x="10267" y="2480"/>
                    </a:lnTo>
                    <a:lnTo>
                      <a:pt x="9120" y="1333"/>
                    </a:lnTo>
                    <a:lnTo>
                      <a:pt x="9707" y="746"/>
                    </a:lnTo>
                    <a:lnTo>
                      <a:pt x="10854" y="1893"/>
                    </a:lnTo>
                    <a:close/>
                    <a:moveTo>
                      <a:pt x="7734" y="10693"/>
                    </a:moveTo>
                    <a:lnTo>
                      <a:pt x="7734" y="9200"/>
                    </a:lnTo>
                    <a:lnTo>
                      <a:pt x="9227" y="9200"/>
                    </a:lnTo>
                    <a:lnTo>
                      <a:pt x="7734" y="10693"/>
                    </a:lnTo>
                    <a:close/>
                    <a:moveTo>
                      <a:pt x="9600" y="8666"/>
                    </a:moveTo>
                    <a:lnTo>
                      <a:pt x="7467" y="8666"/>
                    </a:lnTo>
                    <a:cubicBezTo>
                      <a:pt x="7307" y="8666"/>
                      <a:pt x="7200" y="8773"/>
                      <a:pt x="7200" y="8933"/>
                    </a:cubicBezTo>
                    <a:lnTo>
                      <a:pt x="7200" y="11066"/>
                    </a:lnTo>
                    <a:lnTo>
                      <a:pt x="534" y="11066"/>
                    </a:lnTo>
                    <a:lnTo>
                      <a:pt x="534" y="2000"/>
                    </a:lnTo>
                    <a:lnTo>
                      <a:pt x="7707" y="2000"/>
                    </a:lnTo>
                    <a:lnTo>
                      <a:pt x="6107" y="3600"/>
                    </a:lnTo>
                    <a:lnTo>
                      <a:pt x="1600" y="3600"/>
                    </a:lnTo>
                    <a:lnTo>
                      <a:pt x="1600" y="4133"/>
                    </a:lnTo>
                    <a:lnTo>
                      <a:pt x="5574" y="4133"/>
                    </a:lnTo>
                    <a:lnTo>
                      <a:pt x="3974" y="5733"/>
                    </a:lnTo>
                    <a:lnTo>
                      <a:pt x="1600" y="5733"/>
                    </a:lnTo>
                    <a:lnTo>
                      <a:pt x="1600" y="6266"/>
                    </a:lnTo>
                    <a:lnTo>
                      <a:pt x="3440" y="6266"/>
                    </a:lnTo>
                    <a:lnTo>
                      <a:pt x="3040" y="6666"/>
                    </a:lnTo>
                    <a:lnTo>
                      <a:pt x="2267" y="9333"/>
                    </a:lnTo>
                    <a:lnTo>
                      <a:pt x="4934" y="8560"/>
                    </a:lnTo>
                    <a:lnTo>
                      <a:pt x="7227" y="6266"/>
                    </a:lnTo>
                    <a:lnTo>
                      <a:pt x="8534" y="6266"/>
                    </a:lnTo>
                    <a:lnTo>
                      <a:pt x="8534" y="5733"/>
                    </a:lnTo>
                    <a:lnTo>
                      <a:pt x="7760" y="5733"/>
                    </a:lnTo>
                    <a:lnTo>
                      <a:pt x="9600" y="3893"/>
                    </a:lnTo>
                    <a:lnTo>
                      <a:pt x="9600" y="8666"/>
                    </a:lnTo>
                    <a:close/>
                  </a:path>
                </a:pathLst>
              </a:custGeom>
              <a:solidFill>
                <a:schemeClr val="accent4"/>
              </a:solidFill>
              <a:ln>
                <a:noFill/>
              </a:ln>
            </p:spPr>
            <p:txBody>
              <a:bodyPr/>
              <a:lstStyle/>
              <a:p>
                <a:endParaRPr lang="zh-CN" altLang="en-US"/>
              </a:p>
            </p:txBody>
          </p:sp>
          <p:sp>
            <p:nvSpPr>
              <p:cNvPr id="110" name="文本框 34"/>
              <p:cNvSpPr txBox="1"/>
              <p:nvPr/>
            </p:nvSpPr>
            <p:spPr>
              <a:xfrm>
                <a:off x="558583" y="2499714"/>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sp>
            <p:nvSpPr>
              <p:cNvPr id="111" name="文本框 46"/>
              <p:cNvSpPr txBox="1"/>
              <p:nvPr/>
            </p:nvSpPr>
            <p:spPr>
              <a:xfrm>
                <a:off x="558583" y="4358286"/>
                <a:ext cx="333257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Lorem ipsum dolor sit amet.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12" name="文本框 95"/>
              <p:cNvSpPr txBox="1"/>
              <p:nvPr/>
            </p:nvSpPr>
            <p:spPr>
              <a:xfrm>
                <a:off x="558584" y="3020635"/>
                <a:ext cx="3332578"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6000" dirty="0">
                    <a:solidFill>
                      <a:schemeClr val="accent4"/>
                    </a:solidFill>
                    <a:latin typeface="+mn-ea"/>
                    <a:ea typeface="+mn-ea"/>
                  </a:rPr>
                  <a:t>88.56%</a:t>
                </a:r>
                <a:endParaRPr lang="zh-CN" altLang="en-US" sz="6000" dirty="0">
                  <a:solidFill>
                    <a:schemeClr val="accent4"/>
                  </a:solidFill>
                  <a:latin typeface="+mn-ea"/>
                  <a:ea typeface="+mn-ea"/>
                </a:endParaRPr>
              </a:p>
            </p:txBody>
          </p:sp>
          <p:grpSp>
            <p:nvGrpSpPr>
              <p:cNvPr id="113" name="组合 112"/>
              <p:cNvGrpSpPr/>
              <p:nvPr/>
            </p:nvGrpSpPr>
            <p:grpSpPr>
              <a:xfrm>
                <a:off x="657149" y="4005024"/>
                <a:ext cx="3045723" cy="216000"/>
                <a:chOff x="657149" y="3929868"/>
                <a:chExt cx="3045723" cy="216000"/>
              </a:xfrm>
            </p:grpSpPr>
            <p:sp>
              <p:nvSpPr>
                <p:cNvPr id="114" name="矩形: 圆角 113"/>
                <p:cNvSpPr/>
                <p:nvPr/>
              </p:nvSpPr>
              <p:spPr>
                <a:xfrm>
                  <a:off x="746871" y="3929868"/>
                  <a:ext cx="2956001" cy="216000"/>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5" name="矩形: 圆角 114"/>
                <p:cNvSpPr/>
                <p:nvPr/>
              </p:nvSpPr>
              <p:spPr>
                <a:xfrm>
                  <a:off x="657149" y="3929868"/>
                  <a:ext cx="2283837" cy="21600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wipe(left)">
                                      <p:cBhvr>
                                        <p:cTn id="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03</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研究成果</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5" name="组合 4"/>
          <p:cNvGrpSpPr/>
          <p:nvPr/>
        </p:nvGrpSpPr>
        <p:grpSpPr>
          <a:xfrm>
            <a:off x="1104658" y="1562375"/>
            <a:ext cx="9909659" cy="4969169"/>
            <a:chOff x="803495" y="1353285"/>
            <a:chExt cx="9909659" cy="4969169"/>
          </a:xfrm>
        </p:grpSpPr>
        <p:grpSp>
          <p:nvGrpSpPr>
            <p:cNvPr id="104" name="Group 8"/>
            <p:cNvGrpSpPr/>
            <p:nvPr/>
          </p:nvGrpSpPr>
          <p:grpSpPr>
            <a:xfrm>
              <a:off x="803495" y="1353285"/>
              <a:ext cx="9909659" cy="3527652"/>
              <a:chOff x="604175" y="1129083"/>
              <a:chExt cx="10518125" cy="3744254"/>
            </a:xfrm>
          </p:grpSpPr>
          <p:grpSp>
            <p:nvGrpSpPr>
              <p:cNvPr id="105" name="组合 104"/>
              <p:cNvGrpSpPr/>
              <p:nvPr/>
            </p:nvGrpSpPr>
            <p:grpSpPr>
              <a:xfrm>
                <a:off x="604175" y="1129083"/>
                <a:ext cx="10518125" cy="3744254"/>
                <a:chOff x="488748" y="1149865"/>
                <a:chExt cx="10518125" cy="3744254"/>
              </a:xfrm>
            </p:grpSpPr>
            <p:sp>
              <p:nvSpPr>
                <p:cNvPr id="109" name="矩形: 圆角 108"/>
                <p:cNvSpPr/>
                <p:nvPr/>
              </p:nvSpPr>
              <p:spPr>
                <a:xfrm>
                  <a:off x="488748" y="1149865"/>
                  <a:ext cx="3833870" cy="3744254"/>
                </a:xfrm>
                <a:prstGeom prst="roundRect">
                  <a:avLst>
                    <a:gd name="adj" fmla="val 2513"/>
                  </a:avLst>
                </a:prstGeom>
                <a:solidFill>
                  <a:schemeClr val="bg1"/>
                </a:solid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0" name="文本框 19"/>
                <p:cNvSpPr txBox="1"/>
                <p:nvPr/>
              </p:nvSpPr>
              <p:spPr>
                <a:xfrm>
                  <a:off x="1512943" y="1590358"/>
                  <a:ext cx="1785479"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6000" dirty="0">
                      <a:solidFill>
                        <a:schemeClr val="accent4"/>
                      </a:solidFill>
                      <a:latin typeface="+mj-ea"/>
                      <a:ea typeface="+mj-ea"/>
                    </a:rPr>
                    <a:t>76</a:t>
                  </a:r>
                  <a:r>
                    <a:rPr lang="en-US" altLang="zh-CN" sz="4400" dirty="0">
                      <a:solidFill>
                        <a:schemeClr val="accent4"/>
                      </a:solidFill>
                      <a:latin typeface="+mj-ea"/>
                      <a:ea typeface="+mj-ea"/>
                    </a:rPr>
                    <a:t>%</a:t>
                  </a:r>
                  <a:endParaRPr lang="zh-CN" altLang="en-US" sz="6000" dirty="0">
                    <a:solidFill>
                      <a:schemeClr val="accent4"/>
                    </a:solidFill>
                    <a:latin typeface="+mj-ea"/>
                    <a:ea typeface="+mj-ea"/>
                  </a:endParaRPr>
                </a:p>
              </p:txBody>
            </p:sp>
            <p:sp>
              <p:nvSpPr>
                <p:cNvPr id="111" name="矩形 110"/>
                <p:cNvSpPr/>
                <p:nvPr/>
              </p:nvSpPr>
              <p:spPr>
                <a:xfrm>
                  <a:off x="6279225" y="3429000"/>
                  <a:ext cx="1495800" cy="14651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2" name="矩形 111"/>
                <p:cNvSpPr/>
                <p:nvPr/>
              </p:nvSpPr>
              <p:spPr>
                <a:xfrm>
                  <a:off x="7896743" y="2701636"/>
                  <a:ext cx="1495800" cy="21924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3" name="矩形 112"/>
                <p:cNvSpPr/>
                <p:nvPr/>
              </p:nvSpPr>
              <p:spPr>
                <a:xfrm>
                  <a:off x="9511073" y="1756065"/>
                  <a:ext cx="1495800" cy="313495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14" name="组合 113"/>
                <p:cNvGrpSpPr/>
                <p:nvPr/>
              </p:nvGrpSpPr>
              <p:grpSpPr>
                <a:xfrm>
                  <a:off x="4661707" y="4163607"/>
                  <a:ext cx="1495800" cy="730512"/>
                  <a:chOff x="4661707" y="4163607"/>
                  <a:chExt cx="1495800" cy="730512"/>
                </a:xfrm>
              </p:grpSpPr>
              <p:sp>
                <p:nvSpPr>
                  <p:cNvPr id="121" name="矩形 120"/>
                  <p:cNvSpPr/>
                  <p:nvPr/>
                </p:nvSpPr>
                <p:spPr>
                  <a:xfrm>
                    <a:off x="4661707" y="4163607"/>
                    <a:ext cx="1495800" cy="7305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2" name="time-left_66163"/>
                  <p:cNvSpPr>
                    <a:spLocks noChangeAspect="1"/>
                  </p:cNvSpPr>
                  <p:nvPr/>
                </p:nvSpPr>
                <p:spPr bwMode="auto">
                  <a:xfrm>
                    <a:off x="4906738" y="4385286"/>
                    <a:ext cx="287098" cy="287155"/>
                  </a:xfrm>
                  <a:custGeom>
                    <a:avLst/>
                    <a:gdLst>
                      <a:gd name="T0" fmla="*/ 4801 w 10667"/>
                      <a:gd name="T1" fmla="*/ 4266 h 10666"/>
                      <a:gd name="T2" fmla="*/ 4801 w 10667"/>
                      <a:gd name="T3" fmla="*/ 533 h 10666"/>
                      <a:gd name="T4" fmla="*/ 5334 w 10667"/>
                      <a:gd name="T5" fmla="*/ 0 h 10666"/>
                      <a:gd name="T6" fmla="*/ 10667 w 10667"/>
                      <a:gd name="T7" fmla="*/ 5333 h 10666"/>
                      <a:gd name="T8" fmla="*/ 5334 w 10667"/>
                      <a:gd name="T9" fmla="*/ 10666 h 10666"/>
                      <a:gd name="T10" fmla="*/ 1 w 10667"/>
                      <a:gd name="T11" fmla="*/ 5333 h 10666"/>
                      <a:gd name="T12" fmla="*/ 2796 w 10667"/>
                      <a:gd name="T13" fmla="*/ 641 h 10666"/>
                      <a:gd name="T14" fmla="*/ 3520 w 10667"/>
                      <a:gd name="T15" fmla="*/ 856 h 10666"/>
                      <a:gd name="T16" fmla="*/ 3305 w 10667"/>
                      <a:gd name="T17" fmla="*/ 1579 h 10666"/>
                      <a:gd name="T18" fmla="*/ 1311 w 10667"/>
                      <a:gd name="T19" fmla="*/ 6756 h 10666"/>
                      <a:gd name="T20" fmla="*/ 6117 w 10667"/>
                      <a:gd name="T21" fmla="*/ 9525 h 10666"/>
                      <a:gd name="T22" fmla="*/ 9598 w 10667"/>
                      <a:gd name="T23" fmla="*/ 5205 h 10666"/>
                      <a:gd name="T24" fmla="*/ 5867 w 10667"/>
                      <a:gd name="T25" fmla="*/ 1099 h 10666"/>
                      <a:gd name="T26" fmla="*/ 5867 w 10667"/>
                      <a:gd name="T27" fmla="*/ 5333 h 10666"/>
                      <a:gd name="T28" fmla="*/ 5573 w 10667"/>
                      <a:gd name="T29" fmla="*/ 5810 h 10666"/>
                      <a:gd name="T30" fmla="*/ 5014 w 10667"/>
                      <a:gd name="T31" fmla="*/ 5760 h 10666"/>
                      <a:gd name="T32" fmla="*/ 2881 w 10667"/>
                      <a:gd name="T33" fmla="*/ 4160 h 10666"/>
                      <a:gd name="T34" fmla="*/ 2774 w 10667"/>
                      <a:gd name="T35" fmla="*/ 3413 h 10666"/>
                      <a:gd name="T36" fmla="*/ 3521 w 10667"/>
                      <a:gd name="T37" fmla="*/ 3306 h 10666"/>
                      <a:gd name="T38" fmla="*/ 4801 w 10667"/>
                      <a:gd name="T39" fmla="*/ 4266 h 10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667" h="10666">
                        <a:moveTo>
                          <a:pt x="4801" y="4266"/>
                        </a:moveTo>
                        <a:lnTo>
                          <a:pt x="4801" y="533"/>
                        </a:lnTo>
                        <a:cubicBezTo>
                          <a:pt x="4801" y="238"/>
                          <a:pt x="5039" y="0"/>
                          <a:pt x="5334" y="0"/>
                        </a:cubicBezTo>
                        <a:cubicBezTo>
                          <a:pt x="8280" y="0"/>
                          <a:pt x="10667" y="2387"/>
                          <a:pt x="10667" y="5333"/>
                        </a:cubicBezTo>
                        <a:cubicBezTo>
                          <a:pt x="10667" y="8279"/>
                          <a:pt x="8280" y="10666"/>
                          <a:pt x="5334" y="10666"/>
                        </a:cubicBezTo>
                        <a:cubicBezTo>
                          <a:pt x="2388" y="10666"/>
                          <a:pt x="1" y="8279"/>
                          <a:pt x="1" y="5333"/>
                        </a:cubicBezTo>
                        <a:cubicBezTo>
                          <a:pt x="0" y="3374"/>
                          <a:pt x="1073" y="1572"/>
                          <a:pt x="2796" y="641"/>
                        </a:cubicBezTo>
                        <a:cubicBezTo>
                          <a:pt x="3055" y="500"/>
                          <a:pt x="3379" y="597"/>
                          <a:pt x="3520" y="856"/>
                        </a:cubicBezTo>
                        <a:cubicBezTo>
                          <a:pt x="3660" y="1115"/>
                          <a:pt x="3564" y="1439"/>
                          <a:pt x="3305" y="1579"/>
                        </a:cubicBezTo>
                        <a:cubicBezTo>
                          <a:pt x="1456" y="2578"/>
                          <a:pt x="610" y="4775"/>
                          <a:pt x="1311" y="6756"/>
                        </a:cubicBezTo>
                        <a:cubicBezTo>
                          <a:pt x="2012" y="8737"/>
                          <a:pt x="4052" y="9911"/>
                          <a:pt x="6117" y="9525"/>
                        </a:cubicBezTo>
                        <a:cubicBezTo>
                          <a:pt x="8183" y="9138"/>
                          <a:pt x="9660" y="7306"/>
                          <a:pt x="9598" y="5205"/>
                        </a:cubicBezTo>
                        <a:cubicBezTo>
                          <a:pt x="9536" y="3105"/>
                          <a:pt x="7953" y="1363"/>
                          <a:pt x="5867" y="1099"/>
                        </a:cubicBezTo>
                        <a:lnTo>
                          <a:pt x="5867" y="5333"/>
                        </a:lnTo>
                        <a:cubicBezTo>
                          <a:pt x="5867" y="5535"/>
                          <a:pt x="5753" y="5720"/>
                          <a:pt x="5573" y="5810"/>
                        </a:cubicBezTo>
                        <a:cubicBezTo>
                          <a:pt x="5392" y="5900"/>
                          <a:pt x="5176" y="5881"/>
                          <a:pt x="5014" y="5760"/>
                        </a:cubicBezTo>
                        <a:lnTo>
                          <a:pt x="2881" y="4160"/>
                        </a:lnTo>
                        <a:cubicBezTo>
                          <a:pt x="2645" y="3983"/>
                          <a:pt x="2597" y="3649"/>
                          <a:pt x="2774" y="3413"/>
                        </a:cubicBezTo>
                        <a:cubicBezTo>
                          <a:pt x="2951" y="3177"/>
                          <a:pt x="3285" y="3130"/>
                          <a:pt x="3521" y="3306"/>
                        </a:cubicBezTo>
                        <a:lnTo>
                          <a:pt x="4801" y="4266"/>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3" name="文本框 33"/>
                  <p:cNvSpPr txBox="1"/>
                  <p:nvPr/>
                </p:nvSpPr>
                <p:spPr>
                  <a:xfrm>
                    <a:off x="5013766" y="4328808"/>
                    <a:ext cx="1031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bg1"/>
                        </a:solidFill>
                      </a:rPr>
                      <a:t>Title</a:t>
                    </a:r>
                    <a:endParaRPr lang="zh-CN" altLang="en-US" sz="2000" b="1" dirty="0">
                      <a:solidFill>
                        <a:schemeClr val="bg1"/>
                      </a:solidFill>
                    </a:endParaRPr>
                  </a:p>
                </p:txBody>
              </p:sp>
            </p:grpSp>
            <p:sp>
              <p:nvSpPr>
                <p:cNvPr id="115" name="real-estate_294528"/>
                <p:cNvSpPr>
                  <a:spLocks noChangeAspect="1"/>
                </p:cNvSpPr>
                <p:nvPr/>
              </p:nvSpPr>
              <p:spPr bwMode="auto">
                <a:xfrm>
                  <a:off x="6801775" y="3757055"/>
                  <a:ext cx="450699" cy="429380"/>
                </a:xfrm>
                <a:custGeom>
                  <a:avLst/>
                  <a:gdLst>
                    <a:gd name="T0" fmla="*/ 1892 w 10878"/>
                    <a:gd name="T1" fmla="*/ 5922 h 10364"/>
                    <a:gd name="T2" fmla="*/ 5439 w 10878"/>
                    <a:gd name="T3" fmla="*/ 2961 h 10364"/>
                    <a:gd name="T4" fmla="*/ 8986 w 10878"/>
                    <a:gd name="T5" fmla="*/ 5922 h 10364"/>
                    <a:gd name="T6" fmla="*/ 9749 w 10878"/>
                    <a:gd name="T7" fmla="*/ 5922 h 10364"/>
                    <a:gd name="T8" fmla="*/ 5439 w 10878"/>
                    <a:gd name="T9" fmla="*/ 2221 h 10364"/>
                    <a:gd name="T10" fmla="*/ 1129 w 10878"/>
                    <a:gd name="T11" fmla="*/ 5922 h 10364"/>
                    <a:gd name="T12" fmla="*/ 1892 w 10878"/>
                    <a:gd name="T13" fmla="*/ 5922 h 10364"/>
                    <a:gd name="T14" fmla="*/ 5439 w 10878"/>
                    <a:gd name="T15" fmla="*/ 1480 h 10364"/>
                    <a:gd name="T16" fmla="*/ 5802 w 10878"/>
                    <a:gd name="T17" fmla="*/ 1110 h 10364"/>
                    <a:gd name="T18" fmla="*/ 5802 w 10878"/>
                    <a:gd name="T19" fmla="*/ 370 h 10364"/>
                    <a:gd name="T20" fmla="*/ 5439 w 10878"/>
                    <a:gd name="T21" fmla="*/ 0 h 10364"/>
                    <a:gd name="T22" fmla="*/ 5076 w 10878"/>
                    <a:gd name="T23" fmla="*/ 370 h 10364"/>
                    <a:gd name="T24" fmla="*/ 5076 w 10878"/>
                    <a:gd name="T25" fmla="*/ 1111 h 10364"/>
                    <a:gd name="T26" fmla="*/ 5439 w 10878"/>
                    <a:gd name="T27" fmla="*/ 1480 h 10364"/>
                    <a:gd name="T28" fmla="*/ 9790 w 10878"/>
                    <a:gd name="T29" fmla="*/ 3114 h 10364"/>
                    <a:gd name="T30" fmla="*/ 10303 w 10878"/>
                    <a:gd name="T31" fmla="*/ 2591 h 10364"/>
                    <a:gd name="T32" fmla="*/ 10303 w 10878"/>
                    <a:gd name="T33" fmla="*/ 2068 h 10364"/>
                    <a:gd name="T34" fmla="*/ 9790 w 10878"/>
                    <a:gd name="T35" fmla="*/ 2068 h 10364"/>
                    <a:gd name="T36" fmla="*/ 9277 w 10878"/>
                    <a:gd name="T37" fmla="*/ 2591 h 10364"/>
                    <a:gd name="T38" fmla="*/ 9277 w 10878"/>
                    <a:gd name="T39" fmla="*/ 3114 h 10364"/>
                    <a:gd name="T40" fmla="*/ 9790 w 10878"/>
                    <a:gd name="T41" fmla="*/ 3114 h 10364"/>
                    <a:gd name="T42" fmla="*/ 1088 w 10878"/>
                    <a:gd name="T43" fmla="*/ 3114 h 10364"/>
                    <a:gd name="T44" fmla="*/ 1601 w 10878"/>
                    <a:gd name="T45" fmla="*/ 3114 h 10364"/>
                    <a:gd name="T46" fmla="*/ 1601 w 10878"/>
                    <a:gd name="T47" fmla="*/ 2591 h 10364"/>
                    <a:gd name="T48" fmla="*/ 1088 w 10878"/>
                    <a:gd name="T49" fmla="*/ 2068 h 10364"/>
                    <a:gd name="T50" fmla="*/ 575 w 10878"/>
                    <a:gd name="T51" fmla="*/ 2068 h 10364"/>
                    <a:gd name="T52" fmla="*/ 575 w 10878"/>
                    <a:gd name="T53" fmla="*/ 2591 h 10364"/>
                    <a:gd name="T54" fmla="*/ 1088 w 10878"/>
                    <a:gd name="T55" fmla="*/ 3114 h 10364"/>
                    <a:gd name="T56" fmla="*/ 10515 w 10878"/>
                    <a:gd name="T57" fmla="*/ 6663 h 10364"/>
                    <a:gd name="T58" fmla="*/ 363 w 10878"/>
                    <a:gd name="T59" fmla="*/ 6663 h 10364"/>
                    <a:gd name="T60" fmla="*/ 0 w 10878"/>
                    <a:gd name="T61" fmla="*/ 7033 h 10364"/>
                    <a:gd name="T62" fmla="*/ 363 w 10878"/>
                    <a:gd name="T63" fmla="*/ 7403 h 10364"/>
                    <a:gd name="T64" fmla="*/ 10515 w 10878"/>
                    <a:gd name="T65" fmla="*/ 7403 h 10364"/>
                    <a:gd name="T66" fmla="*/ 10878 w 10878"/>
                    <a:gd name="T67" fmla="*/ 7033 h 10364"/>
                    <a:gd name="T68" fmla="*/ 10515 w 10878"/>
                    <a:gd name="T69" fmla="*/ 6663 h 10364"/>
                    <a:gd name="T70" fmla="*/ 10153 w 10878"/>
                    <a:gd name="T71" fmla="*/ 8143 h 10364"/>
                    <a:gd name="T72" fmla="*/ 725 w 10878"/>
                    <a:gd name="T73" fmla="*/ 8143 h 10364"/>
                    <a:gd name="T74" fmla="*/ 363 w 10878"/>
                    <a:gd name="T75" fmla="*/ 8513 h 10364"/>
                    <a:gd name="T76" fmla="*/ 725 w 10878"/>
                    <a:gd name="T77" fmla="*/ 8883 h 10364"/>
                    <a:gd name="T78" fmla="*/ 10153 w 10878"/>
                    <a:gd name="T79" fmla="*/ 8883 h 10364"/>
                    <a:gd name="T80" fmla="*/ 10515 w 10878"/>
                    <a:gd name="T81" fmla="*/ 8513 h 10364"/>
                    <a:gd name="T82" fmla="*/ 10153 w 10878"/>
                    <a:gd name="T83" fmla="*/ 8143 h 10364"/>
                    <a:gd name="T84" fmla="*/ 9065 w 10878"/>
                    <a:gd name="T85" fmla="*/ 9624 h 10364"/>
                    <a:gd name="T86" fmla="*/ 1813 w 10878"/>
                    <a:gd name="T87" fmla="*/ 9624 h 10364"/>
                    <a:gd name="T88" fmla="*/ 1451 w 10878"/>
                    <a:gd name="T89" fmla="*/ 9994 h 10364"/>
                    <a:gd name="T90" fmla="*/ 1813 w 10878"/>
                    <a:gd name="T91" fmla="*/ 10364 h 10364"/>
                    <a:gd name="T92" fmla="*/ 9065 w 10878"/>
                    <a:gd name="T93" fmla="*/ 10364 h 10364"/>
                    <a:gd name="T94" fmla="*/ 9428 w 10878"/>
                    <a:gd name="T95" fmla="*/ 9994 h 10364"/>
                    <a:gd name="T96" fmla="*/ 9065 w 10878"/>
                    <a:gd name="T97" fmla="*/ 9624 h 10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878" h="10364">
                      <a:moveTo>
                        <a:pt x="1892" y="5922"/>
                      </a:moveTo>
                      <a:cubicBezTo>
                        <a:pt x="2229" y="4234"/>
                        <a:pt x="3684" y="2961"/>
                        <a:pt x="5439" y="2961"/>
                      </a:cubicBezTo>
                      <a:cubicBezTo>
                        <a:pt x="7193" y="2961"/>
                        <a:pt x="8649" y="4234"/>
                        <a:pt x="8986" y="5922"/>
                      </a:cubicBezTo>
                      <a:lnTo>
                        <a:pt x="9749" y="5922"/>
                      </a:lnTo>
                      <a:cubicBezTo>
                        <a:pt x="9470" y="3835"/>
                        <a:pt x="7649" y="2221"/>
                        <a:pt x="5439" y="2221"/>
                      </a:cubicBezTo>
                      <a:cubicBezTo>
                        <a:pt x="3229" y="2221"/>
                        <a:pt x="1408" y="3835"/>
                        <a:pt x="1129" y="5922"/>
                      </a:cubicBezTo>
                      <a:lnTo>
                        <a:pt x="1892" y="5922"/>
                      </a:lnTo>
                      <a:close/>
                      <a:moveTo>
                        <a:pt x="5439" y="1480"/>
                      </a:moveTo>
                      <a:cubicBezTo>
                        <a:pt x="5639" y="1480"/>
                        <a:pt x="5802" y="1315"/>
                        <a:pt x="5802" y="1110"/>
                      </a:cubicBezTo>
                      <a:lnTo>
                        <a:pt x="5802" y="370"/>
                      </a:lnTo>
                      <a:cubicBezTo>
                        <a:pt x="5802" y="166"/>
                        <a:pt x="5639" y="0"/>
                        <a:pt x="5439" y="0"/>
                      </a:cubicBezTo>
                      <a:cubicBezTo>
                        <a:pt x="5239" y="0"/>
                        <a:pt x="5076" y="166"/>
                        <a:pt x="5076" y="370"/>
                      </a:cubicBezTo>
                      <a:lnTo>
                        <a:pt x="5076" y="1111"/>
                      </a:lnTo>
                      <a:cubicBezTo>
                        <a:pt x="5076" y="1315"/>
                        <a:pt x="5239" y="1480"/>
                        <a:pt x="5439" y="1480"/>
                      </a:cubicBezTo>
                      <a:close/>
                      <a:moveTo>
                        <a:pt x="9790" y="3114"/>
                      </a:moveTo>
                      <a:lnTo>
                        <a:pt x="10303" y="2591"/>
                      </a:lnTo>
                      <a:cubicBezTo>
                        <a:pt x="10445" y="2446"/>
                        <a:pt x="10445" y="2212"/>
                        <a:pt x="10303" y="2068"/>
                      </a:cubicBezTo>
                      <a:cubicBezTo>
                        <a:pt x="10161" y="1923"/>
                        <a:pt x="9932" y="1923"/>
                        <a:pt x="9790" y="2068"/>
                      </a:cubicBezTo>
                      <a:lnTo>
                        <a:pt x="9277" y="2591"/>
                      </a:lnTo>
                      <a:cubicBezTo>
                        <a:pt x="9136" y="2736"/>
                        <a:pt x="9136" y="2970"/>
                        <a:pt x="9277" y="3114"/>
                      </a:cubicBezTo>
                      <a:cubicBezTo>
                        <a:pt x="9419" y="3259"/>
                        <a:pt x="9649" y="3259"/>
                        <a:pt x="9790" y="3114"/>
                      </a:cubicBezTo>
                      <a:close/>
                      <a:moveTo>
                        <a:pt x="1088" y="3114"/>
                      </a:moveTo>
                      <a:cubicBezTo>
                        <a:pt x="1229" y="3259"/>
                        <a:pt x="1459" y="3259"/>
                        <a:pt x="1601" y="3114"/>
                      </a:cubicBezTo>
                      <a:cubicBezTo>
                        <a:pt x="1742" y="2970"/>
                        <a:pt x="1742" y="2736"/>
                        <a:pt x="1601" y="2591"/>
                      </a:cubicBezTo>
                      <a:lnTo>
                        <a:pt x="1088" y="2068"/>
                      </a:lnTo>
                      <a:cubicBezTo>
                        <a:pt x="946" y="1923"/>
                        <a:pt x="717" y="1923"/>
                        <a:pt x="575" y="2068"/>
                      </a:cubicBezTo>
                      <a:cubicBezTo>
                        <a:pt x="434" y="2212"/>
                        <a:pt x="434" y="2447"/>
                        <a:pt x="575" y="2591"/>
                      </a:cubicBezTo>
                      <a:lnTo>
                        <a:pt x="1088" y="3114"/>
                      </a:lnTo>
                      <a:close/>
                      <a:moveTo>
                        <a:pt x="10515" y="6663"/>
                      </a:moveTo>
                      <a:lnTo>
                        <a:pt x="363" y="6663"/>
                      </a:lnTo>
                      <a:cubicBezTo>
                        <a:pt x="162" y="6663"/>
                        <a:pt x="0" y="6828"/>
                        <a:pt x="0" y="7033"/>
                      </a:cubicBezTo>
                      <a:cubicBezTo>
                        <a:pt x="0" y="7237"/>
                        <a:pt x="162" y="7403"/>
                        <a:pt x="363" y="7403"/>
                      </a:cubicBezTo>
                      <a:lnTo>
                        <a:pt x="10515" y="7403"/>
                      </a:lnTo>
                      <a:cubicBezTo>
                        <a:pt x="10716" y="7403"/>
                        <a:pt x="10878" y="7237"/>
                        <a:pt x="10878" y="7033"/>
                      </a:cubicBezTo>
                      <a:cubicBezTo>
                        <a:pt x="10878" y="6828"/>
                        <a:pt x="10716" y="6663"/>
                        <a:pt x="10515" y="6663"/>
                      </a:cubicBezTo>
                      <a:close/>
                      <a:moveTo>
                        <a:pt x="10153" y="8143"/>
                      </a:moveTo>
                      <a:lnTo>
                        <a:pt x="725" y="8143"/>
                      </a:lnTo>
                      <a:cubicBezTo>
                        <a:pt x="525" y="8143"/>
                        <a:pt x="363" y="8309"/>
                        <a:pt x="363" y="8513"/>
                      </a:cubicBezTo>
                      <a:cubicBezTo>
                        <a:pt x="363" y="8718"/>
                        <a:pt x="525" y="8883"/>
                        <a:pt x="725" y="8883"/>
                      </a:cubicBezTo>
                      <a:lnTo>
                        <a:pt x="10153" y="8883"/>
                      </a:lnTo>
                      <a:cubicBezTo>
                        <a:pt x="10353" y="8883"/>
                        <a:pt x="10515" y="8718"/>
                        <a:pt x="10515" y="8513"/>
                      </a:cubicBezTo>
                      <a:cubicBezTo>
                        <a:pt x="10515" y="8309"/>
                        <a:pt x="10353" y="8143"/>
                        <a:pt x="10153" y="8143"/>
                      </a:cubicBezTo>
                      <a:close/>
                      <a:moveTo>
                        <a:pt x="9065" y="9624"/>
                      </a:moveTo>
                      <a:lnTo>
                        <a:pt x="1813" y="9624"/>
                      </a:lnTo>
                      <a:cubicBezTo>
                        <a:pt x="1613" y="9624"/>
                        <a:pt x="1451" y="9789"/>
                        <a:pt x="1451" y="9994"/>
                      </a:cubicBezTo>
                      <a:cubicBezTo>
                        <a:pt x="1451" y="10198"/>
                        <a:pt x="1613" y="10364"/>
                        <a:pt x="1813" y="10364"/>
                      </a:cubicBezTo>
                      <a:lnTo>
                        <a:pt x="9065" y="10364"/>
                      </a:lnTo>
                      <a:cubicBezTo>
                        <a:pt x="9265" y="10364"/>
                        <a:pt x="9428" y="10198"/>
                        <a:pt x="9428" y="9994"/>
                      </a:cubicBezTo>
                      <a:cubicBezTo>
                        <a:pt x="9428" y="9789"/>
                        <a:pt x="9265" y="9624"/>
                        <a:pt x="9065" y="9624"/>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6" name="real-estate_294528"/>
                <p:cNvSpPr>
                  <a:spLocks noChangeAspect="1"/>
                </p:cNvSpPr>
                <p:nvPr/>
              </p:nvSpPr>
              <p:spPr bwMode="auto">
                <a:xfrm>
                  <a:off x="8419293" y="3204397"/>
                  <a:ext cx="450699" cy="444740"/>
                </a:xfrm>
                <a:custGeom>
                  <a:avLst/>
                  <a:gdLst>
                    <a:gd name="connsiteX0" fmla="*/ 233021 w 540245"/>
                    <a:gd name="connsiteY0" fmla="*/ 65472 h 533102"/>
                    <a:gd name="connsiteX1" fmla="*/ 233021 w 540245"/>
                    <a:gd name="connsiteY1" fmla="*/ 108720 h 533102"/>
                    <a:gd name="connsiteX2" fmla="*/ 109556 w 540245"/>
                    <a:gd name="connsiteY2" fmla="*/ 230938 h 533102"/>
                    <a:gd name="connsiteX3" fmla="*/ 66067 w 540245"/>
                    <a:gd name="connsiteY3" fmla="*/ 230938 h 533102"/>
                    <a:gd name="connsiteX4" fmla="*/ 114986 w 540245"/>
                    <a:gd name="connsiteY4" fmla="*/ 113912 h 533102"/>
                    <a:gd name="connsiteX5" fmla="*/ 233021 w 540245"/>
                    <a:gd name="connsiteY5" fmla="*/ 65472 h 533102"/>
                    <a:gd name="connsiteX6" fmla="*/ 232976 w 540245"/>
                    <a:gd name="connsiteY6" fmla="*/ 43243 h 533102"/>
                    <a:gd name="connsiteX7" fmla="*/ 98915 w 540245"/>
                    <a:gd name="connsiteY7" fmla="*/ 98248 h 533102"/>
                    <a:gd name="connsiteX8" fmla="*/ 43433 w 540245"/>
                    <a:gd name="connsiteY8" fmla="*/ 230881 h 533102"/>
                    <a:gd name="connsiteX9" fmla="*/ 98915 w 540245"/>
                    <a:gd name="connsiteY9" fmla="*/ 363513 h 533102"/>
                    <a:gd name="connsiteX10" fmla="*/ 232976 w 540245"/>
                    <a:gd name="connsiteY10" fmla="*/ 418471 h 533102"/>
                    <a:gd name="connsiteX11" fmla="*/ 367037 w 540245"/>
                    <a:gd name="connsiteY11" fmla="*/ 363513 h 533102"/>
                    <a:gd name="connsiteX12" fmla="*/ 422519 w 540245"/>
                    <a:gd name="connsiteY12" fmla="*/ 230881 h 533102"/>
                    <a:gd name="connsiteX13" fmla="*/ 367037 w 540245"/>
                    <a:gd name="connsiteY13" fmla="*/ 98248 h 533102"/>
                    <a:gd name="connsiteX14" fmla="*/ 232976 w 540245"/>
                    <a:gd name="connsiteY14" fmla="*/ 43243 h 533102"/>
                    <a:gd name="connsiteX15" fmla="*/ 232976 w 540245"/>
                    <a:gd name="connsiteY15" fmla="*/ 0 h 533102"/>
                    <a:gd name="connsiteX16" fmla="*/ 397707 w 540245"/>
                    <a:gd name="connsiteY16" fmla="*/ 67578 h 533102"/>
                    <a:gd name="connsiteX17" fmla="*/ 465999 w 540245"/>
                    <a:gd name="connsiteY17" fmla="*/ 230881 h 533102"/>
                    <a:gd name="connsiteX18" fmla="*/ 413470 w 540245"/>
                    <a:gd name="connsiteY18" fmla="*/ 376896 h 533102"/>
                    <a:gd name="connsiteX19" fmla="*/ 540245 w 540245"/>
                    <a:gd name="connsiteY19" fmla="*/ 502480 h 533102"/>
                    <a:gd name="connsiteX20" fmla="*/ 509575 w 540245"/>
                    <a:gd name="connsiteY20" fmla="*/ 533102 h 533102"/>
                    <a:gd name="connsiteX21" fmla="*/ 382896 w 540245"/>
                    <a:gd name="connsiteY21" fmla="*/ 407613 h 533102"/>
                    <a:gd name="connsiteX22" fmla="*/ 232976 w 540245"/>
                    <a:gd name="connsiteY22" fmla="*/ 461714 h 533102"/>
                    <a:gd name="connsiteX23" fmla="*/ 68293 w 540245"/>
                    <a:gd name="connsiteY23" fmla="*/ 394135 h 533102"/>
                    <a:gd name="connsiteX24" fmla="*/ 0 w 540245"/>
                    <a:gd name="connsiteY24" fmla="*/ 230881 h 533102"/>
                    <a:gd name="connsiteX25" fmla="*/ 68293 w 540245"/>
                    <a:gd name="connsiteY25" fmla="*/ 67578 h 533102"/>
                    <a:gd name="connsiteX26" fmla="*/ 232976 w 540245"/>
                    <a:gd name="connsiteY26" fmla="*/ 0 h 53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40245" h="533102">
                      <a:moveTo>
                        <a:pt x="233021" y="65472"/>
                      </a:moveTo>
                      <a:lnTo>
                        <a:pt x="233021" y="108720"/>
                      </a:lnTo>
                      <a:cubicBezTo>
                        <a:pt x="164906" y="108720"/>
                        <a:pt x="109556" y="163542"/>
                        <a:pt x="109556" y="230938"/>
                      </a:cubicBezTo>
                      <a:lnTo>
                        <a:pt x="66067" y="230938"/>
                      </a:lnTo>
                      <a:cubicBezTo>
                        <a:pt x="66067" y="186690"/>
                        <a:pt x="83501" y="145157"/>
                        <a:pt x="114986" y="113912"/>
                      </a:cubicBezTo>
                      <a:cubicBezTo>
                        <a:pt x="146519" y="82666"/>
                        <a:pt x="188436" y="65472"/>
                        <a:pt x="233021" y="65472"/>
                      </a:cubicBezTo>
                      <a:close/>
                      <a:moveTo>
                        <a:pt x="232976" y="43243"/>
                      </a:moveTo>
                      <a:cubicBezTo>
                        <a:pt x="182352" y="43243"/>
                        <a:pt x="134728" y="62816"/>
                        <a:pt x="98915" y="98248"/>
                      </a:cubicBezTo>
                      <a:cubicBezTo>
                        <a:pt x="63149" y="133680"/>
                        <a:pt x="43433" y="180780"/>
                        <a:pt x="43433" y="230881"/>
                      </a:cubicBezTo>
                      <a:cubicBezTo>
                        <a:pt x="43433" y="280981"/>
                        <a:pt x="63102" y="328033"/>
                        <a:pt x="98915" y="363513"/>
                      </a:cubicBezTo>
                      <a:cubicBezTo>
                        <a:pt x="134776" y="398945"/>
                        <a:pt x="182352" y="418471"/>
                        <a:pt x="232976" y="418471"/>
                      </a:cubicBezTo>
                      <a:cubicBezTo>
                        <a:pt x="283648" y="418471"/>
                        <a:pt x="331272" y="398945"/>
                        <a:pt x="367037" y="363513"/>
                      </a:cubicBezTo>
                      <a:cubicBezTo>
                        <a:pt x="402803" y="328081"/>
                        <a:pt x="422519" y="280981"/>
                        <a:pt x="422519" y="230881"/>
                      </a:cubicBezTo>
                      <a:cubicBezTo>
                        <a:pt x="422519" y="180780"/>
                        <a:pt x="402850" y="133680"/>
                        <a:pt x="367037" y="98248"/>
                      </a:cubicBezTo>
                      <a:cubicBezTo>
                        <a:pt x="331224" y="62768"/>
                        <a:pt x="283648" y="43243"/>
                        <a:pt x="232976" y="43243"/>
                      </a:cubicBezTo>
                      <a:close/>
                      <a:moveTo>
                        <a:pt x="232976" y="0"/>
                      </a:moveTo>
                      <a:cubicBezTo>
                        <a:pt x="295220" y="0"/>
                        <a:pt x="353655" y="24002"/>
                        <a:pt x="397707" y="67578"/>
                      </a:cubicBezTo>
                      <a:cubicBezTo>
                        <a:pt x="441711" y="111202"/>
                        <a:pt x="465999" y="169208"/>
                        <a:pt x="465999" y="230881"/>
                      </a:cubicBezTo>
                      <a:cubicBezTo>
                        <a:pt x="466095" y="284172"/>
                        <a:pt x="447521" y="335844"/>
                        <a:pt x="413470" y="376896"/>
                      </a:cubicBezTo>
                      <a:lnTo>
                        <a:pt x="540245" y="502480"/>
                      </a:lnTo>
                      <a:lnTo>
                        <a:pt x="509575" y="533102"/>
                      </a:lnTo>
                      <a:lnTo>
                        <a:pt x="382896" y="407613"/>
                      </a:lnTo>
                      <a:cubicBezTo>
                        <a:pt x="340939" y="442617"/>
                        <a:pt x="288458" y="461714"/>
                        <a:pt x="232976" y="461714"/>
                      </a:cubicBezTo>
                      <a:cubicBezTo>
                        <a:pt x="170779" y="461714"/>
                        <a:pt x="112297" y="437711"/>
                        <a:pt x="68293" y="394135"/>
                      </a:cubicBezTo>
                      <a:cubicBezTo>
                        <a:pt x="24288" y="350512"/>
                        <a:pt x="0" y="292554"/>
                        <a:pt x="0" y="230881"/>
                      </a:cubicBezTo>
                      <a:cubicBezTo>
                        <a:pt x="0" y="169208"/>
                        <a:pt x="24288" y="111154"/>
                        <a:pt x="68293" y="67578"/>
                      </a:cubicBezTo>
                      <a:cubicBezTo>
                        <a:pt x="112297" y="24002"/>
                        <a:pt x="170779" y="0"/>
                        <a:pt x="232976"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7" name="real-estate_294528"/>
                <p:cNvSpPr>
                  <a:spLocks noChangeAspect="1"/>
                </p:cNvSpPr>
                <p:nvPr/>
              </p:nvSpPr>
              <p:spPr bwMode="auto">
                <a:xfrm>
                  <a:off x="10042969" y="2579795"/>
                  <a:ext cx="423310" cy="450699"/>
                </a:xfrm>
                <a:custGeom>
                  <a:avLst/>
                  <a:gdLst>
                    <a:gd name="T0" fmla="*/ 0 w 391"/>
                    <a:gd name="T1" fmla="*/ 196 h 417"/>
                    <a:gd name="T2" fmla="*/ 391 w 391"/>
                    <a:gd name="T3" fmla="*/ 0 h 417"/>
                    <a:gd name="T4" fmla="*/ 298 w 391"/>
                    <a:gd name="T5" fmla="*/ 388 h 417"/>
                    <a:gd name="T6" fmla="*/ 223 w 391"/>
                    <a:gd name="T7" fmla="*/ 340 h 417"/>
                    <a:gd name="T8" fmla="*/ 159 w 391"/>
                    <a:gd name="T9" fmla="*/ 417 h 417"/>
                    <a:gd name="T10" fmla="*/ 159 w 391"/>
                    <a:gd name="T11" fmla="*/ 295 h 417"/>
                    <a:gd name="T12" fmla="*/ 296 w 391"/>
                    <a:gd name="T13" fmla="*/ 112 h 417"/>
                    <a:gd name="T14" fmla="*/ 113 w 391"/>
                    <a:gd name="T15" fmla="*/ 269 h 417"/>
                    <a:gd name="T16" fmla="*/ 0 w 391"/>
                    <a:gd name="T17" fmla="*/ 196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1" h="417">
                      <a:moveTo>
                        <a:pt x="0" y="196"/>
                      </a:moveTo>
                      <a:lnTo>
                        <a:pt x="391" y="0"/>
                      </a:lnTo>
                      <a:lnTo>
                        <a:pt x="298" y="388"/>
                      </a:lnTo>
                      <a:lnTo>
                        <a:pt x="223" y="340"/>
                      </a:lnTo>
                      <a:lnTo>
                        <a:pt x="159" y="417"/>
                      </a:lnTo>
                      <a:lnTo>
                        <a:pt x="159" y="295"/>
                      </a:lnTo>
                      <a:lnTo>
                        <a:pt x="296" y="112"/>
                      </a:lnTo>
                      <a:lnTo>
                        <a:pt x="113" y="269"/>
                      </a:lnTo>
                      <a:lnTo>
                        <a:pt x="0" y="196"/>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8" name="文本框 28"/>
                <p:cNvSpPr txBox="1"/>
                <p:nvPr/>
              </p:nvSpPr>
              <p:spPr>
                <a:xfrm>
                  <a:off x="6511200" y="4203857"/>
                  <a:ext cx="1031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bg1"/>
                      </a:solidFill>
                    </a:rPr>
                    <a:t>Title</a:t>
                  </a:r>
                  <a:endParaRPr lang="zh-CN" altLang="en-US" sz="2000" b="1" dirty="0">
                    <a:solidFill>
                      <a:schemeClr val="bg1"/>
                    </a:solidFill>
                  </a:endParaRPr>
                </a:p>
              </p:txBody>
            </p:sp>
            <p:sp>
              <p:nvSpPr>
                <p:cNvPr id="119" name="文本框 29"/>
                <p:cNvSpPr txBox="1"/>
                <p:nvPr/>
              </p:nvSpPr>
              <p:spPr>
                <a:xfrm>
                  <a:off x="8128718" y="3669021"/>
                  <a:ext cx="1031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bg1"/>
                      </a:solidFill>
                    </a:rPr>
                    <a:t>Title</a:t>
                  </a:r>
                  <a:endParaRPr lang="zh-CN" altLang="en-US" sz="2000" b="1" dirty="0">
                    <a:solidFill>
                      <a:schemeClr val="bg1"/>
                    </a:solidFill>
                  </a:endParaRPr>
                </a:p>
              </p:txBody>
            </p:sp>
            <p:sp>
              <p:nvSpPr>
                <p:cNvPr id="120" name="文本框 30"/>
                <p:cNvSpPr txBox="1"/>
                <p:nvPr/>
              </p:nvSpPr>
              <p:spPr>
                <a:xfrm>
                  <a:off x="9740355" y="3036900"/>
                  <a:ext cx="1031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bg1"/>
                      </a:solidFill>
                    </a:rPr>
                    <a:t>Title</a:t>
                  </a:r>
                  <a:endParaRPr lang="zh-CN" altLang="en-US" sz="2000" b="1" dirty="0">
                    <a:solidFill>
                      <a:schemeClr val="bg1"/>
                    </a:solidFill>
                  </a:endParaRPr>
                </a:p>
              </p:txBody>
            </p:sp>
          </p:grpSp>
          <p:sp>
            <p:nvSpPr>
              <p:cNvPr id="106" name="up-right-arrow_50696"/>
              <p:cNvSpPr>
                <a:spLocks noChangeAspect="1"/>
              </p:cNvSpPr>
              <p:nvPr/>
            </p:nvSpPr>
            <p:spPr bwMode="auto">
              <a:xfrm>
                <a:off x="5577492" y="3370219"/>
                <a:ext cx="555885" cy="609685"/>
              </a:xfrm>
              <a:custGeom>
                <a:avLst/>
                <a:gdLst>
                  <a:gd name="T0" fmla="*/ 3880 w 4987"/>
                  <a:gd name="T1" fmla="*/ 336 h 5478"/>
                  <a:gd name="T2" fmla="*/ 2772 w 4987"/>
                  <a:gd name="T3" fmla="*/ 0 h 5478"/>
                  <a:gd name="T4" fmla="*/ 2946 w 4987"/>
                  <a:gd name="T5" fmla="*/ 748 h 5478"/>
                  <a:gd name="T6" fmla="*/ 742 w 4987"/>
                  <a:gd name="T7" fmla="*/ 2455 h 5478"/>
                  <a:gd name="T8" fmla="*/ 243 w 4987"/>
                  <a:gd name="T9" fmla="*/ 5478 h 5478"/>
                  <a:gd name="T10" fmla="*/ 969 w 4987"/>
                  <a:gd name="T11" fmla="*/ 5309 h 5478"/>
                  <a:gd name="T12" fmla="*/ 3116 w 4987"/>
                  <a:gd name="T13" fmla="*/ 1477 h 5478"/>
                  <a:gd name="T14" fmla="*/ 3297 w 4987"/>
                  <a:gd name="T15" fmla="*/ 2255 h 5478"/>
                  <a:gd name="T16" fmla="*/ 4142 w 4987"/>
                  <a:gd name="T17" fmla="*/ 1463 h 5478"/>
                  <a:gd name="T18" fmla="*/ 4987 w 4987"/>
                  <a:gd name="T19" fmla="*/ 672 h 5478"/>
                  <a:gd name="T20" fmla="*/ 3880 w 4987"/>
                  <a:gd name="T21" fmla="*/ 336 h 5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87" h="5478">
                    <a:moveTo>
                      <a:pt x="3880" y="336"/>
                    </a:moveTo>
                    <a:lnTo>
                      <a:pt x="2772" y="0"/>
                    </a:lnTo>
                    <a:lnTo>
                      <a:pt x="2946" y="748"/>
                    </a:lnTo>
                    <a:cubicBezTo>
                      <a:pt x="2030" y="1033"/>
                      <a:pt x="1255" y="1631"/>
                      <a:pt x="742" y="2455"/>
                    </a:cubicBezTo>
                    <a:cubicBezTo>
                      <a:pt x="177" y="3363"/>
                      <a:pt x="0" y="4437"/>
                      <a:pt x="243" y="5478"/>
                    </a:cubicBezTo>
                    <a:lnTo>
                      <a:pt x="969" y="5309"/>
                    </a:lnTo>
                    <a:cubicBezTo>
                      <a:pt x="584" y="3657"/>
                      <a:pt x="1536" y="2000"/>
                      <a:pt x="3116" y="1477"/>
                    </a:cubicBezTo>
                    <a:lnTo>
                      <a:pt x="3297" y="2255"/>
                    </a:lnTo>
                    <a:lnTo>
                      <a:pt x="4142" y="1463"/>
                    </a:lnTo>
                    <a:lnTo>
                      <a:pt x="4987" y="672"/>
                    </a:lnTo>
                    <a:lnTo>
                      <a:pt x="3880" y="336"/>
                    </a:lnTo>
                    <a:close/>
                  </a:path>
                </a:pathLst>
              </a:custGeom>
              <a:solidFill>
                <a:schemeClr val="accent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7" name="up-right-arrow_50696"/>
              <p:cNvSpPr>
                <a:spLocks noChangeAspect="1"/>
              </p:cNvSpPr>
              <p:nvPr/>
            </p:nvSpPr>
            <p:spPr bwMode="auto">
              <a:xfrm>
                <a:off x="7195010" y="2680854"/>
                <a:ext cx="555885" cy="609685"/>
              </a:xfrm>
              <a:custGeom>
                <a:avLst/>
                <a:gdLst>
                  <a:gd name="T0" fmla="*/ 3880 w 4987"/>
                  <a:gd name="T1" fmla="*/ 336 h 5478"/>
                  <a:gd name="T2" fmla="*/ 2772 w 4987"/>
                  <a:gd name="T3" fmla="*/ 0 h 5478"/>
                  <a:gd name="T4" fmla="*/ 2946 w 4987"/>
                  <a:gd name="T5" fmla="*/ 748 h 5478"/>
                  <a:gd name="T6" fmla="*/ 742 w 4987"/>
                  <a:gd name="T7" fmla="*/ 2455 h 5478"/>
                  <a:gd name="T8" fmla="*/ 243 w 4987"/>
                  <a:gd name="T9" fmla="*/ 5478 h 5478"/>
                  <a:gd name="T10" fmla="*/ 969 w 4987"/>
                  <a:gd name="T11" fmla="*/ 5309 h 5478"/>
                  <a:gd name="T12" fmla="*/ 3116 w 4987"/>
                  <a:gd name="T13" fmla="*/ 1477 h 5478"/>
                  <a:gd name="T14" fmla="*/ 3297 w 4987"/>
                  <a:gd name="T15" fmla="*/ 2255 h 5478"/>
                  <a:gd name="T16" fmla="*/ 4142 w 4987"/>
                  <a:gd name="T17" fmla="*/ 1463 h 5478"/>
                  <a:gd name="T18" fmla="*/ 4987 w 4987"/>
                  <a:gd name="T19" fmla="*/ 672 h 5478"/>
                  <a:gd name="T20" fmla="*/ 3880 w 4987"/>
                  <a:gd name="T21" fmla="*/ 336 h 5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87" h="5478">
                    <a:moveTo>
                      <a:pt x="3880" y="336"/>
                    </a:moveTo>
                    <a:lnTo>
                      <a:pt x="2772" y="0"/>
                    </a:lnTo>
                    <a:lnTo>
                      <a:pt x="2946" y="748"/>
                    </a:lnTo>
                    <a:cubicBezTo>
                      <a:pt x="2030" y="1033"/>
                      <a:pt x="1255" y="1631"/>
                      <a:pt x="742" y="2455"/>
                    </a:cubicBezTo>
                    <a:cubicBezTo>
                      <a:pt x="177" y="3363"/>
                      <a:pt x="0" y="4437"/>
                      <a:pt x="243" y="5478"/>
                    </a:cubicBezTo>
                    <a:lnTo>
                      <a:pt x="969" y="5309"/>
                    </a:lnTo>
                    <a:cubicBezTo>
                      <a:pt x="584" y="3657"/>
                      <a:pt x="1536" y="2000"/>
                      <a:pt x="3116" y="1477"/>
                    </a:cubicBezTo>
                    <a:lnTo>
                      <a:pt x="3297" y="2255"/>
                    </a:lnTo>
                    <a:lnTo>
                      <a:pt x="4142" y="1463"/>
                    </a:lnTo>
                    <a:lnTo>
                      <a:pt x="4987" y="672"/>
                    </a:lnTo>
                    <a:lnTo>
                      <a:pt x="3880" y="336"/>
                    </a:lnTo>
                    <a:close/>
                  </a:path>
                </a:pathLst>
              </a:custGeom>
              <a:solidFill>
                <a:schemeClr val="accent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8" name="up-right-arrow_50696"/>
              <p:cNvSpPr>
                <a:spLocks noChangeAspect="1"/>
              </p:cNvSpPr>
              <p:nvPr/>
            </p:nvSpPr>
            <p:spPr bwMode="auto">
              <a:xfrm>
                <a:off x="8864482" y="1814804"/>
                <a:ext cx="555885" cy="609685"/>
              </a:xfrm>
              <a:custGeom>
                <a:avLst/>
                <a:gdLst>
                  <a:gd name="T0" fmla="*/ 3880 w 4987"/>
                  <a:gd name="T1" fmla="*/ 336 h 5478"/>
                  <a:gd name="T2" fmla="*/ 2772 w 4987"/>
                  <a:gd name="T3" fmla="*/ 0 h 5478"/>
                  <a:gd name="T4" fmla="*/ 2946 w 4987"/>
                  <a:gd name="T5" fmla="*/ 748 h 5478"/>
                  <a:gd name="T6" fmla="*/ 742 w 4987"/>
                  <a:gd name="T7" fmla="*/ 2455 h 5478"/>
                  <a:gd name="T8" fmla="*/ 243 w 4987"/>
                  <a:gd name="T9" fmla="*/ 5478 h 5478"/>
                  <a:gd name="T10" fmla="*/ 969 w 4987"/>
                  <a:gd name="T11" fmla="*/ 5309 h 5478"/>
                  <a:gd name="T12" fmla="*/ 3116 w 4987"/>
                  <a:gd name="T13" fmla="*/ 1477 h 5478"/>
                  <a:gd name="T14" fmla="*/ 3297 w 4987"/>
                  <a:gd name="T15" fmla="*/ 2255 h 5478"/>
                  <a:gd name="T16" fmla="*/ 4142 w 4987"/>
                  <a:gd name="T17" fmla="*/ 1463 h 5478"/>
                  <a:gd name="T18" fmla="*/ 4987 w 4987"/>
                  <a:gd name="T19" fmla="*/ 672 h 5478"/>
                  <a:gd name="T20" fmla="*/ 3880 w 4987"/>
                  <a:gd name="T21" fmla="*/ 336 h 5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87" h="5478">
                    <a:moveTo>
                      <a:pt x="3880" y="336"/>
                    </a:moveTo>
                    <a:lnTo>
                      <a:pt x="2772" y="0"/>
                    </a:lnTo>
                    <a:lnTo>
                      <a:pt x="2946" y="748"/>
                    </a:lnTo>
                    <a:cubicBezTo>
                      <a:pt x="2030" y="1033"/>
                      <a:pt x="1255" y="1631"/>
                      <a:pt x="742" y="2455"/>
                    </a:cubicBezTo>
                    <a:cubicBezTo>
                      <a:pt x="177" y="3363"/>
                      <a:pt x="0" y="4437"/>
                      <a:pt x="243" y="5478"/>
                    </a:cubicBezTo>
                    <a:lnTo>
                      <a:pt x="969" y="5309"/>
                    </a:lnTo>
                    <a:cubicBezTo>
                      <a:pt x="584" y="3657"/>
                      <a:pt x="1536" y="2000"/>
                      <a:pt x="3116" y="1477"/>
                    </a:cubicBezTo>
                    <a:lnTo>
                      <a:pt x="3297" y="2255"/>
                    </a:lnTo>
                    <a:lnTo>
                      <a:pt x="4142" y="1463"/>
                    </a:lnTo>
                    <a:lnTo>
                      <a:pt x="4987" y="672"/>
                    </a:lnTo>
                    <a:lnTo>
                      <a:pt x="3880" y="336"/>
                    </a:lnTo>
                    <a:close/>
                  </a:path>
                </a:pathLst>
              </a:custGeom>
              <a:solidFill>
                <a:schemeClr val="accent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 name="文本框 46"/>
            <p:cNvSpPr txBox="1"/>
            <p:nvPr/>
          </p:nvSpPr>
          <p:spPr>
            <a:xfrm>
              <a:off x="993369" y="3264543"/>
              <a:ext cx="3049831" cy="107721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1730885" y="2869643"/>
              <a:ext cx="157480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sz="2000"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nvGrpSpPr>
            <p:cNvPr id="41" name="组合 40"/>
            <p:cNvGrpSpPr/>
            <p:nvPr/>
          </p:nvGrpSpPr>
          <p:grpSpPr>
            <a:xfrm>
              <a:off x="961189" y="5284412"/>
              <a:ext cx="8177338" cy="1038042"/>
              <a:chOff x="2309039" y="1646807"/>
              <a:chExt cx="8177338" cy="1038042"/>
            </a:xfrm>
          </p:grpSpPr>
          <p:sp>
            <p:nvSpPr>
              <p:cNvPr id="42" name="文本框 41"/>
              <p:cNvSpPr txBox="1"/>
              <p:nvPr/>
            </p:nvSpPr>
            <p:spPr>
              <a:xfrm>
                <a:off x="2309039" y="1646807"/>
                <a:ext cx="5427630" cy="400110"/>
              </a:xfrm>
              <a:prstGeom prst="rect">
                <a:avLst/>
              </a:prstGeom>
              <a:noFill/>
            </p:spPr>
            <p:txBody>
              <a:bodyPr wrap="square" rtlCol="0">
                <a:spAutoFit/>
              </a:bodyPr>
              <a:lstStyle/>
              <a:p>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43" name="文本框 45"/>
              <p:cNvSpPr txBox="1"/>
              <p:nvPr/>
            </p:nvSpPr>
            <p:spPr>
              <a:xfrm>
                <a:off x="2309039" y="2100074"/>
                <a:ext cx="817733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03</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研究成果</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97" name="Group 51"/>
          <p:cNvGrpSpPr/>
          <p:nvPr/>
        </p:nvGrpSpPr>
        <p:grpSpPr>
          <a:xfrm>
            <a:off x="666144" y="2067416"/>
            <a:ext cx="11006752" cy="3115618"/>
            <a:chOff x="666144" y="2067416"/>
            <a:chExt cx="11006752" cy="3115618"/>
          </a:xfrm>
        </p:grpSpPr>
        <p:grpSp>
          <p:nvGrpSpPr>
            <p:cNvPr id="98" name="24931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69926" y="2067416"/>
              <a:ext cx="7353439" cy="2976827"/>
              <a:chOff x="669926" y="2067416"/>
              <a:chExt cx="7353439" cy="2976827"/>
            </a:xfrm>
          </p:grpSpPr>
          <p:grpSp>
            <p:nvGrpSpPr>
              <p:cNvPr id="111" name="iṥḷiďé"/>
              <p:cNvGrpSpPr/>
              <p:nvPr/>
            </p:nvGrpSpPr>
            <p:grpSpPr>
              <a:xfrm>
                <a:off x="4168635" y="2067416"/>
                <a:ext cx="3854730" cy="2976827"/>
                <a:chOff x="3713736" y="2067416"/>
                <a:chExt cx="3854730" cy="2976827"/>
              </a:xfrm>
            </p:grpSpPr>
            <p:sp>
              <p:nvSpPr>
                <p:cNvPr id="113" name="îş1íḑè"/>
                <p:cNvSpPr/>
                <p:nvPr/>
              </p:nvSpPr>
              <p:spPr>
                <a:xfrm flipH="1">
                  <a:off x="3713736" y="2096159"/>
                  <a:ext cx="2247773" cy="173579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2"/>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14" name="iṩ1ïḓé"/>
                <p:cNvSpPr/>
                <p:nvPr/>
              </p:nvSpPr>
              <p:spPr>
                <a:xfrm flipH="1" flipV="1">
                  <a:off x="4486914" y="3905521"/>
                  <a:ext cx="1474595" cy="113872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4"/>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15" name="ïṩľíďê"/>
                <p:cNvSpPr/>
                <p:nvPr/>
              </p:nvSpPr>
              <p:spPr>
                <a:xfrm rot="3940857">
                  <a:off x="5576683" y="2323407"/>
                  <a:ext cx="2247773" cy="173579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3"/>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16" name="íśḻïḋé"/>
                <p:cNvSpPr/>
                <p:nvPr/>
              </p:nvSpPr>
              <p:spPr bwMode="auto">
                <a:xfrm>
                  <a:off x="4310511" y="2722903"/>
                  <a:ext cx="539563" cy="539673"/>
                </a:xfrm>
                <a:custGeom>
                  <a:avLst/>
                  <a:gdLst>
                    <a:gd name="T0" fmla="*/ 3408 w 10185"/>
                    <a:gd name="T1" fmla="*/ 6244 h 10185"/>
                    <a:gd name="T2" fmla="*/ 3415 w 10185"/>
                    <a:gd name="T3" fmla="*/ 5496 h 10185"/>
                    <a:gd name="T4" fmla="*/ 4162 w 10185"/>
                    <a:gd name="T5" fmla="*/ 5490 h 10185"/>
                    <a:gd name="T6" fmla="*/ 6296 w 10185"/>
                    <a:gd name="T7" fmla="*/ 7623 h 10185"/>
                    <a:gd name="T8" fmla="*/ 6296 w 10185"/>
                    <a:gd name="T9" fmla="*/ 8377 h 10185"/>
                    <a:gd name="T10" fmla="*/ 4696 w 10185"/>
                    <a:gd name="T11" fmla="*/ 9977 h 10185"/>
                    <a:gd name="T12" fmla="*/ 3942 w 10185"/>
                    <a:gd name="T13" fmla="*/ 9977 h 10185"/>
                    <a:gd name="T14" fmla="*/ 208 w 10185"/>
                    <a:gd name="T15" fmla="*/ 6244 h 10185"/>
                    <a:gd name="T16" fmla="*/ 208 w 10185"/>
                    <a:gd name="T17" fmla="*/ 5490 h 10185"/>
                    <a:gd name="T18" fmla="*/ 5542 w 10185"/>
                    <a:gd name="T19" fmla="*/ 156 h 10185"/>
                    <a:gd name="T20" fmla="*/ 5919 w 10185"/>
                    <a:gd name="T21" fmla="*/ 0 h 10185"/>
                    <a:gd name="T22" fmla="*/ 9652 w 10185"/>
                    <a:gd name="T23" fmla="*/ 0 h 10185"/>
                    <a:gd name="T24" fmla="*/ 10185 w 10185"/>
                    <a:gd name="T25" fmla="*/ 533 h 10185"/>
                    <a:gd name="T26" fmla="*/ 10185 w 10185"/>
                    <a:gd name="T27" fmla="*/ 4267 h 10185"/>
                    <a:gd name="T28" fmla="*/ 10029 w 10185"/>
                    <a:gd name="T29" fmla="*/ 4644 h 10185"/>
                    <a:gd name="T30" fmla="*/ 7629 w 10185"/>
                    <a:gd name="T31" fmla="*/ 7044 h 10185"/>
                    <a:gd name="T32" fmla="*/ 6881 w 10185"/>
                    <a:gd name="T33" fmla="*/ 7037 h 10185"/>
                    <a:gd name="T34" fmla="*/ 6875 w 10185"/>
                    <a:gd name="T35" fmla="*/ 6290 h 10185"/>
                    <a:gd name="T36" fmla="*/ 9119 w 10185"/>
                    <a:gd name="T37" fmla="*/ 4046 h 10185"/>
                    <a:gd name="T38" fmla="*/ 9119 w 10185"/>
                    <a:gd name="T39" fmla="*/ 1067 h 10185"/>
                    <a:gd name="T40" fmla="*/ 6139 w 10185"/>
                    <a:gd name="T41" fmla="*/ 1067 h 10185"/>
                    <a:gd name="T42" fmla="*/ 1339 w 10185"/>
                    <a:gd name="T43" fmla="*/ 5867 h 10185"/>
                    <a:gd name="T44" fmla="*/ 4319 w 10185"/>
                    <a:gd name="T45" fmla="*/ 8846 h 10185"/>
                    <a:gd name="T46" fmla="*/ 5165 w 10185"/>
                    <a:gd name="T47" fmla="*/ 8000 h 10185"/>
                    <a:gd name="T48" fmla="*/ 3408 w 10185"/>
                    <a:gd name="T49" fmla="*/ 6244 h 10185"/>
                    <a:gd name="T50" fmla="*/ 7519 w 10185"/>
                    <a:gd name="T51" fmla="*/ 3200 h 10185"/>
                    <a:gd name="T52" fmla="*/ 6985 w 10185"/>
                    <a:gd name="T53" fmla="*/ 2667 h 10185"/>
                    <a:gd name="T54" fmla="*/ 7519 w 10185"/>
                    <a:gd name="T55" fmla="*/ 2133 h 10185"/>
                    <a:gd name="T56" fmla="*/ 8052 w 10185"/>
                    <a:gd name="T57" fmla="*/ 2667 h 10185"/>
                    <a:gd name="T58" fmla="*/ 7519 w 10185"/>
                    <a:gd name="T59" fmla="*/ 3200 h 10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85" h="10185">
                      <a:moveTo>
                        <a:pt x="3408" y="6244"/>
                      </a:moveTo>
                      <a:cubicBezTo>
                        <a:pt x="3206" y="6034"/>
                        <a:pt x="3209" y="5702"/>
                        <a:pt x="3415" y="5496"/>
                      </a:cubicBezTo>
                      <a:cubicBezTo>
                        <a:pt x="3620" y="5290"/>
                        <a:pt x="3953" y="5287"/>
                        <a:pt x="4162" y="5490"/>
                      </a:cubicBezTo>
                      <a:lnTo>
                        <a:pt x="6296" y="7623"/>
                      </a:lnTo>
                      <a:cubicBezTo>
                        <a:pt x="6504" y="7831"/>
                        <a:pt x="6504" y="8169"/>
                        <a:pt x="6296" y="8377"/>
                      </a:cubicBezTo>
                      <a:lnTo>
                        <a:pt x="4696" y="9977"/>
                      </a:lnTo>
                      <a:cubicBezTo>
                        <a:pt x="4487" y="10185"/>
                        <a:pt x="4150" y="10185"/>
                        <a:pt x="3942" y="9977"/>
                      </a:cubicBezTo>
                      <a:lnTo>
                        <a:pt x="208" y="6244"/>
                      </a:lnTo>
                      <a:cubicBezTo>
                        <a:pt x="0" y="6035"/>
                        <a:pt x="0" y="5698"/>
                        <a:pt x="208" y="5490"/>
                      </a:cubicBezTo>
                      <a:lnTo>
                        <a:pt x="5542" y="156"/>
                      </a:lnTo>
                      <a:cubicBezTo>
                        <a:pt x="5642" y="56"/>
                        <a:pt x="5777" y="0"/>
                        <a:pt x="5919" y="0"/>
                      </a:cubicBezTo>
                      <a:lnTo>
                        <a:pt x="9652" y="0"/>
                      </a:lnTo>
                      <a:cubicBezTo>
                        <a:pt x="9947" y="0"/>
                        <a:pt x="10185" y="239"/>
                        <a:pt x="10185" y="533"/>
                      </a:cubicBezTo>
                      <a:lnTo>
                        <a:pt x="10185" y="4267"/>
                      </a:lnTo>
                      <a:cubicBezTo>
                        <a:pt x="10185" y="4408"/>
                        <a:pt x="10129" y="4544"/>
                        <a:pt x="10029" y="4644"/>
                      </a:cubicBezTo>
                      <a:lnTo>
                        <a:pt x="7629" y="7044"/>
                      </a:lnTo>
                      <a:cubicBezTo>
                        <a:pt x="7420" y="7246"/>
                        <a:pt x="7087" y="7243"/>
                        <a:pt x="6881" y="7037"/>
                      </a:cubicBezTo>
                      <a:cubicBezTo>
                        <a:pt x="6676" y="6832"/>
                        <a:pt x="6673" y="6499"/>
                        <a:pt x="6875" y="6290"/>
                      </a:cubicBezTo>
                      <a:lnTo>
                        <a:pt x="9119" y="4046"/>
                      </a:lnTo>
                      <a:lnTo>
                        <a:pt x="9119" y="1067"/>
                      </a:lnTo>
                      <a:lnTo>
                        <a:pt x="6139" y="1067"/>
                      </a:lnTo>
                      <a:lnTo>
                        <a:pt x="1339" y="5867"/>
                      </a:lnTo>
                      <a:lnTo>
                        <a:pt x="4319" y="8846"/>
                      </a:lnTo>
                      <a:lnTo>
                        <a:pt x="5165" y="8000"/>
                      </a:lnTo>
                      <a:lnTo>
                        <a:pt x="3408" y="6244"/>
                      </a:lnTo>
                      <a:close/>
                      <a:moveTo>
                        <a:pt x="7519" y="3200"/>
                      </a:moveTo>
                      <a:cubicBezTo>
                        <a:pt x="7224" y="3200"/>
                        <a:pt x="6985" y="2961"/>
                        <a:pt x="6985" y="2667"/>
                      </a:cubicBezTo>
                      <a:cubicBezTo>
                        <a:pt x="6985" y="2372"/>
                        <a:pt x="7224" y="2133"/>
                        <a:pt x="7519" y="2133"/>
                      </a:cubicBezTo>
                      <a:cubicBezTo>
                        <a:pt x="7813" y="2133"/>
                        <a:pt x="8052" y="2372"/>
                        <a:pt x="8052" y="2667"/>
                      </a:cubicBezTo>
                      <a:cubicBezTo>
                        <a:pt x="8052" y="2961"/>
                        <a:pt x="7813" y="3200"/>
                        <a:pt x="7519" y="3200"/>
                      </a:cubicBez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sp>
              <p:nvSpPr>
                <p:cNvPr id="117" name="í$ľïde"/>
                <p:cNvSpPr/>
                <p:nvPr/>
              </p:nvSpPr>
              <p:spPr bwMode="auto">
                <a:xfrm>
                  <a:off x="4878461" y="4224563"/>
                  <a:ext cx="351708" cy="439614"/>
                </a:xfrm>
                <a:custGeom>
                  <a:avLst/>
                  <a:gdLst>
                    <a:gd name="T0" fmla="*/ 1067 w 8534"/>
                    <a:gd name="T1" fmla="*/ 1066 h 10666"/>
                    <a:gd name="T2" fmla="*/ 1067 w 8534"/>
                    <a:gd name="T3" fmla="*/ 10133 h 10666"/>
                    <a:gd name="T4" fmla="*/ 534 w 8534"/>
                    <a:gd name="T5" fmla="*/ 10666 h 10666"/>
                    <a:gd name="T6" fmla="*/ 0 w 8534"/>
                    <a:gd name="T7" fmla="*/ 10133 h 10666"/>
                    <a:gd name="T8" fmla="*/ 0 w 8534"/>
                    <a:gd name="T9" fmla="*/ 533 h 10666"/>
                    <a:gd name="T10" fmla="*/ 534 w 8534"/>
                    <a:gd name="T11" fmla="*/ 0 h 10666"/>
                    <a:gd name="T12" fmla="*/ 5867 w 8534"/>
                    <a:gd name="T13" fmla="*/ 0 h 10666"/>
                    <a:gd name="T14" fmla="*/ 6244 w 8534"/>
                    <a:gd name="T15" fmla="*/ 156 h 10666"/>
                    <a:gd name="T16" fmla="*/ 8377 w 8534"/>
                    <a:gd name="T17" fmla="*/ 2289 h 10666"/>
                    <a:gd name="T18" fmla="*/ 8534 w 8534"/>
                    <a:gd name="T19" fmla="*/ 2666 h 10666"/>
                    <a:gd name="T20" fmla="*/ 8534 w 8534"/>
                    <a:gd name="T21" fmla="*/ 10133 h 10666"/>
                    <a:gd name="T22" fmla="*/ 8000 w 8534"/>
                    <a:gd name="T23" fmla="*/ 10666 h 10666"/>
                    <a:gd name="T24" fmla="*/ 2667 w 8534"/>
                    <a:gd name="T25" fmla="*/ 10666 h 10666"/>
                    <a:gd name="T26" fmla="*/ 2134 w 8534"/>
                    <a:gd name="T27" fmla="*/ 10133 h 10666"/>
                    <a:gd name="T28" fmla="*/ 2667 w 8534"/>
                    <a:gd name="T29" fmla="*/ 9600 h 10666"/>
                    <a:gd name="T30" fmla="*/ 7467 w 8534"/>
                    <a:gd name="T31" fmla="*/ 9600 h 10666"/>
                    <a:gd name="T32" fmla="*/ 7467 w 8534"/>
                    <a:gd name="T33" fmla="*/ 2887 h 10666"/>
                    <a:gd name="T34" fmla="*/ 5646 w 8534"/>
                    <a:gd name="T35" fmla="*/ 1066 h 10666"/>
                    <a:gd name="T36" fmla="*/ 1067 w 8534"/>
                    <a:gd name="T37" fmla="*/ 1066 h 10666"/>
                    <a:gd name="T38" fmla="*/ 2667 w 8534"/>
                    <a:gd name="T39" fmla="*/ 5866 h 10666"/>
                    <a:gd name="T40" fmla="*/ 2134 w 8534"/>
                    <a:gd name="T41" fmla="*/ 5333 h 10666"/>
                    <a:gd name="T42" fmla="*/ 2667 w 8534"/>
                    <a:gd name="T43" fmla="*/ 4800 h 10666"/>
                    <a:gd name="T44" fmla="*/ 5867 w 8534"/>
                    <a:gd name="T45" fmla="*/ 4800 h 10666"/>
                    <a:gd name="T46" fmla="*/ 6400 w 8534"/>
                    <a:gd name="T47" fmla="*/ 5333 h 10666"/>
                    <a:gd name="T48" fmla="*/ 5867 w 8534"/>
                    <a:gd name="T49" fmla="*/ 5866 h 10666"/>
                    <a:gd name="T50" fmla="*/ 2667 w 8534"/>
                    <a:gd name="T51" fmla="*/ 5866 h 10666"/>
                    <a:gd name="T52" fmla="*/ 2667 w 8534"/>
                    <a:gd name="T53" fmla="*/ 3733 h 10666"/>
                    <a:gd name="T54" fmla="*/ 2134 w 8534"/>
                    <a:gd name="T55" fmla="*/ 3200 h 10666"/>
                    <a:gd name="T56" fmla="*/ 2667 w 8534"/>
                    <a:gd name="T57" fmla="*/ 2666 h 10666"/>
                    <a:gd name="T58" fmla="*/ 3734 w 8534"/>
                    <a:gd name="T59" fmla="*/ 2666 h 10666"/>
                    <a:gd name="T60" fmla="*/ 4267 w 8534"/>
                    <a:gd name="T61" fmla="*/ 3200 h 10666"/>
                    <a:gd name="T62" fmla="*/ 3734 w 8534"/>
                    <a:gd name="T63" fmla="*/ 3733 h 10666"/>
                    <a:gd name="T64" fmla="*/ 2667 w 8534"/>
                    <a:gd name="T65" fmla="*/ 3733 h 10666"/>
                    <a:gd name="T66" fmla="*/ 2667 w 8534"/>
                    <a:gd name="T67" fmla="*/ 8000 h 10666"/>
                    <a:gd name="T68" fmla="*/ 2134 w 8534"/>
                    <a:gd name="T69" fmla="*/ 7466 h 10666"/>
                    <a:gd name="T70" fmla="*/ 2667 w 8534"/>
                    <a:gd name="T71" fmla="*/ 6933 h 10666"/>
                    <a:gd name="T72" fmla="*/ 4800 w 8534"/>
                    <a:gd name="T73" fmla="*/ 6933 h 10666"/>
                    <a:gd name="T74" fmla="*/ 5334 w 8534"/>
                    <a:gd name="T75" fmla="*/ 7466 h 10666"/>
                    <a:gd name="T76" fmla="*/ 4800 w 8534"/>
                    <a:gd name="T77" fmla="*/ 8000 h 10666"/>
                    <a:gd name="T78" fmla="*/ 2667 w 8534"/>
                    <a:gd name="T79" fmla="*/ 8000 h 10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534" h="10666">
                      <a:moveTo>
                        <a:pt x="1067" y="1066"/>
                      </a:moveTo>
                      <a:lnTo>
                        <a:pt x="1067" y="10133"/>
                      </a:lnTo>
                      <a:cubicBezTo>
                        <a:pt x="1067" y="10428"/>
                        <a:pt x="828" y="10666"/>
                        <a:pt x="534" y="10666"/>
                      </a:cubicBezTo>
                      <a:cubicBezTo>
                        <a:pt x="239" y="10666"/>
                        <a:pt x="0" y="10428"/>
                        <a:pt x="0" y="10133"/>
                      </a:cubicBezTo>
                      <a:lnTo>
                        <a:pt x="0" y="533"/>
                      </a:lnTo>
                      <a:cubicBezTo>
                        <a:pt x="0" y="238"/>
                        <a:pt x="239" y="0"/>
                        <a:pt x="534" y="0"/>
                      </a:cubicBezTo>
                      <a:lnTo>
                        <a:pt x="5867" y="0"/>
                      </a:lnTo>
                      <a:cubicBezTo>
                        <a:pt x="6008" y="0"/>
                        <a:pt x="6144" y="56"/>
                        <a:pt x="6244" y="156"/>
                      </a:cubicBezTo>
                      <a:lnTo>
                        <a:pt x="8377" y="2289"/>
                      </a:lnTo>
                      <a:cubicBezTo>
                        <a:pt x="8477" y="2389"/>
                        <a:pt x="8534" y="2525"/>
                        <a:pt x="8534" y="2666"/>
                      </a:cubicBezTo>
                      <a:lnTo>
                        <a:pt x="8534" y="10133"/>
                      </a:lnTo>
                      <a:cubicBezTo>
                        <a:pt x="8534" y="10428"/>
                        <a:pt x="8295" y="10666"/>
                        <a:pt x="8000" y="10666"/>
                      </a:cubicBezTo>
                      <a:lnTo>
                        <a:pt x="2667" y="10666"/>
                      </a:lnTo>
                      <a:cubicBezTo>
                        <a:pt x="2372" y="10666"/>
                        <a:pt x="2134" y="10428"/>
                        <a:pt x="2134" y="10133"/>
                      </a:cubicBezTo>
                      <a:cubicBezTo>
                        <a:pt x="2134" y="9838"/>
                        <a:pt x="2372" y="9600"/>
                        <a:pt x="2667" y="9600"/>
                      </a:cubicBezTo>
                      <a:lnTo>
                        <a:pt x="7467" y="9600"/>
                      </a:lnTo>
                      <a:lnTo>
                        <a:pt x="7467" y="2887"/>
                      </a:lnTo>
                      <a:lnTo>
                        <a:pt x="5646" y="1066"/>
                      </a:lnTo>
                      <a:lnTo>
                        <a:pt x="1067" y="1066"/>
                      </a:lnTo>
                      <a:close/>
                      <a:moveTo>
                        <a:pt x="2667" y="5866"/>
                      </a:moveTo>
                      <a:cubicBezTo>
                        <a:pt x="2372" y="5866"/>
                        <a:pt x="2134" y="5628"/>
                        <a:pt x="2134" y="5333"/>
                      </a:cubicBezTo>
                      <a:cubicBezTo>
                        <a:pt x="2134" y="5038"/>
                        <a:pt x="2372" y="4800"/>
                        <a:pt x="2667" y="4800"/>
                      </a:cubicBezTo>
                      <a:lnTo>
                        <a:pt x="5867" y="4800"/>
                      </a:lnTo>
                      <a:cubicBezTo>
                        <a:pt x="6162" y="4800"/>
                        <a:pt x="6400" y="5038"/>
                        <a:pt x="6400" y="5333"/>
                      </a:cubicBezTo>
                      <a:cubicBezTo>
                        <a:pt x="6400" y="5628"/>
                        <a:pt x="6162" y="5866"/>
                        <a:pt x="5867" y="5866"/>
                      </a:cubicBezTo>
                      <a:lnTo>
                        <a:pt x="2667" y="5866"/>
                      </a:lnTo>
                      <a:close/>
                      <a:moveTo>
                        <a:pt x="2667" y="3733"/>
                      </a:moveTo>
                      <a:cubicBezTo>
                        <a:pt x="2372" y="3733"/>
                        <a:pt x="2134" y="3494"/>
                        <a:pt x="2134" y="3200"/>
                      </a:cubicBezTo>
                      <a:cubicBezTo>
                        <a:pt x="2134" y="2905"/>
                        <a:pt x="2372" y="2666"/>
                        <a:pt x="2667" y="2666"/>
                      </a:cubicBezTo>
                      <a:lnTo>
                        <a:pt x="3734" y="2666"/>
                      </a:lnTo>
                      <a:cubicBezTo>
                        <a:pt x="4028" y="2666"/>
                        <a:pt x="4267" y="2905"/>
                        <a:pt x="4267" y="3200"/>
                      </a:cubicBezTo>
                      <a:cubicBezTo>
                        <a:pt x="4267" y="3494"/>
                        <a:pt x="4028" y="3733"/>
                        <a:pt x="3734" y="3733"/>
                      </a:cubicBezTo>
                      <a:lnTo>
                        <a:pt x="2667" y="3733"/>
                      </a:lnTo>
                      <a:close/>
                      <a:moveTo>
                        <a:pt x="2667" y="8000"/>
                      </a:moveTo>
                      <a:cubicBezTo>
                        <a:pt x="2372" y="8000"/>
                        <a:pt x="2134" y="7761"/>
                        <a:pt x="2134" y="7466"/>
                      </a:cubicBezTo>
                      <a:cubicBezTo>
                        <a:pt x="2134" y="7172"/>
                        <a:pt x="2372" y="6933"/>
                        <a:pt x="2667" y="6933"/>
                      </a:cubicBezTo>
                      <a:lnTo>
                        <a:pt x="4800" y="6933"/>
                      </a:lnTo>
                      <a:cubicBezTo>
                        <a:pt x="5095" y="6933"/>
                        <a:pt x="5334" y="7172"/>
                        <a:pt x="5334" y="7466"/>
                      </a:cubicBezTo>
                      <a:cubicBezTo>
                        <a:pt x="5334" y="7761"/>
                        <a:pt x="5095" y="8000"/>
                        <a:pt x="4800" y="8000"/>
                      </a:cubicBezTo>
                      <a:lnTo>
                        <a:pt x="2667" y="8000"/>
                      </a:ln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sp>
              <p:nvSpPr>
                <p:cNvPr id="118" name="íṥḷîdè"/>
                <p:cNvSpPr/>
                <p:nvPr/>
              </p:nvSpPr>
              <p:spPr bwMode="auto">
                <a:xfrm>
                  <a:off x="6545247" y="3092235"/>
                  <a:ext cx="457471" cy="539673"/>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grpSp>
          <p:cxnSp>
            <p:nvCxnSpPr>
              <p:cNvPr id="112" name="直接连接符 111"/>
              <p:cNvCxnSpPr/>
              <p:nvPr/>
            </p:nvCxnSpPr>
            <p:spPr>
              <a:xfrm flipH="1">
                <a:off x="669926" y="3831951"/>
                <a:ext cx="394017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99" name="组合 98"/>
            <p:cNvGrpSpPr/>
            <p:nvPr/>
          </p:nvGrpSpPr>
          <p:grpSpPr>
            <a:xfrm>
              <a:off x="669926" y="2523913"/>
              <a:ext cx="3332579" cy="1107995"/>
              <a:chOff x="669926" y="2523913"/>
              <a:chExt cx="3332579" cy="1107995"/>
            </a:xfrm>
          </p:grpSpPr>
          <p:sp>
            <p:nvSpPr>
              <p:cNvPr id="109" name="文本框 46"/>
              <p:cNvSpPr txBox="1"/>
              <p:nvPr/>
            </p:nvSpPr>
            <p:spPr>
              <a:xfrm>
                <a:off x="669926" y="289324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10" name="文本框 34"/>
              <p:cNvSpPr txBox="1"/>
              <p:nvPr/>
            </p:nvSpPr>
            <p:spPr>
              <a:xfrm>
                <a:off x="669926" y="252391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100" name="组合 99"/>
            <p:cNvGrpSpPr/>
            <p:nvPr/>
          </p:nvGrpSpPr>
          <p:grpSpPr>
            <a:xfrm>
              <a:off x="666144" y="4075039"/>
              <a:ext cx="3332579" cy="1107995"/>
              <a:chOff x="669926" y="2523913"/>
              <a:chExt cx="3332579" cy="1107995"/>
            </a:xfrm>
          </p:grpSpPr>
          <p:sp>
            <p:nvSpPr>
              <p:cNvPr id="107" name="文本框 46"/>
              <p:cNvSpPr txBox="1"/>
              <p:nvPr/>
            </p:nvSpPr>
            <p:spPr>
              <a:xfrm>
                <a:off x="669926" y="289324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08" name="文本框 34"/>
              <p:cNvSpPr txBox="1"/>
              <p:nvPr/>
            </p:nvSpPr>
            <p:spPr>
              <a:xfrm>
                <a:off x="669926" y="252391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101" name="组合 100"/>
            <p:cNvGrpSpPr/>
            <p:nvPr/>
          </p:nvGrpSpPr>
          <p:grpSpPr>
            <a:xfrm>
              <a:off x="8340317" y="2096159"/>
              <a:ext cx="3332579" cy="3037930"/>
              <a:chOff x="8248827" y="1969915"/>
              <a:chExt cx="3332579" cy="3037930"/>
            </a:xfrm>
          </p:grpSpPr>
          <p:grpSp>
            <p:nvGrpSpPr>
              <p:cNvPr id="102" name="组合 101"/>
              <p:cNvGrpSpPr/>
              <p:nvPr/>
            </p:nvGrpSpPr>
            <p:grpSpPr>
              <a:xfrm>
                <a:off x="8248827" y="1969915"/>
                <a:ext cx="3332579" cy="1172133"/>
                <a:chOff x="669926" y="2523913"/>
                <a:chExt cx="3332579" cy="1172133"/>
              </a:xfrm>
            </p:grpSpPr>
            <p:sp>
              <p:nvSpPr>
                <p:cNvPr id="105" name="文本框 46"/>
                <p:cNvSpPr txBox="1"/>
                <p:nvPr/>
              </p:nvSpPr>
              <p:spPr>
                <a:xfrm>
                  <a:off x="669926" y="2957382"/>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06" name="文本框 34"/>
                <p:cNvSpPr txBox="1"/>
                <p:nvPr/>
              </p:nvSpPr>
              <p:spPr>
                <a:xfrm>
                  <a:off x="669926" y="252391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sp>
            <p:nvSpPr>
              <p:cNvPr id="103" name="文本框 46"/>
              <p:cNvSpPr txBox="1"/>
              <p:nvPr/>
            </p:nvSpPr>
            <p:spPr>
              <a:xfrm>
                <a:off x="8248827" y="3099630"/>
                <a:ext cx="3332579" cy="13849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104" name="文本框 46"/>
              <p:cNvSpPr txBox="1"/>
              <p:nvPr/>
            </p:nvSpPr>
            <p:spPr>
              <a:xfrm>
                <a:off x="8248827" y="4484625"/>
                <a:ext cx="2889074"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randombar(horizontal)">
                                      <p:cBhvr>
                                        <p:cTn id="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92978" y="1559615"/>
            <a:ext cx="10317937" cy="3738770"/>
            <a:chOff x="992978" y="1559615"/>
            <a:chExt cx="10317937" cy="3738770"/>
          </a:xfrm>
        </p:grpSpPr>
        <p:sp>
          <p:nvSpPr>
            <p:cNvPr id="4" name="iṥľîḓê"/>
            <p:cNvSpPr/>
            <p:nvPr/>
          </p:nvSpPr>
          <p:spPr>
            <a:xfrm>
              <a:off x="1769799" y="2291285"/>
              <a:ext cx="2275430" cy="2275430"/>
            </a:xfrm>
            <a:prstGeom prst="ellipse">
              <a:avLst/>
            </a:prstGeom>
            <a:solidFill>
              <a:schemeClr val="tx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4800" b="1" dirty="0">
                <a:solidFill>
                  <a:schemeClr val="bg1"/>
                </a:solidFill>
                <a:latin typeface="+mj-ea"/>
                <a:ea typeface="+mj-ea"/>
              </a:endParaRPr>
            </a:p>
          </p:txBody>
        </p:sp>
        <p:grpSp>
          <p:nvGrpSpPr>
            <p:cNvPr id="14" name="组合 13"/>
            <p:cNvGrpSpPr/>
            <p:nvPr/>
          </p:nvGrpSpPr>
          <p:grpSpPr>
            <a:xfrm>
              <a:off x="1299741" y="1821227"/>
              <a:ext cx="3215546" cy="3215545"/>
              <a:chOff x="1557210" y="2078697"/>
              <a:chExt cx="2700604" cy="2700603"/>
            </a:xfrm>
          </p:grpSpPr>
          <p:sp>
            <p:nvSpPr>
              <p:cNvPr id="5" name="弧形 4"/>
              <p:cNvSpPr/>
              <p:nvPr/>
            </p:nvSpPr>
            <p:spPr>
              <a:xfrm>
                <a:off x="1557213"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p:nvSpPr>
            <p:spPr>
              <a:xfrm rot="5400000">
                <a:off x="1557212" y="2078698"/>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p:nvSpPr>
            <p:spPr>
              <a:xfrm rot="10800000">
                <a:off x="1557212" y="2078699"/>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16200000">
                <a:off x="1557210" y="2078697"/>
                <a:ext cx="2700601" cy="2700601"/>
              </a:xfrm>
              <a:prstGeom prst="arc">
                <a:avLst>
                  <a:gd name="adj1" fmla="val 16942122"/>
                  <a:gd name="adj2" fmla="val 20867625"/>
                </a:avLst>
              </a:prstGeom>
              <a:ln w="25400" cap="rnd">
                <a:solidFill>
                  <a:schemeClr val="accent6"/>
                </a:solidFill>
                <a:prstDash val="sysDot"/>
                <a:round/>
                <a:headEnd type="ova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2" name="文本框 21"/>
            <p:cNvSpPr txBox="1"/>
            <p:nvPr/>
          </p:nvSpPr>
          <p:spPr>
            <a:xfrm>
              <a:off x="2603582" y="1559615"/>
              <a:ext cx="607859" cy="523220"/>
            </a:xfrm>
            <a:prstGeom prst="rect">
              <a:avLst/>
            </a:prstGeom>
            <a:noFill/>
          </p:spPr>
          <p:txBody>
            <a:bodyPr wrap="none" rtlCol="0">
              <a:spAutoFit/>
            </a:bodyPr>
            <a:lstStyle/>
            <a:p>
              <a:r>
                <a:rPr lang="en-US" altLang="zh-CN" sz="2800" dirty="0">
                  <a:solidFill>
                    <a:schemeClr val="accent6"/>
                  </a:solidFill>
                  <a:latin typeface="+mj-ea"/>
                  <a:ea typeface="+mj-ea"/>
                </a:rPr>
                <a:t>01</a:t>
              </a:r>
              <a:endParaRPr lang="zh-CN" altLang="en-US" sz="2800" dirty="0">
                <a:solidFill>
                  <a:schemeClr val="accent6"/>
                </a:solidFill>
                <a:latin typeface="+mj-ea"/>
                <a:ea typeface="+mj-ea"/>
              </a:endParaRPr>
            </a:p>
          </p:txBody>
        </p:sp>
        <p:sp>
          <p:nvSpPr>
            <p:cNvPr id="24" name="文本框 23"/>
            <p:cNvSpPr txBox="1"/>
            <p:nvPr/>
          </p:nvSpPr>
          <p:spPr>
            <a:xfrm>
              <a:off x="992978" y="3167387"/>
              <a:ext cx="607859" cy="523220"/>
            </a:xfrm>
            <a:prstGeom prst="rect">
              <a:avLst/>
            </a:prstGeom>
            <a:noFill/>
          </p:spPr>
          <p:txBody>
            <a:bodyPr wrap="none" rtlCol="0">
              <a:spAutoFit/>
            </a:bodyPr>
            <a:lstStyle/>
            <a:p>
              <a:r>
                <a:rPr lang="en-US" altLang="zh-CN" sz="2800" dirty="0">
                  <a:solidFill>
                    <a:schemeClr val="accent6"/>
                  </a:solidFill>
                  <a:latin typeface="+mj-ea"/>
                  <a:ea typeface="+mj-ea"/>
                </a:rPr>
                <a:t>02</a:t>
              </a:r>
              <a:endParaRPr lang="zh-CN" altLang="en-US" sz="2800" dirty="0">
                <a:solidFill>
                  <a:schemeClr val="accent6"/>
                </a:solidFill>
                <a:latin typeface="+mj-ea"/>
                <a:ea typeface="+mj-ea"/>
              </a:endParaRPr>
            </a:p>
          </p:txBody>
        </p:sp>
        <p:sp>
          <p:nvSpPr>
            <p:cNvPr id="26" name="文本框 25"/>
            <p:cNvSpPr txBox="1"/>
            <p:nvPr/>
          </p:nvSpPr>
          <p:spPr>
            <a:xfrm>
              <a:off x="2603582" y="4775165"/>
              <a:ext cx="607859" cy="523220"/>
            </a:xfrm>
            <a:prstGeom prst="rect">
              <a:avLst/>
            </a:prstGeom>
            <a:noFill/>
          </p:spPr>
          <p:txBody>
            <a:bodyPr wrap="none" rtlCol="0">
              <a:spAutoFit/>
            </a:bodyPr>
            <a:lstStyle/>
            <a:p>
              <a:r>
                <a:rPr lang="en-US" altLang="zh-CN" sz="2800" dirty="0">
                  <a:solidFill>
                    <a:schemeClr val="accent6"/>
                  </a:solidFill>
                  <a:latin typeface="+mj-ea"/>
                  <a:ea typeface="+mj-ea"/>
                </a:rPr>
                <a:t>03</a:t>
              </a:r>
              <a:endParaRPr lang="zh-CN" altLang="en-US" sz="2800" dirty="0">
                <a:solidFill>
                  <a:schemeClr val="accent6"/>
                </a:solidFill>
                <a:latin typeface="+mj-ea"/>
                <a:ea typeface="+mj-ea"/>
              </a:endParaRPr>
            </a:p>
          </p:txBody>
        </p:sp>
        <p:sp>
          <p:nvSpPr>
            <p:cNvPr id="25" name="iconfont-11206-4016502"/>
            <p:cNvSpPr>
              <a:spLocks noChangeAspect="1"/>
            </p:cNvSpPr>
            <p:nvPr/>
          </p:nvSpPr>
          <p:spPr bwMode="auto">
            <a:xfrm>
              <a:off x="2491556" y="2751431"/>
              <a:ext cx="831912" cy="831912"/>
            </a:xfrm>
            <a:custGeom>
              <a:avLst/>
              <a:gdLst>
                <a:gd name="T0" fmla="*/ 2400 w 11734"/>
                <a:gd name="T1" fmla="*/ 0 h 11734"/>
                <a:gd name="T2" fmla="*/ 2134 w 11734"/>
                <a:gd name="T3" fmla="*/ 5600 h 11734"/>
                <a:gd name="T4" fmla="*/ 0 w 11734"/>
                <a:gd name="T5" fmla="*/ 5867 h 11734"/>
                <a:gd name="T6" fmla="*/ 187 w 11734"/>
                <a:gd name="T7" fmla="*/ 11707 h 11734"/>
                <a:gd name="T8" fmla="*/ 480 w 11734"/>
                <a:gd name="T9" fmla="*/ 11627 h 11734"/>
                <a:gd name="T10" fmla="*/ 6134 w 11734"/>
                <a:gd name="T11" fmla="*/ 10400 h 11734"/>
                <a:gd name="T12" fmla="*/ 6400 w 11734"/>
                <a:gd name="T13" fmla="*/ 7467 h 11734"/>
                <a:gd name="T14" fmla="*/ 11254 w 11734"/>
                <a:gd name="T15" fmla="*/ 8960 h 11734"/>
                <a:gd name="T16" fmla="*/ 11547 w 11734"/>
                <a:gd name="T17" fmla="*/ 9040 h 11734"/>
                <a:gd name="T18" fmla="*/ 11734 w 11734"/>
                <a:gd name="T19" fmla="*/ 267 h 11734"/>
                <a:gd name="T20" fmla="*/ 5867 w 11734"/>
                <a:gd name="T21" fmla="*/ 9867 h 11734"/>
                <a:gd name="T22" fmla="*/ 1120 w 11734"/>
                <a:gd name="T23" fmla="*/ 9974 h 11734"/>
                <a:gd name="T24" fmla="*/ 534 w 11734"/>
                <a:gd name="T25" fmla="*/ 6134 h 11734"/>
                <a:gd name="T26" fmla="*/ 5867 w 11734"/>
                <a:gd name="T27" fmla="*/ 9867 h 11734"/>
                <a:gd name="T28" fmla="*/ 10347 w 11734"/>
                <a:gd name="T29" fmla="*/ 7014 h 11734"/>
                <a:gd name="T30" fmla="*/ 6400 w 11734"/>
                <a:gd name="T31" fmla="*/ 6934 h 11734"/>
                <a:gd name="T32" fmla="*/ 6134 w 11734"/>
                <a:gd name="T33" fmla="*/ 5600 h 11734"/>
                <a:gd name="T34" fmla="*/ 2667 w 11734"/>
                <a:gd name="T35" fmla="*/ 534 h 11734"/>
                <a:gd name="T36" fmla="*/ 11200 w 11734"/>
                <a:gd name="T37" fmla="*/ 8054 h 11734"/>
                <a:gd name="T38" fmla="*/ 2934 w 11734"/>
                <a:gd name="T39" fmla="*/ 6667 h 11734"/>
                <a:gd name="T40" fmla="*/ 3467 w 11734"/>
                <a:gd name="T41" fmla="*/ 8267 h 11734"/>
                <a:gd name="T42" fmla="*/ 3467 w 11734"/>
                <a:gd name="T43" fmla="*/ 8800 h 11734"/>
                <a:gd name="T44" fmla="*/ 2934 w 11734"/>
                <a:gd name="T45" fmla="*/ 9334 h 11734"/>
                <a:gd name="T46" fmla="*/ 3467 w 11734"/>
                <a:gd name="T47" fmla="*/ 8800 h 11734"/>
                <a:gd name="T48" fmla="*/ 6934 w 11734"/>
                <a:gd name="T49" fmla="*/ 1894 h 11734"/>
                <a:gd name="T50" fmla="*/ 7734 w 11734"/>
                <a:gd name="T51" fmla="*/ 2774 h 11734"/>
                <a:gd name="T52" fmla="*/ 6667 w 11734"/>
                <a:gd name="T53" fmla="*/ 3467 h 11734"/>
                <a:gd name="T54" fmla="*/ 7200 w 11734"/>
                <a:gd name="T55" fmla="*/ 4000 h 11734"/>
                <a:gd name="T56" fmla="*/ 8107 w 11734"/>
                <a:gd name="T57" fmla="*/ 3174 h 11734"/>
                <a:gd name="T58" fmla="*/ 8267 w 11734"/>
                <a:gd name="T59" fmla="*/ 2134 h 11734"/>
                <a:gd name="T60" fmla="*/ 7040 w 11734"/>
                <a:gd name="T61" fmla="*/ 1360 h 11734"/>
                <a:gd name="T62" fmla="*/ 5734 w 11734"/>
                <a:gd name="T63" fmla="*/ 1894 h 11734"/>
                <a:gd name="T64" fmla="*/ 5600 w 11734"/>
                <a:gd name="T65" fmla="*/ 2934 h 11734"/>
                <a:gd name="T66" fmla="*/ 6134 w 11734"/>
                <a:gd name="T67" fmla="*/ 2294 h 11734"/>
                <a:gd name="T68" fmla="*/ 7200 w 11734"/>
                <a:gd name="T69" fmla="*/ 5067 h 11734"/>
                <a:gd name="T70" fmla="*/ 6667 w 11734"/>
                <a:gd name="T71" fmla="*/ 4534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734" h="11734">
                  <a:moveTo>
                    <a:pt x="11467" y="0"/>
                  </a:moveTo>
                  <a:lnTo>
                    <a:pt x="2400" y="0"/>
                  </a:lnTo>
                  <a:cubicBezTo>
                    <a:pt x="2240" y="0"/>
                    <a:pt x="2134" y="107"/>
                    <a:pt x="2134" y="267"/>
                  </a:cubicBezTo>
                  <a:lnTo>
                    <a:pt x="2134" y="5600"/>
                  </a:lnTo>
                  <a:lnTo>
                    <a:pt x="267" y="5600"/>
                  </a:lnTo>
                  <a:cubicBezTo>
                    <a:pt x="107" y="5600"/>
                    <a:pt x="0" y="5707"/>
                    <a:pt x="0" y="5867"/>
                  </a:cubicBezTo>
                  <a:lnTo>
                    <a:pt x="0" y="11467"/>
                  </a:lnTo>
                  <a:cubicBezTo>
                    <a:pt x="0" y="11574"/>
                    <a:pt x="80" y="11680"/>
                    <a:pt x="187" y="11707"/>
                  </a:cubicBezTo>
                  <a:cubicBezTo>
                    <a:pt x="214" y="11734"/>
                    <a:pt x="240" y="11734"/>
                    <a:pt x="267" y="11734"/>
                  </a:cubicBezTo>
                  <a:cubicBezTo>
                    <a:pt x="347" y="11734"/>
                    <a:pt x="427" y="11707"/>
                    <a:pt x="480" y="11627"/>
                  </a:cubicBezTo>
                  <a:lnTo>
                    <a:pt x="1467" y="10400"/>
                  </a:lnTo>
                  <a:lnTo>
                    <a:pt x="6134" y="10400"/>
                  </a:lnTo>
                  <a:cubicBezTo>
                    <a:pt x="6294" y="10400"/>
                    <a:pt x="6400" y="10294"/>
                    <a:pt x="6400" y="10134"/>
                  </a:cubicBezTo>
                  <a:lnTo>
                    <a:pt x="6400" y="7467"/>
                  </a:lnTo>
                  <a:lnTo>
                    <a:pt x="10000" y="7467"/>
                  </a:lnTo>
                  <a:lnTo>
                    <a:pt x="11254" y="8960"/>
                  </a:lnTo>
                  <a:cubicBezTo>
                    <a:pt x="11307" y="9014"/>
                    <a:pt x="11387" y="9067"/>
                    <a:pt x="11467" y="9067"/>
                  </a:cubicBezTo>
                  <a:cubicBezTo>
                    <a:pt x="11494" y="9067"/>
                    <a:pt x="11520" y="9067"/>
                    <a:pt x="11547" y="9040"/>
                  </a:cubicBezTo>
                  <a:cubicBezTo>
                    <a:pt x="11654" y="9014"/>
                    <a:pt x="11734" y="8907"/>
                    <a:pt x="11734" y="8800"/>
                  </a:cubicBezTo>
                  <a:lnTo>
                    <a:pt x="11734" y="267"/>
                  </a:lnTo>
                  <a:cubicBezTo>
                    <a:pt x="11734" y="107"/>
                    <a:pt x="11627" y="0"/>
                    <a:pt x="11467" y="0"/>
                  </a:cubicBezTo>
                  <a:close/>
                  <a:moveTo>
                    <a:pt x="5867" y="9867"/>
                  </a:moveTo>
                  <a:lnTo>
                    <a:pt x="1334" y="9867"/>
                  </a:lnTo>
                  <a:cubicBezTo>
                    <a:pt x="1254" y="9867"/>
                    <a:pt x="1174" y="9894"/>
                    <a:pt x="1120" y="9974"/>
                  </a:cubicBezTo>
                  <a:lnTo>
                    <a:pt x="534" y="10720"/>
                  </a:lnTo>
                  <a:lnTo>
                    <a:pt x="534" y="6134"/>
                  </a:lnTo>
                  <a:lnTo>
                    <a:pt x="5867" y="6134"/>
                  </a:lnTo>
                  <a:lnTo>
                    <a:pt x="5867" y="9867"/>
                  </a:lnTo>
                  <a:close/>
                  <a:moveTo>
                    <a:pt x="11200" y="8054"/>
                  </a:moveTo>
                  <a:lnTo>
                    <a:pt x="10347" y="7014"/>
                  </a:lnTo>
                  <a:cubicBezTo>
                    <a:pt x="10294" y="6960"/>
                    <a:pt x="10214" y="6934"/>
                    <a:pt x="10134" y="6934"/>
                  </a:cubicBezTo>
                  <a:lnTo>
                    <a:pt x="6400" y="6934"/>
                  </a:lnTo>
                  <a:lnTo>
                    <a:pt x="6400" y="5867"/>
                  </a:lnTo>
                  <a:cubicBezTo>
                    <a:pt x="6400" y="5707"/>
                    <a:pt x="6294" y="5600"/>
                    <a:pt x="6134" y="5600"/>
                  </a:cubicBezTo>
                  <a:lnTo>
                    <a:pt x="2667" y="5600"/>
                  </a:lnTo>
                  <a:lnTo>
                    <a:pt x="2667" y="534"/>
                  </a:lnTo>
                  <a:lnTo>
                    <a:pt x="11200" y="534"/>
                  </a:lnTo>
                  <a:lnTo>
                    <a:pt x="11200" y="8054"/>
                  </a:lnTo>
                  <a:close/>
                  <a:moveTo>
                    <a:pt x="3467" y="6667"/>
                  </a:moveTo>
                  <a:lnTo>
                    <a:pt x="2934" y="6667"/>
                  </a:lnTo>
                  <a:lnTo>
                    <a:pt x="2934" y="8267"/>
                  </a:lnTo>
                  <a:lnTo>
                    <a:pt x="3467" y="8267"/>
                  </a:lnTo>
                  <a:lnTo>
                    <a:pt x="3467" y="6667"/>
                  </a:lnTo>
                  <a:close/>
                  <a:moveTo>
                    <a:pt x="3467" y="8800"/>
                  </a:moveTo>
                  <a:lnTo>
                    <a:pt x="2934" y="8800"/>
                  </a:lnTo>
                  <a:lnTo>
                    <a:pt x="2934" y="9334"/>
                  </a:lnTo>
                  <a:lnTo>
                    <a:pt x="3467" y="9334"/>
                  </a:lnTo>
                  <a:lnTo>
                    <a:pt x="3467" y="8800"/>
                  </a:lnTo>
                  <a:close/>
                  <a:moveTo>
                    <a:pt x="6134" y="2294"/>
                  </a:moveTo>
                  <a:lnTo>
                    <a:pt x="6934" y="1894"/>
                  </a:lnTo>
                  <a:lnTo>
                    <a:pt x="7734" y="2294"/>
                  </a:lnTo>
                  <a:lnTo>
                    <a:pt x="7734" y="2774"/>
                  </a:lnTo>
                  <a:lnTo>
                    <a:pt x="6827" y="3227"/>
                  </a:lnTo>
                  <a:cubicBezTo>
                    <a:pt x="6720" y="3280"/>
                    <a:pt x="6667" y="3360"/>
                    <a:pt x="6667" y="3467"/>
                  </a:cubicBezTo>
                  <a:lnTo>
                    <a:pt x="6667" y="4000"/>
                  </a:lnTo>
                  <a:lnTo>
                    <a:pt x="7200" y="4000"/>
                  </a:lnTo>
                  <a:lnTo>
                    <a:pt x="7200" y="3627"/>
                  </a:lnTo>
                  <a:lnTo>
                    <a:pt x="8107" y="3174"/>
                  </a:lnTo>
                  <a:cubicBezTo>
                    <a:pt x="8187" y="3120"/>
                    <a:pt x="8267" y="3040"/>
                    <a:pt x="8267" y="2934"/>
                  </a:cubicBezTo>
                  <a:lnTo>
                    <a:pt x="8267" y="2134"/>
                  </a:lnTo>
                  <a:cubicBezTo>
                    <a:pt x="8267" y="2027"/>
                    <a:pt x="8214" y="1947"/>
                    <a:pt x="8107" y="1894"/>
                  </a:cubicBezTo>
                  <a:lnTo>
                    <a:pt x="7040" y="1360"/>
                  </a:lnTo>
                  <a:cubicBezTo>
                    <a:pt x="6960" y="1334"/>
                    <a:pt x="6880" y="1334"/>
                    <a:pt x="6800" y="1360"/>
                  </a:cubicBezTo>
                  <a:lnTo>
                    <a:pt x="5734" y="1894"/>
                  </a:lnTo>
                  <a:cubicBezTo>
                    <a:pt x="5654" y="1947"/>
                    <a:pt x="5600" y="2027"/>
                    <a:pt x="5600" y="2134"/>
                  </a:cubicBezTo>
                  <a:lnTo>
                    <a:pt x="5600" y="2934"/>
                  </a:lnTo>
                  <a:lnTo>
                    <a:pt x="6134" y="2934"/>
                  </a:lnTo>
                  <a:lnTo>
                    <a:pt x="6134" y="2294"/>
                  </a:lnTo>
                  <a:close/>
                  <a:moveTo>
                    <a:pt x="6667" y="5067"/>
                  </a:moveTo>
                  <a:lnTo>
                    <a:pt x="7200" y="5067"/>
                  </a:lnTo>
                  <a:lnTo>
                    <a:pt x="7200" y="4534"/>
                  </a:lnTo>
                  <a:lnTo>
                    <a:pt x="6667" y="4534"/>
                  </a:lnTo>
                  <a:lnTo>
                    <a:pt x="6667" y="5067"/>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2">
                    <a:lumMod val="50000"/>
                  </a:schemeClr>
                </a:solidFill>
              </a:endParaRPr>
            </a:p>
          </p:txBody>
        </p:sp>
        <p:sp>
          <p:nvSpPr>
            <p:cNvPr id="29" name="文本框 28"/>
            <p:cNvSpPr txBox="1"/>
            <p:nvPr/>
          </p:nvSpPr>
          <p:spPr>
            <a:xfrm>
              <a:off x="2132811" y="3705697"/>
              <a:ext cx="1549400" cy="369332"/>
            </a:xfrm>
            <a:prstGeom prst="rect">
              <a:avLst/>
            </a:prstGeom>
            <a:noFill/>
          </p:spPr>
          <p:txBody>
            <a:bodyPr wrap="square" rtlCol="0">
              <a:spAutoFit/>
            </a:bodyPr>
            <a:lstStyle/>
            <a:p>
              <a:pPr algn="ctr"/>
              <a:r>
                <a:rPr lang="en-US" altLang="zh-CN" dirty="0">
                  <a:solidFill>
                    <a:schemeClr val="bg1"/>
                  </a:solidFill>
                  <a:latin typeface="+mj-ea"/>
                  <a:ea typeface="+mj-ea"/>
                </a:rPr>
                <a:t>Summit</a:t>
              </a:r>
              <a:endParaRPr lang="zh-CN" altLang="en-US" dirty="0">
                <a:solidFill>
                  <a:schemeClr val="bg1"/>
                </a:solidFill>
                <a:latin typeface="+mj-ea"/>
                <a:ea typeface="+mj-ea"/>
              </a:endParaRPr>
            </a:p>
          </p:txBody>
        </p:sp>
        <p:sp>
          <p:nvSpPr>
            <p:cNvPr id="32" name="文本框 31"/>
            <p:cNvSpPr txBox="1"/>
            <p:nvPr/>
          </p:nvSpPr>
          <p:spPr>
            <a:xfrm>
              <a:off x="5548421" y="2967335"/>
              <a:ext cx="3607162" cy="923330"/>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dirty="0"/>
                <a:t>研究总结</a:t>
              </a:r>
              <a:endParaRPr lang="zh-CN" altLang="en-US" dirty="0"/>
            </a:p>
          </p:txBody>
        </p:sp>
        <p:sp>
          <p:nvSpPr>
            <p:cNvPr id="34" name="文本框 33"/>
            <p:cNvSpPr txBox="1"/>
            <p:nvPr/>
          </p:nvSpPr>
          <p:spPr>
            <a:xfrm>
              <a:off x="5548421" y="3890363"/>
              <a:ext cx="5762494" cy="584775"/>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nvGrpSpPr>
            <p:cNvPr id="35" name="组合 34"/>
            <p:cNvGrpSpPr/>
            <p:nvPr/>
          </p:nvGrpSpPr>
          <p:grpSpPr>
            <a:xfrm>
              <a:off x="4501918" y="3354338"/>
              <a:ext cx="836629" cy="150829"/>
              <a:chOff x="1909713" y="4458878"/>
              <a:chExt cx="836629" cy="150829"/>
            </a:xfrm>
          </p:grpSpPr>
          <p:sp>
            <p:nvSpPr>
              <p:cNvPr id="36" name="椭圆 35"/>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p:nvPr/>
            </p:nvSpPr>
            <p:spPr>
              <a:xfrm>
                <a:off x="2366913" y="4458878"/>
                <a:ext cx="150829" cy="150829"/>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43" name="椭圆 42"/>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等腰三角形 43"/>
            <p:cNvSpPr/>
            <p:nvPr/>
          </p:nvSpPr>
          <p:spPr>
            <a:xfrm rot="5400000">
              <a:off x="3578311" y="3067627"/>
              <a:ext cx="836629" cy="72123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5548421" y="2291285"/>
              <a:ext cx="2006318" cy="646331"/>
            </a:xfrm>
            <a:prstGeom prst="rect">
              <a:avLst/>
            </a:prstGeom>
            <a:noFill/>
          </p:spPr>
          <p:txBody>
            <a:bodyPr wrap="none" rtlCol="0">
              <a:spAutoFit/>
            </a:bodyPr>
            <a:lstStyle/>
            <a:p>
              <a:r>
                <a:rPr lang="en-US" altLang="zh-CN" sz="3600" dirty="0">
                  <a:solidFill>
                    <a:schemeClr val="tx2"/>
                  </a:solidFill>
                  <a:latin typeface="+mj-ea"/>
                  <a:ea typeface="+mj-ea"/>
                </a:rPr>
                <a:t>PART 04</a:t>
              </a:r>
              <a:endParaRPr lang="zh-CN" altLang="en-US" sz="3600" dirty="0">
                <a:solidFill>
                  <a:schemeClr val="tx2"/>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04</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研究总结</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7" name="组合 6"/>
          <p:cNvGrpSpPr/>
          <p:nvPr/>
        </p:nvGrpSpPr>
        <p:grpSpPr>
          <a:xfrm>
            <a:off x="330256" y="1731143"/>
            <a:ext cx="11353988" cy="4225862"/>
            <a:chOff x="255817" y="1762565"/>
            <a:chExt cx="11353988" cy="4225862"/>
          </a:xfrm>
        </p:grpSpPr>
        <p:grpSp>
          <p:nvGrpSpPr>
            <p:cNvPr id="9" name="组合 8"/>
            <p:cNvGrpSpPr/>
            <p:nvPr/>
          </p:nvGrpSpPr>
          <p:grpSpPr>
            <a:xfrm>
              <a:off x="3713629" y="1762565"/>
              <a:ext cx="4438364" cy="3582738"/>
              <a:chOff x="3713629" y="1762565"/>
              <a:chExt cx="4438364" cy="3582738"/>
            </a:xfrm>
          </p:grpSpPr>
          <p:sp>
            <p:nvSpPr>
              <p:cNvPr id="34" name="椭圆 33"/>
              <p:cNvSpPr/>
              <p:nvPr/>
            </p:nvSpPr>
            <p:spPr>
              <a:xfrm>
                <a:off x="3713629" y="1762565"/>
                <a:ext cx="663646" cy="66364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01</a:t>
                </a:r>
                <a:endParaRPr lang="zh-CN" altLang="en-US" sz="2000" b="1" dirty="0"/>
              </a:p>
            </p:txBody>
          </p:sp>
          <p:sp>
            <p:nvSpPr>
              <p:cNvPr id="30" name="椭圆 29"/>
              <p:cNvSpPr/>
              <p:nvPr/>
            </p:nvSpPr>
            <p:spPr>
              <a:xfrm>
                <a:off x="3713629" y="3540771"/>
                <a:ext cx="663646" cy="66364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02</a:t>
                </a:r>
                <a:endParaRPr lang="zh-CN" altLang="en-US" sz="2000" b="1" dirty="0"/>
              </a:p>
            </p:txBody>
          </p:sp>
          <p:sp>
            <p:nvSpPr>
              <p:cNvPr id="16" name="椭圆 15"/>
              <p:cNvSpPr/>
              <p:nvPr/>
            </p:nvSpPr>
            <p:spPr>
              <a:xfrm>
                <a:off x="5764176" y="4681657"/>
                <a:ext cx="663646" cy="66364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03</a:t>
                </a:r>
                <a:endParaRPr lang="zh-CN" altLang="en-US" sz="2000" b="1" dirty="0"/>
              </a:p>
            </p:txBody>
          </p:sp>
          <p:sp>
            <p:nvSpPr>
              <p:cNvPr id="27" name="椭圆 26"/>
              <p:cNvSpPr/>
              <p:nvPr/>
            </p:nvSpPr>
            <p:spPr>
              <a:xfrm>
                <a:off x="7482904" y="4083738"/>
                <a:ext cx="663646" cy="66364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04</a:t>
                </a:r>
                <a:endParaRPr lang="zh-CN" altLang="en-US" sz="2000" b="1" dirty="0"/>
              </a:p>
            </p:txBody>
          </p:sp>
          <p:sp>
            <p:nvSpPr>
              <p:cNvPr id="24" name="椭圆 23"/>
              <p:cNvSpPr/>
              <p:nvPr/>
            </p:nvSpPr>
            <p:spPr>
              <a:xfrm>
                <a:off x="7488347" y="1762988"/>
                <a:ext cx="663646" cy="66364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05</a:t>
                </a:r>
                <a:endParaRPr lang="zh-CN" altLang="en-US" sz="2000" b="1" dirty="0"/>
              </a:p>
            </p:txBody>
          </p:sp>
          <p:cxnSp>
            <p:nvCxnSpPr>
              <p:cNvPr id="19" name="直接连接符 18"/>
              <p:cNvCxnSpPr>
                <a:stCxn id="34" idx="6"/>
                <a:endCxn id="24" idx="2"/>
              </p:cNvCxnSpPr>
              <p:nvPr/>
            </p:nvCxnSpPr>
            <p:spPr>
              <a:xfrm>
                <a:off x="4377275" y="2094388"/>
                <a:ext cx="3111072" cy="423"/>
              </a:xfrm>
              <a:prstGeom prst="line">
                <a:avLst/>
              </a:prstGeom>
              <a:ln w="19050" cap="rnd">
                <a:solidFill>
                  <a:schemeClr val="tx2"/>
                </a:solidFill>
                <a:prstDash val="sysDot"/>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a:endCxn id="16" idx="0"/>
              </p:cNvCxnSpPr>
              <p:nvPr/>
            </p:nvCxnSpPr>
            <p:spPr>
              <a:xfrm>
                <a:off x="6095999" y="2084439"/>
                <a:ext cx="0" cy="2597218"/>
              </a:xfrm>
              <a:prstGeom prst="line">
                <a:avLst/>
              </a:prstGeom>
              <a:ln w="19050" cap="rnd">
                <a:solidFill>
                  <a:schemeClr val="tx2"/>
                </a:solidFill>
                <a:prstDash val="sysDot"/>
                <a:round/>
                <a:headEnd type="ova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34" idx="4"/>
                <a:endCxn id="30" idx="0"/>
              </p:cNvCxnSpPr>
              <p:nvPr/>
            </p:nvCxnSpPr>
            <p:spPr>
              <a:xfrm>
                <a:off x="4045452" y="2426211"/>
                <a:ext cx="0" cy="1114560"/>
              </a:xfrm>
              <a:prstGeom prst="line">
                <a:avLst/>
              </a:prstGeom>
              <a:ln w="19050" cap="rnd">
                <a:solidFill>
                  <a:schemeClr val="tx2"/>
                </a:solidFill>
                <a:prstDash val="sysDot"/>
                <a:round/>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6" idx="6"/>
              </p:cNvCxnSpPr>
              <p:nvPr/>
            </p:nvCxnSpPr>
            <p:spPr>
              <a:xfrm>
                <a:off x="6427822" y="5013480"/>
                <a:ext cx="1386905" cy="0"/>
              </a:xfrm>
              <a:prstGeom prst="line">
                <a:avLst/>
              </a:prstGeom>
              <a:ln w="19050" cap="rnd">
                <a:solidFill>
                  <a:schemeClr val="tx2"/>
                </a:solidFill>
                <a:prstDash val="sysDot"/>
                <a:round/>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27" idx="4"/>
              </p:cNvCxnSpPr>
              <p:nvPr/>
            </p:nvCxnSpPr>
            <p:spPr>
              <a:xfrm flipV="1">
                <a:off x="7814727" y="4747384"/>
                <a:ext cx="0" cy="266096"/>
              </a:xfrm>
              <a:prstGeom prst="line">
                <a:avLst/>
              </a:prstGeom>
              <a:ln w="19050" cap="rnd">
                <a:solidFill>
                  <a:schemeClr val="tx2"/>
                </a:solidFill>
                <a:prstDash val="sysDot"/>
                <a:round/>
                <a:headEnd type="ova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277226" y="1899773"/>
              <a:ext cx="3332579" cy="1107995"/>
              <a:chOff x="8277226" y="1899773"/>
              <a:chExt cx="3332579" cy="1107995"/>
            </a:xfrm>
          </p:grpSpPr>
          <p:sp>
            <p:nvSpPr>
              <p:cNvPr id="2" name="文本框 46"/>
              <p:cNvSpPr txBox="1"/>
              <p:nvPr/>
            </p:nvSpPr>
            <p:spPr>
              <a:xfrm>
                <a:off x="8277226" y="226910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8277226" y="18997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0" name="组合 39"/>
            <p:cNvGrpSpPr/>
            <p:nvPr/>
          </p:nvGrpSpPr>
          <p:grpSpPr>
            <a:xfrm>
              <a:off x="8277226" y="4217117"/>
              <a:ext cx="3332579" cy="1107995"/>
              <a:chOff x="8277226" y="1899773"/>
              <a:chExt cx="3332579" cy="1107995"/>
            </a:xfrm>
          </p:grpSpPr>
          <p:sp>
            <p:nvSpPr>
              <p:cNvPr id="41" name="文本框 46"/>
              <p:cNvSpPr txBox="1"/>
              <p:nvPr/>
            </p:nvSpPr>
            <p:spPr>
              <a:xfrm>
                <a:off x="8277226" y="226910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2" name="文本框 34"/>
              <p:cNvSpPr txBox="1"/>
              <p:nvPr/>
            </p:nvSpPr>
            <p:spPr>
              <a:xfrm>
                <a:off x="8277226" y="18997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3" name="组合 42"/>
            <p:cNvGrpSpPr/>
            <p:nvPr/>
          </p:nvGrpSpPr>
          <p:grpSpPr>
            <a:xfrm>
              <a:off x="255817" y="3663119"/>
              <a:ext cx="3332579" cy="1107995"/>
              <a:chOff x="8277226" y="1899773"/>
              <a:chExt cx="3332579" cy="1107995"/>
            </a:xfrm>
          </p:grpSpPr>
          <p:sp>
            <p:nvSpPr>
              <p:cNvPr id="44" name="文本框 46"/>
              <p:cNvSpPr txBox="1"/>
              <p:nvPr/>
            </p:nvSpPr>
            <p:spPr>
              <a:xfrm>
                <a:off x="8277226" y="226910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5" name="文本框 34"/>
              <p:cNvSpPr txBox="1"/>
              <p:nvPr/>
            </p:nvSpPr>
            <p:spPr>
              <a:xfrm>
                <a:off x="10035005" y="18997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6" name="组合 45"/>
            <p:cNvGrpSpPr/>
            <p:nvPr/>
          </p:nvGrpSpPr>
          <p:grpSpPr>
            <a:xfrm>
              <a:off x="255817" y="1905292"/>
              <a:ext cx="3332579" cy="1107995"/>
              <a:chOff x="8277226" y="1899773"/>
              <a:chExt cx="3332579" cy="1107995"/>
            </a:xfrm>
          </p:grpSpPr>
          <p:sp>
            <p:nvSpPr>
              <p:cNvPr id="47" name="文本框 46"/>
              <p:cNvSpPr txBox="1"/>
              <p:nvPr/>
            </p:nvSpPr>
            <p:spPr>
              <a:xfrm>
                <a:off x="8277226" y="226910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8" name="文本框 34"/>
              <p:cNvSpPr txBox="1"/>
              <p:nvPr/>
            </p:nvSpPr>
            <p:spPr>
              <a:xfrm>
                <a:off x="10035005" y="18997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49" name="组合 48"/>
            <p:cNvGrpSpPr/>
            <p:nvPr/>
          </p:nvGrpSpPr>
          <p:grpSpPr>
            <a:xfrm>
              <a:off x="2265685" y="4880432"/>
              <a:ext cx="3332579" cy="1107995"/>
              <a:chOff x="8277226" y="1899773"/>
              <a:chExt cx="3332579" cy="1107995"/>
            </a:xfrm>
          </p:grpSpPr>
          <p:sp>
            <p:nvSpPr>
              <p:cNvPr id="50" name="文本框 46"/>
              <p:cNvSpPr txBox="1"/>
              <p:nvPr/>
            </p:nvSpPr>
            <p:spPr>
              <a:xfrm>
                <a:off x="8277226" y="2269104"/>
                <a:ext cx="333257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51" name="文本框 34"/>
              <p:cNvSpPr txBox="1"/>
              <p:nvPr/>
            </p:nvSpPr>
            <p:spPr>
              <a:xfrm>
                <a:off x="10035005" y="18997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04</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研究总结</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7" name="组合 6"/>
          <p:cNvGrpSpPr/>
          <p:nvPr/>
        </p:nvGrpSpPr>
        <p:grpSpPr>
          <a:xfrm>
            <a:off x="961991" y="1591424"/>
            <a:ext cx="10435629" cy="4771987"/>
            <a:chOff x="958922" y="1527924"/>
            <a:chExt cx="10435629" cy="4771987"/>
          </a:xfrm>
        </p:grpSpPr>
        <p:grpSp>
          <p:nvGrpSpPr>
            <p:cNvPr id="9" name="组合 8"/>
            <p:cNvGrpSpPr/>
            <p:nvPr/>
          </p:nvGrpSpPr>
          <p:grpSpPr>
            <a:xfrm>
              <a:off x="958922" y="1527924"/>
              <a:ext cx="9176589" cy="3783979"/>
              <a:chOff x="958922" y="1527924"/>
              <a:chExt cx="9176589" cy="3783979"/>
            </a:xfrm>
          </p:grpSpPr>
          <p:grpSp>
            <p:nvGrpSpPr>
              <p:cNvPr id="11" name="Group 3"/>
              <p:cNvGrpSpPr/>
              <p:nvPr/>
            </p:nvGrpSpPr>
            <p:grpSpPr>
              <a:xfrm>
                <a:off x="2056487" y="1527924"/>
                <a:ext cx="8079024" cy="3013356"/>
                <a:chOff x="3916894" y="1767172"/>
                <a:chExt cx="7411811" cy="2764495"/>
              </a:xfrm>
            </p:grpSpPr>
            <p:sp>
              <p:nvSpPr>
                <p:cNvPr id="28" name="TextBox 39"/>
                <p:cNvSpPr txBox="1"/>
                <p:nvPr/>
              </p:nvSpPr>
              <p:spPr>
                <a:xfrm>
                  <a:off x="6878959" y="4258170"/>
                  <a:ext cx="448868"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40%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29" name="TextBox 40"/>
                <p:cNvSpPr txBox="1"/>
                <p:nvPr/>
              </p:nvSpPr>
              <p:spPr>
                <a:xfrm>
                  <a:off x="7532950" y="4258170"/>
                  <a:ext cx="446289"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50%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0" name="TextBox 41"/>
                <p:cNvSpPr txBox="1"/>
                <p:nvPr/>
              </p:nvSpPr>
              <p:spPr>
                <a:xfrm>
                  <a:off x="8168823" y="4258170"/>
                  <a:ext cx="447578"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60%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1" name="TextBox 42"/>
                <p:cNvSpPr txBox="1"/>
                <p:nvPr/>
              </p:nvSpPr>
              <p:spPr>
                <a:xfrm>
                  <a:off x="6197869" y="4258170"/>
                  <a:ext cx="447578"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30%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2" name="TextBox 43"/>
                <p:cNvSpPr txBox="1"/>
                <p:nvPr/>
              </p:nvSpPr>
              <p:spPr>
                <a:xfrm>
                  <a:off x="10792863" y="4258170"/>
                  <a:ext cx="501721"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100%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3" name="TextBox 44"/>
                <p:cNvSpPr txBox="1"/>
                <p:nvPr/>
              </p:nvSpPr>
              <p:spPr>
                <a:xfrm>
                  <a:off x="5512538" y="4258170"/>
                  <a:ext cx="448868"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4" name="TextBox 45"/>
                <p:cNvSpPr txBox="1"/>
                <p:nvPr/>
              </p:nvSpPr>
              <p:spPr>
                <a:xfrm>
                  <a:off x="8783813" y="4258170"/>
                  <a:ext cx="446289"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70%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5" name="TextBox 46"/>
                <p:cNvSpPr txBox="1"/>
                <p:nvPr/>
              </p:nvSpPr>
              <p:spPr>
                <a:xfrm>
                  <a:off x="9424611" y="4258170"/>
                  <a:ext cx="451446"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80%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6" name="TextBox 47"/>
                <p:cNvSpPr txBox="1"/>
                <p:nvPr/>
              </p:nvSpPr>
              <p:spPr>
                <a:xfrm>
                  <a:off x="10112106" y="4258170"/>
                  <a:ext cx="447578"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90%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7" name="TextBox 48"/>
                <p:cNvSpPr txBox="1"/>
                <p:nvPr/>
              </p:nvSpPr>
              <p:spPr>
                <a:xfrm>
                  <a:off x="4385946" y="4258170"/>
                  <a:ext cx="370231"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8" name="TextBox 49"/>
                <p:cNvSpPr txBox="1"/>
                <p:nvPr/>
              </p:nvSpPr>
              <p:spPr>
                <a:xfrm>
                  <a:off x="4898149" y="4258170"/>
                  <a:ext cx="424375"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10%</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39" name="Rectangle 50"/>
                <p:cNvSpPr/>
                <p:nvPr/>
              </p:nvSpPr>
              <p:spPr>
                <a:xfrm>
                  <a:off x="4446089" y="1883284"/>
                  <a:ext cx="6882616" cy="3094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0" name="Rectangle 51"/>
                <p:cNvSpPr/>
                <p:nvPr/>
              </p:nvSpPr>
              <p:spPr>
                <a:xfrm>
                  <a:off x="4446089" y="1883284"/>
                  <a:ext cx="2377439" cy="3094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1" name="Rectangle 52"/>
                <p:cNvSpPr/>
                <p:nvPr/>
              </p:nvSpPr>
              <p:spPr>
                <a:xfrm>
                  <a:off x="4446089" y="2340484"/>
                  <a:ext cx="6882616" cy="3094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2" name="Rectangle 53"/>
                <p:cNvSpPr/>
                <p:nvPr/>
              </p:nvSpPr>
              <p:spPr>
                <a:xfrm>
                  <a:off x="4446089" y="2340484"/>
                  <a:ext cx="1272539" cy="3094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3" name="Rectangle 54"/>
                <p:cNvSpPr/>
                <p:nvPr/>
              </p:nvSpPr>
              <p:spPr>
                <a:xfrm>
                  <a:off x="4446089" y="2797684"/>
                  <a:ext cx="6882616" cy="3094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4" name="Rectangle 55"/>
                <p:cNvSpPr/>
                <p:nvPr/>
              </p:nvSpPr>
              <p:spPr>
                <a:xfrm>
                  <a:off x="4446089" y="2797684"/>
                  <a:ext cx="925829" cy="3094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5" name="Rectangle 56"/>
                <p:cNvSpPr/>
                <p:nvPr/>
              </p:nvSpPr>
              <p:spPr>
                <a:xfrm>
                  <a:off x="4446089" y="3254884"/>
                  <a:ext cx="6882616" cy="3094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6" name="Rectangle 57"/>
                <p:cNvSpPr/>
                <p:nvPr/>
              </p:nvSpPr>
              <p:spPr>
                <a:xfrm>
                  <a:off x="4446089" y="3254884"/>
                  <a:ext cx="2023109" cy="3094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7" name="Rectangle 58"/>
                <p:cNvSpPr/>
                <p:nvPr/>
              </p:nvSpPr>
              <p:spPr>
                <a:xfrm>
                  <a:off x="4446089" y="3712084"/>
                  <a:ext cx="6882616" cy="30949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8" name="Rectangle 59"/>
                <p:cNvSpPr/>
                <p:nvPr/>
              </p:nvSpPr>
              <p:spPr>
                <a:xfrm>
                  <a:off x="4446089" y="3712084"/>
                  <a:ext cx="1710689" cy="3094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9" name="Rectangle 60"/>
                <p:cNvSpPr/>
                <p:nvPr/>
              </p:nvSpPr>
              <p:spPr>
                <a:xfrm>
                  <a:off x="6823528" y="1883284"/>
                  <a:ext cx="1463039" cy="3094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0" name="Rectangle 61"/>
                <p:cNvSpPr/>
                <p:nvPr/>
              </p:nvSpPr>
              <p:spPr>
                <a:xfrm>
                  <a:off x="5718628" y="2340484"/>
                  <a:ext cx="1626870" cy="3094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1" name="Rectangle 62"/>
                <p:cNvSpPr/>
                <p:nvPr/>
              </p:nvSpPr>
              <p:spPr>
                <a:xfrm>
                  <a:off x="5371918" y="2796805"/>
                  <a:ext cx="1451610" cy="3094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2" name="Rectangle 63"/>
                <p:cNvSpPr/>
                <p:nvPr/>
              </p:nvSpPr>
              <p:spPr>
                <a:xfrm>
                  <a:off x="6469198" y="3254884"/>
                  <a:ext cx="1474470" cy="3094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3" name="Rectangle 64"/>
                <p:cNvSpPr/>
                <p:nvPr/>
              </p:nvSpPr>
              <p:spPr>
                <a:xfrm>
                  <a:off x="6156778" y="3712084"/>
                  <a:ext cx="1329690" cy="30949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4" name="Rectangle 65"/>
                <p:cNvSpPr/>
                <p:nvPr/>
              </p:nvSpPr>
              <p:spPr>
                <a:xfrm>
                  <a:off x="8286566" y="1883284"/>
                  <a:ext cx="1381763" cy="3094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5" name="Rectangle 66"/>
                <p:cNvSpPr/>
                <p:nvPr/>
              </p:nvSpPr>
              <p:spPr>
                <a:xfrm>
                  <a:off x="7345498" y="2340484"/>
                  <a:ext cx="3320853" cy="3094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6" name="Rectangle 67"/>
                <p:cNvSpPr/>
                <p:nvPr/>
              </p:nvSpPr>
              <p:spPr>
                <a:xfrm>
                  <a:off x="6821623" y="2796805"/>
                  <a:ext cx="2116455" cy="3094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7" name="Rectangle 68"/>
                <p:cNvSpPr/>
                <p:nvPr/>
              </p:nvSpPr>
              <p:spPr>
                <a:xfrm>
                  <a:off x="7943668" y="3254884"/>
                  <a:ext cx="1724661" cy="3094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8" name="Rectangle 69"/>
                <p:cNvSpPr/>
                <p:nvPr/>
              </p:nvSpPr>
              <p:spPr>
                <a:xfrm>
                  <a:off x="7486468" y="3712084"/>
                  <a:ext cx="1710689" cy="3094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cxnSp>
              <p:nvCxnSpPr>
                <p:cNvPr id="59" name="Straight Connector 70"/>
                <p:cNvCxnSpPr/>
                <p:nvPr/>
              </p:nvCxnSpPr>
              <p:spPr>
                <a:xfrm>
                  <a:off x="4446089" y="1767172"/>
                  <a:ext cx="0" cy="2412945"/>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TextBox 71"/>
                <p:cNvSpPr txBox="1"/>
                <p:nvPr/>
              </p:nvSpPr>
              <p:spPr>
                <a:xfrm>
                  <a:off x="3918183" y="1853363"/>
                  <a:ext cx="434687"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2015</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61" name="TextBox 72"/>
                <p:cNvSpPr txBox="1"/>
                <p:nvPr/>
              </p:nvSpPr>
              <p:spPr>
                <a:xfrm>
                  <a:off x="3916894" y="2310563"/>
                  <a:ext cx="437266"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2014</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62" name="TextBox 73"/>
                <p:cNvSpPr txBox="1"/>
                <p:nvPr/>
              </p:nvSpPr>
              <p:spPr>
                <a:xfrm>
                  <a:off x="3917538" y="2766884"/>
                  <a:ext cx="435977"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2013</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63" name="TextBox 74"/>
                <p:cNvSpPr txBox="1"/>
                <p:nvPr/>
              </p:nvSpPr>
              <p:spPr>
                <a:xfrm>
                  <a:off x="3916894" y="3224963"/>
                  <a:ext cx="437266"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2012</a:t>
                  </a:r>
                  <a:endParaRPr lang="en-GB" sz="1400" dirty="0">
                    <a:solidFill>
                      <a:schemeClr val="tx1">
                        <a:lumMod val="50000"/>
                        <a:lumOff val="50000"/>
                      </a:schemeClr>
                    </a:solidFill>
                    <a:latin typeface="+mn-ea"/>
                    <a:cs typeface="+mn-ea"/>
                    <a:sym typeface="Arial" panose="020B0604020202020204" pitchFamily="34" charset="0"/>
                  </a:endParaRPr>
                </a:p>
              </p:txBody>
            </p:sp>
            <p:sp>
              <p:nvSpPr>
                <p:cNvPr id="64" name="TextBox 75"/>
                <p:cNvSpPr txBox="1"/>
                <p:nvPr/>
              </p:nvSpPr>
              <p:spPr>
                <a:xfrm>
                  <a:off x="3929142" y="3682163"/>
                  <a:ext cx="412773" cy="273497"/>
                </a:xfrm>
                <a:prstGeom prst="rect">
                  <a:avLst/>
                </a:prstGeom>
                <a:noFill/>
              </p:spPr>
              <p:txBody>
                <a:bodyPr wrap="none" rtlCol="0">
                  <a:spAutoFit/>
                </a:bodyPr>
                <a:lstStyle/>
                <a:p>
                  <a:pPr algn="just">
                    <a:lnSpc>
                      <a:spcPct val="120000"/>
                    </a:lnSpc>
                  </a:pPr>
                  <a:r>
                    <a:rPr lang="en-US" sz="1400" dirty="0">
                      <a:solidFill>
                        <a:schemeClr val="tx1">
                          <a:lumMod val="50000"/>
                          <a:lumOff val="50000"/>
                        </a:schemeClr>
                      </a:solidFill>
                      <a:latin typeface="+mn-ea"/>
                      <a:cs typeface="+mn-ea"/>
                      <a:sym typeface="Arial" panose="020B0604020202020204" pitchFamily="34" charset="0"/>
                    </a:rPr>
                    <a:t>2011</a:t>
                  </a:r>
                  <a:endParaRPr lang="en-GB" sz="1400" dirty="0">
                    <a:solidFill>
                      <a:schemeClr val="tx1">
                        <a:lumMod val="50000"/>
                        <a:lumOff val="50000"/>
                      </a:schemeClr>
                    </a:solidFill>
                    <a:latin typeface="+mn-ea"/>
                    <a:cs typeface="+mn-ea"/>
                    <a:sym typeface="Arial" panose="020B0604020202020204" pitchFamily="34" charset="0"/>
                  </a:endParaRPr>
                </a:p>
              </p:txBody>
            </p:sp>
          </p:grpSp>
          <p:grpSp>
            <p:nvGrpSpPr>
              <p:cNvPr id="13" name="组合 12"/>
              <p:cNvGrpSpPr/>
              <p:nvPr/>
            </p:nvGrpSpPr>
            <p:grpSpPr>
              <a:xfrm>
                <a:off x="958922" y="5004647"/>
                <a:ext cx="7654879" cy="307256"/>
                <a:chOff x="712387" y="5045174"/>
                <a:chExt cx="7654879" cy="307256"/>
              </a:xfrm>
            </p:grpSpPr>
            <p:sp>
              <p:nvSpPr>
                <p:cNvPr id="25" name="Oval 77"/>
                <p:cNvSpPr/>
                <p:nvPr/>
              </p:nvSpPr>
              <p:spPr>
                <a:xfrm>
                  <a:off x="712387" y="5045174"/>
                  <a:ext cx="307256" cy="3072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2" name="Oval 77"/>
                <p:cNvSpPr/>
                <p:nvPr/>
              </p:nvSpPr>
              <p:spPr>
                <a:xfrm>
                  <a:off x="4386198" y="5045174"/>
                  <a:ext cx="307256" cy="30725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9" name="Oval 77"/>
                <p:cNvSpPr/>
                <p:nvPr/>
              </p:nvSpPr>
              <p:spPr>
                <a:xfrm>
                  <a:off x="8060010" y="5045174"/>
                  <a:ext cx="307256" cy="30725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400" dirty="0">
                    <a:solidFill>
                      <a:schemeClr val="bg1">
                        <a:lumMod val="65000"/>
                      </a:schemeClr>
                    </a:solidFill>
                    <a:latin typeface="Arial" panose="020B0604020202020204" pitchFamily="34" charset="0"/>
                    <a:ea typeface="微软雅黑" panose="020B0503020204020204" charset="-122"/>
                    <a:cs typeface="+mn-ea"/>
                    <a:sym typeface="Arial" panose="020B0604020202020204" pitchFamily="34" charset="0"/>
                  </a:endParaRPr>
                </a:p>
              </p:txBody>
            </p:sp>
          </p:grpSp>
        </p:grpSp>
        <p:grpSp>
          <p:nvGrpSpPr>
            <p:cNvPr id="5" name="组合 4"/>
            <p:cNvGrpSpPr/>
            <p:nvPr/>
          </p:nvGrpSpPr>
          <p:grpSpPr>
            <a:xfrm>
              <a:off x="1341464" y="4976473"/>
              <a:ext cx="2678949" cy="1323438"/>
              <a:chOff x="1341464" y="4976473"/>
              <a:chExt cx="2678949" cy="1323438"/>
            </a:xfrm>
          </p:grpSpPr>
          <p:sp>
            <p:nvSpPr>
              <p:cNvPr id="2" name="文本框 46"/>
              <p:cNvSpPr txBox="1"/>
              <p:nvPr/>
            </p:nvSpPr>
            <p:spPr>
              <a:xfrm>
                <a:off x="1341464" y="5345804"/>
                <a:ext cx="267894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1341464" y="49764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67" name="组合 66"/>
            <p:cNvGrpSpPr/>
            <p:nvPr/>
          </p:nvGrpSpPr>
          <p:grpSpPr>
            <a:xfrm>
              <a:off x="5036714" y="4976473"/>
              <a:ext cx="2678949" cy="1323438"/>
              <a:chOff x="1341464" y="4976473"/>
              <a:chExt cx="2678949" cy="1323438"/>
            </a:xfrm>
          </p:grpSpPr>
          <p:sp>
            <p:nvSpPr>
              <p:cNvPr id="68" name="文本框 46"/>
              <p:cNvSpPr txBox="1"/>
              <p:nvPr/>
            </p:nvSpPr>
            <p:spPr>
              <a:xfrm>
                <a:off x="1341464" y="5345804"/>
                <a:ext cx="267894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9" name="文本框 34"/>
              <p:cNvSpPr txBox="1"/>
              <p:nvPr/>
            </p:nvSpPr>
            <p:spPr>
              <a:xfrm>
                <a:off x="1341464" y="49764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70" name="组合 69"/>
            <p:cNvGrpSpPr/>
            <p:nvPr/>
          </p:nvGrpSpPr>
          <p:grpSpPr>
            <a:xfrm>
              <a:off x="8715602" y="4976473"/>
              <a:ext cx="2678949" cy="1323438"/>
              <a:chOff x="1341464" y="4976473"/>
              <a:chExt cx="2678949" cy="1323438"/>
            </a:xfrm>
          </p:grpSpPr>
          <p:sp>
            <p:nvSpPr>
              <p:cNvPr id="71" name="文本框 46"/>
              <p:cNvSpPr txBox="1"/>
              <p:nvPr/>
            </p:nvSpPr>
            <p:spPr>
              <a:xfrm>
                <a:off x="1341464" y="5345804"/>
                <a:ext cx="2678949" cy="9541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2" name="文本框 34"/>
              <p:cNvSpPr txBox="1"/>
              <p:nvPr/>
            </p:nvSpPr>
            <p:spPr>
              <a:xfrm>
                <a:off x="1341464" y="4976473"/>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04</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研究总结</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7" name="组合 6"/>
          <p:cNvGrpSpPr/>
          <p:nvPr/>
        </p:nvGrpSpPr>
        <p:grpSpPr>
          <a:xfrm>
            <a:off x="336331" y="1736950"/>
            <a:ext cx="11577823" cy="4168005"/>
            <a:chOff x="336331" y="1736950"/>
            <a:chExt cx="11577823" cy="4168005"/>
          </a:xfrm>
        </p:grpSpPr>
        <p:grpSp>
          <p:nvGrpSpPr>
            <p:cNvPr id="9" name="组合 8"/>
            <p:cNvGrpSpPr/>
            <p:nvPr/>
          </p:nvGrpSpPr>
          <p:grpSpPr>
            <a:xfrm>
              <a:off x="336331" y="1736950"/>
              <a:ext cx="7016492" cy="4168005"/>
              <a:chOff x="336331" y="1736950"/>
              <a:chExt cx="7016492" cy="4168005"/>
            </a:xfrm>
          </p:grpSpPr>
          <p:sp>
            <p:nvSpPr>
              <p:cNvPr id="11" name="矩形 10"/>
              <p:cNvSpPr/>
              <p:nvPr/>
            </p:nvSpPr>
            <p:spPr>
              <a:xfrm>
                <a:off x="336331" y="3048754"/>
                <a:ext cx="5759669" cy="1537512"/>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 name="组合 50"/>
              <p:cNvGrpSpPr/>
              <p:nvPr/>
            </p:nvGrpSpPr>
            <p:grpSpPr>
              <a:xfrm>
                <a:off x="556211" y="1736950"/>
                <a:ext cx="1021178" cy="1021178"/>
                <a:chOff x="556211" y="1890187"/>
                <a:chExt cx="1021178" cy="1021178"/>
              </a:xfrm>
            </p:grpSpPr>
            <p:sp>
              <p:nvSpPr>
                <p:cNvPr id="55" name="椭圆 54"/>
                <p:cNvSpPr/>
                <p:nvPr/>
              </p:nvSpPr>
              <p:spPr>
                <a:xfrm>
                  <a:off x="556211" y="1890187"/>
                  <a:ext cx="1021178" cy="1021178"/>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6" name="unblocked-padlock_77602"/>
                <p:cNvSpPr>
                  <a:spLocks noChangeAspect="1"/>
                </p:cNvSpPr>
                <p:nvPr/>
              </p:nvSpPr>
              <p:spPr bwMode="auto">
                <a:xfrm>
                  <a:off x="794608" y="2164392"/>
                  <a:ext cx="544385" cy="472767"/>
                </a:xfrm>
                <a:custGeom>
                  <a:avLst/>
                  <a:gdLst>
                    <a:gd name="connsiteX0" fmla="*/ 465954 w 603969"/>
                    <a:gd name="connsiteY0" fmla="*/ 163712 h 524513"/>
                    <a:gd name="connsiteX1" fmla="*/ 603969 w 603969"/>
                    <a:gd name="connsiteY1" fmla="*/ 301528 h 524513"/>
                    <a:gd name="connsiteX2" fmla="*/ 603969 w 603969"/>
                    <a:gd name="connsiteY2" fmla="*/ 304105 h 524513"/>
                    <a:gd name="connsiteX3" fmla="*/ 465954 w 603969"/>
                    <a:gd name="connsiteY3" fmla="*/ 441921 h 524513"/>
                    <a:gd name="connsiteX4" fmla="*/ 445799 w 603969"/>
                    <a:gd name="connsiteY4" fmla="*/ 441921 h 524513"/>
                    <a:gd name="connsiteX5" fmla="*/ 356574 w 603969"/>
                    <a:gd name="connsiteY5" fmla="*/ 521445 h 524513"/>
                    <a:gd name="connsiteX6" fmla="*/ 348463 w 603969"/>
                    <a:gd name="connsiteY6" fmla="*/ 524513 h 524513"/>
                    <a:gd name="connsiteX7" fmla="*/ 343424 w 603969"/>
                    <a:gd name="connsiteY7" fmla="*/ 523531 h 524513"/>
                    <a:gd name="connsiteX8" fmla="*/ 336173 w 603969"/>
                    <a:gd name="connsiteY8" fmla="*/ 512241 h 524513"/>
                    <a:gd name="connsiteX9" fmla="*/ 336173 w 603969"/>
                    <a:gd name="connsiteY9" fmla="*/ 429649 h 524513"/>
                    <a:gd name="connsiteX10" fmla="*/ 348463 w 603969"/>
                    <a:gd name="connsiteY10" fmla="*/ 417377 h 524513"/>
                    <a:gd name="connsiteX11" fmla="*/ 360753 w 603969"/>
                    <a:gd name="connsiteY11" fmla="*/ 429649 h 524513"/>
                    <a:gd name="connsiteX12" fmla="*/ 360753 w 603969"/>
                    <a:gd name="connsiteY12" fmla="*/ 484874 h 524513"/>
                    <a:gd name="connsiteX13" fmla="*/ 432894 w 603969"/>
                    <a:gd name="connsiteY13" fmla="*/ 420445 h 524513"/>
                    <a:gd name="connsiteX14" fmla="*/ 441129 w 603969"/>
                    <a:gd name="connsiteY14" fmla="*/ 417377 h 524513"/>
                    <a:gd name="connsiteX15" fmla="*/ 465954 w 603969"/>
                    <a:gd name="connsiteY15" fmla="*/ 417377 h 524513"/>
                    <a:gd name="connsiteX16" fmla="*/ 579390 w 603969"/>
                    <a:gd name="connsiteY16" fmla="*/ 304105 h 524513"/>
                    <a:gd name="connsiteX17" fmla="*/ 579390 w 603969"/>
                    <a:gd name="connsiteY17" fmla="*/ 301528 h 524513"/>
                    <a:gd name="connsiteX18" fmla="*/ 465954 w 603969"/>
                    <a:gd name="connsiteY18" fmla="*/ 188256 h 524513"/>
                    <a:gd name="connsiteX19" fmla="*/ 453664 w 603969"/>
                    <a:gd name="connsiteY19" fmla="*/ 175984 h 524513"/>
                    <a:gd name="connsiteX20" fmla="*/ 465954 w 603969"/>
                    <a:gd name="connsiteY20" fmla="*/ 163712 h 524513"/>
                    <a:gd name="connsiteX21" fmla="*/ 299182 w 603969"/>
                    <a:gd name="connsiteY21" fmla="*/ 0 h 524513"/>
                    <a:gd name="connsiteX22" fmla="*/ 440046 w 603969"/>
                    <a:gd name="connsiteY22" fmla="*/ 140526 h 524513"/>
                    <a:gd name="connsiteX23" fmla="*/ 434392 w 603969"/>
                    <a:gd name="connsiteY23" fmla="*/ 179431 h 524513"/>
                    <a:gd name="connsiteX24" fmla="*/ 419273 w 603969"/>
                    <a:gd name="connsiteY24" fmla="*/ 187777 h 524513"/>
                    <a:gd name="connsiteX25" fmla="*/ 410792 w 603969"/>
                    <a:gd name="connsiteY25" fmla="*/ 172681 h 524513"/>
                    <a:gd name="connsiteX26" fmla="*/ 415463 w 603969"/>
                    <a:gd name="connsiteY26" fmla="*/ 140526 h 524513"/>
                    <a:gd name="connsiteX27" fmla="*/ 299182 w 603969"/>
                    <a:gd name="connsiteY27" fmla="*/ 24546 h 524513"/>
                    <a:gd name="connsiteX28" fmla="*/ 183025 w 603969"/>
                    <a:gd name="connsiteY28" fmla="*/ 140526 h 524513"/>
                    <a:gd name="connsiteX29" fmla="*/ 187696 w 603969"/>
                    <a:gd name="connsiteY29" fmla="*/ 172681 h 524513"/>
                    <a:gd name="connsiteX30" fmla="*/ 185729 w 603969"/>
                    <a:gd name="connsiteY30" fmla="*/ 183359 h 524513"/>
                    <a:gd name="connsiteX31" fmla="*/ 175896 w 603969"/>
                    <a:gd name="connsiteY31" fmla="*/ 188268 h 524513"/>
                    <a:gd name="connsiteX32" fmla="*/ 138037 w 603969"/>
                    <a:gd name="connsiteY32" fmla="*/ 188268 h 524513"/>
                    <a:gd name="connsiteX33" fmla="*/ 24584 w 603969"/>
                    <a:gd name="connsiteY33" fmla="*/ 301548 h 524513"/>
                    <a:gd name="connsiteX34" fmla="*/ 24584 w 603969"/>
                    <a:gd name="connsiteY34" fmla="*/ 304125 h 524513"/>
                    <a:gd name="connsiteX35" fmla="*/ 138037 w 603969"/>
                    <a:gd name="connsiteY35" fmla="*/ 417405 h 524513"/>
                    <a:gd name="connsiteX36" fmla="*/ 287259 w 603969"/>
                    <a:gd name="connsiteY36" fmla="*/ 417405 h 524513"/>
                    <a:gd name="connsiteX37" fmla="*/ 299551 w 603969"/>
                    <a:gd name="connsiteY37" fmla="*/ 429678 h 524513"/>
                    <a:gd name="connsiteX38" fmla="*/ 287259 w 603969"/>
                    <a:gd name="connsiteY38" fmla="*/ 441951 h 524513"/>
                    <a:gd name="connsiteX39" fmla="*/ 138037 w 603969"/>
                    <a:gd name="connsiteY39" fmla="*/ 441951 h 524513"/>
                    <a:gd name="connsiteX40" fmla="*/ 0 w 603969"/>
                    <a:gd name="connsiteY40" fmla="*/ 304125 h 524513"/>
                    <a:gd name="connsiteX41" fmla="*/ 0 w 603969"/>
                    <a:gd name="connsiteY41" fmla="*/ 301548 h 524513"/>
                    <a:gd name="connsiteX42" fmla="*/ 138037 w 603969"/>
                    <a:gd name="connsiteY42" fmla="*/ 163722 h 524513"/>
                    <a:gd name="connsiteX43" fmla="*/ 160408 w 603969"/>
                    <a:gd name="connsiteY43" fmla="*/ 163722 h 524513"/>
                    <a:gd name="connsiteX44" fmla="*/ 158441 w 603969"/>
                    <a:gd name="connsiteY44" fmla="*/ 140526 h 524513"/>
                    <a:gd name="connsiteX45" fmla="*/ 299182 w 603969"/>
                    <a:gd name="connsiteY45" fmla="*/ 0 h 524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3969" h="524513">
                      <a:moveTo>
                        <a:pt x="465954" y="163712"/>
                      </a:moveTo>
                      <a:cubicBezTo>
                        <a:pt x="542028" y="163712"/>
                        <a:pt x="603969" y="225564"/>
                        <a:pt x="603969" y="301528"/>
                      </a:cubicBezTo>
                      <a:lnTo>
                        <a:pt x="603969" y="304105"/>
                      </a:lnTo>
                      <a:cubicBezTo>
                        <a:pt x="603969" y="380070"/>
                        <a:pt x="542028" y="441921"/>
                        <a:pt x="465954" y="441921"/>
                      </a:cubicBezTo>
                      <a:lnTo>
                        <a:pt x="445799" y="441921"/>
                      </a:lnTo>
                      <a:lnTo>
                        <a:pt x="356574" y="521445"/>
                      </a:lnTo>
                      <a:cubicBezTo>
                        <a:pt x="354362" y="523531"/>
                        <a:pt x="351413" y="524513"/>
                        <a:pt x="348463" y="524513"/>
                      </a:cubicBezTo>
                      <a:cubicBezTo>
                        <a:pt x="346743" y="524513"/>
                        <a:pt x="345022" y="524145"/>
                        <a:pt x="343424" y="523531"/>
                      </a:cubicBezTo>
                      <a:cubicBezTo>
                        <a:pt x="339000" y="521445"/>
                        <a:pt x="336173" y="517150"/>
                        <a:pt x="336173" y="512241"/>
                      </a:cubicBezTo>
                      <a:lnTo>
                        <a:pt x="336173" y="429649"/>
                      </a:lnTo>
                      <a:cubicBezTo>
                        <a:pt x="336173" y="422777"/>
                        <a:pt x="341581" y="417377"/>
                        <a:pt x="348463" y="417377"/>
                      </a:cubicBezTo>
                      <a:cubicBezTo>
                        <a:pt x="355223" y="417377"/>
                        <a:pt x="360753" y="422777"/>
                        <a:pt x="360753" y="429649"/>
                      </a:cubicBezTo>
                      <a:lnTo>
                        <a:pt x="360753" y="484874"/>
                      </a:lnTo>
                      <a:lnTo>
                        <a:pt x="432894" y="420445"/>
                      </a:lnTo>
                      <a:cubicBezTo>
                        <a:pt x="435107" y="418482"/>
                        <a:pt x="438056" y="417377"/>
                        <a:pt x="441129" y="417377"/>
                      </a:cubicBezTo>
                      <a:lnTo>
                        <a:pt x="465954" y="417377"/>
                      </a:lnTo>
                      <a:cubicBezTo>
                        <a:pt x="528510" y="417377"/>
                        <a:pt x="579390" y="366571"/>
                        <a:pt x="579390" y="304105"/>
                      </a:cubicBezTo>
                      <a:lnTo>
                        <a:pt x="579390" y="301528"/>
                      </a:lnTo>
                      <a:cubicBezTo>
                        <a:pt x="579390" y="239063"/>
                        <a:pt x="528510" y="188256"/>
                        <a:pt x="465954" y="188256"/>
                      </a:cubicBezTo>
                      <a:cubicBezTo>
                        <a:pt x="459195" y="188256"/>
                        <a:pt x="453664" y="182734"/>
                        <a:pt x="453664" y="175984"/>
                      </a:cubicBezTo>
                      <a:cubicBezTo>
                        <a:pt x="453664" y="169234"/>
                        <a:pt x="459195" y="163712"/>
                        <a:pt x="465954" y="163712"/>
                      </a:cubicBezTo>
                      <a:close/>
                      <a:moveTo>
                        <a:pt x="299182" y="0"/>
                      </a:moveTo>
                      <a:cubicBezTo>
                        <a:pt x="376866" y="0"/>
                        <a:pt x="440046" y="62961"/>
                        <a:pt x="440046" y="140526"/>
                      </a:cubicBezTo>
                      <a:cubicBezTo>
                        <a:pt x="440046" y="153535"/>
                        <a:pt x="438080" y="166545"/>
                        <a:pt x="434392" y="179431"/>
                      </a:cubicBezTo>
                      <a:cubicBezTo>
                        <a:pt x="432548" y="185936"/>
                        <a:pt x="425788" y="189741"/>
                        <a:pt x="419273" y="187777"/>
                      </a:cubicBezTo>
                      <a:cubicBezTo>
                        <a:pt x="412636" y="185936"/>
                        <a:pt x="408948" y="179186"/>
                        <a:pt x="410792" y="172681"/>
                      </a:cubicBezTo>
                      <a:cubicBezTo>
                        <a:pt x="413865" y="162004"/>
                        <a:pt x="415463" y="151203"/>
                        <a:pt x="415463" y="140526"/>
                      </a:cubicBezTo>
                      <a:cubicBezTo>
                        <a:pt x="415463" y="76584"/>
                        <a:pt x="363345" y="24546"/>
                        <a:pt x="299182" y="24546"/>
                      </a:cubicBezTo>
                      <a:cubicBezTo>
                        <a:pt x="235142" y="24546"/>
                        <a:pt x="183025" y="76584"/>
                        <a:pt x="183025" y="140526"/>
                      </a:cubicBezTo>
                      <a:cubicBezTo>
                        <a:pt x="183025" y="151203"/>
                        <a:pt x="184623" y="162004"/>
                        <a:pt x="187696" y="172681"/>
                      </a:cubicBezTo>
                      <a:cubicBezTo>
                        <a:pt x="188679" y="176363"/>
                        <a:pt x="187942" y="180290"/>
                        <a:pt x="185729" y="183359"/>
                      </a:cubicBezTo>
                      <a:cubicBezTo>
                        <a:pt x="183394" y="186427"/>
                        <a:pt x="179706" y="188268"/>
                        <a:pt x="175896" y="188268"/>
                      </a:cubicBezTo>
                      <a:lnTo>
                        <a:pt x="138037" y="188268"/>
                      </a:lnTo>
                      <a:cubicBezTo>
                        <a:pt x="75472" y="188268"/>
                        <a:pt x="24584" y="239078"/>
                        <a:pt x="24584" y="301548"/>
                      </a:cubicBezTo>
                      <a:lnTo>
                        <a:pt x="24584" y="304125"/>
                      </a:lnTo>
                      <a:cubicBezTo>
                        <a:pt x="24584" y="366595"/>
                        <a:pt x="75472" y="417405"/>
                        <a:pt x="138037" y="417405"/>
                      </a:cubicBezTo>
                      <a:lnTo>
                        <a:pt x="287259" y="417405"/>
                      </a:lnTo>
                      <a:cubicBezTo>
                        <a:pt x="294020" y="417405"/>
                        <a:pt x="299551" y="422805"/>
                        <a:pt x="299551" y="429678"/>
                      </a:cubicBezTo>
                      <a:cubicBezTo>
                        <a:pt x="299551" y="436428"/>
                        <a:pt x="294020" y="441951"/>
                        <a:pt x="287259" y="441951"/>
                      </a:cubicBezTo>
                      <a:lnTo>
                        <a:pt x="138037" y="441951"/>
                      </a:lnTo>
                      <a:cubicBezTo>
                        <a:pt x="61951" y="441951"/>
                        <a:pt x="0" y="380095"/>
                        <a:pt x="0" y="304125"/>
                      </a:cubicBezTo>
                      <a:lnTo>
                        <a:pt x="0" y="301548"/>
                      </a:lnTo>
                      <a:cubicBezTo>
                        <a:pt x="0" y="225578"/>
                        <a:pt x="61951" y="163722"/>
                        <a:pt x="138037" y="163722"/>
                      </a:cubicBezTo>
                      <a:lnTo>
                        <a:pt x="160408" y="163722"/>
                      </a:lnTo>
                      <a:cubicBezTo>
                        <a:pt x="159179" y="155990"/>
                        <a:pt x="158441" y="148258"/>
                        <a:pt x="158441" y="140526"/>
                      </a:cubicBezTo>
                      <a:cubicBezTo>
                        <a:pt x="158441" y="62961"/>
                        <a:pt x="221621" y="0"/>
                        <a:pt x="299182" y="0"/>
                      </a:cubicBezTo>
                      <a:close/>
                    </a:path>
                  </a:pathLst>
                </a:custGeom>
                <a:solidFill>
                  <a:schemeClr val="bg1"/>
                </a:solidFill>
                <a:ln>
                  <a:noFill/>
                </a:ln>
              </p:spPr>
              <p:txBody>
                <a:bodyPr/>
                <a:lstStyle/>
                <a:p>
                  <a:endParaRPr lang="zh-CN" altLang="en-US"/>
                </a:p>
              </p:txBody>
            </p:sp>
          </p:grpSp>
          <p:grpSp>
            <p:nvGrpSpPr>
              <p:cNvPr id="45" name="组合 44"/>
              <p:cNvGrpSpPr/>
              <p:nvPr/>
            </p:nvGrpSpPr>
            <p:grpSpPr>
              <a:xfrm>
                <a:off x="556211" y="3310364"/>
                <a:ext cx="1021178" cy="1021178"/>
                <a:chOff x="556211" y="1890187"/>
                <a:chExt cx="1021178" cy="1021178"/>
              </a:xfrm>
            </p:grpSpPr>
            <p:sp>
              <p:nvSpPr>
                <p:cNvPr id="49" name="椭圆 48"/>
                <p:cNvSpPr/>
                <p:nvPr/>
              </p:nvSpPr>
              <p:spPr>
                <a:xfrm>
                  <a:off x="556211" y="1890187"/>
                  <a:ext cx="1021178" cy="1021178"/>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0" name="unblocked-padlock_77602"/>
                <p:cNvSpPr>
                  <a:spLocks noChangeAspect="1"/>
                </p:cNvSpPr>
                <p:nvPr/>
              </p:nvSpPr>
              <p:spPr bwMode="auto">
                <a:xfrm>
                  <a:off x="794608" y="2208463"/>
                  <a:ext cx="544385" cy="384623"/>
                </a:xfrm>
                <a:custGeom>
                  <a:avLst/>
                  <a:gdLst>
                    <a:gd name="T0" fmla="*/ 2247 w 2247"/>
                    <a:gd name="T1" fmla="*/ 639 h 1590"/>
                    <a:gd name="T2" fmla="*/ 2025 w 2247"/>
                    <a:gd name="T3" fmla="*/ 417 h 1590"/>
                    <a:gd name="T4" fmla="*/ 1803 w 2247"/>
                    <a:gd name="T5" fmla="*/ 639 h 1590"/>
                    <a:gd name="T6" fmla="*/ 1971 w 2247"/>
                    <a:gd name="T7" fmla="*/ 854 h 1590"/>
                    <a:gd name="T8" fmla="*/ 1971 w 2247"/>
                    <a:gd name="T9" fmla="*/ 1248 h 1590"/>
                    <a:gd name="T10" fmla="*/ 1179 w 2247"/>
                    <a:gd name="T11" fmla="*/ 1248 h 1590"/>
                    <a:gd name="T12" fmla="*/ 1179 w 2247"/>
                    <a:gd name="T13" fmla="*/ 437 h 1590"/>
                    <a:gd name="T14" fmla="*/ 1347 w 2247"/>
                    <a:gd name="T15" fmla="*/ 222 h 1590"/>
                    <a:gd name="T16" fmla="*/ 1125 w 2247"/>
                    <a:gd name="T17" fmla="*/ 0 h 1590"/>
                    <a:gd name="T18" fmla="*/ 903 w 2247"/>
                    <a:gd name="T19" fmla="*/ 222 h 1590"/>
                    <a:gd name="T20" fmla="*/ 1071 w 2247"/>
                    <a:gd name="T21" fmla="*/ 437 h 1590"/>
                    <a:gd name="T22" fmla="*/ 1071 w 2247"/>
                    <a:gd name="T23" fmla="*/ 1248 h 1590"/>
                    <a:gd name="T24" fmla="*/ 279 w 2247"/>
                    <a:gd name="T25" fmla="*/ 1248 h 1590"/>
                    <a:gd name="T26" fmla="*/ 279 w 2247"/>
                    <a:gd name="T27" fmla="*/ 853 h 1590"/>
                    <a:gd name="T28" fmla="*/ 444 w 2247"/>
                    <a:gd name="T29" fmla="*/ 639 h 1590"/>
                    <a:gd name="T30" fmla="*/ 222 w 2247"/>
                    <a:gd name="T31" fmla="*/ 417 h 1590"/>
                    <a:gd name="T32" fmla="*/ 0 w 2247"/>
                    <a:gd name="T33" fmla="*/ 639 h 1590"/>
                    <a:gd name="T34" fmla="*/ 171 w 2247"/>
                    <a:gd name="T35" fmla="*/ 855 h 1590"/>
                    <a:gd name="T36" fmla="*/ 171 w 2247"/>
                    <a:gd name="T37" fmla="*/ 1302 h 1590"/>
                    <a:gd name="T38" fmla="*/ 225 w 2247"/>
                    <a:gd name="T39" fmla="*/ 1356 h 1590"/>
                    <a:gd name="T40" fmla="*/ 2025 w 2247"/>
                    <a:gd name="T41" fmla="*/ 1356 h 1590"/>
                    <a:gd name="T42" fmla="*/ 2079 w 2247"/>
                    <a:gd name="T43" fmla="*/ 1302 h 1590"/>
                    <a:gd name="T44" fmla="*/ 2079 w 2247"/>
                    <a:gd name="T45" fmla="*/ 854 h 1590"/>
                    <a:gd name="T46" fmla="*/ 2247 w 2247"/>
                    <a:gd name="T47" fmla="*/ 639 h 1590"/>
                    <a:gd name="T48" fmla="*/ 1011 w 2247"/>
                    <a:gd name="T49" fmla="*/ 222 h 1590"/>
                    <a:gd name="T50" fmla="*/ 1125 w 2247"/>
                    <a:gd name="T51" fmla="*/ 109 h 1590"/>
                    <a:gd name="T52" fmla="*/ 1239 w 2247"/>
                    <a:gd name="T53" fmla="*/ 222 h 1590"/>
                    <a:gd name="T54" fmla="*/ 1125 w 2247"/>
                    <a:gd name="T55" fmla="*/ 336 h 1590"/>
                    <a:gd name="T56" fmla="*/ 1011 w 2247"/>
                    <a:gd name="T57" fmla="*/ 222 h 1590"/>
                    <a:gd name="T58" fmla="*/ 108 w 2247"/>
                    <a:gd name="T59" fmla="*/ 639 h 1590"/>
                    <a:gd name="T60" fmla="*/ 222 w 2247"/>
                    <a:gd name="T61" fmla="*/ 525 h 1590"/>
                    <a:gd name="T62" fmla="*/ 336 w 2247"/>
                    <a:gd name="T63" fmla="*/ 639 h 1590"/>
                    <a:gd name="T64" fmla="*/ 222 w 2247"/>
                    <a:gd name="T65" fmla="*/ 753 h 1590"/>
                    <a:gd name="T66" fmla="*/ 108 w 2247"/>
                    <a:gd name="T67" fmla="*/ 639 h 1590"/>
                    <a:gd name="T68" fmla="*/ 2025 w 2247"/>
                    <a:gd name="T69" fmla="*/ 753 h 1590"/>
                    <a:gd name="T70" fmla="*/ 1911 w 2247"/>
                    <a:gd name="T71" fmla="*/ 639 h 1590"/>
                    <a:gd name="T72" fmla="*/ 2025 w 2247"/>
                    <a:gd name="T73" fmla="*/ 526 h 1590"/>
                    <a:gd name="T74" fmla="*/ 2139 w 2247"/>
                    <a:gd name="T75" fmla="*/ 639 h 1590"/>
                    <a:gd name="T76" fmla="*/ 2025 w 2247"/>
                    <a:gd name="T77" fmla="*/ 753 h 1590"/>
                    <a:gd name="T78" fmla="*/ 2077 w 2247"/>
                    <a:gd name="T79" fmla="*/ 1536 h 1590"/>
                    <a:gd name="T80" fmla="*/ 2023 w 2247"/>
                    <a:gd name="T81" fmla="*/ 1590 h 1590"/>
                    <a:gd name="T82" fmla="*/ 223 w 2247"/>
                    <a:gd name="T83" fmla="*/ 1590 h 1590"/>
                    <a:gd name="T84" fmla="*/ 169 w 2247"/>
                    <a:gd name="T85" fmla="*/ 1536 h 1590"/>
                    <a:gd name="T86" fmla="*/ 223 w 2247"/>
                    <a:gd name="T87" fmla="*/ 1482 h 1590"/>
                    <a:gd name="T88" fmla="*/ 2023 w 2247"/>
                    <a:gd name="T89" fmla="*/ 1482 h 1590"/>
                    <a:gd name="T90" fmla="*/ 2077 w 2247"/>
                    <a:gd name="T91" fmla="*/ 1536 h 1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47" h="1590">
                      <a:moveTo>
                        <a:pt x="2247" y="639"/>
                      </a:moveTo>
                      <a:cubicBezTo>
                        <a:pt x="2247" y="517"/>
                        <a:pt x="2147" y="417"/>
                        <a:pt x="2025" y="417"/>
                      </a:cubicBezTo>
                      <a:cubicBezTo>
                        <a:pt x="1903" y="417"/>
                        <a:pt x="1803" y="517"/>
                        <a:pt x="1803" y="639"/>
                      </a:cubicBezTo>
                      <a:cubicBezTo>
                        <a:pt x="1803" y="743"/>
                        <a:pt x="1875" y="830"/>
                        <a:pt x="1971" y="854"/>
                      </a:cubicBezTo>
                      <a:lnTo>
                        <a:pt x="1971" y="1248"/>
                      </a:lnTo>
                      <a:lnTo>
                        <a:pt x="1179" y="1248"/>
                      </a:lnTo>
                      <a:lnTo>
                        <a:pt x="1179" y="437"/>
                      </a:lnTo>
                      <a:cubicBezTo>
                        <a:pt x="1275" y="413"/>
                        <a:pt x="1347" y="326"/>
                        <a:pt x="1347" y="222"/>
                      </a:cubicBezTo>
                      <a:cubicBezTo>
                        <a:pt x="1347" y="100"/>
                        <a:pt x="1247" y="0"/>
                        <a:pt x="1125" y="0"/>
                      </a:cubicBezTo>
                      <a:cubicBezTo>
                        <a:pt x="1003" y="0"/>
                        <a:pt x="903" y="100"/>
                        <a:pt x="903" y="222"/>
                      </a:cubicBezTo>
                      <a:cubicBezTo>
                        <a:pt x="903" y="326"/>
                        <a:pt x="975" y="413"/>
                        <a:pt x="1071" y="437"/>
                      </a:cubicBezTo>
                      <a:lnTo>
                        <a:pt x="1071" y="1248"/>
                      </a:lnTo>
                      <a:lnTo>
                        <a:pt x="279" y="1248"/>
                      </a:lnTo>
                      <a:lnTo>
                        <a:pt x="279" y="853"/>
                      </a:lnTo>
                      <a:cubicBezTo>
                        <a:pt x="374" y="828"/>
                        <a:pt x="444" y="742"/>
                        <a:pt x="444" y="639"/>
                      </a:cubicBezTo>
                      <a:cubicBezTo>
                        <a:pt x="444" y="517"/>
                        <a:pt x="344" y="417"/>
                        <a:pt x="222" y="417"/>
                      </a:cubicBezTo>
                      <a:cubicBezTo>
                        <a:pt x="100" y="417"/>
                        <a:pt x="0" y="517"/>
                        <a:pt x="0" y="639"/>
                      </a:cubicBezTo>
                      <a:cubicBezTo>
                        <a:pt x="0" y="744"/>
                        <a:pt x="73" y="832"/>
                        <a:pt x="171" y="855"/>
                      </a:cubicBezTo>
                      <a:lnTo>
                        <a:pt x="171" y="1302"/>
                      </a:lnTo>
                      <a:cubicBezTo>
                        <a:pt x="171" y="1332"/>
                        <a:pt x="195" y="1356"/>
                        <a:pt x="225" y="1356"/>
                      </a:cubicBezTo>
                      <a:lnTo>
                        <a:pt x="2025" y="1356"/>
                      </a:lnTo>
                      <a:cubicBezTo>
                        <a:pt x="2055" y="1356"/>
                        <a:pt x="2079" y="1332"/>
                        <a:pt x="2079" y="1302"/>
                      </a:cubicBezTo>
                      <a:lnTo>
                        <a:pt x="2079" y="854"/>
                      </a:lnTo>
                      <a:cubicBezTo>
                        <a:pt x="2175" y="830"/>
                        <a:pt x="2247" y="743"/>
                        <a:pt x="2247" y="639"/>
                      </a:cubicBezTo>
                      <a:close/>
                      <a:moveTo>
                        <a:pt x="1011" y="222"/>
                      </a:moveTo>
                      <a:cubicBezTo>
                        <a:pt x="1011" y="160"/>
                        <a:pt x="1062" y="109"/>
                        <a:pt x="1125" y="109"/>
                      </a:cubicBezTo>
                      <a:cubicBezTo>
                        <a:pt x="1188" y="109"/>
                        <a:pt x="1239" y="160"/>
                        <a:pt x="1239" y="222"/>
                      </a:cubicBezTo>
                      <a:cubicBezTo>
                        <a:pt x="1239" y="285"/>
                        <a:pt x="1188" y="336"/>
                        <a:pt x="1125" y="336"/>
                      </a:cubicBezTo>
                      <a:cubicBezTo>
                        <a:pt x="1062" y="336"/>
                        <a:pt x="1011" y="285"/>
                        <a:pt x="1011" y="222"/>
                      </a:cubicBezTo>
                      <a:close/>
                      <a:moveTo>
                        <a:pt x="108" y="639"/>
                      </a:moveTo>
                      <a:cubicBezTo>
                        <a:pt x="108" y="577"/>
                        <a:pt x="159" y="525"/>
                        <a:pt x="222" y="525"/>
                      </a:cubicBezTo>
                      <a:cubicBezTo>
                        <a:pt x="285" y="525"/>
                        <a:pt x="336" y="577"/>
                        <a:pt x="336" y="639"/>
                      </a:cubicBezTo>
                      <a:cubicBezTo>
                        <a:pt x="336" y="702"/>
                        <a:pt x="285" y="753"/>
                        <a:pt x="222" y="753"/>
                      </a:cubicBezTo>
                      <a:cubicBezTo>
                        <a:pt x="159" y="753"/>
                        <a:pt x="108" y="702"/>
                        <a:pt x="108" y="639"/>
                      </a:cubicBezTo>
                      <a:close/>
                      <a:moveTo>
                        <a:pt x="2025" y="753"/>
                      </a:moveTo>
                      <a:cubicBezTo>
                        <a:pt x="1962" y="753"/>
                        <a:pt x="1911" y="702"/>
                        <a:pt x="1911" y="639"/>
                      </a:cubicBezTo>
                      <a:cubicBezTo>
                        <a:pt x="1911" y="577"/>
                        <a:pt x="1962" y="526"/>
                        <a:pt x="2025" y="526"/>
                      </a:cubicBezTo>
                      <a:cubicBezTo>
                        <a:pt x="2088" y="526"/>
                        <a:pt x="2139" y="577"/>
                        <a:pt x="2139" y="639"/>
                      </a:cubicBezTo>
                      <a:cubicBezTo>
                        <a:pt x="2139" y="702"/>
                        <a:pt x="2088" y="753"/>
                        <a:pt x="2025" y="753"/>
                      </a:cubicBezTo>
                      <a:close/>
                      <a:moveTo>
                        <a:pt x="2077" y="1536"/>
                      </a:moveTo>
                      <a:cubicBezTo>
                        <a:pt x="2077" y="1566"/>
                        <a:pt x="2053" y="1590"/>
                        <a:pt x="2023" y="1590"/>
                      </a:cubicBezTo>
                      <a:lnTo>
                        <a:pt x="223" y="1590"/>
                      </a:lnTo>
                      <a:cubicBezTo>
                        <a:pt x="194" y="1590"/>
                        <a:pt x="169" y="1566"/>
                        <a:pt x="169" y="1536"/>
                      </a:cubicBezTo>
                      <a:cubicBezTo>
                        <a:pt x="169" y="1507"/>
                        <a:pt x="194" y="1482"/>
                        <a:pt x="223" y="1482"/>
                      </a:cubicBezTo>
                      <a:lnTo>
                        <a:pt x="2023" y="1482"/>
                      </a:lnTo>
                      <a:cubicBezTo>
                        <a:pt x="2053" y="1482"/>
                        <a:pt x="2077" y="1507"/>
                        <a:pt x="2077" y="1536"/>
                      </a:cubicBezTo>
                      <a:close/>
                    </a:path>
                  </a:pathLst>
                </a:custGeom>
                <a:solidFill>
                  <a:schemeClr val="accent4"/>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39" name="组合 38"/>
              <p:cNvGrpSpPr/>
              <p:nvPr/>
            </p:nvGrpSpPr>
            <p:grpSpPr>
              <a:xfrm>
                <a:off x="556211" y="4883777"/>
                <a:ext cx="1021178" cy="1021178"/>
                <a:chOff x="556211" y="1890187"/>
                <a:chExt cx="1021178" cy="1021178"/>
              </a:xfrm>
            </p:grpSpPr>
            <p:sp>
              <p:nvSpPr>
                <p:cNvPr id="43" name="椭圆 42"/>
                <p:cNvSpPr/>
                <p:nvPr/>
              </p:nvSpPr>
              <p:spPr>
                <a:xfrm>
                  <a:off x="556211" y="1890187"/>
                  <a:ext cx="1021178" cy="1021178"/>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4" name="unblocked-padlock_77602"/>
                <p:cNvSpPr>
                  <a:spLocks noChangeAspect="1"/>
                </p:cNvSpPr>
                <p:nvPr/>
              </p:nvSpPr>
              <p:spPr bwMode="auto">
                <a:xfrm>
                  <a:off x="794608" y="2156843"/>
                  <a:ext cx="544385" cy="487862"/>
                </a:xfrm>
                <a:custGeom>
                  <a:avLst/>
                  <a:gdLst>
                    <a:gd name="connsiteX0" fmla="*/ 304183 w 608274"/>
                    <a:gd name="connsiteY0" fmla="*/ 493394 h 545118"/>
                    <a:gd name="connsiteX1" fmla="*/ 316275 w 608274"/>
                    <a:gd name="connsiteY1" fmla="*/ 505463 h 545118"/>
                    <a:gd name="connsiteX2" fmla="*/ 316275 w 608274"/>
                    <a:gd name="connsiteY2" fmla="*/ 533049 h 545118"/>
                    <a:gd name="connsiteX3" fmla="*/ 304183 w 608274"/>
                    <a:gd name="connsiteY3" fmla="*/ 545118 h 545118"/>
                    <a:gd name="connsiteX4" fmla="*/ 292000 w 608274"/>
                    <a:gd name="connsiteY4" fmla="*/ 533049 h 545118"/>
                    <a:gd name="connsiteX5" fmla="*/ 292000 w 608274"/>
                    <a:gd name="connsiteY5" fmla="*/ 505463 h 545118"/>
                    <a:gd name="connsiteX6" fmla="*/ 304183 w 608274"/>
                    <a:gd name="connsiteY6" fmla="*/ 493394 h 545118"/>
                    <a:gd name="connsiteX7" fmla="*/ 568565 w 608274"/>
                    <a:gd name="connsiteY7" fmla="*/ 377243 h 545118"/>
                    <a:gd name="connsiteX8" fmla="*/ 596189 w 608274"/>
                    <a:gd name="connsiteY8" fmla="*/ 377243 h 545118"/>
                    <a:gd name="connsiteX9" fmla="*/ 608274 w 608274"/>
                    <a:gd name="connsiteY9" fmla="*/ 389335 h 545118"/>
                    <a:gd name="connsiteX10" fmla="*/ 596189 w 608274"/>
                    <a:gd name="connsiteY10" fmla="*/ 401518 h 545118"/>
                    <a:gd name="connsiteX11" fmla="*/ 568565 w 608274"/>
                    <a:gd name="connsiteY11" fmla="*/ 401518 h 545118"/>
                    <a:gd name="connsiteX12" fmla="*/ 556479 w 608274"/>
                    <a:gd name="connsiteY12" fmla="*/ 389335 h 545118"/>
                    <a:gd name="connsiteX13" fmla="*/ 568565 w 608274"/>
                    <a:gd name="connsiteY13" fmla="*/ 377243 h 545118"/>
                    <a:gd name="connsiteX14" fmla="*/ 12085 w 608274"/>
                    <a:gd name="connsiteY14" fmla="*/ 377243 h 545118"/>
                    <a:gd name="connsiteX15" fmla="*/ 39709 w 608274"/>
                    <a:gd name="connsiteY15" fmla="*/ 377243 h 545118"/>
                    <a:gd name="connsiteX16" fmla="*/ 51795 w 608274"/>
                    <a:gd name="connsiteY16" fmla="*/ 389335 h 545118"/>
                    <a:gd name="connsiteX17" fmla="*/ 39709 w 608274"/>
                    <a:gd name="connsiteY17" fmla="*/ 401518 h 545118"/>
                    <a:gd name="connsiteX18" fmla="*/ 12085 w 608274"/>
                    <a:gd name="connsiteY18" fmla="*/ 401518 h 545118"/>
                    <a:gd name="connsiteX19" fmla="*/ 0 w 608274"/>
                    <a:gd name="connsiteY19" fmla="*/ 389335 h 545118"/>
                    <a:gd name="connsiteX20" fmla="*/ 12085 w 608274"/>
                    <a:gd name="connsiteY20" fmla="*/ 377243 h 545118"/>
                    <a:gd name="connsiteX21" fmla="*/ 400054 w 608274"/>
                    <a:gd name="connsiteY21" fmla="*/ 298210 h 545118"/>
                    <a:gd name="connsiteX22" fmla="*/ 421681 w 608274"/>
                    <a:gd name="connsiteY22" fmla="*/ 298210 h 545118"/>
                    <a:gd name="connsiteX23" fmla="*/ 433766 w 608274"/>
                    <a:gd name="connsiteY23" fmla="*/ 310267 h 545118"/>
                    <a:gd name="connsiteX24" fmla="*/ 421681 w 608274"/>
                    <a:gd name="connsiteY24" fmla="*/ 322414 h 545118"/>
                    <a:gd name="connsiteX25" fmla="*/ 400054 w 608274"/>
                    <a:gd name="connsiteY25" fmla="*/ 322414 h 545118"/>
                    <a:gd name="connsiteX26" fmla="*/ 387969 w 608274"/>
                    <a:gd name="connsiteY26" fmla="*/ 310267 h 545118"/>
                    <a:gd name="connsiteX27" fmla="*/ 400054 w 608274"/>
                    <a:gd name="connsiteY27" fmla="*/ 298210 h 545118"/>
                    <a:gd name="connsiteX28" fmla="*/ 271285 w 608274"/>
                    <a:gd name="connsiteY28" fmla="*/ 263711 h 545118"/>
                    <a:gd name="connsiteX29" fmla="*/ 271285 w 608274"/>
                    <a:gd name="connsiteY29" fmla="*/ 365269 h 545118"/>
                    <a:gd name="connsiteX30" fmla="*/ 292005 w 608274"/>
                    <a:gd name="connsiteY30" fmla="*/ 365269 h 545118"/>
                    <a:gd name="connsiteX31" fmla="*/ 292005 w 608274"/>
                    <a:gd name="connsiteY31" fmla="*/ 295567 h 545118"/>
                    <a:gd name="connsiteX32" fmla="*/ 304182 w 608274"/>
                    <a:gd name="connsiteY32" fmla="*/ 283496 h 545118"/>
                    <a:gd name="connsiteX33" fmla="*/ 316269 w 608274"/>
                    <a:gd name="connsiteY33" fmla="*/ 295567 h 545118"/>
                    <a:gd name="connsiteX34" fmla="*/ 316269 w 608274"/>
                    <a:gd name="connsiteY34" fmla="*/ 365269 h 545118"/>
                    <a:gd name="connsiteX35" fmla="*/ 336988 w 608274"/>
                    <a:gd name="connsiteY35" fmla="*/ 365269 h 545118"/>
                    <a:gd name="connsiteX36" fmla="*/ 336988 w 608274"/>
                    <a:gd name="connsiteY36" fmla="*/ 263711 h 545118"/>
                    <a:gd name="connsiteX37" fmla="*/ 274102 w 608274"/>
                    <a:gd name="connsiteY37" fmla="*/ 145181 h 545118"/>
                    <a:gd name="connsiteX38" fmla="*/ 247294 w 608274"/>
                    <a:gd name="connsiteY38" fmla="*/ 171864 h 545118"/>
                    <a:gd name="connsiteX39" fmla="*/ 247294 w 608274"/>
                    <a:gd name="connsiteY39" fmla="*/ 239479 h 545118"/>
                    <a:gd name="connsiteX40" fmla="*/ 360979 w 608274"/>
                    <a:gd name="connsiteY40" fmla="*/ 239479 h 545118"/>
                    <a:gd name="connsiteX41" fmla="*/ 360979 w 608274"/>
                    <a:gd name="connsiteY41" fmla="*/ 171864 h 545118"/>
                    <a:gd name="connsiteX42" fmla="*/ 334171 w 608274"/>
                    <a:gd name="connsiteY42" fmla="*/ 145181 h 545118"/>
                    <a:gd name="connsiteX43" fmla="*/ 274102 w 608274"/>
                    <a:gd name="connsiteY43" fmla="*/ 120949 h 545118"/>
                    <a:gd name="connsiteX44" fmla="*/ 334171 w 608274"/>
                    <a:gd name="connsiteY44" fmla="*/ 120949 h 545118"/>
                    <a:gd name="connsiteX45" fmla="*/ 385243 w 608274"/>
                    <a:gd name="connsiteY45" fmla="*/ 171864 h 545118"/>
                    <a:gd name="connsiteX46" fmla="*/ 385243 w 608274"/>
                    <a:gd name="connsiteY46" fmla="*/ 251640 h 545118"/>
                    <a:gd name="connsiteX47" fmla="*/ 373066 w 608274"/>
                    <a:gd name="connsiteY47" fmla="*/ 263711 h 545118"/>
                    <a:gd name="connsiteX48" fmla="*/ 361252 w 608274"/>
                    <a:gd name="connsiteY48" fmla="*/ 263711 h 545118"/>
                    <a:gd name="connsiteX49" fmla="*/ 361252 w 608274"/>
                    <a:gd name="connsiteY49" fmla="*/ 377340 h 545118"/>
                    <a:gd name="connsiteX50" fmla="*/ 349166 w 608274"/>
                    <a:gd name="connsiteY50" fmla="*/ 389501 h 545118"/>
                    <a:gd name="connsiteX51" fmla="*/ 259198 w 608274"/>
                    <a:gd name="connsiteY51" fmla="*/ 389501 h 545118"/>
                    <a:gd name="connsiteX52" fmla="*/ 247021 w 608274"/>
                    <a:gd name="connsiteY52" fmla="*/ 377340 h 545118"/>
                    <a:gd name="connsiteX53" fmla="*/ 247021 w 608274"/>
                    <a:gd name="connsiteY53" fmla="*/ 322431 h 545118"/>
                    <a:gd name="connsiteX54" fmla="*/ 157236 w 608274"/>
                    <a:gd name="connsiteY54" fmla="*/ 322431 h 545118"/>
                    <a:gd name="connsiteX55" fmla="*/ 91442 w 608274"/>
                    <a:gd name="connsiteY55" fmla="*/ 388140 h 545118"/>
                    <a:gd name="connsiteX56" fmla="*/ 157236 w 608274"/>
                    <a:gd name="connsiteY56" fmla="*/ 453939 h 545118"/>
                    <a:gd name="connsiteX57" fmla="*/ 451037 w 608274"/>
                    <a:gd name="connsiteY57" fmla="*/ 453939 h 545118"/>
                    <a:gd name="connsiteX58" fmla="*/ 516922 w 608274"/>
                    <a:gd name="connsiteY58" fmla="*/ 388140 h 545118"/>
                    <a:gd name="connsiteX59" fmla="*/ 466759 w 608274"/>
                    <a:gd name="connsiteY59" fmla="*/ 324337 h 545118"/>
                    <a:gd name="connsiteX60" fmla="*/ 457853 w 608274"/>
                    <a:gd name="connsiteY60" fmla="*/ 309634 h 545118"/>
                    <a:gd name="connsiteX61" fmla="*/ 472575 w 608274"/>
                    <a:gd name="connsiteY61" fmla="*/ 300831 h 545118"/>
                    <a:gd name="connsiteX62" fmla="*/ 541095 w 608274"/>
                    <a:gd name="connsiteY62" fmla="*/ 388140 h 545118"/>
                    <a:gd name="connsiteX63" fmla="*/ 451037 w 608274"/>
                    <a:gd name="connsiteY63" fmla="*/ 478081 h 545118"/>
                    <a:gd name="connsiteX64" fmla="*/ 157236 w 608274"/>
                    <a:gd name="connsiteY64" fmla="*/ 478081 h 545118"/>
                    <a:gd name="connsiteX65" fmla="*/ 67178 w 608274"/>
                    <a:gd name="connsiteY65" fmla="*/ 388140 h 545118"/>
                    <a:gd name="connsiteX66" fmla="*/ 157236 w 608274"/>
                    <a:gd name="connsiteY66" fmla="*/ 298199 h 545118"/>
                    <a:gd name="connsiteX67" fmla="*/ 247021 w 608274"/>
                    <a:gd name="connsiteY67" fmla="*/ 298199 h 545118"/>
                    <a:gd name="connsiteX68" fmla="*/ 247021 w 608274"/>
                    <a:gd name="connsiteY68" fmla="*/ 263711 h 545118"/>
                    <a:gd name="connsiteX69" fmla="*/ 235207 w 608274"/>
                    <a:gd name="connsiteY69" fmla="*/ 263711 h 545118"/>
                    <a:gd name="connsiteX70" fmla="*/ 223121 w 608274"/>
                    <a:gd name="connsiteY70" fmla="*/ 251640 h 545118"/>
                    <a:gd name="connsiteX71" fmla="*/ 223121 w 608274"/>
                    <a:gd name="connsiteY71" fmla="*/ 171864 h 545118"/>
                    <a:gd name="connsiteX72" fmla="*/ 274102 w 608274"/>
                    <a:gd name="connsiteY72" fmla="*/ 120949 h 545118"/>
                    <a:gd name="connsiteX73" fmla="*/ 304183 w 608274"/>
                    <a:gd name="connsiteY73" fmla="*/ 24229 h 545118"/>
                    <a:gd name="connsiteX74" fmla="*/ 273089 w 608274"/>
                    <a:gd name="connsiteY74" fmla="*/ 55263 h 545118"/>
                    <a:gd name="connsiteX75" fmla="*/ 304183 w 608274"/>
                    <a:gd name="connsiteY75" fmla="*/ 86206 h 545118"/>
                    <a:gd name="connsiteX76" fmla="*/ 335186 w 608274"/>
                    <a:gd name="connsiteY76" fmla="*/ 55172 h 545118"/>
                    <a:gd name="connsiteX77" fmla="*/ 304183 w 608274"/>
                    <a:gd name="connsiteY77" fmla="*/ 24229 h 545118"/>
                    <a:gd name="connsiteX78" fmla="*/ 304183 w 608274"/>
                    <a:gd name="connsiteY78" fmla="*/ 0 h 545118"/>
                    <a:gd name="connsiteX79" fmla="*/ 359461 w 608274"/>
                    <a:gd name="connsiteY79" fmla="*/ 55263 h 545118"/>
                    <a:gd name="connsiteX80" fmla="*/ 304183 w 608274"/>
                    <a:gd name="connsiteY80" fmla="*/ 110435 h 545118"/>
                    <a:gd name="connsiteX81" fmla="*/ 248814 w 608274"/>
                    <a:gd name="connsiteY81" fmla="*/ 55263 h 545118"/>
                    <a:gd name="connsiteX82" fmla="*/ 304183 w 608274"/>
                    <a:gd name="connsiteY82" fmla="*/ 0 h 5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608274" h="545118">
                      <a:moveTo>
                        <a:pt x="304183" y="493394"/>
                      </a:moveTo>
                      <a:cubicBezTo>
                        <a:pt x="310820" y="493394"/>
                        <a:pt x="316275" y="498839"/>
                        <a:pt x="316275" y="505463"/>
                      </a:cubicBezTo>
                      <a:lnTo>
                        <a:pt x="316275" y="533049"/>
                      </a:lnTo>
                      <a:cubicBezTo>
                        <a:pt x="316275" y="539764"/>
                        <a:pt x="310820" y="545118"/>
                        <a:pt x="304183" y="545118"/>
                      </a:cubicBezTo>
                      <a:cubicBezTo>
                        <a:pt x="297455" y="545118"/>
                        <a:pt x="292000" y="539764"/>
                        <a:pt x="292000" y="533049"/>
                      </a:cubicBezTo>
                      <a:lnTo>
                        <a:pt x="292000" y="505463"/>
                      </a:lnTo>
                      <a:cubicBezTo>
                        <a:pt x="292000" y="498839"/>
                        <a:pt x="297455" y="493394"/>
                        <a:pt x="304183" y="493394"/>
                      </a:cubicBezTo>
                      <a:close/>
                      <a:moveTo>
                        <a:pt x="568565" y="377243"/>
                      </a:moveTo>
                      <a:lnTo>
                        <a:pt x="596189" y="377243"/>
                      </a:lnTo>
                      <a:cubicBezTo>
                        <a:pt x="602913" y="377243"/>
                        <a:pt x="608274" y="382698"/>
                        <a:pt x="608274" y="389335"/>
                      </a:cubicBezTo>
                      <a:cubicBezTo>
                        <a:pt x="608274" y="396063"/>
                        <a:pt x="602913" y="401518"/>
                        <a:pt x="596189" y="401518"/>
                      </a:cubicBezTo>
                      <a:lnTo>
                        <a:pt x="568565" y="401518"/>
                      </a:lnTo>
                      <a:cubicBezTo>
                        <a:pt x="561931" y="401518"/>
                        <a:pt x="556479" y="396063"/>
                        <a:pt x="556479" y="389335"/>
                      </a:cubicBezTo>
                      <a:cubicBezTo>
                        <a:pt x="556479" y="382698"/>
                        <a:pt x="561931" y="377243"/>
                        <a:pt x="568565" y="377243"/>
                      </a:cubicBezTo>
                      <a:close/>
                      <a:moveTo>
                        <a:pt x="12085" y="377243"/>
                      </a:moveTo>
                      <a:lnTo>
                        <a:pt x="39709" y="377243"/>
                      </a:lnTo>
                      <a:cubicBezTo>
                        <a:pt x="46343" y="377243"/>
                        <a:pt x="51795" y="382698"/>
                        <a:pt x="51795" y="389335"/>
                      </a:cubicBezTo>
                      <a:cubicBezTo>
                        <a:pt x="51795" y="396063"/>
                        <a:pt x="46343" y="401518"/>
                        <a:pt x="39709" y="401518"/>
                      </a:cubicBezTo>
                      <a:lnTo>
                        <a:pt x="12085" y="401518"/>
                      </a:lnTo>
                      <a:cubicBezTo>
                        <a:pt x="5452" y="401518"/>
                        <a:pt x="0" y="396063"/>
                        <a:pt x="0" y="389335"/>
                      </a:cubicBezTo>
                      <a:cubicBezTo>
                        <a:pt x="0" y="382698"/>
                        <a:pt x="5452" y="377243"/>
                        <a:pt x="12085" y="377243"/>
                      </a:cubicBezTo>
                      <a:close/>
                      <a:moveTo>
                        <a:pt x="400054" y="298210"/>
                      </a:moveTo>
                      <a:lnTo>
                        <a:pt x="421681" y="298210"/>
                      </a:lnTo>
                      <a:cubicBezTo>
                        <a:pt x="428405" y="298210"/>
                        <a:pt x="433766" y="303649"/>
                        <a:pt x="433766" y="310267"/>
                      </a:cubicBezTo>
                      <a:cubicBezTo>
                        <a:pt x="433766" y="316975"/>
                        <a:pt x="428405" y="322414"/>
                        <a:pt x="421681" y="322414"/>
                      </a:cubicBezTo>
                      <a:lnTo>
                        <a:pt x="400054" y="322414"/>
                      </a:lnTo>
                      <a:cubicBezTo>
                        <a:pt x="393421" y="322414"/>
                        <a:pt x="387969" y="316975"/>
                        <a:pt x="387969" y="310267"/>
                      </a:cubicBezTo>
                      <a:cubicBezTo>
                        <a:pt x="387969" y="303649"/>
                        <a:pt x="393421" y="298210"/>
                        <a:pt x="400054" y="298210"/>
                      </a:cubicBezTo>
                      <a:close/>
                      <a:moveTo>
                        <a:pt x="271285" y="263711"/>
                      </a:moveTo>
                      <a:lnTo>
                        <a:pt x="271285" y="365269"/>
                      </a:lnTo>
                      <a:lnTo>
                        <a:pt x="292005" y="365269"/>
                      </a:lnTo>
                      <a:lnTo>
                        <a:pt x="292005" y="295567"/>
                      </a:lnTo>
                      <a:cubicBezTo>
                        <a:pt x="292005" y="288851"/>
                        <a:pt x="297457" y="283496"/>
                        <a:pt x="304182" y="283496"/>
                      </a:cubicBezTo>
                      <a:cubicBezTo>
                        <a:pt x="310816" y="283496"/>
                        <a:pt x="316269" y="288851"/>
                        <a:pt x="316269" y="295567"/>
                      </a:cubicBezTo>
                      <a:lnTo>
                        <a:pt x="316269" y="365269"/>
                      </a:lnTo>
                      <a:lnTo>
                        <a:pt x="336988" y="365269"/>
                      </a:lnTo>
                      <a:lnTo>
                        <a:pt x="336988" y="263711"/>
                      </a:lnTo>
                      <a:close/>
                      <a:moveTo>
                        <a:pt x="274102" y="145181"/>
                      </a:moveTo>
                      <a:cubicBezTo>
                        <a:pt x="259289" y="145181"/>
                        <a:pt x="247294" y="157161"/>
                        <a:pt x="247294" y="171864"/>
                      </a:cubicBezTo>
                      <a:lnTo>
                        <a:pt x="247294" y="239479"/>
                      </a:lnTo>
                      <a:lnTo>
                        <a:pt x="360979" y="239479"/>
                      </a:lnTo>
                      <a:lnTo>
                        <a:pt x="360979" y="171864"/>
                      </a:lnTo>
                      <a:cubicBezTo>
                        <a:pt x="360979" y="157161"/>
                        <a:pt x="348984" y="145181"/>
                        <a:pt x="334171" y="145181"/>
                      </a:cubicBezTo>
                      <a:close/>
                      <a:moveTo>
                        <a:pt x="274102" y="120949"/>
                      </a:moveTo>
                      <a:lnTo>
                        <a:pt x="334171" y="120949"/>
                      </a:lnTo>
                      <a:cubicBezTo>
                        <a:pt x="362343" y="120949"/>
                        <a:pt x="385243" y="143820"/>
                        <a:pt x="385243" y="171864"/>
                      </a:cubicBezTo>
                      <a:lnTo>
                        <a:pt x="385243" y="251640"/>
                      </a:lnTo>
                      <a:cubicBezTo>
                        <a:pt x="385243" y="258266"/>
                        <a:pt x="379791" y="263711"/>
                        <a:pt x="373066" y="263711"/>
                      </a:cubicBezTo>
                      <a:lnTo>
                        <a:pt x="361252" y="263711"/>
                      </a:lnTo>
                      <a:lnTo>
                        <a:pt x="361252" y="377340"/>
                      </a:lnTo>
                      <a:cubicBezTo>
                        <a:pt x="361252" y="384056"/>
                        <a:pt x="355800" y="389501"/>
                        <a:pt x="349166" y="389501"/>
                      </a:cubicBezTo>
                      <a:lnTo>
                        <a:pt x="259198" y="389501"/>
                      </a:lnTo>
                      <a:cubicBezTo>
                        <a:pt x="252474" y="389501"/>
                        <a:pt x="247021" y="384056"/>
                        <a:pt x="247021" y="377340"/>
                      </a:cubicBezTo>
                      <a:lnTo>
                        <a:pt x="247021" y="322431"/>
                      </a:lnTo>
                      <a:lnTo>
                        <a:pt x="157236" y="322431"/>
                      </a:lnTo>
                      <a:cubicBezTo>
                        <a:pt x="120976" y="322431"/>
                        <a:pt x="91442" y="351928"/>
                        <a:pt x="91442" y="388140"/>
                      </a:cubicBezTo>
                      <a:cubicBezTo>
                        <a:pt x="91442" y="424443"/>
                        <a:pt x="120976" y="453939"/>
                        <a:pt x="157236" y="453939"/>
                      </a:cubicBezTo>
                      <a:lnTo>
                        <a:pt x="451037" y="453939"/>
                      </a:lnTo>
                      <a:cubicBezTo>
                        <a:pt x="487388" y="453939"/>
                        <a:pt x="516922" y="424443"/>
                        <a:pt x="516922" y="388140"/>
                      </a:cubicBezTo>
                      <a:cubicBezTo>
                        <a:pt x="516922" y="357827"/>
                        <a:pt x="496293" y="331598"/>
                        <a:pt x="466759" y="324337"/>
                      </a:cubicBezTo>
                      <a:cubicBezTo>
                        <a:pt x="460216" y="322704"/>
                        <a:pt x="456308" y="316169"/>
                        <a:pt x="457853" y="309634"/>
                      </a:cubicBezTo>
                      <a:cubicBezTo>
                        <a:pt x="459489" y="303191"/>
                        <a:pt x="466032" y="299197"/>
                        <a:pt x="472575" y="300831"/>
                      </a:cubicBezTo>
                      <a:cubicBezTo>
                        <a:pt x="512924" y="310724"/>
                        <a:pt x="541095" y="346664"/>
                        <a:pt x="541095" y="388140"/>
                      </a:cubicBezTo>
                      <a:cubicBezTo>
                        <a:pt x="541095" y="437785"/>
                        <a:pt x="500746" y="478081"/>
                        <a:pt x="451037" y="478081"/>
                      </a:cubicBezTo>
                      <a:lnTo>
                        <a:pt x="157236" y="478081"/>
                      </a:lnTo>
                      <a:cubicBezTo>
                        <a:pt x="107618" y="478081"/>
                        <a:pt x="67178" y="437785"/>
                        <a:pt x="67178" y="388140"/>
                      </a:cubicBezTo>
                      <a:cubicBezTo>
                        <a:pt x="67178" y="338586"/>
                        <a:pt x="107618" y="298199"/>
                        <a:pt x="157236" y="298199"/>
                      </a:cubicBezTo>
                      <a:lnTo>
                        <a:pt x="247021" y="298199"/>
                      </a:lnTo>
                      <a:lnTo>
                        <a:pt x="247021" y="263711"/>
                      </a:lnTo>
                      <a:lnTo>
                        <a:pt x="235207" y="263711"/>
                      </a:lnTo>
                      <a:cubicBezTo>
                        <a:pt x="228482" y="263711"/>
                        <a:pt x="223121" y="258266"/>
                        <a:pt x="223121" y="251640"/>
                      </a:cubicBezTo>
                      <a:lnTo>
                        <a:pt x="223121" y="171864"/>
                      </a:lnTo>
                      <a:cubicBezTo>
                        <a:pt x="223121" y="143820"/>
                        <a:pt x="245930" y="120949"/>
                        <a:pt x="274102" y="120949"/>
                      </a:cubicBezTo>
                      <a:close/>
                      <a:moveTo>
                        <a:pt x="304183" y="24229"/>
                      </a:moveTo>
                      <a:cubicBezTo>
                        <a:pt x="286999" y="24229"/>
                        <a:pt x="273089" y="38112"/>
                        <a:pt x="273089" y="55263"/>
                      </a:cubicBezTo>
                      <a:cubicBezTo>
                        <a:pt x="273089" y="72323"/>
                        <a:pt x="286999" y="86206"/>
                        <a:pt x="304183" y="86206"/>
                      </a:cubicBezTo>
                      <a:cubicBezTo>
                        <a:pt x="321276" y="86206"/>
                        <a:pt x="335186" y="72323"/>
                        <a:pt x="335186" y="55172"/>
                      </a:cubicBezTo>
                      <a:cubicBezTo>
                        <a:pt x="335186" y="38112"/>
                        <a:pt x="321276" y="24229"/>
                        <a:pt x="304183" y="24229"/>
                      </a:cubicBezTo>
                      <a:close/>
                      <a:moveTo>
                        <a:pt x="304183" y="0"/>
                      </a:moveTo>
                      <a:cubicBezTo>
                        <a:pt x="334641" y="0"/>
                        <a:pt x="359461" y="24773"/>
                        <a:pt x="359461" y="55263"/>
                      </a:cubicBezTo>
                      <a:cubicBezTo>
                        <a:pt x="359461" y="85662"/>
                        <a:pt x="334641" y="110435"/>
                        <a:pt x="304183" y="110435"/>
                      </a:cubicBezTo>
                      <a:cubicBezTo>
                        <a:pt x="273634" y="110435"/>
                        <a:pt x="248814" y="85662"/>
                        <a:pt x="248814" y="55263"/>
                      </a:cubicBezTo>
                      <a:cubicBezTo>
                        <a:pt x="248814" y="24773"/>
                        <a:pt x="273634" y="0"/>
                        <a:pt x="304183"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33" name="组合 32"/>
              <p:cNvGrpSpPr/>
              <p:nvPr/>
            </p:nvGrpSpPr>
            <p:grpSpPr>
              <a:xfrm>
                <a:off x="6331645" y="1736950"/>
                <a:ext cx="1021178" cy="1021178"/>
                <a:chOff x="556211" y="1890187"/>
                <a:chExt cx="1021178" cy="1021178"/>
              </a:xfrm>
            </p:grpSpPr>
            <p:sp>
              <p:nvSpPr>
                <p:cNvPr id="37" name="椭圆 36"/>
                <p:cNvSpPr/>
                <p:nvPr/>
              </p:nvSpPr>
              <p:spPr>
                <a:xfrm>
                  <a:off x="556211" y="1890187"/>
                  <a:ext cx="1021178" cy="1021178"/>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8" name="unblocked-padlock_77602"/>
                <p:cNvSpPr>
                  <a:spLocks noChangeAspect="1"/>
                </p:cNvSpPr>
                <p:nvPr/>
              </p:nvSpPr>
              <p:spPr bwMode="auto">
                <a:xfrm>
                  <a:off x="794608" y="2133888"/>
                  <a:ext cx="544385" cy="533770"/>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7" name="组合 26"/>
              <p:cNvGrpSpPr/>
              <p:nvPr/>
            </p:nvGrpSpPr>
            <p:grpSpPr>
              <a:xfrm>
                <a:off x="6331645" y="3310364"/>
                <a:ext cx="1021178" cy="1021178"/>
                <a:chOff x="556211" y="1890187"/>
                <a:chExt cx="1021178" cy="1021178"/>
              </a:xfrm>
            </p:grpSpPr>
            <p:sp>
              <p:nvSpPr>
                <p:cNvPr id="31" name="椭圆 30"/>
                <p:cNvSpPr/>
                <p:nvPr/>
              </p:nvSpPr>
              <p:spPr>
                <a:xfrm>
                  <a:off x="556211" y="1890187"/>
                  <a:ext cx="1021178" cy="1021178"/>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2" name="unblocked-padlock_77602"/>
                <p:cNvSpPr>
                  <a:spLocks noChangeAspect="1"/>
                </p:cNvSpPr>
                <p:nvPr/>
              </p:nvSpPr>
              <p:spPr bwMode="auto">
                <a:xfrm>
                  <a:off x="914587" y="2128581"/>
                  <a:ext cx="304425" cy="544385"/>
                </a:xfrm>
                <a:custGeom>
                  <a:avLst/>
                  <a:gdLst>
                    <a:gd name="connsiteX0" fmla="*/ 168920 w 337966"/>
                    <a:gd name="connsiteY0" fmla="*/ 358540 h 604363"/>
                    <a:gd name="connsiteX1" fmla="*/ 100839 w 337966"/>
                    <a:gd name="connsiteY1" fmla="*/ 369869 h 604363"/>
                    <a:gd name="connsiteX2" fmla="*/ 63111 w 337966"/>
                    <a:gd name="connsiteY2" fmla="*/ 485700 h 604363"/>
                    <a:gd name="connsiteX3" fmla="*/ 168920 w 337966"/>
                    <a:gd name="connsiteY3" fmla="*/ 462194 h 604363"/>
                    <a:gd name="connsiteX4" fmla="*/ 274728 w 337966"/>
                    <a:gd name="connsiteY4" fmla="*/ 485700 h 604363"/>
                    <a:gd name="connsiteX5" fmla="*/ 237142 w 337966"/>
                    <a:gd name="connsiteY5" fmla="*/ 369869 h 604363"/>
                    <a:gd name="connsiteX6" fmla="*/ 168920 w 337966"/>
                    <a:gd name="connsiteY6" fmla="*/ 358540 h 604363"/>
                    <a:gd name="connsiteX7" fmla="*/ 168920 w 337966"/>
                    <a:gd name="connsiteY7" fmla="*/ 160580 h 604363"/>
                    <a:gd name="connsiteX8" fmla="*/ 111477 w 337966"/>
                    <a:gd name="connsiteY8" fmla="*/ 337017 h 604363"/>
                    <a:gd name="connsiteX9" fmla="*/ 168920 w 337966"/>
                    <a:gd name="connsiteY9" fmla="*/ 330220 h 604363"/>
                    <a:gd name="connsiteX10" fmla="*/ 226363 w 337966"/>
                    <a:gd name="connsiteY10" fmla="*/ 337017 h 604363"/>
                    <a:gd name="connsiteX11" fmla="*/ 168920 w 337966"/>
                    <a:gd name="connsiteY11" fmla="*/ 62591 h 604363"/>
                    <a:gd name="connsiteX12" fmla="*/ 147219 w 337966"/>
                    <a:gd name="connsiteY12" fmla="*/ 84256 h 604363"/>
                    <a:gd name="connsiteX13" fmla="*/ 168920 w 337966"/>
                    <a:gd name="connsiteY13" fmla="*/ 105779 h 604363"/>
                    <a:gd name="connsiteX14" fmla="*/ 190620 w 337966"/>
                    <a:gd name="connsiteY14" fmla="*/ 84256 h 604363"/>
                    <a:gd name="connsiteX15" fmla="*/ 168920 w 337966"/>
                    <a:gd name="connsiteY15" fmla="*/ 62591 h 604363"/>
                    <a:gd name="connsiteX16" fmla="*/ 168920 w 337966"/>
                    <a:gd name="connsiteY16" fmla="*/ 34270 h 604363"/>
                    <a:gd name="connsiteX17" fmla="*/ 218987 w 337966"/>
                    <a:gd name="connsiteY17" fmla="*/ 84256 h 604363"/>
                    <a:gd name="connsiteX18" fmla="*/ 188777 w 337966"/>
                    <a:gd name="connsiteY18" fmla="*/ 129993 h 604363"/>
                    <a:gd name="connsiteX19" fmla="*/ 313874 w 337966"/>
                    <a:gd name="connsiteY19" fmla="*/ 514162 h 604363"/>
                    <a:gd name="connsiteX20" fmla="*/ 314442 w 337966"/>
                    <a:gd name="connsiteY20" fmla="*/ 515861 h 604363"/>
                    <a:gd name="connsiteX21" fmla="*/ 337277 w 337966"/>
                    <a:gd name="connsiteY21" fmla="*/ 585813 h 604363"/>
                    <a:gd name="connsiteX22" fmla="*/ 328058 w 337966"/>
                    <a:gd name="connsiteY22" fmla="*/ 603655 h 604363"/>
                    <a:gd name="connsiteX23" fmla="*/ 323661 w 337966"/>
                    <a:gd name="connsiteY23" fmla="*/ 604363 h 604363"/>
                    <a:gd name="connsiteX24" fmla="*/ 310187 w 337966"/>
                    <a:gd name="connsiteY24" fmla="*/ 594592 h 604363"/>
                    <a:gd name="connsiteX25" fmla="*/ 288486 w 337966"/>
                    <a:gd name="connsiteY25" fmla="*/ 527756 h 604363"/>
                    <a:gd name="connsiteX26" fmla="*/ 168920 w 337966"/>
                    <a:gd name="connsiteY26" fmla="*/ 490514 h 604363"/>
                    <a:gd name="connsiteX27" fmla="*/ 49353 w 337966"/>
                    <a:gd name="connsiteY27" fmla="*/ 527756 h 604363"/>
                    <a:gd name="connsiteX28" fmla="*/ 27653 w 337966"/>
                    <a:gd name="connsiteY28" fmla="*/ 594592 h 604363"/>
                    <a:gd name="connsiteX29" fmla="*/ 9782 w 337966"/>
                    <a:gd name="connsiteY29" fmla="*/ 603655 h 604363"/>
                    <a:gd name="connsiteX30" fmla="*/ 704 w 337966"/>
                    <a:gd name="connsiteY30" fmla="*/ 585813 h 604363"/>
                    <a:gd name="connsiteX31" fmla="*/ 23398 w 337966"/>
                    <a:gd name="connsiteY31" fmla="*/ 516003 h 604363"/>
                    <a:gd name="connsiteX32" fmla="*/ 23965 w 337966"/>
                    <a:gd name="connsiteY32" fmla="*/ 514020 h 604363"/>
                    <a:gd name="connsiteX33" fmla="*/ 149063 w 337966"/>
                    <a:gd name="connsiteY33" fmla="*/ 129993 h 604363"/>
                    <a:gd name="connsiteX34" fmla="*/ 118852 w 337966"/>
                    <a:gd name="connsiteY34" fmla="*/ 84256 h 604363"/>
                    <a:gd name="connsiteX35" fmla="*/ 168920 w 337966"/>
                    <a:gd name="connsiteY35" fmla="*/ 34270 h 604363"/>
                    <a:gd name="connsiteX36" fmla="*/ 94727 w 337966"/>
                    <a:gd name="connsiteY36" fmla="*/ 28009 h 604363"/>
                    <a:gd name="connsiteX37" fmla="*/ 95578 w 337966"/>
                    <a:gd name="connsiteY37" fmla="*/ 47981 h 604363"/>
                    <a:gd name="connsiteX38" fmla="*/ 83809 w 337966"/>
                    <a:gd name="connsiteY38" fmla="*/ 82117 h 604363"/>
                    <a:gd name="connsiteX39" fmla="*/ 95436 w 337966"/>
                    <a:gd name="connsiteY39" fmla="*/ 116111 h 604363"/>
                    <a:gd name="connsiteX40" fmla="*/ 94444 w 337966"/>
                    <a:gd name="connsiteY40" fmla="*/ 136083 h 604363"/>
                    <a:gd name="connsiteX41" fmla="*/ 84944 w 337966"/>
                    <a:gd name="connsiteY41" fmla="*/ 139624 h 604363"/>
                    <a:gd name="connsiteX42" fmla="*/ 74309 w 337966"/>
                    <a:gd name="connsiteY42" fmla="*/ 134950 h 604363"/>
                    <a:gd name="connsiteX43" fmla="*/ 55451 w 337966"/>
                    <a:gd name="connsiteY43" fmla="*/ 82117 h 604363"/>
                    <a:gd name="connsiteX44" fmla="*/ 74735 w 337966"/>
                    <a:gd name="connsiteY44" fmla="*/ 28859 h 604363"/>
                    <a:gd name="connsiteX45" fmla="*/ 94727 w 337966"/>
                    <a:gd name="connsiteY45" fmla="*/ 28009 h 604363"/>
                    <a:gd name="connsiteX46" fmla="*/ 241562 w 337966"/>
                    <a:gd name="connsiteY46" fmla="*/ 27868 h 604363"/>
                    <a:gd name="connsiteX47" fmla="*/ 261555 w 337966"/>
                    <a:gd name="connsiteY47" fmla="*/ 29001 h 604363"/>
                    <a:gd name="connsiteX48" fmla="*/ 280413 w 337966"/>
                    <a:gd name="connsiteY48" fmla="*/ 81834 h 604363"/>
                    <a:gd name="connsiteX49" fmla="*/ 261130 w 337966"/>
                    <a:gd name="connsiteY49" fmla="*/ 135091 h 604363"/>
                    <a:gd name="connsiteX50" fmla="*/ 250779 w 337966"/>
                    <a:gd name="connsiteY50" fmla="*/ 139624 h 604363"/>
                    <a:gd name="connsiteX51" fmla="*/ 241137 w 337966"/>
                    <a:gd name="connsiteY51" fmla="*/ 135941 h 604363"/>
                    <a:gd name="connsiteX52" fmla="*/ 240286 w 337966"/>
                    <a:gd name="connsiteY52" fmla="*/ 115970 h 604363"/>
                    <a:gd name="connsiteX53" fmla="*/ 252055 w 337966"/>
                    <a:gd name="connsiteY53" fmla="*/ 81834 h 604363"/>
                    <a:gd name="connsiteX54" fmla="*/ 240428 w 337966"/>
                    <a:gd name="connsiteY54" fmla="*/ 47839 h 604363"/>
                    <a:gd name="connsiteX55" fmla="*/ 241562 w 337966"/>
                    <a:gd name="connsiteY55" fmla="*/ 27868 h 604363"/>
                    <a:gd name="connsiteX56" fmla="*/ 284673 w 337966"/>
                    <a:gd name="connsiteY56" fmla="*/ 3663 h 604363"/>
                    <a:gd name="connsiteX57" fmla="*/ 304649 w 337966"/>
                    <a:gd name="connsiteY57" fmla="*/ 4654 h 604363"/>
                    <a:gd name="connsiteX58" fmla="*/ 333126 w 337966"/>
                    <a:gd name="connsiteY58" fmla="*/ 81692 h 604363"/>
                    <a:gd name="connsiteX59" fmla="*/ 304224 w 337966"/>
                    <a:gd name="connsiteY59" fmla="*/ 159297 h 604363"/>
                    <a:gd name="connsiteX60" fmla="*/ 293740 w 337966"/>
                    <a:gd name="connsiteY60" fmla="*/ 163970 h 604363"/>
                    <a:gd name="connsiteX61" fmla="*/ 284106 w 337966"/>
                    <a:gd name="connsiteY61" fmla="*/ 160288 h 604363"/>
                    <a:gd name="connsiteX62" fmla="*/ 283256 w 337966"/>
                    <a:gd name="connsiteY62" fmla="*/ 140320 h 604363"/>
                    <a:gd name="connsiteX63" fmla="*/ 304791 w 337966"/>
                    <a:gd name="connsiteY63" fmla="*/ 81692 h 604363"/>
                    <a:gd name="connsiteX64" fmla="*/ 283681 w 337966"/>
                    <a:gd name="connsiteY64" fmla="*/ 23630 h 604363"/>
                    <a:gd name="connsiteX65" fmla="*/ 284673 w 337966"/>
                    <a:gd name="connsiteY65" fmla="*/ 3663 h 604363"/>
                    <a:gd name="connsiteX66" fmla="*/ 51750 w 337966"/>
                    <a:gd name="connsiteY66" fmla="*/ 3663 h 604363"/>
                    <a:gd name="connsiteX67" fmla="*/ 52601 w 337966"/>
                    <a:gd name="connsiteY67" fmla="*/ 23630 h 604363"/>
                    <a:gd name="connsiteX68" fmla="*/ 31039 w 337966"/>
                    <a:gd name="connsiteY68" fmla="*/ 82259 h 604363"/>
                    <a:gd name="connsiteX69" fmla="*/ 52176 w 337966"/>
                    <a:gd name="connsiteY69" fmla="*/ 140320 h 604363"/>
                    <a:gd name="connsiteX70" fmla="*/ 51183 w 337966"/>
                    <a:gd name="connsiteY70" fmla="*/ 160288 h 604363"/>
                    <a:gd name="connsiteX71" fmla="*/ 41679 w 337966"/>
                    <a:gd name="connsiteY71" fmla="*/ 163970 h 604363"/>
                    <a:gd name="connsiteX72" fmla="*/ 31181 w 337966"/>
                    <a:gd name="connsiteY72" fmla="*/ 159297 h 604363"/>
                    <a:gd name="connsiteX73" fmla="*/ 2668 w 337966"/>
                    <a:gd name="connsiteY73" fmla="*/ 82259 h 604363"/>
                    <a:gd name="connsiteX74" fmla="*/ 31607 w 337966"/>
                    <a:gd name="connsiteY74" fmla="*/ 4654 h 604363"/>
                    <a:gd name="connsiteX75" fmla="*/ 51750 w 337966"/>
                    <a:gd name="connsiteY75" fmla="*/ 3663 h 604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37966" h="604363">
                      <a:moveTo>
                        <a:pt x="168920" y="358540"/>
                      </a:moveTo>
                      <a:cubicBezTo>
                        <a:pt x="145092" y="358540"/>
                        <a:pt x="121689" y="362505"/>
                        <a:pt x="100839" y="369869"/>
                      </a:cubicBezTo>
                      <a:lnTo>
                        <a:pt x="63111" y="485700"/>
                      </a:lnTo>
                      <a:cubicBezTo>
                        <a:pt x="93606" y="470548"/>
                        <a:pt x="130341" y="462194"/>
                        <a:pt x="168920" y="462194"/>
                      </a:cubicBezTo>
                      <a:cubicBezTo>
                        <a:pt x="207499" y="462194"/>
                        <a:pt x="244376" y="470548"/>
                        <a:pt x="274728" y="485700"/>
                      </a:cubicBezTo>
                      <a:lnTo>
                        <a:pt x="237142" y="369869"/>
                      </a:lnTo>
                      <a:cubicBezTo>
                        <a:pt x="216292" y="362505"/>
                        <a:pt x="192890" y="358540"/>
                        <a:pt x="168920" y="358540"/>
                      </a:cubicBezTo>
                      <a:close/>
                      <a:moveTo>
                        <a:pt x="168920" y="160580"/>
                      </a:moveTo>
                      <a:lnTo>
                        <a:pt x="111477" y="337017"/>
                      </a:lnTo>
                      <a:cubicBezTo>
                        <a:pt x="129773" y="332485"/>
                        <a:pt x="149347" y="330220"/>
                        <a:pt x="168920" y="330220"/>
                      </a:cubicBezTo>
                      <a:cubicBezTo>
                        <a:pt x="188635" y="330220"/>
                        <a:pt x="208066" y="332485"/>
                        <a:pt x="226363" y="337017"/>
                      </a:cubicBezTo>
                      <a:close/>
                      <a:moveTo>
                        <a:pt x="168920" y="62591"/>
                      </a:moveTo>
                      <a:cubicBezTo>
                        <a:pt x="157006" y="62591"/>
                        <a:pt x="147219" y="72220"/>
                        <a:pt x="147219" y="84256"/>
                      </a:cubicBezTo>
                      <a:cubicBezTo>
                        <a:pt x="147219" y="96150"/>
                        <a:pt x="157006" y="105779"/>
                        <a:pt x="168920" y="105779"/>
                      </a:cubicBezTo>
                      <a:cubicBezTo>
                        <a:pt x="180834" y="105779"/>
                        <a:pt x="190620" y="96150"/>
                        <a:pt x="190620" y="84256"/>
                      </a:cubicBezTo>
                      <a:cubicBezTo>
                        <a:pt x="190620" y="72220"/>
                        <a:pt x="180834" y="62591"/>
                        <a:pt x="168920" y="62591"/>
                      </a:cubicBezTo>
                      <a:close/>
                      <a:moveTo>
                        <a:pt x="168920" y="34270"/>
                      </a:moveTo>
                      <a:cubicBezTo>
                        <a:pt x="196577" y="34270"/>
                        <a:pt x="218987" y="56643"/>
                        <a:pt x="218987" y="84256"/>
                      </a:cubicBezTo>
                      <a:cubicBezTo>
                        <a:pt x="218987" y="104647"/>
                        <a:pt x="206506" y="122347"/>
                        <a:pt x="188777" y="129993"/>
                      </a:cubicBezTo>
                      <a:lnTo>
                        <a:pt x="313874" y="514162"/>
                      </a:lnTo>
                      <a:cubicBezTo>
                        <a:pt x="314158" y="514728"/>
                        <a:pt x="314300" y="515295"/>
                        <a:pt x="314442" y="515861"/>
                      </a:cubicBezTo>
                      <a:lnTo>
                        <a:pt x="337277" y="585813"/>
                      </a:lnTo>
                      <a:cubicBezTo>
                        <a:pt x="339688" y="593318"/>
                        <a:pt x="335575" y="601248"/>
                        <a:pt x="328058" y="603655"/>
                      </a:cubicBezTo>
                      <a:cubicBezTo>
                        <a:pt x="326639" y="604221"/>
                        <a:pt x="325221" y="604363"/>
                        <a:pt x="323661" y="604363"/>
                      </a:cubicBezTo>
                      <a:cubicBezTo>
                        <a:pt x="317704" y="604363"/>
                        <a:pt x="312172" y="600540"/>
                        <a:pt x="310187" y="594592"/>
                      </a:cubicBezTo>
                      <a:lnTo>
                        <a:pt x="288486" y="527756"/>
                      </a:lnTo>
                      <a:cubicBezTo>
                        <a:pt x="258984" y="503966"/>
                        <a:pt x="215725" y="490514"/>
                        <a:pt x="168920" y="490514"/>
                      </a:cubicBezTo>
                      <a:cubicBezTo>
                        <a:pt x="122114" y="490514"/>
                        <a:pt x="78855" y="504108"/>
                        <a:pt x="49353" y="527756"/>
                      </a:cubicBezTo>
                      <a:lnTo>
                        <a:pt x="27653" y="594592"/>
                      </a:lnTo>
                      <a:cubicBezTo>
                        <a:pt x="25242" y="602097"/>
                        <a:pt x="17157" y="606062"/>
                        <a:pt x="9782" y="603655"/>
                      </a:cubicBezTo>
                      <a:cubicBezTo>
                        <a:pt x="2264" y="601248"/>
                        <a:pt x="-1707" y="593318"/>
                        <a:pt x="704" y="585813"/>
                      </a:cubicBezTo>
                      <a:lnTo>
                        <a:pt x="23398" y="516003"/>
                      </a:lnTo>
                      <a:cubicBezTo>
                        <a:pt x="23540" y="515295"/>
                        <a:pt x="23823" y="514728"/>
                        <a:pt x="23965" y="514020"/>
                      </a:cubicBezTo>
                      <a:lnTo>
                        <a:pt x="149063" y="129993"/>
                      </a:lnTo>
                      <a:cubicBezTo>
                        <a:pt x="131334" y="122347"/>
                        <a:pt x="118852" y="104647"/>
                        <a:pt x="118852" y="84256"/>
                      </a:cubicBezTo>
                      <a:cubicBezTo>
                        <a:pt x="118852" y="56643"/>
                        <a:pt x="141404" y="34270"/>
                        <a:pt x="168920" y="34270"/>
                      </a:cubicBezTo>
                      <a:close/>
                      <a:moveTo>
                        <a:pt x="94727" y="28009"/>
                      </a:moveTo>
                      <a:cubicBezTo>
                        <a:pt x="100541" y="33250"/>
                        <a:pt x="100966" y="42174"/>
                        <a:pt x="95578" y="47981"/>
                      </a:cubicBezTo>
                      <a:cubicBezTo>
                        <a:pt x="88914" y="55346"/>
                        <a:pt x="83809" y="70077"/>
                        <a:pt x="83809" y="82117"/>
                      </a:cubicBezTo>
                      <a:cubicBezTo>
                        <a:pt x="83809" y="94157"/>
                        <a:pt x="88772" y="108746"/>
                        <a:pt x="95436" y="116111"/>
                      </a:cubicBezTo>
                      <a:cubicBezTo>
                        <a:pt x="100683" y="121919"/>
                        <a:pt x="100257" y="130842"/>
                        <a:pt x="94444" y="136083"/>
                      </a:cubicBezTo>
                      <a:cubicBezTo>
                        <a:pt x="91608" y="138491"/>
                        <a:pt x="88205" y="139624"/>
                        <a:pt x="84944" y="139624"/>
                      </a:cubicBezTo>
                      <a:cubicBezTo>
                        <a:pt x="80974" y="139624"/>
                        <a:pt x="77145" y="138066"/>
                        <a:pt x="74309" y="134950"/>
                      </a:cubicBezTo>
                      <a:cubicBezTo>
                        <a:pt x="61265" y="120502"/>
                        <a:pt x="55451" y="97981"/>
                        <a:pt x="55451" y="82117"/>
                      </a:cubicBezTo>
                      <a:cubicBezTo>
                        <a:pt x="55451" y="66111"/>
                        <a:pt x="61406" y="43448"/>
                        <a:pt x="74735" y="28859"/>
                      </a:cubicBezTo>
                      <a:cubicBezTo>
                        <a:pt x="79981" y="23052"/>
                        <a:pt x="88914" y="22627"/>
                        <a:pt x="94727" y="28009"/>
                      </a:cubicBezTo>
                      <a:close/>
                      <a:moveTo>
                        <a:pt x="241562" y="27868"/>
                      </a:moveTo>
                      <a:cubicBezTo>
                        <a:pt x="247376" y="22627"/>
                        <a:pt x="256309" y="23194"/>
                        <a:pt x="261555" y="29001"/>
                      </a:cubicBezTo>
                      <a:cubicBezTo>
                        <a:pt x="274600" y="43448"/>
                        <a:pt x="280413" y="65970"/>
                        <a:pt x="280413" y="81834"/>
                      </a:cubicBezTo>
                      <a:cubicBezTo>
                        <a:pt x="280413" y="97839"/>
                        <a:pt x="274458" y="120502"/>
                        <a:pt x="261130" y="135091"/>
                      </a:cubicBezTo>
                      <a:cubicBezTo>
                        <a:pt x="258436" y="138066"/>
                        <a:pt x="254607" y="139624"/>
                        <a:pt x="250779" y="139624"/>
                      </a:cubicBezTo>
                      <a:cubicBezTo>
                        <a:pt x="247376" y="139624"/>
                        <a:pt x="243831" y="138491"/>
                        <a:pt x="241137" y="135941"/>
                      </a:cubicBezTo>
                      <a:cubicBezTo>
                        <a:pt x="235324" y="130700"/>
                        <a:pt x="235040" y="121777"/>
                        <a:pt x="240286" y="115970"/>
                      </a:cubicBezTo>
                      <a:cubicBezTo>
                        <a:pt x="246951" y="108604"/>
                        <a:pt x="252055" y="93873"/>
                        <a:pt x="252055" y="81834"/>
                      </a:cubicBezTo>
                      <a:cubicBezTo>
                        <a:pt x="252055" y="69794"/>
                        <a:pt x="247092" y="55205"/>
                        <a:pt x="240428" y="47839"/>
                      </a:cubicBezTo>
                      <a:cubicBezTo>
                        <a:pt x="235182" y="42032"/>
                        <a:pt x="235749" y="33109"/>
                        <a:pt x="241562" y="27868"/>
                      </a:cubicBezTo>
                      <a:close/>
                      <a:moveTo>
                        <a:pt x="284673" y="3663"/>
                      </a:moveTo>
                      <a:cubicBezTo>
                        <a:pt x="290482" y="-1577"/>
                        <a:pt x="299407" y="-1152"/>
                        <a:pt x="304649" y="4654"/>
                      </a:cubicBezTo>
                      <a:cubicBezTo>
                        <a:pt x="322217" y="24197"/>
                        <a:pt x="333126" y="53653"/>
                        <a:pt x="333126" y="81692"/>
                      </a:cubicBezTo>
                      <a:cubicBezTo>
                        <a:pt x="333126" y="110015"/>
                        <a:pt x="322075" y="139754"/>
                        <a:pt x="304224" y="159297"/>
                      </a:cubicBezTo>
                      <a:cubicBezTo>
                        <a:pt x="301391" y="162412"/>
                        <a:pt x="297565" y="163970"/>
                        <a:pt x="293740" y="163970"/>
                      </a:cubicBezTo>
                      <a:cubicBezTo>
                        <a:pt x="290340" y="163970"/>
                        <a:pt x="286940" y="162695"/>
                        <a:pt x="284106" y="160288"/>
                      </a:cubicBezTo>
                      <a:cubicBezTo>
                        <a:pt x="278439" y="155048"/>
                        <a:pt x="278014" y="145985"/>
                        <a:pt x="283256" y="140320"/>
                      </a:cubicBezTo>
                      <a:cubicBezTo>
                        <a:pt x="296432" y="125876"/>
                        <a:pt x="304791" y="102934"/>
                        <a:pt x="304791" y="81692"/>
                      </a:cubicBezTo>
                      <a:cubicBezTo>
                        <a:pt x="304791" y="60733"/>
                        <a:pt x="296574" y="37933"/>
                        <a:pt x="283681" y="23630"/>
                      </a:cubicBezTo>
                      <a:cubicBezTo>
                        <a:pt x="278439" y="17824"/>
                        <a:pt x="278864" y="8902"/>
                        <a:pt x="284673" y="3663"/>
                      </a:cubicBezTo>
                      <a:close/>
                      <a:moveTo>
                        <a:pt x="51750" y="3663"/>
                      </a:moveTo>
                      <a:cubicBezTo>
                        <a:pt x="57425" y="8902"/>
                        <a:pt x="57850" y="17966"/>
                        <a:pt x="52601" y="23630"/>
                      </a:cubicBezTo>
                      <a:cubicBezTo>
                        <a:pt x="39551" y="38075"/>
                        <a:pt x="31039" y="61016"/>
                        <a:pt x="31039" y="82259"/>
                      </a:cubicBezTo>
                      <a:cubicBezTo>
                        <a:pt x="31039" y="103218"/>
                        <a:pt x="39267" y="126017"/>
                        <a:pt x="52176" y="140320"/>
                      </a:cubicBezTo>
                      <a:cubicBezTo>
                        <a:pt x="57425" y="146127"/>
                        <a:pt x="56999" y="155048"/>
                        <a:pt x="51183" y="160288"/>
                      </a:cubicBezTo>
                      <a:cubicBezTo>
                        <a:pt x="48488" y="162695"/>
                        <a:pt x="45083" y="163970"/>
                        <a:pt x="41679" y="163970"/>
                      </a:cubicBezTo>
                      <a:cubicBezTo>
                        <a:pt x="37848" y="163970"/>
                        <a:pt x="34018" y="162412"/>
                        <a:pt x="31181" y="159297"/>
                      </a:cubicBezTo>
                      <a:cubicBezTo>
                        <a:pt x="13591" y="139754"/>
                        <a:pt x="2668" y="110298"/>
                        <a:pt x="2668" y="82259"/>
                      </a:cubicBezTo>
                      <a:cubicBezTo>
                        <a:pt x="2668" y="53936"/>
                        <a:pt x="13733" y="24197"/>
                        <a:pt x="31607" y="4654"/>
                      </a:cubicBezTo>
                      <a:cubicBezTo>
                        <a:pt x="36997" y="-1152"/>
                        <a:pt x="45934" y="-1577"/>
                        <a:pt x="51750" y="3663"/>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1" name="组合 20"/>
              <p:cNvGrpSpPr/>
              <p:nvPr/>
            </p:nvGrpSpPr>
            <p:grpSpPr>
              <a:xfrm>
                <a:off x="6331645" y="4883777"/>
                <a:ext cx="1021178" cy="1021178"/>
                <a:chOff x="556211" y="1890187"/>
                <a:chExt cx="1021178" cy="1021178"/>
              </a:xfrm>
            </p:grpSpPr>
            <p:sp>
              <p:nvSpPr>
                <p:cNvPr id="25" name="椭圆 24"/>
                <p:cNvSpPr/>
                <p:nvPr/>
              </p:nvSpPr>
              <p:spPr>
                <a:xfrm>
                  <a:off x="556211" y="1890187"/>
                  <a:ext cx="1021178" cy="1021178"/>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 name="unblocked-padlock_77602"/>
                <p:cNvSpPr>
                  <a:spLocks noChangeAspect="1"/>
                </p:cNvSpPr>
                <p:nvPr/>
              </p:nvSpPr>
              <p:spPr bwMode="auto">
                <a:xfrm>
                  <a:off x="794608" y="2128958"/>
                  <a:ext cx="544385" cy="543625"/>
                </a:xfrm>
                <a:custGeom>
                  <a:avLst/>
                  <a:gdLst>
                    <a:gd name="connsiteX0" fmla="*/ 578552 w 606368"/>
                    <a:gd name="connsiteY0" fmla="*/ 502426 h 605522"/>
                    <a:gd name="connsiteX1" fmla="*/ 587457 w 606368"/>
                    <a:gd name="connsiteY1" fmla="*/ 511308 h 605522"/>
                    <a:gd name="connsiteX2" fmla="*/ 587457 w 606368"/>
                    <a:gd name="connsiteY2" fmla="*/ 577658 h 605522"/>
                    <a:gd name="connsiteX3" fmla="*/ 578552 w 606368"/>
                    <a:gd name="connsiteY3" fmla="*/ 586540 h 605522"/>
                    <a:gd name="connsiteX4" fmla="*/ 512036 w 606368"/>
                    <a:gd name="connsiteY4" fmla="*/ 586540 h 605522"/>
                    <a:gd name="connsiteX5" fmla="*/ 503131 w 606368"/>
                    <a:gd name="connsiteY5" fmla="*/ 577658 h 605522"/>
                    <a:gd name="connsiteX6" fmla="*/ 512036 w 606368"/>
                    <a:gd name="connsiteY6" fmla="*/ 568776 h 605522"/>
                    <a:gd name="connsiteX7" fmla="*/ 569648 w 606368"/>
                    <a:gd name="connsiteY7" fmla="*/ 568776 h 605522"/>
                    <a:gd name="connsiteX8" fmla="*/ 569648 w 606368"/>
                    <a:gd name="connsiteY8" fmla="*/ 511308 h 605522"/>
                    <a:gd name="connsiteX9" fmla="*/ 578552 w 606368"/>
                    <a:gd name="connsiteY9" fmla="*/ 502426 h 605522"/>
                    <a:gd name="connsiteX10" fmla="*/ 27879 w 606368"/>
                    <a:gd name="connsiteY10" fmla="*/ 502426 h 605522"/>
                    <a:gd name="connsiteX11" fmla="*/ 36776 w 606368"/>
                    <a:gd name="connsiteY11" fmla="*/ 511308 h 605522"/>
                    <a:gd name="connsiteX12" fmla="*/ 36776 w 606368"/>
                    <a:gd name="connsiteY12" fmla="*/ 568776 h 605522"/>
                    <a:gd name="connsiteX13" fmla="*/ 94340 w 606368"/>
                    <a:gd name="connsiteY13" fmla="*/ 568776 h 605522"/>
                    <a:gd name="connsiteX14" fmla="*/ 103237 w 606368"/>
                    <a:gd name="connsiteY14" fmla="*/ 577658 h 605522"/>
                    <a:gd name="connsiteX15" fmla="*/ 94340 w 606368"/>
                    <a:gd name="connsiteY15" fmla="*/ 586540 h 605522"/>
                    <a:gd name="connsiteX16" fmla="*/ 27879 w 606368"/>
                    <a:gd name="connsiteY16" fmla="*/ 586540 h 605522"/>
                    <a:gd name="connsiteX17" fmla="*/ 18982 w 606368"/>
                    <a:gd name="connsiteY17" fmla="*/ 577658 h 605522"/>
                    <a:gd name="connsiteX18" fmla="*/ 18982 w 606368"/>
                    <a:gd name="connsiteY18" fmla="*/ 511308 h 605522"/>
                    <a:gd name="connsiteX19" fmla="*/ 27879 w 606368"/>
                    <a:gd name="connsiteY19" fmla="*/ 502426 h 605522"/>
                    <a:gd name="connsiteX20" fmla="*/ 303219 w 606368"/>
                    <a:gd name="connsiteY20" fmla="*/ 398130 h 605522"/>
                    <a:gd name="connsiteX21" fmla="*/ 312110 w 606368"/>
                    <a:gd name="connsiteY21" fmla="*/ 407021 h 605522"/>
                    <a:gd name="connsiteX22" fmla="*/ 312110 w 606368"/>
                    <a:gd name="connsiteY22" fmla="*/ 444986 h 605522"/>
                    <a:gd name="connsiteX23" fmla="*/ 303219 w 606368"/>
                    <a:gd name="connsiteY23" fmla="*/ 453877 h 605522"/>
                    <a:gd name="connsiteX24" fmla="*/ 294328 w 606368"/>
                    <a:gd name="connsiteY24" fmla="*/ 444986 h 605522"/>
                    <a:gd name="connsiteX25" fmla="*/ 294328 w 606368"/>
                    <a:gd name="connsiteY25" fmla="*/ 407021 h 605522"/>
                    <a:gd name="connsiteX26" fmla="*/ 303219 w 606368"/>
                    <a:gd name="connsiteY26" fmla="*/ 398130 h 605522"/>
                    <a:gd name="connsiteX27" fmla="*/ 407656 w 606368"/>
                    <a:gd name="connsiteY27" fmla="*/ 293905 h 605522"/>
                    <a:gd name="connsiteX28" fmla="*/ 445621 w 606368"/>
                    <a:gd name="connsiteY28" fmla="*/ 293905 h 605522"/>
                    <a:gd name="connsiteX29" fmla="*/ 454512 w 606368"/>
                    <a:gd name="connsiteY29" fmla="*/ 302796 h 605522"/>
                    <a:gd name="connsiteX30" fmla="*/ 445621 w 606368"/>
                    <a:gd name="connsiteY30" fmla="*/ 311687 h 605522"/>
                    <a:gd name="connsiteX31" fmla="*/ 407656 w 606368"/>
                    <a:gd name="connsiteY31" fmla="*/ 311687 h 605522"/>
                    <a:gd name="connsiteX32" fmla="*/ 398765 w 606368"/>
                    <a:gd name="connsiteY32" fmla="*/ 302796 h 605522"/>
                    <a:gd name="connsiteX33" fmla="*/ 407656 w 606368"/>
                    <a:gd name="connsiteY33" fmla="*/ 293905 h 605522"/>
                    <a:gd name="connsiteX34" fmla="*/ 160832 w 606368"/>
                    <a:gd name="connsiteY34" fmla="*/ 293905 h 605522"/>
                    <a:gd name="connsiteX35" fmla="*/ 198769 w 606368"/>
                    <a:gd name="connsiteY35" fmla="*/ 293905 h 605522"/>
                    <a:gd name="connsiteX36" fmla="*/ 207674 w 606368"/>
                    <a:gd name="connsiteY36" fmla="*/ 302796 h 605522"/>
                    <a:gd name="connsiteX37" fmla="*/ 198769 w 606368"/>
                    <a:gd name="connsiteY37" fmla="*/ 311687 h 605522"/>
                    <a:gd name="connsiteX38" fmla="*/ 160832 w 606368"/>
                    <a:gd name="connsiteY38" fmla="*/ 311687 h 605522"/>
                    <a:gd name="connsiteX39" fmla="*/ 151927 w 606368"/>
                    <a:gd name="connsiteY39" fmla="*/ 302796 h 605522"/>
                    <a:gd name="connsiteX40" fmla="*/ 160832 w 606368"/>
                    <a:gd name="connsiteY40" fmla="*/ 293905 h 605522"/>
                    <a:gd name="connsiteX41" fmla="*/ 303228 w 606368"/>
                    <a:gd name="connsiteY41" fmla="*/ 283221 h 605522"/>
                    <a:gd name="connsiteX42" fmla="*/ 283651 w 606368"/>
                    <a:gd name="connsiteY42" fmla="*/ 302771 h 605522"/>
                    <a:gd name="connsiteX43" fmla="*/ 303228 w 606368"/>
                    <a:gd name="connsiteY43" fmla="*/ 322321 h 605522"/>
                    <a:gd name="connsiteX44" fmla="*/ 322805 w 606368"/>
                    <a:gd name="connsiteY44" fmla="*/ 302771 h 605522"/>
                    <a:gd name="connsiteX45" fmla="*/ 303228 w 606368"/>
                    <a:gd name="connsiteY45" fmla="*/ 283221 h 605522"/>
                    <a:gd name="connsiteX46" fmla="*/ 303228 w 606368"/>
                    <a:gd name="connsiteY46" fmla="*/ 227503 h 605522"/>
                    <a:gd name="connsiteX47" fmla="*/ 312127 w 606368"/>
                    <a:gd name="connsiteY47" fmla="*/ 236390 h 605522"/>
                    <a:gd name="connsiteX48" fmla="*/ 312127 w 606368"/>
                    <a:gd name="connsiteY48" fmla="*/ 266514 h 605522"/>
                    <a:gd name="connsiteX49" fmla="*/ 339535 w 606368"/>
                    <a:gd name="connsiteY49" fmla="*/ 293884 h 605522"/>
                    <a:gd name="connsiteX50" fmla="*/ 369613 w 606368"/>
                    <a:gd name="connsiteY50" fmla="*/ 293884 h 605522"/>
                    <a:gd name="connsiteX51" fmla="*/ 378512 w 606368"/>
                    <a:gd name="connsiteY51" fmla="*/ 302771 h 605522"/>
                    <a:gd name="connsiteX52" fmla="*/ 369613 w 606368"/>
                    <a:gd name="connsiteY52" fmla="*/ 311657 h 605522"/>
                    <a:gd name="connsiteX53" fmla="*/ 339535 w 606368"/>
                    <a:gd name="connsiteY53" fmla="*/ 311657 h 605522"/>
                    <a:gd name="connsiteX54" fmla="*/ 312127 w 606368"/>
                    <a:gd name="connsiteY54" fmla="*/ 339027 h 605522"/>
                    <a:gd name="connsiteX55" fmla="*/ 312127 w 606368"/>
                    <a:gd name="connsiteY55" fmla="*/ 369063 h 605522"/>
                    <a:gd name="connsiteX56" fmla="*/ 303228 w 606368"/>
                    <a:gd name="connsiteY56" fmla="*/ 377949 h 605522"/>
                    <a:gd name="connsiteX57" fmla="*/ 294329 w 606368"/>
                    <a:gd name="connsiteY57" fmla="*/ 369063 h 605522"/>
                    <a:gd name="connsiteX58" fmla="*/ 294329 w 606368"/>
                    <a:gd name="connsiteY58" fmla="*/ 339027 h 605522"/>
                    <a:gd name="connsiteX59" fmla="*/ 266921 w 606368"/>
                    <a:gd name="connsiteY59" fmla="*/ 311657 h 605522"/>
                    <a:gd name="connsiteX60" fmla="*/ 236754 w 606368"/>
                    <a:gd name="connsiteY60" fmla="*/ 311657 h 605522"/>
                    <a:gd name="connsiteX61" fmla="*/ 227855 w 606368"/>
                    <a:gd name="connsiteY61" fmla="*/ 302771 h 605522"/>
                    <a:gd name="connsiteX62" fmla="*/ 236754 w 606368"/>
                    <a:gd name="connsiteY62" fmla="*/ 293884 h 605522"/>
                    <a:gd name="connsiteX63" fmla="*/ 266921 w 606368"/>
                    <a:gd name="connsiteY63" fmla="*/ 293884 h 605522"/>
                    <a:gd name="connsiteX64" fmla="*/ 294329 w 606368"/>
                    <a:gd name="connsiteY64" fmla="*/ 266514 h 605522"/>
                    <a:gd name="connsiteX65" fmla="*/ 294329 w 606368"/>
                    <a:gd name="connsiteY65" fmla="*/ 236390 h 605522"/>
                    <a:gd name="connsiteX66" fmla="*/ 303228 w 606368"/>
                    <a:gd name="connsiteY66" fmla="*/ 227503 h 605522"/>
                    <a:gd name="connsiteX67" fmla="*/ 303219 w 606368"/>
                    <a:gd name="connsiteY67" fmla="*/ 151716 h 605522"/>
                    <a:gd name="connsiteX68" fmla="*/ 312110 w 606368"/>
                    <a:gd name="connsiteY68" fmla="*/ 160599 h 605522"/>
                    <a:gd name="connsiteX69" fmla="*/ 312110 w 606368"/>
                    <a:gd name="connsiteY69" fmla="*/ 198440 h 605522"/>
                    <a:gd name="connsiteX70" fmla="*/ 303219 w 606368"/>
                    <a:gd name="connsiteY70" fmla="*/ 207322 h 605522"/>
                    <a:gd name="connsiteX71" fmla="*/ 294328 w 606368"/>
                    <a:gd name="connsiteY71" fmla="*/ 198440 h 605522"/>
                    <a:gd name="connsiteX72" fmla="*/ 294328 w 606368"/>
                    <a:gd name="connsiteY72" fmla="*/ 160599 h 605522"/>
                    <a:gd name="connsiteX73" fmla="*/ 303219 w 606368"/>
                    <a:gd name="connsiteY73" fmla="*/ 151716 h 605522"/>
                    <a:gd name="connsiteX74" fmla="*/ 294328 w 606368"/>
                    <a:gd name="connsiteY74" fmla="*/ 93828 h 605522"/>
                    <a:gd name="connsiteX75" fmla="*/ 93995 w 606368"/>
                    <a:gd name="connsiteY75" fmla="*/ 293883 h 605522"/>
                    <a:gd name="connsiteX76" fmla="*/ 122830 w 606368"/>
                    <a:gd name="connsiteY76" fmla="*/ 293883 h 605522"/>
                    <a:gd name="connsiteX77" fmla="*/ 131730 w 606368"/>
                    <a:gd name="connsiteY77" fmla="*/ 302770 h 605522"/>
                    <a:gd name="connsiteX78" fmla="*/ 122830 w 606368"/>
                    <a:gd name="connsiteY78" fmla="*/ 311658 h 605522"/>
                    <a:gd name="connsiteX79" fmla="*/ 93995 w 606368"/>
                    <a:gd name="connsiteY79" fmla="*/ 311658 h 605522"/>
                    <a:gd name="connsiteX80" fmla="*/ 294328 w 606368"/>
                    <a:gd name="connsiteY80" fmla="*/ 511712 h 605522"/>
                    <a:gd name="connsiteX81" fmla="*/ 294328 w 606368"/>
                    <a:gd name="connsiteY81" fmla="*/ 482828 h 605522"/>
                    <a:gd name="connsiteX82" fmla="*/ 303228 w 606368"/>
                    <a:gd name="connsiteY82" fmla="*/ 473941 h 605522"/>
                    <a:gd name="connsiteX83" fmla="*/ 312128 w 606368"/>
                    <a:gd name="connsiteY83" fmla="*/ 482828 h 605522"/>
                    <a:gd name="connsiteX84" fmla="*/ 312128 w 606368"/>
                    <a:gd name="connsiteY84" fmla="*/ 511712 h 605522"/>
                    <a:gd name="connsiteX85" fmla="*/ 512461 w 606368"/>
                    <a:gd name="connsiteY85" fmla="*/ 311658 h 605522"/>
                    <a:gd name="connsiteX86" fmla="*/ 483537 w 606368"/>
                    <a:gd name="connsiteY86" fmla="*/ 311658 h 605522"/>
                    <a:gd name="connsiteX87" fmla="*/ 474637 w 606368"/>
                    <a:gd name="connsiteY87" fmla="*/ 302770 h 605522"/>
                    <a:gd name="connsiteX88" fmla="*/ 483537 w 606368"/>
                    <a:gd name="connsiteY88" fmla="*/ 293883 h 605522"/>
                    <a:gd name="connsiteX89" fmla="*/ 512461 w 606368"/>
                    <a:gd name="connsiteY89" fmla="*/ 293883 h 605522"/>
                    <a:gd name="connsiteX90" fmla="*/ 312128 w 606368"/>
                    <a:gd name="connsiteY90" fmla="*/ 93828 h 605522"/>
                    <a:gd name="connsiteX91" fmla="*/ 312128 w 606368"/>
                    <a:gd name="connsiteY91" fmla="*/ 122623 h 605522"/>
                    <a:gd name="connsiteX92" fmla="*/ 303228 w 606368"/>
                    <a:gd name="connsiteY92" fmla="*/ 131510 h 605522"/>
                    <a:gd name="connsiteX93" fmla="*/ 294328 w 606368"/>
                    <a:gd name="connsiteY93" fmla="*/ 122623 h 605522"/>
                    <a:gd name="connsiteX94" fmla="*/ 303228 w 606368"/>
                    <a:gd name="connsiteY94" fmla="*/ 75787 h 605522"/>
                    <a:gd name="connsiteX95" fmla="*/ 530439 w 606368"/>
                    <a:gd name="connsiteY95" fmla="*/ 302770 h 605522"/>
                    <a:gd name="connsiteX96" fmla="*/ 303228 w 606368"/>
                    <a:gd name="connsiteY96" fmla="*/ 529664 h 605522"/>
                    <a:gd name="connsiteX97" fmla="*/ 75928 w 606368"/>
                    <a:gd name="connsiteY97" fmla="*/ 302770 h 605522"/>
                    <a:gd name="connsiteX98" fmla="*/ 303228 w 606368"/>
                    <a:gd name="connsiteY98" fmla="*/ 75787 h 605522"/>
                    <a:gd name="connsiteX99" fmla="*/ 294328 w 606368"/>
                    <a:gd name="connsiteY99" fmla="*/ 36884 h 605522"/>
                    <a:gd name="connsiteX100" fmla="*/ 114812 w 606368"/>
                    <a:gd name="connsiteY100" fmla="*/ 114652 h 605522"/>
                    <a:gd name="connsiteX101" fmla="*/ 36936 w 606368"/>
                    <a:gd name="connsiteY101" fmla="*/ 293918 h 605522"/>
                    <a:gd name="connsiteX102" fmla="*/ 46904 w 606368"/>
                    <a:gd name="connsiteY102" fmla="*/ 293918 h 605522"/>
                    <a:gd name="connsiteX103" fmla="*/ 55804 w 606368"/>
                    <a:gd name="connsiteY103" fmla="*/ 302806 h 605522"/>
                    <a:gd name="connsiteX104" fmla="*/ 46904 w 606368"/>
                    <a:gd name="connsiteY104" fmla="*/ 311693 h 605522"/>
                    <a:gd name="connsiteX105" fmla="*/ 36936 w 606368"/>
                    <a:gd name="connsiteY105" fmla="*/ 311693 h 605522"/>
                    <a:gd name="connsiteX106" fmla="*/ 114812 w 606368"/>
                    <a:gd name="connsiteY106" fmla="*/ 490870 h 605522"/>
                    <a:gd name="connsiteX107" fmla="*/ 294328 w 606368"/>
                    <a:gd name="connsiteY107" fmla="*/ 568638 h 605522"/>
                    <a:gd name="connsiteX108" fmla="*/ 294328 w 606368"/>
                    <a:gd name="connsiteY108" fmla="*/ 558773 h 605522"/>
                    <a:gd name="connsiteX109" fmla="*/ 303228 w 606368"/>
                    <a:gd name="connsiteY109" fmla="*/ 549885 h 605522"/>
                    <a:gd name="connsiteX110" fmla="*/ 312129 w 606368"/>
                    <a:gd name="connsiteY110" fmla="*/ 558773 h 605522"/>
                    <a:gd name="connsiteX111" fmla="*/ 312129 w 606368"/>
                    <a:gd name="connsiteY111" fmla="*/ 568638 h 605522"/>
                    <a:gd name="connsiteX112" fmla="*/ 491556 w 606368"/>
                    <a:gd name="connsiteY112" fmla="*/ 490870 h 605522"/>
                    <a:gd name="connsiteX113" fmla="*/ 569432 w 606368"/>
                    <a:gd name="connsiteY113" fmla="*/ 311693 h 605522"/>
                    <a:gd name="connsiteX114" fmla="*/ 559553 w 606368"/>
                    <a:gd name="connsiteY114" fmla="*/ 311693 h 605522"/>
                    <a:gd name="connsiteX115" fmla="*/ 550653 w 606368"/>
                    <a:gd name="connsiteY115" fmla="*/ 302806 h 605522"/>
                    <a:gd name="connsiteX116" fmla="*/ 559553 w 606368"/>
                    <a:gd name="connsiteY116" fmla="*/ 293918 h 605522"/>
                    <a:gd name="connsiteX117" fmla="*/ 569432 w 606368"/>
                    <a:gd name="connsiteY117" fmla="*/ 293918 h 605522"/>
                    <a:gd name="connsiteX118" fmla="*/ 491556 w 606368"/>
                    <a:gd name="connsiteY118" fmla="*/ 114652 h 605522"/>
                    <a:gd name="connsiteX119" fmla="*/ 312129 w 606368"/>
                    <a:gd name="connsiteY119" fmla="*/ 36884 h 605522"/>
                    <a:gd name="connsiteX120" fmla="*/ 312129 w 606368"/>
                    <a:gd name="connsiteY120" fmla="*/ 46838 h 605522"/>
                    <a:gd name="connsiteX121" fmla="*/ 303228 w 606368"/>
                    <a:gd name="connsiteY121" fmla="*/ 55726 h 605522"/>
                    <a:gd name="connsiteX122" fmla="*/ 294328 w 606368"/>
                    <a:gd name="connsiteY122" fmla="*/ 46838 h 605522"/>
                    <a:gd name="connsiteX123" fmla="*/ 512036 w 606368"/>
                    <a:gd name="connsiteY123" fmla="*/ 18912 h 605522"/>
                    <a:gd name="connsiteX124" fmla="*/ 578552 w 606368"/>
                    <a:gd name="connsiteY124" fmla="*/ 18912 h 605522"/>
                    <a:gd name="connsiteX125" fmla="*/ 587457 w 606368"/>
                    <a:gd name="connsiteY125" fmla="*/ 27801 h 605522"/>
                    <a:gd name="connsiteX126" fmla="*/ 587457 w 606368"/>
                    <a:gd name="connsiteY126" fmla="*/ 94207 h 605522"/>
                    <a:gd name="connsiteX127" fmla="*/ 578552 w 606368"/>
                    <a:gd name="connsiteY127" fmla="*/ 103097 h 605522"/>
                    <a:gd name="connsiteX128" fmla="*/ 569648 w 606368"/>
                    <a:gd name="connsiteY128" fmla="*/ 94207 h 605522"/>
                    <a:gd name="connsiteX129" fmla="*/ 569648 w 606368"/>
                    <a:gd name="connsiteY129" fmla="*/ 36691 h 605522"/>
                    <a:gd name="connsiteX130" fmla="*/ 512036 w 606368"/>
                    <a:gd name="connsiteY130" fmla="*/ 36691 h 605522"/>
                    <a:gd name="connsiteX131" fmla="*/ 503131 w 606368"/>
                    <a:gd name="connsiteY131" fmla="*/ 27801 h 605522"/>
                    <a:gd name="connsiteX132" fmla="*/ 512036 w 606368"/>
                    <a:gd name="connsiteY132" fmla="*/ 18912 h 605522"/>
                    <a:gd name="connsiteX133" fmla="*/ 27879 w 606368"/>
                    <a:gd name="connsiteY133" fmla="*/ 18912 h 605522"/>
                    <a:gd name="connsiteX134" fmla="*/ 94340 w 606368"/>
                    <a:gd name="connsiteY134" fmla="*/ 18912 h 605522"/>
                    <a:gd name="connsiteX135" fmla="*/ 103237 w 606368"/>
                    <a:gd name="connsiteY135" fmla="*/ 27801 h 605522"/>
                    <a:gd name="connsiteX136" fmla="*/ 94340 w 606368"/>
                    <a:gd name="connsiteY136" fmla="*/ 36691 h 605522"/>
                    <a:gd name="connsiteX137" fmla="*/ 36776 w 606368"/>
                    <a:gd name="connsiteY137" fmla="*/ 36691 h 605522"/>
                    <a:gd name="connsiteX138" fmla="*/ 36776 w 606368"/>
                    <a:gd name="connsiteY138" fmla="*/ 94207 h 605522"/>
                    <a:gd name="connsiteX139" fmla="*/ 27879 w 606368"/>
                    <a:gd name="connsiteY139" fmla="*/ 103097 h 605522"/>
                    <a:gd name="connsiteX140" fmla="*/ 18982 w 606368"/>
                    <a:gd name="connsiteY140" fmla="*/ 94207 h 605522"/>
                    <a:gd name="connsiteX141" fmla="*/ 18982 w 606368"/>
                    <a:gd name="connsiteY141" fmla="*/ 27801 h 605522"/>
                    <a:gd name="connsiteX142" fmla="*/ 27879 w 606368"/>
                    <a:gd name="connsiteY142" fmla="*/ 18912 h 605522"/>
                    <a:gd name="connsiteX143" fmla="*/ 303228 w 606368"/>
                    <a:gd name="connsiteY143" fmla="*/ 0 h 605522"/>
                    <a:gd name="connsiteX144" fmla="*/ 312129 w 606368"/>
                    <a:gd name="connsiteY144" fmla="*/ 8887 h 605522"/>
                    <a:gd name="connsiteX145" fmla="*/ 312129 w 606368"/>
                    <a:gd name="connsiteY145" fmla="*/ 19108 h 605522"/>
                    <a:gd name="connsiteX146" fmla="*/ 504194 w 606368"/>
                    <a:gd name="connsiteY146" fmla="*/ 102120 h 605522"/>
                    <a:gd name="connsiteX147" fmla="*/ 587233 w 606368"/>
                    <a:gd name="connsiteY147" fmla="*/ 293918 h 605522"/>
                    <a:gd name="connsiteX148" fmla="*/ 597468 w 606368"/>
                    <a:gd name="connsiteY148" fmla="*/ 293918 h 605522"/>
                    <a:gd name="connsiteX149" fmla="*/ 606368 w 606368"/>
                    <a:gd name="connsiteY149" fmla="*/ 302806 h 605522"/>
                    <a:gd name="connsiteX150" fmla="*/ 597468 w 606368"/>
                    <a:gd name="connsiteY150" fmla="*/ 311693 h 605522"/>
                    <a:gd name="connsiteX151" fmla="*/ 587233 w 606368"/>
                    <a:gd name="connsiteY151" fmla="*/ 311693 h 605522"/>
                    <a:gd name="connsiteX152" fmla="*/ 504194 w 606368"/>
                    <a:gd name="connsiteY152" fmla="*/ 503491 h 605522"/>
                    <a:gd name="connsiteX153" fmla="*/ 312129 w 606368"/>
                    <a:gd name="connsiteY153" fmla="*/ 586414 h 605522"/>
                    <a:gd name="connsiteX154" fmla="*/ 312129 w 606368"/>
                    <a:gd name="connsiteY154" fmla="*/ 596634 h 605522"/>
                    <a:gd name="connsiteX155" fmla="*/ 303228 w 606368"/>
                    <a:gd name="connsiteY155" fmla="*/ 605522 h 605522"/>
                    <a:gd name="connsiteX156" fmla="*/ 294328 w 606368"/>
                    <a:gd name="connsiteY156" fmla="*/ 596634 h 605522"/>
                    <a:gd name="connsiteX157" fmla="*/ 294328 w 606368"/>
                    <a:gd name="connsiteY157" fmla="*/ 586414 h 605522"/>
                    <a:gd name="connsiteX158" fmla="*/ 102263 w 606368"/>
                    <a:gd name="connsiteY158" fmla="*/ 503491 h 605522"/>
                    <a:gd name="connsiteX159" fmla="*/ 19135 w 606368"/>
                    <a:gd name="connsiteY159" fmla="*/ 311693 h 605522"/>
                    <a:gd name="connsiteX160" fmla="*/ 8900 w 606368"/>
                    <a:gd name="connsiteY160" fmla="*/ 311693 h 605522"/>
                    <a:gd name="connsiteX161" fmla="*/ 0 w 606368"/>
                    <a:gd name="connsiteY161" fmla="*/ 302806 h 605522"/>
                    <a:gd name="connsiteX162" fmla="*/ 8900 w 606368"/>
                    <a:gd name="connsiteY162" fmla="*/ 293918 h 605522"/>
                    <a:gd name="connsiteX163" fmla="*/ 19135 w 606368"/>
                    <a:gd name="connsiteY163" fmla="*/ 293918 h 605522"/>
                    <a:gd name="connsiteX164" fmla="*/ 102263 w 606368"/>
                    <a:gd name="connsiteY164" fmla="*/ 102120 h 605522"/>
                    <a:gd name="connsiteX165" fmla="*/ 294328 w 606368"/>
                    <a:gd name="connsiteY165" fmla="*/ 19108 h 605522"/>
                    <a:gd name="connsiteX166" fmla="*/ 294328 w 606368"/>
                    <a:gd name="connsiteY166" fmla="*/ 8887 h 605522"/>
                    <a:gd name="connsiteX167" fmla="*/ 303228 w 606368"/>
                    <a:gd name="connsiteY167" fmla="*/ 0 h 60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606368" h="605522">
                      <a:moveTo>
                        <a:pt x="578552" y="502426"/>
                      </a:moveTo>
                      <a:cubicBezTo>
                        <a:pt x="583450" y="502426"/>
                        <a:pt x="587457" y="506423"/>
                        <a:pt x="587457" y="511308"/>
                      </a:cubicBezTo>
                      <a:lnTo>
                        <a:pt x="587457" y="577658"/>
                      </a:lnTo>
                      <a:cubicBezTo>
                        <a:pt x="587457" y="582543"/>
                        <a:pt x="583450" y="586540"/>
                        <a:pt x="578552" y="586540"/>
                      </a:cubicBezTo>
                      <a:lnTo>
                        <a:pt x="512036" y="586540"/>
                      </a:lnTo>
                      <a:cubicBezTo>
                        <a:pt x="507138" y="586540"/>
                        <a:pt x="503131" y="582543"/>
                        <a:pt x="503131" y="577658"/>
                      </a:cubicBezTo>
                      <a:cubicBezTo>
                        <a:pt x="503131" y="572773"/>
                        <a:pt x="507138" y="568776"/>
                        <a:pt x="512036" y="568776"/>
                      </a:cubicBezTo>
                      <a:lnTo>
                        <a:pt x="569648" y="568776"/>
                      </a:lnTo>
                      <a:lnTo>
                        <a:pt x="569648" y="511308"/>
                      </a:lnTo>
                      <a:cubicBezTo>
                        <a:pt x="569648" y="506423"/>
                        <a:pt x="573655" y="502426"/>
                        <a:pt x="578552" y="502426"/>
                      </a:cubicBezTo>
                      <a:close/>
                      <a:moveTo>
                        <a:pt x="27879" y="502426"/>
                      </a:moveTo>
                      <a:cubicBezTo>
                        <a:pt x="32861" y="502426"/>
                        <a:pt x="36776" y="506423"/>
                        <a:pt x="36776" y="511308"/>
                      </a:cubicBezTo>
                      <a:lnTo>
                        <a:pt x="36776" y="568776"/>
                      </a:lnTo>
                      <a:lnTo>
                        <a:pt x="94340" y="568776"/>
                      </a:lnTo>
                      <a:cubicBezTo>
                        <a:pt x="99233" y="568776"/>
                        <a:pt x="103237" y="572773"/>
                        <a:pt x="103237" y="577658"/>
                      </a:cubicBezTo>
                      <a:cubicBezTo>
                        <a:pt x="103237" y="582543"/>
                        <a:pt x="99233" y="586540"/>
                        <a:pt x="94340" y="586540"/>
                      </a:cubicBezTo>
                      <a:lnTo>
                        <a:pt x="27879" y="586540"/>
                      </a:lnTo>
                      <a:cubicBezTo>
                        <a:pt x="22986" y="586540"/>
                        <a:pt x="18982" y="582543"/>
                        <a:pt x="18982" y="577658"/>
                      </a:cubicBezTo>
                      <a:lnTo>
                        <a:pt x="18982" y="511308"/>
                      </a:lnTo>
                      <a:cubicBezTo>
                        <a:pt x="18982" y="506423"/>
                        <a:pt x="22986" y="502426"/>
                        <a:pt x="27879" y="502426"/>
                      </a:cubicBezTo>
                      <a:close/>
                      <a:moveTo>
                        <a:pt x="303219" y="398130"/>
                      </a:moveTo>
                      <a:cubicBezTo>
                        <a:pt x="308109" y="398130"/>
                        <a:pt x="312110" y="402131"/>
                        <a:pt x="312110" y="407021"/>
                      </a:cubicBezTo>
                      <a:lnTo>
                        <a:pt x="312110" y="444986"/>
                      </a:lnTo>
                      <a:cubicBezTo>
                        <a:pt x="312110" y="449876"/>
                        <a:pt x="308109" y="453877"/>
                        <a:pt x="303219" y="453877"/>
                      </a:cubicBezTo>
                      <a:cubicBezTo>
                        <a:pt x="298240" y="453877"/>
                        <a:pt x="294328" y="449876"/>
                        <a:pt x="294328" y="444986"/>
                      </a:cubicBezTo>
                      <a:lnTo>
                        <a:pt x="294328" y="407021"/>
                      </a:lnTo>
                      <a:cubicBezTo>
                        <a:pt x="294328" y="402131"/>
                        <a:pt x="298240" y="398130"/>
                        <a:pt x="303219" y="398130"/>
                      </a:cubicBezTo>
                      <a:close/>
                      <a:moveTo>
                        <a:pt x="407656" y="293905"/>
                      </a:moveTo>
                      <a:lnTo>
                        <a:pt x="445621" y="293905"/>
                      </a:lnTo>
                      <a:cubicBezTo>
                        <a:pt x="450511" y="293905"/>
                        <a:pt x="454512" y="297817"/>
                        <a:pt x="454512" y="302796"/>
                      </a:cubicBezTo>
                      <a:cubicBezTo>
                        <a:pt x="454512" y="307686"/>
                        <a:pt x="450511" y="311687"/>
                        <a:pt x="445621" y="311687"/>
                      </a:cubicBezTo>
                      <a:lnTo>
                        <a:pt x="407656" y="311687"/>
                      </a:lnTo>
                      <a:cubicBezTo>
                        <a:pt x="402766" y="311687"/>
                        <a:pt x="398765" y="307686"/>
                        <a:pt x="398765" y="302796"/>
                      </a:cubicBezTo>
                      <a:cubicBezTo>
                        <a:pt x="398765" y="297817"/>
                        <a:pt x="402766" y="293905"/>
                        <a:pt x="407656" y="293905"/>
                      </a:cubicBezTo>
                      <a:close/>
                      <a:moveTo>
                        <a:pt x="160832" y="293905"/>
                      </a:moveTo>
                      <a:lnTo>
                        <a:pt x="198769" y="293905"/>
                      </a:lnTo>
                      <a:cubicBezTo>
                        <a:pt x="203756" y="293905"/>
                        <a:pt x="207674" y="297817"/>
                        <a:pt x="207674" y="302796"/>
                      </a:cubicBezTo>
                      <a:cubicBezTo>
                        <a:pt x="207674" y="307686"/>
                        <a:pt x="203756" y="311687"/>
                        <a:pt x="198769" y="311687"/>
                      </a:cubicBezTo>
                      <a:lnTo>
                        <a:pt x="160832" y="311687"/>
                      </a:lnTo>
                      <a:cubicBezTo>
                        <a:pt x="155845" y="311687"/>
                        <a:pt x="151927" y="307686"/>
                        <a:pt x="151927" y="302796"/>
                      </a:cubicBezTo>
                      <a:cubicBezTo>
                        <a:pt x="151927" y="297817"/>
                        <a:pt x="155845" y="293905"/>
                        <a:pt x="160832" y="293905"/>
                      </a:cubicBezTo>
                      <a:close/>
                      <a:moveTo>
                        <a:pt x="303228" y="283221"/>
                      </a:moveTo>
                      <a:cubicBezTo>
                        <a:pt x="292371" y="283221"/>
                        <a:pt x="283651" y="291929"/>
                        <a:pt x="283651" y="302771"/>
                      </a:cubicBezTo>
                      <a:cubicBezTo>
                        <a:pt x="283651" y="313523"/>
                        <a:pt x="292371" y="322321"/>
                        <a:pt x="303228" y="322321"/>
                      </a:cubicBezTo>
                      <a:cubicBezTo>
                        <a:pt x="313996" y="322321"/>
                        <a:pt x="322805" y="313523"/>
                        <a:pt x="322805" y="302771"/>
                      </a:cubicBezTo>
                      <a:cubicBezTo>
                        <a:pt x="322805" y="291929"/>
                        <a:pt x="313996" y="283221"/>
                        <a:pt x="303228" y="283221"/>
                      </a:cubicBezTo>
                      <a:close/>
                      <a:moveTo>
                        <a:pt x="303228" y="227503"/>
                      </a:moveTo>
                      <a:cubicBezTo>
                        <a:pt x="308122" y="227503"/>
                        <a:pt x="312127" y="231502"/>
                        <a:pt x="312127" y="236390"/>
                      </a:cubicBezTo>
                      <a:lnTo>
                        <a:pt x="312127" y="266514"/>
                      </a:lnTo>
                      <a:cubicBezTo>
                        <a:pt x="325564" y="269802"/>
                        <a:pt x="336154" y="280377"/>
                        <a:pt x="339535" y="293884"/>
                      </a:cubicBezTo>
                      <a:lnTo>
                        <a:pt x="369613" y="293884"/>
                      </a:lnTo>
                      <a:cubicBezTo>
                        <a:pt x="374597" y="293884"/>
                        <a:pt x="378512" y="297794"/>
                        <a:pt x="378512" y="302771"/>
                      </a:cubicBezTo>
                      <a:cubicBezTo>
                        <a:pt x="378512" y="307658"/>
                        <a:pt x="374597" y="311657"/>
                        <a:pt x="369613" y="311657"/>
                      </a:cubicBezTo>
                      <a:lnTo>
                        <a:pt x="339535" y="311657"/>
                      </a:lnTo>
                      <a:cubicBezTo>
                        <a:pt x="336154" y="325075"/>
                        <a:pt x="325564" y="335650"/>
                        <a:pt x="312127" y="339027"/>
                      </a:cubicBezTo>
                      <a:lnTo>
                        <a:pt x="312127" y="369063"/>
                      </a:lnTo>
                      <a:cubicBezTo>
                        <a:pt x="312127" y="374039"/>
                        <a:pt x="308122" y="377949"/>
                        <a:pt x="303228" y="377949"/>
                      </a:cubicBezTo>
                      <a:cubicBezTo>
                        <a:pt x="298245" y="377949"/>
                        <a:pt x="294329" y="374039"/>
                        <a:pt x="294329" y="369063"/>
                      </a:cubicBezTo>
                      <a:lnTo>
                        <a:pt x="294329" y="339027"/>
                      </a:lnTo>
                      <a:cubicBezTo>
                        <a:pt x="280803" y="335650"/>
                        <a:pt x="270213" y="325075"/>
                        <a:pt x="266921" y="311657"/>
                      </a:cubicBezTo>
                      <a:lnTo>
                        <a:pt x="236754" y="311657"/>
                      </a:lnTo>
                      <a:cubicBezTo>
                        <a:pt x="231859" y="311657"/>
                        <a:pt x="227855" y="307658"/>
                        <a:pt x="227855" y="302771"/>
                      </a:cubicBezTo>
                      <a:cubicBezTo>
                        <a:pt x="227855" y="297794"/>
                        <a:pt x="231859" y="293884"/>
                        <a:pt x="236754" y="293884"/>
                      </a:cubicBezTo>
                      <a:lnTo>
                        <a:pt x="266921" y="293884"/>
                      </a:lnTo>
                      <a:cubicBezTo>
                        <a:pt x="270213" y="280377"/>
                        <a:pt x="280803" y="269802"/>
                        <a:pt x="294329" y="266514"/>
                      </a:cubicBezTo>
                      <a:lnTo>
                        <a:pt x="294329" y="236390"/>
                      </a:lnTo>
                      <a:cubicBezTo>
                        <a:pt x="294329" y="231502"/>
                        <a:pt x="298245" y="227503"/>
                        <a:pt x="303228" y="227503"/>
                      </a:cubicBezTo>
                      <a:close/>
                      <a:moveTo>
                        <a:pt x="303219" y="151716"/>
                      </a:moveTo>
                      <a:cubicBezTo>
                        <a:pt x="308109" y="151716"/>
                        <a:pt x="312110" y="155625"/>
                        <a:pt x="312110" y="160599"/>
                      </a:cubicBezTo>
                      <a:lnTo>
                        <a:pt x="312110" y="198440"/>
                      </a:lnTo>
                      <a:cubicBezTo>
                        <a:pt x="312110" y="203414"/>
                        <a:pt x="308109" y="207322"/>
                        <a:pt x="303219" y="207322"/>
                      </a:cubicBezTo>
                      <a:cubicBezTo>
                        <a:pt x="298240" y="207322"/>
                        <a:pt x="294328" y="203414"/>
                        <a:pt x="294328" y="198440"/>
                      </a:cubicBezTo>
                      <a:lnTo>
                        <a:pt x="294328" y="160599"/>
                      </a:lnTo>
                      <a:cubicBezTo>
                        <a:pt x="294328" y="155625"/>
                        <a:pt x="298240" y="151716"/>
                        <a:pt x="303219" y="151716"/>
                      </a:cubicBezTo>
                      <a:close/>
                      <a:moveTo>
                        <a:pt x="294328" y="93828"/>
                      </a:moveTo>
                      <a:cubicBezTo>
                        <a:pt x="185840" y="98361"/>
                        <a:pt x="98533" y="185546"/>
                        <a:pt x="93995" y="293883"/>
                      </a:cubicBezTo>
                      <a:lnTo>
                        <a:pt x="122830" y="293883"/>
                      </a:lnTo>
                      <a:cubicBezTo>
                        <a:pt x="127725" y="293883"/>
                        <a:pt x="131730" y="297793"/>
                        <a:pt x="131730" y="302770"/>
                      </a:cubicBezTo>
                      <a:cubicBezTo>
                        <a:pt x="131730" y="307658"/>
                        <a:pt x="127725" y="311658"/>
                        <a:pt x="122830" y="311658"/>
                      </a:cubicBezTo>
                      <a:lnTo>
                        <a:pt x="93995" y="311658"/>
                      </a:lnTo>
                      <a:cubicBezTo>
                        <a:pt x="98533" y="419905"/>
                        <a:pt x="185840" y="507179"/>
                        <a:pt x="294328" y="511712"/>
                      </a:cubicBezTo>
                      <a:lnTo>
                        <a:pt x="294328" y="482828"/>
                      </a:lnTo>
                      <a:cubicBezTo>
                        <a:pt x="294328" y="477940"/>
                        <a:pt x="298244" y="473941"/>
                        <a:pt x="303228" y="473941"/>
                      </a:cubicBezTo>
                      <a:cubicBezTo>
                        <a:pt x="308123" y="473941"/>
                        <a:pt x="312128" y="477940"/>
                        <a:pt x="312128" y="482828"/>
                      </a:cubicBezTo>
                      <a:lnTo>
                        <a:pt x="312128" y="511712"/>
                      </a:lnTo>
                      <a:cubicBezTo>
                        <a:pt x="420527" y="507179"/>
                        <a:pt x="507923" y="419905"/>
                        <a:pt x="512461" y="311658"/>
                      </a:cubicBezTo>
                      <a:lnTo>
                        <a:pt x="483537" y="311658"/>
                      </a:lnTo>
                      <a:cubicBezTo>
                        <a:pt x="478642" y="311658"/>
                        <a:pt x="474637" y="307658"/>
                        <a:pt x="474637" y="302770"/>
                      </a:cubicBezTo>
                      <a:cubicBezTo>
                        <a:pt x="474637" y="297793"/>
                        <a:pt x="478642" y="293883"/>
                        <a:pt x="483537" y="293883"/>
                      </a:cubicBezTo>
                      <a:lnTo>
                        <a:pt x="512461" y="293883"/>
                      </a:lnTo>
                      <a:cubicBezTo>
                        <a:pt x="507923" y="185546"/>
                        <a:pt x="420527" y="98361"/>
                        <a:pt x="312128" y="93828"/>
                      </a:cubicBezTo>
                      <a:lnTo>
                        <a:pt x="312128" y="122623"/>
                      </a:lnTo>
                      <a:cubicBezTo>
                        <a:pt x="312128" y="127511"/>
                        <a:pt x="308123" y="131510"/>
                        <a:pt x="303228" y="131510"/>
                      </a:cubicBezTo>
                      <a:cubicBezTo>
                        <a:pt x="298244" y="131510"/>
                        <a:pt x="294328" y="127511"/>
                        <a:pt x="294328" y="122623"/>
                      </a:cubicBezTo>
                      <a:close/>
                      <a:moveTo>
                        <a:pt x="303228" y="75787"/>
                      </a:moveTo>
                      <a:cubicBezTo>
                        <a:pt x="428537" y="75787"/>
                        <a:pt x="530439" y="177636"/>
                        <a:pt x="530439" y="302770"/>
                      </a:cubicBezTo>
                      <a:cubicBezTo>
                        <a:pt x="530439" y="427904"/>
                        <a:pt x="428537" y="529664"/>
                        <a:pt x="303228" y="529664"/>
                      </a:cubicBezTo>
                      <a:cubicBezTo>
                        <a:pt x="177919" y="529664"/>
                        <a:pt x="75928" y="427904"/>
                        <a:pt x="75928" y="302770"/>
                      </a:cubicBezTo>
                      <a:cubicBezTo>
                        <a:pt x="75928" y="177636"/>
                        <a:pt x="177919" y="75787"/>
                        <a:pt x="303228" y="75787"/>
                      </a:cubicBezTo>
                      <a:close/>
                      <a:moveTo>
                        <a:pt x="294328" y="36884"/>
                      </a:moveTo>
                      <a:cubicBezTo>
                        <a:pt x="226509" y="39106"/>
                        <a:pt x="163051" y="66480"/>
                        <a:pt x="114812" y="114652"/>
                      </a:cubicBezTo>
                      <a:cubicBezTo>
                        <a:pt x="66573" y="162824"/>
                        <a:pt x="39161" y="226193"/>
                        <a:pt x="36936" y="293918"/>
                      </a:cubicBezTo>
                      <a:lnTo>
                        <a:pt x="46904" y="293918"/>
                      </a:lnTo>
                      <a:cubicBezTo>
                        <a:pt x="51799" y="293918"/>
                        <a:pt x="55804" y="297829"/>
                        <a:pt x="55804" y="302806"/>
                      </a:cubicBezTo>
                      <a:cubicBezTo>
                        <a:pt x="55804" y="307694"/>
                        <a:pt x="51799" y="311693"/>
                        <a:pt x="46904" y="311693"/>
                      </a:cubicBezTo>
                      <a:lnTo>
                        <a:pt x="36936" y="311693"/>
                      </a:lnTo>
                      <a:cubicBezTo>
                        <a:pt x="39161" y="379418"/>
                        <a:pt x="66573" y="442788"/>
                        <a:pt x="114812" y="490870"/>
                      </a:cubicBezTo>
                      <a:cubicBezTo>
                        <a:pt x="163051" y="539042"/>
                        <a:pt x="226509" y="566416"/>
                        <a:pt x="294328" y="568638"/>
                      </a:cubicBezTo>
                      <a:lnTo>
                        <a:pt x="294328" y="558773"/>
                      </a:lnTo>
                      <a:cubicBezTo>
                        <a:pt x="294328" y="553796"/>
                        <a:pt x="298244" y="549885"/>
                        <a:pt x="303228" y="549885"/>
                      </a:cubicBezTo>
                      <a:cubicBezTo>
                        <a:pt x="308124" y="549885"/>
                        <a:pt x="312129" y="553796"/>
                        <a:pt x="312129" y="558773"/>
                      </a:cubicBezTo>
                      <a:lnTo>
                        <a:pt x="312129" y="568638"/>
                      </a:lnTo>
                      <a:cubicBezTo>
                        <a:pt x="379948" y="566416"/>
                        <a:pt x="443406" y="539042"/>
                        <a:pt x="491556" y="490870"/>
                      </a:cubicBezTo>
                      <a:cubicBezTo>
                        <a:pt x="539795" y="442788"/>
                        <a:pt x="567207" y="379418"/>
                        <a:pt x="569432" y="311693"/>
                      </a:cubicBezTo>
                      <a:lnTo>
                        <a:pt x="559553" y="311693"/>
                      </a:lnTo>
                      <a:cubicBezTo>
                        <a:pt x="554569" y="311693"/>
                        <a:pt x="550653" y="307694"/>
                        <a:pt x="550653" y="302806"/>
                      </a:cubicBezTo>
                      <a:cubicBezTo>
                        <a:pt x="550653" y="297829"/>
                        <a:pt x="554569" y="293918"/>
                        <a:pt x="559553" y="293918"/>
                      </a:cubicBezTo>
                      <a:lnTo>
                        <a:pt x="569432" y="293918"/>
                      </a:lnTo>
                      <a:cubicBezTo>
                        <a:pt x="567207" y="226193"/>
                        <a:pt x="539795" y="162824"/>
                        <a:pt x="491556" y="114652"/>
                      </a:cubicBezTo>
                      <a:cubicBezTo>
                        <a:pt x="443406" y="66480"/>
                        <a:pt x="379948" y="39106"/>
                        <a:pt x="312129" y="36884"/>
                      </a:cubicBezTo>
                      <a:lnTo>
                        <a:pt x="312129" y="46838"/>
                      </a:lnTo>
                      <a:cubicBezTo>
                        <a:pt x="312129" y="51726"/>
                        <a:pt x="308124" y="55726"/>
                        <a:pt x="303228" y="55726"/>
                      </a:cubicBezTo>
                      <a:cubicBezTo>
                        <a:pt x="298244" y="55726"/>
                        <a:pt x="294328" y="51726"/>
                        <a:pt x="294328" y="46838"/>
                      </a:cubicBezTo>
                      <a:close/>
                      <a:moveTo>
                        <a:pt x="512036" y="18912"/>
                      </a:moveTo>
                      <a:lnTo>
                        <a:pt x="578552" y="18912"/>
                      </a:lnTo>
                      <a:cubicBezTo>
                        <a:pt x="583450" y="18912"/>
                        <a:pt x="587457" y="22912"/>
                        <a:pt x="587457" y="27801"/>
                      </a:cubicBezTo>
                      <a:lnTo>
                        <a:pt x="587457" y="94207"/>
                      </a:lnTo>
                      <a:cubicBezTo>
                        <a:pt x="587457" y="99096"/>
                        <a:pt x="583450" y="103097"/>
                        <a:pt x="578552" y="103097"/>
                      </a:cubicBezTo>
                      <a:cubicBezTo>
                        <a:pt x="573655" y="103097"/>
                        <a:pt x="569648" y="99096"/>
                        <a:pt x="569648" y="94207"/>
                      </a:cubicBezTo>
                      <a:lnTo>
                        <a:pt x="569648" y="36691"/>
                      </a:lnTo>
                      <a:lnTo>
                        <a:pt x="512036" y="36691"/>
                      </a:lnTo>
                      <a:cubicBezTo>
                        <a:pt x="507138" y="36691"/>
                        <a:pt x="503131" y="32780"/>
                        <a:pt x="503131" y="27801"/>
                      </a:cubicBezTo>
                      <a:cubicBezTo>
                        <a:pt x="503131" y="22912"/>
                        <a:pt x="507138" y="18912"/>
                        <a:pt x="512036" y="18912"/>
                      </a:cubicBezTo>
                      <a:close/>
                      <a:moveTo>
                        <a:pt x="27879" y="18912"/>
                      </a:moveTo>
                      <a:lnTo>
                        <a:pt x="94340" y="18912"/>
                      </a:lnTo>
                      <a:cubicBezTo>
                        <a:pt x="99233" y="18912"/>
                        <a:pt x="103237" y="22912"/>
                        <a:pt x="103237" y="27801"/>
                      </a:cubicBezTo>
                      <a:cubicBezTo>
                        <a:pt x="103237" y="32780"/>
                        <a:pt x="99233" y="36691"/>
                        <a:pt x="94340" y="36691"/>
                      </a:cubicBezTo>
                      <a:lnTo>
                        <a:pt x="36776" y="36691"/>
                      </a:lnTo>
                      <a:lnTo>
                        <a:pt x="36776" y="94207"/>
                      </a:lnTo>
                      <a:cubicBezTo>
                        <a:pt x="36776" y="99096"/>
                        <a:pt x="32861" y="103097"/>
                        <a:pt x="27879" y="103097"/>
                      </a:cubicBezTo>
                      <a:cubicBezTo>
                        <a:pt x="22986" y="103097"/>
                        <a:pt x="18982" y="99096"/>
                        <a:pt x="18982" y="94207"/>
                      </a:cubicBezTo>
                      <a:lnTo>
                        <a:pt x="18982" y="27801"/>
                      </a:lnTo>
                      <a:cubicBezTo>
                        <a:pt x="18982" y="22912"/>
                        <a:pt x="22986" y="18912"/>
                        <a:pt x="27879" y="18912"/>
                      </a:cubicBezTo>
                      <a:close/>
                      <a:moveTo>
                        <a:pt x="303228" y="0"/>
                      </a:moveTo>
                      <a:cubicBezTo>
                        <a:pt x="308124" y="0"/>
                        <a:pt x="312129" y="3999"/>
                        <a:pt x="312129" y="8887"/>
                      </a:cubicBezTo>
                      <a:lnTo>
                        <a:pt x="312129" y="19108"/>
                      </a:lnTo>
                      <a:cubicBezTo>
                        <a:pt x="384665" y="21330"/>
                        <a:pt x="452573" y="50571"/>
                        <a:pt x="504194" y="102120"/>
                      </a:cubicBezTo>
                      <a:cubicBezTo>
                        <a:pt x="555726" y="153580"/>
                        <a:pt x="585008" y="221394"/>
                        <a:pt x="587233" y="293918"/>
                      </a:cubicBezTo>
                      <a:lnTo>
                        <a:pt x="597468" y="293918"/>
                      </a:lnTo>
                      <a:cubicBezTo>
                        <a:pt x="602452" y="293918"/>
                        <a:pt x="606368" y="297829"/>
                        <a:pt x="606368" y="302806"/>
                      </a:cubicBezTo>
                      <a:cubicBezTo>
                        <a:pt x="606368" y="307694"/>
                        <a:pt x="602452" y="311693"/>
                        <a:pt x="597468" y="311693"/>
                      </a:cubicBezTo>
                      <a:lnTo>
                        <a:pt x="587233" y="311693"/>
                      </a:lnTo>
                      <a:cubicBezTo>
                        <a:pt x="585008" y="384129"/>
                        <a:pt x="555726" y="451942"/>
                        <a:pt x="504194" y="503491"/>
                      </a:cubicBezTo>
                      <a:cubicBezTo>
                        <a:pt x="452573" y="554951"/>
                        <a:pt x="384665" y="584192"/>
                        <a:pt x="312129" y="586414"/>
                      </a:cubicBezTo>
                      <a:lnTo>
                        <a:pt x="312129" y="596634"/>
                      </a:lnTo>
                      <a:cubicBezTo>
                        <a:pt x="312129" y="601612"/>
                        <a:pt x="308124" y="605522"/>
                        <a:pt x="303228" y="605522"/>
                      </a:cubicBezTo>
                      <a:cubicBezTo>
                        <a:pt x="298244" y="605522"/>
                        <a:pt x="294328" y="601612"/>
                        <a:pt x="294328" y="596634"/>
                      </a:cubicBezTo>
                      <a:lnTo>
                        <a:pt x="294328" y="586414"/>
                      </a:lnTo>
                      <a:cubicBezTo>
                        <a:pt x="221703" y="584192"/>
                        <a:pt x="153795" y="554951"/>
                        <a:pt x="102263" y="503491"/>
                      </a:cubicBezTo>
                      <a:cubicBezTo>
                        <a:pt x="50642" y="451942"/>
                        <a:pt x="21360" y="384129"/>
                        <a:pt x="19135" y="311693"/>
                      </a:cubicBezTo>
                      <a:lnTo>
                        <a:pt x="8900" y="311693"/>
                      </a:lnTo>
                      <a:cubicBezTo>
                        <a:pt x="4005" y="311693"/>
                        <a:pt x="0" y="307694"/>
                        <a:pt x="0" y="302806"/>
                      </a:cubicBezTo>
                      <a:cubicBezTo>
                        <a:pt x="0" y="297829"/>
                        <a:pt x="4005" y="293918"/>
                        <a:pt x="8900" y="293918"/>
                      </a:cubicBezTo>
                      <a:lnTo>
                        <a:pt x="19135" y="293918"/>
                      </a:lnTo>
                      <a:cubicBezTo>
                        <a:pt x="21360" y="221394"/>
                        <a:pt x="50642" y="153580"/>
                        <a:pt x="102263" y="102120"/>
                      </a:cubicBezTo>
                      <a:cubicBezTo>
                        <a:pt x="153795" y="50571"/>
                        <a:pt x="221703" y="21330"/>
                        <a:pt x="294328" y="19108"/>
                      </a:cubicBezTo>
                      <a:lnTo>
                        <a:pt x="294328" y="8887"/>
                      </a:lnTo>
                      <a:cubicBezTo>
                        <a:pt x="294328" y="3999"/>
                        <a:pt x="298244" y="0"/>
                        <a:pt x="303228"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5" name="组合 4"/>
            <p:cNvGrpSpPr/>
            <p:nvPr/>
          </p:nvGrpSpPr>
          <p:grpSpPr>
            <a:xfrm>
              <a:off x="1770314" y="1810200"/>
              <a:ext cx="4322935" cy="892551"/>
              <a:chOff x="1671465" y="1736950"/>
              <a:chExt cx="4322935" cy="892551"/>
            </a:xfrm>
          </p:grpSpPr>
          <p:sp>
            <p:nvSpPr>
              <p:cNvPr id="2"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4"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59" name="组合 58"/>
            <p:cNvGrpSpPr/>
            <p:nvPr/>
          </p:nvGrpSpPr>
          <p:grpSpPr>
            <a:xfrm>
              <a:off x="7591219" y="1810200"/>
              <a:ext cx="4322935" cy="892551"/>
              <a:chOff x="1671465" y="1736950"/>
              <a:chExt cx="4322935" cy="892551"/>
            </a:xfrm>
          </p:grpSpPr>
          <p:sp>
            <p:nvSpPr>
              <p:cNvPr id="60"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1"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62" name="组合 61"/>
            <p:cNvGrpSpPr/>
            <p:nvPr/>
          </p:nvGrpSpPr>
          <p:grpSpPr>
            <a:xfrm>
              <a:off x="7591219" y="3438991"/>
              <a:ext cx="4322935" cy="892551"/>
              <a:chOff x="1671465" y="1736950"/>
              <a:chExt cx="4322935" cy="892551"/>
            </a:xfrm>
          </p:grpSpPr>
          <p:sp>
            <p:nvSpPr>
              <p:cNvPr id="63"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4"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65" name="组合 64"/>
            <p:cNvGrpSpPr/>
            <p:nvPr/>
          </p:nvGrpSpPr>
          <p:grpSpPr>
            <a:xfrm>
              <a:off x="7591219" y="5012404"/>
              <a:ext cx="4322935" cy="892551"/>
              <a:chOff x="1671465" y="1736950"/>
              <a:chExt cx="4322935" cy="892551"/>
            </a:xfrm>
          </p:grpSpPr>
          <p:sp>
            <p:nvSpPr>
              <p:cNvPr id="66"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67"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68" name="组合 67"/>
            <p:cNvGrpSpPr/>
            <p:nvPr/>
          </p:nvGrpSpPr>
          <p:grpSpPr>
            <a:xfrm>
              <a:off x="1770313" y="5012404"/>
              <a:ext cx="4322935" cy="892551"/>
              <a:chOff x="1671465" y="1736950"/>
              <a:chExt cx="4322935" cy="892551"/>
            </a:xfrm>
          </p:grpSpPr>
          <p:sp>
            <p:nvSpPr>
              <p:cNvPr id="69"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70"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71" name="组合 70"/>
            <p:cNvGrpSpPr/>
            <p:nvPr/>
          </p:nvGrpSpPr>
          <p:grpSpPr>
            <a:xfrm>
              <a:off x="1770313" y="3356307"/>
              <a:ext cx="4322935" cy="892551"/>
              <a:chOff x="1671465" y="1736950"/>
              <a:chExt cx="4322935" cy="892551"/>
            </a:xfrm>
          </p:grpSpPr>
          <p:sp>
            <p:nvSpPr>
              <p:cNvPr id="72" name="文本框 46"/>
              <p:cNvSpPr txBox="1"/>
              <p:nvPr/>
            </p:nvSpPr>
            <p:spPr>
              <a:xfrm>
                <a:off x="1671465" y="2106281"/>
                <a:ext cx="432293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bg1"/>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bg1"/>
                  </a:solidFill>
                  <a:latin typeface="字魂58号-创中黑" panose="02000503000000000000" pitchFamily="2" charset="-122"/>
                  <a:ea typeface="字魂58号-创中黑" panose="02000503000000000000" pitchFamily="2" charset="-122"/>
                </a:endParaRPr>
              </a:p>
            </p:txBody>
          </p:sp>
          <p:sp>
            <p:nvSpPr>
              <p:cNvPr id="73" name="文本框 34"/>
              <p:cNvSpPr txBox="1"/>
              <p:nvPr/>
            </p:nvSpPr>
            <p:spPr>
              <a:xfrm>
                <a:off x="1671465" y="1736950"/>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bg1"/>
                    </a:solidFill>
                    <a:latin typeface="思源黑体 CN Bold" panose="020B0800000000000000" pitchFamily="34" charset="-122"/>
                    <a:ea typeface="思源黑体 CN Bold" panose="020B0800000000000000" pitchFamily="34" charset="-122"/>
                  </a:rPr>
                  <a:t>输入标题</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3"/>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34948" y="206465"/>
            <a:ext cx="6740187" cy="873234"/>
            <a:chOff x="234948" y="206465"/>
            <a:chExt cx="6740187" cy="873234"/>
          </a:xfrm>
        </p:grpSpPr>
        <p:sp>
          <p:nvSpPr>
            <p:cNvPr id="10" name="等腰三角形 9"/>
            <p:cNvSpPr/>
            <p:nvPr/>
          </p:nvSpPr>
          <p:spPr>
            <a:xfrm rot="5400000">
              <a:off x="778136" y="398793"/>
              <a:ext cx="367711" cy="31699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flipH="1">
              <a:off x="234948" y="206465"/>
              <a:ext cx="727044" cy="638214"/>
              <a:chOff x="7607435" y="911315"/>
              <a:chExt cx="1872081" cy="1643351"/>
            </a:xfrm>
          </p:grpSpPr>
          <p:sp>
            <p:nvSpPr>
              <p:cNvPr id="8" name="矩形: 圆角 7"/>
              <p:cNvSpPr/>
              <p:nvPr/>
            </p:nvSpPr>
            <p:spPr>
              <a:xfrm>
                <a:off x="7812844" y="911315"/>
                <a:ext cx="1666672" cy="1480009"/>
              </a:xfrm>
              <a:prstGeom prst="roundRect">
                <a:avLst>
                  <a:gd name="adj" fmla="val 1879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07435" y="1074658"/>
                <a:ext cx="1666672" cy="1480008"/>
              </a:xfrm>
              <a:prstGeom prst="roundRect">
                <a:avLst>
                  <a:gd name="adj" fmla="val 181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latin typeface="+mj-ea"/>
                    <a:ea typeface="+mj-ea"/>
                  </a:rPr>
                  <a:t>04</a:t>
                </a:r>
                <a:endParaRPr lang="zh-CN" altLang="en-US" sz="2000" dirty="0">
                  <a:solidFill>
                    <a:schemeClr val="bg1"/>
                  </a:solidFill>
                  <a:latin typeface="+mj-ea"/>
                  <a:ea typeface="+mj-ea"/>
                </a:endParaRPr>
              </a:p>
            </p:txBody>
          </p:sp>
        </p:grpSp>
        <p:sp>
          <p:nvSpPr>
            <p:cNvPr id="12" name="文本框 11"/>
            <p:cNvSpPr txBox="1"/>
            <p:nvPr/>
          </p:nvSpPr>
          <p:spPr>
            <a:xfrm>
              <a:off x="1212641" y="326456"/>
              <a:ext cx="3607162" cy="4616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r>
                <a:rPr lang="zh-CN" altLang="en-US" sz="2400" dirty="0"/>
                <a:t>研究总结</a:t>
              </a:r>
              <a:endParaRPr lang="zh-CN" altLang="en-US" sz="2400" dirty="0"/>
            </a:p>
          </p:txBody>
        </p:sp>
        <p:sp>
          <p:nvSpPr>
            <p:cNvPr id="14" name="文本框 13"/>
            <p:cNvSpPr txBox="1"/>
            <p:nvPr/>
          </p:nvSpPr>
          <p:spPr>
            <a:xfrm>
              <a:off x="1212641" y="741145"/>
              <a:ext cx="5762494" cy="338554"/>
            </a:xfrm>
            <a:prstGeom prst="rect">
              <a:avLst/>
            </a:prstGeom>
            <a:noFill/>
          </p:spPr>
          <p:txBody>
            <a:bodyPr wrap="square" rtlCol="0">
              <a:spAutoFit/>
            </a:bodyPr>
            <a:lstStyle/>
            <a:p>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30" name="Group 6"/>
          <p:cNvGrpSpPr/>
          <p:nvPr/>
        </p:nvGrpSpPr>
        <p:grpSpPr>
          <a:xfrm>
            <a:off x="2004578" y="493854"/>
            <a:ext cx="8471493" cy="5857219"/>
            <a:chOff x="1953778" y="655520"/>
            <a:chExt cx="8471493" cy="5857219"/>
          </a:xfrm>
        </p:grpSpPr>
        <p:grpSp>
          <p:nvGrpSpPr>
            <p:cNvPr id="31" name="组合 30"/>
            <p:cNvGrpSpPr/>
            <p:nvPr/>
          </p:nvGrpSpPr>
          <p:grpSpPr>
            <a:xfrm>
              <a:off x="1953778" y="655520"/>
              <a:ext cx="8471493" cy="5857219"/>
              <a:chOff x="1509893" y="389499"/>
              <a:chExt cx="8471493" cy="5857219"/>
            </a:xfrm>
          </p:grpSpPr>
          <p:sp>
            <p:nvSpPr>
              <p:cNvPr id="38" name="í$ḻïḋe"/>
              <p:cNvSpPr/>
              <p:nvPr/>
            </p:nvSpPr>
            <p:spPr>
              <a:xfrm rot="8722178">
                <a:off x="1509893" y="389499"/>
                <a:ext cx="7392587" cy="5857219"/>
              </a:xfrm>
              <a:custGeom>
                <a:avLst/>
                <a:gdLst>
                  <a:gd name="connsiteX0" fmla="*/ 6289217 w 8472633"/>
                  <a:gd name="connsiteY0" fmla="*/ 6466183 h 6712950"/>
                  <a:gd name="connsiteX1" fmla="*/ 601148 w 8472633"/>
                  <a:gd name="connsiteY1" fmla="*/ 2537796 h 6712950"/>
                  <a:gd name="connsiteX2" fmla="*/ 246768 w 8472633"/>
                  <a:gd name="connsiteY2" fmla="*/ 601148 h 6712950"/>
                  <a:gd name="connsiteX3" fmla="*/ 2183416 w 8472633"/>
                  <a:gd name="connsiteY3" fmla="*/ 246767 h 6712950"/>
                  <a:gd name="connsiteX4" fmla="*/ 2790732 w 8472633"/>
                  <a:gd name="connsiteY4" fmla="*/ 666202 h 6712950"/>
                  <a:gd name="connsiteX5" fmla="*/ 2902792 w 8472633"/>
                  <a:gd name="connsiteY5" fmla="*/ 330022 h 6712950"/>
                  <a:gd name="connsiteX6" fmla="*/ 3081877 w 8472633"/>
                  <a:gd name="connsiteY6" fmla="*/ 867277 h 6712950"/>
                  <a:gd name="connsiteX7" fmla="*/ 7871485 w 8472633"/>
                  <a:gd name="connsiteY7" fmla="*/ 4175154 h 6712950"/>
                  <a:gd name="connsiteX8" fmla="*/ 8225865 w 8472633"/>
                  <a:gd name="connsiteY8" fmla="*/ 6111802 h 6712950"/>
                  <a:gd name="connsiteX9" fmla="*/ 6289217 w 8472633"/>
                  <a:gd name="connsiteY9" fmla="*/ 6466183 h 671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72633" h="6712950">
                    <a:moveTo>
                      <a:pt x="6289217" y="6466183"/>
                    </a:moveTo>
                    <a:lnTo>
                      <a:pt x="601148" y="2537796"/>
                    </a:lnTo>
                    <a:cubicBezTo>
                      <a:pt x="-31502" y="2100865"/>
                      <a:pt x="-190163" y="1233798"/>
                      <a:pt x="246768" y="601148"/>
                    </a:cubicBezTo>
                    <a:cubicBezTo>
                      <a:pt x="683699" y="-31502"/>
                      <a:pt x="1550766" y="-190164"/>
                      <a:pt x="2183416" y="246767"/>
                    </a:cubicBezTo>
                    <a:lnTo>
                      <a:pt x="2790732" y="666202"/>
                    </a:lnTo>
                    <a:lnTo>
                      <a:pt x="2902792" y="330022"/>
                    </a:lnTo>
                    <a:lnTo>
                      <a:pt x="3081877" y="867277"/>
                    </a:lnTo>
                    <a:lnTo>
                      <a:pt x="7871485" y="4175154"/>
                    </a:lnTo>
                    <a:cubicBezTo>
                      <a:pt x="8504135" y="4612085"/>
                      <a:pt x="8662796" y="5479152"/>
                      <a:pt x="8225865" y="6111802"/>
                    </a:cubicBezTo>
                    <a:cubicBezTo>
                      <a:pt x="7788934" y="6744452"/>
                      <a:pt x="6921867" y="6903114"/>
                      <a:pt x="6289217" y="6466183"/>
                    </a:cubicBezTo>
                    <a:close/>
                  </a:path>
                </a:pathLst>
              </a:custGeom>
              <a:solidFill>
                <a:schemeClr val="bg1"/>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25425" indent="-225425" algn="ctr" fontAlgn="base">
                  <a:spcBef>
                    <a:spcPct val="0"/>
                  </a:spcBef>
                  <a:spcAft>
                    <a:spcPct val="0"/>
                  </a:spcAft>
                </a:pPr>
                <a:endParaRPr lang="en-US" sz="2000" b="1" kern="0" dirty="0">
                  <a:solidFill>
                    <a:prstClr val="black"/>
                  </a:solidFill>
                </a:endParaRPr>
              </a:p>
            </p:txBody>
          </p:sp>
          <p:cxnSp>
            <p:nvCxnSpPr>
              <p:cNvPr id="39" name="直接连接符 38"/>
              <p:cNvCxnSpPr/>
              <p:nvPr/>
            </p:nvCxnSpPr>
            <p:spPr>
              <a:xfrm>
                <a:off x="3338119" y="3855695"/>
                <a:ext cx="5568619" cy="0"/>
              </a:xfrm>
              <a:prstGeom prst="line">
                <a:avLst/>
              </a:prstGeom>
              <a:ln w="12700" cmpd="sng">
                <a:solidFill>
                  <a:schemeClr val="bg1"/>
                </a:solidFill>
                <a:prstDash val="dot"/>
              </a:ln>
              <a:effectLst/>
            </p:spPr>
            <p:style>
              <a:lnRef idx="2">
                <a:schemeClr val="accent1"/>
              </a:lnRef>
              <a:fillRef idx="0">
                <a:schemeClr val="accent1"/>
              </a:fillRef>
              <a:effectRef idx="1">
                <a:schemeClr val="accent1"/>
              </a:effectRef>
              <a:fontRef idx="minor">
                <a:schemeClr val="tx1"/>
              </a:fontRef>
            </p:style>
          </p:cxnSp>
          <p:sp>
            <p:nvSpPr>
              <p:cNvPr id="40" name="left-quote_56937"/>
              <p:cNvSpPr>
                <a:spLocks noChangeAspect="1"/>
              </p:cNvSpPr>
              <p:nvPr/>
            </p:nvSpPr>
            <p:spPr bwMode="auto">
              <a:xfrm>
                <a:off x="1781682" y="1792642"/>
                <a:ext cx="825219" cy="726675"/>
              </a:xfrm>
              <a:custGeom>
                <a:avLst/>
                <a:gdLst>
                  <a:gd name="connsiteX0" fmla="*/ 566457 w 609553"/>
                  <a:gd name="connsiteY0" fmla="*/ 2407 h 536763"/>
                  <a:gd name="connsiteX1" fmla="*/ 582730 w 609553"/>
                  <a:gd name="connsiteY1" fmla="*/ 17137 h 536763"/>
                  <a:gd name="connsiteX2" fmla="*/ 606700 w 609553"/>
                  <a:gd name="connsiteY2" fmla="*/ 67222 h 536763"/>
                  <a:gd name="connsiteX3" fmla="*/ 591949 w 609553"/>
                  <a:gd name="connsiteY3" fmla="*/ 106626 h 536763"/>
                  <a:gd name="connsiteX4" fmla="*/ 511924 w 609553"/>
                  <a:gd name="connsiteY4" fmla="*/ 165549 h 536763"/>
                  <a:gd name="connsiteX5" fmla="*/ 477627 w 609553"/>
                  <a:gd name="connsiteY5" fmla="*/ 284868 h 536763"/>
                  <a:gd name="connsiteX6" fmla="*/ 570560 w 609553"/>
                  <a:gd name="connsiteY6" fmla="*/ 284868 h 536763"/>
                  <a:gd name="connsiteX7" fmla="*/ 600062 w 609553"/>
                  <a:gd name="connsiteY7" fmla="*/ 314329 h 536763"/>
                  <a:gd name="connsiteX8" fmla="*/ 600062 w 609553"/>
                  <a:gd name="connsiteY8" fmla="*/ 507302 h 536763"/>
                  <a:gd name="connsiteX9" fmla="*/ 570560 w 609553"/>
                  <a:gd name="connsiteY9" fmla="*/ 536763 h 536763"/>
                  <a:gd name="connsiteX10" fmla="*/ 377319 w 609553"/>
                  <a:gd name="connsiteY10" fmla="*/ 536763 h 536763"/>
                  <a:gd name="connsiteX11" fmla="*/ 347817 w 609553"/>
                  <a:gd name="connsiteY11" fmla="*/ 507302 h 536763"/>
                  <a:gd name="connsiteX12" fmla="*/ 347817 w 609553"/>
                  <a:gd name="connsiteY12" fmla="*/ 356680 h 536763"/>
                  <a:gd name="connsiteX13" fmla="*/ 366994 w 609553"/>
                  <a:gd name="connsiteY13" fmla="*/ 184331 h 536763"/>
                  <a:gd name="connsiteX14" fmla="*/ 438537 w 609553"/>
                  <a:gd name="connsiteY14" fmla="*/ 71273 h 536763"/>
                  <a:gd name="connsiteX15" fmla="*/ 544376 w 609553"/>
                  <a:gd name="connsiteY15" fmla="*/ 3143 h 536763"/>
                  <a:gd name="connsiteX16" fmla="*/ 566457 w 609553"/>
                  <a:gd name="connsiteY16" fmla="*/ 2407 h 536763"/>
                  <a:gd name="connsiteX17" fmla="*/ 219410 w 609553"/>
                  <a:gd name="connsiteY17" fmla="*/ 1869 h 536763"/>
                  <a:gd name="connsiteX18" fmla="*/ 235685 w 609553"/>
                  <a:gd name="connsiteY18" fmla="*/ 16784 h 536763"/>
                  <a:gd name="connsiteX19" fmla="*/ 259659 w 609553"/>
                  <a:gd name="connsiteY19" fmla="*/ 67235 h 536763"/>
                  <a:gd name="connsiteX20" fmla="*/ 244906 w 609553"/>
                  <a:gd name="connsiteY20" fmla="*/ 106638 h 536763"/>
                  <a:gd name="connsiteX21" fmla="*/ 164869 w 609553"/>
                  <a:gd name="connsiteY21" fmla="*/ 165560 h 536763"/>
                  <a:gd name="connsiteX22" fmla="*/ 130198 w 609553"/>
                  <a:gd name="connsiteY22" fmla="*/ 284875 h 536763"/>
                  <a:gd name="connsiteX23" fmla="*/ 222776 w 609553"/>
                  <a:gd name="connsiteY23" fmla="*/ 284875 h 536763"/>
                  <a:gd name="connsiteX24" fmla="*/ 252282 w 609553"/>
                  <a:gd name="connsiteY24" fmla="*/ 314336 h 536763"/>
                  <a:gd name="connsiteX25" fmla="*/ 252282 w 609553"/>
                  <a:gd name="connsiteY25" fmla="*/ 507303 h 536763"/>
                  <a:gd name="connsiteX26" fmla="*/ 222776 w 609553"/>
                  <a:gd name="connsiteY26" fmla="*/ 536763 h 536763"/>
                  <a:gd name="connsiteX27" fmla="*/ 29507 w 609553"/>
                  <a:gd name="connsiteY27" fmla="*/ 536763 h 536763"/>
                  <a:gd name="connsiteX28" fmla="*/ 0 w 609553"/>
                  <a:gd name="connsiteY28" fmla="*/ 507303 h 536763"/>
                  <a:gd name="connsiteX29" fmla="*/ 0 w 609553"/>
                  <a:gd name="connsiteY29" fmla="*/ 356685 h 536763"/>
                  <a:gd name="connsiteX30" fmla="*/ 19548 w 609553"/>
                  <a:gd name="connsiteY30" fmla="*/ 183604 h 536763"/>
                  <a:gd name="connsiteX31" fmla="*/ 91102 w 609553"/>
                  <a:gd name="connsiteY31" fmla="*/ 71286 h 536763"/>
                  <a:gd name="connsiteX32" fmla="*/ 197326 w 609553"/>
                  <a:gd name="connsiteY32" fmla="*/ 2422 h 536763"/>
                  <a:gd name="connsiteX33" fmla="*/ 219410 w 609553"/>
                  <a:gd name="connsiteY33" fmla="*/ 1869 h 536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9553" h="536763">
                    <a:moveTo>
                      <a:pt x="566457" y="2407"/>
                    </a:moveTo>
                    <a:cubicBezTo>
                      <a:pt x="573326" y="4985"/>
                      <a:pt x="579226" y="10140"/>
                      <a:pt x="582730" y="17137"/>
                    </a:cubicBezTo>
                    <a:lnTo>
                      <a:pt x="606700" y="67222"/>
                    </a:lnTo>
                    <a:cubicBezTo>
                      <a:pt x="613707" y="81952"/>
                      <a:pt x="607438" y="100366"/>
                      <a:pt x="591949" y="106626"/>
                    </a:cubicBezTo>
                    <a:cubicBezTo>
                      <a:pt x="556177" y="121725"/>
                      <a:pt x="529625" y="141612"/>
                      <a:pt x="511924" y="165549"/>
                    </a:cubicBezTo>
                    <a:cubicBezTo>
                      <a:pt x="490166" y="195379"/>
                      <a:pt x="478365" y="235152"/>
                      <a:pt x="477627" y="284868"/>
                    </a:cubicBezTo>
                    <a:lnTo>
                      <a:pt x="570560" y="284868"/>
                    </a:lnTo>
                    <a:cubicBezTo>
                      <a:pt x="586786" y="284868"/>
                      <a:pt x="600062" y="298126"/>
                      <a:pt x="600062" y="314329"/>
                    </a:cubicBezTo>
                    <a:lnTo>
                      <a:pt x="600062" y="507302"/>
                    </a:lnTo>
                    <a:cubicBezTo>
                      <a:pt x="600062" y="523506"/>
                      <a:pt x="586786" y="536763"/>
                      <a:pt x="570560" y="536763"/>
                    </a:cubicBezTo>
                    <a:lnTo>
                      <a:pt x="377319" y="536763"/>
                    </a:lnTo>
                    <a:cubicBezTo>
                      <a:pt x="361093" y="536763"/>
                      <a:pt x="347817" y="523506"/>
                      <a:pt x="347817" y="507302"/>
                    </a:cubicBezTo>
                    <a:lnTo>
                      <a:pt x="347817" y="356680"/>
                    </a:lnTo>
                    <a:cubicBezTo>
                      <a:pt x="347817" y="283027"/>
                      <a:pt x="354086" y="225577"/>
                      <a:pt x="366994" y="184331"/>
                    </a:cubicBezTo>
                    <a:cubicBezTo>
                      <a:pt x="379532" y="142348"/>
                      <a:pt x="403871" y="104785"/>
                      <a:pt x="438537" y="71273"/>
                    </a:cubicBezTo>
                    <a:cubicBezTo>
                      <a:pt x="467670" y="43653"/>
                      <a:pt x="503073" y="20820"/>
                      <a:pt x="544376" y="3143"/>
                    </a:cubicBezTo>
                    <a:cubicBezTo>
                      <a:pt x="551752" y="-171"/>
                      <a:pt x="559589" y="-171"/>
                      <a:pt x="566457" y="2407"/>
                    </a:cubicBezTo>
                    <a:close/>
                    <a:moveTo>
                      <a:pt x="219410" y="1869"/>
                    </a:moveTo>
                    <a:cubicBezTo>
                      <a:pt x="226280" y="4447"/>
                      <a:pt x="232181" y="9603"/>
                      <a:pt x="235685" y="16784"/>
                    </a:cubicBezTo>
                    <a:lnTo>
                      <a:pt x="259659" y="67235"/>
                    </a:lnTo>
                    <a:cubicBezTo>
                      <a:pt x="266667" y="81965"/>
                      <a:pt x="260028" y="100378"/>
                      <a:pt x="244906" y="106638"/>
                    </a:cubicBezTo>
                    <a:cubicBezTo>
                      <a:pt x="209129" y="121737"/>
                      <a:pt x="182573" y="141623"/>
                      <a:pt x="164869" y="165560"/>
                    </a:cubicBezTo>
                    <a:cubicBezTo>
                      <a:pt x="143108" y="195389"/>
                      <a:pt x="131305" y="235160"/>
                      <a:pt x="130198" y="284875"/>
                    </a:cubicBezTo>
                    <a:lnTo>
                      <a:pt x="222776" y="284875"/>
                    </a:lnTo>
                    <a:cubicBezTo>
                      <a:pt x="239004" y="284875"/>
                      <a:pt x="252282" y="298132"/>
                      <a:pt x="252282" y="314336"/>
                    </a:cubicBezTo>
                    <a:lnTo>
                      <a:pt x="252282" y="507303"/>
                    </a:lnTo>
                    <a:cubicBezTo>
                      <a:pt x="252282" y="523506"/>
                      <a:pt x="239004" y="536763"/>
                      <a:pt x="222776" y="536763"/>
                    </a:cubicBezTo>
                    <a:lnTo>
                      <a:pt x="29507" y="536763"/>
                    </a:lnTo>
                    <a:cubicBezTo>
                      <a:pt x="13278" y="536763"/>
                      <a:pt x="0" y="523506"/>
                      <a:pt x="0" y="507303"/>
                    </a:cubicBezTo>
                    <a:lnTo>
                      <a:pt x="0" y="356685"/>
                    </a:lnTo>
                    <a:cubicBezTo>
                      <a:pt x="0" y="283402"/>
                      <a:pt x="7008" y="225954"/>
                      <a:pt x="19548" y="183604"/>
                    </a:cubicBezTo>
                    <a:cubicBezTo>
                      <a:pt x="32457" y="141991"/>
                      <a:pt x="56063" y="104061"/>
                      <a:pt x="91102" y="71286"/>
                    </a:cubicBezTo>
                    <a:cubicBezTo>
                      <a:pt x="119502" y="43298"/>
                      <a:pt x="155279" y="20098"/>
                      <a:pt x="197326" y="2422"/>
                    </a:cubicBezTo>
                    <a:cubicBezTo>
                      <a:pt x="204703" y="-708"/>
                      <a:pt x="212541" y="-708"/>
                      <a:pt x="219410" y="1869"/>
                    </a:cubicBezTo>
                    <a:close/>
                  </a:path>
                </a:pathLst>
              </a:custGeom>
              <a:solidFill>
                <a:schemeClr val="tx2"/>
              </a:solidFill>
              <a:ln w="19050">
                <a:noFill/>
              </a:ln>
            </p:spPr>
            <p:txBody>
              <a:bodyPr/>
              <a:lstStyle/>
              <a:p>
                <a:endParaRPr lang="zh-CN" altLang="en-US"/>
              </a:p>
            </p:txBody>
          </p:sp>
          <p:grpSp>
            <p:nvGrpSpPr>
              <p:cNvPr id="41" name="组合 40"/>
              <p:cNvGrpSpPr/>
              <p:nvPr/>
            </p:nvGrpSpPr>
            <p:grpSpPr>
              <a:xfrm>
                <a:off x="8773610" y="4948545"/>
                <a:ext cx="1207776" cy="1207776"/>
                <a:chOff x="8773610" y="4948545"/>
                <a:chExt cx="1207776" cy="1207776"/>
              </a:xfrm>
            </p:grpSpPr>
            <p:sp>
              <p:nvSpPr>
                <p:cNvPr id="42" name="user-avatar-profile_70039"/>
                <p:cNvSpPr>
                  <a:spLocks noChangeAspect="1"/>
                </p:cNvSpPr>
                <p:nvPr/>
              </p:nvSpPr>
              <p:spPr bwMode="auto">
                <a:xfrm>
                  <a:off x="9029637" y="5195701"/>
                  <a:ext cx="695721" cy="681063"/>
                </a:xfrm>
                <a:custGeom>
                  <a:avLst/>
                  <a:gdLst>
                    <a:gd name="T0" fmla="*/ 2895 w 12754"/>
                    <a:gd name="T1" fmla="*/ 3482 h 12486"/>
                    <a:gd name="T2" fmla="*/ 6377 w 12754"/>
                    <a:gd name="T3" fmla="*/ 0 h 12486"/>
                    <a:gd name="T4" fmla="*/ 9859 w 12754"/>
                    <a:gd name="T5" fmla="*/ 3482 h 12486"/>
                    <a:gd name="T6" fmla="*/ 6377 w 12754"/>
                    <a:gd name="T7" fmla="*/ 6963 h 12486"/>
                    <a:gd name="T8" fmla="*/ 2895 w 12754"/>
                    <a:gd name="T9" fmla="*/ 3482 h 12486"/>
                    <a:gd name="T10" fmla="*/ 0 w 12754"/>
                    <a:gd name="T11" fmla="*/ 12468 h 12486"/>
                    <a:gd name="T12" fmla="*/ 3586 w 12754"/>
                    <a:gd name="T13" fmla="*/ 7045 h 12486"/>
                    <a:gd name="T14" fmla="*/ 6377 w 12754"/>
                    <a:gd name="T15" fmla="*/ 8014 h 12486"/>
                    <a:gd name="T16" fmla="*/ 9182 w 12754"/>
                    <a:gd name="T17" fmla="*/ 7036 h 12486"/>
                    <a:gd name="T18" fmla="*/ 12754 w 12754"/>
                    <a:gd name="T19" fmla="*/ 12468 h 12486"/>
                    <a:gd name="T20" fmla="*/ 0 w 12754"/>
                    <a:gd name="T21" fmla="*/ 12468 h 12486"/>
                    <a:gd name="T22" fmla="*/ 0 w 12754"/>
                    <a:gd name="T23" fmla="*/ 12468 h 12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54" h="12486">
                      <a:moveTo>
                        <a:pt x="2895" y="3482"/>
                      </a:moveTo>
                      <a:cubicBezTo>
                        <a:pt x="2895" y="1562"/>
                        <a:pt x="4457" y="0"/>
                        <a:pt x="6377" y="0"/>
                      </a:cubicBezTo>
                      <a:cubicBezTo>
                        <a:pt x="8297" y="0"/>
                        <a:pt x="9859" y="1562"/>
                        <a:pt x="9859" y="3482"/>
                      </a:cubicBezTo>
                      <a:cubicBezTo>
                        <a:pt x="9859" y="5402"/>
                        <a:pt x="8297" y="6963"/>
                        <a:pt x="6377" y="6963"/>
                      </a:cubicBezTo>
                      <a:cubicBezTo>
                        <a:pt x="4457" y="6963"/>
                        <a:pt x="2895" y="5402"/>
                        <a:pt x="2895" y="3482"/>
                      </a:cubicBezTo>
                      <a:close/>
                      <a:moveTo>
                        <a:pt x="0" y="12468"/>
                      </a:moveTo>
                      <a:cubicBezTo>
                        <a:pt x="75" y="11626"/>
                        <a:pt x="479" y="8643"/>
                        <a:pt x="3586" y="7045"/>
                      </a:cubicBezTo>
                      <a:cubicBezTo>
                        <a:pt x="4356" y="7650"/>
                        <a:pt x="5324" y="8014"/>
                        <a:pt x="6377" y="8014"/>
                      </a:cubicBezTo>
                      <a:cubicBezTo>
                        <a:pt x="7436" y="8014"/>
                        <a:pt x="8409" y="7647"/>
                        <a:pt x="9182" y="7036"/>
                      </a:cubicBezTo>
                      <a:cubicBezTo>
                        <a:pt x="12302" y="8627"/>
                        <a:pt x="12678" y="11589"/>
                        <a:pt x="12754" y="12468"/>
                      </a:cubicBezTo>
                      <a:cubicBezTo>
                        <a:pt x="12736" y="12486"/>
                        <a:pt x="18" y="12470"/>
                        <a:pt x="0" y="12468"/>
                      </a:cubicBezTo>
                      <a:close/>
                      <a:moveTo>
                        <a:pt x="0" y="12468"/>
                      </a:moveTo>
                      <a:close/>
                    </a:path>
                  </a:pathLst>
                </a:custGeom>
                <a:solidFill>
                  <a:schemeClr val="tx2"/>
                </a:solidFill>
                <a:ln w="19050">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椭圆 42"/>
                <p:cNvSpPr/>
                <p:nvPr/>
              </p:nvSpPr>
              <p:spPr>
                <a:xfrm>
                  <a:off x="8773610" y="4948545"/>
                  <a:ext cx="1207776" cy="1207776"/>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32" name="组合 31"/>
            <p:cNvGrpSpPr/>
            <p:nvPr/>
          </p:nvGrpSpPr>
          <p:grpSpPr>
            <a:xfrm>
              <a:off x="5063215" y="5323480"/>
              <a:ext cx="3958353" cy="1107995"/>
              <a:chOff x="5092700" y="5454394"/>
              <a:chExt cx="3958353" cy="1107995"/>
            </a:xfrm>
          </p:grpSpPr>
          <p:sp>
            <p:nvSpPr>
              <p:cNvPr id="36" name="文本框 46"/>
              <p:cNvSpPr txBox="1"/>
              <p:nvPr/>
            </p:nvSpPr>
            <p:spPr>
              <a:xfrm>
                <a:off x="5092700" y="5823725"/>
                <a:ext cx="3958353"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a:t>
                </a:r>
                <a:endParaRPr lang="zh-CN" altLang="en-US" sz="1400" dirty="0">
                  <a:solidFill>
                    <a:schemeClr val="tx2">
                      <a:lumMod val="50000"/>
                    </a:schemeClr>
                  </a:solidFill>
                  <a:latin typeface="字魂58号-创中黑" panose="02000503000000000000" pitchFamily="2" charset="-122"/>
                  <a:ea typeface="字魂58号-创中黑" panose="02000503000000000000" pitchFamily="2" charset="-122"/>
                </a:endParaRPr>
              </a:p>
            </p:txBody>
          </p:sp>
          <p:sp>
            <p:nvSpPr>
              <p:cNvPr id="37" name="文本框 34"/>
              <p:cNvSpPr txBox="1"/>
              <p:nvPr/>
            </p:nvSpPr>
            <p:spPr>
              <a:xfrm>
                <a:off x="7476253" y="5454394"/>
                <a:ext cx="157480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solidFill>
                      <a:schemeClr val="tx2">
                        <a:lumMod val="50000"/>
                      </a:schemeClr>
                    </a:solidFill>
                    <a:latin typeface="思源黑体 CN Bold" panose="020B0800000000000000" pitchFamily="34" charset="-122"/>
                    <a:ea typeface="思源黑体 CN Bold" panose="020B0800000000000000" pitchFamily="34" charset="-122"/>
                  </a:rPr>
                  <a:t>输入标题</a:t>
                </a:r>
                <a:endParaRPr lang="zh-CN" altLang="en-US"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33" name="组合 32"/>
            <p:cNvGrpSpPr/>
            <p:nvPr/>
          </p:nvGrpSpPr>
          <p:grpSpPr>
            <a:xfrm>
              <a:off x="2126199" y="3018400"/>
              <a:ext cx="6895369" cy="1284264"/>
              <a:chOff x="2309039" y="1646807"/>
              <a:chExt cx="6895369" cy="1284264"/>
            </a:xfrm>
          </p:grpSpPr>
          <p:sp>
            <p:nvSpPr>
              <p:cNvPr id="34" name="文本框 27"/>
              <p:cNvSpPr txBox="1"/>
              <p:nvPr/>
            </p:nvSpPr>
            <p:spPr>
              <a:xfrm>
                <a:off x="2309039" y="1646807"/>
                <a:ext cx="542763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tx2">
                        <a:lumMod val="50000"/>
                      </a:schemeClr>
                    </a:solidFill>
                    <a:latin typeface="+mj-ea"/>
                    <a:ea typeface="+mj-ea"/>
                  </a:rPr>
                  <a:t>此处可以填写本段落核心或重要的总结语句。</a:t>
                </a:r>
                <a:endParaRPr lang="zh-CN" altLang="en-US" sz="2000" b="1" dirty="0">
                  <a:solidFill>
                    <a:schemeClr val="tx2">
                      <a:lumMod val="50000"/>
                    </a:schemeClr>
                  </a:solidFill>
                  <a:latin typeface="+mj-ea"/>
                  <a:ea typeface="+mj-ea"/>
                </a:endParaRPr>
              </a:p>
            </p:txBody>
          </p:sp>
          <p:sp>
            <p:nvSpPr>
              <p:cNvPr id="35" name="文本框 45"/>
              <p:cNvSpPr txBox="1"/>
              <p:nvPr/>
            </p:nvSpPr>
            <p:spPr>
              <a:xfrm>
                <a:off x="2309039" y="2100074"/>
                <a:ext cx="6895369"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elit. . Lorem ipsum dolor sit amet, consectetur adipiscing elit. Lorem ipsum dolor sit amet, consectetur adipiscing elit</a:t>
                </a:r>
                <a:endParaRPr lang="zh-CN" altLang="en-US" sz="1600" b="1"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083265" y="771054"/>
            <a:ext cx="9953306" cy="4907581"/>
            <a:chOff x="1083265" y="771054"/>
            <a:chExt cx="9953306" cy="4907581"/>
          </a:xfrm>
        </p:grpSpPr>
        <p:grpSp>
          <p:nvGrpSpPr>
            <p:cNvPr id="15" name="组合 14"/>
            <p:cNvGrpSpPr/>
            <p:nvPr/>
          </p:nvGrpSpPr>
          <p:grpSpPr>
            <a:xfrm>
              <a:off x="1991962" y="2442726"/>
              <a:ext cx="9044609" cy="2031325"/>
              <a:chOff x="1060924" y="2223871"/>
              <a:chExt cx="9044609" cy="2031325"/>
            </a:xfrm>
          </p:grpSpPr>
          <p:sp>
            <p:nvSpPr>
              <p:cNvPr id="5" name="文本框 4"/>
              <p:cNvSpPr txBox="1"/>
              <p:nvPr/>
            </p:nvSpPr>
            <p:spPr>
              <a:xfrm>
                <a:off x="3942858" y="2747091"/>
                <a:ext cx="6162675" cy="923330"/>
              </a:xfrm>
              <a:prstGeom prst="rect">
                <a:avLst/>
              </a:prstGeom>
              <a:noFill/>
            </p:spPr>
            <p:txBody>
              <a:bodyPr wrap="square" rtlCol="0">
                <a:spAutoFit/>
              </a:bodyPr>
              <a:lstStyle/>
              <a:p>
                <a:pPr algn="r"/>
                <a:r>
                  <a:rPr lang="zh-CN" altLang="en-US" sz="5400" dirty="0">
                    <a:solidFill>
                      <a:schemeClr val="tx2">
                        <a:lumMod val="50000"/>
                      </a:schemeClr>
                    </a:solidFill>
                    <a:latin typeface="+mj-ea"/>
                    <a:ea typeface="+mj-ea"/>
                  </a:rPr>
                  <a:t>谢谢观看 敬请指导</a:t>
                </a:r>
                <a:endParaRPr lang="zh-CN" altLang="en-US" sz="5400" dirty="0">
                  <a:solidFill>
                    <a:schemeClr val="tx2">
                      <a:lumMod val="50000"/>
                    </a:schemeClr>
                  </a:solidFill>
                  <a:latin typeface="+mj-ea"/>
                  <a:ea typeface="+mj-ea"/>
                </a:endParaRPr>
              </a:p>
            </p:txBody>
          </p:sp>
          <p:sp>
            <p:nvSpPr>
              <p:cNvPr id="6" name="文本框 5"/>
              <p:cNvSpPr txBox="1"/>
              <p:nvPr/>
            </p:nvSpPr>
            <p:spPr>
              <a:xfrm>
                <a:off x="5104908" y="2223871"/>
                <a:ext cx="5000625" cy="523220"/>
              </a:xfrm>
              <a:prstGeom prst="rect">
                <a:avLst/>
              </a:prstGeom>
              <a:noFill/>
            </p:spPr>
            <p:txBody>
              <a:bodyPr wrap="square" rtlCol="0">
                <a:spAutoFit/>
              </a:bodyPr>
              <a:lstStyle/>
              <a:p>
                <a:pPr algn="r"/>
                <a:r>
                  <a:rPr lang="en-US" altLang="zh-CN" sz="2800" dirty="0">
                    <a:solidFill>
                      <a:schemeClr val="tx2">
                        <a:lumMod val="50000"/>
                      </a:schemeClr>
                    </a:solidFill>
                    <a:latin typeface="思源黑体 CN Light" panose="020B0300000000000000" pitchFamily="34" charset="-122"/>
                    <a:ea typeface="思源黑体 CN Light" panose="020B0300000000000000" pitchFamily="34" charset="-122"/>
                  </a:rPr>
                  <a:t>Thanks for yourattention</a:t>
                </a:r>
                <a:endParaRPr lang="en-US" altLang="zh-CN" sz="2800" dirty="0">
                  <a:solidFill>
                    <a:schemeClr val="tx2">
                      <a:lumMod val="50000"/>
                    </a:schemeClr>
                  </a:solidFill>
                  <a:latin typeface="思源黑体 CN Light" panose="020B0300000000000000" pitchFamily="34" charset="-122"/>
                  <a:ea typeface="思源黑体 CN Light" panose="020B0300000000000000" pitchFamily="34" charset="-122"/>
                </a:endParaRPr>
              </a:p>
            </p:txBody>
          </p:sp>
          <p:sp>
            <p:nvSpPr>
              <p:cNvPr id="7" name="文本框 6"/>
              <p:cNvSpPr txBox="1"/>
              <p:nvPr/>
            </p:nvSpPr>
            <p:spPr>
              <a:xfrm>
                <a:off x="1060924" y="3670421"/>
                <a:ext cx="9044609" cy="584775"/>
              </a:xfrm>
              <a:prstGeom prst="rect">
                <a:avLst/>
              </a:prstGeom>
              <a:noFill/>
            </p:spPr>
            <p:txBody>
              <a:bodyPr wrap="square" rtlCol="0">
                <a:spAutoFit/>
              </a:bodyPr>
              <a:lstStyle/>
              <a:p>
                <a:pPr algn="r"/>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Lorem ipsum dolor sit amet, consectetur adipiscing elit.. Lorem ipsum dolor sit amet, consectetur adipiscing </a:t>
                </a:r>
                <a:r>
                  <a:rPr lang="en-US" altLang="zh-CN" sz="1600" dirty="0" err="1">
                    <a:solidFill>
                      <a:schemeClr val="tx2">
                        <a:lumMod val="50000"/>
                      </a:schemeClr>
                    </a:solidFill>
                    <a:latin typeface="字魂58号-创中黑" panose="02000503000000000000" pitchFamily="2" charset="-122"/>
                    <a:ea typeface="字魂58号-创中黑" panose="02000503000000000000" pitchFamily="2" charset="-122"/>
                  </a:rPr>
                  <a:t>elit..Lorem</a:t>
                </a:r>
                <a:r>
                  <a:rPr lang="en-US" altLang="zh-CN" sz="1600" dirty="0">
                    <a:solidFill>
                      <a:schemeClr val="tx2">
                        <a:lumMod val="50000"/>
                      </a:schemeClr>
                    </a:solidFill>
                    <a:latin typeface="字魂58号-创中黑" panose="02000503000000000000" pitchFamily="2" charset="-122"/>
                    <a:ea typeface="字魂58号-创中黑" panose="02000503000000000000" pitchFamily="2" charset="-122"/>
                  </a:rPr>
                  <a:t> ipsum dolor sit amet, consectetur adipiscing elit. </a:t>
                </a:r>
                <a:endParaRPr lang="zh-CN" altLang="en-US" sz="1600" dirty="0">
                  <a:solidFill>
                    <a:schemeClr val="tx2">
                      <a:lumMod val="50000"/>
                    </a:schemeClr>
                  </a:solidFill>
                  <a:latin typeface="字魂58号-创中黑" panose="02000503000000000000" pitchFamily="2" charset="-122"/>
                  <a:ea typeface="字魂58号-创中黑" panose="02000503000000000000" pitchFamily="2" charset="-122"/>
                </a:endParaRPr>
              </a:p>
            </p:txBody>
          </p:sp>
        </p:grpSp>
        <p:grpSp>
          <p:nvGrpSpPr>
            <p:cNvPr id="2" name="组合 1"/>
            <p:cNvGrpSpPr/>
            <p:nvPr/>
          </p:nvGrpSpPr>
          <p:grpSpPr>
            <a:xfrm>
              <a:off x="1083265" y="771054"/>
              <a:ext cx="3344535" cy="1970034"/>
              <a:chOff x="1083265" y="771054"/>
              <a:chExt cx="3344535" cy="1970034"/>
            </a:xfrm>
          </p:grpSpPr>
          <p:grpSp>
            <p:nvGrpSpPr>
              <p:cNvPr id="16" name="组合 15"/>
              <p:cNvGrpSpPr/>
              <p:nvPr/>
            </p:nvGrpSpPr>
            <p:grpSpPr>
              <a:xfrm flipH="1">
                <a:off x="1083265" y="771054"/>
                <a:ext cx="3344535" cy="1970034"/>
                <a:chOff x="7607432" y="911315"/>
                <a:chExt cx="3344535" cy="1970034"/>
              </a:xfrm>
            </p:grpSpPr>
            <p:grpSp>
              <p:nvGrpSpPr>
                <p:cNvPr id="12" name="组合 11"/>
                <p:cNvGrpSpPr/>
                <p:nvPr/>
              </p:nvGrpSpPr>
              <p:grpSpPr>
                <a:xfrm>
                  <a:off x="7812841" y="911315"/>
                  <a:ext cx="3139126" cy="1806692"/>
                  <a:chOff x="7305774" y="1197205"/>
                  <a:chExt cx="3139126" cy="1806692"/>
                </a:xfrm>
                <a:solidFill>
                  <a:schemeClr val="accent3">
                    <a:lumMod val="20000"/>
                    <a:lumOff val="80000"/>
                  </a:schemeClr>
                </a:solidFill>
              </p:grpSpPr>
              <p:sp>
                <p:nvSpPr>
                  <p:cNvPr id="13" name="矩形: 圆角 12"/>
                  <p:cNvSpPr/>
                  <p:nvPr/>
                </p:nvSpPr>
                <p:spPr>
                  <a:xfrm>
                    <a:off x="7305774" y="1197205"/>
                    <a:ext cx="3139126" cy="1480008"/>
                  </a:xfrm>
                  <a:prstGeom prst="roundRect">
                    <a:avLst>
                      <a:gd name="adj" fmla="val 1879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12569711">
                    <a:off x="7435741" y="2314886"/>
                    <a:ext cx="611869" cy="68901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7607432" y="1074657"/>
                  <a:ext cx="3139126" cy="1806692"/>
                  <a:chOff x="7305774" y="1197205"/>
                  <a:chExt cx="3139126" cy="1806692"/>
                </a:xfrm>
              </p:grpSpPr>
              <p:sp>
                <p:nvSpPr>
                  <p:cNvPr id="9" name="矩形: 圆角 8"/>
                  <p:cNvSpPr/>
                  <p:nvPr/>
                </p:nvSpPr>
                <p:spPr>
                  <a:xfrm>
                    <a:off x="7305774" y="1197205"/>
                    <a:ext cx="3139126" cy="1480008"/>
                  </a:xfrm>
                  <a:prstGeom prst="roundRect">
                    <a:avLst>
                      <a:gd name="adj" fmla="val 181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2569711">
                    <a:off x="7435741" y="2314886"/>
                    <a:ext cx="611869" cy="68901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8" name="文本框 17"/>
              <p:cNvSpPr txBox="1"/>
              <p:nvPr/>
            </p:nvSpPr>
            <p:spPr>
              <a:xfrm>
                <a:off x="1228014" y="1068064"/>
                <a:ext cx="3055038" cy="1200329"/>
              </a:xfrm>
              <a:prstGeom prst="rect">
                <a:avLst/>
              </a:prstGeom>
              <a:noFill/>
            </p:spPr>
            <p:txBody>
              <a:bodyPr wrap="square" rtlCol="0">
                <a:spAutoFit/>
              </a:bodyPr>
              <a:lstStyle/>
              <a:p>
                <a:pPr algn="ctr"/>
                <a:r>
                  <a:rPr lang="en-US" altLang="zh-CN" sz="7200" dirty="0">
                    <a:solidFill>
                      <a:schemeClr val="bg1"/>
                    </a:solidFill>
                    <a:latin typeface="+mj-ea"/>
                    <a:ea typeface="+mj-ea"/>
                  </a:rPr>
                  <a:t>Q&amp;A</a:t>
                </a:r>
                <a:endParaRPr lang="zh-CN" altLang="en-US" sz="7200" dirty="0">
                  <a:solidFill>
                    <a:schemeClr val="bg1"/>
                  </a:solidFill>
                  <a:latin typeface="+mj-ea"/>
                  <a:ea typeface="+mj-ea"/>
                </a:endParaRPr>
              </a:p>
            </p:txBody>
          </p:sp>
        </p:grpSp>
        <p:grpSp>
          <p:nvGrpSpPr>
            <p:cNvPr id="32" name="组合 31"/>
            <p:cNvGrpSpPr/>
            <p:nvPr/>
          </p:nvGrpSpPr>
          <p:grpSpPr>
            <a:xfrm>
              <a:off x="8218774" y="4711265"/>
              <a:ext cx="2676305" cy="153450"/>
              <a:chOff x="1452921" y="4456257"/>
              <a:chExt cx="2676305" cy="153450"/>
            </a:xfrm>
          </p:grpSpPr>
          <p:sp>
            <p:nvSpPr>
              <p:cNvPr id="19" name="椭圆 18"/>
              <p:cNvSpPr/>
              <p:nvPr/>
            </p:nvSpPr>
            <p:spPr>
              <a:xfrm>
                <a:off x="1909713" y="4458878"/>
                <a:ext cx="150829" cy="1508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52921" y="4456257"/>
                <a:ext cx="150829" cy="150829"/>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3" name="椭圆 22"/>
              <p:cNvSpPr/>
              <p:nvPr/>
            </p:nvSpPr>
            <p:spPr>
              <a:xfrm>
                <a:off x="3978397" y="4456257"/>
                <a:ext cx="150829" cy="150829"/>
              </a:xfrm>
              <a:prstGeom prst="ellipse">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 name="椭圆 23"/>
              <p:cNvSpPr/>
              <p:nvPr/>
            </p:nvSpPr>
            <p:spPr>
              <a:xfrm>
                <a:off x="3749797" y="4457372"/>
                <a:ext cx="150829" cy="15082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椭圆 24"/>
              <p:cNvSpPr/>
              <p:nvPr/>
            </p:nvSpPr>
            <p:spPr>
              <a:xfrm>
                <a:off x="1682912" y="4457372"/>
                <a:ext cx="150829" cy="15082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6" name="椭圆 25"/>
              <p:cNvSpPr/>
              <p:nvPr/>
            </p:nvSpPr>
            <p:spPr>
              <a:xfrm>
                <a:off x="3286955" y="4457372"/>
                <a:ext cx="150829" cy="150829"/>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7" name="椭圆 26"/>
              <p:cNvSpPr/>
              <p:nvPr/>
            </p:nvSpPr>
            <p:spPr>
              <a:xfrm>
                <a:off x="3515555" y="4457372"/>
                <a:ext cx="150829" cy="150829"/>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8" name="椭圆 27"/>
              <p:cNvSpPr/>
              <p:nvPr/>
            </p:nvSpPr>
            <p:spPr>
              <a:xfrm>
                <a:off x="3054563" y="4458878"/>
                <a:ext cx="150829" cy="150829"/>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椭圆 28"/>
              <p:cNvSpPr/>
              <p:nvPr/>
            </p:nvSpPr>
            <p:spPr>
              <a:xfrm>
                <a:off x="28241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0" name="椭圆 29"/>
              <p:cNvSpPr/>
              <p:nvPr/>
            </p:nvSpPr>
            <p:spPr>
              <a:xfrm>
                <a:off x="2595513" y="4458878"/>
                <a:ext cx="150829" cy="150829"/>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1" name="椭圆 30"/>
              <p:cNvSpPr/>
              <p:nvPr/>
            </p:nvSpPr>
            <p:spPr>
              <a:xfrm>
                <a:off x="2366913" y="4458878"/>
                <a:ext cx="150829" cy="150829"/>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1" name="椭圆 20"/>
              <p:cNvSpPr/>
              <p:nvPr/>
            </p:nvSpPr>
            <p:spPr>
              <a:xfrm>
                <a:off x="2138313" y="4458878"/>
                <a:ext cx="150829" cy="1508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圆角 34"/>
            <p:cNvSpPr/>
            <p:nvPr/>
          </p:nvSpPr>
          <p:spPr>
            <a:xfrm>
              <a:off x="8718323" y="5294164"/>
              <a:ext cx="2204186" cy="384471"/>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Data here</a:t>
              </a:r>
              <a:endParaRPr lang="zh-CN" altLang="en-US" b="1" dirty="0"/>
            </a:p>
          </p:txBody>
        </p:sp>
      </p:gr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ISLIDE.DIAGRAM" val="255826"/>
</p:tagLst>
</file>

<file path=ppt/tags/tag2.xml><?xml version="1.0" encoding="utf-8"?>
<p:tagLst xmlns:p="http://schemas.openxmlformats.org/presentationml/2006/main">
  <p:tag name="ISPRING_PRESENTATION_TITLE" val="毕业答辩1"/>
  <p:tag name="commondata" val="eyJoZGlkIjoiYjNkNDYxMmIwNmM5NTY2OTdkODYxNGM2OGY2YmI2OGYifQ=="/>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86F3D2"/>
      </a:accent1>
      <a:accent2>
        <a:srgbClr val="00B0C7"/>
      </a:accent2>
      <a:accent3>
        <a:srgbClr val="2D8AEF"/>
      </a:accent3>
      <a:accent4>
        <a:srgbClr val="8E94DA"/>
      </a:accent4>
      <a:accent5>
        <a:srgbClr val="9266EC"/>
      </a:accent5>
      <a:accent6>
        <a:srgbClr val="C9C9C9"/>
      </a:accent6>
      <a:hlink>
        <a:srgbClr val="86F3D2"/>
      </a:hlink>
      <a:folHlink>
        <a:srgbClr val="BFBFBF"/>
      </a:folHlink>
    </a:clrScheme>
    <a:fontScheme name="常用">
      <a:majorFont>
        <a:latin typeface="思源黑体 CN Bold"/>
        <a:ea typeface="思源黑体 CN Bold"/>
        <a:cs typeface=""/>
      </a:majorFont>
      <a:minorFont>
        <a:latin typeface="字魂58号-创中黑"/>
        <a:ea typeface="字魂58号-创中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86F3D2"/>
    </a:accent1>
    <a:accent2>
      <a:srgbClr val="00B0C7"/>
    </a:accent2>
    <a:accent3>
      <a:srgbClr val="2D8AEF"/>
    </a:accent3>
    <a:accent4>
      <a:srgbClr val="8E94DA"/>
    </a:accent4>
    <a:accent5>
      <a:srgbClr val="9266EC"/>
    </a:accent5>
    <a:accent6>
      <a:srgbClr val="C9C9C9"/>
    </a:accent6>
    <a:hlink>
      <a:srgbClr val="86F3D2"/>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11036</Words>
  <Application>WPS 演示</Application>
  <PresentationFormat>宽屏</PresentationFormat>
  <Paragraphs>592</Paragraphs>
  <Slides>23</Slides>
  <Notes>23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23</vt:i4>
      </vt:variant>
    </vt:vector>
  </HeadingPairs>
  <TitlesOfParts>
    <vt:vector size="34" baseType="lpstr">
      <vt:lpstr>Arial</vt:lpstr>
      <vt:lpstr>宋体</vt:lpstr>
      <vt:lpstr>Wingdings</vt:lpstr>
      <vt:lpstr>思源黑体 CN Light</vt:lpstr>
      <vt:lpstr>字魂58号-创中黑</vt:lpstr>
      <vt:lpstr>思源黑体 CN Bold</vt:lpstr>
      <vt:lpstr>微软雅黑</vt:lpstr>
      <vt:lpstr>Arial Unicode MS</vt:lpstr>
      <vt:lpstr>等线</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毕业答辩1</dc:title>
  <dc:creator>SXJ</dc:creator>
  <cp:lastModifiedBy>WPS_1646940955</cp:lastModifiedBy>
  <cp:revision>25</cp:revision>
  <dcterms:created xsi:type="dcterms:W3CDTF">2020-10-28T02:31:00Z</dcterms:created>
  <dcterms:modified xsi:type="dcterms:W3CDTF">2024-04-08T02:41:30Z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64861ED2FA0E4D46B989B9E5D7C4B3BE_12</vt:lpwstr>
  </property>
  <property fmtid="{D5CDD505-2E9C-101B-9397-08002B2CF9AE}" pid="3" name="KSOProductBuildVer">
    <vt:lpwstr>2052-12.1.0.16417</vt:lpwstr>
  </property>
</Properties>
</file>