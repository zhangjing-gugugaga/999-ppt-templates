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 id="2147483655" r:id="rId4"/>
  </p:sldMasterIdLst>
  <p:notesMasterIdLst>
    <p:notesMasterId r:id="rId6"/>
  </p:notesMasterIdLst>
  <p:sldIdLst>
    <p:sldId id="257" r:id="rId5"/>
    <p:sldId id="280" r:id="rId7"/>
    <p:sldId id="281" r:id="rId8"/>
    <p:sldId id="282" r:id="rId9"/>
    <p:sldId id="261" r:id="rId10"/>
    <p:sldId id="262" r:id="rId11"/>
    <p:sldId id="264" r:id="rId12"/>
    <p:sldId id="283" r:id="rId13"/>
    <p:sldId id="266" r:id="rId14"/>
    <p:sldId id="267" r:id="rId15"/>
    <p:sldId id="284" r:id="rId16"/>
    <p:sldId id="269" r:id="rId17"/>
    <p:sldId id="270" r:id="rId18"/>
    <p:sldId id="271" r:id="rId19"/>
    <p:sldId id="285" r:id="rId20"/>
    <p:sldId id="273" r:id="rId21"/>
    <p:sldId id="274" r:id="rId22"/>
    <p:sldId id="286" r:id="rId23"/>
    <p:sldId id="276" r:id="rId24"/>
    <p:sldId id="277" r:id="rId25"/>
    <p:sldId id="278" r:id="rId26"/>
    <p:sldId id="279" r:id="rId27"/>
    <p:sldId id="287" r:id="rId28"/>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990" autoAdjust="0"/>
  </p:normalViewPr>
  <p:slideViewPr>
    <p:cSldViewPr snapToGrid="0" showGuides="1">
      <p:cViewPr varScale="1">
        <p:scale>
          <a:sx n="70" d="100"/>
          <a:sy n="70" d="100"/>
        </p:scale>
        <p:origin x="480" y="58"/>
      </p:cViewPr>
      <p:guideLst>
        <p:guide orient="horz" pos="2160"/>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2" Type="http://schemas.openxmlformats.org/officeDocument/2006/relationships/tags" Target="tags/tag19.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华文新魏" panose="02010800040101010101"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华文新魏" panose="02010800040101010101" pitchFamily="2" charset="-122"/>
              </a:defRPr>
            </a:lvl1pPr>
          </a:lstStyle>
          <a:p>
            <a:fld id="{E4E714C6-FF51-4695-866B-CB53AA2C028C}"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华文新魏" panose="02010800040101010101"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华文新魏" panose="02010800040101010101" pitchFamily="2" charset="-122"/>
              </a:defRPr>
            </a:lvl1pPr>
          </a:lstStyle>
          <a:p>
            <a:fld id="{2F560454-6AA7-476C-BAAF-C75C26C3CD98}"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华文新魏" panose="02010800040101010101" pitchFamily="2" charset="-122"/>
        <a:cs typeface="+mn-cs"/>
      </a:defRPr>
    </a:lvl1pPr>
    <a:lvl2pPr marL="457200" algn="l" defTabSz="914400" rtl="0" eaLnBrk="1" latinLnBrk="0" hangingPunct="1">
      <a:defRPr sz="1200" kern="1200">
        <a:solidFill>
          <a:schemeClr val="tx1"/>
        </a:solidFill>
        <a:latin typeface="+mn-lt"/>
        <a:ea typeface="华文新魏" panose="02010800040101010101" pitchFamily="2" charset="-122"/>
        <a:cs typeface="+mn-cs"/>
      </a:defRPr>
    </a:lvl2pPr>
    <a:lvl3pPr marL="914400" algn="l" defTabSz="914400" rtl="0" eaLnBrk="1" latinLnBrk="0" hangingPunct="1">
      <a:defRPr sz="1200" kern="1200">
        <a:solidFill>
          <a:schemeClr val="tx1"/>
        </a:solidFill>
        <a:latin typeface="+mn-lt"/>
        <a:ea typeface="华文新魏" panose="02010800040101010101" pitchFamily="2" charset="-122"/>
        <a:cs typeface="+mn-cs"/>
      </a:defRPr>
    </a:lvl3pPr>
    <a:lvl4pPr marL="1371600" algn="l" defTabSz="914400" rtl="0" eaLnBrk="1" latinLnBrk="0" hangingPunct="1">
      <a:defRPr sz="1200" kern="1200">
        <a:solidFill>
          <a:schemeClr val="tx1"/>
        </a:solidFill>
        <a:latin typeface="+mn-lt"/>
        <a:ea typeface="华文新魏" panose="02010800040101010101" pitchFamily="2" charset="-122"/>
        <a:cs typeface="+mn-cs"/>
      </a:defRPr>
    </a:lvl4pPr>
    <a:lvl5pPr marL="1828800" algn="l" defTabSz="914400" rtl="0" eaLnBrk="1" latinLnBrk="0" hangingPunct="1">
      <a:defRPr sz="1200" kern="1200">
        <a:solidFill>
          <a:schemeClr val="tx1"/>
        </a:solidFill>
        <a:latin typeface="+mn-lt"/>
        <a:ea typeface="华文新魏" panose="0201080004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模板来自于：</a:t>
            </a:r>
            <a:r>
              <a:rPr lang="en-US" altLang="zh-CN" dirty="0"/>
              <a:t> </a:t>
            </a:r>
            <a:r>
              <a:rPr lang="zh-CN" altLang="en-US" dirty="0"/>
              <a:t>第一</a:t>
            </a:r>
            <a:r>
              <a:rPr lang="en-US" altLang="zh-CN" dirty="0"/>
              <a:t>PPT https://www.1ppt.com/</a:t>
            </a:r>
            <a:endParaRPr lang="en-US" altLang="zh-CN" dirty="0"/>
          </a:p>
          <a:p>
            <a:endParaRPr lang="en-US"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3D6FFB1-2C0F-46B5-AB8D-4BCEEF43ED1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47631A-AA36-467D-AA7E-095879DF7A27}" type="slidenum">
              <a:rPr lang="zh-CN" altLang="en-US" smtClean="0"/>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B1DE8927-3093-4C75-B56E-B1387F462AC5}" type="datetimeFigureOut">
              <a:rPr lang="zh-CN" altLang="en-US" smtClean="0"/>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9pPr>
          </a:lstStyle>
          <a:p>
            <a:r>
              <a:rPr lang="zh-CN" altLang="en-US" dirty="0">
                <a:ea typeface="华文新魏" panose="02010800040101010101" pitchFamily="2" charset="-122"/>
              </a:rPr>
              <a:t>单击此处编辑母版标题样式</a:t>
            </a:r>
            <a:endParaRPr lang="zh-CN" altLang="en-US" dirty="0">
              <a:ea typeface="华文新魏" panose="02010800040101010101" pitchFamily="2" charset="-122"/>
            </a:endParaRP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dirty="0">
                <a:ea typeface="华文新魏" panose="02010800040101010101" pitchFamily="2" charset="-122"/>
              </a:rPr>
              <a:t>单击此处编辑母版文本样式</a:t>
            </a:r>
            <a:endParaRPr lang="zh-CN" altLang="en-US" dirty="0">
              <a:ea typeface="华文新魏" panose="02010800040101010101" pitchFamily="2" charset="-122"/>
            </a:endParaRP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dirty="0">
                <a:ea typeface="华文新魏" panose="02010800040101010101" pitchFamily="2" charset="-122"/>
              </a:rPr>
              <a:t>单击此处编辑母版文本样式</a:t>
            </a:r>
            <a:endParaRPr lang="zh-CN" altLang="en-US" dirty="0">
              <a:ea typeface="华文新魏" panose="02010800040101010101" pitchFamily="2" charset="-122"/>
            </a:endParaRPr>
          </a:p>
          <a:p>
            <a:pPr lvl="1"/>
            <a:r>
              <a:rPr lang="zh-CN" altLang="en-US" dirty="0">
                <a:ea typeface="华文新魏" panose="02010800040101010101" pitchFamily="2" charset="-122"/>
              </a:rPr>
              <a:t>二级</a:t>
            </a:r>
            <a:endParaRPr lang="zh-CN" altLang="en-US" dirty="0">
              <a:ea typeface="华文新魏" panose="02010800040101010101" pitchFamily="2" charset="-122"/>
            </a:endParaRPr>
          </a:p>
          <a:p>
            <a:pPr lvl="2"/>
            <a:r>
              <a:rPr lang="zh-CN" altLang="en-US" dirty="0">
                <a:ea typeface="华文新魏" panose="02010800040101010101" pitchFamily="2" charset="-122"/>
              </a:rPr>
              <a:t>三级</a:t>
            </a:r>
            <a:endParaRPr lang="zh-CN" altLang="en-US" dirty="0">
              <a:ea typeface="华文新魏" panose="02010800040101010101" pitchFamily="2" charset="-122"/>
            </a:endParaRPr>
          </a:p>
          <a:p>
            <a:pPr lvl="3"/>
            <a:r>
              <a:rPr lang="zh-CN" altLang="en-US" dirty="0">
                <a:ea typeface="华文新魏" panose="02010800040101010101" pitchFamily="2" charset="-122"/>
              </a:rPr>
              <a:t>四级</a:t>
            </a:r>
            <a:endParaRPr lang="zh-CN" altLang="en-US" dirty="0">
              <a:ea typeface="华文新魏" panose="02010800040101010101" pitchFamily="2" charset="-122"/>
            </a:endParaRPr>
          </a:p>
          <a:p>
            <a:pPr lvl="4"/>
            <a:r>
              <a:rPr lang="zh-CN" altLang="en-US" dirty="0">
                <a:ea typeface="华文新魏" panose="02010800040101010101" pitchFamily="2" charset="-122"/>
              </a:rPr>
              <a:t>五级</a:t>
            </a:r>
            <a:endParaRPr lang="zh-CN" altLang="en-US" dirty="0">
              <a:ea typeface="华文新魏" panose="02010800040101010101" pitchFamily="2" charset="-122"/>
            </a:endParaRP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fld>
            <a:endParaRPr lang="zh-CN" altLang="en-US"/>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2_自定义版式">
    <p:spTree>
      <p:nvGrpSpPr>
        <p:cNvPr id="1" name=""/>
        <p:cNvGrpSpPr/>
        <p:nvPr/>
      </p:nvGrpSpPr>
      <p:grpSpPr>
        <a:xfrm>
          <a:off x="0" y="0"/>
          <a:ext cx="0" cy="0"/>
          <a:chOff x="0" y="0"/>
          <a:chExt cx="0" cy="0"/>
        </a:xfrm>
      </p:grpSpPr>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华文新魏" panose="02010800040101010101" pitchFamily="2" charset="-122"/>
              </a:defRPr>
            </a:lvl1pPr>
          </a:lstStyle>
          <a:p>
            <a:fld id="{33D6FFB1-2C0F-46B5-AB8D-4BCEEF43ED1C}"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华文新魏" panose="02010800040101010101" pitchFamily="2"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华文新魏" panose="02010800040101010101" pitchFamily="2" charset="-122"/>
              </a:defRPr>
            </a:lvl1pPr>
          </a:lstStyle>
          <a:p>
            <a:fld id="{C147631A-AA36-467D-AA7E-095879DF7A27}"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华文新魏" panose="0201080004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华文新魏"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华文新魏"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华文新魏"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华文新魏"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tags" Target="../tags/tag1.xml"/><Relationship Id="rId2" Type="http://schemas.openxmlformats.org/officeDocument/2006/relationships/image" Target="../media/image2.png"/><Relationship Id="rId10" Type="http://schemas.openxmlformats.org/officeDocument/2006/relationships/notesSlide" Target="../notesSlides/notesSlide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xml"/><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3.xml"/><Relationship Id="rId5" Type="http://schemas.openxmlformats.org/officeDocument/2006/relationships/image" Target="../media/image12.jpe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3.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3.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3.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3.xml"/><Relationship Id="rId4" Type="http://schemas.openxmlformats.org/officeDocument/2006/relationships/image" Target="../media/image15.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3.xml"/><Relationship Id="rId4" Type="http://schemas.openxmlformats.org/officeDocument/2006/relationships/image" Target="../media/image15.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3.xml"/><Relationship Id="rId4" Type="http://schemas.openxmlformats.org/officeDocument/2006/relationships/image" Target="../media/image15.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3.xml"/><Relationship Id="rId4" Type="http://schemas.openxmlformats.org/officeDocument/2006/relationships/image" Target="../media/image15.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3.xml"/><Relationship Id="rId4" Type="http://schemas.openxmlformats.org/officeDocument/2006/relationships/image" Target="../media/image16.jpe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10.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3.xml"/><Relationship Id="rId4" Type="http://schemas.openxmlformats.org/officeDocument/2006/relationships/image" Target="../media/image17.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11.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3.xml"/><Relationship Id="rId5" Type="http://schemas.openxmlformats.org/officeDocument/2006/relationships/tags" Target="../tags/tag13.xml"/><Relationship Id="rId4" Type="http://schemas.openxmlformats.org/officeDocument/2006/relationships/image" Target="../media/image18.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12.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3.xml"/><Relationship Id="rId5" Type="http://schemas.openxmlformats.org/officeDocument/2006/relationships/tags" Target="../tags/tag15.xml"/><Relationship Id="rId4" Type="http://schemas.openxmlformats.org/officeDocument/2006/relationships/image" Target="../media/image18.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3.xml"/><Relationship Id="rId5" Type="http://schemas.openxmlformats.org/officeDocument/2006/relationships/tags" Target="../tags/tag17.xml"/><Relationship Id="rId4" Type="http://schemas.openxmlformats.org/officeDocument/2006/relationships/image" Target="../media/image18.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3.xml"/><Relationship Id="rId4" Type="http://schemas.openxmlformats.org/officeDocument/2006/relationships/image" Target="../media/image17.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18.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7452" y="-13069"/>
            <a:ext cx="12184547" cy="6853807"/>
          </a:xfrm>
          <a:prstGeom prst="rect">
            <a:avLst/>
          </a:prstGeom>
        </p:spPr>
      </p:pic>
      <p:sp>
        <p:nvSpPr>
          <p:cNvPr id="24" name="矩形 23"/>
          <p:cNvSpPr/>
          <p:nvPr/>
        </p:nvSpPr>
        <p:spPr>
          <a:xfrm>
            <a:off x="1404620" y="3210809"/>
            <a:ext cx="8887460" cy="1014730"/>
          </a:xfrm>
          <a:prstGeom prst="rect">
            <a:avLst/>
          </a:prstGeom>
          <a:effectLst/>
        </p:spPr>
        <p:txBody>
          <a:bodyPr vert="horz" wrap="square" lIns="91440" tIns="45720" rIns="91440" bIns="45720">
            <a:spAutoFit/>
          </a:bodyPr>
          <a:lstStyle/>
          <a:p>
            <a:pPr algn="ctr" defTabSz="1218565"/>
            <a:r>
              <a:rPr lang="zh-CN" altLang="en-US" sz="6000" b="1" dirty="0">
                <a:solidFill>
                  <a:srgbClr val="D60000"/>
                </a:solidFill>
                <a:latin typeface="微软雅黑" panose="020B0503020204020204" pitchFamily="34" charset="-122"/>
                <a:ea typeface="微软雅黑" panose="020B0503020204020204" pitchFamily="34" charset="-122"/>
              </a:rPr>
              <a:t>中国共产党建党</a:t>
            </a:r>
            <a:r>
              <a:rPr lang="en-US" altLang="zh-CN" sz="6000" b="1" dirty="0">
                <a:solidFill>
                  <a:srgbClr val="D60000"/>
                </a:solidFill>
                <a:latin typeface="微软雅黑" panose="020B0503020204020204" pitchFamily="34" charset="-122"/>
                <a:ea typeface="微软雅黑" panose="020B0503020204020204" pitchFamily="34" charset="-122"/>
              </a:rPr>
              <a:t>100</a:t>
            </a:r>
            <a:r>
              <a:rPr lang="zh-CN" altLang="en-US" sz="6000" b="1" dirty="0">
                <a:solidFill>
                  <a:srgbClr val="D60000"/>
                </a:solidFill>
                <a:latin typeface="微软雅黑" panose="020B0503020204020204" pitchFamily="34" charset="-122"/>
                <a:ea typeface="微软雅黑" panose="020B0503020204020204" pitchFamily="34" charset="-122"/>
              </a:rPr>
              <a:t>周年</a:t>
            </a:r>
            <a:endParaRPr lang="zh-CN" altLang="en-US" sz="6000" b="1" dirty="0">
              <a:solidFill>
                <a:srgbClr val="D60000"/>
              </a:solidFill>
              <a:latin typeface="微软雅黑" panose="020B0503020204020204" pitchFamily="34" charset="-122"/>
              <a:ea typeface="微软雅黑" panose="020B0503020204020204" pitchFamily="34" charset="-122"/>
            </a:endParaRPr>
          </a:p>
        </p:txBody>
      </p:sp>
      <p:sp>
        <p:nvSpPr>
          <p:cNvPr id="26" name="矩形 25"/>
          <p:cNvSpPr/>
          <p:nvPr/>
        </p:nvSpPr>
        <p:spPr>
          <a:xfrm>
            <a:off x="3358538" y="4313710"/>
            <a:ext cx="5474923" cy="461665"/>
          </a:xfrm>
          <a:prstGeom prst="rect">
            <a:avLst/>
          </a:prstGeom>
          <a:ln>
            <a:solidFill>
              <a:srgbClr val="C00000"/>
            </a:solidFill>
          </a:ln>
        </p:spPr>
        <p:txBody>
          <a:bodyPr wrap="square">
            <a:spAutoFit/>
          </a:bodyPr>
          <a:lstStyle/>
          <a:p>
            <a:pPr algn="ctr"/>
            <a:r>
              <a:rPr lang="zh-CN" altLang="en-US" sz="2400" dirty="0">
                <a:solidFill>
                  <a:srgbClr val="D60000"/>
                </a:solidFill>
                <a:latin typeface="微软雅黑" panose="020B0503020204020204" pitchFamily="34" charset="-122"/>
                <a:ea typeface="微软雅黑" panose="020B0503020204020204" pitchFamily="34" charset="-122"/>
              </a:rPr>
              <a:t>在疫情中领悟党史 牢记初心使命</a:t>
            </a:r>
            <a:endParaRPr lang="zh-CN" altLang="en-US" sz="2400" dirty="0">
              <a:solidFill>
                <a:srgbClr val="D60000"/>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3301044" y="4819314"/>
            <a:ext cx="5569872" cy="328799"/>
            <a:chOff x="4255692" y="4201457"/>
            <a:chExt cx="4177404" cy="246599"/>
          </a:xfrm>
        </p:grpSpPr>
        <p:sp>
          <p:nvSpPr>
            <p:cNvPr id="28" name="矩形 27"/>
            <p:cNvSpPr/>
            <p:nvPr/>
          </p:nvSpPr>
          <p:spPr>
            <a:xfrm>
              <a:off x="4255692" y="4201457"/>
              <a:ext cx="1215718" cy="230833"/>
            </a:xfrm>
            <a:prstGeom prst="rect">
              <a:avLst/>
            </a:prstGeom>
          </p:spPr>
          <p:txBody>
            <a:bodyPr wrap="none">
              <a:spAutoFit/>
            </a:bodyPr>
            <a:lstStyle/>
            <a:p>
              <a:pPr algn="ctr"/>
              <a:r>
                <a:rPr lang="zh-CN" altLang="en-US" sz="1400">
                  <a:solidFill>
                    <a:srgbClr val="4B4B4B"/>
                  </a:solidFill>
                  <a:latin typeface="微软雅黑" panose="020B0503020204020204" pitchFamily="34" charset="-122"/>
                  <a:ea typeface="微软雅黑" panose="020B0503020204020204" pitchFamily="34" charset="-122"/>
                </a:rPr>
                <a:t>全面建成小康社会</a:t>
              </a:r>
              <a:endParaRPr lang="zh-CN" altLang="en-US" sz="1400">
                <a:solidFill>
                  <a:srgbClr val="4B4B4B"/>
                </a:solidFill>
                <a:latin typeface="微软雅黑" panose="020B0503020204020204" pitchFamily="34" charset="-122"/>
                <a:ea typeface="微软雅黑" panose="020B0503020204020204" pitchFamily="34" charset="-122"/>
              </a:endParaRPr>
            </a:p>
          </p:txBody>
        </p:sp>
        <p:sp>
          <p:nvSpPr>
            <p:cNvPr id="29" name="矩形 28"/>
            <p:cNvSpPr/>
            <p:nvPr/>
          </p:nvSpPr>
          <p:spPr>
            <a:xfrm>
              <a:off x="5453432" y="4217223"/>
              <a:ext cx="1426112" cy="230833"/>
            </a:xfrm>
            <a:prstGeom prst="rect">
              <a:avLst/>
            </a:prstGeom>
          </p:spPr>
          <p:txBody>
            <a:bodyPr wrap="none">
              <a:spAutoFit/>
            </a:bodyPr>
            <a:lstStyle/>
            <a:p>
              <a:pPr marL="228600" indent="-228600" algn="ctr">
                <a:buFont typeface="Wingdings" panose="05000000000000000000" pitchFamily="2" charset="2"/>
                <a:buChar char="l"/>
              </a:pPr>
              <a:r>
                <a:rPr lang="zh-CN" altLang="en-US" sz="1400">
                  <a:solidFill>
                    <a:srgbClr val="4B4B4B"/>
                  </a:solidFill>
                  <a:latin typeface="微软雅黑" panose="020B0503020204020204" pitchFamily="34" charset="-122"/>
                  <a:ea typeface="微软雅黑" panose="020B0503020204020204" pitchFamily="34" charset="-122"/>
                </a:rPr>
                <a:t> 中国特色社会主义</a:t>
              </a:r>
              <a:endParaRPr lang="zh-CN" altLang="en-US" sz="1400">
                <a:solidFill>
                  <a:srgbClr val="4B4B4B"/>
                </a:solidFill>
                <a:latin typeface="微软雅黑" panose="020B0503020204020204" pitchFamily="34" charset="-122"/>
                <a:ea typeface="微软雅黑" panose="020B0503020204020204" pitchFamily="34" charset="-122"/>
              </a:endParaRPr>
            </a:p>
          </p:txBody>
        </p:sp>
        <p:sp>
          <p:nvSpPr>
            <p:cNvPr id="30" name="矩形 29"/>
            <p:cNvSpPr/>
            <p:nvPr/>
          </p:nvSpPr>
          <p:spPr>
            <a:xfrm>
              <a:off x="6872332" y="4217223"/>
              <a:ext cx="1560764" cy="230833"/>
            </a:xfrm>
            <a:prstGeom prst="rect">
              <a:avLst/>
            </a:prstGeom>
          </p:spPr>
          <p:txBody>
            <a:bodyPr wrap="none">
              <a:spAutoFit/>
            </a:bodyPr>
            <a:lstStyle/>
            <a:p>
              <a:pPr marL="228600" indent="-228600" algn="ctr">
                <a:buFont typeface="Wingdings" panose="05000000000000000000" pitchFamily="2" charset="2"/>
                <a:buChar char="l"/>
              </a:pPr>
              <a:r>
                <a:rPr lang="zh-CN" altLang="en-US" sz="1400">
                  <a:solidFill>
                    <a:srgbClr val="4B4B4B"/>
                  </a:solidFill>
                  <a:latin typeface="微软雅黑" panose="020B0503020204020204" pitchFamily="34" charset="-122"/>
                  <a:ea typeface="微软雅黑" panose="020B0503020204020204" pitchFamily="34" charset="-122"/>
                </a:rPr>
                <a:t> 最广大人民根本利益</a:t>
              </a:r>
              <a:endParaRPr lang="zh-CN" altLang="en-US" sz="1400">
                <a:solidFill>
                  <a:srgbClr val="4B4B4B"/>
                </a:solidFill>
                <a:latin typeface="微软雅黑" panose="020B0503020204020204" pitchFamily="34" charset="-122"/>
                <a:ea typeface="微软雅黑" panose="020B0503020204020204" pitchFamily="34" charset="-122"/>
              </a:endParaRPr>
            </a:p>
          </p:txBody>
        </p:sp>
      </p:grpSp>
      <p:pic>
        <p:nvPicPr>
          <p:cNvPr id="4" name="图片 3"/>
          <p:cNvPicPr>
            <a:picLocks noChangeAspect="1"/>
          </p:cNvPicPr>
          <p:nvPr/>
        </p:nvPicPr>
        <p:blipFill>
          <a:blip r:embed="rId2" cstate="screen"/>
          <a:srcRect/>
          <a:stretch>
            <a:fillRect/>
          </a:stretch>
        </p:blipFill>
        <p:spPr>
          <a:xfrm>
            <a:off x="-80682" y="-80683"/>
            <a:ext cx="5755341" cy="1479177"/>
          </a:xfrm>
          <a:prstGeom prst="rect">
            <a:avLst/>
          </a:prstGeom>
        </p:spPr>
      </p:pic>
      <p:sp>
        <p:nvSpPr>
          <p:cNvPr id="17" name="Aitds7"/>
          <p:cNvSpPr/>
          <p:nvPr/>
        </p:nvSpPr>
        <p:spPr>
          <a:xfrm>
            <a:off x="1505721" y="965449"/>
            <a:ext cx="9180556" cy="2245360"/>
          </a:xfrm>
          <a:prstGeom prst="rect">
            <a:avLst/>
          </a:prstGeom>
          <a:ln>
            <a:noFill/>
          </a:ln>
          <a:effectLst>
            <a:outerShdw blurRad="50800" dist="38100" dir="8100000" algn="tr" rotWithShape="0">
              <a:prstClr val="black">
                <a:alpha val="40000"/>
              </a:prstClr>
            </a:outerShdw>
          </a:effectLst>
        </p:spPr>
        <p:txBody>
          <a:bodyPr wrap="square">
            <a:spAutoFit/>
          </a:bodyPr>
          <a:lstStyle/>
          <a:p>
            <a:pPr algn="just" defTabSz="914400"/>
            <a:r>
              <a:rPr lang="zh-CN" altLang="en-US" sz="14000" b="1" dirty="0">
                <a:ln w="38100">
                  <a:solidFill>
                    <a:schemeClr val="bg1"/>
                  </a:solidFill>
                </a:ln>
                <a:solidFill>
                  <a:srgbClr val="D40F0A"/>
                </a:solidFill>
                <a:latin typeface="华文新魏" panose="02010800040101010101" pitchFamily="2" charset="-122"/>
                <a:ea typeface="华文新魏" panose="02010800040101010101" pitchFamily="2" charset="-122"/>
              </a:rPr>
              <a:t>历史的轨迹</a:t>
            </a:r>
            <a:endParaRPr lang="zh-CN" altLang="en-US" sz="14000" b="1" dirty="0">
              <a:ln w="38100">
                <a:solidFill>
                  <a:schemeClr val="bg1"/>
                </a:solidFill>
              </a:ln>
              <a:solidFill>
                <a:srgbClr val="D40F0A"/>
              </a:solidFill>
              <a:latin typeface="华文新魏" panose="02010800040101010101" pitchFamily="2" charset="-122"/>
              <a:ea typeface="华文新魏" panose="02010800040101010101" pitchFamily="2" charset="-122"/>
            </a:endParaRPr>
          </a:p>
        </p:txBody>
      </p:sp>
      <p:pic>
        <p:nvPicPr>
          <p:cNvPr id="18" name="图片 17"/>
          <p:cNvPicPr>
            <a:picLocks noChangeAspect="1"/>
          </p:cNvPicPr>
          <p:nvPr/>
        </p:nvPicPr>
        <p:blipFill>
          <a:blip r:embed="rId3" cstate="screen"/>
          <a:srcRect t="44893" b="25028"/>
          <a:stretch>
            <a:fillRect/>
          </a:stretch>
        </p:blipFill>
        <p:spPr>
          <a:xfrm>
            <a:off x="0" y="4909512"/>
            <a:ext cx="12192000" cy="2062788"/>
          </a:xfrm>
          <a:prstGeom prst="rect">
            <a:avLst/>
          </a:prstGeom>
        </p:spPr>
      </p:pic>
      <p:pic>
        <p:nvPicPr>
          <p:cNvPr id="19" name="图片 18"/>
          <p:cNvPicPr>
            <a:picLocks noChangeAspect="1"/>
          </p:cNvPicPr>
          <p:nvPr/>
        </p:nvPicPr>
        <p:blipFill>
          <a:blip r:embed="rId4" cstate="screen"/>
          <a:stretch>
            <a:fillRect/>
          </a:stretch>
        </p:blipFill>
        <p:spPr>
          <a:xfrm>
            <a:off x="8445500" y="3097197"/>
            <a:ext cx="4013200" cy="3738323"/>
          </a:xfrm>
          <a:prstGeom prst="rect">
            <a:avLst/>
          </a:prstGeom>
        </p:spPr>
      </p:pic>
      <p:pic>
        <p:nvPicPr>
          <p:cNvPr id="20" name="图片 19"/>
          <p:cNvPicPr>
            <a:picLocks noChangeAspect="1"/>
          </p:cNvPicPr>
          <p:nvPr/>
        </p:nvPicPr>
        <p:blipFill>
          <a:blip r:embed="rId5" cstate="screen"/>
          <a:srcRect l="34848" t="3592" r="32576" b="21437"/>
          <a:stretch>
            <a:fillRect/>
          </a:stretch>
        </p:blipFill>
        <p:spPr>
          <a:xfrm flipH="1">
            <a:off x="-108953" y="3737811"/>
            <a:ext cx="2499530" cy="3235826"/>
          </a:xfrm>
          <a:prstGeom prst="rect">
            <a:avLst/>
          </a:prstGeom>
        </p:spPr>
      </p:pic>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4"/>
                                        </p:tgtEl>
                                        <p:attrNameLst>
                                          <p:attrName>ppt_y</p:attrName>
                                        </p:attrNameLst>
                                      </p:cBhvr>
                                      <p:tavLst>
                                        <p:tav tm="0">
                                          <p:val>
                                            <p:strVal val="#ppt_y"/>
                                          </p:val>
                                        </p:tav>
                                        <p:tav tm="100000">
                                          <p:val>
                                            <p:strVal val="#ppt_y"/>
                                          </p:val>
                                        </p:tav>
                                      </p:tavLst>
                                    </p:anim>
                                    <p:anim calcmode="lin" valueType="num">
                                      <p:cBhvr>
                                        <p:cTn id="9"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4"/>
                                        </p:tgtEl>
                                      </p:cBhvr>
                                    </p:animEffect>
                                  </p:childTnLst>
                                </p:cTn>
                              </p:par>
                            </p:childTnLst>
                          </p:cTn>
                        </p:par>
                        <p:par>
                          <p:cTn id="12" fill="hold">
                            <p:stCondLst>
                              <p:cond delay="1049"/>
                            </p:stCondLst>
                            <p:childTnLst>
                              <p:par>
                                <p:cTn id="13" presetID="10"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par>
                          <p:cTn id="16" fill="hold">
                            <p:stCondLst>
                              <p:cond delay="1549"/>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anim calcmode="lin" valueType="num">
                                      <p:cBhvr>
                                        <p:cTn id="23" dur="1000" fill="hold"/>
                                        <p:tgtEl>
                                          <p:spTgt spid="17"/>
                                        </p:tgtEl>
                                        <p:attrNameLst>
                                          <p:attrName>ppt_x</p:attrName>
                                        </p:attrNameLst>
                                      </p:cBhvr>
                                      <p:tavLst>
                                        <p:tav tm="0">
                                          <p:val>
                                            <p:strVal val="#ppt_x"/>
                                          </p:val>
                                        </p:tav>
                                        <p:tav tm="100000">
                                          <p:val>
                                            <p:strVal val="#ppt_x"/>
                                          </p:val>
                                        </p:tav>
                                      </p:tavLst>
                                    </p:anim>
                                    <p:anim calcmode="lin" valueType="num">
                                      <p:cBhvr>
                                        <p:cTn id="2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animBg="1"/>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 y="13027"/>
            <a:ext cx="12169588" cy="6845393"/>
          </a:xfrm>
          <a:prstGeom prst="rect">
            <a:avLst/>
          </a:prstGeom>
        </p:spPr>
      </p:pic>
      <p:pic>
        <p:nvPicPr>
          <p:cNvPr id="4" name="图片 3"/>
          <p:cNvPicPr>
            <a:picLocks noChangeAspect="1"/>
          </p:cNvPicPr>
          <p:nvPr/>
        </p:nvPicPr>
        <p:blipFill>
          <a:blip r:embed="rId2" cstate="screen"/>
          <a:srcRect/>
          <a:stretch>
            <a:fillRect/>
          </a:stretch>
        </p:blipFill>
        <p:spPr>
          <a:xfrm>
            <a:off x="-80682" y="-80683"/>
            <a:ext cx="5755341" cy="1479177"/>
          </a:xfrm>
          <a:prstGeom prst="rect">
            <a:avLst/>
          </a:prstGeom>
        </p:spPr>
      </p:pic>
      <p:sp>
        <p:nvSpPr>
          <p:cNvPr id="14" name="文本框 13"/>
          <p:cNvSpPr txBox="1"/>
          <p:nvPr/>
        </p:nvSpPr>
        <p:spPr>
          <a:xfrm>
            <a:off x="1505451" y="1870375"/>
            <a:ext cx="9181097" cy="2676525"/>
          </a:xfrm>
          <a:prstGeom prst="rect">
            <a:avLst/>
          </a:prstGeom>
          <a:noFill/>
        </p:spPr>
        <p:txBody>
          <a:bodyPr wrap="square" rtlCol="0">
            <a:spAutoFit/>
          </a:bodyPr>
          <a:lstStyle/>
          <a:p>
            <a:pPr indent="457200" defTabSz="913765">
              <a:lnSpc>
                <a:spcPct val="150000"/>
              </a:lnSpc>
            </a:pPr>
            <a:r>
              <a:rPr lang="zh-CN" altLang="en-US" sz="1600" dirty="0">
                <a:latin typeface="微软雅黑" panose="020B0503020204020204" pitchFamily="34" charset="-122"/>
                <a:ea typeface="微软雅黑" panose="020B0503020204020204" pitchFamily="34" charset="-122"/>
              </a:rPr>
              <a:t>所谓韧性，原初指的是物体受到外力冲击时变形但不易折断的属性，后引申为事物具有顽强持久的精神。中国共产党成立</a:t>
            </a:r>
            <a:r>
              <a:rPr lang="en-US" altLang="zh-CN" sz="1600" dirty="0">
                <a:latin typeface="微软雅黑" panose="020B0503020204020204" pitchFamily="34" charset="-122"/>
                <a:ea typeface="微软雅黑" panose="020B0503020204020204" pitchFamily="34" charset="-122"/>
              </a:rPr>
              <a:t>100</a:t>
            </a:r>
            <a:r>
              <a:rPr lang="zh-CN" altLang="en-US" sz="1600" dirty="0">
                <a:latin typeface="微软雅黑" panose="020B0503020204020204" pitchFamily="34" charset="-122"/>
                <a:ea typeface="微软雅黑" panose="020B0503020204020204" pitchFamily="34" charset="-122"/>
              </a:rPr>
              <a:t>年来，爬坡过坎、克难攻坚，但始终持守初心勇往前行，其奥秘主要在于其韧性：历经内外压力而仍能持续生存、生长并走向成熟，对外能及时适应瞬息万变的客观情势，对内能克服自身懈怠、自满、自足等不良状态，具有强大的弹性、抗逆力、复原力。时间维度的持续性和空间维度的相对恒稳性是衡量韧性的核心指标。概言之，中国共产党之所以能保持韧性，主要原因在于崇高的信仰信念支撑、一以贯之的强烈的忧患意识、不断进行自我革命的勇气、勤于学习善于学习的本领以及超强的凝聚人民及社会共识的能力等方面。</a:t>
            </a:r>
            <a:endParaRPr lang="zh-CN" altLang="en-US" sz="1600" dirty="0">
              <a:solidFill>
                <a:schemeClr val="bg1"/>
              </a:solidFill>
              <a:latin typeface="微软雅黑" panose="020B0503020204020204" pitchFamily="34" charset="-122"/>
              <a:ea typeface="微软雅黑" panose="020B0503020204020204" pitchFamily="34" charset="-122"/>
            </a:endParaRPr>
          </a:p>
        </p:txBody>
      </p:sp>
      <p:cxnSp>
        <p:nvCxnSpPr>
          <p:cNvPr id="17" name="PA-直接连接符 2"/>
          <p:cNvCxnSpPr/>
          <p:nvPr>
            <p:custDataLst>
              <p:tags r:id="rId3"/>
            </p:custDataLst>
          </p:nvPr>
        </p:nvCxnSpPr>
        <p:spPr>
          <a:xfrm>
            <a:off x="1271780" y="1583235"/>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191095" y="714543"/>
            <a:ext cx="1415772"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前言导读</a:t>
            </a:r>
            <a:endParaRPr lang="zh-CN" altLang="en-US" sz="2400" dirty="0">
              <a:solidFill>
                <a:srgbClr val="DB0816"/>
              </a:solidFill>
              <a:ea typeface="华文新魏" panose="02010800040101010101" pitchFamily="2" charset="-122"/>
            </a:endParaRPr>
          </a:p>
        </p:txBody>
      </p:sp>
      <p:pic>
        <p:nvPicPr>
          <p:cNvPr id="19" name="图片 18"/>
          <p:cNvPicPr>
            <a:picLocks noChangeAspect="1"/>
          </p:cNvPicPr>
          <p:nvPr/>
        </p:nvPicPr>
        <p:blipFill>
          <a:blip r:embed="rId4" cstate="screen"/>
          <a:stretch>
            <a:fillRect/>
          </a:stretch>
        </p:blipFill>
        <p:spPr>
          <a:xfrm>
            <a:off x="260310" y="431679"/>
            <a:ext cx="1017682" cy="821388"/>
          </a:xfrm>
          <a:prstGeom prst="rect">
            <a:avLst/>
          </a:prstGeom>
        </p:spPr>
      </p:pic>
      <p:pic>
        <p:nvPicPr>
          <p:cNvPr id="20" name="图片 19"/>
          <p:cNvPicPr>
            <a:picLocks noChangeAspect="1"/>
          </p:cNvPicPr>
          <p:nvPr/>
        </p:nvPicPr>
        <p:blipFill>
          <a:blip r:embed="rId5" cstate="screen"/>
          <a:srcRect/>
          <a:stretch>
            <a:fillRect/>
          </a:stretch>
        </p:blipFill>
        <p:spPr>
          <a:xfrm>
            <a:off x="10745694" y="761407"/>
            <a:ext cx="1020822" cy="1067224"/>
          </a:xfrm>
          <a:prstGeom prst="rect">
            <a:avLst/>
          </a:prstGeom>
        </p:spPr>
      </p:pic>
      <p:pic>
        <p:nvPicPr>
          <p:cNvPr id="21" name="图片 20"/>
          <p:cNvPicPr>
            <a:picLocks noChangeAspect="1"/>
          </p:cNvPicPr>
          <p:nvPr/>
        </p:nvPicPr>
        <p:blipFill>
          <a:blip r:embed="rId6" cstate="screen"/>
          <a:srcRect t="44893" b="25028"/>
          <a:stretch>
            <a:fillRect/>
          </a:stretch>
        </p:blipFill>
        <p:spPr>
          <a:xfrm>
            <a:off x="0" y="4909512"/>
            <a:ext cx="12192000" cy="2062788"/>
          </a:xfrm>
          <a:prstGeom prst="rect">
            <a:avLst/>
          </a:prstGeom>
        </p:spPr>
      </p:pic>
      <p:pic>
        <p:nvPicPr>
          <p:cNvPr id="22" name="图片 21"/>
          <p:cNvPicPr>
            <a:picLocks noChangeAspect="1"/>
          </p:cNvPicPr>
          <p:nvPr/>
        </p:nvPicPr>
        <p:blipFill>
          <a:blip r:embed="rId7" cstate="screen"/>
          <a:stretch>
            <a:fillRect/>
          </a:stretch>
        </p:blipFill>
        <p:spPr>
          <a:xfrm>
            <a:off x="8445500" y="3097197"/>
            <a:ext cx="4013200" cy="3738323"/>
          </a:xfrm>
          <a:prstGeom prst="rect">
            <a:avLst/>
          </a:prstGeom>
        </p:spPr>
      </p:pic>
      <p:pic>
        <p:nvPicPr>
          <p:cNvPr id="23" name="图片 22"/>
          <p:cNvPicPr>
            <a:picLocks noChangeAspect="1"/>
          </p:cNvPicPr>
          <p:nvPr/>
        </p:nvPicPr>
        <p:blipFill>
          <a:blip r:embed="rId8" cstate="screen"/>
          <a:srcRect l="34848" t="3592" r="32576" b="21437"/>
          <a:stretch>
            <a:fillRect/>
          </a:stretch>
        </p:blipFill>
        <p:spPr>
          <a:xfrm flipH="1">
            <a:off x="-108953" y="3737811"/>
            <a:ext cx="2499530" cy="3235826"/>
          </a:xfrm>
          <a:prstGeom prst="rect">
            <a:avLst/>
          </a:prstGeom>
        </p:spPr>
      </p:pic>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5528"/>
                                  </p:iterate>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4"/>
                                        </p:tgtEl>
                                        <p:attrNameLst>
                                          <p:attrName>ppt_y</p:attrName>
                                        </p:attrNameLst>
                                      </p:cBhvr>
                                      <p:tavLst>
                                        <p:tav tm="0">
                                          <p:val>
                                            <p:strVal val="#ppt_y"/>
                                          </p:val>
                                        </p:tav>
                                        <p:tav tm="100000">
                                          <p:val>
                                            <p:strVal val="#ppt_y"/>
                                          </p:val>
                                        </p:tav>
                                      </p:tavLst>
                                    </p:anim>
                                    <p:anim calcmode="lin" valueType="num">
                                      <p:cBhvr>
                                        <p:cTn id="9"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rcRect/>
          <a:stretch>
            <a:fillRect/>
          </a:stretch>
        </p:blipFill>
        <p:spPr>
          <a:xfrm>
            <a:off x="1" y="0"/>
            <a:ext cx="12169588" cy="6871447"/>
          </a:xfrm>
          <a:prstGeom prst="rect">
            <a:avLst/>
          </a:prstGeom>
        </p:spPr>
      </p:pic>
      <p:pic>
        <p:nvPicPr>
          <p:cNvPr id="11" name="图片 10"/>
          <p:cNvPicPr>
            <a:picLocks noChangeAspect="1"/>
          </p:cNvPicPr>
          <p:nvPr/>
        </p:nvPicPr>
        <p:blipFill>
          <a:blip r:embed="rId2"/>
          <a:stretch>
            <a:fillRect/>
          </a:stretch>
        </p:blipFill>
        <p:spPr>
          <a:xfrm>
            <a:off x="-16987" y="0"/>
            <a:ext cx="12192000" cy="6858000"/>
          </a:xfrm>
          <a:prstGeom prst="rect">
            <a:avLst/>
          </a:prstGeom>
        </p:spPr>
      </p:pic>
      <p:pic>
        <p:nvPicPr>
          <p:cNvPr id="4" name="图片 3"/>
          <p:cNvPicPr>
            <a:picLocks noChangeAspect="1"/>
          </p:cNvPicPr>
          <p:nvPr/>
        </p:nvPicPr>
        <p:blipFill>
          <a:blip r:embed="rId3" cstate="screen"/>
          <a:srcRect/>
          <a:stretch>
            <a:fillRect/>
          </a:stretch>
        </p:blipFill>
        <p:spPr>
          <a:xfrm>
            <a:off x="-119164" y="-80683"/>
            <a:ext cx="5755341" cy="1479177"/>
          </a:xfrm>
          <a:prstGeom prst="rect">
            <a:avLst/>
          </a:prstGeom>
        </p:spPr>
      </p:pic>
      <p:pic>
        <p:nvPicPr>
          <p:cNvPr id="19" name="图片 18"/>
          <p:cNvPicPr>
            <a:picLocks noChangeAspect="1"/>
          </p:cNvPicPr>
          <p:nvPr/>
        </p:nvPicPr>
        <p:blipFill>
          <a:blip r:embed="rId4" cstate="screen"/>
          <a:stretch>
            <a:fillRect/>
          </a:stretch>
        </p:blipFill>
        <p:spPr>
          <a:xfrm>
            <a:off x="1026793" y="929220"/>
            <a:ext cx="1017682" cy="821388"/>
          </a:xfrm>
          <a:prstGeom prst="rect">
            <a:avLst/>
          </a:prstGeom>
        </p:spPr>
      </p:pic>
      <p:sp>
        <p:nvSpPr>
          <p:cNvPr id="12" name="Aitds1"/>
          <p:cNvSpPr>
            <a:spLocks noChangeShapeType="1"/>
          </p:cNvSpPr>
          <p:nvPr/>
        </p:nvSpPr>
        <p:spPr bwMode="auto">
          <a:xfrm flipH="1">
            <a:off x="359018" y="1895976"/>
            <a:ext cx="11473964" cy="0"/>
          </a:xfrm>
          <a:prstGeom prst="line">
            <a:avLst/>
          </a:prstGeom>
          <a:noFill/>
          <a:ln w="19050" cap="flat">
            <a:solidFill>
              <a:srgbClr val="C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C00000"/>
              </a:solidFill>
              <a:effectLst/>
              <a:uLnTx/>
              <a:uFillTx/>
              <a:ea typeface="华文新魏" panose="02010800040101010101" pitchFamily="2" charset="-122"/>
            </a:endParaRPr>
          </a:p>
        </p:txBody>
      </p:sp>
      <p:sp>
        <p:nvSpPr>
          <p:cNvPr id="13" name="Aitds2"/>
          <p:cNvSpPr txBox="1"/>
          <p:nvPr/>
        </p:nvSpPr>
        <p:spPr>
          <a:xfrm>
            <a:off x="877516" y="789776"/>
            <a:ext cx="413850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B30D0F"/>
                </a:solidFill>
                <a:effectLst/>
                <a:uLnTx/>
                <a:uFillTx/>
                <a:ea typeface="华文新魏" panose="02010800040101010101" pitchFamily="2" charset="-122"/>
              </a:rPr>
              <a:t>目录</a:t>
            </a:r>
            <a:endParaRPr kumimoji="0" lang="en-US" altLang="zh-CN" sz="4400" b="1" i="0" u="none" strike="noStrike" kern="1200" cap="none" spc="0" normalizeH="0" baseline="0" noProof="0" dirty="0">
              <a:ln>
                <a:noFill/>
              </a:ln>
              <a:solidFill>
                <a:srgbClr val="B30D0F"/>
              </a:solidFill>
              <a:effectLst/>
              <a:uLnTx/>
              <a:uFillTx/>
              <a:ea typeface="华文新魏" panose="02010800040101010101" pitchFamily="2" charset="-122"/>
            </a:endParaRPr>
          </a:p>
          <a:p>
            <a:pPr marL="0" marR="0" lvl="0" indent="0" algn="ctr" defTabSz="914400" rtl="0" eaLnBrk="1" fontAlgn="auto" latinLnBrk="0" hangingPunct="1">
              <a:lnSpc>
                <a:spcPct val="100000"/>
              </a:lnSpc>
              <a:spcBef>
                <a:spcPct val="0"/>
              </a:spcBef>
              <a:spcAft>
                <a:spcPct val="0"/>
              </a:spcAft>
              <a:buClrTx/>
              <a:buSzTx/>
              <a:buFontTx/>
              <a:buNone/>
              <a:defRPr/>
            </a:pPr>
            <a:r>
              <a:rPr kumimoji="0" lang="en-US" sz="2800" b="0" i="0" u="none" strike="noStrike" kern="1200" cap="none" spc="0" normalizeH="0" baseline="0" noProof="0" dirty="0">
                <a:ln>
                  <a:noFill/>
                </a:ln>
                <a:solidFill>
                  <a:srgbClr val="B30D0F"/>
                </a:solidFill>
                <a:effectLst/>
                <a:uLnTx/>
                <a:uFillTx/>
                <a:ea typeface="华文新魏" panose="02010800040101010101" pitchFamily="2" charset="-122"/>
              </a:rPr>
              <a:t>CONTENT</a:t>
            </a:r>
            <a:endParaRPr kumimoji="0" lang="en-US" sz="2800" b="0" i="0" u="none" strike="noStrike" kern="1200" cap="none" spc="0" normalizeH="0" baseline="0" noProof="0" dirty="0">
              <a:ln>
                <a:noFill/>
              </a:ln>
              <a:solidFill>
                <a:srgbClr val="B30D0F"/>
              </a:solidFill>
              <a:effectLst/>
              <a:uLnTx/>
              <a:uFillTx/>
              <a:ea typeface="华文新魏" panose="02010800040101010101" pitchFamily="2" charset="-122"/>
            </a:endParaRPr>
          </a:p>
        </p:txBody>
      </p:sp>
      <p:sp>
        <p:nvSpPr>
          <p:cNvPr id="21" name="Aitds4"/>
          <p:cNvSpPr/>
          <p:nvPr/>
        </p:nvSpPr>
        <p:spPr bwMode="auto">
          <a:xfrm>
            <a:off x="2881095" y="1977925"/>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tx1"/>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22" name="Aitds5"/>
          <p:cNvSpPr/>
          <p:nvPr/>
        </p:nvSpPr>
        <p:spPr bwMode="auto">
          <a:xfrm>
            <a:off x="2758508" y="2044601"/>
            <a:ext cx="6774332" cy="456552"/>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noFill/>
          <a:ln w="10" cap="flat" cmpd="sng">
            <a:solidFill>
              <a:srgbClr val="C00000"/>
            </a:solidFill>
            <a:round/>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23" name="Aitds6"/>
          <p:cNvSpPr>
            <a:spLocks noChangeArrowheads="1"/>
          </p:cNvSpPr>
          <p:nvPr/>
        </p:nvSpPr>
        <p:spPr bwMode="auto">
          <a:xfrm>
            <a:off x="2945363" y="1977926"/>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24" name="Aitds7"/>
          <p:cNvSpPr txBox="1">
            <a:spLocks noChangeArrowheads="1"/>
          </p:cNvSpPr>
          <p:nvPr/>
        </p:nvSpPr>
        <p:spPr bwMode="auto">
          <a:xfrm>
            <a:off x="3026294" y="2010072"/>
            <a:ext cx="334029" cy="53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3000" b="1" i="0" u="none" strike="noStrike" kern="1200" cap="none" spc="0" normalizeH="0" baseline="0" noProof="0" dirty="0">
                <a:ln>
                  <a:noFill/>
                </a:ln>
                <a:solidFill>
                  <a:srgbClr val="FFFF00"/>
                </a:solidFill>
                <a:effectLst/>
                <a:uLnTx/>
                <a:uFillTx/>
                <a:ea typeface="华文新魏" panose="02010800040101010101" pitchFamily="2" charset="-122"/>
              </a:rPr>
              <a:t>1</a:t>
            </a:r>
            <a:endParaRPr kumimoji="0" lang="zh-CN" altLang="en-US" sz="3000" b="1" i="0" u="none" strike="noStrike" kern="1200" cap="none" spc="0" normalizeH="0" baseline="0" noProof="0" dirty="0">
              <a:ln>
                <a:noFill/>
              </a:ln>
              <a:solidFill>
                <a:srgbClr val="FFFF00"/>
              </a:solidFill>
              <a:effectLst/>
              <a:uLnTx/>
              <a:uFillTx/>
              <a:ea typeface="华文新魏" panose="02010800040101010101" pitchFamily="2" charset="-122"/>
            </a:endParaRPr>
          </a:p>
        </p:txBody>
      </p:sp>
      <p:sp>
        <p:nvSpPr>
          <p:cNvPr id="25" name="Aitds8"/>
          <p:cNvSpPr/>
          <p:nvPr/>
        </p:nvSpPr>
        <p:spPr bwMode="auto">
          <a:xfrm>
            <a:off x="2881095" y="2679651"/>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tx1"/>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26" name="Aitds9"/>
          <p:cNvSpPr/>
          <p:nvPr/>
        </p:nvSpPr>
        <p:spPr bwMode="auto">
          <a:xfrm>
            <a:off x="2758508" y="2746327"/>
            <a:ext cx="6774334" cy="46752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noFill/>
          <a:ln w="10" cap="flat" cmpd="sng">
            <a:solidFill>
              <a:srgbClr val="C00000"/>
            </a:solidFill>
            <a:round/>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27" name="Aitds10"/>
          <p:cNvSpPr>
            <a:spLocks noChangeArrowheads="1"/>
          </p:cNvSpPr>
          <p:nvPr/>
        </p:nvSpPr>
        <p:spPr bwMode="auto">
          <a:xfrm>
            <a:off x="2945363" y="2679652"/>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28" name="Aitds11"/>
          <p:cNvSpPr txBox="1">
            <a:spLocks noChangeArrowheads="1"/>
          </p:cNvSpPr>
          <p:nvPr/>
        </p:nvSpPr>
        <p:spPr bwMode="auto">
          <a:xfrm>
            <a:off x="3026294" y="2711798"/>
            <a:ext cx="343647" cy="53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3000" b="1" i="0" u="none" strike="noStrike" kern="1200" cap="none" spc="0" normalizeH="0" baseline="0" noProof="0" dirty="0">
                <a:ln>
                  <a:noFill/>
                </a:ln>
                <a:solidFill>
                  <a:srgbClr val="FFFF00"/>
                </a:solidFill>
                <a:effectLst/>
                <a:uLnTx/>
                <a:uFillTx/>
                <a:ea typeface="华文新魏" panose="02010800040101010101" pitchFamily="2" charset="-122"/>
              </a:rPr>
              <a:t>2</a:t>
            </a:r>
            <a:endParaRPr kumimoji="0" lang="zh-CN" altLang="en-US" sz="3000" b="1" i="0" u="none" strike="noStrike" kern="1200" cap="none" spc="0" normalizeH="0" baseline="0" noProof="0" dirty="0">
              <a:ln>
                <a:noFill/>
              </a:ln>
              <a:solidFill>
                <a:srgbClr val="FFFF00"/>
              </a:solidFill>
              <a:effectLst/>
              <a:uLnTx/>
              <a:uFillTx/>
              <a:ea typeface="华文新魏" panose="02010800040101010101" pitchFamily="2" charset="-122"/>
            </a:endParaRPr>
          </a:p>
        </p:txBody>
      </p:sp>
      <p:sp>
        <p:nvSpPr>
          <p:cNvPr id="29" name="Aitds12"/>
          <p:cNvSpPr/>
          <p:nvPr/>
        </p:nvSpPr>
        <p:spPr bwMode="auto">
          <a:xfrm>
            <a:off x="2881095" y="3358096"/>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tx1"/>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30" name="Aitds13"/>
          <p:cNvSpPr/>
          <p:nvPr/>
        </p:nvSpPr>
        <p:spPr bwMode="auto">
          <a:xfrm>
            <a:off x="2758507" y="3424772"/>
            <a:ext cx="6774333" cy="461428"/>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noFill/>
          <a:ln w="10" cap="flat" cmpd="sng">
            <a:solidFill>
              <a:srgbClr val="C00000"/>
            </a:solidFill>
            <a:round/>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31" name="Aitds14"/>
          <p:cNvSpPr>
            <a:spLocks noChangeArrowheads="1"/>
          </p:cNvSpPr>
          <p:nvPr/>
        </p:nvSpPr>
        <p:spPr bwMode="auto">
          <a:xfrm>
            <a:off x="2945363" y="3358097"/>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32" name="Aitds15"/>
          <p:cNvSpPr txBox="1">
            <a:spLocks noChangeArrowheads="1"/>
          </p:cNvSpPr>
          <p:nvPr/>
        </p:nvSpPr>
        <p:spPr bwMode="auto">
          <a:xfrm>
            <a:off x="3026294" y="3390243"/>
            <a:ext cx="340441" cy="53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3000" b="1" i="0" u="none" strike="noStrike" kern="1200" cap="none" spc="0" normalizeH="0" baseline="0" noProof="0" dirty="0">
                <a:ln>
                  <a:noFill/>
                </a:ln>
                <a:solidFill>
                  <a:srgbClr val="FFFF00"/>
                </a:solidFill>
                <a:effectLst/>
                <a:uLnTx/>
                <a:uFillTx/>
                <a:ea typeface="华文新魏" panose="02010800040101010101" pitchFamily="2" charset="-122"/>
              </a:rPr>
              <a:t>3</a:t>
            </a:r>
            <a:endParaRPr kumimoji="0" lang="zh-CN" altLang="en-US" sz="3000" b="1" i="0" u="none" strike="noStrike" kern="1200" cap="none" spc="0" normalizeH="0" baseline="0" noProof="0" dirty="0">
              <a:ln>
                <a:noFill/>
              </a:ln>
              <a:solidFill>
                <a:srgbClr val="FFFF00"/>
              </a:solidFill>
              <a:effectLst/>
              <a:uLnTx/>
              <a:uFillTx/>
              <a:ea typeface="华文新魏" panose="02010800040101010101" pitchFamily="2" charset="-122"/>
            </a:endParaRPr>
          </a:p>
        </p:txBody>
      </p:sp>
      <p:sp>
        <p:nvSpPr>
          <p:cNvPr id="33" name="Aitds19"/>
          <p:cNvSpPr txBox="1">
            <a:spLocks noChangeArrowheads="1"/>
          </p:cNvSpPr>
          <p:nvPr/>
        </p:nvSpPr>
        <p:spPr bwMode="auto">
          <a:xfrm>
            <a:off x="3672552" y="2127967"/>
            <a:ext cx="2446787" cy="37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lvl="0" eaLnBrk="1" hangingPunct="1">
              <a:defRPr/>
            </a:pPr>
            <a:r>
              <a:rPr lang="zh-CN" altLang="en-US" sz="2000" dirty="0">
                <a:solidFill>
                  <a:srgbClr val="C00000"/>
                </a:solidFill>
                <a:latin typeface="华文新魏" panose="02010800040101010101" pitchFamily="2" charset="-122"/>
                <a:ea typeface="华文新魏" panose="02010800040101010101" pitchFamily="2" charset="-122"/>
              </a:rPr>
              <a:t>崇高的信仰信念支撑</a:t>
            </a:r>
            <a:endParaRPr kumimoji="0" lang="zh-CN" altLang="en-US" sz="2000" i="0" u="none" strike="noStrike" kern="120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endParaRPr>
          </a:p>
        </p:txBody>
      </p:sp>
      <p:sp>
        <p:nvSpPr>
          <p:cNvPr id="34" name="Aitds20"/>
          <p:cNvSpPr txBox="1">
            <a:spLocks noChangeArrowheads="1"/>
          </p:cNvSpPr>
          <p:nvPr/>
        </p:nvSpPr>
        <p:spPr bwMode="auto">
          <a:xfrm>
            <a:off x="3672552" y="2817219"/>
            <a:ext cx="2446787" cy="37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lvl="0" eaLnBrk="1" hangingPunct="1">
              <a:defRPr/>
            </a:pPr>
            <a:r>
              <a:rPr lang="zh-CN" altLang="en-US" sz="2000" dirty="0">
                <a:solidFill>
                  <a:srgbClr val="C00000"/>
                </a:solidFill>
                <a:latin typeface="华文新魏" panose="02010800040101010101" pitchFamily="2" charset="-122"/>
                <a:ea typeface="华文新魏" panose="02010800040101010101" pitchFamily="2" charset="-122"/>
              </a:rPr>
              <a:t>一以贯之的忧患意识</a:t>
            </a:r>
            <a:endParaRPr kumimoji="0" lang="zh-CN" altLang="en-US" sz="2000" i="0" u="none" strike="noStrike" kern="120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endParaRPr>
          </a:p>
        </p:txBody>
      </p:sp>
      <p:sp>
        <p:nvSpPr>
          <p:cNvPr id="35" name="Aitds21"/>
          <p:cNvSpPr txBox="1">
            <a:spLocks noChangeArrowheads="1"/>
          </p:cNvSpPr>
          <p:nvPr/>
        </p:nvSpPr>
        <p:spPr bwMode="auto">
          <a:xfrm>
            <a:off x="3672552" y="3478268"/>
            <a:ext cx="2446787" cy="37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lvl="0"/>
            <a:r>
              <a:rPr lang="zh-CN" altLang="en-US" sz="2000" dirty="0">
                <a:solidFill>
                  <a:srgbClr val="C00000"/>
                </a:solidFill>
                <a:latin typeface="华文新魏" panose="02010800040101010101" pitchFamily="2" charset="-122"/>
                <a:ea typeface="华文新魏" panose="02010800040101010101" pitchFamily="2" charset="-122"/>
              </a:rPr>
              <a:t>不断自我革命的勇气</a:t>
            </a:r>
            <a:endParaRPr kumimoji="0" lang="zh-CN" altLang="en-US" sz="2000" i="0" u="none" strike="noStrike" kern="120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endParaRPr>
          </a:p>
        </p:txBody>
      </p:sp>
      <p:sp>
        <p:nvSpPr>
          <p:cNvPr id="36" name="Aitds8"/>
          <p:cNvSpPr/>
          <p:nvPr/>
        </p:nvSpPr>
        <p:spPr bwMode="auto">
          <a:xfrm>
            <a:off x="2881095" y="4039342"/>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tx1"/>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37" name="Aitds9"/>
          <p:cNvSpPr/>
          <p:nvPr/>
        </p:nvSpPr>
        <p:spPr bwMode="auto">
          <a:xfrm>
            <a:off x="2758508" y="4106018"/>
            <a:ext cx="6774334" cy="452535"/>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noFill/>
          <a:ln w="10" cap="flat" cmpd="sng">
            <a:solidFill>
              <a:srgbClr val="C00000"/>
            </a:solidFill>
            <a:round/>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38" name="Aitds10"/>
          <p:cNvSpPr>
            <a:spLocks noChangeArrowheads="1"/>
          </p:cNvSpPr>
          <p:nvPr/>
        </p:nvSpPr>
        <p:spPr bwMode="auto">
          <a:xfrm>
            <a:off x="2945363" y="4039343"/>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39" name="Aitds11"/>
          <p:cNvSpPr txBox="1">
            <a:spLocks noChangeArrowheads="1"/>
          </p:cNvSpPr>
          <p:nvPr/>
        </p:nvSpPr>
        <p:spPr bwMode="auto">
          <a:xfrm>
            <a:off x="3026294" y="4071489"/>
            <a:ext cx="343647" cy="53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3000" b="1" i="0" u="none" strike="noStrike" kern="1200" cap="none" spc="0" normalizeH="0" baseline="0" noProof="0" dirty="0">
                <a:ln>
                  <a:noFill/>
                </a:ln>
                <a:solidFill>
                  <a:srgbClr val="FFFF00"/>
                </a:solidFill>
                <a:effectLst/>
                <a:uLnTx/>
                <a:uFillTx/>
                <a:ea typeface="华文新魏" panose="02010800040101010101" pitchFamily="2" charset="-122"/>
              </a:rPr>
              <a:t>4</a:t>
            </a:r>
            <a:endParaRPr kumimoji="0" lang="zh-CN" altLang="en-US" sz="3000" b="1" i="0" u="none" strike="noStrike" kern="1200" cap="none" spc="0" normalizeH="0" baseline="0" noProof="0" dirty="0">
              <a:ln>
                <a:noFill/>
              </a:ln>
              <a:solidFill>
                <a:srgbClr val="FFFF00"/>
              </a:solidFill>
              <a:effectLst/>
              <a:uLnTx/>
              <a:uFillTx/>
              <a:ea typeface="华文新魏" panose="02010800040101010101" pitchFamily="2" charset="-122"/>
            </a:endParaRPr>
          </a:p>
        </p:txBody>
      </p:sp>
      <p:sp>
        <p:nvSpPr>
          <p:cNvPr id="40" name="Aitds12"/>
          <p:cNvSpPr/>
          <p:nvPr/>
        </p:nvSpPr>
        <p:spPr bwMode="auto">
          <a:xfrm>
            <a:off x="2881095" y="4717787"/>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tx1"/>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41" name="Aitds13"/>
          <p:cNvSpPr/>
          <p:nvPr/>
        </p:nvSpPr>
        <p:spPr bwMode="auto">
          <a:xfrm>
            <a:off x="2758507" y="4784463"/>
            <a:ext cx="6774333" cy="473337"/>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noFill/>
          <a:ln w="10" cap="flat" cmpd="sng">
            <a:solidFill>
              <a:srgbClr val="C00000"/>
            </a:solidFill>
            <a:round/>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42" name="Aitds14"/>
          <p:cNvSpPr>
            <a:spLocks noChangeArrowheads="1"/>
          </p:cNvSpPr>
          <p:nvPr/>
        </p:nvSpPr>
        <p:spPr bwMode="auto">
          <a:xfrm>
            <a:off x="2945363" y="4717788"/>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43" name="Aitds15"/>
          <p:cNvSpPr txBox="1">
            <a:spLocks noChangeArrowheads="1"/>
          </p:cNvSpPr>
          <p:nvPr/>
        </p:nvSpPr>
        <p:spPr bwMode="auto">
          <a:xfrm>
            <a:off x="3026294" y="4749934"/>
            <a:ext cx="340441" cy="53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3000" b="1" i="0" u="none" strike="noStrike" kern="1200" cap="none" spc="0" normalizeH="0" baseline="0" noProof="0" dirty="0">
                <a:ln>
                  <a:noFill/>
                </a:ln>
                <a:solidFill>
                  <a:srgbClr val="FFFF00"/>
                </a:solidFill>
                <a:effectLst/>
                <a:uLnTx/>
                <a:uFillTx/>
                <a:ea typeface="华文新魏" panose="02010800040101010101" pitchFamily="2" charset="-122"/>
              </a:rPr>
              <a:t>5</a:t>
            </a:r>
            <a:endParaRPr kumimoji="0" lang="zh-CN" altLang="en-US" sz="3000" b="1" i="0" u="none" strike="noStrike" kern="1200" cap="none" spc="0" normalizeH="0" baseline="0" noProof="0" dirty="0">
              <a:ln>
                <a:noFill/>
              </a:ln>
              <a:solidFill>
                <a:srgbClr val="FFFF00"/>
              </a:solidFill>
              <a:effectLst/>
              <a:uLnTx/>
              <a:uFillTx/>
              <a:ea typeface="华文新魏" panose="02010800040101010101" pitchFamily="2" charset="-122"/>
            </a:endParaRPr>
          </a:p>
        </p:txBody>
      </p:sp>
      <p:sp>
        <p:nvSpPr>
          <p:cNvPr id="44" name="Aitds20"/>
          <p:cNvSpPr txBox="1">
            <a:spLocks noChangeArrowheads="1"/>
          </p:cNvSpPr>
          <p:nvPr/>
        </p:nvSpPr>
        <p:spPr bwMode="auto">
          <a:xfrm>
            <a:off x="3672552" y="4188351"/>
            <a:ext cx="2959748" cy="37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lvl="0" eaLnBrk="1" hangingPunct="1">
              <a:defRPr/>
            </a:pPr>
            <a:r>
              <a:rPr lang="zh-CN" altLang="en-US" sz="2000" dirty="0">
                <a:solidFill>
                  <a:srgbClr val="C00000"/>
                </a:solidFill>
                <a:latin typeface="华文新魏" panose="02010800040101010101" pitchFamily="2" charset="-122"/>
                <a:ea typeface="华文新魏" panose="02010800040101010101" pitchFamily="2" charset="-122"/>
              </a:rPr>
              <a:t>勤于学习善于学习的本领</a:t>
            </a:r>
            <a:endParaRPr kumimoji="0" lang="zh-CN" altLang="en-US" sz="2000" i="0" u="none" strike="noStrike" kern="120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endParaRPr>
          </a:p>
        </p:txBody>
      </p:sp>
      <p:sp>
        <p:nvSpPr>
          <p:cNvPr id="45" name="Aitds21"/>
          <p:cNvSpPr txBox="1">
            <a:spLocks noChangeArrowheads="1"/>
          </p:cNvSpPr>
          <p:nvPr/>
        </p:nvSpPr>
        <p:spPr bwMode="auto">
          <a:xfrm>
            <a:off x="3672552" y="4859087"/>
            <a:ext cx="3985670" cy="37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lvl="0"/>
            <a:r>
              <a:rPr lang="zh-CN" altLang="en-US" sz="2000" dirty="0">
                <a:solidFill>
                  <a:srgbClr val="C00000"/>
                </a:solidFill>
                <a:latin typeface="华文新魏" panose="02010800040101010101" pitchFamily="2" charset="-122"/>
                <a:ea typeface="华文新魏" panose="02010800040101010101" pitchFamily="2" charset="-122"/>
              </a:rPr>
              <a:t>超强的凝聚人民及社会共识的能力</a:t>
            </a:r>
            <a:endParaRPr kumimoji="0" lang="zh-CN" altLang="en-US" sz="2000" i="0" u="none" strike="noStrike" kern="120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endParaRPr>
          </a:p>
        </p:txBody>
      </p:sp>
      <p:pic>
        <p:nvPicPr>
          <p:cNvPr id="46" name="图片 45"/>
          <p:cNvPicPr>
            <a:picLocks noChangeAspect="1"/>
          </p:cNvPicPr>
          <p:nvPr/>
        </p:nvPicPr>
        <p:blipFill>
          <a:blip r:embed="rId5" cstate="screen"/>
          <a:srcRect t="44893" b="25028"/>
          <a:stretch>
            <a:fillRect/>
          </a:stretch>
        </p:blipFill>
        <p:spPr>
          <a:xfrm>
            <a:off x="0" y="4909512"/>
            <a:ext cx="12192000" cy="2062788"/>
          </a:xfrm>
          <a:prstGeom prst="rect">
            <a:avLst/>
          </a:prstGeom>
        </p:spPr>
      </p:pic>
      <p:pic>
        <p:nvPicPr>
          <p:cNvPr id="47" name="图片 46"/>
          <p:cNvPicPr>
            <a:picLocks noChangeAspect="1"/>
          </p:cNvPicPr>
          <p:nvPr/>
        </p:nvPicPr>
        <p:blipFill>
          <a:blip r:embed="rId6" cstate="screen"/>
          <a:stretch>
            <a:fillRect/>
          </a:stretch>
        </p:blipFill>
        <p:spPr>
          <a:xfrm>
            <a:off x="8445500" y="3097197"/>
            <a:ext cx="4013200" cy="3738323"/>
          </a:xfrm>
          <a:prstGeom prst="rect">
            <a:avLst/>
          </a:prstGeom>
        </p:spPr>
      </p:pic>
      <p:pic>
        <p:nvPicPr>
          <p:cNvPr id="48" name="图片 47"/>
          <p:cNvPicPr>
            <a:picLocks noChangeAspect="1"/>
          </p:cNvPicPr>
          <p:nvPr/>
        </p:nvPicPr>
        <p:blipFill>
          <a:blip r:embed="rId7" cstate="screen"/>
          <a:srcRect l="34848" t="3592" r="32576" b="21437"/>
          <a:stretch>
            <a:fillRect/>
          </a:stretch>
        </p:blipFill>
        <p:spPr>
          <a:xfrm flipH="1">
            <a:off x="-108953" y="3737811"/>
            <a:ext cx="2499530" cy="3235826"/>
          </a:xfrm>
          <a:prstGeom prst="rect">
            <a:avLst/>
          </a:prstGeom>
        </p:spPr>
      </p:pic>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iterate type="lt">
                                    <p:tmPct val="10000"/>
                                  </p:iterate>
                                  <p:childTnLst>
                                    <p:set>
                                      <p:cBhvr>
                                        <p:cTn id="11" dur="1" fill="hold">
                                          <p:stCondLst>
                                            <p:cond delay="0"/>
                                          </p:stCondLst>
                                        </p:cTn>
                                        <p:tgtEl>
                                          <p:spTgt spid="13"/>
                                        </p:tgtEl>
                                        <p:attrNameLst>
                                          <p:attrName>style.visibility</p:attrName>
                                        </p:attrNameLst>
                                      </p:cBhvr>
                                      <p:to>
                                        <p:strVal val="visible"/>
                                      </p:to>
                                    </p:set>
                                    <p:anim calcmode="lin" valueType="num">
                                      <p:cBhvr>
                                        <p:cTn id="12" dur="300" fill="hold"/>
                                        <p:tgtEl>
                                          <p:spTgt spid="13"/>
                                        </p:tgtEl>
                                        <p:attrNameLst>
                                          <p:attrName>ppt_w</p:attrName>
                                        </p:attrNameLst>
                                      </p:cBhvr>
                                      <p:tavLst>
                                        <p:tav tm="0">
                                          <p:val>
                                            <p:fltVal val="0"/>
                                          </p:val>
                                        </p:tav>
                                        <p:tav tm="100000">
                                          <p:val>
                                            <p:strVal val="#ppt_w"/>
                                          </p:val>
                                        </p:tav>
                                      </p:tavLst>
                                    </p:anim>
                                    <p:anim calcmode="lin" valueType="num">
                                      <p:cBhvr>
                                        <p:cTn id="13" dur="300" fill="hold"/>
                                        <p:tgtEl>
                                          <p:spTgt spid="13"/>
                                        </p:tgtEl>
                                        <p:attrNameLst>
                                          <p:attrName>ppt_h</p:attrName>
                                        </p:attrNameLst>
                                      </p:cBhvr>
                                      <p:tavLst>
                                        <p:tav tm="0">
                                          <p:val>
                                            <p:fltVal val="0"/>
                                          </p:val>
                                        </p:tav>
                                        <p:tav tm="100000">
                                          <p:val>
                                            <p:strVal val="#ppt_h"/>
                                          </p:val>
                                        </p:tav>
                                      </p:tavLst>
                                    </p:anim>
                                    <p:animEffect transition="in" filter="fade">
                                      <p:cBhvr>
                                        <p:cTn id="14" dur="300"/>
                                        <p:tgtEl>
                                          <p:spTgt spid="13"/>
                                        </p:tgtEl>
                                      </p:cBhvr>
                                    </p:animEffect>
                                  </p:childTnLst>
                                </p:cTn>
                              </p:par>
                            </p:childTnLst>
                          </p:cTn>
                        </p:par>
                        <p:par>
                          <p:cTn id="15" fill="hold">
                            <p:stCondLst>
                              <p:cond delay="1039"/>
                            </p:stCondLst>
                            <p:childTnLst>
                              <p:par>
                                <p:cTn id="16" presetID="2" presetClass="entr" presetSubtype="12"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0-#ppt_w/2"/>
                                          </p:val>
                                        </p:tav>
                                        <p:tav tm="100000">
                                          <p:val>
                                            <p:strVal val="#ppt_x"/>
                                          </p:val>
                                        </p:tav>
                                      </p:tavLst>
                                    </p:anim>
                                    <p:anim calcmode="lin" valueType="num">
                                      <p:cBhvr additive="base">
                                        <p:cTn id="19" dur="500" fill="hold"/>
                                        <p:tgtEl>
                                          <p:spTgt spid="22"/>
                                        </p:tgtEl>
                                        <p:attrNameLst>
                                          <p:attrName>ppt_y</p:attrName>
                                        </p:attrNameLst>
                                      </p:cBhvr>
                                      <p:tavLst>
                                        <p:tav tm="0">
                                          <p:val>
                                            <p:strVal val="1+#ppt_h/2"/>
                                          </p:val>
                                        </p:tav>
                                        <p:tav tm="100000">
                                          <p:val>
                                            <p:strVal val="#ppt_y"/>
                                          </p:val>
                                        </p:tav>
                                      </p:tavLst>
                                    </p:anim>
                                  </p:childTnLst>
                                </p:cTn>
                              </p:par>
                            </p:childTnLst>
                          </p:cTn>
                        </p:par>
                        <p:par>
                          <p:cTn id="20" fill="hold">
                            <p:stCondLst>
                              <p:cond delay="1539"/>
                            </p:stCondLst>
                            <p:childTnLst>
                              <p:par>
                                <p:cTn id="21" presetID="22" presetClass="entr" presetSubtype="4"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down)">
                                      <p:cBhvr>
                                        <p:cTn id="23" dur="300"/>
                                        <p:tgtEl>
                                          <p:spTgt spid="21"/>
                                        </p:tgtEl>
                                      </p:cBhvr>
                                    </p:animEffect>
                                  </p:childTnLst>
                                </p:cTn>
                              </p:par>
                            </p:childTnLst>
                          </p:cTn>
                        </p:par>
                        <p:par>
                          <p:cTn id="24" fill="hold">
                            <p:stCondLst>
                              <p:cond delay="2039"/>
                            </p:stCondLst>
                            <p:childTnLst>
                              <p:par>
                                <p:cTn id="25" presetID="22" presetClass="entr" presetSubtype="1"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up)">
                                      <p:cBhvr>
                                        <p:cTn id="27" dur="500"/>
                                        <p:tgtEl>
                                          <p:spTgt spid="23"/>
                                        </p:tgtEl>
                                      </p:cBhvr>
                                    </p:animEffect>
                                  </p:childTnLst>
                                </p:cTn>
                              </p:par>
                            </p:childTnLst>
                          </p:cTn>
                        </p:par>
                        <p:par>
                          <p:cTn id="28" fill="hold">
                            <p:stCondLst>
                              <p:cond delay="2539"/>
                            </p:stCondLst>
                            <p:childTnLst>
                              <p:par>
                                <p:cTn id="29" presetID="31"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 calcmode="lin" valueType="num">
                                      <p:cBhvr>
                                        <p:cTn id="33" dur="500" fill="hold"/>
                                        <p:tgtEl>
                                          <p:spTgt spid="24"/>
                                        </p:tgtEl>
                                        <p:attrNameLst>
                                          <p:attrName>style.rotation</p:attrName>
                                        </p:attrNameLst>
                                      </p:cBhvr>
                                      <p:tavLst>
                                        <p:tav tm="0">
                                          <p:val>
                                            <p:fltVal val="90"/>
                                          </p:val>
                                        </p:tav>
                                        <p:tav tm="100000">
                                          <p:val>
                                            <p:fltVal val="0"/>
                                          </p:val>
                                        </p:tav>
                                      </p:tavLst>
                                    </p:anim>
                                    <p:animEffect transition="in" filter="fade">
                                      <p:cBhvr>
                                        <p:cTn id="34" dur="500"/>
                                        <p:tgtEl>
                                          <p:spTgt spid="24"/>
                                        </p:tgtEl>
                                      </p:cBhvr>
                                    </p:animEffect>
                                  </p:childTnLst>
                                </p:cTn>
                              </p:par>
                            </p:childTnLst>
                          </p:cTn>
                        </p:par>
                        <p:par>
                          <p:cTn id="35" fill="hold">
                            <p:stCondLst>
                              <p:cond delay="3039"/>
                            </p:stCondLst>
                            <p:childTnLst>
                              <p:par>
                                <p:cTn id="36" presetID="22" presetClass="entr" presetSubtype="8" fill="hold" grpId="0" nodeType="after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wipe(left)">
                                      <p:cBhvr>
                                        <p:cTn id="38" dur="500"/>
                                        <p:tgtEl>
                                          <p:spTgt spid="33"/>
                                        </p:tgtEl>
                                      </p:cBhvr>
                                    </p:animEffect>
                                  </p:childTnLst>
                                </p:cTn>
                              </p:par>
                            </p:childTnLst>
                          </p:cTn>
                        </p:par>
                        <p:par>
                          <p:cTn id="39" fill="hold">
                            <p:stCondLst>
                              <p:cond delay="3539"/>
                            </p:stCondLst>
                            <p:childTnLst>
                              <p:par>
                                <p:cTn id="40" presetID="2" presetClass="entr" presetSubtype="12"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anim calcmode="lin" valueType="num">
                                      <p:cBhvr additive="base">
                                        <p:cTn id="42" dur="500" fill="hold"/>
                                        <p:tgtEl>
                                          <p:spTgt spid="26"/>
                                        </p:tgtEl>
                                        <p:attrNameLst>
                                          <p:attrName>ppt_x</p:attrName>
                                        </p:attrNameLst>
                                      </p:cBhvr>
                                      <p:tavLst>
                                        <p:tav tm="0">
                                          <p:val>
                                            <p:strVal val="0-#ppt_w/2"/>
                                          </p:val>
                                        </p:tav>
                                        <p:tav tm="100000">
                                          <p:val>
                                            <p:strVal val="#ppt_x"/>
                                          </p:val>
                                        </p:tav>
                                      </p:tavLst>
                                    </p:anim>
                                    <p:anim calcmode="lin" valueType="num">
                                      <p:cBhvr additive="base">
                                        <p:cTn id="43" dur="500" fill="hold"/>
                                        <p:tgtEl>
                                          <p:spTgt spid="26"/>
                                        </p:tgtEl>
                                        <p:attrNameLst>
                                          <p:attrName>ppt_y</p:attrName>
                                        </p:attrNameLst>
                                      </p:cBhvr>
                                      <p:tavLst>
                                        <p:tav tm="0">
                                          <p:val>
                                            <p:strVal val="1+#ppt_h/2"/>
                                          </p:val>
                                        </p:tav>
                                        <p:tav tm="100000">
                                          <p:val>
                                            <p:strVal val="#ppt_y"/>
                                          </p:val>
                                        </p:tav>
                                      </p:tavLst>
                                    </p:anim>
                                  </p:childTnLst>
                                </p:cTn>
                              </p:par>
                            </p:childTnLst>
                          </p:cTn>
                        </p:par>
                        <p:par>
                          <p:cTn id="44" fill="hold">
                            <p:stCondLst>
                              <p:cond delay="4039"/>
                            </p:stCondLst>
                            <p:childTnLst>
                              <p:par>
                                <p:cTn id="45" presetID="22" presetClass="entr" presetSubtype="4"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down)">
                                      <p:cBhvr>
                                        <p:cTn id="47" dur="300"/>
                                        <p:tgtEl>
                                          <p:spTgt spid="25"/>
                                        </p:tgtEl>
                                      </p:cBhvr>
                                    </p:animEffect>
                                  </p:childTnLst>
                                </p:cTn>
                              </p:par>
                            </p:childTnLst>
                          </p:cTn>
                        </p:par>
                        <p:par>
                          <p:cTn id="48" fill="hold">
                            <p:stCondLst>
                              <p:cond delay="4539"/>
                            </p:stCondLst>
                            <p:childTnLst>
                              <p:par>
                                <p:cTn id="49" presetID="22" presetClass="entr" presetSubtype="1"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wipe(up)">
                                      <p:cBhvr>
                                        <p:cTn id="51" dur="500"/>
                                        <p:tgtEl>
                                          <p:spTgt spid="27"/>
                                        </p:tgtEl>
                                      </p:cBhvr>
                                    </p:animEffect>
                                  </p:childTnLst>
                                </p:cTn>
                              </p:par>
                            </p:childTnLst>
                          </p:cTn>
                        </p:par>
                        <p:par>
                          <p:cTn id="52" fill="hold">
                            <p:stCondLst>
                              <p:cond delay="5039"/>
                            </p:stCondLst>
                            <p:childTnLst>
                              <p:par>
                                <p:cTn id="53" presetID="31" presetClass="entr" presetSubtype="0" fill="hold" grpId="0" nodeType="afterEffect">
                                  <p:stCondLst>
                                    <p:cond delay="0"/>
                                  </p:stCondLst>
                                  <p:childTnLst>
                                    <p:set>
                                      <p:cBhvr>
                                        <p:cTn id="54" dur="1" fill="hold">
                                          <p:stCondLst>
                                            <p:cond delay="0"/>
                                          </p:stCondLst>
                                        </p:cTn>
                                        <p:tgtEl>
                                          <p:spTgt spid="28"/>
                                        </p:tgtEl>
                                        <p:attrNameLst>
                                          <p:attrName>style.visibility</p:attrName>
                                        </p:attrNameLst>
                                      </p:cBhvr>
                                      <p:to>
                                        <p:strVal val="visible"/>
                                      </p:to>
                                    </p:set>
                                    <p:anim calcmode="lin" valueType="num">
                                      <p:cBhvr>
                                        <p:cTn id="55" dur="500" fill="hold"/>
                                        <p:tgtEl>
                                          <p:spTgt spid="28"/>
                                        </p:tgtEl>
                                        <p:attrNameLst>
                                          <p:attrName>ppt_w</p:attrName>
                                        </p:attrNameLst>
                                      </p:cBhvr>
                                      <p:tavLst>
                                        <p:tav tm="0">
                                          <p:val>
                                            <p:fltVal val="0"/>
                                          </p:val>
                                        </p:tav>
                                        <p:tav tm="100000">
                                          <p:val>
                                            <p:strVal val="#ppt_w"/>
                                          </p:val>
                                        </p:tav>
                                      </p:tavLst>
                                    </p:anim>
                                    <p:anim calcmode="lin" valueType="num">
                                      <p:cBhvr>
                                        <p:cTn id="56" dur="500" fill="hold"/>
                                        <p:tgtEl>
                                          <p:spTgt spid="28"/>
                                        </p:tgtEl>
                                        <p:attrNameLst>
                                          <p:attrName>ppt_h</p:attrName>
                                        </p:attrNameLst>
                                      </p:cBhvr>
                                      <p:tavLst>
                                        <p:tav tm="0">
                                          <p:val>
                                            <p:fltVal val="0"/>
                                          </p:val>
                                        </p:tav>
                                        <p:tav tm="100000">
                                          <p:val>
                                            <p:strVal val="#ppt_h"/>
                                          </p:val>
                                        </p:tav>
                                      </p:tavLst>
                                    </p:anim>
                                    <p:anim calcmode="lin" valueType="num">
                                      <p:cBhvr>
                                        <p:cTn id="57" dur="500" fill="hold"/>
                                        <p:tgtEl>
                                          <p:spTgt spid="28"/>
                                        </p:tgtEl>
                                        <p:attrNameLst>
                                          <p:attrName>style.rotation</p:attrName>
                                        </p:attrNameLst>
                                      </p:cBhvr>
                                      <p:tavLst>
                                        <p:tav tm="0">
                                          <p:val>
                                            <p:fltVal val="90"/>
                                          </p:val>
                                        </p:tav>
                                        <p:tav tm="100000">
                                          <p:val>
                                            <p:fltVal val="0"/>
                                          </p:val>
                                        </p:tav>
                                      </p:tavLst>
                                    </p:anim>
                                    <p:animEffect transition="in" filter="fade">
                                      <p:cBhvr>
                                        <p:cTn id="58" dur="500"/>
                                        <p:tgtEl>
                                          <p:spTgt spid="28"/>
                                        </p:tgtEl>
                                      </p:cBhvr>
                                    </p:animEffect>
                                  </p:childTnLst>
                                </p:cTn>
                              </p:par>
                            </p:childTnLst>
                          </p:cTn>
                        </p:par>
                        <p:par>
                          <p:cTn id="59" fill="hold">
                            <p:stCondLst>
                              <p:cond delay="5539"/>
                            </p:stCondLst>
                            <p:childTnLst>
                              <p:par>
                                <p:cTn id="60" presetID="22" presetClass="entr" presetSubtype="8" fill="hold" grpId="0" nodeType="after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left)">
                                      <p:cBhvr>
                                        <p:cTn id="62" dur="500"/>
                                        <p:tgtEl>
                                          <p:spTgt spid="34"/>
                                        </p:tgtEl>
                                      </p:cBhvr>
                                    </p:animEffect>
                                  </p:childTnLst>
                                </p:cTn>
                              </p:par>
                            </p:childTnLst>
                          </p:cTn>
                        </p:par>
                        <p:par>
                          <p:cTn id="63" fill="hold">
                            <p:stCondLst>
                              <p:cond delay="6039"/>
                            </p:stCondLst>
                            <p:childTnLst>
                              <p:par>
                                <p:cTn id="64" presetID="2" presetClass="entr" presetSubtype="12" fill="hold" grpId="0" nodeType="afterEffect">
                                  <p:stCondLst>
                                    <p:cond delay="0"/>
                                  </p:stCondLst>
                                  <p:childTnLst>
                                    <p:set>
                                      <p:cBhvr>
                                        <p:cTn id="65" dur="1" fill="hold">
                                          <p:stCondLst>
                                            <p:cond delay="0"/>
                                          </p:stCondLst>
                                        </p:cTn>
                                        <p:tgtEl>
                                          <p:spTgt spid="30"/>
                                        </p:tgtEl>
                                        <p:attrNameLst>
                                          <p:attrName>style.visibility</p:attrName>
                                        </p:attrNameLst>
                                      </p:cBhvr>
                                      <p:to>
                                        <p:strVal val="visible"/>
                                      </p:to>
                                    </p:set>
                                    <p:anim calcmode="lin" valueType="num">
                                      <p:cBhvr additive="base">
                                        <p:cTn id="66" dur="500" fill="hold"/>
                                        <p:tgtEl>
                                          <p:spTgt spid="30"/>
                                        </p:tgtEl>
                                        <p:attrNameLst>
                                          <p:attrName>ppt_x</p:attrName>
                                        </p:attrNameLst>
                                      </p:cBhvr>
                                      <p:tavLst>
                                        <p:tav tm="0">
                                          <p:val>
                                            <p:strVal val="0-#ppt_w/2"/>
                                          </p:val>
                                        </p:tav>
                                        <p:tav tm="100000">
                                          <p:val>
                                            <p:strVal val="#ppt_x"/>
                                          </p:val>
                                        </p:tav>
                                      </p:tavLst>
                                    </p:anim>
                                    <p:anim calcmode="lin" valueType="num">
                                      <p:cBhvr additive="base">
                                        <p:cTn id="67" dur="500" fill="hold"/>
                                        <p:tgtEl>
                                          <p:spTgt spid="30"/>
                                        </p:tgtEl>
                                        <p:attrNameLst>
                                          <p:attrName>ppt_y</p:attrName>
                                        </p:attrNameLst>
                                      </p:cBhvr>
                                      <p:tavLst>
                                        <p:tav tm="0">
                                          <p:val>
                                            <p:strVal val="1+#ppt_h/2"/>
                                          </p:val>
                                        </p:tav>
                                        <p:tav tm="100000">
                                          <p:val>
                                            <p:strVal val="#ppt_y"/>
                                          </p:val>
                                        </p:tav>
                                      </p:tavLst>
                                    </p:anim>
                                  </p:childTnLst>
                                </p:cTn>
                              </p:par>
                            </p:childTnLst>
                          </p:cTn>
                        </p:par>
                        <p:par>
                          <p:cTn id="68" fill="hold">
                            <p:stCondLst>
                              <p:cond delay="6539"/>
                            </p:stCondLst>
                            <p:childTnLst>
                              <p:par>
                                <p:cTn id="69" presetID="22" presetClass="entr" presetSubtype="4" fill="hold" grpId="0" nodeType="after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wipe(down)">
                                      <p:cBhvr>
                                        <p:cTn id="71" dur="300"/>
                                        <p:tgtEl>
                                          <p:spTgt spid="29"/>
                                        </p:tgtEl>
                                      </p:cBhvr>
                                    </p:animEffect>
                                  </p:childTnLst>
                                </p:cTn>
                              </p:par>
                            </p:childTnLst>
                          </p:cTn>
                        </p:par>
                        <p:par>
                          <p:cTn id="72" fill="hold">
                            <p:stCondLst>
                              <p:cond delay="7039"/>
                            </p:stCondLst>
                            <p:childTnLst>
                              <p:par>
                                <p:cTn id="73" presetID="22" presetClass="entr" presetSubtype="1" fill="hold" grpId="0" nodeType="after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wipe(up)">
                                      <p:cBhvr>
                                        <p:cTn id="75" dur="500"/>
                                        <p:tgtEl>
                                          <p:spTgt spid="31"/>
                                        </p:tgtEl>
                                      </p:cBhvr>
                                    </p:animEffect>
                                  </p:childTnLst>
                                </p:cTn>
                              </p:par>
                            </p:childTnLst>
                          </p:cTn>
                        </p:par>
                        <p:par>
                          <p:cTn id="76" fill="hold">
                            <p:stCondLst>
                              <p:cond delay="7539"/>
                            </p:stCondLst>
                            <p:childTnLst>
                              <p:par>
                                <p:cTn id="77" presetID="31" presetClass="entr" presetSubtype="0" fill="hold" grpId="0" nodeType="afterEffect">
                                  <p:stCondLst>
                                    <p:cond delay="0"/>
                                  </p:stCondLst>
                                  <p:childTnLst>
                                    <p:set>
                                      <p:cBhvr>
                                        <p:cTn id="78" dur="1" fill="hold">
                                          <p:stCondLst>
                                            <p:cond delay="0"/>
                                          </p:stCondLst>
                                        </p:cTn>
                                        <p:tgtEl>
                                          <p:spTgt spid="32"/>
                                        </p:tgtEl>
                                        <p:attrNameLst>
                                          <p:attrName>style.visibility</p:attrName>
                                        </p:attrNameLst>
                                      </p:cBhvr>
                                      <p:to>
                                        <p:strVal val="visible"/>
                                      </p:to>
                                    </p:set>
                                    <p:anim calcmode="lin" valueType="num">
                                      <p:cBhvr>
                                        <p:cTn id="79" dur="500" fill="hold"/>
                                        <p:tgtEl>
                                          <p:spTgt spid="32"/>
                                        </p:tgtEl>
                                        <p:attrNameLst>
                                          <p:attrName>ppt_w</p:attrName>
                                        </p:attrNameLst>
                                      </p:cBhvr>
                                      <p:tavLst>
                                        <p:tav tm="0">
                                          <p:val>
                                            <p:fltVal val="0"/>
                                          </p:val>
                                        </p:tav>
                                        <p:tav tm="100000">
                                          <p:val>
                                            <p:strVal val="#ppt_w"/>
                                          </p:val>
                                        </p:tav>
                                      </p:tavLst>
                                    </p:anim>
                                    <p:anim calcmode="lin" valueType="num">
                                      <p:cBhvr>
                                        <p:cTn id="80" dur="500" fill="hold"/>
                                        <p:tgtEl>
                                          <p:spTgt spid="32"/>
                                        </p:tgtEl>
                                        <p:attrNameLst>
                                          <p:attrName>ppt_h</p:attrName>
                                        </p:attrNameLst>
                                      </p:cBhvr>
                                      <p:tavLst>
                                        <p:tav tm="0">
                                          <p:val>
                                            <p:fltVal val="0"/>
                                          </p:val>
                                        </p:tav>
                                        <p:tav tm="100000">
                                          <p:val>
                                            <p:strVal val="#ppt_h"/>
                                          </p:val>
                                        </p:tav>
                                      </p:tavLst>
                                    </p:anim>
                                    <p:anim calcmode="lin" valueType="num">
                                      <p:cBhvr>
                                        <p:cTn id="81" dur="500" fill="hold"/>
                                        <p:tgtEl>
                                          <p:spTgt spid="32"/>
                                        </p:tgtEl>
                                        <p:attrNameLst>
                                          <p:attrName>style.rotation</p:attrName>
                                        </p:attrNameLst>
                                      </p:cBhvr>
                                      <p:tavLst>
                                        <p:tav tm="0">
                                          <p:val>
                                            <p:fltVal val="90"/>
                                          </p:val>
                                        </p:tav>
                                        <p:tav tm="100000">
                                          <p:val>
                                            <p:fltVal val="0"/>
                                          </p:val>
                                        </p:tav>
                                      </p:tavLst>
                                    </p:anim>
                                    <p:animEffect transition="in" filter="fade">
                                      <p:cBhvr>
                                        <p:cTn id="82" dur="500"/>
                                        <p:tgtEl>
                                          <p:spTgt spid="32"/>
                                        </p:tgtEl>
                                      </p:cBhvr>
                                    </p:animEffect>
                                  </p:childTnLst>
                                </p:cTn>
                              </p:par>
                            </p:childTnLst>
                          </p:cTn>
                        </p:par>
                        <p:par>
                          <p:cTn id="83" fill="hold">
                            <p:stCondLst>
                              <p:cond delay="8039"/>
                            </p:stCondLst>
                            <p:childTnLst>
                              <p:par>
                                <p:cTn id="84" presetID="22" presetClass="entr" presetSubtype="8" fill="hold" grpId="0" nodeType="after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wipe(left)">
                                      <p:cBhvr>
                                        <p:cTn id="86" dur="500"/>
                                        <p:tgtEl>
                                          <p:spTgt spid="35"/>
                                        </p:tgtEl>
                                      </p:cBhvr>
                                    </p:animEffect>
                                  </p:childTnLst>
                                </p:cTn>
                              </p:par>
                            </p:childTnLst>
                          </p:cTn>
                        </p:par>
                        <p:par>
                          <p:cTn id="87" fill="hold">
                            <p:stCondLst>
                              <p:cond delay="8539"/>
                            </p:stCondLst>
                            <p:childTnLst>
                              <p:par>
                                <p:cTn id="88" presetID="2" presetClass="entr" presetSubtype="12" fill="hold" grpId="0" nodeType="afterEffect">
                                  <p:stCondLst>
                                    <p:cond delay="0"/>
                                  </p:stCondLst>
                                  <p:childTnLst>
                                    <p:set>
                                      <p:cBhvr>
                                        <p:cTn id="89" dur="1" fill="hold">
                                          <p:stCondLst>
                                            <p:cond delay="0"/>
                                          </p:stCondLst>
                                        </p:cTn>
                                        <p:tgtEl>
                                          <p:spTgt spid="37"/>
                                        </p:tgtEl>
                                        <p:attrNameLst>
                                          <p:attrName>style.visibility</p:attrName>
                                        </p:attrNameLst>
                                      </p:cBhvr>
                                      <p:to>
                                        <p:strVal val="visible"/>
                                      </p:to>
                                    </p:set>
                                    <p:anim calcmode="lin" valueType="num">
                                      <p:cBhvr additive="base">
                                        <p:cTn id="90" dur="500" fill="hold"/>
                                        <p:tgtEl>
                                          <p:spTgt spid="37"/>
                                        </p:tgtEl>
                                        <p:attrNameLst>
                                          <p:attrName>ppt_x</p:attrName>
                                        </p:attrNameLst>
                                      </p:cBhvr>
                                      <p:tavLst>
                                        <p:tav tm="0">
                                          <p:val>
                                            <p:strVal val="0-#ppt_w/2"/>
                                          </p:val>
                                        </p:tav>
                                        <p:tav tm="100000">
                                          <p:val>
                                            <p:strVal val="#ppt_x"/>
                                          </p:val>
                                        </p:tav>
                                      </p:tavLst>
                                    </p:anim>
                                    <p:anim calcmode="lin" valueType="num">
                                      <p:cBhvr additive="base">
                                        <p:cTn id="91" dur="500" fill="hold"/>
                                        <p:tgtEl>
                                          <p:spTgt spid="37"/>
                                        </p:tgtEl>
                                        <p:attrNameLst>
                                          <p:attrName>ppt_y</p:attrName>
                                        </p:attrNameLst>
                                      </p:cBhvr>
                                      <p:tavLst>
                                        <p:tav tm="0">
                                          <p:val>
                                            <p:strVal val="1+#ppt_h/2"/>
                                          </p:val>
                                        </p:tav>
                                        <p:tav tm="100000">
                                          <p:val>
                                            <p:strVal val="#ppt_y"/>
                                          </p:val>
                                        </p:tav>
                                      </p:tavLst>
                                    </p:anim>
                                  </p:childTnLst>
                                </p:cTn>
                              </p:par>
                            </p:childTnLst>
                          </p:cTn>
                        </p:par>
                        <p:par>
                          <p:cTn id="92" fill="hold">
                            <p:stCondLst>
                              <p:cond delay="9039"/>
                            </p:stCondLst>
                            <p:childTnLst>
                              <p:par>
                                <p:cTn id="93" presetID="22" presetClass="entr" presetSubtype="4" fill="hold" grpId="0" nodeType="after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wipe(down)">
                                      <p:cBhvr>
                                        <p:cTn id="95" dur="300"/>
                                        <p:tgtEl>
                                          <p:spTgt spid="36"/>
                                        </p:tgtEl>
                                      </p:cBhvr>
                                    </p:animEffect>
                                  </p:childTnLst>
                                </p:cTn>
                              </p:par>
                            </p:childTnLst>
                          </p:cTn>
                        </p:par>
                        <p:par>
                          <p:cTn id="96" fill="hold">
                            <p:stCondLst>
                              <p:cond delay="9539"/>
                            </p:stCondLst>
                            <p:childTnLst>
                              <p:par>
                                <p:cTn id="97" presetID="22" presetClass="entr" presetSubtype="1" fill="hold" grpId="0" nodeType="after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wipe(up)">
                                      <p:cBhvr>
                                        <p:cTn id="99" dur="500"/>
                                        <p:tgtEl>
                                          <p:spTgt spid="38"/>
                                        </p:tgtEl>
                                      </p:cBhvr>
                                    </p:animEffect>
                                  </p:childTnLst>
                                </p:cTn>
                              </p:par>
                            </p:childTnLst>
                          </p:cTn>
                        </p:par>
                        <p:par>
                          <p:cTn id="100" fill="hold">
                            <p:stCondLst>
                              <p:cond delay="10039"/>
                            </p:stCondLst>
                            <p:childTnLst>
                              <p:par>
                                <p:cTn id="101" presetID="31" presetClass="entr" presetSubtype="0" fill="hold" grpId="0" nodeType="afterEffect">
                                  <p:stCondLst>
                                    <p:cond delay="0"/>
                                  </p:stCondLst>
                                  <p:childTnLst>
                                    <p:set>
                                      <p:cBhvr>
                                        <p:cTn id="102" dur="1" fill="hold">
                                          <p:stCondLst>
                                            <p:cond delay="0"/>
                                          </p:stCondLst>
                                        </p:cTn>
                                        <p:tgtEl>
                                          <p:spTgt spid="39"/>
                                        </p:tgtEl>
                                        <p:attrNameLst>
                                          <p:attrName>style.visibility</p:attrName>
                                        </p:attrNameLst>
                                      </p:cBhvr>
                                      <p:to>
                                        <p:strVal val="visible"/>
                                      </p:to>
                                    </p:set>
                                    <p:anim calcmode="lin" valueType="num">
                                      <p:cBhvr>
                                        <p:cTn id="103" dur="500" fill="hold"/>
                                        <p:tgtEl>
                                          <p:spTgt spid="39"/>
                                        </p:tgtEl>
                                        <p:attrNameLst>
                                          <p:attrName>ppt_w</p:attrName>
                                        </p:attrNameLst>
                                      </p:cBhvr>
                                      <p:tavLst>
                                        <p:tav tm="0">
                                          <p:val>
                                            <p:fltVal val="0"/>
                                          </p:val>
                                        </p:tav>
                                        <p:tav tm="100000">
                                          <p:val>
                                            <p:strVal val="#ppt_w"/>
                                          </p:val>
                                        </p:tav>
                                      </p:tavLst>
                                    </p:anim>
                                    <p:anim calcmode="lin" valueType="num">
                                      <p:cBhvr>
                                        <p:cTn id="104" dur="500" fill="hold"/>
                                        <p:tgtEl>
                                          <p:spTgt spid="39"/>
                                        </p:tgtEl>
                                        <p:attrNameLst>
                                          <p:attrName>ppt_h</p:attrName>
                                        </p:attrNameLst>
                                      </p:cBhvr>
                                      <p:tavLst>
                                        <p:tav tm="0">
                                          <p:val>
                                            <p:fltVal val="0"/>
                                          </p:val>
                                        </p:tav>
                                        <p:tav tm="100000">
                                          <p:val>
                                            <p:strVal val="#ppt_h"/>
                                          </p:val>
                                        </p:tav>
                                      </p:tavLst>
                                    </p:anim>
                                    <p:anim calcmode="lin" valueType="num">
                                      <p:cBhvr>
                                        <p:cTn id="105" dur="500" fill="hold"/>
                                        <p:tgtEl>
                                          <p:spTgt spid="39"/>
                                        </p:tgtEl>
                                        <p:attrNameLst>
                                          <p:attrName>style.rotation</p:attrName>
                                        </p:attrNameLst>
                                      </p:cBhvr>
                                      <p:tavLst>
                                        <p:tav tm="0">
                                          <p:val>
                                            <p:fltVal val="90"/>
                                          </p:val>
                                        </p:tav>
                                        <p:tav tm="100000">
                                          <p:val>
                                            <p:fltVal val="0"/>
                                          </p:val>
                                        </p:tav>
                                      </p:tavLst>
                                    </p:anim>
                                    <p:animEffect transition="in" filter="fade">
                                      <p:cBhvr>
                                        <p:cTn id="106" dur="500"/>
                                        <p:tgtEl>
                                          <p:spTgt spid="39"/>
                                        </p:tgtEl>
                                      </p:cBhvr>
                                    </p:animEffect>
                                  </p:childTnLst>
                                </p:cTn>
                              </p:par>
                            </p:childTnLst>
                          </p:cTn>
                        </p:par>
                        <p:par>
                          <p:cTn id="107" fill="hold">
                            <p:stCondLst>
                              <p:cond delay="10539"/>
                            </p:stCondLst>
                            <p:childTnLst>
                              <p:par>
                                <p:cTn id="108" presetID="22" presetClass="entr" presetSubtype="8" fill="hold" grpId="0" nodeType="afterEffect">
                                  <p:stCondLst>
                                    <p:cond delay="0"/>
                                  </p:stCondLst>
                                  <p:childTnLst>
                                    <p:set>
                                      <p:cBhvr>
                                        <p:cTn id="109" dur="1" fill="hold">
                                          <p:stCondLst>
                                            <p:cond delay="0"/>
                                          </p:stCondLst>
                                        </p:cTn>
                                        <p:tgtEl>
                                          <p:spTgt spid="44"/>
                                        </p:tgtEl>
                                        <p:attrNameLst>
                                          <p:attrName>style.visibility</p:attrName>
                                        </p:attrNameLst>
                                      </p:cBhvr>
                                      <p:to>
                                        <p:strVal val="visible"/>
                                      </p:to>
                                    </p:set>
                                    <p:animEffect transition="in" filter="wipe(left)">
                                      <p:cBhvr>
                                        <p:cTn id="110" dur="500"/>
                                        <p:tgtEl>
                                          <p:spTgt spid="44"/>
                                        </p:tgtEl>
                                      </p:cBhvr>
                                    </p:animEffect>
                                  </p:childTnLst>
                                </p:cTn>
                              </p:par>
                            </p:childTnLst>
                          </p:cTn>
                        </p:par>
                        <p:par>
                          <p:cTn id="111" fill="hold">
                            <p:stCondLst>
                              <p:cond delay="11039"/>
                            </p:stCondLst>
                            <p:childTnLst>
                              <p:par>
                                <p:cTn id="112" presetID="2" presetClass="entr" presetSubtype="12" fill="hold" grpId="0" nodeType="afterEffect">
                                  <p:stCondLst>
                                    <p:cond delay="0"/>
                                  </p:stCondLst>
                                  <p:childTnLst>
                                    <p:set>
                                      <p:cBhvr>
                                        <p:cTn id="113" dur="1" fill="hold">
                                          <p:stCondLst>
                                            <p:cond delay="0"/>
                                          </p:stCondLst>
                                        </p:cTn>
                                        <p:tgtEl>
                                          <p:spTgt spid="41"/>
                                        </p:tgtEl>
                                        <p:attrNameLst>
                                          <p:attrName>style.visibility</p:attrName>
                                        </p:attrNameLst>
                                      </p:cBhvr>
                                      <p:to>
                                        <p:strVal val="visible"/>
                                      </p:to>
                                    </p:set>
                                    <p:anim calcmode="lin" valueType="num">
                                      <p:cBhvr additive="base">
                                        <p:cTn id="114" dur="500" fill="hold"/>
                                        <p:tgtEl>
                                          <p:spTgt spid="41"/>
                                        </p:tgtEl>
                                        <p:attrNameLst>
                                          <p:attrName>ppt_x</p:attrName>
                                        </p:attrNameLst>
                                      </p:cBhvr>
                                      <p:tavLst>
                                        <p:tav tm="0">
                                          <p:val>
                                            <p:strVal val="0-#ppt_w/2"/>
                                          </p:val>
                                        </p:tav>
                                        <p:tav tm="100000">
                                          <p:val>
                                            <p:strVal val="#ppt_x"/>
                                          </p:val>
                                        </p:tav>
                                      </p:tavLst>
                                    </p:anim>
                                    <p:anim calcmode="lin" valueType="num">
                                      <p:cBhvr additive="base">
                                        <p:cTn id="115" dur="500" fill="hold"/>
                                        <p:tgtEl>
                                          <p:spTgt spid="41"/>
                                        </p:tgtEl>
                                        <p:attrNameLst>
                                          <p:attrName>ppt_y</p:attrName>
                                        </p:attrNameLst>
                                      </p:cBhvr>
                                      <p:tavLst>
                                        <p:tav tm="0">
                                          <p:val>
                                            <p:strVal val="1+#ppt_h/2"/>
                                          </p:val>
                                        </p:tav>
                                        <p:tav tm="100000">
                                          <p:val>
                                            <p:strVal val="#ppt_y"/>
                                          </p:val>
                                        </p:tav>
                                      </p:tavLst>
                                    </p:anim>
                                  </p:childTnLst>
                                </p:cTn>
                              </p:par>
                            </p:childTnLst>
                          </p:cTn>
                        </p:par>
                        <p:par>
                          <p:cTn id="116" fill="hold">
                            <p:stCondLst>
                              <p:cond delay="11539"/>
                            </p:stCondLst>
                            <p:childTnLst>
                              <p:par>
                                <p:cTn id="117" presetID="22" presetClass="entr" presetSubtype="4" fill="hold" grpId="0" nodeType="after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wipe(down)">
                                      <p:cBhvr>
                                        <p:cTn id="119" dur="300"/>
                                        <p:tgtEl>
                                          <p:spTgt spid="40"/>
                                        </p:tgtEl>
                                      </p:cBhvr>
                                    </p:animEffect>
                                  </p:childTnLst>
                                </p:cTn>
                              </p:par>
                            </p:childTnLst>
                          </p:cTn>
                        </p:par>
                        <p:par>
                          <p:cTn id="120" fill="hold">
                            <p:stCondLst>
                              <p:cond delay="12039"/>
                            </p:stCondLst>
                            <p:childTnLst>
                              <p:par>
                                <p:cTn id="121" presetID="22" presetClass="entr" presetSubtype="1" fill="hold" grpId="0" nodeType="after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wipe(up)">
                                      <p:cBhvr>
                                        <p:cTn id="123" dur="500"/>
                                        <p:tgtEl>
                                          <p:spTgt spid="42"/>
                                        </p:tgtEl>
                                      </p:cBhvr>
                                    </p:animEffect>
                                  </p:childTnLst>
                                </p:cTn>
                              </p:par>
                            </p:childTnLst>
                          </p:cTn>
                        </p:par>
                        <p:par>
                          <p:cTn id="124" fill="hold">
                            <p:stCondLst>
                              <p:cond delay="12539"/>
                            </p:stCondLst>
                            <p:childTnLst>
                              <p:par>
                                <p:cTn id="125" presetID="31" presetClass="entr" presetSubtype="0" fill="hold" grpId="0" nodeType="afterEffect">
                                  <p:stCondLst>
                                    <p:cond delay="0"/>
                                  </p:stCondLst>
                                  <p:childTnLst>
                                    <p:set>
                                      <p:cBhvr>
                                        <p:cTn id="126" dur="1" fill="hold">
                                          <p:stCondLst>
                                            <p:cond delay="0"/>
                                          </p:stCondLst>
                                        </p:cTn>
                                        <p:tgtEl>
                                          <p:spTgt spid="43"/>
                                        </p:tgtEl>
                                        <p:attrNameLst>
                                          <p:attrName>style.visibility</p:attrName>
                                        </p:attrNameLst>
                                      </p:cBhvr>
                                      <p:to>
                                        <p:strVal val="visible"/>
                                      </p:to>
                                    </p:set>
                                    <p:anim calcmode="lin" valueType="num">
                                      <p:cBhvr>
                                        <p:cTn id="127" dur="500" fill="hold"/>
                                        <p:tgtEl>
                                          <p:spTgt spid="43"/>
                                        </p:tgtEl>
                                        <p:attrNameLst>
                                          <p:attrName>ppt_w</p:attrName>
                                        </p:attrNameLst>
                                      </p:cBhvr>
                                      <p:tavLst>
                                        <p:tav tm="0">
                                          <p:val>
                                            <p:fltVal val="0"/>
                                          </p:val>
                                        </p:tav>
                                        <p:tav tm="100000">
                                          <p:val>
                                            <p:strVal val="#ppt_w"/>
                                          </p:val>
                                        </p:tav>
                                      </p:tavLst>
                                    </p:anim>
                                    <p:anim calcmode="lin" valueType="num">
                                      <p:cBhvr>
                                        <p:cTn id="128" dur="500" fill="hold"/>
                                        <p:tgtEl>
                                          <p:spTgt spid="43"/>
                                        </p:tgtEl>
                                        <p:attrNameLst>
                                          <p:attrName>ppt_h</p:attrName>
                                        </p:attrNameLst>
                                      </p:cBhvr>
                                      <p:tavLst>
                                        <p:tav tm="0">
                                          <p:val>
                                            <p:fltVal val="0"/>
                                          </p:val>
                                        </p:tav>
                                        <p:tav tm="100000">
                                          <p:val>
                                            <p:strVal val="#ppt_h"/>
                                          </p:val>
                                        </p:tav>
                                      </p:tavLst>
                                    </p:anim>
                                    <p:anim calcmode="lin" valueType="num">
                                      <p:cBhvr>
                                        <p:cTn id="129" dur="500" fill="hold"/>
                                        <p:tgtEl>
                                          <p:spTgt spid="43"/>
                                        </p:tgtEl>
                                        <p:attrNameLst>
                                          <p:attrName>style.rotation</p:attrName>
                                        </p:attrNameLst>
                                      </p:cBhvr>
                                      <p:tavLst>
                                        <p:tav tm="0">
                                          <p:val>
                                            <p:fltVal val="90"/>
                                          </p:val>
                                        </p:tav>
                                        <p:tav tm="100000">
                                          <p:val>
                                            <p:fltVal val="0"/>
                                          </p:val>
                                        </p:tav>
                                      </p:tavLst>
                                    </p:anim>
                                    <p:animEffect transition="in" filter="fade">
                                      <p:cBhvr>
                                        <p:cTn id="130" dur="500"/>
                                        <p:tgtEl>
                                          <p:spTgt spid="43"/>
                                        </p:tgtEl>
                                      </p:cBhvr>
                                    </p:animEffect>
                                  </p:childTnLst>
                                </p:cTn>
                              </p:par>
                            </p:childTnLst>
                          </p:cTn>
                        </p:par>
                        <p:par>
                          <p:cTn id="131" fill="hold">
                            <p:stCondLst>
                              <p:cond delay="13039"/>
                            </p:stCondLst>
                            <p:childTnLst>
                              <p:par>
                                <p:cTn id="132" presetID="22" presetClass="entr" presetSubtype="8" fill="hold" grpId="0" nodeType="afterEffect">
                                  <p:stCondLst>
                                    <p:cond delay="0"/>
                                  </p:stCondLst>
                                  <p:childTnLst>
                                    <p:set>
                                      <p:cBhvr>
                                        <p:cTn id="133" dur="1" fill="hold">
                                          <p:stCondLst>
                                            <p:cond delay="0"/>
                                          </p:stCondLst>
                                        </p:cTn>
                                        <p:tgtEl>
                                          <p:spTgt spid="45"/>
                                        </p:tgtEl>
                                        <p:attrNameLst>
                                          <p:attrName>style.visibility</p:attrName>
                                        </p:attrNameLst>
                                      </p:cBhvr>
                                      <p:to>
                                        <p:strVal val="visible"/>
                                      </p:to>
                                    </p:set>
                                    <p:animEffect transition="in" filter="wipe(left)">
                                      <p:cBhvr>
                                        <p:cTn id="13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1" grpId="0" animBg="1"/>
      <p:bldP spid="22" grpId="0" animBg="1"/>
      <p:bldP spid="23" grpId="0" animBg="1"/>
      <p:bldP spid="24" grpId="0"/>
      <p:bldP spid="25" grpId="0" animBg="1"/>
      <p:bldP spid="26" grpId="0" animBg="1"/>
      <p:bldP spid="27" grpId="0" animBg="1"/>
      <p:bldP spid="28" grpId="0"/>
      <p:bldP spid="29" grpId="0" animBg="1"/>
      <p:bldP spid="30" grpId="0" animBg="1"/>
      <p:bldP spid="31" grpId="0" animBg="1"/>
      <p:bldP spid="32" grpId="0"/>
      <p:bldP spid="33" grpId="0"/>
      <p:bldP spid="34" grpId="0"/>
      <p:bldP spid="35" grpId="0"/>
      <p:bldP spid="36" grpId="0" animBg="1"/>
      <p:bldP spid="37" grpId="0" animBg="1"/>
      <p:bldP spid="38" grpId="0" animBg="1"/>
      <p:bldP spid="39" grpId="0"/>
      <p:bldP spid="40" grpId="0" animBg="1"/>
      <p:bldP spid="41" grpId="0" animBg="1"/>
      <p:bldP spid="42" grpId="0" animBg="1"/>
      <p:bldP spid="43" grpId="0"/>
      <p:bldP spid="44" grpId="0"/>
      <p:bldP spid="4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rcRect/>
          <a:stretch>
            <a:fillRect/>
          </a:stretch>
        </p:blipFill>
        <p:spPr>
          <a:xfrm>
            <a:off x="1" y="0"/>
            <a:ext cx="12169588" cy="6871447"/>
          </a:xfrm>
          <a:prstGeom prst="rect">
            <a:avLst/>
          </a:prstGeom>
        </p:spPr>
      </p:pic>
      <p:pic>
        <p:nvPicPr>
          <p:cNvPr id="11" name="图片 10"/>
          <p:cNvPicPr>
            <a:picLocks noChangeAspect="1"/>
          </p:cNvPicPr>
          <p:nvPr/>
        </p:nvPicPr>
        <p:blipFill>
          <a:blip r:embed="rId2"/>
          <a:stretch>
            <a:fillRect/>
          </a:stretch>
        </p:blipFill>
        <p:spPr>
          <a:xfrm>
            <a:off x="5423" y="0"/>
            <a:ext cx="12192000" cy="6858000"/>
          </a:xfrm>
          <a:prstGeom prst="rect">
            <a:avLst/>
          </a:prstGeom>
        </p:spPr>
      </p:pic>
      <p:pic>
        <p:nvPicPr>
          <p:cNvPr id="4" name="图片 3"/>
          <p:cNvPicPr>
            <a:picLocks noChangeAspect="1"/>
          </p:cNvPicPr>
          <p:nvPr/>
        </p:nvPicPr>
        <p:blipFill>
          <a:blip r:embed="rId3" cstate="screen"/>
          <a:srcRect/>
          <a:stretch>
            <a:fillRect/>
          </a:stretch>
        </p:blipFill>
        <p:spPr>
          <a:xfrm>
            <a:off x="-80682" y="-80683"/>
            <a:ext cx="5755341" cy="1479177"/>
          </a:xfrm>
          <a:prstGeom prst="rect">
            <a:avLst/>
          </a:prstGeom>
        </p:spPr>
      </p:pic>
      <p:sp>
        <p:nvSpPr>
          <p:cNvPr id="46" name="Aitds4"/>
          <p:cNvSpPr>
            <a:spLocks noChangeArrowheads="1"/>
          </p:cNvSpPr>
          <p:nvPr/>
        </p:nvSpPr>
        <p:spPr bwMode="auto">
          <a:xfrm>
            <a:off x="4971406" y="1671295"/>
            <a:ext cx="808235" cy="1569660"/>
          </a:xfrm>
          <a:prstGeom prst="rect">
            <a:avLst/>
          </a:prstGeom>
          <a:ln>
            <a:noFill/>
          </a:ln>
        </p:spPr>
        <p:txBody>
          <a:bodyPr wrap="none">
            <a:spAutoFit/>
          </a:bodyPr>
          <a:lstStyle/>
          <a:p>
            <a:pPr algn="ctr"/>
            <a:r>
              <a:rPr lang="zh-CN" altLang="zh-CN" sz="9600" dirty="0">
                <a:ln>
                  <a:solidFill>
                    <a:srgbClr val="C00000"/>
                  </a:solidFill>
                </a:ln>
                <a:solidFill>
                  <a:srgbClr val="C00000"/>
                </a:solidFill>
                <a:ea typeface="华文新魏" panose="02010800040101010101" pitchFamily="2" charset="-122"/>
              </a:rPr>
              <a:t>1</a:t>
            </a:r>
            <a:endParaRPr lang="zh-CN" altLang="zh-CN" sz="9600" dirty="0">
              <a:ln>
                <a:solidFill>
                  <a:srgbClr val="C00000"/>
                </a:solidFill>
              </a:ln>
              <a:solidFill>
                <a:srgbClr val="C00000"/>
              </a:solidFill>
              <a:ea typeface="华文新魏" panose="02010800040101010101" pitchFamily="2" charset="-122"/>
            </a:endParaRPr>
          </a:p>
        </p:txBody>
      </p:sp>
      <p:sp>
        <p:nvSpPr>
          <p:cNvPr id="47" name="Aitds5"/>
          <p:cNvSpPr/>
          <p:nvPr/>
        </p:nvSpPr>
        <p:spPr bwMode="auto">
          <a:xfrm>
            <a:off x="4602325" y="1723367"/>
            <a:ext cx="1497154" cy="1498648"/>
          </a:xfrm>
          <a:custGeom>
            <a:avLst/>
            <a:gdLst>
              <a:gd name="T0" fmla="*/ 0 w 2342"/>
              <a:gd name="T1" fmla="*/ 0 h 2342"/>
              <a:gd name="T2" fmla="*/ 2342 w 2342"/>
              <a:gd name="T3" fmla="*/ 0 h 2342"/>
              <a:gd name="T4" fmla="*/ 2342 w 2342"/>
              <a:gd name="T5" fmla="*/ 560 h 2342"/>
              <a:gd name="T6" fmla="*/ 2295 w 2342"/>
              <a:gd name="T7" fmla="*/ 560 h 2342"/>
              <a:gd name="T8" fmla="*/ 2295 w 2342"/>
              <a:gd name="T9" fmla="*/ 47 h 2342"/>
              <a:gd name="T10" fmla="*/ 47 w 2342"/>
              <a:gd name="T11" fmla="*/ 47 h 2342"/>
              <a:gd name="T12" fmla="*/ 47 w 2342"/>
              <a:gd name="T13" fmla="*/ 2295 h 2342"/>
              <a:gd name="T14" fmla="*/ 2295 w 2342"/>
              <a:gd name="T15" fmla="*/ 2295 h 2342"/>
              <a:gd name="T16" fmla="*/ 2295 w 2342"/>
              <a:gd name="T17" fmla="*/ 1631 h 2342"/>
              <a:gd name="T18" fmla="*/ 2342 w 2342"/>
              <a:gd name="T19" fmla="*/ 1631 h 2342"/>
              <a:gd name="T20" fmla="*/ 2342 w 2342"/>
              <a:gd name="T21" fmla="*/ 2342 h 2342"/>
              <a:gd name="T22" fmla="*/ 0 w 2342"/>
              <a:gd name="T23" fmla="*/ 2342 h 2342"/>
              <a:gd name="T24" fmla="*/ 0 w 2342"/>
              <a:gd name="T25" fmla="*/ 0 h 2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42" h="2342">
                <a:moveTo>
                  <a:pt x="0" y="0"/>
                </a:moveTo>
                <a:lnTo>
                  <a:pt x="2342" y="0"/>
                </a:lnTo>
                <a:lnTo>
                  <a:pt x="2342" y="560"/>
                </a:lnTo>
                <a:lnTo>
                  <a:pt x="2295" y="560"/>
                </a:lnTo>
                <a:lnTo>
                  <a:pt x="2295" y="47"/>
                </a:lnTo>
                <a:lnTo>
                  <a:pt x="47" y="47"/>
                </a:lnTo>
                <a:lnTo>
                  <a:pt x="47" y="2295"/>
                </a:lnTo>
                <a:lnTo>
                  <a:pt x="2295" y="2295"/>
                </a:lnTo>
                <a:lnTo>
                  <a:pt x="2295" y="1631"/>
                </a:lnTo>
                <a:lnTo>
                  <a:pt x="2342" y="1631"/>
                </a:lnTo>
                <a:lnTo>
                  <a:pt x="2342" y="2342"/>
                </a:lnTo>
                <a:lnTo>
                  <a:pt x="0" y="2342"/>
                </a:lnTo>
                <a:lnTo>
                  <a:pt x="0" y="0"/>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0" cap="none" spc="0" normalizeH="0" baseline="0" noProof="0" dirty="0">
              <a:ln>
                <a:noFill/>
              </a:ln>
              <a:solidFill>
                <a:srgbClr val="C00000"/>
              </a:solidFill>
              <a:effectLst/>
              <a:uLnTx/>
              <a:uFillTx/>
              <a:ea typeface="华文新魏" panose="02010800040101010101" pitchFamily="2" charset="-122"/>
            </a:endParaRPr>
          </a:p>
        </p:txBody>
      </p:sp>
      <p:sp>
        <p:nvSpPr>
          <p:cNvPr id="48" name="Aitds6"/>
          <p:cNvSpPr txBox="1"/>
          <p:nvPr/>
        </p:nvSpPr>
        <p:spPr>
          <a:xfrm>
            <a:off x="6096000" y="2158178"/>
            <a:ext cx="2505814" cy="523220"/>
          </a:xfrm>
          <a:prstGeom prst="rect">
            <a:avLst/>
          </a:prstGeom>
          <a:noFill/>
        </p:spPr>
        <p:txBody>
          <a:bodyPr wrap="none" rtlCol="0">
            <a:spAutoFit/>
          </a:bodyPr>
          <a:lstStyle/>
          <a:p>
            <a:pPr marL="0" marR="0" lvl="0" indent="0" algn="ctr" defTabSz="121793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rPr>
              <a:t>第一部分 </a:t>
            </a:r>
            <a:r>
              <a:rPr kumimoji="0" lang="en-US" altLang="zh-CN" sz="1400" b="0" i="0" u="none" strike="noStrike" kern="1200" cap="none" spc="0" normalizeH="0" baseline="0" noProof="0" dirty="0">
                <a:ln>
                  <a:noFill/>
                </a:ln>
                <a:solidFill>
                  <a:srgbClr val="C00000"/>
                </a:solidFill>
                <a:effectLst/>
                <a:uLnTx/>
                <a:uFillTx/>
                <a:ea typeface="华文新魏" panose="02010800040101010101" pitchFamily="2" charset="-122"/>
              </a:rPr>
              <a:t>PART  ONE</a:t>
            </a:r>
            <a:endPar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endParaRPr>
          </a:p>
        </p:txBody>
      </p:sp>
      <p:sp>
        <p:nvSpPr>
          <p:cNvPr id="49" name="Aitds3"/>
          <p:cNvSpPr/>
          <p:nvPr/>
        </p:nvSpPr>
        <p:spPr>
          <a:xfrm>
            <a:off x="2223333" y="3302698"/>
            <a:ext cx="7802137" cy="1107996"/>
          </a:xfrm>
          <a:prstGeom prst="rect">
            <a:avLst/>
          </a:prstGeom>
          <a:ln>
            <a:noFill/>
          </a:ln>
        </p:spPr>
        <p:txBody>
          <a:bodyPr wrap="none">
            <a:spAutoFit/>
          </a:bodyPr>
          <a:lstStyle/>
          <a:p>
            <a:pPr lvl="0" algn="ctr">
              <a:defRPr/>
            </a:pPr>
            <a:r>
              <a:rPr lang="zh-CN" altLang="en-US" sz="6600" dirty="0">
                <a:ln>
                  <a:solidFill>
                    <a:srgbClr val="C00000"/>
                  </a:solidFill>
                </a:ln>
                <a:solidFill>
                  <a:srgbClr val="C00000"/>
                </a:solidFill>
                <a:ea typeface="华文新魏" panose="02010800040101010101" pitchFamily="2" charset="-122"/>
              </a:rPr>
              <a:t>崇高的信仰信念支撑</a:t>
            </a:r>
            <a:endParaRPr lang="zh-CN" altLang="en-US" sz="6600" dirty="0">
              <a:ln>
                <a:solidFill>
                  <a:srgbClr val="C00000"/>
                </a:solidFill>
              </a:ln>
              <a:solidFill>
                <a:srgbClr val="C00000"/>
              </a:solidFill>
              <a:ea typeface="华文新魏" panose="02010800040101010101" pitchFamily="2" charset="-122"/>
            </a:endParaRPr>
          </a:p>
        </p:txBody>
      </p:sp>
      <p:pic>
        <p:nvPicPr>
          <p:cNvPr id="50" name="图片 49"/>
          <p:cNvPicPr>
            <a:picLocks noChangeAspect="1"/>
          </p:cNvPicPr>
          <p:nvPr/>
        </p:nvPicPr>
        <p:blipFill>
          <a:blip r:embed="rId4" cstate="screen"/>
          <a:srcRect t="44893" b="25028"/>
          <a:stretch>
            <a:fillRect/>
          </a:stretch>
        </p:blipFill>
        <p:spPr>
          <a:xfrm>
            <a:off x="0" y="4909512"/>
            <a:ext cx="12192000" cy="2062788"/>
          </a:xfrm>
          <a:prstGeom prst="rect">
            <a:avLst/>
          </a:prstGeom>
        </p:spPr>
      </p:pic>
      <p:pic>
        <p:nvPicPr>
          <p:cNvPr id="51" name="图片 50"/>
          <p:cNvPicPr>
            <a:picLocks noChangeAspect="1"/>
          </p:cNvPicPr>
          <p:nvPr/>
        </p:nvPicPr>
        <p:blipFill>
          <a:blip r:embed="rId5" cstate="screen"/>
          <a:stretch>
            <a:fillRect/>
          </a:stretch>
        </p:blipFill>
        <p:spPr>
          <a:xfrm>
            <a:off x="8445500" y="3097197"/>
            <a:ext cx="4013200" cy="3738323"/>
          </a:xfrm>
          <a:prstGeom prst="rect">
            <a:avLst/>
          </a:prstGeom>
        </p:spPr>
      </p:pic>
      <p:pic>
        <p:nvPicPr>
          <p:cNvPr id="52" name="图片 51"/>
          <p:cNvPicPr>
            <a:picLocks noChangeAspect="1"/>
          </p:cNvPicPr>
          <p:nvPr/>
        </p:nvPicPr>
        <p:blipFill>
          <a:blip r:embed="rId6" cstate="screen"/>
          <a:srcRect l="34848" t="3592" r="32576" b="21437"/>
          <a:stretch>
            <a:fillRect/>
          </a:stretch>
        </p:blipFill>
        <p:spPr>
          <a:xfrm flipH="1">
            <a:off x="-108953" y="3737811"/>
            <a:ext cx="2499530" cy="3235826"/>
          </a:xfrm>
          <a:prstGeom prst="rect">
            <a:avLst/>
          </a:prstGeom>
        </p:spPr>
      </p:pic>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outHorizontal)">
                                      <p:cBhvr>
                                        <p:cTn id="7" dur="500"/>
                                        <p:tgtEl>
                                          <p:spTgt spid="47"/>
                                        </p:tgtEl>
                                      </p:cBhvr>
                                    </p:animEffect>
                                  </p:childTnLst>
                                </p:cTn>
                              </p:par>
                            </p:childTnLst>
                          </p:cTn>
                        </p:par>
                        <p:par>
                          <p:cTn id="8" fill="hold">
                            <p:stCondLst>
                              <p:cond delay="500"/>
                            </p:stCondLst>
                            <p:childTnLst>
                              <p:par>
                                <p:cTn id="9" presetID="31"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p:cTn id="11" dur="400" fill="hold"/>
                                        <p:tgtEl>
                                          <p:spTgt spid="46"/>
                                        </p:tgtEl>
                                        <p:attrNameLst>
                                          <p:attrName>ppt_w</p:attrName>
                                        </p:attrNameLst>
                                      </p:cBhvr>
                                      <p:tavLst>
                                        <p:tav tm="0">
                                          <p:val>
                                            <p:fltVal val="0"/>
                                          </p:val>
                                        </p:tav>
                                        <p:tav tm="100000">
                                          <p:val>
                                            <p:strVal val="#ppt_w"/>
                                          </p:val>
                                        </p:tav>
                                      </p:tavLst>
                                    </p:anim>
                                    <p:anim calcmode="lin" valueType="num">
                                      <p:cBhvr>
                                        <p:cTn id="12" dur="400" fill="hold"/>
                                        <p:tgtEl>
                                          <p:spTgt spid="46"/>
                                        </p:tgtEl>
                                        <p:attrNameLst>
                                          <p:attrName>ppt_h</p:attrName>
                                        </p:attrNameLst>
                                      </p:cBhvr>
                                      <p:tavLst>
                                        <p:tav tm="0">
                                          <p:val>
                                            <p:fltVal val="0"/>
                                          </p:val>
                                        </p:tav>
                                        <p:tav tm="100000">
                                          <p:val>
                                            <p:strVal val="#ppt_h"/>
                                          </p:val>
                                        </p:tav>
                                      </p:tavLst>
                                    </p:anim>
                                    <p:anim calcmode="lin" valueType="num">
                                      <p:cBhvr>
                                        <p:cTn id="13" dur="400" fill="hold"/>
                                        <p:tgtEl>
                                          <p:spTgt spid="46"/>
                                        </p:tgtEl>
                                        <p:attrNameLst>
                                          <p:attrName>style.rotation</p:attrName>
                                        </p:attrNameLst>
                                      </p:cBhvr>
                                      <p:tavLst>
                                        <p:tav tm="0">
                                          <p:val>
                                            <p:fltVal val="90"/>
                                          </p:val>
                                        </p:tav>
                                        <p:tav tm="100000">
                                          <p:val>
                                            <p:fltVal val="0"/>
                                          </p:val>
                                        </p:tav>
                                      </p:tavLst>
                                    </p:anim>
                                    <p:animEffect transition="in" filter="fade">
                                      <p:cBhvr>
                                        <p:cTn id="14" dur="400"/>
                                        <p:tgtEl>
                                          <p:spTgt spid="46"/>
                                        </p:tgtEl>
                                      </p:cBhvr>
                                    </p:animEffect>
                                  </p:childTnLst>
                                </p:cTn>
                              </p:par>
                            </p:childTnLst>
                          </p:cTn>
                        </p:par>
                        <p:par>
                          <p:cTn id="15" fill="hold">
                            <p:stCondLst>
                              <p:cond delay="1000"/>
                            </p:stCondLst>
                            <p:childTnLst>
                              <p:par>
                                <p:cTn id="16" presetID="2" presetClass="entr" presetSubtype="4" fill="hold" grpId="0" nodeType="afterEffect">
                                  <p:stCondLst>
                                    <p:cond delay="0"/>
                                  </p:stCondLst>
                                  <p:iterate type="lt">
                                    <p:tmPct val="10000"/>
                                  </p:iterate>
                                  <p:childTnLst>
                                    <p:set>
                                      <p:cBhvr>
                                        <p:cTn id="17" dur="1" fill="hold">
                                          <p:stCondLst>
                                            <p:cond delay="0"/>
                                          </p:stCondLst>
                                        </p:cTn>
                                        <p:tgtEl>
                                          <p:spTgt spid="48"/>
                                        </p:tgtEl>
                                        <p:attrNameLst>
                                          <p:attrName>style.visibility</p:attrName>
                                        </p:attrNameLst>
                                      </p:cBhvr>
                                      <p:to>
                                        <p:strVal val="visible"/>
                                      </p:to>
                                    </p:set>
                                    <p:anim calcmode="lin" valueType="num">
                                      <p:cBhvr additive="base">
                                        <p:cTn id="18" dur="500" fill="hold"/>
                                        <p:tgtEl>
                                          <p:spTgt spid="48"/>
                                        </p:tgtEl>
                                        <p:attrNameLst>
                                          <p:attrName>ppt_x</p:attrName>
                                        </p:attrNameLst>
                                      </p:cBhvr>
                                      <p:tavLst>
                                        <p:tav tm="0">
                                          <p:val>
                                            <p:strVal val="#ppt_x"/>
                                          </p:val>
                                        </p:tav>
                                        <p:tav tm="100000">
                                          <p:val>
                                            <p:strVal val="#ppt_x"/>
                                          </p:val>
                                        </p:tav>
                                      </p:tavLst>
                                    </p:anim>
                                    <p:anim calcmode="lin" valueType="num">
                                      <p:cBhvr additive="base">
                                        <p:cTn id="19" dur="500" fill="hold"/>
                                        <p:tgtEl>
                                          <p:spTgt spid="48"/>
                                        </p:tgtEl>
                                        <p:attrNameLst>
                                          <p:attrName>ppt_y</p:attrName>
                                        </p:attrNameLst>
                                      </p:cBhvr>
                                      <p:tavLst>
                                        <p:tav tm="0">
                                          <p:val>
                                            <p:strVal val="1+#ppt_h/2"/>
                                          </p:val>
                                        </p:tav>
                                        <p:tav tm="100000">
                                          <p:val>
                                            <p:strVal val="#ppt_y"/>
                                          </p:val>
                                        </p:tav>
                                      </p:tavLst>
                                    </p:anim>
                                  </p:childTnLst>
                                </p:cTn>
                              </p:par>
                            </p:childTnLst>
                          </p:cTn>
                        </p:par>
                        <p:par>
                          <p:cTn id="20" fill="hold">
                            <p:stCondLst>
                              <p:cond delay="2049"/>
                            </p:stCondLst>
                            <p:childTnLst>
                              <p:par>
                                <p:cTn id="21" presetID="23" presetClass="entr" presetSubtype="16"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p:cTn id="23" dur="500" fill="hold"/>
                                        <p:tgtEl>
                                          <p:spTgt spid="49"/>
                                        </p:tgtEl>
                                        <p:attrNameLst>
                                          <p:attrName>ppt_w</p:attrName>
                                        </p:attrNameLst>
                                      </p:cBhvr>
                                      <p:tavLst>
                                        <p:tav tm="0">
                                          <p:val>
                                            <p:fltVal val="0"/>
                                          </p:val>
                                        </p:tav>
                                        <p:tav tm="100000">
                                          <p:val>
                                            <p:strVal val="#ppt_w"/>
                                          </p:val>
                                        </p:tav>
                                      </p:tavLst>
                                    </p:anim>
                                    <p:anim calcmode="lin" valueType="num">
                                      <p:cBhvr>
                                        <p:cTn id="24" dur="500" fill="hold"/>
                                        <p:tgtEl>
                                          <p:spTgt spid="4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48" grpId="0"/>
      <p:bldP spid="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2954655"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崇高的信仰信念支撑</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sp>
        <p:nvSpPr>
          <p:cNvPr id="6" name="矩形 5"/>
          <p:cNvSpPr/>
          <p:nvPr/>
        </p:nvSpPr>
        <p:spPr>
          <a:xfrm>
            <a:off x="2901650" y="3716718"/>
            <a:ext cx="8426497" cy="1362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
        <p:nvSpPr>
          <p:cNvPr id="7" name="文本框 6"/>
          <p:cNvSpPr txBox="1"/>
          <p:nvPr/>
        </p:nvSpPr>
        <p:spPr>
          <a:xfrm>
            <a:off x="3267162" y="3885869"/>
            <a:ext cx="8065041" cy="1015663"/>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对马克思主义的虔诚而执着的崇高信仰，对社会主义和共产主义的至信而深厚的坚定信念，是中国共产党的本和根，是中国共产党的精神支柱和精神支撑，是炼就“金刚不坏之身”而保持韧性的重要法宝。</a:t>
            </a:r>
            <a:endParaRPr lang="zh-CN" altLang="en-US" sz="2000" dirty="0">
              <a:latin typeface="微软雅黑" panose="020B0503020204020204" pitchFamily="34" charset="-122"/>
              <a:ea typeface="微软雅黑" panose="020B0503020204020204" pitchFamily="34" charset="-122"/>
            </a:endParaRPr>
          </a:p>
        </p:txBody>
      </p:sp>
      <p:sp>
        <p:nvSpPr>
          <p:cNvPr id="4" name="矩形 3"/>
          <p:cNvSpPr/>
          <p:nvPr/>
        </p:nvSpPr>
        <p:spPr>
          <a:xfrm>
            <a:off x="1400301" y="2000670"/>
            <a:ext cx="9927846" cy="644254"/>
          </a:xfrm>
          <a:prstGeom prst="rect">
            <a:avLst/>
          </a:prstGeom>
          <a:solidFill>
            <a:srgbClr val="B30D0F"/>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
        <p:nvSpPr>
          <p:cNvPr id="2" name="矩形 1"/>
          <p:cNvSpPr/>
          <p:nvPr/>
        </p:nvSpPr>
        <p:spPr>
          <a:xfrm>
            <a:off x="1449324" y="2013478"/>
            <a:ext cx="9829799" cy="523220"/>
          </a:xfrm>
          <a:prstGeom prst="rect">
            <a:avLst/>
          </a:prstGeom>
        </p:spPr>
        <p:txBody>
          <a:bodyPr wrap="square">
            <a:spAutoFit/>
          </a:bodyPr>
          <a:lstStyle/>
          <a:p>
            <a:r>
              <a:rPr lang="zh-CN" altLang="en-US" sz="2800" dirty="0">
                <a:solidFill>
                  <a:schemeClr val="bg1"/>
                </a:solidFill>
                <a:latin typeface="华文新魏" panose="02010800040101010101" pitchFamily="2" charset="-122"/>
                <a:ea typeface="华文新魏" panose="02010800040101010101" pitchFamily="2" charset="-122"/>
              </a:rPr>
              <a:t>信仰信念的执着和坚定是中国共产党保持韧性的内在精神支撑</a:t>
            </a:r>
            <a:endParaRPr lang="zh-CN" altLang="en-US" sz="2800" dirty="0">
              <a:solidFill>
                <a:schemeClr val="bg1"/>
              </a:solidFill>
              <a:latin typeface="华文新魏" panose="02010800040101010101" pitchFamily="2" charset="-122"/>
              <a:ea typeface="华文新魏" panose="02010800040101010101" pitchFamily="2" charset="-122"/>
            </a:endParaRPr>
          </a:p>
        </p:txBody>
      </p:sp>
      <p:grpSp>
        <p:nvGrpSpPr>
          <p:cNvPr id="9" name="组合 8"/>
          <p:cNvGrpSpPr/>
          <p:nvPr/>
        </p:nvGrpSpPr>
        <p:grpSpPr>
          <a:xfrm>
            <a:off x="622299" y="3176316"/>
            <a:ext cx="3257509" cy="2443132"/>
            <a:chOff x="622299" y="3176316"/>
            <a:chExt cx="3257509" cy="2443132"/>
          </a:xfrm>
        </p:grpSpPr>
        <p:pic>
          <p:nvPicPr>
            <p:cNvPr id="5" name="图片 4"/>
            <p:cNvPicPr>
              <a:picLocks noChangeAspect="1"/>
            </p:cNvPicPr>
            <p:nvPr/>
          </p:nvPicPr>
          <p:blipFill>
            <a:blip r:embed="rId4" cstate="screen"/>
            <a:stretch>
              <a:fillRect/>
            </a:stretch>
          </p:blipFill>
          <p:spPr>
            <a:xfrm>
              <a:off x="622299" y="3176316"/>
              <a:ext cx="3257509" cy="2443132"/>
            </a:xfrm>
            <a:prstGeom prst="rect">
              <a:avLst/>
            </a:prstGeom>
          </p:spPr>
        </p:pic>
        <p:pic>
          <p:nvPicPr>
            <p:cNvPr id="8" name="图片 7"/>
            <p:cNvPicPr>
              <a:picLocks noChangeAspect="1"/>
            </p:cNvPicPr>
            <p:nvPr/>
          </p:nvPicPr>
          <p:blipFill>
            <a:blip r:embed="rId5" cstate="screen"/>
            <a:srcRect/>
            <a:stretch>
              <a:fillRect/>
            </a:stretch>
          </p:blipFill>
          <p:spPr>
            <a:xfrm>
              <a:off x="1385561" y="3631172"/>
              <a:ext cx="1717349" cy="1486927"/>
            </a:xfrm>
            <a:prstGeom prst="rect">
              <a:avLst/>
            </a:prstGeom>
            <a:effectLst>
              <a:softEdge rad="127000"/>
            </a:effectLst>
          </p:spPr>
        </p:pic>
      </p:grpSp>
    </p:spTree>
  </p:cSld>
  <p:clrMapOvr>
    <a:masterClrMapping/>
  </p:clrMapOvr>
  <mc:AlternateContent xmlns:mc="http://schemas.openxmlformats.org/markup-compatibility/2006">
    <mc:Choice xmlns:p14="http://schemas.microsoft.com/office/powerpoint/2010/main" Requires="p14">
      <p:transition spd="slow" p14:dur="1600" advTm="2415">
        <p14:prism isInverted="1"/>
      </p:transition>
    </mc:Choice>
    <mc:Fallback>
      <p:transition spd="slow" advTm="241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par>
                                <p:cTn id="11" presetID="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par>
                                <p:cTn id="15" presetID="41" presetClass="entr" presetSubtype="0" fill="hold" grpId="0" nodeType="withEffect">
                                  <p:stCondLst>
                                    <p:cond delay="0"/>
                                  </p:stCondLst>
                                  <p:iterate type="lt">
                                    <p:tmPct val="4944"/>
                                  </p:iterate>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7"/>
                                        </p:tgtEl>
                                        <p:attrNameLst>
                                          <p:attrName>ppt_y</p:attrName>
                                        </p:attrNameLst>
                                      </p:cBhvr>
                                      <p:tavLst>
                                        <p:tav tm="0">
                                          <p:val>
                                            <p:strVal val="#ppt_y"/>
                                          </p:val>
                                        </p:tav>
                                        <p:tav tm="100000">
                                          <p:val>
                                            <p:strVal val="#ppt_y"/>
                                          </p:val>
                                        </p:tav>
                                      </p:tavLst>
                                    </p:anim>
                                    <p:anim calcmode="lin" valueType="num">
                                      <p:cBhvr>
                                        <p:cTn id="1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4" grpId="0" animBg="1"/>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2954655"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崇高的信仰信念支撑</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sp>
        <p:nvSpPr>
          <p:cNvPr id="11" name="矩形 10"/>
          <p:cNvSpPr/>
          <p:nvPr/>
        </p:nvSpPr>
        <p:spPr>
          <a:xfrm>
            <a:off x="1369044" y="1837823"/>
            <a:ext cx="9927846" cy="644254"/>
          </a:xfrm>
          <a:prstGeom prst="rect">
            <a:avLst/>
          </a:prstGeom>
          <a:solidFill>
            <a:srgbClr val="B30D0F"/>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
        <p:nvSpPr>
          <p:cNvPr id="2" name="矩形 1"/>
          <p:cNvSpPr/>
          <p:nvPr/>
        </p:nvSpPr>
        <p:spPr>
          <a:xfrm>
            <a:off x="1547288" y="1837823"/>
            <a:ext cx="6504956" cy="584775"/>
          </a:xfrm>
          <a:prstGeom prst="rect">
            <a:avLst/>
          </a:prstGeom>
        </p:spPr>
        <p:txBody>
          <a:bodyPr wrap="square">
            <a:spAutoFit/>
          </a:bodyPr>
          <a:lstStyle/>
          <a:p>
            <a:r>
              <a:rPr lang="zh-CN" altLang="en-US" sz="3200" dirty="0">
                <a:solidFill>
                  <a:schemeClr val="bg1"/>
                </a:solidFill>
                <a:latin typeface="华文新魏" panose="02010800040101010101" pitchFamily="2" charset="-122"/>
                <a:ea typeface="华文新魏" panose="02010800040101010101" pitchFamily="2" charset="-122"/>
              </a:rPr>
              <a:t>在中国共产党</a:t>
            </a:r>
            <a:r>
              <a:rPr lang="en-US" altLang="zh-CN" sz="3200" dirty="0">
                <a:solidFill>
                  <a:schemeClr val="bg1"/>
                </a:solidFill>
                <a:latin typeface="华文新魏" panose="02010800040101010101" pitchFamily="2" charset="-122"/>
                <a:ea typeface="华文新魏" panose="02010800040101010101" pitchFamily="2" charset="-122"/>
              </a:rPr>
              <a:t>99</a:t>
            </a:r>
            <a:r>
              <a:rPr lang="zh-CN" altLang="en-US" sz="3200" dirty="0">
                <a:solidFill>
                  <a:schemeClr val="bg1"/>
                </a:solidFill>
                <a:latin typeface="华文新魏" panose="02010800040101010101" pitchFamily="2" charset="-122"/>
                <a:ea typeface="华文新魏" panose="02010800040101010101" pitchFamily="2" charset="-122"/>
              </a:rPr>
              <a:t>年的奋斗历程中</a:t>
            </a:r>
            <a:endParaRPr lang="zh-CN" altLang="en-US" sz="3200" dirty="0">
              <a:solidFill>
                <a:schemeClr val="bg1"/>
              </a:solidFill>
              <a:latin typeface="华文新魏" panose="02010800040101010101" pitchFamily="2" charset="-122"/>
              <a:ea typeface="华文新魏" panose="02010800040101010101" pitchFamily="2" charset="-122"/>
            </a:endParaRPr>
          </a:p>
        </p:txBody>
      </p:sp>
      <p:sp>
        <p:nvSpPr>
          <p:cNvPr id="12" name="矩形 11"/>
          <p:cNvSpPr/>
          <p:nvPr/>
        </p:nvSpPr>
        <p:spPr>
          <a:xfrm>
            <a:off x="2894150" y="3261623"/>
            <a:ext cx="8426497" cy="136232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
        <p:nvSpPr>
          <p:cNvPr id="7" name="文本框 6"/>
          <p:cNvSpPr txBox="1"/>
          <p:nvPr/>
        </p:nvSpPr>
        <p:spPr>
          <a:xfrm>
            <a:off x="3242879" y="3234206"/>
            <a:ext cx="7844222" cy="1323439"/>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一代代共产党人不惜流血牺牲追求民族独立和人民解放、幸福，靠的不是物质上的“营养品”而是精神上“钙”的支撑。有了精神上“钙”的支撑，就能心胸宽阔、眼界高远，就能在逆境、困境甚至险境时不沉沦、不摇摆而保持韧性。</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4" cstate="screen"/>
          <a:stretch>
            <a:fillRect/>
          </a:stretch>
        </p:blipFill>
        <p:spPr>
          <a:xfrm>
            <a:off x="6325" y="4989258"/>
            <a:ext cx="4474456" cy="1909282"/>
          </a:xfrm>
          <a:prstGeom prst="rect">
            <a:avLst/>
          </a:prstGeom>
        </p:spPr>
      </p:pic>
      <p:grpSp>
        <p:nvGrpSpPr>
          <p:cNvPr id="6" name="组合 5"/>
          <p:cNvGrpSpPr/>
          <p:nvPr/>
        </p:nvGrpSpPr>
        <p:grpSpPr>
          <a:xfrm>
            <a:off x="614799" y="2721221"/>
            <a:ext cx="3257509" cy="2443132"/>
            <a:chOff x="614799" y="2721221"/>
            <a:chExt cx="3257509" cy="2443132"/>
          </a:xfrm>
        </p:grpSpPr>
        <p:pic>
          <p:nvPicPr>
            <p:cNvPr id="13" name="图片 12"/>
            <p:cNvPicPr>
              <a:picLocks noChangeAspect="1"/>
            </p:cNvPicPr>
            <p:nvPr/>
          </p:nvPicPr>
          <p:blipFill>
            <a:blip r:embed="rId5" cstate="screen"/>
            <a:stretch>
              <a:fillRect/>
            </a:stretch>
          </p:blipFill>
          <p:spPr>
            <a:xfrm>
              <a:off x="614799" y="2721221"/>
              <a:ext cx="3257509" cy="2443132"/>
            </a:xfrm>
            <a:prstGeom prst="rect">
              <a:avLst/>
            </a:prstGeom>
          </p:spPr>
        </p:pic>
        <p:pic>
          <p:nvPicPr>
            <p:cNvPr id="5" name="图片 4"/>
            <p:cNvPicPr>
              <a:picLocks noChangeAspect="1"/>
            </p:cNvPicPr>
            <p:nvPr/>
          </p:nvPicPr>
          <p:blipFill>
            <a:blip r:embed="rId6" cstate="screen"/>
            <a:srcRect/>
            <a:stretch>
              <a:fillRect/>
            </a:stretch>
          </p:blipFill>
          <p:spPr>
            <a:xfrm>
              <a:off x="1258088" y="3096578"/>
              <a:ext cx="2226876" cy="1598695"/>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advTm="2415">
        <p14:prism isInverted="1"/>
      </p:transition>
    </mc:Choice>
    <mc:Fallback>
      <p:transition spd="slow" advTm="241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par>
                                <p:cTn id="11" presetID="2" presetClass="entr" presetSubtype="8"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par>
                                <p:cTn id="15" presetID="41" presetClass="entr" presetSubtype="0" fill="hold" grpId="0" nodeType="withEffect">
                                  <p:stCondLst>
                                    <p:cond delay="0"/>
                                  </p:stCondLst>
                                  <p:iterate type="lt">
                                    <p:tmPct val="4706"/>
                                  </p:iterate>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7"/>
                                        </p:tgtEl>
                                        <p:attrNameLst>
                                          <p:attrName>ppt_y</p:attrName>
                                        </p:attrNameLst>
                                      </p:cBhvr>
                                      <p:tavLst>
                                        <p:tav tm="0">
                                          <p:val>
                                            <p:strVal val="#ppt_y"/>
                                          </p:val>
                                        </p:tav>
                                        <p:tav tm="100000">
                                          <p:val>
                                            <p:strVal val="#ppt_y"/>
                                          </p:val>
                                        </p:tav>
                                      </p:tavLst>
                                    </p:anim>
                                    <p:anim calcmode="lin" valueType="num">
                                      <p:cBhvr>
                                        <p:cTn id="1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down)">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12"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2954655"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崇高的信仰信念支撑</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sp>
        <p:nvSpPr>
          <p:cNvPr id="11" name="矩形 10"/>
          <p:cNvSpPr/>
          <p:nvPr/>
        </p:nvSpPr>
        <p:spPr>
          <a:xfrm>
            <a:off x="9232899" y="2416784"/>
            <a:ext cx="2087747" cy="644254"/>
          </a:xfrm>
          <a:prstGeom prst="rect">
            <a:avLst/>
          </a:prstGeom>
          <a:solidFill>
            <a:srgbClr val="B30D0F"/>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
        <p:nvSpPr>
          <p:cNvPr id="2" name="矩形 1"/>
          <p:cNvSpPr/>
          <p:nvPr/>
        </p:nvSpPr>
        <p:spPr>
          <a:xfrm>
            <a:off x="9376627" y="2401416"/>
            <a:ext cx="1812073" cy="584775"/>
          </a:xfrm>
          <a:prstGeom prst="rect">
            <a:avLst/>
          </a:prstGeom>
        </p:spPr>
        <p:txBody>
          <a:bodyPr wrap="square">
            <a:spAutoFit/>
          </a:bodyPr>
          <a:lstStyle/>
          <a:p>
            <a:r>
              <a:rPr lang="zh-CN" altLang="en-US" sz="3200" dirty="0">
                <a:solidFill>
                  <a:schemeClr val="bg1"/>
                </a:solidFill>
                <a:latin typeface="华文新魏" panose="02010800040101010101" pitchFamily="2" charset="-122"/>
                <a:ea typeface="华文新魏" panose="02010800040101010101" pitchFamily="2" charset="-122"/>
              </a:rPr>
              <a:t>实践证明</a:t>
            </a:r>
            <a:endParaRPr lang="zh-CN" altLang="en-US" sz="3200" dirty="0">
              <a:solidFill>
                <a:schemeClr val="bg1"/>
              </a:solidFill>
              <a:latin typeface="华文新魏" panose="02010800040101010101" pitchFamily="2" charset="-122"/>
              <a:ea typeface="华文新魏" panose="02010800040101010101" pitchFamily="2" charset="-122"/>
            </a:endParaRPr>
          </a:p>
        </p:txBody>
      </p:sp>
      <p:sp>
        <p:nvSpPr>
          <p:cNvPr id="12" name="矩形 11"/>
          <p:cNvSpPr/>
          <p:nvPr/>
        </p:nvSpPr>
        <p:spPr>
          <a:xfrm>
            <a:off x="2894150" y="3261623"/>
            <a:ext cx="8426497" cy="136232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
        <p:nvSpPr>
          <p:cNvPr id="7" name="文本框 6"/>
          <p:cNvSpPr txBox="1"/>
          <p:nvPr/>
        </p:nvSpPr>
        <p:spPr>
          <a:xfrm>
            <a:off x="3242879" y="3342622"/>
            <a:ext cx="7945821" cy="120032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做到信仰和信念的笃定、笃行，什么力量也很难撼动，正所谓“土能浊河，而不能浊海；风能拔木，而不能拔山”。正是在这个意义上，习近平总书记提出这样一个重要论断：思想上松一寸，行动上就会散一尺；理想信念动摇是最危险的动摇，理想信念滑坡是最危险的滑坡。</a:t>
            </a: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4" cstate="screen"/>
          <a:stretch>
            <a:fillRect/>
          </a:stretch>
        </p:blipFill>
        <p:spPr>
          <a:xfrm>
            <a:off x="0" y="5008679"/>
            <a:ext cx="4474456" cy="1909282"/>
          </a:xfrm>
          <a:prstGeom prst="rect">
            <a:avLst/>
          </a:prstGeom>
        </p:spPr>
      </p:pic>
      <p:grpSp>
        <p:nvGrpSpPr>
          <p:cNvPr id="8" name="组合 7"/>
          <p:cNvGrpSpPr/>
          <p:nvPr/>
        </p:nvGrpSpPr>
        <p:grpSpPr>
          <a:xfrm>
            <a:off x="614799" y="2721221"/>
            <a:ext cx="3257509" cy="2443132"/>
            <a:chOff x="614799" y="2721221"/>
            <a:chExt cx="3257509" cy="2443132"/>
          </a:xfrm>
        </p:grpSpPr>
        <p:pic>
          <p:nvPicPr>
            <p:cNvPr id="13" name="图片 12"/>
            <p:cNvPicPr>
              <a:picLocks noChangeAspect="1"/>
            </p:cNvPicPr>
            <p:nvPr/>
          </p:nvPicPr>
          <p:blipFill>
            <a:blip r:embed="rId5" cstate="screen"/>
            <a:stretch>
              <a:fillRect/>
            </a:stretch>
          </p:blipFill>
          <p:spPr>
            <a:xfrm>
              <a:off x="614799" y="2721221"/>
              <a:ext cx="3257509" cy="2443132"/>
            </a:xfrm>
            <a:prstGeom prst="rect">
              <a:avLst/>
            </a:prstGeom>
          </p:spPr>
        </p:pic>
        <p:pic>
          <p:nvPicPr>
            <p:cNvPr id="5" name="图片 4"/>
            <p:cNvPicPr>
              <a:picLocks noChangeAspect="1"/>
            </p:cNvPicPr>
            <p:nvPr/>
          </p:nvPicPr>
          <p:blipFill>
            <a:blip r:embed="rId6" cstate="screen"/>
            <a:srcRect/>
            <a:stretch>
              <a:fillRect/>
            </a:stretch>
          </p:blipFill>
          <p:spPr>
            <a:xfrm>
              <a:off x="1258088" y="3096578"/>
              <a:ext cx="2226876" cy="1598695"/>
            </a:xfrm>
            <a:prstGeom prst="rect">
              <a:avLst/>
            </a:prstGeom>
          </p:spPr>
        </p:pic>
      </p:grpSp>
      <p:sp>
        <p:nvSpPr>
          <p:cNvPr id="6" name="右箭头 5"/>
          <p:cNvSpPr/>
          <p:nvPr/>
        </p:nvSpPr>
        <p:spPr>
          <a:xfrm>
            <a:off x="7694795" y="2435237"/>
            <a:ext cx="1333500" cy="584775"/>
          </a:xfrm>
          <a:prstGeom prst="rightArrow">
            <a:avLst/>
          </a:prstGeom>
          <a:solidFill>
            <a:srgbClr val="B30D0F"/>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2415">
        <p14:prism isInverted="1"/>
      </p:transition>
    </mc:Choice>
    <mc:Fallback>
      <p:transition spd="slow" advTm="241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par>
                                <p:cTn id="15" presetID="14" presetClass="entr" presetSubtype="1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par>
                                <p:cTn id="18" presetID="2" presetClass="entr" presetSubtype="8"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0-#ppt_w/2"/>
                                          </p:val>
                                        </p:tav>
                                        <p:tav tm="100000">
                                          <p:val>
                                            <p:strVal val="#ppt_x"/>
                                          </p:val>
                                        </p:tav>
                                      </p:tavLst>
                                    </p:anim>
                                    <p:anim calcmode="lin" valueType="num">
                                      <p:cBhvr additive="base">
                                        <p:cTn id="21" dur="500" fill="hold"/>
                                        <p:tgtEl>
                                          <p:spTgt spid="12"/>
                                        </p:tgtEl>
                                        <p:attrNameLst>
                                          <p:attrName>ppt_y</p:attrName>
                                        </p:attrNameLst>
                                      </p:cBhvr>
                                      <p:tavLst>
                                        <p:tav tm="0">
                                          <p:val>
                                            <p:strVal val="#ppt_y"/>
                                          </p:val>
                                        </p:tav>
                                        <p:tav tm="100000">
                                          <p:val>
                                            <p:strVal val="#ppt_y"/>
                                          </p:val>
                                        </p:tav>
                                      </p:tavLst>
                                    </p:anim>
                                  </p:childTnLst>
                                </p:cTn>
                              </p:par>
                              <p:par>
                                <p:cTn id="22" presetID="41" presetClass="entr" presetSubtype="0" fill="hold" grpId="0" nodeType="withEffect">
                                  <p:stCondLst>
                                    <p:cond delay="0"/>
                                  </p:stCondLst>
                                  <p:iterate type="lt">
                                    <p:tmPct val="3667"/>
                                  </p:iterate>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25" dur="500" fill="hold"/>
                                        <p:tgtEl>
                                          <p:spTgt spid="7"/>
                                        </p:tgtEl>
                                        <p:attrNameLst>
                                          <p:attrName>ppt_y</p:attrName>
                                        </p:attrNameLst>
                                      </p:cBhvr>
                                      <p:tavLst>
                                        <p:tav tm="0">
                                          <p:val>
                                            <p:strVal val="#ppt_y"/>
                                          </p:val>
                                        </p:tav>
                                        <p:tav tm="100000">
                                          <p:val>
                                            <p:strVal val="#ppt_y"/>
                                          </p:val>
                                        </p:tav>
                                      </p:tavLst>
                                    </p:anim>
                                    <p:anim calcmode="lin" valueType="num">
                                      <p:cBhvr>
                                        <p:cTn id="26"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7"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8" dur="5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12" grpId="0" animBg="1"/>
      <p:bldP spid="7" grpId="0"/>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rcRect/>
          <a:stretch>
            <a:fillRect/>
          </a:stretch>
        </p:blipFill>
        <p:spPr>
          <a:xfrm>
            <a:off x="1" y="0"/>
            <a:ext cx="12169588" cy="6871447"/>
          </a:xfrm>
          <a:prstGeom prst="rect">
            <a:avLst/>
          </a:prstGeom>
        </p:spPr>
      </p:pic>
      <p:pic>
        <p:nvPicPr>
          <p:cNvPr id="11" name="图片 10"/>
          <p:cNvPicPr>
            <a:picLocks noChangeAspect="1"/>
          </p:cNvPicPr>
          <p:nvPr/>
        </p:nvPicPr>
        <p:blipFill>
          <a:blip r:embed="rId2"/>
          <a:stretch>
            <a:fillRect/>
          </a:stretch>
        </p:blipFill>
        <p:spPr>
          <a:xfrm>
            <a:off x="5423" y="0"/>
            <a:ext cx="12192000" cy="6858000"/>
          </a:xfrm>
          <a:prstGeom prst="rect">
            <a:avLst/>
          </a:prstGeom>
        </p:spPr>
      </p:pic>
      <p:pic>
        <p:nvPicPr>
          <p:cNvPr id="4" name="图片 3"/>
          <p:cNvPicPr>
            <a:picLocks noChangeAspect="1"/>
          </p:cNvPicPr>
          <p:nvPr/>
        </p:nvPicPr>
        <p:blipFill>
          <a:blip r:embed="rId3" cstate="screen"/>
          <a:srcRect/>
          <a:stretch>
            <a:fillRect/>
          </a:stretch>
        </p:blipFill>
        <p:spPr>
          <a:xfrm>
            <a:off x="-80682" y="-80683"/>
            <a:ext cx="5755341" cy="1479177"/>
          </a:xfrm>
          <a:prstGeom prst="rect">
            <a:avLst/>
          </a:prstGeom>
        </p:spPr>
      </p:pic>
      <p:sp>
        <p:nvSpPr>
          <p:cNvPr id="46" name="Aitds4"/>
          <p:cNvSpPr>
            <a:spLocks noChangeArrowheads="1"/>
          </p:cNvSpPr>
          <p:nvPr/>
        </p:nvSpPr>
        <p:spPr bwMode="auto">
          <a:xfrm>
            <a:off x="4971406" y="1671295"/>
            <a:ext cx="808235" cy="1569660"/>
          </a:xfrm>
          <a:prstGeom prst="rect">
            <a:avLst/>
          </a:prstGeom>
          <a:ln>
            <a:noFill/>
          </a:ln>
        </p:spPr>
        <p:txBody>
          <a:bodyPr wrap="none">
            <a:spAutoFit/>
          </a:bodyPr>
          <a:lstStyle/>
          <a:p>
            <a:pPr algn="ctr"/>
            <a:r>
              <a:rPr lang="en-US" altLang="zh-CN" sz="9600" dirty="0">
                <a:ln>
                  <a:solidFill>
                    <a:srgbClr val="C00000"/>
                  </a:solidFill>
                </a:ln>
                <a:solidFill>
                  <a:srgbClr val="C00000"/>
                </a:solidFill>
                <a:ea typeface="华文新魏" panose="02010800040101010101" pitchFamily="2" charset="-122"/>
              </a:rPr>
              <a:t>2</a:t>
            </a:r>
            <a:endParaRPr lang="zh-CN" altLang="zh-CN" sz="9600" dirty="0">
              <a:ln>
                <a:solidFill>
                  <a:srgbClr val="C00000"/>
                </a:solidFill>
              </a:ln>
              <a:solidFill>
                <a:srgbClr val="C00000"/>
              </a:solidFill>
              <a:ea typeface="华文新魏" panose="02010800040101010101" pitchFamily="2" charset="-122"/>
            </a:endParaRPr>
          </a:p>
        </p:txBody>
      </p:sp>
      <p:sp>
        <p:nvSpPr>
          <p:cNvPr id="47" name="Aitds5"/>
          <p:cNvSpPr/>
          <p:nvPr/>
        </p:nvSpPr>
        <p:spPr bwMode="auto">
          <a:xfrm>
            <a:off x="4602325" y="1723367"/>
            <a:ext cx="1497154" cy="1498648"/>
          </a:xfrm>
          <a:custGeom>
            <a:avLst/>
            <a:gdLst>
              <a:gd name="T0" fmla="*/ 0 w 2342"/>
              <a:gd name="T1" fmla="*/ 0 h 2342"/>
              <a:gd name="T2" fmla="*/ 2342 w 2342"/>
              <a:gd name="T3" fmla="*/ 0 h 2342"/>
              <a:gd name="T4" fmla="*/ 2342 w 2342"/>
              <a:gd name="T5" fmla="*/ 560 h 2342"/>
              <a:gd name="T6" fmla="*/ 2295 w 2342"/>
              <a:gd name="T7" fmla="*/ 560 h 2342"/>
              <a:gd name="T8" fmla="*/ 2295 w 2342"/>
              <a:gd name="T9" fmla="*/ 47 h 2342"/>
              <a:gd name="T10" fmla="*/ 47 w 2342"/>
              <a:gd name="T11" fmla="*/ 47 h 2342"/>
              <a:gd name="T12" fmla="*/ 47 w 2342"/>
              <a:gd name="T13" fmla="*/ 2295 h 2342"/>
              <a:gd name="T14" fmla="*/ 2295 w 2342"/>
              <a:gd name="T15" fmla="*/ 2295 h 2342"/>
              <a:gd name="T16" fmla="*/ 2295 w 2342"/>
              <a:gd name="T17" fmla="*/ 1631 h 2342"/>
              <a:gd name="T18" fmla="*/ 2342 w 2342"/>
              <a:gd name="T19" fmla="*/ 1631 h 2342"/>
              <a:gd name="T20" fmla="*/ 2342 w 2342"/>
              <a:gd name="T21" fmla="*/ 2342 h 2342"/>
              <a:gd name="T22" fmla="*/ 0 w 2342"/>
              <a:gd name="T23" fmla="*/ 2342 h 2342"/>
              <a:gd name="T24" fmla="*/ 0 w 2342"/>
              <a:gd name="T25" fmla="*/ 0 h 2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42" h="2342">
                <a:moveTo>
                  <a:pt x="0" y="0"/>
                </a:moveTo>
                <a:lnTo>
                  <a:pt x="2342" y="0"/>
                </a:lnTo>
                <a:lnTo>
                  <a:pt x="2342" y="560"/>
                </a:lnTo>
                <a:lnTo>
                  <a:pt x="2295" y="560"/>
                </a:lnTo>
                <a:lnTo>
                  <a:pt x="2295" y="47"/>
                </a:lnTo>
                <a:lnTo>
                  <a:pt x="47" y="47"/>
                </a:lnTo>
                <a:lnTo>
                  <a:pt x="47" y="2295"/>
                </a:lnTo>
                <a:lnTo>
                  <a:pt x="2295" y="2295"/>
                </a:lnTo>
                <a:lnTo>
                  <a:pt x="2295" y="1631"/>
                </a:lnTo>
                <a:lnTo>
                  <a:pt x="2342" y="1631"/>
                </a:lnTo>
                <a:lnTo>
                  <a:pt x="2342" y="2342"/>
                </a:lnTo>
                <a:lnTo>
                  <a:pt x="0" y="2342"/>
                </a:lnTo>
                <a:lnTo>
                  <a:pt x="0" y="0"/>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0" cap="none" spc="0" normalizeH="0" baseline="0" noProof="0" dirty="0">
              <a:ln>
                <a:noFill/>
              </a:ln>
              <a:solidFill>
                <a:srgbClr val="C00000"/>
              </a:solidFill>
              <a:effectLst/>
              <a:uLnTx/>
              <a:uFillTx/>
              <a:ea typeface="华文新魏" panose="02010800040101010101" pitchFamily="2" charset="-122"/>
            </a:endParaRPr>
          </a:p>
        </p:txBody>
      </p:sp>
      <p:sp>
        <p:nvSpPr>
          <p:cNvPr id="48" name="Aitds6"/>
          <p:cNvSpPr txBox="1"/>
          <p:nvPr/>
        </p:nvSpPr>
        <p:spPr>
          <a:xfrm>
            <a:off x="6112287" y="2158178"/>
            <a:ext cx="2473241" cy="523220"/>
          </a:xfrm>
          <a:prstGeom prst="rect">
            <a:avLst/>
          </a:prstGeom>
          <a:noFill/>
        </p:spPr>
        <p:txBody>
          <a:bodyPr wrap="none" rtlCol="0">
            <a:spAutoFit/>
          </a:bodyPr>
          <a:lstStyle/>
          <a:p>
            <a:pPr marL="0" marR="0" lvl="0" indent="0" algn="ctr" defTabSz="121793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rPr>
              <a:t>第二部分 </a:t>
            </a:r>
            <a:r>
              <a:rPr kumimoji="0" lang="en-US" altLang="zh-CN" sz="1400" b="0" i="0" u="none" strike="noStrike" kern="1200" cap="none" spc="0" normalizeH="0" baseline="0" noProof="0" dirty="0">
                <a:ln>
                  <a:noFill/>
                </a:ln>
                <a:solidFill>
                  <a:srgbClr val="C00000"/>
                </a:solidFill>
                <a:effectLst/>
                <a:uLnTx/>
                <a:uFillTx/>
                <a:ea typeface="华文新魏" panose="02010800040101010101" pitchFamily="2" charset="-122"/>
              </a:rPr>
              <a:t>PART  ONE</a:t>
            </a:r>
            <a:endPar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endParaRPr>
          </a:p>
        </p:txBody>
      </p:sp>
      <p:sp>
        <p:nvSpPr>
          <p:cNvPr id="49" name="Aitds3"/>
          <p:cNvSpPr/>
          <p:nvPr/>
        </p:nvSpPr>
        <p:spPr>
          <a:xfrm>
            <a:off x="2194931" y="3215777"/>
            <a:ext cx="7802137" cy="1107996"/>
          </a:xfrm>
          <a:prstGeom prst="rect">
            <a:avLst/>
          </a:prstGeom>
          <a:ln>
            <a:noFill/>
          </a:ln>
        </p:spPr>
        <p:txBody>
          <a:bodyPr wrap="none">
            <a:spAutoFit/>
          </a:bodyPr>
          <a:lstStyle/>
          <a:p>
            <a:pPr lvl="0" algn="ctr">
              <a:defRPr/>
            </a:pPr>
            <a:r>
              <a:rPr lang="zh-CN" altLang="en-US" sz="6600" dirty="0">
                <a:ln>
                  <a:solidFill>
                    <a:srgbClr val="C00000"/>
                  </a:solidFill>
                </a:ln>
                <a:solidFill>
                  <a:srgbClr val="C00000"/>
                </a:solidFill>
                <a:ea typeface="华文新魏" panose="02010800040101010101" pitchFamily="2" charset="-122"/>
              </a:rPr>
              <a:t>一以贯之的忧患意识</a:t>
            </a:r>
            <a:endParaRPr lang="zh-CN" altLang="en-US" sz="6600" dirty="0">
              <a:ln>
                <a:solidFill>
                  <a:srgbClr val="C00000"/>
                </a:solidFill>
              </a:ln>
              <a:solidFill>
                <a:srgbClr val="C00000"/>
              </a:solidFill>
              <a:ea typeface="华文新魏" panose="02010800040101010101" pitchFamily="2" charset="-122"/>
            </a:endParaRPr>
          </a:p>
        </p:txBody>
      </p:sp>
      <p:pic>
        <p:nvPicPr>
          <p:cNvPr id="10" name="图片 9"/>
          <p:cNvPicPr>
            <a:picLocks noChangeAspect="1"/>
          </p:cNvPicPr>
          <p:nvPr/>
        </p:nvPicPr>
        <p:blipFill>
          <a:blip r:embed="rId4" cstate="screen"/>
          <a:srcRect t="44893" b="25028"/>
          <a:stretch>
            <a:fillRect/>
          </a:stretch>
        </p:blipFill>
        <p:spPr>
          <a:xfrm>
            <a:off x="0" y="4909512"/>
            <a:ext cx="12192000" cy="2062788"/>
          </a:xfrm>
          <a:prstGeom prst="rect">
            <a:avLst/>
          </a:prstGeom>
        </p:spPr>
      </p:pic>
      <p:pic>
        <p:nvPicPr>
          <p:cNvPr id="12" name="图片 11"/>
          <p:cNvPicPr>
            <a:picLocks noChangeAspect="1"/>
          </p:cNvPicPr>
          <p:nvPr/>
        </p:nvPicPr>
        <p:blipFill>
          <a:blip r:embed="rId5" cstate="screen"/>
          <a:stretch>
            <a:fillRect/>
          </a:stretch>
        </p:blipFill>
        <p:spPr>
          <a:xfrm>
            <a:off x="8445500" y="3097197"/>
            <a:ext cx="4013200" cy="3738323"/>
          </a:xfrm>
          <a:prstGeom prst="rect">
            <a:avLst/>
          </a:prstGeom>
        </p:spPr>
      </p:pic>
      <p:pic>
        <p:nvPicPr>
          <p:cNvPr id="13" name="图片 12"/>
          <p:cNvPicPr>
            <a:picLocks noChangeAspect="1"/>
          </p:cNvPicPr>
          <p:nvPr/>
        </p:nvPicPr>
        <p:blipFill>
          <a:blip r:embed="rId6" cstate="screen"/>
          <a:srcRect l="34848" t="3592" r="32576" b="21437"/>
          <a:stretch>
            <a:fillRect/>
          </a:stretch>
        </p:blipFill>
        <p:spPr>
          <a:xfrm flipH="1">
            <a:off x="-108953" y="3737811"/>
            <a:ext cx="2499530" cy="3235826"/>
          </a:xfrm>
          <a:prstGeom prst="rect">
            <a:avLst/>
          </a:prstGeom>
        </p:spPr>
      </p:pic>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outHorizontal)">
                                      <p:cBhvr>
                                        <p:cTn id="7" dur="500"/>
                                        <p:tgtEl>
                                          <p:spTgt spid="47"/>
                                        </p:tgtEl>
                                      </p:cBhvr>
                                    </p:animEffect>
                                  </p:childTnLst>
                                </p:cTn>
                              </p:par>
                            </p:childTnLst>
                          </p:cTn>
                        </p:par>
                        <p:par>
                          <p:cTn id="8" fill="hold">
                            <p:stCondLst>
                              <p:cond delay="500"/>
                            </p:stCondLst>
                            <p:childTnLst>
                              <p:par>
                                <p:cTn id="9" presetID="31"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p:cTn id="11" dur="400" fill="hold"/>
                                        <p:tgtEl>
                                          <p:spTgt spid="46"/>
                                        </p:tgtEl>
                                        <p:attrNameLst>
                                          <p:attrName>ppt_w</p:attrName>
                                        </p:attrNameLst>
                                      </p:cBhvr>
                                      <p:tavLst>
                                        <p:tav tm="0">
                                          <p:val>
                                            <p:fltVal val="0"/>
                                          </p:val>
                                        </p:tav>
                                        <p:tav tm="100000">
                                          <p:val>
                                            <p:strVal val="#ppt_w"/>
                                          </p:val>
                                        </p:tav>
                                      </p:tavLst>
                                    </p:anim>
                                    <p:anim calcmode="lin" valueType="num">
                                      <p:cBhvr>
                                        <p:cTn id="12" dur="400" fill="hold"/>
                                        <p:tgtEl>
                                          <p:spTgt spid="46"/>
                                        </p:tgtEl>
                                        <p:attrNameLst>
                                          <p:attrName>ppt_h</p:attrName>
                                        </p:attrNameLst>
                                      </p:cBhvr>
                                      <p:tavLst>
                                        <p:tav tm="0">
                                          <p:val>
                                            <p:fltVal val="0"/>
                                          </p:val>
                                        </p:tav>
                                        <p:tav tm="100000">
                                          <p:val>
                                            <p:strVal val="#ppt_h"/>
                                          </p:val>
                                        </p:tav>
                                      </p:tavLst>
                                    </p:anim>
                                    <p:anim calcmode="lin" valueType="num">
                                      <p:cBhvr>
                                        <p:cTn id="13" dur="400" fill="hold"/>
                                        <p:tgtEl>
                                          <p:spTgt spid="46"/>
                                        </p:tgtEl>
                                        <p:attrNameLst>
                                          <p:attrName>style.rotation</p:attrName>
                                        </p:attrNameLst>
                                      </p:cBhvr>
                                      <p:tavLst>
                                        <p:tav tm="0">
                                          <p:val>
                                            <p:fltVal val="90"/>
                                          </p:val>
                                        </p:tav>
                                        <p:tav tm="100000">
                                          <p:val>
                                            <p:fltVal val="0"/>
                                          </p:val>
                                        </p:tav>
                                      </p:tavLst>
                                    </p:anim>
                                    <p:animEffect transition="in" filter="fade">
                                      <p:cBhvr>
                                        <p:cTn id="14" dur="400"/>
                                        <p:tgtEl>
                                          <p:spTgt spid="46"/>
                                        </p:tgtEl>
                                      </p:cBhvr>
                                    </p:animEffect>
                                  </p:childTnLst>
                                </p:cTn>
                              </p:par>
                            </p:childTnLst>
                          </p:cTn>
                        </p:par>
                        <p:par>
                          <p:cTn id="15" fill="hold">
                            <p:stCondLst>
                              <p:cond delay="1000"/>
                            </p:stCondLst>
                            <p:childTnLst>
                              <p:par>
                                <p:cTn id="16" presetID="2" presetClass="entr" presetSubtype="4" fill="hold" grpId="0" nodeType="afterEffect">
                                  <p:stCondLst>
                                    <p:cond delay="0"/>
                                  </p:stCondLst>
                                  <p:iterate type="lt">
                                    <p:tmPct val="10000"/>
                                  </p:iterate>
                                  <p:childTnLst>
                                    <p:set>
                                      <p:cBhvr>
                                        <p:cTn id="17" dur="1" fill="hold">
                                          <p:stCondLst>
                                            <p:cond delay="0"/>
                                          </p:stCondLst>
                                        </p:cTn>
                                        <p:tgtEl>
                                          <p:spTgt spid="48"/>
                                        </p:tgtEl>
                                        <p:attrNameLst>
                                          <p:attrName>style.visibility</p:attrName>
                                        </p:attrNameLst>
                                      </p:cBhvr>
                                      <p:to>
                                        <p:strVal val="visible"/>
                                      </p:to>
                                    </p:set>
                                    <p:anim calcmode="lin" valueType="num">
                                      <p:cBhvr additive="base">
                                        <p:cTn id="18" dur="500" fill="hold"/>
                                        <p:tgtEl>
                                          <p:spTgt spid="48"/>
                                        </p:tgtEl>
                                        <p:attrNameLst>
                                          <p:attrName>ppt_x</p:attrName>
                                        </p:attrNameLst>
                                      </p:cBhvr>
                                      <p:tavLst>
                                        <p:tav tm="0">
                                          <p:val>
                                            <p:strVal val="#ppt_x"/>
                                          </p:val>
                                        </p:tav>
                                        <p:tav tm="100000">
                                          <p:val>
                                            <p:strVal val="#ppt_x"/>
                                          </p:val>
                                        </p:tav>
                                      </p:tavLst>
                                    </p:anim>
                                    <p:anim calcmode="lin" valueType="num">
                                      <p:cBhvr additive="base">
                                        <p:cTn id="19" dur="500" fill="hold"/>
                                        <p:tgtEl>
                                          <p:spTgt spid="48"/>
                                        </p:tgtEl>
                                        <p:attrNameLst>
                                          <p:attrName>ppt_y</p:attrName>
                                        </p:attrNameLst>
                                      </p:cBhvr>
                                      <p:tavLst>
                                        <p:tav tm="0">
                                          <p:val>
                                            <p:strVal val="1+#ppt_h/2"/>
                                          </p:val>
                                        </p:tav>
                                        <p:tav tm="100000">
                                          <p:val>
                                            <p:strVal val="#ppt_y"/>
                                          </p:val>
                                        </p:tav>
                                      </p:tavLst>
                                    </p:anim>
                                  </p:childTnLst>
                                </p:cTn>
                              </p:par>
                            </p:childTnLst>
                          </p:cTn>
                        </p:par>
                        <p:par>
                          <p:cTn id="20" fill="hold">
                            <p:stCondLst>
                              <p:cond delay="2049"/>
                            </p:stCondLst>
                            <p:childTnLst>
                              <p:par>
                                <p:cTn id="21" presetID="23" presetClass="entr" presetSubtype="16"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p:cTn id="23" dur="500" fill="hold"/>
                                        <p:tgtEl>
                                          <p:spTgt spid="49"/>
                                        </p:tgtEl>
                                        <p:attrNameLst>
                                          <p:attrName>ppt_w</p:attrName>
                                        </p:attrNameLst>
                                      </p:cBhvr>
                                      <p:tavLst>
                                        <p:tav tm="0">
                                          <p:val>
                                            <p:fltVal val="0"/>
                                          </p:val>
                                        </p:tav>
                                        <p:tav tm="100000">
                                          <p:val>
                                            <p:strVal val="#ppt_w"/>
                                          </p:val>
                                        </p:tav>
                                      </p:tavLst>
                                    </p:anim>
                                    <p:anim calcmode="lin" valueType="num">
                                      <p:cBhvr>
                                        <p:cTn id="24" dur="500" fill="hold"/>
                                        <p:tgtEl>
                                          <p:spTgt spid="4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48" grpId="0"/>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2954655"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一以贯之的忧患意识</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grpSp>
        <p:nvGrpSpPr>
          <p:cNvPr id="13" name="Aitds26"/>
          <p:cNvGrpSpPr>
            <a:grpSpLocks noChangeAspect="1"/>
          </p:cNvGrpSpPr>
          <p:nvPr/>
        </p:nvGrpSpPr>
        <p:grpSpPr>
          <a:xfrm>
            <a:off x="796575" y="2054337"/>
            <a:ext cx="903606" cy="461665"/>
            <a:chOff x="3222" y="1845"/>
            <a:chExt cx="1237" cy="632"/>
          </a:xfrm>
          <a:solidFill>
            <a:srgbClr val="C00000"/>
          </a:solidFill>
        </p:grpSpPr>
        <p:sp>
          <p:nvSpPr>
            <p:cNvPr id="14" name="Aitds26-1"/>
            <p:cNvSpPr/>
            <p:nvPr/>
          </p:nvSpPr>
          <p:spPr bwMode="auto">
            <a:xfrm>
              <a:off x="3608" y="1845"/>
              <a:ext cx="851" cy="632"/>
            </a:xfrm>
            <a:custGeom>
              <a:avLst/>
              <a:gdLst>
                <a:gd name="T0" fmla="*/ 366 w 626"/>
                <a:gd name="T1" fmla="*/ 413 h 465"/>
                <a:gd name="T2" fmla="*/ 313 w 626"/>
                <a:gd name="T3" fmla="*/ 362 h 465"/>
                <a:gd name="T4" fmla="*/ 338 w 626"/>
                <a:gd name="T5" fmla="*/ 362 h 465"/>
                <a:gd name="T6" fmla="*/ 392 w 626"/>
                <a:gd name="T7" fmla="*/ 310 h 465"/>
                <a:gd name="T8" fmla="*/ 338 w 626"/>
                <a:gd name="T9" fmla="*/ 258 h 465"/>
                <a:gd name="T10" fmla="*/ 414 w 626"/>
                <a:gd name="T11" fmla="*/ 207 h 465"/>
                <a:gd name="T12" fmla="*/ 361 w 626"/>
                <a:gd name="T13" fmla="*/ 155 h 465"/>
                <a:gd name="T14" fmla="*/ 573 w 626"/>
                <a:gd name="T15" fmla="*/ 155 h 465"/>
                <a:gd name="T16" fmla="*/ 626 w 626"/>
                <a:gd name="T17" fmla="*/ 103 h 465"/>
                <a:gd name="T18" fmla="*/ 573 w 626"/>
                <a:gd name="T19" fmla="*/ 52 h 465"/>
                <a:gd name="T20" fmla="*/ 260 w 626"/>
                <a:gd name="T21" fmla="*/ 52 h 465"/>
                <a:gd name="T22" fmla="*/ 207 w 626"/>
                <a:gd name="T23" fmla="*/ 0 h 465"/>
                <a:gd name="T24" fmla="*/ 102 w 626"/>
                <a:gd name="T25" fmla="*/ 0 h 465"/>
                <a:gd name="T26" fmla="*/ 48 w 626"/>
                <a:gd name="T27" fmla="*/ 52 h 465"/>
                <a:gd name="T28" fmla="*/ 49 w 626"/>
                <a:gd name="T29" fmla="*/ 54 h 465"/>
                <a:gd name="T30" fmla="*/ 0 w 626"/>
                <a:gd name="T31" fmla="*/ 113 h 465"/>
                <a:gd name="T32" fmla="*/ 0 w 626"/>
                <a:gd name="T33" fmla="*/ 403 h 465"/>
                <a:gd name="T34" fmla="*/ 65 w 626"/>
                <a:gd name="T35" fmla="*/ 465 h 465"/>
                <a:gd name="T36" fmla="*/ 208 w 626"/>
                <a:gd name="T37" fmla="*/ 465 h 465"/>
                <a:gd name="T38" fmla="*/ 244 w 626"/>
                <a:gd name="T39" fmla="*/ 465 h 465"/>
                <a:gd name="T40" fmla="*/ 313 w 626"/>
                <a:gd name="T41" fmla="*/ 465 h 465"/>
                <a:gd name="T42" fmla="*/ 366 w 626"/>
                <a:gd name="T43" fmla="*/ 413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26" h="465">
                  <a:moveTo>
                    <a:pt x="366" y="413"/>
                  </a:moveTo>
                  <a:cubicBezTo>
                    <a:pt x="366" y="385"/>
                    <a:pt x="342" y="362"/>
                    <a:pt x="313" y="362"/>
                  </a:cubicBezTo>
                  <a:cubicBezTo>
                    <a:pt x="338" y="362"/>
                    <a:pt x="338" y="362"/>
                    <a:pt x="338" y="362"/>
                  </a:cubicBezTo>
                  <a:cubicBezTo>
                    <a:pt x="368" y="362"/>
                    <a:pt x="392" y="338"/>
                    <a:pt x="392" y="310"/>
                  </a:cubicBezTo>
                  <a:cubicBezTo>
                    <a:pt x="392" y="281"/>
                    <a:pt x="368" y="258"/>
                    <a:pt x="338" y="258"/>
                  </a:cubicBezTo>
                  <a:cubicBezTo>
                    <a:pt x="368" y="258"/>
                    <a:pt x="416" y="258"/>
                    <a:pt x="414" y="207"/>
                  </a:cubicBezTo>
                  <a:cubicBezTo>
                    <a:pt x="413" y="178"/>
                    <a:pt x="390" y="155"/>
                    <a:pt x="361" y="155"/>
                  </a:cubicBezTo>
                  <a:cubicBezTo>
                    <a:pt x="573" y="155"/>
                    <a:pt x="573" y="155"/>
                    <a:pt x="573" y="155"/>
                  </a:cubicBezTo>
                  <a:cubicBezTo>
                    <a:pt x="602" y="155"/>
                    <a:pt x="626" y="132"/>
                    <a:pt x="626" y="103"/>
                  </a:cubicBezTo>
                  <a:cubicBezTo>
                    <a:pt x="626" y="75"/>
                    <a:pt x="602" y="52"/>
                    <a:pt x="573" y="52"/>
                  </a:cubicBezTo>
                  <a:cubicBezTo>
                    <a:pt x="260" y="52"/>
                    <a:pt x="260" y="52"/>
                    <a:pt x="260" y="52"/>
                  </a:cubicBezTo>
                  <a:cubicBezTo>
                    <a:pt x="260" y="23"/>
                    <a:pt x="236" y="0"/>
                    <a:pt x="207" y="0"/>
                  </a:cubicBezTo>
                  <a:cubicBezTo>
                    <a:pt x="102" y="0"/>
                    <a:pt x="102" y="0"/>
                    <a:pt x="102" y="0"/>
                  </a:cubicBezTo>
                  <a:cubicBezTo>
                    <a:pt x="72" y="0"/>
                    <a:pt x="48" y="23"/>
                    <a:pt x="48" y="52"/>
                  </a:cubicBezTo>
                  <a:cubicBezTo>
                    <a:pt x="48" y="52"/>
                    <a:pt x="48" y="53"/>
                    <a:pt x="49" y="54"/>
                  </a:cubicBezTo>
                  <a:cubicBezTo>
                    <a:pt x="21" y="60"/>
                    <a:pt x="0" y="85"/>
                    <a:pt x="0" y="113"/>
                  </a:cubicBezTo>
                  <a:cubicBezTo>
                    <a:pt x="0" y="403"/>
                    <a:pt x="0" y="403"/>
                    <a:pt x="0" y="403"/>
                  </a:cubicBezTo>
                  <a:cubicBezTo>
                    <a:pt x="0" y="437"/>
                    <a:pt x="29" y="465"/>
                    <a:pt x="65" y="465"/>
                  </a:cubicBezTo>
                  <a:cubicBezTo>
                    <a:pt x="208" y="465"/>
                    <a:pt x="208" y="465"/>
                    <a:pt x="208" y="465"/>
                  </a:cubicBezTo>
                  <a:cubicBezTo>
                    <a:pt x="244" y="465"/>
                    <a:pt x="244" y="465"/>
                    <a:pt x="244" y="465"/>
                  </a:cubicBezTo>
                  <a:cubicBezTo>
                    <a:pt x="313" y="465"/>
                    <a:pt x="313" y="465"/>
                    <a:pt x="313" y="465"/>
                  </a:cubicBezTo>
                  <a:cubicBezTo>
                    <a:pt x="342" y="465"/>
                    <a:pt x="366" y="442"/>
                    <a:pt x="366" y="4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15" name="Aitds26-2"/>
            <p:cNvSpPr>
              <a:spLocks noChangeArrowheads="1"/>
            </p:cNvSpPr>
            <p:nvPr/>
          </p:nvSpPr>
          <p:spPr bwMode="auto">
            <a:xfrm>
              <a:off x="3222" y="1931"/>
              <a:ext cx="319" cy="5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sp>
        <p:nvSpPr>
          <p:cNvPr id="16" name="Aitds27"/>
          <p:cNvSpPr/>
          <p:nvPr/>
        </p:nvSpPr>
        <p:spPr>
          <a:xfrm>
            <a:off x="1789812" y="1957159"/>
            <a:ext cx="9925019" cy="584775"/>
          </a:xfrm>
          <a:prstGeom prst="rect">
            <a:avLst/>
          </a:prstGeom>
        </p:spPr>
        <p:txBody>
          <a:bodyPr wrap="square">
            <a:spAutoFit/>
          </a:bodyPr>
          <a:lstStyle/>
          <a:p>
            <a:pPr lvl="0">
              <a:defRPr/>
            </a:pPr>
            <a:r>
              <a:rPr lang="zh-CN" altLang="en-US" sz="3200" b="1" dirty="0">
                <a:solidFill>
                  <a:srgbClr val="C00000"/>
                </a:solidFill>
                <a:ea typeface="华文新魏" panose="02010800040101010101" pitchFamily="2" charset="-122"/>
              </a:rPr>
              <a:t>世界上最可怕的敌人往往不是“他者”而是自己本身</a:t>
            </a:r>
            <a:endParaRPr lang="zh-CN" altLang="en-US" sz="3200" b="1" dirty="0">
              <a:solidFill>
                <a:srgbClr val="C00000"/>
              </a:solidFill>
              <a:ea typeface="华文新魏" panose="02010800040101010101" pitchFamily="2" charset="-122"/>
            </a:endParaRPr>
          </a:p>
        </p:txBody>
      </p:sp>
      <p:sp>
        <p:nvSpPr>
          <p:cNvPr id="34" name="Aitds11-1"/>
          <p:cNvSpPr/>
          <p:nvPr/>
        </p:nvSpPr>
        <p:spPr>
          <a:xfrm>
            <a:off x="1789812" y="2659637"/>
            <a:ext cx="9283701" cy="646331"/>
          </a:xfrm>
          <a:prstGeom prst="rect">
            <a:avLst/>
          </a:prstGeom>
        </p:spPr>
        <p:txBody>
          <a:bodyPr wrap="square">
            <a:spAutoFit/>
          </a:bodyPr>
          <a:lstStyle/>
          <a:p>
            <a:pPr lvl="0">
              <a:defRPr/>
            </a:pPr>
            <a:r>
              <a:rPr lang="zh-CN" altLang="en-US" dirty="0">
                <a:solidFill>
                  <a:srgbClr val="C00000"/>
                </a:solidFill>
                <a:ea typeface="华文新魏" panose="02010800040101010101" pitchFamily="2" charset="-122"/>
              </a:rPr>
              <a:t>忧患意识是使中国共产党保持韧性的重要主观要件，其意义在于：因为平常之时的居安思危、未雨绸缪而能防微杜渐、有备无患，从而能根深叶茂而不断长成参天大树。</a:t>
            </a:r>
            <a:endParaRPr lang="zh-CN" altLang="en-US" dirty="0">
              <a:solidFill>
                <a:srgbClr val="C00000"/>
              </a:solidFill>
              <a:ea typeface="华文新魏" panose="02010800040101010101" pitchFamily="2" charset="-122"/>
            </a:endParaRPr>
          </a:p>
        </p:txBody>
      </p:sp>
      <p:grpSp>
        <p:nvGrpSpPr>
          <p:cNvPr id="4" name="组合 3"/>
          <p:cNvGrpSpPr/>
          <p:nvPr/>
        </p:nvGrpSpPr>
        <p:grpSpPr>
          <a:xfrm>
            <a:off x="1686430" y="3620354"/>
            <a:ext cx="9387083" cy="620134"/>
            <a:chOff x="1311749" y="3263562"/>
            <a:chExt cx="9387083" cy="620134"/>
          </a:xfrm>
        </p:grpSpPr>
        <p:grpSp>
          <p:nvGrpSpPr>
            <p:cNvPr id="3" name="组合 2"/>
            <p:cNvGrpSpPr/>
            <p:nvPr/>
          </p:nvGrpSpPr>
          <p:grpSpPr>
            <a:xfrm>
              <a:off x="1311749" y="3279141"/>
              <a:ext cx="9387083" cy="543559"/>
              <a:chOff x="1311749" y="3279141"/>
              <a:chExt cx="9387083" cy="543559"/>
            </a:xfrm>
          </p:grpSpPr>
          <p:sp>
            <p:nvSpPr>
              <p:cNvPr id="17" name="Aitds2"/>
              <p:cNvSpPr/>
              <p:nvPr/>
            </p:nvSpPr>
            <p:spPr>
              <a:xfrm>
                <a:off x="1311749" y="3279141"/>
                <a:ext cx="9318151" cy="543559"/>
              </a:xfrm>
              <a:prstGeom prst="roundRect">
                <a:avLst>
                  <a:gd name="adj" fmla="val 3955"/>
                </a:avLst>
              </a:prstGeom>
              <a:noFill/>
              <a:ln w="63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285" i="0" u="none" strike="noStrike" kern="1200" cap="none" spc="0" normalizeH="0" baseline="0" noProof="0" dirty="0">
                  <a:ln>
                    <a:noFill/>
                  </a:ln>
                  <a:solidFill>
                    <a:srgbClr val="E7E6E6">
                      <a:lumMod val="25000"/>
                    </a:srgbClr>
                  </a:solidFill>
                  <a:effectLst/>
                  <a:uLnTx/>
                  <a:uFillTx/>
                  <a:ea typeface="华文新魏" panose="02010800040101010101" pitchFamily="2" charset="-122"/>
                </a:endParaRPr>
              </a:p>
            </p:txBody>
          </p:sp>
          <p:sp>
            <p:nvSpPr>
              <p:cNvPr id="18" name="Aitds3"/>
              <p:cNvSpPr/>
              <p:nvPr/>
            </p:nvSpPr>
            <p:spPr>
              <a:xfrm>
                <a:off x="2331367" y="3404728"/>
                <a:ext cx="8367465" cy="358014"/>
              </a:xfrm>
              <a:prstGeom prst="rect">
                <a:avLst/>
              </a:prstGeom>
            </p:spPr>
            <p:txBody>
              <a:bodyPr wrap="square" lIns="105571" tIns="52784" rIns="105571" bIns="52784">
                <a:spAutoFit/>
              </a:bodyPr>
              <a:lstStyle/>
              <a:p>
                <a:pPr lvl="0">
                  <a:lnSpc>
                    <a:spcPts val="2100"/>
                  </a:lnSpc>
                  <a:defRPr/>
                </a:pPr>
                <a:r>
                  <a:rPr lang="zh-CN" altLang="en-US" sz="1400" dirty="0">
                    <a:solidFill>
                      <a:srgbClr val="E7E6E6">
                        <a:lumMod val="10000"/>
                      </a:srgbClr>
                    </a:solidFill>
                    <a:ea typeface="华文新魏" panose="02010800040101010101" pitchFamily="2" charset="-122"/>
                  </a:rPr>
                  <a:t>中国共产党在民族的苦难中诞育，在革命中成长，在建设、改革浪潮中成熟</a:t>
                </a:r>
                <a:endParaRPr kumimoji="0" lang="zh-CN" altLang="en-US" sz="1400" i="0" u="none" strike="noStrike" kern="1200" cap="none" spc="0" normalizeH="0" baseline="0" noProof="0" dirty="0">
                  <a:ln>
                    <a:noFill/>
                  </a:ln>
                  <a:solidFill>
                    <a:srgbClr val="E7E6E6">
                      <a:lumMod val="10000"/>
                    </a:srgbClr>
                  </a:solidFill>
                  <a:effectLst/>
                  <a:uLnTx/>
                  <a:uFillTx/>
                  <a:ea typeface="华文新魏" panose="02010800040101010101" pitchFamily="2" charset="-122"/>
                </a:endParaRPr>
              </a:p>
            </p:txBody>
          </p:sp>
        </p:grpSp>
        <p:sp>
          <p:nvSpPr>
            <p:cNvPr id="72" name="Aitds4"/>
            <p:cNvSpPr/>
            <p:nvPr/>
          </p:nvSpPr>
          <p:spPr bwMode="auto">
            <a:xfrm>
              <a:off x="1549968" y="3263562"/>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C00000"/>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73" name="Aitds6"/>
            <p:cNvSpPr>
              <a:spLocks noChangeArrowheads="1"/>
            </p:cNvSpPr>
            <p:nvPr/>
          </p:nvSpPr>
          <p:spPr bwMode="auto">
            <a:xfrm>
              <a:off x="1614236" y="3263563"/>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74" name="Aitds7"/>
            <p:cNvSpPr txBox="1">
              <a:spLocks noChangeArrowheads="1"/>
            </p:cNvSpPr>
            <p:nvPr/>
          </p:nvSpPr>
          <p:spPr bwMode="auto">
            <a:xfrm>
              <a:off x="1618967" y="3352800"/>
              <a:ext cx="529596" cy="53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3000" i="0" u="none" strike="noStrike" kern="1200" cap="none" spc="0" normalizeH="0" baseline="0" noProof="0" dirty="0">
                  <a:ln>
                    <a:noFill/>
                  </a:ln>
                  <a:solidFill>
                    <a:srgbClr val="FFFFFF"/>
                  </a:solidFill>
                  <a:effectLst/>
                  <a:uLnTx/>
                  <a:uFillTx/>
                  <a:ea typeface="华文新魏" panose="02010800040101010101" pitchFamily="2" charset="-122"/>
                </a:rPr>
                <a:t>01</a:t>
              </a:r>
              <a:endParaRPr kumimoji="0" lang="zh-CN" altLang="en-US" sz="3000" i="0" u="none" strike="noStrike" kern="1200" cap="none" spc="0" normalizeH="0" baseline="0" noProof="0" dirty="0">
                <a:ln>
                  <a:noFill/>
                </a:ln>
                <a:solidFill>
                  <a:srgbClr val="FFFFFF"/>
                </a:solidFill>
                <a:effectLst/>
                <a:uLnTx/>
                <a:uFillTx/>
                <a:ea typeface="华文新魏" panose="02010800040101010101" pitchFamily="2" charset="-122"/>
              </a:endParaRPr>
            </a:p>
          </p:txBody>
        </p:sp>
      </p:grpSp>
      <p:grpSp>
        <p:nvGrpSpPr>
          <p:cNvPr id="75" name="组合 74"/>
          <p:cNvGrpSpPr/>
          <p:nvPr/>
        </p:nvGrpSpPr>
        <p:grpSpPr>
          <a:xfrm>
            <a:off x="1691094" y="4384388"/>
            <a:ext cx="9382419" cy="559138"/>
            <a:chOff x="1311749" y="3263562"/>
            <a:chExt cx="9382419" cy="559138"/>
          </a:xfrm>
        </p:grpSpPr>
        <p:grpSp>
          <p:nvGrpSpPr>
            <p:cNvPr id="76" name="组合 75"/>
            <p:cNvGrpSpPr/>
            <p:nvPr/>
          </p:nvGrpSpPr>
          <p:grpSpPr>
            <a:xfrm>
              <a:off x="1311749" y="3279141"/>
              <a:ext cx="9382419" cy="543559"/>
              <a:chOff x="1311749" y="3279141"/>
              <a:chExt cx="9382419" cy="543559"/>
            </a:xfrm>
          </p:grpSpPr>
          <p:sp>
            <p:nvSpPr>
              <p:cNvPr id="80" name="Aitds2"/>
              <p:cNvSpPr/>
              <p:nvPr/>
            </p:nvSpPr>
            <p:spPr>
              <a:xfrm>
                <a:off x="1311749" y="3279141"/>
                <a:ext cx="9318151" cy="543559"/>
              </a:xfrm>
              <a:prstGeom prst="roundRect">
                <a:avLst>
                  <a:gd name="adj" fmla="val 3955"/>
                </a:avLst>
              </a:prstGeom>
              <a:noFill/>
              <a:ln w="63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285" i="0" u="none" strike="noStrike" kern="1200" cap="none" spc="0" normalizeH="0" baseline="0" noProof="0" dirty="0">
                  <a:ln>
                    <a:noFill/>
                  </a:ln>
                  <a:solidFill>
                    <a:srgbClr val="E7E6E6">
                      <a:lumMod val="25000"/>
                    </a:srgbClr>
                  </a:solidFill>
                  <a:effectLst/>
                  <a:uLnTx/>
                  <a:uFillTx/>
                  <a:ea typeface="华文新魏" panose="02010800040101010101" pitchFamily="2" charset="-122"/>
                </a:endParaRPr>
              </a:p>
            </p:txBody>
          </p:sp>
          <p:sp>
            <p:nvSpPr>
              <p:cNvPr id="81" name="Aitds3"/>
              <p:cNvSpPr/>
              <p:nvPr/>
            </p:nvSpPr>
            <p:spPr>
              <a:xfrm>
                <a:off x="2326703" y="3352800"/>
                <a:ext cx="8367465" cy="358014"/>
              </a:xfrm>
              <a:prstGeom prst="rect">
                <a:avLst/>
              </a:prstGeom>
            </p:spPr>
            <p:txBody>
              <a:bodyPr wrap="square" lIns="105571" tIns="52784" rIns="105571" bIns="52784">
                <a:spAutoFit/>
              </a:bodyPr>
              <a:lstStyle/>
              <a:p>
                <a:pPr lvl="0">
                  <a:lnSpc>
                    <a:spcPts val="2100"/>
                  </a:lnSpc>
                  <a:defRPr/>
                </a:pPr>
                <a:r>
                  <a:rPr lang="zh-CN" altLang="en-US" sz="1400" dirty="0">
                    <a:solidFill>
                      <a:srgbClr val="E7E6E6">
                        <a:lumMod val="10000"/>
                      </a:srgbClr>
                    </a:solidFill>
                    <a:ea typeface="华文新魏" panose="02010800040101010101" pitchFamily="2" charset="-122"/>
                  </a:rPr>
                  <a:t>中国共产党的发展史，就是一部在危机中求生存、在逆境中求发展的历史教科书</a:t>
                </a:r>
                <a:endParaRPr kumimoji="0" lang="zh-CN" altLang="en-US" sz="1400" i="0" u="none" strike="noStrike" kern="1200" cap="none" spc="0" normalizeH="0" baseline="0" noProof="0" dirty="0">
                  <a:ln>
                    <a:noFill/>
                  </a:ln>
                  <a:solidFill>
                    <a:srgbClr val="E7E6E6">
                      <a:lumMod val="10000"/>
                    </a:srgbClr>
                  </a:solidFill>
                  <a:effectLst/>
                  <a:uLnTx/>
                  <a:uFillTx/>
                  <a:ea typeface="华文新魏" panose="02010800040101010101" pitchFamily="2" charset="-122"/>
                </a:endParaRPr>
              </a:p>
            </p:txBody>
          </p:sp>
        </p:grpSp>
        <p:sp>
          <p:nvSpPr>
            <p:cNvPr id="77" name="Aitds4"/>
            <p:cNvSpPr/>
            <p:nvPr/>
          </p:nvSpPr>
          <p:spPr bwMode="auto">
            <a:xfrm>
              <a:off x="1549968" y="3263562"/>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C00000"/>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78" name="Aitds6"/>
            <p:cNvSpPr>
              <a:spLocks noChangeArrowheads="1"/>
            </p:cNvSpPr>
            <p:nvPr/>
          </p:nvSpPr>
          <p:spPr bwMode="auto">
            <a:xfrm>
              <a:off x="1614236" y="3263563"/>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79" name="Aitds7"/>
            <p:cNvSpPr txBox="1">
              <a:spLocks noChangeArrowheads="1"/>
            </p:cNvSpPr>
            <p:nvPr/>
          </p:nvSpPr>
          <p:spPr bwMode="auto">
            <a:xfrm>
              <a:off x="1568167" y="3283009"/>
              <a:ext cx="529596" cy="53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2" tIns="34281" rIns="68562" bIns="34281">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3000" i="0" u="none" strike="noStrike" kern="1200" cap="none" spc="0" normalizeH="0" baseline="0" noProof="0" dirty="0">
                  <a:ln>
                    <a:noFill/>
                  </a:ln>
                  <a:solidFill>
                    <a:srgbClr val="FFFFFF"/>
                  </a:solidFill>
                  <a:effectLst/>
                  <a:uLnTx/>
                  <a:uFillTx/>
                  <a:ea typeface="华文新魏" panose="02010800040101010101" pitchFamily="2" charset="-122"/>
                </a:rPr>
                <a:t>02</a:t>
              </a:r>
              <a:endParaRPr kumimoji="0" lang="zh-CN" altLang="en-US" sz="3000" i="0" u="none" strike="noStrike" kern="1200" cap="none" spc="0" normalizeH="0" baseline="0" noProof="0" dirty="0">
                <a:ln>
                  <a:noFill/>
                </a:ln>
                <a:solidFill>
                  <a:srgbClr val="FFFFFF"/>
                </a:solidFill>
                <a:effectLst/>
                <a:uLnTx/>
                <a:uFillTx/>
                <a:ea typeface="华文新魏" panose="0201080004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advTm="5051">
        <p14:prism isInverted="1"/>
      </p:transition>
    </mc:Choice>
    <mc:Fallback>
      <p:transition spd="slow" advTm="505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6"/>
                                        </p:tgtEl>
                                        <p:attrNameLst>
                                          <p:attrName>ppt_y</p:attrName>
                                        </p:attrNameLst>
                                      </p:cBhvr>
                                      <p:tavLst>
                                        <p:tav tm="0">
                                          <p:val>
                                            <p:strVal val="#ppt_y"/>
                                          </p:val>
                                        </p:tav>
                                        <p:tav tm="100000">
                                          <p:val>
                                            <p:strVal val="#ppt_y"/>
                                          </p:val>
                                        </p:tav>
                                      </p:tavLst>
                                    </p:anim>
                                    <p:anim calcmode="lin" valueType="num">
                                      <p:cBhvr>
                                        <p:cTn id="13"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6"/>
                                        </p:tgtEl>
                                      </p:cBhvr>
                                    </p:animEffect>
                                  </p:childTnLst>
                                </p:cTn>
                              </p:par>
                            </p:childTnLst>
                          </p:cTn>
                        </p:par>
                        <p:par>
                          <p:cTn id="16" fill="hold">
                            <p:stCondLst>
                              <p:cond delay="2099"/>
                            </p:stCondLst>
                            <p:childTnLst>
                              <p:par>
                                <p:cTn id="17" presetID="42" presetClass="entr" presetSubtype="0"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1000"/>
                                        <p:tgtEl>
                                          <p:spTgt spid="34"/>
                                        </p:tgtEl>
                                      </p:cBhvr>
                                    </p:animEffect>
                                    <p:anim calcmode="lin" valueType="num">
                                      <p:cBhvr>
                                        <p:cTn id="20" dur="1000" fill="hold"/>
                                        <p:tgtEl>
                                          <p:spTgt spid="34"/>
                                        </p:tgtEl>
                                        <p:attrNameLst>
                                          <p:attrName>ppt_x</p:attrName>
                                        </p:attrNameLst>
                                      </p:cBhvr>
                                      <p:tavLst>
                                        <p:tav tm="0">
                                          <p:val>
                                            <p:strVal val="#ppt_x"/>
                                          </p:val>
                                        </p:tav>
                                        <p:tav tm="100000">
                                          <p:val>
                                            <p:strVal val="#ppt_x"/>
                                          </p:val>
                                        </p:tav>
                                      </p:tavLst>
                                    </p:anim>
                                    <p:anim calcmode="lin" valueType="num">
                                      <p:cBhvr>
                                        <p:cTn id="21" dur="1000" fill="hold"/>
                                        <p:tgtEl>
                                          <p:spTgt spid="34"/>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5"/>
                                        </p:tgtEl>
                                        <p:attrNameLst>
                                          <p:attrName>style.visibility</p:attrName>
                                        </p:attrNameLst>
                                      </p:cBhvr>
                                      <p:to>
                                        <p:strVal val="visible"/>
                                      </p:to>
                                    </p:set>
                                    <p:animEffect transition="in" filter="fade">
                                      <p:cBhvr>
                                        <p:cTn id="29" dur="1000"/>
                                        <p:tgtEl>
                                          <p:spTgt spid="75"/>
                                        </p:tgtEl>
                                      </p:cBhvr>
                                    </p:animEffect>
                                    <p:anim calcmode="lin" valueType="num">
                                      <p:cBhvr>
                                        <p:cTn id="30" dur="1000" fill="hold"/>
                                        <p:tgtEl>
                                          <p:spTgt spid="75"/>
                                        </p:tgtEl>
                                        <p:attrNameLst>
                                          <p:attrName>ppt_x</p:attrName>
                                        </p:attrNameLst>
                                      </p:cBhvr>
                                      <p:tavLst>
                                        <p:tav tm="0">
                                          <p:val>
                                            <p:strVal val="#ppt_x"/>
                                          </p:val>
                                        </p:tav>
                                        <p:tav tm="100000">
                                          <p:val>
                                            <p:strVal val="#ppt_x"/>
                                          </p:val>
                                        </p:tav>
                                      </p:tavLst>
                                    </p:anim>
                                    <p:anim calcmode="lin" valueType="num">
                                      <p:cBhvr>
                                        <p:cTn id="31"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2954655"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一以贯之的忧患意识</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grpSp>
        <p:nvGrpSpPr>
          <p:cNvPr id="13" name="Aitds26"/>
          <p:cNvGrpSpPr>
            <a:grpSpLocks noChangeAspect="1"/>
          </p:cNvGrpSpPr>
          <p:nvPr/>
        </p:nvGrpSpPr>
        <p:grpSpPr>
          <a:xfrm>
            <a:off x="1320657" y="1533314"/>
            <a:ext cx="903606" cy="461665"/>
            <a:chOff x="3222" y="1845"/>
            <a:chExt cx="1237" cy="632"/>
          </a:xfrm>
          <a:solidFill>
            <a:srgbClr val="C00000"/>
          </a:solidFill>
        </p:grpSpPr>
        <p:sp>
          <p:nvSpPr>
            <p:cNvPr id="14" name="Aitds26-1"/>
            <p:cNvSpPr/>
            <p:nvPr/>
          </p:nvSpPr>
          <p:spPr bwMode="auto">
            <a:xfrm>
              <a:off x="3608" y="1845"/>
              <a:ext cx="851" cy="632"/>
            </a:xfrm>
            <a:custGeom>
              <a:avLst/>
              <a:gdLst>
                <a:gd name="T0" fmla="*/ 366 w 626"/>
                <a:gd name="T1" fmla="*/ 413 h 465"/>
                <a:gd name="T2" fmla="*/ 313 w 626"/>
                <a:gd name="T3" fmla="*/ 362 h 465"/>
                <a:gd name="T4" fmla="*/ 338 w 626"/>
                <a:gd name="T5" fmla="*/ 362 h 465"/>
                <a:gd name="T6" fmla="*/ 392 w 626"/>
                <a:gd name="T7" fmla="*/ 310 h 465"/>
                <a:gd name="T8" fmla="*/ 338 w 626"/>
                <a:gd name="T9" fmla="*/ 258 h 465"/>
                <a:gd name="T10" fmla="*/ 414 w 626"/>
                <a:gd name="T11" fmla="*/ 207 h 465"/>
                <a:gd name="T12" fmla="*/ 361 w 626"/>
                <a:gd name="T13" fmla="*/ 155 h 465"/>
                <a:gd name="T14" fmla="*/ 573 w 626"/>
                <a:gd name="T15" fmla="*/ 155 h 465"/>
                <a:gd name="T16" fmla="*/ 626 w 626"/>
                <a:gd name="T17" fmla="*/ 103 h 465"/>
                <a:gd name="T18" fmla="*/ 573 w 626"/>
                <a:gd name="T19" fmla="*/ 52 h 465"/>
                <a:gd name="T20" fmla="*/ 260 w 626"/>
                <a:gd name="T21" fmla="*/ 52 h 465"/>
                <a:gd name="T22" fmla="*/ 207 w 626"/>
                <a:gd name="T23" fmla="*/ 0 h 465"/>
                <a:gd name="T24" fmla="*/ 102 w 626"/>
                <a:gd name="T25" fmla="*/ 0 h 465"/>
                <a:gd name="T26" fmla="*/ 48 w 626"/>
                <a:gd name="T27" fmla="*/ 52 h 465"/>
                <a:gd name="T28" fmla="*/ 49 w 626"/>
                <a:gd name="T29" fmla="*/ 54 h 465"/>
                <a:gd name="T30" fmla="*/ 0 w 626"/>
                <a:gd name="T31" fmla="*/ 113 h 465"/>
                <a:gd name="T32" fmla="*/ 0 w 626"/>
                <a:gd name="T33" fmla="*/ 403 h 465"/>
                <a:gd name="T34" fmla="*/ 65 w 626"/>
                <a:gd name="T35" fmla="*/ 465 h 465"/>
                <a:gd name="T36" fmla="*/ 208 w 626"/>
                <a:gd name="T37" fmla="*/ 465 h 465"/>
                <a:gd name="T38" fmla="*/ 244 w 626"/>
                <a:gd name="T39" fmla="*/ 465 h 465"/>
                <a:gd name="T40" fmla="*/ 313 w 626"/>
                <a:gd name="T41" fmla="*/ 465 h 465"/>
                <a:gd name="T42" fmla="*/ 366 w 626"/>
                <a:gd name="T43" fmla="*/ 413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26" h="465">
                  <a:moveTo>
                    <a:pt x="366" y="413"/>
                  </a:moveTo>
                  <a:cubicBezTo>
                    <a:pt x="366" y="385"/>
                    <a:pt x="342" y="362"/>
                    <a:pt x="313" y="362"/>
                  </a:cubicBezTo>
                  <a:cubicBezTo>
                    <a:pt x="338" y="362"/>
                    <a:pt x="338" y="362"/>
                    <a:pt x="338" y="362"/>
                  </a:cubicBezTo>
                  <a:cubicBezTo>
                    <a:pt x="368" y="362"/>
                    <a:pt x="392" y="338"/>
                    <a:pt x="392" y="310"/>
                  </a:cubicBezTo>
                  <a:cubicBezTo>
                    <a:pt x="392" y="281"/>
                    <a:pt x="368" y="258"/>
                    <a:pt x="338" y="258"/>
                  </a:cubicBezTo>
                  <a:cubicBezTo>
                    <a:pt x="368" y="258"/>
                    <a:pt x="416" y="258"/>
                    <a:pt x="414" y="207"/>
                  </a:cubicBezTo>
                  <a:cubicBezTo>
                    <a:pt x="413" y="178"/>
                    <a:pt x="390" y="155"/>
                    <a:pt x="361" y="155"/>
                  </a:cubicBezTo>
                  <a:cubicBezTo>
                    <a:pt x="573" y="155"/>
                    <a:pt x="573" y="155"/>
                    <a:pt x="573" y="155"/>
                  </a:cubicBezTo>
                  <a:cubicBezTo>
                    <a:pt x="602" y="155"/>
                    <a:pt x="626" y="132"/>
                    <a:pt x="626" y="103"/>
                  </a:cubicBezTo>
                  <a:cubicBezTo>
                    <a:pt x="626" y="75"/>
                    <a:pt x="602" y="52"/>
                    <a:pt x="573" y="52"/>
                  </a:cubicBezTo>
                  <a:cubicBezTo>
                    <a:pt x="260" y="52"/>
                    <a:pt x="260" y="52"/>
                    <a:pt x="260" y="52"/>
                  </a:cubicBezTo>
                  <a:cubicBezTo>
                    <a:pt x="260" y="23"/>
                    <a:pt x="236" y="0"/>
                    <a:pt x="207" y="0"/>
                  </a:cubicBezTo>
                  <a:cubicBezTo>
                    <a:pt x="102" y="0"/>
                    <a:pt x="102" y="0"/>
                    <a:pt x="102" y="0"/>
                  </a:cubicBezTo>
                  <a:cubicBezTo>
                    <a:pt x="72" y="0"/>
                    <a:pt x="48" y="23"/>
                    <a:pt x="48" y="52"/>
                  </a:cubicBezTo>
                  <a:cubicBezTo>
                    <a:pt x="48" y="52"/>
                    <a:pt x="48" y="53"/>
                    <a:pt x="49" y="54"/>
                  </a:cubicBezTo>
                  <a:cubicBezTo>
                    <a:pt x="21" y="60"/>
                    <a:pt x="0" y="85"/>
                    <a:pt x="0" y="113"/>
                  </a:cubicBezTo>
                  <a:cubicBezTo>
                    <a:pt x="0" y="403"/>
                    <a:pt x="0" y="403"/>
                    <a:pt x="0" y="403"/>
                  </a:cubicBezTo>
                  <a:cubicBezTo>
                    <a:pt x="0" y="437"/>
                    <a:pt x="29" y="465"/>
                    <a:pt x="65" y="465"/>
                  </a:cubicBezTo>
                  <a:cubicBezTo>
                    <a:pt x="208" y="465"/>
                    <a:pt x="208" y="465"/>
                    <a:pt x="208" y="465"/>
                  </a:cubicBezTo>
                  <a:cubicBezTo>
                    <a:pt x="244" y="465"/>
                    <a:pt x="244" y="465"/>
                    <a:pt x="244" y="465"/>
                  </a:cubicBezTo>
                  <a:cubicBezTo>
                    <a:pt x="313" y="465"/>
                    <a:pt x="313" y="465"/>
                    <a:pt x="313" y="465"/>
                  </a:cubicBezTo>
                  <a:cubicBezTo>
                    <a:pt x="342" y="465"/>
                    <a:pt x="366" y="442"/>
                    <a:pt x="366" y="4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15" name="Aitds26-2"/>
            <p:cNvSpPr>
              <a:spLocks noChangeArrowheads="1"/>
            </p:cNvSpPr>
            <p:nvPr/>
          </p:nvSpPr>
          <p:spPr bwMode="auto">
            <a:xfrm>
              <a:off x="3222" y="1931"/>
              <a:ext cx="319" cy="5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sp>
        <p:nvSpPr>
          <p:cNvPr id="16" name="Aitds27"/>
          <p:cNvSpPr/>
          <p:nvPr/>
        </p:nvSpPr>
        <p:spPr>
          <a:xfrm>
            <a:off x="2313895" y="1436136"/>
            <a:ext cx="7973884" cy="707886"/>
          </a:xfrm>
          <a:prstGeom prst="rect">
            <a:avLst/>
          </a:prstGeom>
        </p:spPr>
        <p:txBody>
          <a:bodyPr wrap="square">
            <a:spAutoFit/>
          </a:bodyPr>
          <a:lstStyle/>
          <a:p>
            <a:pPr lvl="0">
              <a:defRPr/>
            </a:pPr>
            <a:r>
              <a:rPr lang="zh-CN" altLang="en-US" sz="4000" dirty="0">
                <a:solidFill>
                  <a:srgbClr val="C00000"/>
                </a:solidFill>
                <a:ea typeface="华文新魏" panose="02010800040101010101" pitchFamily="2" charset="-122"/>
              </a:rPr>
              <a:t>在现代社会，风险与人们如影随形</a:t>
            </a:r>
            <a:endParaRPr lang="zh-CN" altLang="en-US" sz="4000" dirty="0">
              <a:solidFill>
                <a:srgbClr val="C00000"/>
              </a:solidFill>
              <a:ea typeface="华文新魏" panose="02010800040101010101" pitchFamily="2" charset="-122"/>
            </a:endParaRPr>
          </a:p>
        </p:txBody>
      </p:sp>
      <p:sp>
        <p:nvSpPr>
          <p:cNvPr id="34" name="Aitds11-1"/>
          <p:cNvSpPr/>
          <p:nvPr/>
        </p:nvSpPr>
        <p:spPr>
          <a:xfrm>
            <a:off x="2343351" y="2195893"/>
            <a:ext cx="7627368" cy="923330"/>
          </a:xfrm>
          <a:prstGeom prst="rect">
            <a:avLst/>
          </a:prstGeom>
        </p:spPr>
        <p:txBody>
          <a:bodyPr wrap="square">
            <a:spAutoFit/>
          </a:bodyPr>
          <a:lstStyle/>
          <a:p>
            <a:pPr lvl="0">
              <a:defRPr/>
            </a:pPr>
            <a:r>
              <a:rPr lang="zh-CN" altLang="en-US" dirty="0">
                <a:solidFill>
                  <a:srgbClr val="C00000"/>
                </a:solidFill>
                <a:ea typeface="华文新魏" panose="02010800040101010101" pitchFamily="2" charset="-122"/>
              </a:rPr>
              <a:t>如果缺乏风险意识和危机感，就会丧失前行的动力和压力，最终因难以应对</a:t>
            </a:r>
            <a:endParaRPr lang="en-US" altLang="zh-CN" dirty="0">
              <a:solidFill>
                <a:srgbClr val="C00000"/>
              </a:solidFill>
              <a:ea typeface="华文新魏" panose="02010800040101010101" pitchFamily="2" charset="-122"/>
            </a:endParaRPr>
          </a:p>
          <a:p>
            <a:pPr lvl="0">
              <a:defRPr/>
            </a:pPr>
            <a:r>
              <a:rPr lang="zh-CN" altLang="en-US" dirty="0">
                <a:solidFill>
                  <a:srgbClr val="C00000"/>
                </a:solidFill>
                <a:ea typeface="华文新魏" panose="02010800040101010101" pitchFamily="2" charset="-122"/>
              </a:rPr>
              <a:t>困境而付出惨痛代价</a:t>
            </a:r>
            <a:endParaRPr lang="zh-CN" altLang="en-US" dirty="0">
              <a:solidFill>
                <a:srgbClr val="C00000"/>
              </a:solidFill>
              <a:ea typeface="华文新魏" panose="02010800040101010101" pitchFamily="2" charset="-122"/>
            </a:endParaRPr>
          </a:p>
        </p:txBody>
      </p:sp>
      <p:grpSp>
        <p:nvGrpSpPr>
          <p:cNvPr id="4" name="组合 3"/>
          <p:cNvGrpSpPr/>
          <p:nvPr/>
        </p:nvGrpSpPr>
        <p:grpSpPr>
          <a:xfrm>
            <a:off x="1146649" y="3123862"/>
            <a:ext cx="9318151" cy="2807038"/>
            <a:chOff x="1311749" y="3263562"/>
            <a:chExt cx="9318151" cy="2972138"/>
          </a:xfrm>
        </p:grpSpPr>
        <p:grpSp>
          <p:nvGrpSpPr>
            <p:cNvPr id="3" name="组合 2"/>
            <p:cNvGrpSpPr/>
            <p:nvPr/>
          </p:nvGrpSpPr>
          <p:grpSpPr>
            <a:xfrm>
              <a:off x="1311749" y="3279141"/>
              <a:ext cx="9318151" cy="2956559"/>
              <a:chOff x="1311749" y="3279141"/>
              <a:chExt cx="9318151" cy="2956559"/>
            </a:xfrm>
          </p:grpSpPr>
          <p:sp>
            <p:nvSpPr>
              <p:cNvPr id="17" name="Aitds2"/>
              <p:cNvSpPr/>
              <p:nvPr/>
            </p:nvSpPr>
            <p:spPr>
              <a:xfrm>
                <a:off x="1311749" y="3279141"/>
                <a:ext cx="9318151" cy="2956559"/>
              </a:xfrm>
              <a:prstGeom prst="roundRect">
                <a:avLst>
                  <a:gd name="adj" fmla="val 3955"/>
                </a:avLst>
              </a:prstGeom>
              <a:noFill/>
              <a:ln w="63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285" i="0" u="none" strike="noStrike" kern="1200" cap="none" spc="0" normalizeH="0" baseline="0" noProof="0" dirty="0">
                  <a:ln>
                    <a:noFill/>
                  </a:ln>
                  <a:solidFill>
                    <a:srgbClr val="E7E6E6">
                      <a:lumMod val="25000"/>
                    </a:srgbClr>
                  </a:solidFill>
                  <a:effectLst/>
                  <a:uLnTx/>
                  <a:uFillTx/>
                  <a:ea typeface="华文新魏" panose="02010800040101010101" pitchFamily="2" charset="-122"/>
                </a:endParaRPr>
              </a:p>
            </p:txBody>
          </p:sp>
          <p:sp>
            <p:nvSpPr>
              <p:cNvPr id="18" name="Aitds3"/>
              <p:cNvSpPr/>
              <p:nvPr/>
            </p:nvSpPr>
            <p:spPr>
              <a:xfrm>
                <a:off x="1505867" y="3962400"/>
                <a:ext cx="8920833" cy="1829911"/>
              </a:xfrm>
              <a:prstGeom prst="rect">
                <a:avLst/>
              </a:prstGeom>
            </p:spPr>
            <p:txBody>
              <a:bodyPr wrap="square" lIns="105571" tIns="52784" rIns="105571" bIns="52784">
                <a:spAutoFit/>
              </a:bodyPr>
              <a:lstStyle/>
              <a:p>
                <a:pPr lvl="0" algn="just">
                  <a:lnSpc>
                    <a:spcPct val="150000"/>
                  </a:lnSpc>
                  <a:defRPr/>
                </a:pPr>
                <a:r>
                  <a:rPr lang="zh-CN" altLang="en-US" dirty="0">
                    <a:solidFill>
                      <a:srgbClr val="E7E6E6">
                        <a:lumMod val="10000"/>
                      </a:srgbClr>
                    </a:solidFill>
                    <a:ea typeface="华文新魏" panose="02010800040101010101" pitchFamily="2" charset="-122"/>
                  </a:rPr>
                  <a:t>中国共产党始终传承“生于忧患，死于安乐”的古训，怀抱“愈大愈惧，愈强愈恐”的心态，秉持“如临深渊、如履薄冰”的谨慎，不断克服面临的“四种危险”和“四大考验”，强调凡事从最坏处准备，力争不出现重大风险或在出现重大风险时扛得住、过得去。</a:t>
                </a:r>
                <a:endParaRPr kumimoji="0" lang="zh-CN" altLang="en-US" i="0" u="none" strike="noStrike" kern="1200" cap="none" spc="0" normalizeH="0" baseline="0" noProof="0" dirty="0">
                  <a:ln>
                    <a:noFill/>
                  </a:ln>
                  <a:solidFill>
                    <a:srgbClr val="E7E6E6">
                      <a:lumMod val="10000"/>
                    </a:srgbClr>
                  </a:solidFill>
                  <a:effectLst/>
                  <a:uLnTx/>
                  <a:uFillTx/>
                  <a:ea typeface="华文新魏" panose="02010800040101010101" pitchFamily="2" charset="-122"/>
                </a:endParaRPr>
              </a:p>
            </p:txBody>
          </p:sp>
        </p:grpSp>
        <p:sp>
          <p:nvSpPr>
            <p:cNvPr id="72" name="Aitds4"/>
            <p:cNvSpPr/>
            <p:nvPr/>
          </p:nvSpPr>
          <p:spPr bwMode="auto">
            <a:xfrm>
              <a:off x="1549968" y="3263562"/>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C00000"/>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73" name="Aitds6"/>
            <p:cNvSpPr>
              <a:spLocks noChangeArrowheads="1"/>
            </p:cNvSpPr>
            <p:nvPr/>
          </p:nvSpPr>
          <p:spPr bwMode="auto">
            <a:xfrm>
              <a:off x="1614236" y="3263563"/>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pic>
        <p:nvPicPr>
          <p:cNvPr id="40" name="图片 39"/>
          <p:cNvPicPr>
            <a:picLocks noChangeAspect="1"/>
          </p:cNvPicPr>
          <p:nvPr/>
        </p:nvPicPr>
        <p:blipFill>
          <a:blip r:embed="rId4" cstate="screen"/>
          <a:stretch>
            <a:fillRect/>
          </a:stretch>
        </p:blipFill>
        <p:spPr>
          <a:xfrm>
            <a:off x="1454109" y="3226538"/>
            <a:ext cx="501691" cy="4049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3800">
        <p14:prism isInverted="1"/>
      </p:transition>
    </mc:Choice>
    <mc:Fallback>
      <p:transition spd="slow" advTm="38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6"/>
                                        </p:tgtEl>
                                        <p:attrNameLst>
                                          <p:attrName>ppt_y</p:attrName>
                                        </p:attrNameLst>
                                      </p:cBhvr>
                                      <p:tavLst>
                                        <p:tav tm="0">
                                          <p:val>
                                            <p:strVal val="#ppt_y"/>
                                          </p:val>
                                        </p:tav>
                                        <p:tav tm="100000">
                                          <p:val>
                                            <p:strVal val="#ppt_y"/>
                                          </p:val>
                                        </p:tav>
                                      </p:tavLst>
                                    </p:anim>
                                    <p:anim calcmode="lin" valueType="num">
                                      <p:cBhvr>
                                        <p:cTn id="13"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6"/>
                                        </p:tgtEl>
                                      </p:cBhvr>
                                    </p:animEffect>
                                  </p:childTnLst>
                                </p:cTn>
                              </p:par>
                            </p:childTnLst>
                          </p:cTn>
                        </p:par>
                        <p:par>
                          <p:cTn id="16" fill="hold">
                            <p:stCondLst>
                              <p:cond delay="1700"/>
                            </p:stCondLst>
                            <p:childTnLst>
                              <p:par>
                                <p:cTn id="17" presetID="42" presetClass="entr" presetSubtype="0"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1000"/>
                                        <p:tgtEl>
                                          <p:spTgt spid="34"/>
                                        </p:tgtEl>
                                      </p:cBhvr>
                                    </p:animEffect>
                                    <p:anim calcmode="lin" valueType="num">
                                      <p:cBhvr>
                                        <p:cTn id="20" dur="1000" fill="hold"/>
                                        <p:tgtEl>
                                          <p:spTgt spid="34"/>
                                        </p:tgtEl>
                                        <p:attrNameLst>
                                          <p:attrName>ppt_x</p:attrName>
                                        </p:attrNameLst>
                                      </p:cBhvr>
                                      <p:tavLst>
                                        <p:tav tm="0">
                                          <p:val>
                                            <p:strVal val="#ppt_x"/>
                                          </p:val>
                                        </p:tav>
                                        <p:tav tm="100000">
                                          <p:val>
                                            <p:strVal val="#ppt_x"/>
                                          </p:val>
                                        </p:tav>
                                      </p:tavLst>
                                    </p:anim>
                                    <p:anim calcmode="lin" valueType="num">
                                      <p:cBhvr>
                                        <p:cTn id="21" dur="10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2700"/>
                            </p:stCondLst>
                            <p:childTnLst>
                              <p:par>
                                <p:cTn id="23" presetID="42"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1000"/>
                                        <p:tgtEl>
                                          <p:spTgt spid="40"/>
                                        </p:tgtEl>
                                      </p:cBhvr>
                                    </p:animEffect>
                                    <p:anim calcmode="lin" valueType="num">
                                      <p:cBhvr>
                                        <p:cTn id="31" dur="1000" fill="hold"/>
                                        <p:tgtEl>
                                          <p:spTgt spid="40"/>
                                        </p:tgtEl>
                                        <p:attrNameLst>
                                          <p:attrName>ppt_x</p:attrName>
                                        </p:attrNameLst>
                                      </p:cBhvr>
                                      <p:tavLst>
                                        <p:tav tm="0">
                                          <p:val>
                                            <p:strVal val="#ppt_x"/>
                                          </p:val>
                                        </p:tav>
                                        <p:tav tm="100000">
                                          <p:val>
                                            <p:strVal val="#ppt_x"/>
                                          </p:val>
                                        </p:tav>
                                      </p:tavLst>
                                    </p:anim>
                                    <p:anim calcmode="lin" valueType="num">
                                      <p:cBhvr>
                                        <p:cTn id="32"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rcRect/>
          <a:stretch>
            <a:fillRect/>
          </a:stretch>
        </p:blipFill>
        <p:spPr>
          <a:xfrm>
            <a:off x="1" y="0"/>
            <a:ext cx="12169588" cy="6871447"/>
          </a:xfrm>
          <a:prstGeom prst="rect">
            <a:avLst/>
          </a:prstGeom>
        </p:spPr>
      </p:pic>
      <p:pic>
        <p:nvPicPr>
          <p:cNvPr id="11" name="图片 10"/>
          <p:cNvPicPr>
            <a:picLocks noChangeAspect="1"/>
          </p:cNvPicPr>
          <p:nvPr/>
        </p:nvPicPr>
        <p:blipFill>
          <a:blip r:embed="rId2"/>
          <a:stretch>
            <a:fillRect/>
          </a:stretch>
        </p:blipFill>
        <p:spPr>
          <a:xfrm>
            <a:off x="5423" y="0"/>
            <a:ext cx="12192000" cy="6858000"/>
          </a:xfrm>
          <a:prstGeom prst="rect">
            <a:avLst/>
          </a:prstGeom>
        </p:spPr>
      </p:pic>
      <p:pic>
        <p:nvPicPr>
          <p:cNvPr id="4" name="图片 3"/>
          <p:cNvPicPr>
            <a:picLocks noChangeAspect="1"/>
          </p:cNvPicPr>
          <p:nvPr/>
        </p:nvPicPr>
        <p:blipFill>
          <a:blip r:embed="rId3" cstate="screen"/>
          <a:srcRect/>
          <a:stretch>
            <a:fillRect/>
          </a:stretch>
        </p:blipFill>
        <p:spPr>
          <a:xfrm>
            <a:off x="-80682" y="-80683"/>
            <a:ext cx="5755341" cy="1479177"/>
          </a:xfrm>
          <a:prstGeom prst="rect">
            <a:avLst/>
          </a:prstGeom>
        </p:spPr>
      </p:pic>
      <p:sp>
        <p:nvSpPr>
          <p:cNvPr id="46" name="Aitds4"/>
          <p:cNvSpPr>
            <a:spLocks noChangeArrowheads="1"/>
          </p:cNvSpPr>
          <p:nvPr/>
        </p:nvSpPr>
        <p:spPr bwMode="auto">
          <a:xfrm>
            <a:off x="4971406" y="1671295"/>
            <a:ext cx="808235" cy="1569660"/>
          </a:xfrm>
          <a:prstGeom prst="rect">
            <a:avLst/>
          </a:prstGeom>
          <a:ln>
            <a:noFill/>
          </a:ln>
        </p:spPr>
        <p:txBody>
          <a:bodyPr wrap="none">
            <a:spAutoFit/>
          </a:bodyPr>
          <a:lstStyle/>
          <a:p>
            <a:pPr algn="ctr"/>
            <a:r>
              <a:rPr lang="en-US" altLang="zh-CN" sz="9600" dirty="0">
                <a:ln>
                  <a:solidFill>
                    <a:srgbClr val="C00000"/>
                  </a:solidFill>
                </a:ln>
                <a:solidFill>
                  <a:srgbClr val="C00000"/>
                </a:solidFill>
                <a:ea typeface="华文新魏" panose="02010800040101010101" pitchFamily="2" charset="-122"/>
              </a:rPr>
              <a:t>3</a:t>
            </a:r>
            <a:endParaRPr lang="zh-CN" altLang="zh-CN" sz="9600" dirty="0">
              <a:ln>
                <a:solidFill>
                  <a:srgbClr val="C00000"/>
                </a:solidFill>
              </a:ln>
              <a:solidFill>
                <a:srgbClr val="C00000"/>
              </a:solidFill>
              <a:ea typeface="华文新魏" panose="02010800040101010101" pitchFamily="2" charset="-122"/>
            </a:endParaRPr>
          </a:p>
        </p:txBody>
      </p:sp>
      <p:sp>
        <p:nvSpPr>
          <p:cNvPr id="47" name="Aitds5"/>
          <p:cNvSpPr/>
          <p:nvPr/>
        </p:nvSpPr>
        <p:spPr bwMode="auto">
          <a:xfrm>
            <a:off x="4602325" y="1723367"/>
            <a:ext cx="1497154" cy="1498648"/>
          </a:xfrm>
          <a:custGeom>
            <a:avLst/>
            <a:gdLst>
              <a:gd name="T0" fmla="*/ 0 w 2342"/>
              <a:gd name="T1" fmla="*/ 0 h 2342"/>
              <a:gd name="T2" fmla="*/ 2342 w 2342"/>
              <a:gd name="T3" fmla="*/ 0 h 2342"/>
              <a:gd name="T4" fmla="*/ 2342 w 2342"/>
              <a:gd name="T5" fmla="*/ 560 h 2342"/>
              <a:gd name="T6" fmla="*/ 2295 w 2342"/>
              <a:gd name="T7" fmla="*/ 560 h 2342"/>
              <a:gd name="T8" fmla="*/ 2295 w 2342"/>
              <a:gd name="T9" fmla="*/ 47 h 2342"/>
              <a:gd name="T10" fmla="*/ 47 w 2342"/>
              <a:gd name="T11" fmla="*/ 47 h 2342"/>
              <a:gd name="T12" fmla="*/ 47 w 2342"/>
              <a:gd name="T13" fmla="*/ 2295 h 2342"/>
              <a:gd name="T14" fmla="*/ 2295 w 2342"/>
              <a:gd name="T15" fmla="*/ 2295 h 2342"/>
              <a:gd name="T16" fmla="*/ 2295 w 2342"/>
              <a:gd name="T17" fmla="*/ 1631 h 2342"/>
              <a:gd name="T18" fmla="*/ 2342 w 2342"/>
              <a:gd name="T19" fmla="*/ 1631 h 2342"/>
              <a:gd name="T20" fmla="*/ 2342 w 2342"/>
              <a:gd name="T21" fmla="*/ 2342 h 2342"/>
              <a:gd name="T22" fmla="*/ 0 w 2342"/>
              <a:gd name="T23" fmla="*/ 2342 h 2342"/>
              <a:gd name="T24" fmla="*/ 0 w 2342"/>
              <a:gd name="T25" fmla="*/ 0 h 2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42" h="2342">
                <a:moveTo>
                  <a:pt x="0" y="0"/>
                </a:moveTo>
                <a:lnTo>
                  <a:pt x="2342" y="0"/>
                </a:lnTo>
                <a:lnTo>
                  <a:pt x="2342" y="560"/>
                </a:lnTo>
                <a:lnTo>
                  <a:pt x="2295" y="560"/>
                </a:lnTo>
                <a:lnTo>
                  <a:pt x="2295" y="47"/>
                </a:lnTo>
                <a:lnTo>
                  <a:pt x="47" y="47"/>
                </a:lnTo>
                <a:lnTo>
                  <a:pt x="47" y="2295"/>
                </a:lnTo>
                <a:lnTo>
                  <a:pt x="2295" y="2295"/>
                </a:lnTo>
                <a:lnTo>
                  <a:pt x="2295" y="1631"/>
                </a:lnTo>
                <a:lnTo>
                  <a:pt x="2342" y="1631"/>
                </a:lnTo>
                <a:lnTo>
                  <a:pt x="2342" y="2342"/>
                </a:lnTo>
                <a:lnTo>
                  <a:pt x="0" y="2342"/>
                </a:lnTo>
                <a:lnTo>
                  <a:pt x="0" y="0"/>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0" cap="none" spc="0" normalizeH="0" baseline="0" noProof="0" dirty="0">
              <a:ln>
                <a:noFill/>
              </a:ln>
              <a:solidFill>
                <a:srgbClr val="C00000"/>
              </a:solidFill>
              <a:effectLst/>
              <a:uLnTx/>
              <a:uFillTx/>
              <a:ea typeface="华文新魏" panose="02010800040101010101" pitchFamily="2" charset="-122"/>
            </a:endParaRPr>
          </a:p>
        </p:txBody>
      </p:sp>
      <p:sp>
        <p:nvSpPr>
          <p:cNvPr id="48" name="Aitds6"/>
          <p:cNvSpPr txBox="1"/>
          <p:nvPr/>
        </p:nvSpPr>
        <p:spPr>
          <a:xfrm>
            <a:off x="6112287" y="2158178"/>
            <a:ext cx="2473241" cy="523220"/>
          </a:xfrm>
          <a:prstGeom prst="rect">
            <a:avLst/>
          </a:prstGeom>
          <a:noFill/>
        </p:spPr>
        <p:txBody>
          <a:bodyPr wrap="none" rtlCol="0">
            <a:spAutoFit/>
          </a:bodyPr>
          <a:lstStyle/>
          <a:p>
            <a:pPr marL="0" marR="0" lvl="0" indent="0" algn="ctr" defTabSz="121793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rPr>
              <a:t>第三部分 </a:t>
            </a:r>
            <a:r>
              <a:rPr kumimoji="0" lang="en-US" altLang="zh-CN" sz="1400" b="0" i="0" u="none" strike="noStrike" kern="1200" cap="none" spc="0" normalizeH="0" baseline="0" noProof="0" dirty="0">
                <a:ln>
                  <a:noFill/>
                </a:ln>
                <a:solidFill>
                  <a:srgbClr val="C00000"/>
                </a:solidFill>
                <a:effectLst/>
                <a:uLnTx/>
                <a:uFillTx/>
                <a:ea typeface="华文新魏" panose="02010800040101010101" pitchFamily="2" charset="-122"/>
              </a:rPr>
              <a:t>PART  ONE</a:t>
            </a:r>
            <a:endPar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endParaRPr>
          </a:p>
        </p:txBody>
      </p:sp>
      <p:sp>
        <p:nvSpPr>
          <p:cNvPr id="49" name="Aitds3"/>
          <p:cNvSpPr/>
          <p:nvPr/>
        </p:nvSpPr>
        <p:spPr>
          <a:xfrm>
            <a:off x="2194931" y="3215777"/>
            <a:ext cx="7802137" cy="1107996"/>
          </a:xfrm>
          <a:prstGeom prst="rect">
            <a:avLst/>
          </a:prstGeom>
          <a:ln>
            <a:noFill/>
          </a:ln>
        </p:spPr>
        <p:txBody>
          <a:bodyPr wrap="none">
            <a:spAutoFit/>
          </a:bodyPr>
          <a:lstStyle/>
          <a:p>
            <a:pPr lvl="0" algn="ctr">
              <a:defRPr/>
            </a:pPr>
            <a:r>
              <a:rPr lang="zh-CN" altLang="en-US" sz="6600" dirty="0">
                <a:ln>
                  <a:solidFill>
                    <a:srgbClr val="C00000"/>
                  </a:solidFill>
                </a:ln>
                <a:solidFill>
                  <a:srgbClr val="C00000"/>
                </a:solidFill>
                <a:ea typeface="华文新魏" panose="02010800040101010101" pitchFamily="2" charset="-122"/>
              </a:rPr>
              <a:t>不断自我革命的勇气</a:t>
            </a:r>
            <a:endParaRPr lang="zh-CN" altLang="en-US" sz="6600" dirty="0">
              <a:ln>
                <a:solidFill>
                  <a:srgbClr val="C00000"/>
                </a:solidFill>
              </a:ln>
              <a:solidFill>
                <a:srgbClr val="C00000"/>
              </a:solidFill>
              <a:ea typeface="华文新魏" panose="02010800040101010101" pitchFamily="2" charset="-122"/>
            </a:endParaRPr>
          </a:p>
        </p:txBody>
      </p:sp>
      <p:pic>
        <p:nvPicPr>
          <p:cNvPr id="10" name="图片 9"/>
          <p:cNvPicPr>
            <a:picLocks noChangeAspect="1"/>
          </p:cNvPicPr>
          <p:nvPr/>
        </p:nvPicPr>
        <p:blipFill>
          <a:blip r:embed="rId4" cstate="screen"/>
          <a:srcRect t="44893" b="25028"/>
          <a:stretch>
            <a:fillRect/>
          </a:stretch>
        </p:blipFill>
        <p:spPr>
          <a:xfrm>
            <a:off x="0" y="4909512"/>
            <a:ext cx="12192000" cy="2062788"/>
          </a:xfrm>
          <a:prstGeom prst="rect">
            <a:avLst/>
          </a:prstGeom>
        </p:spPr>
      </p:pic>
      <p:pic>
        <p:nvPicPr>
          <p:cNvPr id="12" name="图片 11"/>
          <p:cNvPicPr>
            <a:picLocks noChangeAspect="1"/>
          </p:cNvPicPr>
          <p:nvPr/>
        </p:nvPicPr>
        <p:blipFill>
          <a:blip r:embed="rId5" cstate="screen"/>
          <a:stretch>
            <a:fillRect/>
          </a:stretch>
        </p:blipFill>
        <p:spPr>
          <a:xfrm>
            <a:off x="8445500" y="3097197"/>
            <a:ext cx="4013200" cy="3738323"/>
          </a:xfrm>
          <a:prstGeom prst="rect">
            <a:avLst/>
          </a:prstGeom>
        </p:spPr>
      </p:pic>
      <p:pic>
        <p:nvPicPr>
          <p:cNvPr id="13" name="图片 12"/>
          <p:cNvPicPr>
            <a:picLocks noChangeAspect="1"/>
          </p:cNvPicPr>
          <p:nvPr/>
        </p:nvPicPr>
        <p:blipFill>
          <a:blip r:embed="rId6" cstate="screen"/>
          <a:srcRect l="34848" t="3592" r="32576" b="21437"/>
          <a:stretch>
            <a:fillRect/>
          </a:stretch>
        </p:blipFill>
        <p:spPr>
          <a:xfrm flipH="1">
            <a:off x="-108953" y="3737811"/>
            <a:ext cx="2499530" cy="3235826"/>
          </a:xfrm>
          <a:prstGeom prst="rect">
            <a:avLst/>
          </a:prstGeom>
        </p:spPr>
      </p:pic>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outHorizontal)">
                                      <p:cBhvr>
                                        <p:cTn id="7" dur="500"/>
                                        <p:tgtEl>
                                          <p:spTgt spid="47"/>
                                        </p:tgtEl>
                                      </p:cBhvr>
                                    </p:animEffect>
                                  </p:childTnLst>
                                </p:cTn>
                              </p:par>
                            </p:childTnLst>
                          </p:cTn>
                        </p:par>
                        <p:par>
                          <p:cTn id="8" fill="hold">
                            <p:stCondLst>
                              <p:cond delay="500"/>
                            </p:stCondLst>
                            <p:childTnLst>
                              <p:par>
                                <p:cTn id="9" presetID="31"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p:cTn id="11" dur="400" fill="hold"/>
                                        <p:tgtEl>
                                          <p:spTgt spid="46"/>
                                        </p:tgtEl>
                                        <p:attrNameLst>
                                          <p:attrName>ppt_w</p:attrName>
                                        </p:attrNameLst>
                                      </p:cBhvr>
                                      <p:tavLst>
                                        <p:tav tm="0">
                                          <p:val>
                                            <p:fltVal val="0"/>
                                          </p:val>
                                        </p:tav>
                                        <p:tav tm="100000">
                                          <p:val>
                                            <p:strVal val="#ppt_w"/>
                                          </p:val>
                                        </p:tav>
                                      </p:tavLst>
                                    </p:anim>
                                    <p:anim calcmode="lin" valueType="num">
                                      <p:cBhvr>
                                        <p:cTn id="12" dur="400" fill="hold"/>
                                        <p:tgtEl>
                                          <p:spTgt spid="46"/>
                                        </p:tgtEl>
                                        <p:attrNameLst>
                                          <p:attrName>ppt_h</p:attrName>
                                        </p:attrNameLst>
                                      </p:cBhvr>
                                      <p:tavLst>
                                        <p:tav tm="0">
                                          <p:val>
                                            <p:fltVal val="0"/>
                                          </p:val>
                                        </p:tav>
                                        <p:tav tm="100000">
                                          <p:val>
                                            <p:strVal val="#ppt_h"/>
                                          </p:val>
                                        </p:tav>
                                      </p:tavLst>
                                    </p:anim>
                                    <p:anim calcmode="lin" valueType="num">
                                      <p:cBhvr>
                                        <p:cTn id="13" dur="400" fill="hold"/>
                                        <p:tgtEl>
                                          <p:spTgt spid="46"/>
                                        </p:tgtEl>
                                        <p:attrNameLst>
                                          <p:attrName>style.rotation</p:attrName>
                                        </p:attrNameLst>
                                      </p:cBhvr>
                                      <p:tavLst>
                                        <p:tav tm="0">
                                          <p:val>
                                            <p:fltVal val="90"/>
                                          </p:val>
                                        </p:tav>
                                        <p:tav tm="100000">
                                          <p:val>
                                            <p:fltVal val="0"/>
                                          </p:val>
                                        </p:tav>
                                      </p:tavLst>
                                    </p:anim>
                                    <p:animEffect transition="in" filter="fade">
                                      <p:cBhvr>
                                        <p:cTn id="14" dur="400"/>
                                        <p:tgtEl>
                                          <p:spTgt spid="46"/>
                                        </p:tgtEl>
                                      </p:cBhvr>
                                    </p:animEffect>
                                  </p:childTnLst>
                                </p:cTn>
                              </p:par>
                            </p:childTnLst>
                          </p:cTn>
                        </p:par>
                        <p:par>
                          <p:cTn id="15" fill="hold">
                            <p:stCondLst>
                              <p:cond delay="1000"/>
                            </p:stCondLst>
                            <p:childTnLst>
                              <p:par>
                                <p:cTn id="16" presetID="2" presetClass="entr" presetSubtype="4" fill="hold" grpId="0" nodeType="afterEffect">
                                  <p:stCondLst>
                                    <p:cond delay="0"/>
                                  </p:stCondLst>
                                  <p:iterate type="lt">
                                    <p:tmPct val="10000"/>
                                  </p:iterate>
                                  <p:childTnLst>
                                    <p:set>
                                      <p:cBhvr>
                                        <p:cTn id="17" dur="1" fill="hold">
                                          <p:stCondLst>
                                            <p:cond delay="0"/>
                                          </p:stCondLst>
                                        </p:cTn>
                                        <p:tgtEl>
                                          <p:spTgt spid="48"/>
                                        </p:tgtEl>
                                        <p:attrNameLst>
                                          <p:attrName>style.visibility</p:attrName>
                                        </p:attrNameLst>
                                      </p:cBhvr>
                                      <p:to>
                                        <p:strVal val="visible"/>
                                      </p:to>
                                    </p:set>
                                    <p:anim calcmode="lin" valueType="num">
                                      <p:cBhvr additive="base">
                                        <p:cTn id="18" dur="500" fill="hold"/>
                                        <p:tgtEl>
                                          <p:spTgt spid="48"/>
                                        </p:tgtEl>
                                        <p:attrNameLst>
                                          <p:attrName>ppt_x</p:attrName>
                                        </p:attrNameLst>
                                      </p:cBhvr>
                                      <p:tavLst>
                                        <p:tav tm="0">
                                          <p:val>
                                            <p:strVal val="#ppt_x"/>
                                          </p:val>
                                        </p:tav>
                                        <p:tav tm="100000">
                                          <p:val>
                                            <p:strVal val="#ppt_x"/>
                                          </p:val>
                                        </p:tav>
                                      </p:tavLst>
                                    </p:anim>
                                    <p:anim calcmode="lin" valueType="num">
                                      <p:cBhvr additive="base">
                                        <p:cTn id="19" dur="500" fill="hold"/>
                                        <p:tgtEl>
                                          <p:spTgt spid="48"/>
                                        </p:tgtEl>
                                        <p:attrNameLst>
                                          <p:attrName>ppt_y</p:attrName>
                                        </p:attrNameLst>
                                      </p:cBhvr>
                                      <p:tavLst>
                                        <p:tav tm="0">
                                          <p:val>
                                            <p:strVal val="1+#ppt_h/2"/>
                                          </p:val>
                                        </p:tav>
                                        <p:tav tm="100000">
                                          <p:val>
                                            <p:strVal val="#ppt_y"/>
                                          </p:val>
                                        </p:tav>
                                      </p:tavLst>
                                    </p:anim>
                                  </p:childTnLst>
                                </p:cTn>
                              </p:par>
                            </p:childTnLst>
                          </p:cTn>
                        </p:par>
                        <p:par>
                          <p:cTn id="20" fill="hold">
                            <p:stCondLst>
                              <p:cond delay="2049"/>
                            </p:stCondLst>
                            <p:childTnLst>
                              <p:par>
                                <p:cTn id="21" presetID="23" presetClass="entr" presetSubtype="16"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p:cTn id="23" dur="500" fill="hold"/>
                                        <p:tgtEl>
                                          <p:spTgt spid="49"/>
                                        </p:tgtEl>
                                        <p:attrNameLst>
                                          <p:attrName>ppt_w</p:attrName>
                                        </p:attrNameLst>
                                      </p:cBhvr>
                                      <p:tavLst>
                                        <p:tav tm="0">
                                          <p:val>
                                            <p:fltVal val="0"/>
                                          </p:val>
                                        </p:tav>
                                        <p:tav tm="100000">
                                          <p:val>
                                            <p:strVal val="#ppt_w"/>
                                          </p:val>
                                        </p:tav>
                                      </p:tavLst>
                                    </p:anim>
                                    <p:anim calcmode="lin" valueType="num">
                                      <p:cBhvr>
                                        <p:cTn id="24" dur="500" fill="hold"/>
                                        <p:tgtEl>
                                          <p:spTgt spid="4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48" grpId="0"/>
      <p:bldP spid="4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2954655"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不断自我革命的勇气</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grpSp>
        <p:nvGrpSpPr>
          <p:cNvPr id="13" name="Aitds26"/>
          <p:cNvGrpSpPr>
            <a:grpSpLocks noChangeAspect="1"/>
          </p:cNvGrpSpPr>
          <p:nvPr/>
        </p:nvGrpSpPr>
        <p:grpSpPr>
          <a:xfrm>
            <a:off x="1369044" y="2345870"/>
            <a:ext cx="903606" cy="461665"/>
            <a:chOff x="3222" y="1845"/>
            <a:chExt cx="1237" cy="632"/>
          </a:xfrm>
          <a:solidFill>
            <a:srgbClr val="C00000"/>
          </a:solidFill>
        </p:grpSpPr>
        <p:sp>
          <p:nvSpPr>
            <p:cNvPr id="14" name="Aitds26-1"/>
            <p:cNvSpPr/>
            <p:nvPr/>
          </p:nvSpPr>
          <p:spPr bwMode="auto">
            <a:xfrm>
              <a:off x="3608" y="1845"/>
              <a:ext cx="851" cy="632"/>
            </a:xfrm>
            <a:custGeom>
              <a:avLst/>
              <a:gdLst>
                <a:gd name="T0" fmla="*/ 366 w 626"/>
                <a:gd name="T1" fmla="*/ 413 h 465"/>
                <a:gd name="T2" fmla="*/ 313 w 626"/>
                <a:gd name="T3" fmla="*/ 362 h 465"/>
                <a:gd name="T4" fmla="*/ 338 w 626"/>
                <a:gd name="T5" fmla="*/ 362 h 465"/>
                <a:gd name="T6" fmla="*/ 392 w 626"/>
                <a:gd name="T7" fmla="*/ 310 h 465"/>
                <a:gd name="T8" fmla="*/ 338 w 626"/>
                <a:gd name="T9" fmla="*/ 258 h 465"/>
                <a:gd name="T10" fmla="*/ 414 w 626"/>
                <a:gd name="T11" fmla="*/ 207 h 465"/>
                <a:gd name="T12" fmla="*/ 361 w 626"/>
                <a:gd name="T13" fmla="*/ 155 h 465"/>
                <a:gd name="T14" fmla="*/ 573 w 626"/>
                <a:gd name="T15" fmla="*/ 155 h 465"/>
                <a:gd name="T16" fmla="*/ 626 w 626"/>
                <a:gd name="T17" fmla="*/ 103 h 465"/>
                <a:gd name="T18" fmla="*/ 573 w 626"/>
                <a:gd name="T19" fmla="*/ 52 h 465"/>
                <a:gd name="T20" fmla="*/ 260 w 626"/>
                <a:gd name="T21" fmla="*/ 52 h 465"/>
                <a:gd name="T22" fmla="*/ 207 w 626"/>
                <a:gd name="T23" fmla="*/ 0 h 465"/>
                <a:gd name="T24" fmla="*/ 102 w 626"/>
                <a:gd name="T25" fmla="*/ 0 h 465"/>
                <a:gd name="T26" fmla="*/ 48 w 626"/>
                <a:gd name="T27" fmla="*/ 52 h 465"/>
                <a:gd name="T28" fmla="*/ 49 w 626"/>
                <a:gd name="T29" fmla="*/ 54 h 465"/>
                <a:gd name="T30" fmla="*/ 0 w 626"/>
                <a:gd name="T31" fmla="*/ 113 h 465"/>
                <a:gd name="T32" fmla="*/ 0 w 626"/>
                <a:gd name="T33" fmla="*/ 403 h 465"/>
                <a:gd name="T34" fmla="*/ 65 w 626"/>
                <a:gd name="T35" fmla="*/ 465 h 465"/>
                <a:gd name="T36" fmla="*/ 208 w 626"/>
                <a:gd name="T37" fmla="*/ 465 h 465"/>
                <a:gd name="T38" fmla="*/ 244 w 626"/>
                <a:gd name="T39" fmla="*/ 465 h 465"/>
                <a:gd name="T40" fmla="*/ 313 w 626"/>
                <a:gd name="T41" fmla="*/ 465 h 465"/>
                <a:gd name="T42" fmla="*/ 366 w 626"/>
                <a:gd name="T43" fmla="*/ 413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26" h="465">
                  <a:moveTo>
                    <a:pt x="366" y="413"/>
                  </a:moveTo>
                  <a:cubicBezTo>
                    <a:pt x="366" y="385"/>
                    <a:pt x="342" y="362"/>
                    <a:pt x="313" y="362"/>
                  </a:cubicBezTo>
                  <a:cubicBezTo>
                    <a:pt x="338" y="362"/>
                    <a:pt x="338" y="362"/>
                    <a:pt x="338" y="362"/>
                  </a:cubicBezTo>
                  <a:cubicBezTo>
                    <a:pt x="368" y="362"/>
                    <a:pt x="392" y="338"/>
                    <a:pt x="392" y="310"/>
                  </a:cubicBezTo>
                  <a:cubicBezTo>
                    <a:pt x="392" y="281"/>
                    <a:pt x="368" y="258"/>
                    <a:pt x="338" y="258"/>
                  </a:cubicBezTo>
                  <a:cubicBezTo>
                    <a:pt x="368" y="258"/>
                    <a:pt x="416" y="258"/>
                    <a:pt x="414" y="207"/>
                  </a:cubicBezTo>
                  <a:cubicBezTo>
                    <a:pt x="413" y="178"/>
                    <a:pt x="390" y="155"/>
                    <a:pt x="361" y="155"/>
                  </a:cubicBezTo>
                  <a:cubicBezTo>
                    <a:pt x="573" y="155"/>
                    <a:pt x="573" y="155"/>
                    <a:pt x="573" y="155"/>
                  </a:cubicBezTo>
                  <a:cubicBezTo>
                    <a:pt x="602" y="155"/>
                    <a:pt x="626" y="132"/>
                    <a:pt x="626" y="103"/>
                  </a:cubicBezTo>
                  <a:cubicBezTo>
                    <a:pt x="626" y="75"/>
                    <a:pt x="602" y="52"/>
                    <a:pt x="573" y="52"/>
                  </a:cubicBezTo>
                  <a:cubicBezTo>
                    <a:pt x="260" y="52"/>
                    <a:pt x="260" y="52"/>
                    <a:pt x="260" y="52"/>
                  </a:cubicBezTo>
                  <a:cubicBezTo>
                    <a:pt x="260" y="23"/>
                    <a:pt x="236" y="0"/>
                    <a:pt x="207" y="0"/>
                  </a:cubicBezTo>
                  <a:cubicBezTo>
                    <a:pt x="102" y="0"/>
                    <a:pt x="102" y="0"/>
                    <a:pt x="102" y="0"/>
                  </a:cubicBezTo>
                  <a:cubicBezTo>
                    <a:pt x="72" y="0"/>
                    <a:pt x="48" y="23"/>
                    <a:pt x="48" y="52"/>
                  </a:cubicBezTo>
                  <a:cubicBezTo>
                    <a:pt x="48" y="52"/>
                    <a:pt x="48" y="53"/>
                    <a:pt x="49" y="54"/>
                  </a:cubicBezTo>
                  <a:cubicBezTo>
                    <a:pt x="21" y="60"/>
                    <a:pt x="0" y="85"/>
                    <a:pt x="0" y="113"/>
                  </a:cubicBezTo>
                  <a:cubicBezTo>
                    <a:pt x="0" y="403"/>
                    <a:pt x="0" y="403"/>
                    <a:pt x="0" y="403"/>
                  </a:cubicBezTo>
                  <a:cubicBezTo>
                    <a:pt x="0" y="437"/>
                    <a:pt x="29" y="465"/>
                    <a:pt x="65" y="465"/>
                  </a:cubicBezTo>
                  <a:cubicBezTo>
                    <a:pt x="208" y="465"/>
                    <a:pt x="208" y="465"/>
                    <a:pt x="208" y="465"/>
                  </a:cubicBezTo>
                  <a:cubicBezTo>
                    <a:pt x="244" y="465"/>
                    <a:pt x="244" y="465"/>
                    <a:pt x="244" y="465"/>
                  </a:cubicBezTo>
                  <a:cubicBezTo>
                    <a:pt x="313" y="465"/>
                    <a:pt x="313" y="465"/>
                    <a:pt x="313" y="465"/>
                  </a:cubicBezTo>
                  <a:cubicBezTo>
                    <a:pt x="342" y="465"/>
                    <a:pt x="366" y="442"/>
                    <a:pt x="366" y="4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15" name="Aitds26-2"/>
            <p:cNvSpPr>
              <a:spLocks noChangeArrowheads="1"/>
            </p:cNvSpPr>
            <p:nvPr/>
          </p:nvSpPr>
          <p:spPr bwMode="auto">
            <a:xfrm>
              <a:off x="3222" y="1931"/>
              <a:ext cx="319" cy="5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sp>
        <p:nvSpPr>
          <p:cNvPr id="16" name="Aitds27"/>
          <p:cNvSpPr/>
          <p:nvPr/>
        </p:nvSpPr>
        <p:spPr>
          <a:xfrm>
            <a:off x="1223075" y="1549771"/>
            <a:ext cx="10105097" cy="461665"/>
          </a:xfrm>
          <a:prstGeom prst="rect">
            <a:avLst/>
          </a:prstGeom>
        </p:spPr>
        <p:txBody>
          <a:bodyPr wrap="square">
            <a:spAutoFit/>
          </a:bodyPr>
          <a:lstStyle/>
          <a:p>
            <a:pPr lvl="0">
              <a:defRPr/>
            </a:pPr>
            <a:r>
              <a:rPr lang="zh-CN" altLang="en-US" sz="2400" dirty="0">
                <a:solidFill>
                  <a:srgbClr val="C00000"/>
                </a:solidFill>
                <a:ea typeface="华文新魏" panose="02010800040101010101" pitchFamily="2" charset="-122"/>
              </a:rPr>
              <a:t>勇于并善于进行自我革命是中国共产党之所以能保持韧性的一个重要原因</a:t>
            </a:r>
            <a:endParaRPr lang="zh-CN" altLang="en-US" sz="2400" dirty="0">
              <a:solidFill>
                <a:srgbClr val="C00000"/>
              </a:solidFill>
              <a:ea typeface="华文新魏" panose="02010800040101010101" pitchFamily="2" charset="-122"/>
            </a:endParaRPr>
          </a:p>
        </p:txBody>
      </p:sp>
      <p:sp>
        <p:nvSpPr>
          <p:cNvPr id="34" name="Aitds11-1"/>
          <p:cNvSpPr/>
          <p:nvPr/>
        </p:nvSpPr>
        <p:spPr>
          <a:xfrm>
            <a:off x="2410815" y="2248916"/>
            <a:ext cx="2923186" cy="707886"/>
          </a:xfrm>
          <a:prstGeom prst="rect">
            <a:avLst/>
          </a:prstGeom>
        </p:spPr>
        <p:txBody>
          <a:bodyPr wrap="square">
            <a:spAutoFit/>
          </a:bodyPr>
          <a:lstStyle/>
          <a:p>
            <a:pPr lvl="0">
              <a:defRPr/>
            </a:pPr>
            <a:r>
              <a:rPr lang="zh-CN" altLang="en-US" sz="4000" b="1" dirty="0">
                <a:solidFill>
                  <a:srgbClr val="C00000"/>
                </a:solidFill>
                <a:ea typeface="华文新魏" panose="02010800040101010101" pitchFamily="2" charset="-122"/>
              </a:rPr>
              <a:t>其价值在于</a:t>
            </a:r>
            <a:r>
              <a:rPr lang="en-US" altLang="zh-CN" sz="4000" b="1" dirty="0">
                <a:solidFill>
                  <a:srgbClr val="C00000"/>
                </a:solidFill>
                <a:ea typeface="华文新魏" panose="02010800040101010101" pitchFamily="2" charset="-122"/>
              </a:rPr>
              <a:t>:</a:t>
            </a:r>
            <a:endParaRPr lang="zh-CN" altLang="en-US" sz="4000" b="1" dirty="0">
              <a:solidFill>
                <a:srgbClr val="C00000"/>
              </a:solidFill>
              <a:ea typeface="华文新魏" panose="02010800040101010101" pitchFamily="2" charset="-122"/>
            </a:endParaRPr>
          </a:p>
        </p:txBody>
      </p:sp>
      <p:grpSp>
        <p:nvGrpSpPr>
          <p:cNvPr id="4" name="组合 3"/>
          <p:cNvGrpSpPr/>
          <p:nvPr/>
        </p:nvGrpSpPr>
        <p:grpSpPr>
          <a:xfrm>
            <a:off x="1146649" y="3047663"/>
            <a:ext cx="10257951" cy="1617025"/>
            <a:chOff x="1311749" y="3263562"/>
            <a:chExt cx="9318151" cy="1759681"/>
          </a:xfrm>
        </p:grpSpPr>
        <p:grpSp>
          <p:nvGrpSpPr>
            <p:cNvPr id="3" name="组合 2"/>
            <p:cNvGrpSpPr/>
            <p:nvPr/>
          </p:nvGrpSpPr>
          <p:grpSpPr>
            <a:xfrm>
              <a:off x="1311749" y="3279141"/>
              <a:ext cx="9318151" cy="1744102"/>
              <a:chOff x="1311749" y="3279141"/>
              <a:chExt cx="9318151" cy="1744102"/>
            </a:xfrm>
          </p:grpSpPr>
          <p:sp>
            <p:nvSpPr>
              <p:cNvPr id="17" name="Aitds2"/>
              <p:cNvSpPr/>
              <p:nvPr/>
            </p:nvSpPr>
            <p:spPr>
              <a:xfrm>
                <a:off x="1311749" y="3279141"/>
                <a:ext cx="9318151" cy="1744102"/>
              </a:xfrm>
              <a:prstGeom prst="roundRect">
                <a:avLst>
                  <a:gd name="adj" fmla="val 3955"/>
                </a:avLst>
              </a:prstGeom>
              <a:noFill/>
              <a:ln w="63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285" b="0" i="0" u="none" strike="noStrike" kern="1200" cap="none" spc="0" normalizeH="0" baseline="0" noProof="0" dirty="0">
                  <a:ln>
                    <a:noFill/>
                  </a:ln>
                  <a:solidFill>
                    <a:srgbClr val="E7E6E6">
                      <a:lumMod val="25000"/>
                    </a:srgbClr>
                  </a:solidFill>
                  <a:effectLst/>
                  <a:uLnTx/>
                  <a:uFillTx/>
                  <a:ea typeface="华文新魏" panose="02010800040101010101" pitchFamily="2" charset="-122"/>
                </a:endParaRPr>
              </a:p>
            </p:txBody>
          </p:sp>
          <p:sp>
            <p:nvSpPr>
              <p:cNvPr id="18" name="Aitds3"/>
              <p:cNvSpPr/>
              <p:nvPr/>
            </p:nvSpPr>
            <p:spPr>
              <a:xfrm>
                <a:off x="1569193" y="3856561"/>
                <a:ext cx="8933533" cy="976423"/>
              </a:xfrm>
              <a:prstGeom prst="rect">
                <a:avLst/>
              </a:prstGeom>
            </p:spPr>
            <p:txBody>
              <a:bodyPr wrap="square" lIns="105571" tIns="52784" rIns="105571" bIns="52784">
                <a:spAutoFit/>
              </a:bodyPr>
              <a:lstStyle/>
              <a:p>
                <a:pPr lvl="0" algn="just">
                  <a:lnSpc>
                    <a:spcPct val="150000"/>
                  </a:lnSpc>
                  <a:defRPr/>
                </a:pPr>
                <a:r>
                  <a:rPr lang="zh-CN" altLang="en-US" dirty="0">
                    <a:solidFill>
                      <a:srgbClr val="E7E6E6">
                        <a:lumMod val="10000"/>
                      </a:srgbClr>
                    </a:solidFill>
                    <a:ea typeface="华文新魏" panose="02010800040101010101" pitchFamily="2" charset="-122"/>
                  </a:rPr>
                  <a:t>能靠自身的免疫力清除侵入肌体的病毒，能拿起手术刀刮骨疗毒、祛病疗伤，从而保持肌体的纯洁和先进。</a:t>
                </a:r>
                <a:endParaRPr kumimoji="0" lang="zh-CN" altLang="en-US" b="0" i="0" u="none" strike="noStrike" kern="1200" cap="none" spc="0" normalizeH="0" baseline="0" noProof="0" dirty="0">
                  <a:ln>
                    <a:noFill/>
                  </a:ln>
                  <a:solidFill>
                    <a:srgbClr val="E7E6E6">
                      <a:lumMod val="10000"/>
                    </a:srgbClr>
                  </a:solidFill>
                  <a:effectLst/>
                  <a:uLnTx/>
                  <a:uFillTx/>
                  <a:ea typeface="华文新魏" panose="02010800040101010101" pitchFamily="2" charset="-122"/>
                </a:endParaRPr>
              </a:p>
            </p:txBody>
          </p:sp>
        </p:grpSp>
        <p:sp>
          <p:nvSpPr>
            <p:cNvPr id="72" name="Aitds4"/>
            <p:cNvSpPr/>
            <p:nvPr/>
          </p:nvSpPr>
          <p:spPr bwMode="auto">
            <a:xfrm>
              <a:off x="1549968" y="3263562"/>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C00000"/>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73" name="Aitds6"/>
            <p:cNvSpPr>
              <a:spLocks noChangeArrowheads="1"/>
            </p:cNvSpPr>
            <p:nvPr/>
          </p:nvSpPr>
          <p:spPr bwMode="auto">
            <a:xfrm>
              <a:off x="1614236" y="3263563"/>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pic>
        <p:nvPicPr>
          <p:cNvPr id="40" name="图片 39"/>
          <p:cNvPicPr>
            <a:picLocks noChangeAspect="1"/>
          </p:cNvPicPr>
          <p:nvPr/>
        </p:nvPicPr>
        <p:blipFill>
          <a:blip r:embed="rId4" cstate="screen"/>
          <a:stretch>
            <a:fillRect/>
          </a:stretch>
        </p:blipFill>
        <p:spPr>
          <a:xfrm>
            <a:off x="1526212" y="3112839"/>
            <a:ext cx="501691" cy="404923"/>
          </a:xfrm>
          <a:prstGeom prst="rect">
            <a:avLst/>
          </a:prstGeom>
        </p:spPr>
      </p:pic>
      <p:sp>
        <p:nvSpPr>
          <p:cNvPr id="23" name="Aitds11-1"/>
          <p:cNvSpPr/>
          <p:nvPr/>
        </p:nvSpPr>
        <p:spPr>
          <a:xfrm>
            <a:off x="1223075" y="4806633"/>
            <a:ext cx="10181525" cy="1146532"/>
          </a:xfrm>
          <a:prstGeom prst="rect">
            <a:avLst/>
          </a:prstGeom>
        </p:spPr>
        <p:txBody>
          <a:bodyPr wrap="square">
            <a:spAutoFit/>
          </a:bodyPr>
          <a:lstStyle/>
          <a:p>
            <a:pPr lvl="0">
              <a:lnSpc>
                <a:spcPct val="150000"/>
              </a:lnSpc>
              <a:defRPr/>
            </a:pPr>
            <a:r>
              <a:rPr lang="zh-CN" altLang="en-US" sz="2400" dirty="0">
                <a:solidFill>
                  <a:srgbClr val="C00000"/>
                </a:solidFill>
                <a:ea typeface="华文新魏" panose="02010800040101010101" pitchFamily="2" charset="-122"/>
              </a:rPr>
              <a:t>这种自我革命的勇气、魄力和能力是中国共产党区别于世界上其他政党的显著标志。</a:t>
            </a:r>
            <a:endParaRPr lang="zh-CN" altLang="en-US" sz="2400" dirty="0">
              <a:solidFill>
                <a:srgbClr val="C00000"/>
              </a:solidFill>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4465">
        <p14:prism isInverted="1"/>
      </p:transition>
    </mc:Choice>
    <mc:Fallback>
      <p:transition spd="slow" advTm="446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6"/>
                                        </p:tgtEl>
                                        <p:attrNameLst>
                                          <p:attrName>ppt_y</p:attrName>
                                        </p:attrNameLst>
                                      </p:cBhvr>
                                      <p:tavLst>
                                        <p:tav tm="0">
                                          <p:val>
                                            <p:strVal val="#ppt_y"/>
                                          </p:val>
                                        </p:tav>
                                        <p:tav tm="100000">
                                          <p:val>
                                            <p:strVal val="#ppt_y"/>
                                          </p:val>
                                        </p:tav>
                                      </p:tavLst>
                                    </p:anim>
                                    <p:anim calcmode="lin" valueType="num">
                                      <p:cBhvr>
                                        <p:cTn id="13"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6"/>
                                        </p:tgtEl>
                                      </p:cBhvr>
                                    </p:animEffect>
                                  </p:childTnLst>
                                </p:cTn>
                              </p:par>
                            </p:childTnLst>
                          </p:cTn>
                        </p:par>
                        <p:par>
                          <p:cTn id="16" fill="hold">
                            <p:stCondLst>
                              <p:cond delay="2549"/>
                            </p:stCondLst>
                            <p:childTnLst>
                              <p:par>
                                <p:cTn id="17" presetID="42" presetClass="entr" presetSubtype="0"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1000"/>
                                        <p:tgtEl>
                                          <p:spTgt spid="34"/>
                                        </p:tgtEl>
                                      </p:cBhvr>
                                    </p:animEffect>
                                    <p:anim calcmode="lin" valueType="num">
                                      <p:cBhvr>
                                        <p:cTn id="20" dur="1000" fill="hold"/>
                                        <p:tgtEl>
                                          <p:spTgt spid="34"/>
                                        </p:tgtEl>
                                        <p:attrNameLst>
                                          <p:attrName>ppt_x</p:attrName>
                                        </p:attrNameLst>
                                      </p:cBhvr>
                                      <p:tavLst>
                                        <p:tav tm="0">
                                          <p:val>
                                            <p:strVal val="#ppt_x"/>
                                          </p:val>
                                        </p:tav>
                                        <p:tav tm="100000">
                                          <p:val>
                                            <p:strVal val="#ppt_x"/>
                                          </p:val>
                                        </p:tav>
                                      </p:tavLst>
                                    </p:anim>
                                    <p:anim calcmode="lin" valueType="num">
                                      <p:cBhvr>
                                        <p:cTn id="21" dur="10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3549"/>
                            </p:stCondLst>
                            <p:childTnLst>
                              <p:par>
                                <p:cTn id="23" presetID="42"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1000"/>
                                        <p:tgtEl>
                                          <p:spTgt spid="40"/>
                                        </p:tgtEl>
                                      </p:cBhvr>
                                    </p:animEffect>
                                    <p:anim calcmode="lin" valueType="num">
                                      <p:cBhvr>
                                        <p:cTn id="31" dur="1000" fill="hold"/>
                                        <p:tgtEl>
                                          <p:spTgt spid="40"/>
                                        </p:tgtEl>
                                        <p:attrNameLst>
                                          <p:attrName>ppt_x</p:attrName>
                                        </p:attrNameLst>
                                      </p:cBhvr>
                                      <p:tavLst>
                                        <p:tav tm="0">
                                          <p:val>
                                            <p:strVal val="#ppt_x"/>
                                          </p:val>
                                        </p:tav>
                                        <p:tav tm="100000">
                                          <p:val>
                                            <p:strVal val="#ppt_x"/>
                                          </p:val>
                                        </p:tav>
                                      </p:tavLst>
                                    </p:anim>
                                    <p:anim calcmode="lin" valueType="num">
                                      <p:cBhvr>
                                        <p:cTn id="32" dur="1000" fill="hold"/>
                                        <p:tgtEl>
                                          <p:spTgt spid="40"/>
                                        </p:tgtEl>
                                        <p:attrNameLst>
                                          <p:attrName>ppt_y</p:attrName>
                                        </p:attrNameLst>
                                      </p:cBhvr>
                                      <p:tavLst>
                                        <p:tav tm="0">
                                          <p:val>
                                            <p:strVal val="#ppt_y+.1"/>
                                          </p:val>
                                        </p:tav>
                                        <p:tav tm="100000">
                                          <p:val>
                                            <p:strVal val="#ppt_y"/>
                                          </p:val>
                                        </p:tav>
                                      </p:tavLst>
                                    </p:anim>
                                  </p:childTnLst>
                                </p:cTn>
                              </p:par>
                            </p:childTnLst>
                          </p:cTn>
                        </p:par>
                        <p:par>
                          <p:cTn id="33" fill="hold">
                            <p:stCondLst>
                              <p:cond delay="4549"/>
                            </p:stCondLst>
                            <p:childTnLst>
                              <p:par>
                                <p:cTn id="34" presetID="42" presetClass="entr" presetSubtype="0" fill="hold" grpId="0" nodeType="after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1000"/>
                                        <p:tgtEl>
                                          <p:spTgt spid="23"/>
                                        </p:tgtEl>
                                      </p:cBhvr>
                                    </p:animEffect>
                                    <p:anim calcmode="lin" valueType="num">
                                      <p:cBhvr>
                                        <p:cTn id="37" dur="1000" fill="hold"/>
                                        <p:tgtEl>
                                          <p:spTgt spid="23"/>
                                        </p:tgtEl>
                                        <p:attrNameLst>
                                          <p:attrName>ppt_x</p:attrName>
                                        </p:attrNameLst>
                                      </p:cBhvr>
                                      <p:tavLst>
                                        <p:tav tm="0">
                                          <p:val>
                                            <p:strVal val="#ppt_x"/>
                                          </p:val>
                                        </p:tav>
                                        <p:tav tm="100000">
                                          <p:val>
                                            <p:strVal val="#ppt_x"/>
                                          </p:val>
                                        </p:tav>
                                      </p:tavLst>
                                    </p:anim>
                                    <p:anim calcmode="lin" valueType="num">
                                      <p:cBhvr>
                                        <p:cTn id="3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4"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2954655"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不断自我革命的勇气</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grpSp>
        <p:nvGrpSpPr>
          <p:cNvPr id="13" name="Aitds26"/>
          <p:cNvGrpSpPr>
            <a:grpSpLocks noChangeAspect="1"/>
          </p:cNvGrpSpPr>
          <p:nvPr/>
        </p:nvGrpSpPr>
        <p:grpSpPr>
          <a:xfrm>
            <a:off x="1369044" y="1914846"/>
            <a:ext cx="903606" cy="461665"/>
            <a:chOff x="3222" y="1845"/>
            <a:chExt cx="1237" cy="632"/>
          </a:xfrm>
          <a:solidFill>
            <a:srgbClr val="C00000"/>
          </a:solidFill>
        </p:grpSpPr>
        <p:sp>
          <p:nvSpPr>
            <p:cNvPr id="14" name="Aitds26-1"/>
            <p:cNvSpPr/>
            <p:nvPr/>
          </p:nvSpPr>
          <p:spPr bwMode="auto">
            <a:xfrm>
              <a:off x="3608" y="1845"/>
              <a:ext cx="851" cy="632"/>
            </a:xfrm>
            <a:custGeom>
              <a:avLst/>
              <a:gdLst>
                <a:gd name="T0" fmla="*/ 366 w 626"/>
                <a:gd name="T1" fmla="*/ 413 h 465"/>
                <a:gd name="T2" fmla="*/ 313 w 626"/>
                <a:gd name="T3" fmla="*/ 362 h 465"/>
                <a:gd name="T4" fmla="*/ 338 w 626"/>
                <a:gd name="T5" fmla="*/ 362 h 465"/>
                <a:gd name="T6" fmla="*/ 392 w 626"/>
                <a:gd name="T7" fmla="*/ 310 h 465"/>
                <a:gd name="T8" fmla="*/ 338 w 626"/>
                <a:gd name="T9" fmla="*/ 258 h 465"/>
                <a:gd name="T10" fmla="*/ 414 w 626"/>
                <a:gd name="T11" fmla="*/ 207 h 465"/>
                <a:gd name="T12" fmla="*/ 361 w 626"/>
                <a:gd name="T13" fmla="*/ 155 h 465"/>
                <a:gd name="T14" fmla="*/ 573 w 626"/>
                <a:gd name="T15" fmla="*/ 155 h 465"/>
                <a:gd name="T16" fmla="*/ 626 w 626"/>
                <a:gd name="T17" fmla="*/ 103 h 465"/>
                <a:gd name="T18" fmla="*/ 573 w 626"/>
                <a:gd name="T19" fmla="*/ 52 h 465"/>
                <a:gd name="T20" fmla="*/ 260 w 626"/>
                <a:gd name="T21" fmla="*/ 52 h 465"/>
                <a:gd name="T22" fmla="*/ 207 w 626"/>
                <a:gd name="T23" fmla="*/ 0 h 465"/>
                <a:gd name="T24" fmla="*/ 102 w 626"/>
                <a:gd name="T25" fmla="*/ 0 h 465"/>
                <a:gd name="T26" fmla="*/ 48 w 626"/>
                <a:gd name="T27" fmla="*/ 52 h 465"/>
                <a:gd name="T28" fmla="*/ 49 w 626"/>
                <a:gd name="T29" fmla="*/ 54 h 465"/>
                <a:gd name="T30" fmla="*/ 0 w 626"/>
                <a:gd name="T31" fmla="*/ 113 h 465"/>
                <a:gd name="T32" fmla="*/ 0 w 626"/>
                <a:gd name="T33" fmla="*/ 403 h 465"/>
                <a:gd name="T34" fmla="*/ 65 w 626"/>
                <a:gd name="T35" fmla="*/ 465 h 465"/>
                <a:gd name="T36" fmla="*/ 208 w 626"/>
                <a:gd name="T37" fmla="*/ 465 h 465"/>
                <a:gd name="T38" fmla="*/ 244 w 626"/>
                <a:gd name="T39" fmla="*/ 465 h 465"/>
                <a:gd name="T40" fmla="*/ 313 w 626"/>
                <a:gd name="T41" fmla="*/ 465 h 465"/>
                <a:gd name="T42" fmla="*/ 366 w 626"/>
                <a:gd name="T43" fmla="*/ 413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26" h="465">
                  <a:moveTo>
                    <a:pt x="366" y="413"/>
                  </a:moveTo>
                  <a:cubicBezTo>
                    <a:pt x="366" y="385"/>
                    <a:pt x="342" y="362"/>
                    <a:pt x="313" y="362"/>
                  </a:cubicBezTo>
                  <a:cubicBezTo>
                    <a:pt x="338" y="362"/>
                    <a:pt x="338" y="362"/>
                    <a:pt x="338" y="362"/>
                  </a:cubicBezTo>
                  <a:cubicBezTo>
                    <a:pt x="368" y="362"/>
                    <a:pt x="392" y="338"/>
                    <a:pt x="392" y="310"/>
                  </a:cubicBezTo>
                  <a:cubicBezTo>
                    <a:pt x="392" y="281"/>
                    <a:pt x="368" y="258"/>
                    <a:pt x="338" y="258"/>
                  </a:cubicBezTo>
                  <a:cubicBezTo>
                    <a:pt x="368" y="258"/>
                    <a:pt x="416" y="258"/>
                    <a:pt x="414" y="207"/>
                  </a:cubicBezTo>
                  <a:cubicBezTo>
                    <a:pt x="413" y="178"/>
                    <a:pt x="390" y="155"/>
                    <a:pt x="361" y="155"/>
                  </a:cubicBezTo>
                  <a:cubicBezTo>
                    <a:pt x="573" y="155"/>
                    <a:pt x="573" y="155"/>
                    <a:pt x="573" y="155"/>
                  </a:cubicBezTo>
                  <a:cubicBezTo>
                    <a:pt x="602" y="155"/>
                    <a:pt x="626" y="132"/>
                    <a:pt x="626" y="103"/>
                  </a:cubicBezTo>
                  <a:cubicBezTo>
                    <a:pt x="626" y="75"/>
                    <a:pt x="602" y="52"/>
                    <a:pt x="573" y="52"/>
                  </a:cubicBezTo>
                  <a:cubicBezTo>
                    <a:pt x="260" y="52"/>
                    <a:pt x="260" y="52"/>
                    <a:pt x="260" y="52"/>
                  </a:cubicBezTo>
                  <a:cubicBezTo>
                    <a:pt x="260" y="23"/>
                    <a:pt x="236" y="0"/>
                    <a:pt x="207" y="0"/>
                  </a:cubicBezTo>
                  <a:cubicBezTo>
                    <a:pt x="102" y="0"/>
                    <a:pt x="102" y="0"/>
                    <a:pt x="102" y="0"/>
                  </a:cubicBezTo>
                  <a:cubicBezTo>
                    <a:pt x="72" y="0"/>
                    <a:pt x="48" y="23"/>
                    <a:pt x="48" y="52"/>
                  </a:cubicBezTo>
                  <a:cubicBezTo>
                    <a:pt x="48" y="52"/>
                    <a:pt x="48" y="53"/>
                    <a:pt x="49" y="54"/>
                  </a:cubicBezTo>
                  <a:cubicBezTo>
                    <a:pt x="21" y="60"/>
                    <a:pt x="0" y="85"/>
                    <a:pt x="0" y="113"/>
                  </a:cubicBezTo>
                  <a:cubicBezTo>
                    <a:pt x="0" y="403"/>
                    <a:pt x="0" y="403"/>
                    <a:pt x="0" y="403"/>
                  </a:cubicBezTo>
                  <a:cubicBezTo>
                    <a:pt x="0" y="437"/>
                    <a:pt x="29" y="465"/>
                    <a:pt x="65" y="465"/>
                  </a:cubicBezTo>
                  <a:cubicBezTo>
                    <a:pt x="208" y="465"/>
                    <a:pt x="208" y="465"/>
                    <a:pt x="208" y="465"/>
                  </a:cubicBezTo>
                  <a:cubicBezTo>
                    <a:pt x="244" y="465"/>
                    <a:pt x="244" y="465"/>
                    <a:pt x="244" y="465"/>
                  </a:cubicBezTo>
                  <a:cubicBezTo>
                    <a:pt x="313" y="465"/>
                    <a:pt x="313" y="465"/>
                    <a:pt x="313" y="465"/>
                  </a:cubicBezTo>
                  <a:cubicBezTo>
                    <a:pt x="342" y="465"/>
                    <a:pt x="366" y="442"/>
                    <a:pt x="366" y="4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15" name="Aitds26-2"/>
            <p:cNvSpPr>
              <a:spLocks noChangeArrowheads="1"/>
            </p:cNvSpPr>
            <p:nvPr/>
          </p:nvSpPr>
          <p:spPr bwMode="auto">
            <a:xfrm>
              <a:off x="3222" y="1931"/>
              <a:ext cx="319" cy="5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sp>
        <p:nvSpPr>
          <p:cNvPr id="16" name="Aitds27"/>
          <p:cNvSpPr/>
          <p:nvPr/>
        </p:nvSpPr>
        <p:spPr>
          <a:xfrm>
            <a:off x="2540374" y="1773207"/>
            <a:ext cx="8718356" cy="830997"/>
          </a:xfrm>
          <a:prstGeom prst="rect">
            <a:avLst/>
          </a:prstGeom>
        </p:spPr>
        <p:txBody>
          <a:bodyPr wrap="square">
            <a:spAutoFit/>
          </a:bodyPr>
          <a:lstStyle/>
          <a:p>
            <a:pPr lvl="0">
              <a:defRPr/>
            </a:pPr>
            <a:r>
              <a:rPr lang="zh-CN" altLang="en-US" sz="2400" dirty="0">
                <a:solidFill>
                  <a:srgbClr val="C00000"/>
                </a:solidFill>
                <a:ea typeface="华文新魏" panose="02010800040101010101" pitchFamily="2" charset="-122"/>
              </a:rPr>
              <a:t>实际上，任何一个组织在其成长过程中都会经历困局、遇碰挫折，关键在于如何从危中寻机以摆脱困境</a:t>
            </a:r>
            <a:endParaRPr lang="zh-CN" altLang="en-US" sz="2400" dirty="0">
              <a:solidFill>
                <a:srgbClr val="C00000"/>
              </a:solidFill>
              <a:ea typeface="华文新魏" panose="02010800040101010101" pitchFamily="2" charset="-122"/>
            </a:endParaRPr>
          </a:p>
        </p:txBody>
      </p:sp>
      <p:grpSp>
        <p:nvGrpSpPr>
          <p:cNvPr id="4" name="组合 3"/>
          <p:cNvGrpSpPr/>
          <p:nvPr/>
        </p:nvGrpSpPr>
        <p:grpSpPr>
          <a:xfrm>
            <a:off x="1146648" y="2855669"/>
            <a:ext cx="10257951" cy="2080512"/>
            <a:chOff x="1311749" y="3263562"/>
            <a:chExt cx="9318151" cy="2349838"/>
          </a:xfrm>
        </p:grpSpPr>
        <p:grpSp>
          <p:nvGrpSpPr>
            <p:cNvPr id="3" name="组合 2"/>
            <p:cNvGrpSpPr/>
            <p:nvPr/>
          </p:nvGrpSpPr>
          <p:grpSpPr>
            <a:xfrm>
              <a:off x="1311749" y="3279141"/>
              <a:ext cx="9318151" cy="2334259"/>
              <a:chOff x="1311749" y="3279141"/>
              <a:chExt cx="9318151" cy="2334259"/>
            </a:xfrm>
          </p:grpSpPr>
          <p:sp>
            <p:nvSpPr>
              <p:cNvPr id="17" name="Aitds2"/>
              <p:cNvSpPr/>
              <p:nvPr/>
            </p:nvSpPr>
            <p:spPr>
              <a:xfrm>
                <a:off x="1311749" y="3279141"/>
                <a:ext cx="9318151" cy="2334259"/>
              </a:xfrm>
              <a:prstGeom prst="roundRect">
                <a:avLst>
                  <a:gd name="adj" fmla="val 3955"/>
                </a:avLst>
              </a:prstGeom>
              <a:noFill/>
              <a:ln w="63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285" b="0" i="0" u="none" strike="noStrike" kern="1200" cap="none" spc="0" normalizeH="0" baseline="0" noProof="0" dirty="0">
                  <a:ln>
                    <a:noFill/>
                  </a:ln>
                  <a:solidFill>
                    <a:srgbClr val="E7E6E6">
                      <a:lumMod val="25000"/>
                    </a:srgbClr>
                  </a:solidFill>
                  <a:effectLst/>
                  <a:uLnTx/>
                  <a:uFillTx/>
                  <a:ea typeface="华文新魏" panose="02010800040101010101" pitchFamily="2" charset="-122"/>
                </a:endParaRPr>
              </a:p>
            </p:txBody>
          </p:sp>
          <p:sp>
            <p:nvSpPr>
              <p:cNvPr id="18" name="Aitds3"/>
              <p:cNvSpPr/>
              <p:nvPr/>
            </p:nvSpPr>
            <p:spPr>
              <a:xfrm>
                <a:off x="1563862" y="3817202"/>
                <a:ext cx="8933533" cy="1482702"/>
              </a:xfrm>
              <a:prstGeom prst="rect">
                <a:avLst/>
              </a:prstGeom>
            </p:spPr>
            <p:txBody>
              <a:bodyPr wrap="square" lIns="105571" tIns="52784" rIns="105571" bIns="52784">
                <a:spAutoFit/>
              </a:bodyPr>
              <a:lstStyle/>
              <a:p>
                <a:pPr lvl="0" algn="just">
                  <a:lnSpc>
                    <a:spcPct val="150000"/>
                  </a:lnSpc>
                  <a:defRPr/>
                </a:pPr>
                <a:r>
                  <a:rPr lang="zh-CN" altLang="en-US" dirty="0">
                    <a:solidFill>
                      <a:srgbClr val="E7E6E6">
                        <a:lumMod val="10000"/>
                      </a:srgbClr>
                    </a:solidFill>
                    <a:ea typeface="华文新魏" panose="02010800040101010101" pitchFamily="2" charset="-122"/>
                  </a:rPr>
                  <a:t>有问题、有困境不可怕，可怕的是讳疾忌医不敢直面问题，可怕的是在困境面前束手无策，可怕的是虽然在一段时期解决了问题，但虎头蛇尾而导致已初步解决的问题故态复发陷入“耕怠者无获”的境遇。</a:t>
                </a:r>
                <a:endParaRPr kumimoji="0" lang="zh-CN" altLang="en-US" b="0" i="0" u="none" strike="noStrike" kern="1200" cap="none" spc="0" normalizeH="0" baseline="0" noProof="0" dirty="0">
                  <a:ln>
                    <a:noFill/>
                  </a:ln>
                  <a:solidFill>
                    <a:srgbClr val="E7E6E6">
                      <a:lumMod val="10000"/>
                    </a:srgbClr>
                  </a:solidFill>
                  <a:effectLst/>
                  <a:uLnTx/>
                  <a:uFillTx/>
                  <a:ea typeface="华文新魏" panose="02010800040101010101" pitchFamily="2" charset="-122"/>
                </a:endParaRPr>
              </a:p>
            </p:txBody>
          </p:sp>
        </p:grpSp>
        <p:sp>
          <p:nvSpPr>
            <p:cNvPr id="72" name="Aitds4"/>
            <p:cNvSpPr/>
            <p:nvPr/>
          </p:nvSpPr>
          <p:spPr bwMode="auto">
            <a:xfrm>
              <a:off x="1549968" y="3263562"/>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C00000"/>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73" name="Aitds6"/>
            <p:cNvSpPr>
              <a:spLocks noChangeArrowheads="1"/>
            </p:cNvSpPr>
            <p:nvPr/>
          </p:nvSpPr>
          <p:spPr bwMode="auto">
            <a:xfrm>
              <a:off x="1614236" y="3263563"/>
              <a:ext cx="540333" cy="553640"/>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pic>
        <p:nvPicPr>
          <p:cNvPr id="40" name="图片 39"/>
          <p:cNvPicPr>
            <a:picLocks noChangeAspect="1"/>
          </p:cNvPicPr>
          <p:nvPr/>
        </p:nvPicPr>
        <p:blipFill>
          <a:blip r:embed="rId4" cstate="screen"/>
          <a:stretch>
            <a:fillRect/>
          </a:stretch>
        </p:blipFill>
        <p:spPr>
          <a:xfrm>
            <a:off x="1526211" y="2907382"/>
            <a:ext cx="501691" cy="4049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4465">
        <p14:prism isInverted="1"/>
      </p:transition>
    </mc:Choice>
    <mc:Fallback>
      <p:transition spd="slow" advTm="446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6"/>
                                        </p:tgtEl>
                                        <p:attrNameLst>
                                          <p:attrName>ppt_y</p:attrName>
                                        </p:attrNameLst>
                                      </p:cBhvr>
                                      <p:tavLst>
                                        <p:tav tm="0">
                                          <p:val>
                                            <p:strVal val="#ppt_y"/>
                                          </p:val>
                                        </p:tav>
                                        <p:tav tm="100000">
                                          <p:val>
                                            <p:strVal val="#ppt_y"/>
                                          </p:val>
                                        </p:tav>
                                      </p:tavLst>
                                    </p:anim>
                                    <p:anim calcmode="lin" valueType="num">
                                      <p:cBhvr>
                                        <p:cTn id="13"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6"/>
                                        </p:tgtEl>
                                      </p:cBhvr>
                                    </p:animEffect>
                                  </p:childTnLst>
                                </p:cTn>
                              </p:par>
                            </p:childTnLst>
                          </p:cTn>
                        </p:par>
                        <p:par>
                          <p:cTn id="16" fill="hold">
                            <p:stCondLst>
                              <p:cond delay="320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1000"/>
                                        <p:tgtEl>
                                          <p:spTgt spid="40"/>
                                        </p:tgtEl>
                                      </p:cBhvr>
                                    </p:animEffect>
                                    <p:anim calcmode="lin" valueType="num">
                                      <p:cBhvr>
                                        <p:cTn id="25" dur="1000" fill="hold"/>
                                        <p:tgtEl>
                                          <p:spTgt spid="40"/>
                                        </p:tgtEl>
                                        <p:attrNameLst>
                                          <p:attrName>ppt_x</p:attrName>
                                        </p:attrNameLst>
                                      </p:cBhvr>
                                      <p:tavLst>
                                        <p:tav tm="0">
                                          <p:val>
                                            <p:strVal val="#ppt_x"/>
                                          </p:val>
                                        </p:tav>
                                        <p:tav tm="100000">
                                          <p:val>
                                            <p:strVal val="#ppt_x"/>
                                          </p:val>
                                        </p:tav>
                                      </p:tavLst>
                                    </p:anim>
                                    <p:anim calcmode="lin" valueType="num">
                                      <p:cBhvr>
                                        <p:cTn id="26"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2954655"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不断自我革命的勇气</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grpSp>
        <p:nvGrpSpPr>
          <p:cNvPr id="13" name="Aitds26"/>
          <p:cNvGrpSpPr>
            <a:grpSpLocks noChangeAspect="1"/>
          </p:cNvGrpSpPr>
          <p:nvPr/>
        </p:nvGrpSpPr>
        <p:grpSpPr>
          <a:xfrm>
            <a:off x="1473486" y="1542374"/>
            <a:ext cx="903606" cy="461665"/>
            <a:chOff x="3222" y="1845"/>
            <a:chExt cx="1237" cy="632"/>
          </a:xfrm>
          <a:solidFill>
            <a:srgbClr val="C00000"/>
          </a:solidFill>
        </p:grpSpPr>
        <p:sp>
          <p:nvSpPr>
            <p:cNvPr id="14" name="Aitds26-1"/>
            <p:cNvSpPr/>
            <p:nvPr/>
          </p:nvSpPr>
          <p:spPr bwMode="auto">
            <a:xfrm>
              <a:off x="3608" y="1845"/>
              <a:ext cx="851" cy="632"/>
            </a:xfrm>
            <a:custGeom>
              <a:avLst/>
              <a:gdLst>
                <a:gd name="T0" fmla="*/ 366 w 626"/>
                <a:gd name="T1" fmla="*/ 413 h 465"/>
                <a:gd name="T2" fmla="*/ 313 w 626"/>
                <a:gd name="T3" fmla="*/ 362 h 465"/>
                <a:gd name="T4" fmla="*/ 338 w 626"/>
                <a:gd name="T5" fmla="*/ 362 h 465"/>
                <a:gd name="T6" fmla="*/ 392 w 626"/>
                <a:gd name="T7" fmla="*/ 310 h 465"/>
                <a:gd name="T8" fmla="*/ 338 w 626"/>
                <a:gd name="T9" fmla="*/ 258 h 465"/>
                <a:gd name="T10" fmla="*/ 414 w 626"/>
                <a:gd name="T11" fmla="*/ 207 h 465"/>
                <a:gd name="T12" fmla="*/ 361 w 626"/>
                <a:gd name="T13" fmla="*/ 155 h 465"/>
                <a:gd name="T14" fmla="*/ 573 w 626"/>
                <a:gd name="T15" fmla="*/ 155 h 465"/>
                <a:gd name="T16" fmla="*/ 626 w 626"/>
                <a:gd name="T17" fmla="*/ 103 h 465"/>
                <a:gd name="T18" fmla="*/ 573 w 626"/>
                <a:gd name="T19" fmla="*/ 52 h 465"/>
                <a:gd name="T20" fmla="*/ 260 w 626"/>
                <a:gd name="T21" fmla="*/ 52 h 465"/>
                <a:gd name="T22" fmla="*/ 207 w 626"/>
                <a:gd name="T23" fmla="*/ 0 h 465"/>
                <a:gd name="T24" fmla="*/ 102 w 626"/>
                <a:gd name="T25" fmla="*/ 0 h 465"/>
                <a:gd name="T26" fmla="*/ 48 w 626"/>
                <a:gd name="T27" fmla="*/ 52 h 465"/>
                <a:gd name="T28" fmla="*/ 49 w 626"/>
                <a:gd name="T29" fmla="*/ 54 h 465"/>
                <a:gd name="T30" fmla="*/ 0 w 626"/>
                <a:gd name="T31" fmla="*/ 113 h 465"/>
                <a:gd name="T32" fmla="*/ 0 w 626"/>
                <a:gd name="T33" fmla="*/ 403 h 465"/>
                <a:gd name="T34" fmla="*/ 65 w 626"/>
                <a:gd name="T35" fmla="*/ 465 h 465"/>
                <a:gd name="T36" fmla="*/ 208 w 626"/>
                <a:gd name="T37" fmla="*/ 465 h 465"/>
                <a:gd name="T38" fmla="*/ 244 w 626"/>
                <a:gd name="T39" fmla="*/ 465 h 465"/>
                <a:gd name="T40" fmla="*/ 313 w 626"/>
                <a:gd name="T41" fmla="*/ 465 h 465"/>
                <a:gd name="T42" fmla="*/ 366 w 626"/>
                <a:gd name="T43" fmla="*/ 413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26" h="465">
                  <a:moveTo>
                    <a:pt x="366" y="413"/>
                  </a:moveTo>
                  <a:cubicBezTo>
                    <a:pt x="366" y="385"/>
                    <a:pt x="342" y="362"/>
                    <a:pt x="313" y="362"/>
                  </a:cubicBezTo>
                  <a:cubicBezTo>
                    <a:pt x="338" y="362"/>
                    <a:pt x="338" y="362"/>
                    <a:pt x="338" y="362"/>
                  </a:cubicBezTo>
                  <a:cubicBezTo>
                    <a:pt x="368" y="362"/>
                    <a:pt x="392" y="338"/>
                    <a:pt x="392" y="310"/>
                  </a:cubicBezTo>
                  <a:cubicBezTo>
                    <a:pt x="392" y="281"/>
                    <a:pt x="368" y="258"/>
                    <a:pt x="338" y="258"/>
                  </a:cubicBezTo>
                  <a:cubicBezTo>
                    <a:pt x="368" y="258"/>
                    <a:pt x="416" y="258"/>
                    <a:pt x="414" y="207"/>
                  </a:cubicBezTo>
                  <a:cubicBezTo>
                    <a:pt x="413" y="178"/>
                    <a:pt x="390" y="155"/>
                    <a:pt x="361" y="155"/>
                  </a:cubicBezTo>
                  <a:cubicBezTo>
                    <a:pt x="573" y="155"/>
                    <a:pt x="573" y="155"/>
                    <a:pt x="573" y="155"/>
                  </a:cubicBezTo>
                  <a:cubicBezTo>
                    <a:pt x="602" y="155"/>
                    <a:pt x="626" y="132"/>
                    <a:pt x="626" y="103"/>
                  </a:cubicBezTo>
                  <a:cubicBezTo>
                    <a:pt x="626" y="75"/>
                    <a:pt x="602" y="52"/>
                    <a:pt x="573" y="52"/>
                  </a:cubicBezTo>
                  <a:cubicBezTo>
                    <a:pt x="260" y="52"/>
                    <a:pt x="260" y="52"/>
                    <a:pt x="260" y="52"/>
                  </a:cubicBezTo>
                  <a:cubicBezTo>
                    <a:pt x="260" y="23"/>
                    <a:pt x="236" y="0"/>
                    <a:pt x="207" y="0"/>
                  </a:cubicBezTo>
                  <a:cubicBezTo>
                    <a:pt x="102" y="0"/>
                    <a:pt x="102" y="0"/>
                    <a:pt x="102" y="0"/>
                  </a:cubicBezTo>
                  <a:cubicBezTo>
                    <a:pt x="72" y="0"/>
                    <a:pt x="48" y="23"/>
                    <a:pt x="48" y="52"/>
                  </a:cubicBezTo>
                  <a:cubicBezTo>
                    <a:pt x="48" y="52"/>
                    <a:pt x="48" y="53"/>
                    <a:pt x="49" y="54"/>
                  </a:cubicBezTo>
                  <a:cubicBezTo>
                    <a:pt x="21" y="60"/>
                    <a:pt x="0" y="85"/>
                    <a:pt x="0" y="113"/>
                  </a:cubicBezTo>
                  <a:cubicBezTo>
                    <a:pt x="0" y="403"/>
                    <a:pt x="0" y="403"/>
                    <a:pt x="0" y="403"/>
                  </a:cubicBezTo>
                  <a:cubicBezTo>
                    <a:pt x="0" y="437"/>
                    <a:pt x="29" y="465"/>
                    <a:pt x="65" y="465"/>
                  </a:cubicBezTo>
                  <a:cubicBezTo>
                    <a:pt x="208" y="465"/>
                    <a:pt x="208" y="465"/>
                    <a:pt x="208" y="465"/>
                  </a:cubicBezTo>
                  <a:cubicBezTo>
                    <a:pt x="244" y="465"/>
                    <a:pt x="244" y="465"/>
                    <a:pt x="244" y="465"/>
                  </a:cubicBezTo>
                  <a:cubicBezTo>
                    <a:pt x="313" y="465"/>
                    <a:pt x="313" y="465"/>
                    <a:pt x="313" y="465"/>
                  </a:cubicBezTo>
                  <a:cubicBezTo>
                    <a:pt x="342" y="465"/>
                    <a:pt x="366" y="442"/>
                    <a:pt x="366" y="4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15" name="Aitds26-2"/>
            <p:cNvSpPr>
              <a:spLocks noChangeArrowheads="1"/>
            </p:cNvSpPr>
            <p:nvPr/>
          </p:nvSpPr>
          <p:spPr bwMode="auto">
            <a:xfrm>
              <a:off x="3222" y="1931"/>
              <a:ext cx="319" cy="5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sp>
        <p:nvSpPr>
          <p:cNvPr id="16" name="Aitds27"/>
          <p:cNvSpPr/>
          <p:nvPr/>
        </p:nvSpPr>
        <p:spPr>
          <a:xfrm>
            <a:off x="2540374" y="1456346"/>
            <a:ext cx="4546226" cy="707886"/>
          </a:xfrm>
          <a:prstGeom prst="rect">
            <a:avLst/>
          </a:prstGeom>
        </p:spPr>
        <p:txBody>
          <a:bodyPr wrap="square">
            <a:spAutoFit/>
          </a:bodyPr>
          <a:lstStyle/>
          <a:p>
            <a:pPr lvl="0">
              <a:defRPr/>
            </a:pPr>
            <a:r>
              <a:rPr lang="zh-CN" altLang="en-US" sz="4000" dirty="0">
                <a:solidFill>
                  <a:srgbClr val="C00000"/>
                </a:solidFill>
                <a:ea typeface="华文新魏" panose="02010800040101010101" pitchFamily="2" charset="-122"/>
              </a:rPr>
              <a:t>革故鼎新 激浊扬清</a:t>
            </a:r>
            <a:endParaRPr lang="zh-CN" altLang="en-US" sz="4000" dirty="0">
              <a:solidFill>
                <a:srgbClr val="C00000"/>
              </a:solidFill>
              <a:ea typeface="华文新魏" panose="02010800040101010101" pitchFamily="2" charset="-122"/>
            </a:endParaRPr>
          </a:p>
        </p:txBody>
      </p:sp>
      <p:grpSp>
        <p:nvGrpSpPr>
          <p:cNvPr id="4" name="组合 3"/>
          <p:cNvGrpSpPr/>
          <p:nvPr/>
        </p:nvGrpSpPr>
        <p:grpSpPr>
          <a:xfrm>
            <a:off x="1210148" y="2416784"/>
            <a:ext cx="10257951" cy="3476016"/>
            <a:chOff x="1311749" y="3263562"/>
            <a:chExt cx="9318151" cy="2349838"/>
          </a:xfrm>
        </p:grpSpPr>
        <p:grpSp>
          <p:nvGrpSpPr>
            <p:cNvPr id="3" name="组合 2"/>
            <p:cNvGrpSpPr/>
            <p:nvPr/>
          </p:nvGrpSpPr>
          <p:grpSpPr>
            <a:xfrm>
              <a:off x="1311749" y="3279141"/>
              <a:ext cx="9318151" cy="2334259"/>
              <a:chOff x="1311749" y="3279141"/>
              <a:chExt cx="9318151" cy="2334259"/>
            </a:xfrm>
          </p:grpSpPr>
          <p:sp>
            <p:nvSpPr>
              <p:cNvPr id="17" name="Aitds2"/>
              <p:cNvSpPr/>
              <p:nvPr/>
            </p:nvSpPr>
            <p:spPr>
              <a:xfrm>
                <a:off x="1311749" y="3279141"/>
                <a:ext cx="9318151" cy="2334259"/>
              </a:xfrm>
              <a:prstGeom prst="roundRect">
                <a:avLst>
                  <a:gd name="adj" fmla="val 3955"/>
                </a:avLst>
              </a:prstGeom>
              <a:noFill/>
              <a:ln w="63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285" b="0" i="0" u="none" strike="noStrike" kern="1200" cap="none" spc="0" normalizeH="0" baseline="0" noProof="0" dirty="0">
                  <a:ln>
                    <a:noFill/>
                  </a:ln>
                  <a:solidFill>
                    <a:srgbClr val="E7E6E6">
                      <a:lumMod val="25000"/>
                    </a:srgbClr>
                  </a:solidFill>
                  <a:effectLst/>
                  <a:uLnTx/>
                  <a:uFillTx/>
                  <a:ea typeface="华文新魏" panose="02010800040101010101" pitchFamily="2" charset="-122"/>
                </a:endParaRPr>
              </a:p>
            </p:txBody>
          </p:sp>
          <p:sp>
            <p:nvSpPr>
              <p:cNvPr id="18" name="Aitds3"/>
              <p:cNvSpPr/>
              <p:nvPr/>
            </p:nvSpPr>
            <p:spPr>
              <a:xfrm>
                <a:off x="1549968" y="3721130"/>
                <a:ext cx="8933533" cy="1449213"/>
              </a:xfrm>
              <a:prstGeom prst="rect">
                <a:avLst/>
              </a:prstGeom>
            </p:spPr>
            <p:txBody>
              <a:bodyPr wrap="square" lIns="105571" tIns="52784" rIns="105571" bIns="52784">
                <a:spAutoFit/>
              </a:bodyPr>
              <a:lstStyle/>
              <a:p>
                <a:pPr lvl="0" algn="just">
                  <a:lnSpc>
                    <a:spcPct val="150000"/>
                  </a:lnSpc>
                  <a:defRPr/>
                </a:pPr>
                <a:r>
                  <a:rPr lang="zh-CN" altLang="en-US" dirty="0">
                    <a:solidFill>
                      <a:srgbClr val="E7E6E6">
                        <a:lumMod val="10000"/>
                      </a:srgbClr>
                    </a:solidFill>
                    <a:ea typeface="华文新魏" panose="02010800040101010101" pitchFamily="2" charset="-122"/>
                  </a:rPr>
                  <a:t>贪污腐败是一些政党丧失韧性的重要症结。各种消极腐败现象是人民群众最痛恨的，对党同人民群众的血肉联系最具杀伤力。无论在民主革命时期，抑或在社会主义建设、改革时期，中国共产党始终坚定不移惩治腐败使自身肌体保持健康的良性运行状态而具有韧性。综观世界各国政党，真正像中国共产党这样能始终如一正视自身存在的问题并敢于向体内病灶“开刀”的，可以说少之又少。</a:t>
                </a:r>
                <a:endParaRPr kumimoji="0" lang="zh-CN" altLang="en-US" b="0" i="0" u="none" strike="noStrike" kern="1200" cap="none" spc="0" normalizeH="0" baseline="0" noProof="0" dirty="0">
                  <a:ln>
                    <a:noFill/>
                  </a:ln>
                  <a:solidFill>
                    <a:srgbClr val="E7E6E6">
                      <a:lumMod val="10000"/>
                    </a:srgbClr>
                  </a:solidFill>
                  <a:effectLst/>
                  <a:uLnTx/>
                  <a:uFillTx/>
                  <a:ea typeface="华文新魏" panose="02010800040101010101" pitchFamily="2" charset="-122"/>
                </a:endParaRPr>
              </a:p>
            </p:txBody>
          </p:sp>
        </p:grpSp>
        <p:sp>
          <p:nvSpPr>
            <p:cNvPr id="72" name="Aitds4"/>
            <p:cNvSpPr/>
            <p:nvPr/>
          </p:nvSpPr>
          <p:spPr bwMode="auto">
            <a:xfrm>
              <a:off x="1549968" y="3263562"/>
              <a:ext cx="668870" cy="84534"/>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C00000"/>
            </a:solidFill>
            <a:ln>
              <a:noFill/>
            </a:ln>
          </p:spPr>
          <p:txBody>
            <a:bodyPr lIns="68562" tIns="34281" rIns="68562" bIns="3428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73" name="Aitds6"/>
            <p:cNvSpPr>
              <a:spLocks noChangeArrowheads="1"/>
            </p:cNvSpPr>
            <p:nvPr/>
          </p:nvSpPr>
          <p:spPr bwMode="auto">
            <a:xfrm>
              <a:off x="1614236" y="3263563"/>
              <a:ext cx="540333" cy="386541"/>
            </a:xfrm>
            <a:prstGeom prst="rect">
              <a:avLst/>
            </a:prstGeom>
            <a:solidFill>
              <a:srgbClr val="C00000"/>
            </a:solidFill>
            <a:ln>
              <a:noFill/>
            </a:ln>
          </p:spPr>
          <p:txBody>
            <a:bodyPr lIns="68562" tIns="34281" rIns="68562" bIns="34281"/>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pic>
        <p:nvPicPr>
          <p:cNvPr id="40" name="图片 39"/>
          <p:cNvPicPr>
            <a:picLocks noChangeAspect="1"/>
          </p:cNvPicPr>
          <p:nvPr/>
        </p:nvPicPr>
        <p:blipFill>
          <a:blip r:embed="rId4" cstate="screen"/>
          <a:stretch>
            <a:fillRect/>
          </a:stretch>
        </p:blipFill>
        <p:spPr>
          <a:xfrm>
            <a:off x="1589711" y="2541832"/>
            <a:ext cx="501691" cy="4049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4465">
        <p14:prism isInverted="1"/>
      </p:transition>
    </mc:Choice>
    <mc:Fallback>
      <p:transition spd="slow" advTm="446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6"/>
                                        </p:tgtEl>
                                        <p:attrNameLst>
                                          <p:attrName>ppt_y</p:attrName>
                                        </p:attrNameLst>
                                      </p:cBhvr>
                                      <p:tavLst>
                                        <p:tav tm="0">
                                          <p:val>
                                            <p:strVal val="#ppt_y"/>
                                          </p:val>
                                        </p:tav>
                                        <p:tav tm="100000">
                                          <p:val>
                                            <p:strVal val="#ppt_y"/>
                                          </p:val>
                                        </p:tav>
                                      </p:tavLst>
                                    </p:anim>
                                    <p:anim calcmode="lin" valueType="num">
                                      <p:cBhvr>
                                        <p:cTn id="13"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6"/>
                                        </p:tgtEl>
                                      </p:cBhvr>
                                    </p:animEffect>
                                  </p:childTnLst>
                                </p:cTn>
                              </p:par>
                            </p:childTnLst>
                          </p:cTn>
                        </p:par>
                        <p:par>
                          <p:cTn id="16" fill="hold">
                            <p:stCondLst>
                              <p:cond delay="1399"/>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1000"/>
                                        <p:tgtEl>
                                          <p:spTgt spid="40"/>
                                        </p:tgtEl>
                                      </p:cBhvr>
                                    </p:animEffect>
                                    <p:anim calcmode="lin" valueType="num">
                                      <p:cBhvr>
                                        <p:cTn id="25" dur="1000" fill="hold"/>
                                        <p:tgtEl>
                                          <p:spTgt spid="40"/>
                                        </p:tgtEl>
                                        <p:attrNameLst>
                                          <p:attrName>ppt_x</p:attrName>
                                        </p:attrNameLst>
                                      </p:cBhvr>
                                      <p:tavLst>
                                        <p:tav tm="0">
                                          <p:val>
                                            <p:strVal val="#ppt_x"/>
                                          </p:val>
                                        </p:tav>
                                        <p:tav tm="100000">
                                          <p:val>
                                            <p:strVal val="#ppt_x"/>
                                          </p:val>
                                        </p:tav>
                                      </p:tavLst>
                                    </p:anim>
                                    <p:anim calcmode="lin" valueType="num">
                                      <p:cBhvr>
                                        <p:cTn id="26"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rcRect/>
          <a:stretch>
            <a:fillRect/>
          </a:stretch>
        </p:blipFill>
        <p:spPr>
          <a:xfrm>
            <a:off x="1" y="0"/>
            <a:ext cx="12169588" cy="6871447"/>
          </a:xfrm>
          <a:prstGeom prst="rect">
            <a:avLst/>
          </a:prstGeom>
        </p:spPr>
      </p:pic>
      <p:pic>
        <p:nvPicPr>
          <p:cNvPr id="11" name="图片 10"/>
          <p:cNvPicPr>
            <a:picLocks noChangeAspect="1"/>
          </p:cNvPicPr>
          <p:nvPr/>
        </p:nvPicPr>
        <p:blipFill>
          <a:blip r:embed="rId2"/>
          <a:stretch>
            <a:fillRect/>
          </a:stretch>
        </p:blipFill>
        <p:spPr>
          <a:xfrm>
            <a:off x="5423" y="0"/>
            <a:ext cx="12192000" cy="6858000"/>
          </a:xfrm>
          <a:prstGeom prst="rect">
            <a:avLst/>
          </a:prstGeom>
        </p:spPr>
      </p:pic>
      <p:pic>
        <p:nvPicPr>
          <p:cNvPr id="4" name="图片 3"/>
          <p:cNvPicPr>
            <a:picLocks noChangeAspect="1"/>
          </p:cNvPicPr>
          <p:nvPr/>
        </p:nvPicPr>
        <p:blipFill>
          <a:blip r:embed="rId3" cstate="screen"/>
          <a:srcRect/>
          <a:stretch>
            <a:fillRect/>
          </a:stretch>
        </p:blipFill>
        <p:spPr>
          <a:xfrm>
            <a:off x="-80682" y="-80683"/>
            <a:ext cx="5755341" cy="1479177"/>
          </a:xfrm>
          <a:prstGeom prst="rect">
            <a:avLst/>
          </a:prstGeom>
        </p:spPr>
      </p:pic>
      <p:sp>
        <p:nvSpPr>
          <p:cNvPr id="46" name="Aitds4"/>
          <p:cNvSpPr>
            <a:spLocks noChangeArrowheads="1"/>
          </p:cNvSpPr>
          <p:nvPr/>
        </p:nvSpPr>
        <p:spPr bwMode="auto">
          <a:xfrm>
            <a:off x="4971406" y="1671295"/>
            <a:ext cx="808235" cy="1569660"/>
          </a:xfrm>
          <a:prstGeom prst="rect">
            <a:avLst/>
          </a:prstGeom>
          <a:ln>
            <a:noFill/>
          </a:ln>
        </p:spPr>
        <p:txBody>
          <a:bodyPr wrap="none">
            <a:spAutoFit/>
          </a:bodyPr>
          <a:lstStyle/>
          <a:p>
            <a:pPr algn="ctr"/>
            <a:r>
              <a:rPr lang="en-US" altLang="zh-CN" sz="9600" dirty="0">
                <a:ln>
                  <a:solidFill>
                    <a:srgbClr val="C00000"/>
                  </a:solidFill>
                </a:ln>
                <a:solidFill>
                  <a:srgbClr val="C00000"/>
                </a:solidFill>
                <a:ea typeface="华文新魏" panose="02010800040101010101" pitchFamily="2" charset="-122"/>
              </a:rPr>
              <a:t>4</a:t>
            </a:r>
            <a:endParaRPr lang="zh-CN" altLang="zh-CN" sz="9600" dirty="0">
              <a:ln>
                <a:solidFill>
                  <a:srgbClr val="C00000"/>
                </a:solidFill>
              </a:ln>
              <a:solidFill>
                <a:srgbClr val="C00000"/>
              </a:solidFill>
              <a:ea typeface="华文新魏" panose="02010800040101010101" pitchFamily="2" charset="-122"/>
            </a:endParaRPr>
          </a:p>
        </p:txBody>
      </p:sp>
      <p:sp>
        <p:nvSpPr>
          <p:cNvPr id="47" name="Aitds5"/>
          <p:cNvSpPr/>
          <p:nvPr/>
        </p:nvSpPr>
        <p:spPr bwMode="auto">
          <a:xfrm>
            <a:off x="4602325" y="1723367"/>
            <a:ext cx="1497154" cy="1498648"/>
          </a:xfrm>
          <a:custGeom>
            <a:avLst/>
            <a:gdLst>
              <a:gd name="T0" fmla="*/ 0 w 2342"/>
              <a:gd name="T1" fmla="*/ 0 h 2342"/>
              <a:gd name="T2" fmla="*/ 2342 w 2342"/>
              <a:gd name="T3" fmla="*/ 0 h 2342"/>
              <a:gd name="T4" fmla="*/ 2342 w 2342"/>
              <a:gd name="T5" fmla="*/ 560 h 2342"/>
              <a:gd name="T6" fmla="*/ 2295 w 2342"/>
              <a:gd name="T7" fmla="*/ 560 h 2342"/>
              <a:gd name="T8" fmla="*/ 2295 w 2342"/>
              <a:gd name="T9" fmla="*/ 47 h 2342"/>
              <a:gd name="T10" fmla="*/ 47 w 2342"/>
              <a:gd name="T11" fmla="*/ 47 h 2342"/>
              <a:gd name="T12" fmla="*/ 47 w 2342"/>
              <a:gd name="T13" fmla="*/ 2295 h 2342"/>
              <a:gd name="T14" fmla="*/ 2295 w 2342"/>
              <a:gd name="T15" fmla="*/ 2295 h 2342"/>
              <a:gd name="T16" fmla="*/ 2295 w 2342"/>
              <a:gd name="T17" fmla="*/ 1631 h 2342"/>
              <a:gd name="T18" fmla="*/ 2342 w 2342"/>
              <a:gd name="T19" fmla="*/ 1631 h 2342"/>
              <a:gd name="T20" fmla="*/ 2342 w 2342"/>
              <a:gd name="T21" fmla="*/ 2342 h 2342"/>
              <a:gd name="T22" fmla="*/ 0 w 2342"/>
              <a:gd name="T23" fmla="*/ 2342 h 2342"/>
              <a:gd name="T24" fmla="*/ 0 w 2342"/>
              <a:gd name="T25" fmla="*/ 0 h 2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42" h="2342">
                <a:moveTo>
                  <a:pt x="0" y="0"/>
                </a:moveTo>
                <a:lnTo>
                  <a:pt x="2342" y="0"/>
                </a:lnTo>
                <a:lnTo>
                  <a:pt x="2342" y="560"/>
                </a:lnTo>
                <a:lnTo>
                  <a:pt x="2295" y="560"/>
                </a:lnTo>
                <a:lnTo>
                  <a:pt x="2295" y="47"/>
                </a:lnTo>
                <a:lnTo>
                  <a:pt x="47" y="47"/>
                </a:lnTo>
                <a:lnTo>
                  <a:pt x="47" y="2295"/>
                </a:lnTo>
                <a:lnTo>
                  <a:pt x="2295" y="2295"/>
                </a:lnTo>
                <a:lnTo>
                  <a:pt x="2295" y="1631"/>
                </a:lnTo>
                <a:lnTo>
                  <a:pt x="2342" y="1631"/>
                </a:lnTo>
                <a:lnTo>
                  <a:pt x="2342" y="2342"/>
                </a:lnTo>
                <a:lnTo>
                  <a:pt x="0" y="2342"/>
                </a:lnTo>
                <a:lnTo>
                  <a:pt x="0" y="0"/>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0" cap="none" spc="0" normalizeH="0" baseline="0" noProof="0" dirty="0">
              <a:ln>
                <a:noFill/>
              </a:ln>
              <a:solidFill>
                <a:srgbClr val="C00000"/>
              </a:solidFill>
              <a:effectLst/>
              <a:uLnTx/>
              <a:uFillTx/>
              <a:ea typeface="华文新魏" panose="02010800040101010101" pitchFamily="2" charset="-122"/>
            </a:endParaRPr>
          </a:p>
        </p:txBody>
      </p:sp>
      <p:sp>
        <p:nvSpPr>
          <p:cNvPr id="48" name="Aitds6"/>
          <p:cNvSpPr txBox="1"/>
          <p:nvPr/>
        </p:nvSpPr>
        <p:spPr>
          <a:xfrm>
            <a:off x="6112287" y="2158178"/>
            <a:ext cx="2473241" cy="523220"/>
          </a:xfrm>
          <a:prstGeom prst="rect">
            <a:avLst/>
          </a:prstGeom>
          <a:noFill/>
        </p:spPr>
        <p:txBody>
          <a:bodyPr wrap="none" rtlCol="0">
            <a:spAutoFit/>
          </a:bodyPr>
          <a:lstStyle/>
          <a:p>
            <a:pPr marL="0" marR="0" lvl="0" indent="0" algn="ctr" defTabSz="121793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rPr>
              <a:t>第三部分 </a:t>
            </a:r>
            <a:r>
              <a:rPr kumimoji="0" lang="en-US" altLang="zh-CN" sz="1400" b="0" i="0" u="none" strike="noStrike" kern="1200" cap="none" spc="0" normalizeH="0" baseline="0" noProof="0" dirty="0">
                <a:ln>
                  <a:noFill/>
                </a:ln>
                <a:solidFill>
                  <a:srgbClr val="C00000"/>
                </a:solidFill>
                <a:effectLst/>
                <a:uLnTx/>
                <a:uFillTx/>
                <a:ea typeface="华文新魏" panose="02010800040101010101" pitchFamily="2" charset="-122"/>
              </a:rPr>
              <a:t>PART  ONE</a:t>
            </a:r>
            <a:endPar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endParaRPr>
          </a:p>
        </p:txBody>
      </p:sp>
      <p:sp>
        <p:nvSpPr>
          <p:cNvPr id="49" name="Aitds3"/>
          <p:cNvSpPr/>
          <p:nvPr/>
        </p:nvSpPr>
        <p:spPr>
          <a:xfrm>
            <a:off x="1348546" y="3215777"/>
            <a:ext cx="9494907" cy="1107996"/>
          </a:xfrm>
          <a:prstGeom prst="rect">
            <a:avLst/>
          </a:prstGeom>
          <a:ln>
            <a:noFill/>
          </a:ln>
        </p:spPr>
        <p:txBody>
          <a:bodyPr wrap="none">
            <a:spAutoFit/>
          </a:bodyPr>
          <a:lstStyle/>
          <a:p>
            <a:pPr lvl="0" algn="ctr">
              <a:defRPr/>
            </a:pPr>
            <a:r>
              <a:rPr lang="zh-CN" altLang="en-US" sz="6600" b="1" dirty="0">
                <a:solidFill>
                  <a:srgbClr val="C00000"/>
                </a:solidFill>
                <a:ea typeface="华文新魏" panose="02010800040101010101" pitchFamily="2" charset="-122"/>
              </a:rPr>
              <a:t>勤于学习善于学习的本领</a:t>
            </a:r>
            <a:endParaRPr lang="zh-CN" altLang="en-US" sz="6600" b="1" dirty="0">
              <a:solidFill>
                <a:srgbClr val="C00000"/>
              </a:solidFill>
              <a:ea typeface="华文新魏" panose="02010800040101010101" pitchFamily="2" charset="-122"/>
            </a:endParaRPr>
          </a:p>
        </p:txBody>
      </p:sp>
      <p:pic>
        <p:nvPicPr>
          <p:cNvPr id="10" name="图片 9"/>
          <p:cNvPicPr>
            <a:picLocks noChangeAspect="1"/>
          </p:cNvPicPr>
          <p:nvPr/>
        </p:nvPicPr>
        <p:blipFill>
          <a:blip r:embed="rId4" cstate="screen"/>
          <a:srcRect t="44893" b="25028"/>
          <a:stretch>
            <a:fillRect/>
          </a:stretch>
        </p:blipFill>
        <p:spPr>
          <a:xfrm>
            <a:off x="0" y="4909512"/>
            <a:ext cx="12192000" cy="2062788"/>
          </a:xfrm>
          <a:prstGeom prst="rect">
            <a:avLst/>
          </a:prstGeom>
        </p:spPr>
      </p:pic>
      <p:pic>
        <p:nvPicPr>
          <p:cNvPr id="12" name="图片 11"/>
          <p:cNvPicPr>
            <a:picLocks noChangeAspect="1"/>
          </p:cNvPicPr>
          <p:nvPr/>
        </p:nvPicPr>
        <p:blipFill>
          <a:blip r:embed="rId5" cstate="screen"/>
          <a:stretch>
            <a:fillRect/>
          </a:stretch>
        </p:blipFill>
        <p:spPr>
          <a:xfrm>
            <a:off x="8445500" y="3097197"/>
            <a:ext cx="4013200" cy="3738323"/>
          </a:xfrm>
          <a:prstGeom prst="rect">
            <a:avLst/>
          </a:prstGeom>
        </p:spPr>
      </p:pic>
      <p:pic>
        <p:nvPicPr>
          <p:cNvPr id="13" name="图片 12"/>
          <p:cNvPicPr>
            <a:picLocks noChangeAspect="1"/>
          </p:cNvPicPr>
          <p:nvPr/>
        </p:nvPicPr>
        <p:blipFill>
          <a:blip r:embed="rId6" cstate="screen"/>
          <a:srcRect l="34848" t="3592" r="32576" b="21437"/>
          <a:stretch>
            <a:fillRect/>
          </a:stretch>
        </p:blipFill>
        <p:spPr>
          <a:xfrm flipH="1">
            <a:off x="-108953" y="3737811"/>
            <a:ext cx="2499530" cy="3235826"/>
          </a:xfrm>
          <a:prstGeom prst="rect">
            <a:avLst/>
          </a:prstGeom>
        </p:spPr>
      </p:pic>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outHorizontal)">
                                      <p:cBhvr>
                                        <p:cTn id="7" dur="500"/>
                                        <p:tgtEl>
                                          <p:spTgt spid="47"/>
                                        </p:tgtEl>
                                      </p:cBhvr>
                                    </p:animEffect>
                                  </p:childTnLst>
                                </p:cTn>
                              </p:par>
                            </p:childTnLst>
                          </p:cTn>
                        </p:par>
                        <p:par>
                          <p:cTn id="8" fill="hold">
                            <p:stCondLst>
                              <p:cond delay="500"/>
                            </p:stCondLst>
                            <p:childTnLst>
                              <p:par>
                                <p:cTn id="9" presetID="31"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p:cTn id="11" dur="400" fill="hold"/>
                                        <p:tgtEl>
                                          <p:spTgt spid="46"/>
                                        </p:tgtEl>
                                        <p:attrNameLst>
                                          <p:attrName>ppt_w</p:attrName>
                                        </p:attrNameLst>
                                      </p:cBhvr>
                                      <p:tavLst>
                                        <p:tav tm="0">
                                          <p:val>
                                            <p:fltVal val="0"/>
                                          </p:val>
                                        </p:tav>
                                        <p:tav tm="100000">
                                          <p:val>
                                            <p:strVal val="#ppt_w"/>
                                          </p:val>
                                        </p:tav>
                                      </p:tavLst>
                                    </p:anim>
                                    <p:anim calcmode="lin" valueType="num">
                                      <p:cBhvr>
                                        <p:cTn id="12" dur="400" fill="hold"/>
                                        <p:tgtEl>
                                          <p:spTgt spid="46"/>
                                        </p:tgtEl>
                                        <p:attrNameLst>
                                          <p:attrName>ppt_h</p:attrName>
                                        </p:attrNameLst>
                                      </p:cBhvr>
                                      <p:tavLst>
                                        <p:tav tm="0">
                                          <p:val>
                                            <p:fltVal val="0"/>
                                          </p:val>
                                        </p:tav>
                                        <p:tav tm="100000">
                                          <p:val>
                                            <p:strVal val="#ppt_h"/>
                                          </p:val>
                                        </p:tav>
                                      </p:tavLst>
                                    </p:anim>
                                    <p:anim calcmode="lin" valueType="num">
                                      <p:cBhvr>
                                        <p:cTn id="13" dur="400" fill="hold"/>
                                        <p:tgtEl>
                                          <p:spTgt spid="46"/>
                                        </p:tgtEl>
                                        <p:attrNameLst>
                                          <p:attrName>style.rotation</p:attrName>
                                        </p:attrNameLst>
                                      </p:cBhvr>
                                      <p:tavLst>
                                        <p:tav tm="0">
                                          <p:val>
                                            <p:fltVal val="90"/>
                                          </p:val>
                                        </p:tav>
                                        <p:tav tm="100000">
                                          <p:val>
                                            <p:fltVal val="0"/>
                                          </p:val>
                                        </p:tav>
                                      </p:tavLst>
                                    </p:anim>
                                    <p:animEffect transition="in" filter="fade">
                                      <p:cBhvr>
                                        <p:cTn id="14" dur="400"/>
                                        <p:tgtEl>
                                          <p:spTgt spid="46"/>
                                        </p:tgtEl>
                                      </p:cBhvr>
                                    </p:animEffect>
                                  </p:childTnLst>
                                </p:cTn>
                              </p:par>
                            </p:childTnLst>
                          </p:cTn>
                        </p:par>
                        <p:par>
                          <p:cTn id="15" fill="hold">
                            <p:stCondLst>
                              <p:cond delay="1000"/>
                            </p:stCondLst>
                            <p:childTnLst>
                              <p:par>
                                <p:cTn id="16" presetID="2" presetClass="entr" presetSubtype="4" fill="hold" grpId="0" nodeType="afterEffect">
                                  <p:stCondLst>
                                    <p:cond delay="0"/>
                                  </p:stCondLst>
                                  <p:iterate type="lt">
                                    <p:tmPct val="10000"/>
                                  </p:iterate>
                                  <p:childTnLst>
                                    <p:set>
                                      <p:cBhvr>
                                        <p:cTn id="17" dur="1" fill="hold">
                                          <p:stCondLst>
                                            <p:cond delay="0"/>
                                          </p:stCondLst>
                                        </p:cTn>
                                        <p:tgtEl>
                                          <p:spTgt spid="48"/>
                                        </p:tgtEl>
                                        <p:attrNameLst>
                                          <p:attrName>style.visibility</p:attrName>
                                        </p:attrNameLst>
                                      </p:cBhvr>
                                      <p:to>
                                        <p:strVal val="visible"/>
                                      </p:to>
                                    </p:set>
                                    <p:anim calcmode="lin" valueType="num">
                                      <p:cBhvr additive="base">
                                        <p:cTn id="18" dur="500" fill="hold"/>
                                        <p:tgtEl>
                                          <p:spTgt spid="48"/>
                                        </p:tgtEl>
                                        <p:attrNameLst>
                                          <p:attrName>ppt_x</p:attrName>
                                        </p:attrNameLst>
                                      </p:cBhvr>
                                      <p:tavLst>
                                        <p:tav tm="0">
                                          <p:val>
                                            <p:strVal val="#ppt_x"/>
                                          </p:val>
                                        </p:tav>
                                        <p:tav tm="100000">
                                          <p:val>
                                            <p:strVal val="#ppt_x"/>
                                          </p:val>
                                        </p:tav>
                                      </p:tavLst>
                                    </p:anim>
                                    <p:anim calcmode="lin" valueType="num">
                                      <p:cBhvr additive="base">
                                        <p:cTn id="19" dur="500" fill="hold"/>
                                        <p:tgtEl>
                                          <p:spTgt spid="48"/>
                                        </p:tgtEl>
                                        <p:attrNameLst>
                                          <p:attrName>ppt_y</p:attrName>
                                        </p:attrNameLst>
                                      </p:cBhvr>
                                      <p:tavLst>
                                        <p:tav tm="0">
                                          <p:val>
                                            <p:strVal val="1+#ppt_h/2"/>
                                          </p:val>
                                        </p:tav>
                                        <p:tav tm="100000">
                                          <p:val>
                                            <p:strVal val="#ppt_y"/>
                                          </p:val>
                                        </p:tav>
                                      </p:tavLst>
                                    </p:anim>
                                  </p:childTnLst>
                                </p:cTn>
                              </p:par>
                            </p:childTnLst>
                          </p:cTn>
                        </p:par>
                        <p:par>
                          <p:cTn id="20" fill="hold">
                            <p:stCondLst>
                              <p:cond delay="2049"/>
                            </p:stCondLst>
                            <p:childTnLst>
                              <p:par>
                                <p:cTn id="21" presetID="23" presetClass="entr" presetSubtype="16"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p:cTn id="23" dur="500" fill="hold"/>
                                        <p:tgtEl>
                                          <p:spTgt spid="49"/>
                                        </p:tgtEl>
                                        <p:attrNameLst>
                                          <p:attrName>ppt_w</p:attrName>
                                        </p:attrNameLst>
                                      </p:cBhvr>
                                      <p:tavLst>
                                        <p:tav tm="0">
                                          <p:val>
                                            <p:fltVal val="0"/>
                                          </p:val>
                                        </p:tav>
                                        <p:tav tm="100000">
                                          <p:val>
                                            <p:strVal val="#ppt_w"/>
                                          </p:val>
                                        </p:tav>
                                      </p:tavLst>
                                    </p:anim>
                                    <p:anim calcmode="lin" valueType="num">
                                      <p:cBhvr>
                                        <p:cTn id="24" dur="500" fill="hold"/>
                                        <p:tgtEl>
                                          <p:spTgt spid="4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48" grpId="0"/>
      <p:bldP spid="4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3570208"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勤于学习善于学习的本领</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sp>
        <p:nvSpPr>
          <p:cNvPr id="21" name="矩形 20"/>
          <p:cNvSpPr/>
          <p:nvPr/>
        </p:nvSpPr>
        <p:spPr>
          <a:xfrm>
            <a:off x="4074599" y="3640694"/>
            <a:ext cx="7584748" cy="2069797"/>
          </a:xfrm>
          <a:prstGeom prst="rect">
            <a:avLst/>
          </a:prstGeom>
        </p:spPr>
        <p:txBody>
          <a:bodyPr wrap="square">
            <a:spAutoFit/>
          </a:bodyPr>
          <a:lstStyle/>
          <a:p>
            <a:pPr>
              <a:lnSpc>
                <a:spcPct val="130000"/>
              </a:lnSpc>
              <a:defRPr/>
            </a:pPr>
            <a:r>
              <a:rPr lang="zh-CN" altLang="en-US" sz="2000" dirty="0">
                <a:solidFill>
                  <a:srgbClr val="C6181F"/>
                </a:solidFill>
                <a:ea typeface="华文新魏" panose="02010800040101010101" pitchFamily="2" charset="-122"/>
              </a:rPr>
              <a:t>不学习或不善于学习，就会被环境和时代所淘汰。重学习并善学习，是中国共产党保持韧性的独特气质和品格，其价值在于为党的事业发展提供了能力补给和源源不断的新鲜能量。在一定意义上可以说，中国共产党正是通过学习而不断由小变大、由弱变强、从胜利走向新的胜利，从而使自身的韧性不断得以巩固、强化和更新。</a:t>
            </a:r>
            <a:endParaRPr lang="zh-CN" altLang="en-US" sz="2000" b="1" dirty="0">
              <a:ea typeface="华文新魏" panose="02010800040101010101" pitchFamily="2" charset="-122"/>
            </a:endParaRPr>
          </a:p>
        </p:txBody>
      </p:sp>
      <p:pic>
        <p:nvPicPr>
          <p:cNvPr id="22" name="图片 21"/>
          <p:cNvPicPr>
            <a:picLocks noChangeAspect="1"/>
          </p:cNvPicPr>
          <p:nvPr/>
        </p:nvPicPr>
        <p:blipFill>
          <a:blip r:embed="rId4"/>
          <a:stretch>
            <a:fillRect/>
          </a:stretch>
        </p:blipFill>
        <p:spPr>
          <a:xfrm>
            <a:off x="985915" y="2960506"/>
            <a:ext cx="2808537" cy="3300032"/>
          </a:xfrm>
          <a:prstGeom prst="rect">
            <a:avLst/>
          </a:prstGeom>
        </p:spPr>
      </p:pic>
      <p:grpSp>
        <p:nvGrpSpPr>
          <p:cNvPr id="24" name="组合 23"/>
          <p:cNvGrpSpPr/>
          <p:nvPr/>
        </p:nvGrpSpPr>
        <p:grpSpPr>
          <a:xfrm>
            <a:off x="0" y="1513719"/>
            <a:ext cx="12192000" cy="1203691"/>
            <a:chOff x="842989" y="1919411"/>
            <a:chExt cx="12192000" cy="1203691"/>
          </a:xfrm>
        </p:grpSpPr>
        <p:sp>
          <p:nvSpPr>
            <p:cNvPr id="25" name="矩形 24"/>
            <p:cNvSpPr/>
            <p:nvPr/>
          </p:nvSpPr>
          <p:spPr>
            <a:xfrm>
              <a:off x="842989" y="1919411"/>
              <a:ext cx="12192000" cy="1203691"/>
            </a:xfrm>
            <a:prstGeom prst="rect">
              <a:avLst/>
            </a:prstGeom>
            <a:solidFill>
              <a:srgbClr val="C61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bg1"/>
                </a:solidFill>
                <a:ea typeface="华文新魏" panose="02010800040101010101" pitchFamily="2" charset="-122"/>
              </a:endParaRPr>
            </a:p>
          </p:txBody>
        </p:sp>
        <p:sp>
          <p:nvSpPr>
            <p:cNvPr id="26" name="文本框 25"/>
            <p:cNvSpPr txBox="1"/>
            <p:nvPr/>
          </p:nvSpPr>
          <p:spPr>
            <a:xfrm>
              <a:off x="1103298" y="2044202"/>
              <a:ext cx="11822723" cy="954107"/>
            </a:xfrm>
            <a:prstGeom prst="rect">
              <a:avLst/>
            </a:prstGeom>
            <a:noFill/>
          </p:spPr>
          <p:txBody>
            <a:bodyPr wrap="square" rtlCol="0">
              <a:spAutoFit/>
            </a:bodyPr>
            <a:lstStyle/>
            <a:p>
              <a:r>
                <a:rPr lang="zh-CN" altLang="en-US" sz="2800" dirty="0">
                  <a:solidFill>
                    <a:schemeClr val="bg1"/>
                  </a:solidFill>
                  <a:ea typeface="华文新魏" panose="02010800040101010101" pitchFamily="2" charset="-122"/>
                </a:rPr>
                <a:t>一个人、一个组织要能及时适应外部环境的变迁而具有恒久的韧性，学习是不可或缺的重要环节和内生机制</a:t>
              </a:r>
              <a:endParaRPr lang="zh-CN" altLang="en-US" sz="2800" dirty="0">
                <a:solidFill>
                  <a:schemeClr val="bg1"/>
                </a:solidFill>
                <a:ea typeface="华文新魏" panose="0201080004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advTm="4015">
        <p14:prism isInverted="1"/>
      </p:transition>
    </mc:Choice>
    <mc:Fallback>
      <p:transition spd="slow" advTm="401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heel(1)">
                                      <p:cBhvr>
                                        <p:cTn id="7" dur="2000"/>
                                        <p:tgtEl>
                                          <p:spTgt spid="24"/>
                                        </p:tgtEl>
                                      </p:cBhvr>
                                    </p:animEffect>
                                  </p:childTnLst>
                                </p:cTn>
                              </p:par>
                            </p:childTnLst>
                          </p:cTn>
                        </p:par>
                        <p:par>
                          <p:cTn id="8" fill="hold">
                            <p:stCondLst>
                              <p:cond delay="2000"/>
                            </p:stCondLst>
                            <p:childTnLst>
                              <p:par>
                                <p:cTn id="9" presetID="42"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1000"/>
                                        <p:tgtEl>
                                          <p:spTgt spid="22"/>
                                        </p:tgtEl>
                                      </p:cBhvr>
                                    </p:animEffect>
                                    <p:anim calcmode="lin" valueType="num">
                                      <p:cBhvr>
                                        <p:cTn id="12" dur="1000" fill="hold"/>
                                        <p:tgtEl>
                                          <p:spTgt spid="22"/>
                                        </p:tgtEl>
                                        <p:attrNameLst>
                                          <p:attrName>ppt_x</p:attrName>
                                        </p:attrNameLst>
                                      </p:cBhvr>
                                      <p:tavLst>
                                        <p:tav tm="0">
                                          <p:val>
                                            <p:strVal val="#ppt_x"/>
                                          </p:val>
                                        </p:tav>
                                        <p:tav tm="100000">
                                          <p:val>
                                            <p:strVal val="#ppt_x"/>
                                          </p:val>
                                        </p:tav>
                                      </p:tavLst>
                                    </p:anim>
                                    <p:anim calcmode="lin" valueType="num">
                                      <p:cBhvr>
                                        <p:cTn id="13" dur="1000" fill="hold"/>
                                        <p:tgtEl>
                                          <p:spTgt spid="22"/>
                                        </p:tgtEl>
                                        <p:attrNameLst>
                                          <p:attrName>ppt_y</p:attrName>
                                        </p:attrNameLst>
                                      </p:cBhvr>
                                      <p:tavLst>
                                        <p:tav tm="0">
                                          <p:val>
                                            <p:strVal val="#ppt_y+.1"/>
                                          </p:val>
                                        </p:tav>
                                        <p:tav tm="100000">
                                          <p:val>
                                            <p:strVal val="#ppt_y"/>
                                          </p:val>
                                        </p:tav>
                                      </p:tavLst>
                                    </p:anim>
                                  </p:childTnLst>
                                </p:cTn>
                              </p:par>
                            </p:childTnLst>
                          </p:cTn>
                        </p:par>
                        <p:par>
                          <p:cTn id="14" fill="hold">
                            <p:stCondLst>
                              <p:cond delay="3000"/>
                            </p:stCondLst>
                            <p:childTnLst>
                              <p:par>
                                <p:cTn id="15" presetID="22" presetClass="entr" presetSubtype="1"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582454"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3570208"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勤于学习善于学习的本领</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sp>
        <p:nvSpPr>
          <p:cNvPr id="27" name="Aitds6"/>
          <p:cNvSpPr/>
          <p:nvPr/>
        </p:nvSpPr>
        <p:spPr>
          <a:xfrm flipH="1">
            <a:off x="3236281" y="1788589"/>
            <a:ext cx="411960" cy="424679"/>
          </a:xfrm>
          <a:prstGeom prst="ellipse">
            <a:avLst/>
          </a:prstGeom>
          <a:solidFill>
            <a:srgbClr val="C00000"/>
          </a:solidFill>
          <a:ln w="28575" cap="flat" cmpd="sng" algn="ctr">
            <a:solidFill>
              <a:srgbClr val="FFC000"/>
            </a:solidFill>
            <a:prstDash val="solid"/>
            <a:miter lim="800000"/>
          </a:ln>
          <a:effectLst/>
        </p:spPr>
        <p:txBody>
          <a:bodyPr lIns="120948" tIns="60475" rIns="120948" bIns="60475" anchor="ctr"/>
          <a:lstStyle/>
          <a:p>
            <a:pPr algn="ctr">
              <a:defRPr/>
            </a:pPr>
            <a:r>
              <a:rPr lang="en-US" altLang="zh-CN" b="1" kern="0" dirty="0">
                <a:solidFill>
                  <a:prstClr val="white"/>
                </a:solidFill>
                <a:ea typeface="华文新魏" panose="02010800040101010101" pitchFamily="2" charset="-122"/>
              </a:rPr>
              <a:t>1</a:t>
            </a:r>
            <a:endParaRPr lang="zh-CN" altLang="en-US" b="1" kern="0" dirty="0">
              <a:solidFill>
                <a:prstClr val="white"/>
              </a:solidFill>
              <a:ea typeface="华文新魏" panose="02010800040101010101" pitchFamily="2" charset="-122"/>
            </a:endParaRPr>
          </a:p>
        </p:txBody>
      </p:sp>
      <p:sp>
        <p:nvSpPr>
          <p:cNvPr id="28" name="Aitds8"/>
          <p:cNvSpPr/>
          <p:nvPr/>
        </p:nvSpPr>
        <p:spPr>
          <a:xfrm>
            <a:off x="3949356" y="1778547"/>
            <a:ext cx="6649185" cy="445809"/>
          </a:xfrm>
          <a:prstGeom prst="roundRect">
            <a:avLst>
              <a:gd name="adj" fmla="val 5000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ea typeface="华文新魏" panose="02010800040101010101" pitchFamily="2" charset="-122"/>
            </a:endParaRPr>
          </a:p>
        </p:txBody>
      </p:sp>
      <p:cxnSp>
        <p:nvCxnSpPr>
          <p:cNvPr id="29" name="Aitds9"/>
          <p:cNvCxnSpPr/>
          <p:nvPr/>
        </p:nvCxnSpPr>
        <p:spPr>
          <a:xfrm>
            <a:off x="3638924" y="2004155"/>
            <a:ext cx="547244" cy="0"/>
          </a:xfrm>
          <a:prstGeom prst="line">
            <a:avLst/>
          </a:prstGeom>
          <a:solidFill>
            <a:schemeClr val="tx1"/>
          </a:solidFill>
          <a:ln w="25400">
            <a:solidFill>
              <a:srgbClr val="C00000"/>
            </a:solidFill>
            <a:tailEnd type="oval" w="lg" len="lg"/>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2" name="双大括号 1"/>
          <p:cNvSpPr/>
          <p:nvPr/>
        </p:nvSpPr>
        <p:spPr>
          <a:xfrm>
            <a:off x="2719346" y="1331090"/>
            <a:ext cx="8460188" cy="4542660"/>
          </a:xfrm>
          <a:prstGeom prst="bracePair">
            <a:avLst/>
          </a:prstGeom>
          <a:ln>
            <a:solidFill>
              <a:srgbClr val="D40F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ea typeface="华文新魏" panose="02010800040101010101" pitchFamily="2" charset="-122"/>
            </a:endParaRPr>
          </a:p>
        </p:txBody>
      </p:sp>
      <p:sp>
        <p:nvSpPr>
          <p:cNvPr id="76" name="文本框 75"/>
          <p:cNvSpPr txBox="1"/>
          <p:nvPr/>
        </p:nvSpPr>
        <p:spPr>
          <a:xfrm>
            <a:off x="4274180" y="1839881"/>
            <a:ext cx="3467616" cy="338554"/>
          </a:xfrm>
          <a:prstGeom prst="rect">
            <a:avLst/>
          </a:prstGeom>
          <a:noFill/>
        </p:spPr>
        <p:txBody>
          <a:bodyPr wrap="none" rtlCol="0">
            <a:spAutoFit/>
          </a:bodyPr>
          <a:lstStyle/>
          <a:p>
            <a:r>
              <a:rPr lang="zh-CN" altLang="en-US" sz="1600" dirty="0">
                <a:solidFill>
                  <a:srgbClr val="DB0816"/>
                </a:solidFill>
                <a:ea typeface="华文新魏" panose="02010800040101010101" pitchFamily="2" charset="-122"/>
              </a:rPr>
              <a:t>注重理论联系实际、学习与运用结合</a:t>
            </a:r>
            <a:endParaRPr lang="zh-CN" altLang="en-US" sz="1600" dirty="0">
              <a:solidFill>
                <a:srgbClr val="DB0816"/>
              </a:solidFill>
              <a:ea typeface="华文新魏" panose="02010800040101010101" pitchFamily="2" charset="-122"/>
            </a:endParaRPr>
          </a:p>
        </p:txBody>
      </p:sp>
      <p:sp>
        <p:nvSpPr>
          <p:cNvPr id="77" name="Aitds6"/>
          <p:cNvSpPr/>
          <p:nvPr/>
        </p:nvSpPr>
        <p:spPr>
          <a:xfrm flipH="1">
            <a:off x="3236281" y="3173100"/>
            <a:ext cx="411960" cy="424679"/>
          </a:xfrm>
          <a:prstGeom prst="ellipse">
            <a:avLst/>
          </a:prstGeom>
          <a:solidFill>
            <a:srgbClr val="C00000"/>
          </a:solidFill>
          <a:ln w="28575" cap="flat" cmpd="sng" algn="ctr">
            <a:solidFill>
              <a:srgbClr val="FFC000"/>
            </a:solidFill>
            <a:prstDash val="solid"/>
            <a:miter lim="800000"/>
          </a:ln>
          <a:effectLst/>
        </p:spPr>
        <p:txBody>
          <a:bodyPr lIns="120948" tIns="60475" rIns="120948" bIns="60475" anchor="ctr"/>
          <a:lstStyle/>
          <a:p>
            <a:pPr algn="ctr">
              <a:defRPr/>
            </a:pPr>
            <a:r>
              <a:rPr lang="en-US" altLang="zh-CN" b="1" kern="0" dirty="0">
                <a:solidFill>
                  <a:prstClr val="white"/>
                </a:solidFill>
                <a:ea typeface="华文新魏" panose="02010800040101010101" pitchFamily="2" charset="-122"/>
              </a:rPr>
              <a:t>2</a:t>
            </a:r>
            <a:endParaRPr lang="zh-CN" altLang="en-US" b="1" kern="0" dirty="0">
              <a:solidFill>
                <a:prstClr val="white"/>
              </a:solidFill>
              <a:ea typeface="华文新魏" panose="02010800040101010101" pitchFamily="2" charset="-122"/>
            </a:endParaRPr>
          </a:p>
        </p:txBody>
      </p:sp>
      <p:sp>
        <p:nvSpPr>
          <p:cNvPr id="78" name="Aitds8"/>
          <p:cNvSpPr/>
          <p:nvPr/>
        </p:nvSpPr>
        <p:spPr>
          <a:xfrm>
            <a:off x="3949356" y="3163058"/>
            <a:ext cx="6649185" cy="445809"/>
          </a:xfrm>
          <a:prstGeom prst="roundRect">
            <a:avLst>
              <a:gd name="adj" fmla="val 5000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ea typeface="华文新魏" panose="02010800040101010101" pitchFamily="2" charset="-122"/>
            </a:endParaRPr>
          </a:p>
        </p:txBody>
      </p:sp>
      <p:cxnSp>
        <p:nvCxnSpPr>
          <p:cNvPr id="79" name="Aitds9"/>
          <p:cNvCxnSpPr/>
          <p:nvPr/>
        </p:nvCxnSpPr>
        <p:spPr>
          <a:xfrm>
            <a:off x="3638924" y="3388666"/>
            <a:ext cx="547244" cy="0"/>
          </a:xfrm>
          <a:prstGeom prst="line">
            <a:avLst/>
          </a:prstGeom>
          <a:solidFill>
            <a:schemeClr val="tx1"/>
          </a:solidFill>
          <a:ln w="25400">
            <a:solidFill>
              <a:srgbClr val="C00000"/>
            </a:solidFill>
            <a:tailEnd type="oval" w="lg" len="lg"/>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4327328" y="3216162"/>
            <a:ext cx="2031325" cy="338554"/>
          </a:xfrm>
          <a:prstGeom prst="rect">
            <a:avLst/>
          </a:prstGeom>
          <a:noFill/>
        </p:spPr>
        <p:txBody>
          <a:bodyPr wrap="none" rtlCol="0">
            <a:spAutoFit/>
          </a:bodyPr>
          <a:lstStyle/>
          <a:p>
            <a:r>
              <a:rPr lang="zh-CN" altLang="en-US" sz="1600" dirty="0">
                <a:solidFill>
                  <a:srgbClr val="DB0816"/>
                </a:solidFill>
                <a:ea typeface="华文新魏" panose="02010800040101010101" pitchFamily="2" charset="-122"/>
              </a:rPr>
              <a:t>注重领导带头、示范</a:t>
            </a:r>
            <a:endParaRPr lang="zh-CN" altLang="en-US" sz="1600" dirty="0">
              <a:solidFill>
                <a:srgbClr val="DB0816"/>
              </a:solidFill>
              <a:ea typeface="华文新魏" panose="02010800040101010101" pitchFamily="2" charset="-122"/>
            </a:endParaRPr>
          </a:p>
        </p:txBody>
      </p:sp>
      <p:sp>
        <p:nvSpPr>
          <p:cNvPr id="81" name="Aitds6"/>
          <p:cNvSpPr/>
          <p:nvPr/>
        </p:nvSpPr>
        <p:spPr>
          <a:xfrm flipH="1">
            <a:off x="3263299" y="4454419"/>
            <a:ext cx="411960" cy="424679"/>
          </a:xfrm>
          <a:prstGeom prst="ellipse">
            <a:avLst/>
          </a:prstGeom>
          <a:solidFill>
            <a:srgbClr val="C00000"/>
          </a:solidFill>
          <a:ln w="28575" cap="flat" cmpd="sng" algn="ctr">
            <a:solidFill>
              <a:srgbClr val="FFC000"/>
            </a:solidFill>
            <a:prstDash val="solid"/>
            <a:miter lim="800000"/>
          </a:ln>
          <a:effectLst/>
        </p:spPr>
        <p:txBody>
          <a:bodyPr lIns="120948" tIns="60475" rIns="120948" bIns="60475" anchor="ctr"/>
          <a:lstStyle/>
          <a:p>
            <a:pPr algn="ctr">
              <a:defRPr/>
            </a:pPr>
            <a:r>
              <a:rPr lang="en-US" altLang="zh-CN" b="1" kern="0" dirty="0">
                <a:solidFill>
                  <a:prstClr val="white"/>
                </a:solidFill>
                <a:ea typeface="华文新魏" panose="02010800040101010101" pitchFamily="2" charset="-122"/>
              </a:rPr>
              <a:t>3</a:t>
            </a:r>
            <a:endParaRPr lang="zh-CN" altLang="en-US" b="1" kern="0" dirty="0">
              <a:solidFill>
                <a:prstClr val="white"/>
              </a:solidFill>
              <a:ea typeface="华文新魏" panose="02010800040101010101" pitchFamily="2" charset="-122"/>
            </a:endParaRPr>
          </a:p>
        </p:txBody>
      </p:sp>
      <p:sp>
        <p:nvSpPr>
          <p:cNvPr id="82" name="Aitds8"/>
          <p:cNvSpPr/>
          <p:nvPr/>
        </p:nvSpPr>
        <p:spPr>
          <a:xfrm>
            <a:off x="3976374" y="4444377"/>
            <a:ext cx="6649185" cy="445809"/>
          </a:xfrm>
          <a:prstGeom prst="roundRect">
            <a:avLst>
              <a:gd name="adj" fmla="val 5000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ea typeface="华文新魏" panose="02010800040101010101" pitchFamily="2" charset="-122"/>
            </a:endParaRPr>
          </a:p>
        </p:txBody>
      </p:sp>
      <p:cxnSp>
        <p:nvCxnSpPr>
          <p:cNvPr id="83" name="Aitds9"/>
          <p:cNvCxnSpPr/>
          <p:nvPr/>
        </p:nvCxnSpPr>
        <p:spPr>
          <a:xfrm>
            <a:off x="3665942" y="4669985"/>
            <a:ext cx="547244" cy="0"/>
          </a:xfrm>
          <a:prstGeom prst="line">
            <a:avLst/>
          </a:prstGeom>
          <a:solidFill>
            <a:schemeClr val="tx1"/>
          </a:solidFill>
          <a:ln w="25400">
            <a:solidFill>
              <a:srgbClr val="C00000"/>
            </a:solidFill>
            <a:tailEnd type="oval" w="lg" len="lg"/>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a:xfrm>
            <a:off x="4351693" y="4497481"/>
            <a:ext cx="2441694" cy="338554"/>
          </a:xfrm>
          <a:prstGeom prst="rect">
            <a:avLst/>
          </a:prstGeom>
          <a:noFill/>
        </p:spPr>
        <p:txBody>
          <a:bodyPr wrap="none" rtlCol="0">
            <a:spAutoFit/>
          </a:bodyPr>
          <a:lstStyle/>
          <a:p>
            <a:r>
              <a:rPr lang="zh-CN" altLang="en-US" sz="1600" dirty="0">
                <a:solidFill>
                  <a:srgbClr val="DB0816"/>
                </a:solidFill>
                <a:ea typeface="华文新魏" panose="02010800040101010101" pitchFamily="2" charset="-122"/>
              </a:rPr>
              <a:t>把学习视作一种政治责任</a:t>
            </a:r>
            <a:endParaRPr lang="zh-CN" altLang="en-US" sz="1600" dirty="0">
              <a:solidFill>
                <a:srgbClr val="DB0816"/>
              </a:solidFill>
              <a:ea typeface="华文新魏" panose="02010800040101010101" pitchFamily="2" charset="-122"/>
            </a:endParaRPr>
          </a:p>
        </p:txBody>
      </p:sp>
      <p:grpSp>
        <p:nvGrpSpPr>
          <p:cNvPr id="3" name="组合 2"/>
          <p:cNvGrpSpPr/>
          <p:nvPr/>
        </p:nvGrpSpPr>
        <p:grpSpPr>
          <a:xfrm>
            <a:off x="872429" y="1882471"/>
            <a:ext cx="1708410" cy="3309731"/>
            <a:chOff x="914282" y="2747527"/>
            <a:chExt cx="1735514" cy="2144603"/>
          </a:xfrm>
        </p:grpSpPr>
        <p:grpSp>
          <p:nvGrpSpPr>
            <p:cNvPr id="22" name="组合 21"/>
            <p:cNvGrpSpPr/>
            <p:nvPr/>
          </p:nvGrpSpPr>
          <p:grpSpPr>
            <a:xfrm>
              <a:off x="914282" y="2747527"/>
              <a:ext cx="1735514" cy="2144603"/>
              <a:chOff x="777049" y="1720161"/>
              <a:chExt cx="3806526" cy="4703787"/>
            </a:xfrm>
          </p:grpSpPr>
          <p:sp>
            <p:nvSpPr>
              <p:cNvPr id="25" name="Aitds2-1"/>
              <p:cNvSpPr>
                <a:spLocks noChangeArrowheads="1"/>
              </p:cNvSpPr>
              <p:nvPr/>
            </p:nvSpPr>
            <p:spPr bwMode="auto">
              <a:xfrm>
                <a:off x="777049" y="1720161"/>
                <a:ext cx="3806526" cy="4703787"/>
              </a:xfrm>
              <a:prstGeom prst="rect">
                <a:avLst/>
              </a:prstGeom>
              <a:solidFill>
                <a:srgbClr val="C00000"/>
              </a:solidFill>
              <a:ln w="28575">
                <a:gradFill>
                  <a:gsLst>
                    <a:gs pos="100000">
                      <a:schemeClr val="bg1"/>
                    </a:gs>
                    <a:gs pos="0">
                      <a:schemeClr val="bg1">
                        <a:lumMod val="85000"/>
                      </a:schemeClr>
                    </a:gs>
                  </a:gsLst>
                  <a:lin ang="5400000" scaled="0"/>
                </a:gradFill>
              </a:ln>
              <a:effectLst/>
            </p:spPr>
            <p:txBody>
              <a:bodyPr anchor="ctr"/>
              <a:lstStyle/>
              <a:p>
                <a:pPr algn="ctr">
                  <a:defRPr/>
                </a:pPr>
                <a:endParaRPr lang="zh-CN" altLang="zh-CN" sz="3200" dirty="0">
                  <a:solidFill>
                    <a:prstClr val="black"/>
                  </a:solidFill>
                  <a:ea typeface="华文新魏" panose="02010800040101010101" pitchFamily="2" charset="-122"/>
                </a:endParaRPr>
              </a:p>
            </p:txBody>
          </p:sp>
          <p:sp>
            <p:nvSpPr>
              <p:cNvPr id="26" name="Aitds2-2"/>
              <p:cNvSpPr/>
              <p:nvPr/>
            </p:nvSpPr>
            <p:spPr>
              <a:xfrm>
                <a:off x="1125046" y="3186324"/>
                <a:ext cx="3454892" cy="3193106"/>
              </a:xfrm>
              <a:prstGeom prst="rect">
                <a:avLst/>
              </a:prstGeom>
            </p:spPr>
            <p:txBody>
              <a:bodyPr wrap="square">
                <a:spAutoFit/>
              </a:bodyPr>
              <a:lstStyle/>
              <a:p>
                <a:pPr lvl="0">
                  <a:defRPr/>
                </a:pPr>
                <a:r>
                  <a:rPr lang="zh-CN" altLang="en-US" sz="2000" dirty="0">
                    <a:solidFill>
                      <a:schemeClr val="bg1"/>
                    </a:solidFill>
                    <a:ea typeface="华文新魏" panose="02010800040101010101" pitchFamily="2" charset="-122"/>
                  </a:rPr>
                  <a:t>中国共</a:t>
                </a:r>
                <a:r>
                  <a:rPr lang="zh-CN" altLang="en-US" sz="2000" b="1" dirty="0">
                    <a:solidFill>
                      <a:schemeClr val="bg1"/>
                    </a:solidFill>
                    <a:ea typeface="华文新魏" panose="02010800040101010101" pitchFamily="2" charset="-122"/>
                  </a:rPr>
                  <a:t>产</a:t>
                </a:r>
                <a:r>
                  <a:rPr lang="zh-CN" altLang="en-US" sz="2000" dirty="0">
                    <a:solidFill>
                      <a:schemeClr val="bg1"/>
                    </a:solidFill>
                    <a:ea typeface="华文新魏" panose="02010800040101010101" pitchFamily="2" charset="-122"/>
                  </a:rPr>
                  <a:t>党注重通过学习提升自身革命能力、执政能力，有以下</a:t>
                </a:r>
                <a:r>
                  <a:rPr lang="en-US" altLang="zh-CN" sz="2000" dirty="0">
                    <a:solidFill>
                      <a:schemeClr val="bg1"/>
                    </a:solidFill>
                    <a:ea typeface="华文新魏" panose="02010800040101010101" pitchFamily="2" charset="-122"/>
                  </a:rPr>
                  <a:t>3</a:t>
                </a:r>
                <a:r>
                  <a:rPr lang="zh-CN" altLang="en-US" sz="2000" dirty="0">
                    <a:solidFill>
                      <a:schemeClr val="bg1"/>
                    </a:solidFill>
                    <a:ea typeface="华文新魏" panose="02010800040101010101" pitchFamily="2" charset="-122"/>
                  </a:rPr>
                  <a:t>个特点</a:t>
                </a:r>
                <a:endParaRPr lang="zh-CN" altLang="en-US" sz="2000" dirty="0">
                  <a:solidFill>
                    <a:schemeClr val="bg1"/>
                  </a:solidFill>
                  <a:ea typeface="华文新魏" panose="02010800040101010101" pitchFamily="2" charset="-122"/>
                </a:endParaRPr>
              </a:p>
            </p:txBody>
          </p:sp>
        </p:grpSp>
        <p:pic>
          <p:nvPicPr>
            <p:cNvPr id="30" name="图片 29"/>
            <p:cNvPicPr>
              <a:picLocks noChangeAspect="1"/>
            </p:cNvPicPr>
            <p:nvPr/>
          </p:nvPicPr>
          <p:blipFill>
            <a:blip r:embed="rId4" cstate="screen"/>
            <a:stretch>
              <a:fillRect/>
            </a:stretch>
          </p:blipFill>
          <p:spPr>
            <a:xfrm>
              <a:off x="1252492" y="2824623"/>
              <a:ext cx="1018786" cy="630953"/>
            </a:xfrm>
            <a:prstGeom prst="rect">
              <a:avLst/>
            </a:prstGeom>
          </p:spPr>
        </p:pic>
      </p:grpSp>
      <p:sp>
        <p:nvSpPr>
          <p:cNvPr id="4" name="流程图: 过程 3"/>
          <p:cNvSpPr/>
          <p:nvPr/>
        </p:nvSpPr>
        <p:spPr>
          <a:xfrm>
            <a:off x="4186168" y="2285690"/>
            <a:ext cx="6326024" cy="740123"/>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ea typeface="华文新魏" panose="02010800040101010101" pitchFamily="2" charset="-122"/>
              </a:rPr>
              <a:t>中国共产党认为，不能为了学习而学习，力戒教条主义、本本主义，有明确的问题意识和现实针对性，是奔着解决问题的路径而去的，学习的根本目的在于运用，即运用所学的理论解决中国的具体现实难题，因而“也会变成物质力量”</a:t>
            </a:r>
            <a:endParaRPr lang="zh-CN" altLang="en-US" sz="1050" dirty="0">
              <a:ea typeface="华文新魏" panose="02010800040101010101" pitchFamily="2" charset="-122"/>
            </a:endParaRPr>
          </a:p>
        </p:txBody>
      </p:sp>
      <p:sp>
        <p:nvSpPr>
          <p:cNvPr id="32" name="流程图: 过程 31"/>
          <p:cNvSpPr/>
          <p:nvPr/>
        </p:nvSpPr>
        <p:spPr>
          <a:xfrm>
            <a:off x="4186168" y="3659284"/>
            <a:ext cx="6326024" cy="650950"/>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ea typeface="华文新魏" panose="02010800040101010101" pitchFamily="2" charset="-122"/>
              </a:rPr>
              <a:t>无论在革命战争年代，还是在和平建设和改革时期，中国共产党都始终注重学习。许多党的领袖都以身作则带头学习，并留下了不少光辉的理论著述，成为马克思主义中国化的宝贵成果。</a:t>
            </a:r>
            <a:endParaRPr lang="zh-CN" altLang="en-US" sz="1050" dirty="0">
              <a:ea typeface="华文新魏" panose="02010800040101010101" pitchFamily="2" charset="-122"/>
            </a:endParaRPr>
          </a:p>
        </p:txBody>
      </p:sp>
      <p:sp>
        <p:nvSpPr>
          <p:cNvPr id="33" name="流程图: 过程 32"/>
          <p:cNvSpPr/>
          <p:nvPr/>
        </p:nvSpPr>
        <p:spPr>
          <a:xfrm>
            <a:off x="4186168" y="4962790"/>
            <a:ext cx="6326024" cy="650950"/>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ea typeface="华文新魏" panose="02010800040101010101" pitchFamily="2" charset="-122"/>
              </a:rPr>
              <a:t>中国共产党人的先进性体现在很多方面，其中之一就是通过学习克服“本领恐慌”。学习不仅仅是个人成长进步的事，更是组织发展、政党发展、国家发展的内在需要。因此，从中央到县都创立了党校，定期不定期通过组织调训等形式对干部进行教育培训。学习使得中国共产党的韧性得以建构并不断维续</a:t>
            </a:r>
            <a:endParaRPr lang="zh-CN" altLang="en-US" sz="1050" dirty="0">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1901">
        <p14:prism isInverted="1"/>
      </p:transition>
    </mc:Choice>
    <mc:Fallback>
      <p:transition spd="slow" advTm="190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anim calcmode="lin" valueType="num">
                                      <p:cBhvr>
                                        <p:cTn id="13" dur="1000" fill="hold"/>
                                        <p:tgtEl>
                                          <p:spTgt spid="27"/>
                                        </p:tgtEl>
                                        <p:attrNameLst>
                                          <p:attrName>ppt_x</p:attrName>
                                        </p:attrNameLst>
                                      </p:cBhvr>
                                      <p:tavLst>
                                        <p:tav tm="0">
                                          <p:val>
                                            <p:strVal val="#ppt_x"/>
                                          </p:val>
                                        </p:tav>
                                        <p:tav tm="100000">
                                          <p:val>
                                            <p:strVal val="#ppt_x"/>
                                          </p:val>
                                        </p:tav>
                                      </p:tavLst>
                                    </p:anim>
                                    <p:anim calcmode="lin" valueType="num">
                                      <p:cBhvr>
                                        <p:cTn id="14" dur="1000" fill="hold"/>
                                        <p:tgtEl>
                                          <p:spTgt spid="2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000"/>
                                        <p:tgtEl>
                                          <p:spTgt spid="29"/>
                                        </p:tgtEl>
                                      </p:cBhvr>
                                    </p:animEffect>
                                    <p:anim calcmode="lin" valueType="num">
                                      <p:cBhvr>
                                        <p:cTn id="18" dur="1000" fill="hold"/>
                                        <p:tgtEl>
                                          <p:spTgt spid="29"/>
                                        </p:tgtEl>
                                        <p:attrNameLst>
                                          <p:attrName>ppt_x</p:attrName>
                                        </p:attrNameLst>
                                      </p:cBhvr>
                                      <p:tavLst>
                                        <p:tav tm="0">
                                          <p:val>
                                            <p:strVal val="#ppt_x"/>
                                          </p:val>
                                        </p:tav>
                                        <p:tav tm="100000">
                                          <p:val>
                                            <p:strVal val="#ppt_x"/>
                                          </p:val>
                                        </p:tav>
                                      </p:tavLst>
                                    </p:anim>
                                    <p:anim calcmode="lin" valueType="num">
                                      <p:cBhvr>
                                        <p:cTn id="19" dur="1000" fill="hold"/>
                                        <p:tgtEl>
                                          <p:spTgt spid="2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1000"/>
                                        <p:tgtEl>
                                          <p:spTgt spid="28"/>
                                        </p:tgtEl>
                                      </p:cBhvr>
                                    </p:animEffect>
                                    <p:anim calcmode="lin" valueType="num">
                                      <p:cBhvr>
                                        <p:cTn id="23" dur="1000" fill="hold"/>
                                        <p:tgtEl>
                                          <p:spTgt spid="28"/>
                                        </p:tgtEl>
                                        <p:attrNameLst>
                                          <p:attrName>ppt_x</p:attrName>
                                        </p:attrNameLst>
                                      </p:cBhvr>
                                      <p:tavLst>
                                        <p:tav tm="0">
                                          <p:val>
                                            <p:strVal val="#ppt_x"/>
                                          </p:val>
                                        </p:tav>
                                        <p:tav tm="100000">
                                          <p:val>
                                            <p:strVal val="#ppt_x"/>
                                          </p:val>
                                        </p:tav>
                                      </p:tavLst>
                                    </p:anim>
                                    <p:anim calcmode="lin" valueType="num">
                                      <p:cBhvr>
                                        <p:cTn id="24" dur="1000" fill="hold"/>
                                        <p:tgtEl>
                                          <p:spTgt spid="2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fade">
                                      <p:cBhvr>
                                        <p:cTn id="27" dur="1000"/>
                                        <p:tgtEl>
                                          <p:spTgt spid="77"/>
                                        </p:tgtEl>
                                      </p:cBhvr>
                                    </p:animEffect>
                                    <p:anim calcmode="lin" valueType="num">
                                      <p:cBhvr>
                                        <p:cTn id="28" dur="1000" fill="hold"/>
                                        <p:tgtEl>
                                          <p:spTgt spid="77"/>
                                        </p:tgtEl>
                                        <p:attrNameLst>
                                          <p:attrName>ppt_x</p:attrName>
                                        </p:attrNameLst>
                                      </p:cBhvr>
                                      <p:tavLst>
                                        <p:tav tm="0">
                                          <p:val>
                                            <p:strVal val="#ppt_x"/>
                                          </p:val>
                                        </p:tav>
                                        <p:tav tm="100000">
                                          <p:val>
                                            <p:strVal val="#ppt_x"/>
                                          </p:val>
                                        </p:tav>
                                      </p:tavLst>
                                    </p:anim>
                                    <p:anim calcmode="lin" valueType="num">
                                      <p:cBhvr>
                                        <p:cTn id="29" dur="1000" fill="hold"/>
                                        <p:tgtEl>
                                          <p:spTgt spid="7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9"/>
                                        </p:tgtEl>
                                        <p:attrNameLst>
                                          <p:attrName>style.visibility</p:attrName>
                                        </p:attrNameLst>
                                      </p:cBhvr>
                                      <p:to>
                                        <p:strVal val="visible"/>
                                      </p:to>
                                    </p:set>
                                    <p:animEffect transition="in" filter="fade">
                                      <p:cBhvr>
                                        <p:cTn id="32" dur="1000"/>
                                        <p:tgtEl>
                                          <p:spTgt spid="79"/>
                                        </p:tgtEl>
                                      </p:cBhvr>
                                    </p:animEffect>
                                    <p:anim calcmode="lin" valueType="num">
                                      <p:cBhvr>
                                        <p:cTn id="33" dur="1000" fill="hold"/>
                                        <p:tgtEl>
                                          <p:spTgt spid="79"/>
                                        </p:tgtEl>
                                        <p:attrNameLst>
                                          <p:attrName>ppt_x</p:attrName>
                                        </p:attrNameLst>
                                      </p:cBhvr>
                                      <p:tavLst>
                                        <p:tav tm="0">
                                          <p:val>
                                            <p:strVal val="#ppt_x"/>
                                          </p:val>
                                        </p:tav>
                                        <p:tav tm="100000">
                                          <p:val>
                                            <p:strVal val="#ppt_x"/>
                                          </p:val>
                                        </p:tav>
                                      </p:tavLst>
                                    </p:anim>
                                    <p:anim calcmode="lin" valueType="num">
                                      <p:cBhvr>
                                        <p:cTn id="34" dur="1000" fill="hold"/>
                                        <p:tgtEl>
                                          <p:spTgt spid="7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78"/>
                                        </p:tgtEl>
                                        <p:attrNameLst>
                                          <p:attrName>style.visibility</p:attrName>
                                        </p:attrNameLst>
                                      </p:cBhvr>
                                      <p:to>
                                        <p:strVal val="visible"/>
                                      </p:to>
                                    </p:set>
                                    <p:animEffect transition="in" filter="fade">
                                      <p:cBhvr>
                                        <p:cTn id="37" dur="1000"/>
                                        <p:tgtEl>
                                          <p:spTgt spid="78"/>
                                        </p:tgtEl>
                                      </p:cBhvr>
                                    </p:animEffect>
                                    <p:anim calcmode="lin" valueType="num">
                                      <p:cBhvr>
                                        <p:cTn id="38" dur="1000" fill="hold"/>
                                        <p:tgtEl>
                                          <p:spTgt spid="78"/>
                                        </p:tgtEl>
                                        <p:attrNameLst>
                                          <p:attrName>ppt_x</p:attrName>
                                        </p:attrNameLst>
                                      </p:cBhvr>
                                      <p:tavLst>
                                        <p:tav tm="0">
                                          <p:val>
                                            <p:strVal val="#ppt_x"/>
                                          </p:val>
                                        </p:tav>
                                        <p:tav tm="100000">
                                          <p:val>
                                            <p:strVal val="#ppt_x"/>
                                          </p:val>
                                        </p:tav>
                                      </p:tavLst>
                                    </p:anim>
                                    <p:anim calcmode="lin" valueType="num">
                                      <p:cBhvr>
                                        <p:cTn id="39" dur="1000" fill="hold"/>
                                        <p:tgtEl>
                                          <p:spTgt spid="7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81"/>
                                        </p:tgtEl>
                                        <p:attrNameLst>
                                          <p:attrName>style.visibility</p:attrName>
                                        </p:attrNameLst>
                                      </p:cBhvr>
                                      <p:to>
                                        <p:strVal val="visible"/>
                                      </p:to>
                                    </p:set>
                                    <p:animEffect transition="in" filter="fade">
                                      <p:cBhvr>
                                        <p:cTn id="42" dur="1000"/>
                                        <p:tgtEl>
                                          <p:spTgt spid="81"/>
                                        </p:tgtEl>
                                      </p:cBhvr>
                                    </p:animEffect>
                                    <p:anim calcmode="lin" valueType="num">
                                      <p:cBhvr>
                                        <p:cTn id="43" dur="1000" fill="hold"/>
                                        <p:tgtEl>
                                          <p:spTgt spid="81"/>
                                        </p:tgtEl>
                                        <p:attrNameLst>
                                          <p:attrName>ppt_x</p:attrName>
                                        </p:attrNameLst>
                                      </p:cBhvr>
                                      <p:tavLst>
                                        <p:tav tm="0">
                                          <p:val>
                                            <p:strVal val="#ppt_x"/>
                                          </p:val>
                                        </p:tav>
                                        <p:tav tm="100000">
                                          <p:val>
                                            <p:strVal val="#ppt_x"/>
                                          </p:val>
                                        </p:tav>
                                      </p:tavLst>
                                    </p:anim>
                                    <p:anim calcmode="lin" valueType="num">
                                      <p:cBhvr>
                                        <p:cTn id="44" dur="1000" fill="hold"/>
                                        <p:tgtEl>
                                          <p:spTgt spid="8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fade">
                                      <p:cBhvr>
                                        <p:cTn id="47" dur="1000"/>
                                        <p:tgtEl>
                                          <p:spTgt spid="83"/>
                                        </p:tgtEl>
                                      </p:cBhvr>
                                    </p:animEffect>
                                    <p:anim calcmode="lin" valueType="num">
                                      <p:cBhvr>
                                        <p:cTn id="48" dur="1000" fill="hold"/>
                                        <p:tgtEl>
                                          <p:spTgt spid="83"/>
                                        </p:tgtEl>
                                        <p:attrNameLst>
                                          <p:attrName>ppt_x</p:attrName>
                                        </p:attrNameLst>
                                      </p:cBhvr>
                                      <p:tavLst>
                                        <p:tav tm="0">
                                          <p:val>
                                            <p:strVal val="#ppt_x"/>
                                          </p:val>
                                        </p:tav>
                                        <p:tav tm="100000">
                                          <p:val>
                                            <p:strVal val="#ppt_x"/>
                                          </p:val>
                                        </p:tav>
                                      </p:tavLst>
                                    </p:anim>
                                    <p:anim calcmode="lin" valueType="num">
                                      <p:cBhvr>
                                        <p:cTn id="49" dur="1000" fill="hold"/>
                                        <p:tgtEl>
                                          <p:spTgt spid="8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82"/>
                                        </p:tgtEl>
                                        <p:attrNameLst>
                                          <p:attrName>style.visibility</p:attrName>
                                        </p:attrNameLst>
                                      </p:cBhvr>
                                      <p:to>
                                        <p:strVal val="visible"/>
                                      </p:to>
                                    </p:set>
                                    <p:animEffect transition="in" filter="fade">
                                      <p:cBhvr>
                                        <p:cTn id="52" dur="1000"/>
                                        <p:tgtEl>
                                          <p:spTgt spid="82"/>
                                        </p:tgtEl>
                                      </p:cBhvr>
                                    </p:animEffect>
                                    <p:anim calcmode="lin" valueType="num">
                                      <p:cBhvr>
                                        <p:cTn id="53" dur="1000" fill="hold"/>
                                        <p:tgtEl>
                                          <p:spTgt spid="82"/>
                                        </p:tgtEl>
                                        <p:attrNameLst>
                                          <p:attrName>ppt_x</p:attrName>
                                        </p:attrNameLst>
                                      </p:cBhvr>
                                      <p:tavLst>
                                        <p:tav tm="0">
                                          <p:val>
                                            <p:strVal val="#ppt_x"/>
                                          </p:val>
                                        </p:tav>
                                        <p:tav tm="100000">
                                          <p:val>
                                            <p:strVal val="#ppt_x"/>
                                          </p:val>
                                        </p:tav>
                                      </p:tavLst>
                                    </p:anim>
                                    <p:anim calcmode="lin" valueType="num">
                                      <p:cBhvr>
                                        <p:cTn id="54" dur="1000" fill="hold"/>
                                        <p:tgtEl>
                                          <p:spTgt spid="8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fade">
                                      <p:cBhvr>
                                        <p:cTn id="57" dur="1000"/>
                                        <p:tgtEl>
                                          <p:spTgt spid="2"/>
                                        </p:tgtEl>
                                      </p:cBhvr>
                                    </p:animEffect>
                                    <p:anim calcmode="lin" valueType="num">
                                      <p:cBhvr>
                                        <p:cTn id="58" dur="1000" fill="hold"/>
                                        <p:tgtEl>
                                          <p:spTgt spid="2"/>
                                        </p:tgtEl>
                                        <p:attrNameLst>
                                          <p:attrName>ppt_x</p:attrName>
                                        </p:attrNameLst>
                                      </p:cBhvr>
                                      <p:tavLst>
                                        <p:tav tm="0">
                                          <p:val>
                                            <p:strVal val="#ppt_x"/>
                                          </p:val>
                                        </p:tav>
                                        <p:tav tm="100000">
                                          <p:val>
                                            <p:strVal val="#ppt_x"/>
                                          </p:val>
                                        </p:tav>
                                      </p:tavLst>
                                    </p:anim>
                                    <p:anim calcmode="lin" valueType="num">
                                      <p:cBhvr>
                                        <p:cTn id="59" dur="1000" fill="hold"/>
                                        <p:tgtEl>
                                          <p:spTgt spid="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76"/>
                                        </p:tgtEl>
                                        <p:attrNameLst>
                                          <p:attrName>style.visibility</p:attrName>
                                        </p:attrNameLst>
                                      </p:cBhvr>
                                      <p:to>
                                        <p:strVal val="visible"/>
                                      </p:to>
                                    </p:set>
                                    <p:animEffect transition="in" filter="fade">
                                      <p:cBhvr>
                                        <p:cTn id="62" dur="1000"/>
                                        <p:tgtEl>
                                          <p:spTgt spid="76"/>
                                        </p:tgtEl>
                                      </p:cBhvr>
                                    </p:animEffect>
                                    <p:anim calcmode="lin" valueType="num">
                                      <p:cBhvr>
                                        <p:cTn id="63" dur="1000" fill="hold"/>
                                        <p:tgtEl>
                                          <p:spTgt spid="76"/>
                                        </p:tgtEl>
                                        <p:attrNameLst>
                                          <p:attrName>ppt_x</p:attrName>
                                        </p:attrNameLst>
                                      </p:cBhvr>
                                      <p:tavLst>
                                        <p:tav tm="0">
                                          <p:val>
                                            <p:strVal val="#ppt_x"/>
                                          </p:val>
                                        </p:tav>
                                        <p:tav tm="100000">
                                          <p:val>
                                            <p:strVal val="#ppt_x"/>
                                          </p:val>
                                        </p:tav>
                                      </p:tavLst>
                                    </p:anim>
                                    <p:anim calcmode="lin" valueType="num">
                                      <p:cBhvr>
                                        <p:cTn id="64" dur="1000" fill="hold"/>
                                        <p:tgtEl>
                                          <p:spTgt spid="7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80"/>
                                        </p:tgtEl>
                                        <p:attrNameLst>
                                          <p:attrName>style.visibility</p:attrName>
                                        </p:attrNameLst>
                                      </p:cBhvr>
                                      <p:to>
                                        <p:strVal val="visible"/>
                                      </p:to>
                                    </p:set>
                                    <p:animEffect transition="in" filter="fade">
                                      <p:cBhvr>
                                        <p:cTn id="67" dur="1000"/>
                                        <p:tgtEl>
                                          <p:spTgt spid="80"/>
                                        </p:tgtEl>
                                      </p:cBhvr>
                                    </p:animEffect>
                                    <p:anim calcmode="lin" valueType="num">
                                      <p:cBhvr>
                                        <p:cTn id="68" dur="1000" fill="hold"/>
                                        <p:tgtEl>
                                          <p:spTgt spid="80"/>
                                        </p:tgtEl>
                                        <p:attrNameLst>
                                          <p:attrName>ppt_x</p:attrName>
                                        </p:attrNameLst>
                                      </p:cBhvr>
                                      <p:tavLst>
                                        <p:tav tm="0">
                                          <p:val>
                                            <p:strVal val="#ppt_x"/>
                                          </p:val>
                                        </p:tav>
                                        <p:tav tm="100000">
                                          <p:val>
                                            <p:strVal val="#ppt_x"/>
                                          </p:val>
                                        </p:tav>
                                      </p:tavLst>
                                    </p:anim>
                                    <p:anim calcmode="lin" valueType="num">
                                      <p:cBhvr>
                                        <p:cTn id="69" dur="1000" fill="hold"/>
                                        <p:tgtEl>
                                          <p:spTgt spid="8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84"/>
                                        </p:tgtEl>
                                        <p:attrNameLst>
                                          <p:attrName>style.visibility</p:attrName>
                                        </p:attrNameLst>
                                      </p:cBhvr>
                                      <p:to>
                                        <p:strVal val="visible"/>
                                      </p:to>
                                    </p:set>
                                    <p:animEffect transition="in" filter="fade">
                                      <p:cBhvr>
                                        <p:cTn id="72" dur="1000"/>
                                        <p:tgtEl>
                                          <p:spTgt spid="84"/>
                                        </p:tgtEl>
                                      </p:cBhvr>
                                    </p:animEffect>
                                    <p:anim calcmode="lin" valueType="num">
                                      <p:cBhvr>
                                        <p:cTn id="73" dur="1000" fill="hold"/>
                                        <p:tgtEl>
                                          <p:spTgt spid="84"/>
                                        </p:tgtEl>
                                        <p:attrNameLst>
                                          <p:attrName>ppt_x</p:attrName>
                                        </p:attrNameLst>
                                      </p:cBhvr>
                                      <p:tavLst>
                                        <p:tav tm="0">
                                          <p:val>
                                            <p:strVal val="#ppt_x"/>
                                          </p:val>
                                        </p:tav>
                                        <p:tav tm="100000">
                                          <p:val>
                                            <p:strVal val="#ppt_x"/>
                                          </p:val>
                                        </p:tav>
                                      </p:tavLst>
                                    </p:anim>
                                    <p:anim calcmode="lin" valueType="num">
                                      <p:cBhvr>
                                        <p:cTn id="74" dur="1000" fill="hold"/>
                                        <p:tgtEl>
                                          <p:spTgt spid="8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fade">
                                      <p:cBhvr>
                                        <p:cTn id="77" dur="1000"/>
                                        <p:tgtEl>
                                          <p:spTgt spid="4"/>
                                        </p:tgtEl>
                                      </p:cBhvr>
                                    </p:animEffect>
                                    <p:anim calcmode="lin" valueType="num">
                                      <p:cBhvr>
                                        <p:cTn id="78" dur="1000" fill="hold"/>
                                        <p:tgtEl>
                                          <p:spTgt spid="4"/>
                                        </p:tgtEl>
                                        <p:attrNameLst>
                                          <p:attrName>ppt_x</p:attrName>
                                        </p:attrNameLst>
                                      </p:cBhvr>
                                      <p:tavLst>
                                        <p:tav tm="0">
                                          <p:val>
                                            <p:strVal val="#ppt_x"/>
                                          </p:val>
                                        </p:tav>
                                        <p:tav tm="100000">
                                          <p:val>
                                            <p:strVal val="#ppt_x"/>
                                          </p:val>
                                        </p:tav>
                                      </p:tavLst>
                                    </p:anim>
                                    <p:anim calcmode="lin" valueType="num">
                                      <p:cBhvr>
                                        <p:cTn id="79" dur="1000" fill="hold"/>
                                        <p:tgtEl>
                                          <p:spTgt spid="4"/>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1000"/>
                                        <p:tgtEl>
                                          <p:spTgt spid="32"/>
                                        </p:tgtEl>
                                      </p:cBhvr>
                                    </p:animEffect>
                                    <p:anim calcmode="lin" valueType="num">
                                      <p:cBhvr>
                                        <p:cTn id="83" dur="1000" fill="hold"/>
                                        <p:tgtEl>
                                          <p:spTgt spid="32"/>
                                        </p:tgtEl>
                                        <p:attrNameLst>
                                          <p:attrName>ppt_x</p:attrName>
                                        </p:attrNameLst>
                                      </p:cBhvr>
                                      <p:tavLst>
                                        <p:tav tm="0">
                                          <p:val>
                                            <p:strVal val="#ppt_x"/>
                                          </p:val>
                                        </p:tav>
                                        <p:tav tm="100000">
                                          <p:val>
                                            <p:strVal val="#ppt_x"/>
                                          </p:val>
                                        </p:tav>
                                      </p:tavLst>
                                    </p:anim>
                                    <p:anim calcmode="lin" valueType="num">
                                      <p:cBhvr>
                                        <p:cTn id="84" dur="1000" fill="hold"/>
                                        <p:tgtEl>
                                          <p:spTgt spid="32"/>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1000"/>
                                        <p:tgtEl>
                                          <p:spTgt spid="33"/>
                                        </p:tgtEl>
                                      </p:cBhvr>
                                    </p:animEffect>
                                    <p:anim calcmode="lin" valueType="num">
                                      <p:cBhvr>
                                        <p:cTn id="88" dur="1000" fill="hold"/>
                                        <p:tgtEl>
                                          <p:spTgt spid="33"/>
                                        </p:tgtEl>
                                        <p:attrNameLst>
                                          <p:attrName>ppt_x</p:attrName>
                                        </p:attrNameLst>
                                      </p:cBhvr>
                                      <p:tavLst>
                                        <p:tav tm="0">
                                          <p:val>
                                            <p:strVal val="#ppt_x"/>
                                          </p:val>
                                        </p:tav>
                                        <p:tav tm="100000">
                                          <p:val>
                                            <p:strVal val="#ppt_x"/>
                                          </p:val>
                                        </p:tav>
                                      </p:tavLst>
                                    </p:anim>
                                    <p:anim calcmode="lin" valueType="num">
                                      <p:cBhvr>
                                        <p:cTn id="8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 grpId="0" animBg="1"/>
      <p:bldP spid="76" grpId="0"/>
      <p:bldP spid="77" grpId="0" animBg="1"/>
      <p:bldP spid="78" grpId="0" animBg="1"/>
      <p:bldP spid="80" grpId="0"/>
      <p:bldP spid="81" grpId="0" animBg="1"/>
      <p:bldP spid="82" grpId="0" animBg="1"/>
      <p:bldP spid="84" grpId="0"/>
      <p:bldP spid="4" grpId="0" animBg="1"/>
      <p:bldP spid="32" grpId="0" animBg="1"/>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rcRect/>
          <a:stretch>
            <a:fillRect/>
          </a:stretch>
        </p:blipFill>
        <p:spPr>
          <a:xfrm>
            <a:off x="1" y="0"/>
            <a:ext cx="12169588" cy="6871447"/>
          </a:xfrm>
          <a:prstGeom prst="rect">
            <a:avLst/>
          </a:prstGeom>
        </p:spPr>
      </p:pic>
      <p:pic>
        <p:nvPicPr>
          <p:cNvPr id="11" name="图片 10"/>
          <p:cNvPicPr>
            <a:picLocks noChangeAspect="1"/>
          </p:cNvPicPr>
          <p:nvPr/>
        </p:nvPicPr>
        <p:blipFill>
          <a:blip r:embed="rId2"/>
          <a:stretch>
            <a:fillRect/>
          </a:stretch>
        </p:blipFill>
        <p:spPr>
          <a:xfrm>
            <a:off x="5433" y="-1"/>
            <a:ext cx="12215905" cy="6871447"/>
          </a:xfrm>
          <a:prstGeom prst="rect">
            <a:avLst/>
          </a:prstGeom>
        </p:spPr>
      </p:pic>
      <p:pic>
        <p:nvPicPr>
          <p:cNvPr id="4" name="图片 3"/>
          <p:cNvPicPr>
            <a:picLocks noChangeAspect="1"/>
          </p:cNvPicPr>
          <p:nvPr/>
        </p:nvPicPr>
        <p:blipFill>
          <a:blip r:embed="rId3" cstate="screen"/>
          <a:srcRect/>
          <a:stretch>
            <a:fillRect/>
          </a:stretch>
        </p:blipFill>
        <p:spPr>
          <a:xfrm>
            <a:off x="-80682" y="-80683"/>
            <a:ext cx="5755341" cy="1479177"/>
          </a:xfrm>
          <a:prstGeom prst="rect">
            <a:avLst/>
          </a:prstGeom>
        </p:spPr>
      </p:pic>
      <p:sp>
        <p:nvSpPr>
          <p:cNvPr id="46" name="Aitds4"/>
          <p:cNvSpPr>
            <a:spLocks noChangeArrowheads="1"/>
          </p:cNvSpPr>
          <p:nvPr/>
        </p:nvSpPr>
        <p:spPr bwMode="auto">
          <a:xfrm>
            <a:off x="4971406" y="1671295"/>
            <a:ext cx="808235" cy="1569660"/>
          </a:xfrm>
          <a:prstGeom prst="rect">
            <a:avLst/>
          </a:prstGeom>
          <a:ln>
            <a:noFill/>
          </a:ln>
        </p:spPr>
        <p:txBody>
          <a:bodyPr wrap="none">
            <a:spAutoFit/>
          </a:bodyPr>
          <a:lstStyle/>
          <a:p>
            <a:pPr algn="ctr"/>
            <a:r>
              <a:rPr lang="en-US" altLang="zh-CN" sz="9600" dirty="0">
                <a:ln>
                  <a:solidFill>
                    <a:srgbClr val="C00000"/>
                  </a:solidFill>
                </a:ln>
                <a:solidFill>
                  <a:srgbClr val="C00000"/>
                </a:solidFill>
                <a:ea typeface="华文新魏" panose="02010800040101010101" pitchFamily="2" charset="-122"/>
              </a:rPr>
              <a:t>5</a:t>
            </a:r>
            <a:endParaRPr lang="zh-CN" altLang="zh-CN" sz="9600" dirty="0">
              <a:ln>
                <a:solidFill>
                  <a:srgbClr val="C00000"/>
                </a:solidFill>
              </a:ln>
              <a:solidFill>
                <a:srgbClr val="C00000"/>
              </a:solidFill>
              <a:ea typeface="华文新魏" panose="02010800040101010101" pitchFamily="2" charset="-122"/>
            </a:endParaRPr>
          </a:p>
        </p:txBody>
      </p:sp>
      <p:sp>
        <p:nvSpPr>
          <p:cNvPr id="47" name="Aitds5"/>
          <p:cNvSpPr/>
          <p:nvPr/>
        </p:nvSpPr>
        <p:spPr bwMode="auto">
          <a:xfrm>
            <a:off x="4602325" y="1723367"/>
            <a:ext cx="1497154" cy="1498648"/>
          </a:xfrm>
          <a:custGeom>
            <a:avLst/>
            <a:gdLst>
              <a:gd name="T0" fmla="*/ 0 w 2342"/>
              <a:gd name="T1" fmla="*/ 0 h 2342"/>
              <a:gd name="T2" fmla="*/ 2342 w 2342"/>
              <a:gd name="T3" fmla="*/ 0 h 2342"/>
              <a:gd name="T4" fmla="*/ 2342 w 2342"/>
              <a:gd name="T5" fmla="*/ 560 h 2342"/>
              <a:gd name="T6" fmla="*/ 2295 w 2342"/>
              <a:gd name="T7" fmla="*/ 560 h 2342"/>
              <a:gd name="T8" fmla="*/ 2295 w 2342"/>
              <a:gd name="T9" fmla="*/ 47 h 2342"/>
              <a:gd name="T10" fmla="*/ 47 w 2342"/>
              <a:gd name="T11" fmla="*/ 47 h 2342"/>
              <a:gd name="T12" fmla="*/ 47 w 2342"/>
              <a:gd name="T13" fmla="*/ 2295 h 2342"/>
              <a:gd name="T14" fmla="*/ 2295 w 2342"/>
              <a:gd name="T15" fmla="*/ 2295 h 2342"/>
              <a:gd name="T16" fmla="*/ 2295 w 2342"/>
              <a:gd name="T17" fmla="*/ 1631 h 2342"/>
              <a:gd name="T18" fmla="*/ 2342 w 2342"/>
              <a:gd name="T19" fmla="*/ 1631 h 2342"/>
              <a:gd name="T20" fmla="*/ 2342 w 2342"/>
              <a:gd name="T21" fmla="*/ 2342 h 2342"/>
              <a:gd name="T22" fmla="*/ 0 w 2342"/>
              <a:gd name="T23" fmla="*/ 2342 h 2342"/>
              <a:gd name="T24" fmla="*/ 0 w 2342"/>
              <a:gd name="T25" fmla="*/ 0 h 2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42" h="2342">
                <a:moveTo>
                  <a:pt x="0" y="0"/>
                </a:moveTo>
                <a:lnTo>
                  <a:pt x="2342" y="0"/>
                </a:lnTo>
                <a:lnTo>
                  <a:pt x="2342" y="560"/>
                </a:lnTo>
                <a:lnTo>
                  <a:pt x="2295" y="560"/>
                </a:lnTo>
                <a:lnTo>
                  <a:pt x="2295" y="47"/>
                </a:lnTo>
                <a:lnTo>
                  <a:pt x="47" y="47"/>
                </a:lnTo>
                <a:lnTo>
                  <a:pt x="47" y="2295"/>
                </a:lnTo>
                <a:lnTo>
                  <a:pt x="2295" y="2295"/>
                </a:lnTo>
                <a:lnTo>
                  <a:pt x="2295" y="1631"/>
                </a:lnTo>
                <a:lnTo>
                  <a:pt x="2342" y="1631"/>
                </a:lnTo>
                <a:lnTo>
                  <a:pt x="2342" y="2342"/>
                </a:lnTo>
                <a:lnTo>
                  <a:pt x="0" y="2342"/>
                </a:lnTo>
                <a:lnTo>
                  <a:pt x="0" y="0"/>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0" cap="none" spc="0" normalizeH="0" baseline="0" noProof="0" dirty="0">
              <a:ln>
                <a:noFill/>
              </a:ln>
              <a:solidFill>
                <a:srgbClr val="C00000"/>
              </a:solidFill>
              <a:effectLst/>
              <a:uLnTx/>
              <a:uFillTx/>
              <a:ea typeface="华文新魏" panose="02010800040101010101" pitchFamily="2" charset="-122"/>
            </a:endParaRPr>
          </a:p>
        </p:txBody>
      </p:sp>
      <p:sp>
        <p:nvSpPr>
          <p:cNvPr id="48" name="Aitds6"/>
          <p:cNvSpPr txBox="1"/>
          <p:nvPr/>
        </p:nvSpPr>
        <p:spPr>
          <a:xfrm>
            <a:off x="6112287" y="2158178"/>
            <a:ext cx="2473241" cy="523220"/>
          </a:xfrm>
          <a:prstGeom prst="rect">
            <a:avLst/>
          </a:prstGeom>
          <a:noFill/>
        </p:spPr>
        <p:txBody>
          <a:bodyPr wrap="none" rtlCol="0">
            <a:spAutoFit/>
          </a:bodyPr>
          <a:lstStyle/>
          <a:p>
            <a:pPr marL="0" marR="0" lvl="0" indent="0" algn="ctr" defTabSz="1217930" rtl="0" eaLnBrk="1" fontAlgn="auto"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rPr>
              <a:t>第</a:t>
            </a:r>
            <a:r>
              <a:rPr lang="zh-CN" altLang="en-US" sz="2800" dirty="0">
                <a:solidFill>
                  <a:srgbClr val="C00000"/>
                </a:solidFill>
                <a:ea typeface="华文新魏" panose="02010800040101010101" pitchFamily="2" charset="-122"/>
              </a:rPr>
              <a:t>五</a:t>
            </a:r>
            <a:r>
              <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rPr>
              <a:t>部分 </a:t>
            </a:r>
            <a:r>
              <a:rPr kumimoji="0" lang="en-US" altLang="zh-CN" sz="1400" b="0" i="0" u="none" strike="noStrike" kern="1200" cap="none" spc="0" normalizeH="0" baseline="0" noProof="0" dirty="0">
                <a:ln>
                  <a:noFill/>
                </a:ln>
                <a:solidFill>
                  <a:srgbClr val="C00000"/>
                </a:solidFill>
                <a:effectLst/>
                <a:uLnTx/>
                <a:uFillTx/>
                <a:ea typeface="华文新魏" panose="02010800040101010101" pitchFamily="2" charset="-122"/>
              </a:rPr>
              <a:t>PART  ONE</a:t>
            </a:r>
            <a:endParaRPr kumimoji="0" lang="zh-CN" altLang="en-US" sz="2800" b="0" i="0" u="none" strike="noStrike" kern="1200" cap="none" spc="0" normalizeH="0" baseline="0" noProof="0" dirty="0">
              <a:ln>
                <a:noFill/>
              </a:ln>
              <a:solidFill>
                <a:srgbClr val="C00000"/>
              </a:solidFill>
              <a:effectLst/>
              <a:uLnTx/>
              <a:uFillTx/>
              <a:ea typeface="华文新魏" panose="02010800040101010101" pitchFamily="2" charset="-122"/>
            </a:endParaRPr>
          </a:p>
        </p:txBody>
      </p:sp>
      <p:sp>
        <p:nvSpPr>
          <p:cNvPr id="49" name="Aitds3"/>
          <p:cNvSpPr/>
          <p:nvPr/>
        </p:nvSpPr>
        <p:spPr>
          <a:xfrm>
            <a:off x="3220853" y="3215777"/>
            <a:ext cx="5750292" cy="1754326"/>
          </a:xfrm>
          <a:prstGeom prst="rect">
            <a:avLst/>
          </a:prstGeom>
          <a:ln>
            <a:noFill/>
          </a:ln>
        </p:spPr>
        <p:txBody>
          <a:bodyPr wrap="none">
            <a:spAutoFit/>
          </a:bodyPr>
          <a:lstStyle/>
          <a:p>
            <a:pPr lvl="0" algn="ctr">
              <a:defRPr/>
            </a:pPr>
            <a:r>
              <a:rPr lang="zh-CN" altLang="en-US" sz="5400" b="1" dirty="0">
                <a:solidFill>
                  <a:srgbClr val="C00000"/>
                </a:solidFill>
                <a:ea typeface="华文新魏" panose="02010800040101010101" pitchFamily="2" charset="-122"/>
              </a:rPr>
              <a:t>超强的凝聚人民及</a:t>
            </a:r>
            <a:endParaRPr lang="en-US" altLang="zh-CN" sz="5400" b="1" dirty="0">
              <a:solidFill>
                <a:srgbClr val="C00000"/>
              </a:solidFill>
              <a:ea typeface="华文新魏" panose="02010800040101010101" pitchFamily="2" charset="-122"/>
            </a:endParaRPr>
          </a:p>
          <a:p>
            <a:pPr lvl="0" algn="ctr">
              <a:defRPr/>
            </a:pPr>
            <a:r>
              <a:rPr lang="zh-CN" altLang="en-US" sz="5400" b="1" dirty="0">
                <a:solidFill>
                  <a:srgbClr val="C00000"/>
                </a:solidFill>
                <a:ea typeface="华文新魏" panose="02010800040101010101" pitchFamily="2" charset="-122"/>
              </a:rPr>
              <a:t>社会共识的能力</a:t>
            </a:r>
            <a:endParaRPr lang="zh-CN" altLang="en-US" sz="5400" b="1" dirty="0">
              <a:solidFill>
                <a:srgbClr val="C00000"/>
              </a:solidFill>
              <a:ea typeface="华文新魏" panose="02010800040101010101" pitchFamily="2" charset="-122"/>
            </a:endParaRPr>
          </a:p>
        </p:txBody>
      </p:sp>
      <p:pic>
        <p:nvPicPr>
          <p:cNvPr id="10" name="图片 9"/>
          <p:cNvPicPr>
            <a:picLocks noChangeAspect="1"/>
          </p:cNvPicPr>
          <p:nvPr/>
        </p:nvPicPr>
        <p:blipFill>
          <a:blip r:embed="rId4" cstate="screen"/>
          <a:srcRect t="44893" b="25028"/>
          <a:stretch>
            <a:fillRect/>
          </a:stretch>
        </p:blipFill>
        <p:spPr>
          <a:xfrm>
            <a:off x="0" y="4909512"/>
            <a:ext cx="12192000" cy="2062788"/>
          </a:xfrm>
          <a:prstGeom prst="rect">
            <a:avLst/>
          </a:prstGeom>
        </p:spPr>
      </p:pic>
      <p:pic>
        <p:nvPicPr>
          <p:cNvPr id="12" name="图片 11"/>
          <p:cNvPicPr>
            <a:picLocks noChangeAspect="1"/>
          </p:cNvPicPr>
          <p:nvPr/>
        </p:nvPicPr>
        <p:blipFill>
          <a:blip r:embed="rId5" cstate="screen"/>
          <a:stretch>
            <a:fillRect/>
          </a:stretch>
        </p:blipFill>
        <p:spPr>
          <a:xfrm>
            <a:off x="8445500" y="3097197"/>
            <a:ext cx="4013200" cy="3738323"/>
          </a:xfrm>
          <a:prstGeom prst="rect">
            <a:avLst/>
          </a:prstGeom>
        </p:spPr>
      </p:pic>
      <p:pic>
        <p:nvPicPr>
          <p:cNvPr id="13" name="图片 12"/>
          <p:cNvPicPr>
            <a:picLocks noChangeAspect="1"/>
          </p:cNvPicPr>
          <p:nvPr/>
        </p:nvPicPr>
        <p:blipFill>
          <a:blip r:embed="rId6" cstate="screen"/>
          <a:srcRect l="34848" t="3592" r="32576" b="21437"/>
          <a:stretch>
            <a:fillRect/>
          </a:stretch>
        </p:blipFill>
        <p:spPr>
          <a:xfrm flipH="1">
            <a:off x="-108953" y="3737811"/>
            <a:ext cx="2499530" cy="3235826"/>
          </a:xfrm>
          <a:prstGeom prst="rect">
            <a:avLst/>
          </a:prstGeom>
        </p:spPr>
      </p:pic>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outHorizontal)">
                                      <p:cBhvr>
                                        <p:cTn id="7" dur="500"/>
                                        <p:tgtEl>
                                          <p:spTgt spid="47"/>
                                        </p:tgtEl>
                                      </p:cBhvr>
                                    </p:animEffect>
                                  </p:childTnLst>
                                </p:cTn>
                              </p:par>
                            </p:childTnLst>
                          </p:cTn>
                        </p:par>
                        <p:par>
                          <p:cTn id="8" fill="hold">
                            <p:stCondLst>
                              <p:cond delay="500"/>
                            </p:stCondLst>
                            <p:childTnLst>
                              <p:par>
                                <p:cTn id="9" presetID="31"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p:cTn id="11" dur="400" fill="hold"/>
                                        <p:tgtEl>
                                          <p:spTgt spid="46"/>
                                        </p:tgtEl>
                                        <p:attrNameLst>
                                          <p:attrName>ppt_w</p:attrName>
                                        </p:attrNameLst>
                                      </p:cBhvr>
                                      <p:tavLst>
                                        <p:tav tm="0">
                                          <p:val>
                                            <p:fltVal val="0"/>
                                          </p:val>
                                        </p:tav>
                                        <p:tav tm="100000">
                                          <p:val>
                                            <p:strVal val="#ppt_w"/>
                                          </p:val>
                                        </p:tav>
                                      </p:tavLst>
                                    </p:anim>
                                    <p:anim calcmode="lin" valueType="num">
                                      <p:cBhvr>
                                        <p:cTn id="12" dur="400" fill="hold"/>
                                        <p:tgtEl>
                                          <p:spTgt spid="46"/>
                                        </p:tgtEl>
                                        <p:attrNameLst>
                                          <p:attrName>ppt_h</p:attrName>
                                        </p:attrNameLst>
                                      </p:cBhvr>
                                      <p:tavLst>
                                        <p:tav tm="0">
                                          <p:val>
                                            <p:fltVal val="0"/>
                                          </p:val>
                                        </p:tav>
                                        <p:tav tm="100000">
                                          <p:val>
                                            <p:strVal val="#ppt_h"/>
                                          </p:val>
                                        </p:tav>
                                      </p:tavLst>
                                    </p:anim>
                                    <p:anim calcmode="lin" valueType="num">
                                      <p:cBhvr>
                                        <p:cTn id="13" dur="400" fill="hold"/>
                                        <p:tgtEl>
                                          <p:spTgt spid="46"/>
                                        </p:tgtEl>
                                        <p:attrNameLst>
                                          <p:attrName>style.rotation</p:attrName>
                                        </p:attrNameLst>
                                      </p:cBhvr>
                                      <p:tavLst>
                                        <p:tav tm="0">
                                          <p:val>
                                            <p:fltVal val="90"/>
                                          </p:val>
                                        </p:tav>
                                        <p:tav tm="100000">
                                          <p:val>
                                            <p:fltVal val="0"/>
                                          </p:val>
                                        </p:tav>
                                      </p:tavLst>
                                    </p:anim>
                                    <p:animEffect transition="in" filter="fade">
                                      <p:cBhvr>
                                        <p:cTn id="14" dur="400"/>
                                        <p:tgtEl>
                                          <p:spTgt spid="46"/>
                                        </p:tgtEl>
                                      </p:cBhvr>
                                    </p:animEffect>
                                  </p:childTnLst>
                                </p:cTn>
                              </p:par>
                            </p:childTnLst>
                          </p:cTn>
                        </p:par>
                        <p:par>
                          <p:cTn id="15" fill="hold">
                            <p:stCondLst>
                              <p:cond delay="1000"/>
                            </p:stCondLst>
                            <p:childTnLst>
                              <p:par>
                                <p:cTn id="16" presetID="2" presetClass="entr" presetSubtype="4" fill="hold" grpId="0" nodeType="afterEffect">
                                  <p:stCondLst>
                                    <p:cond delay="0"/>
                                  </p:stCondLst>
                                  <p:iterate type="lt">
                                    <p:tmPct val="10000"/>
                                  </p:iterate>
                                  <p:childTnLst>
                                    <p:set>
                                      <p:cBhvr>
                                        <p:cTn id="17" dur="1" fill="hold">
                                          <p:stCondLst>
                                            <p:cond delay="0"/>
                                          </p:stCondLst>
                                        </p:cTn>
                                        <p:tgtEl>
                                          <p:spTgt spid="48"/>
                                        </p:tgtEl>
                                        <p:attrNameLst>
                                          <p:attrName>style.visibility</p:attrName>
                                        </p:attrNameLst>
                                      </p:cBhvr>
                                      <p:to>
                                        <p:strVal val="visible"/>
                                      </p:to>
                                    </p:set>
                                    <p:anim calcmode="lin" valueType="num">
                                      <p:cBhvr additive="base">
                                        <p:cTn id="18" dur="500" fill="hold"/>
                                        <p:tgtEl>
                                          <p:spTgt spid="48"/>
                                        </p:tgtEl>
                                        <p:attrNameLst>
                                          <p:attrName>ppt_x</p:attrName>
                                        </p:attrNameLst>
                                      </p:cBhvr>
                                      <p:tavLst>
                                        <p:tav tm="0">
                                          <p:val>
                                            <p:strVal val="#ppt_x"/>
                                          </p:val>
                                        </p:tav>
                                        <p:tav tm="100000">
                                          <p:val>
                                            <p:strVal val="#ppt_x"/>
                                          </p:val>
                                        </p:tav>
                                      </p:tavLst>
                                    </p:anim>
                                    <p:anim calcmode="lin" valueType="num">
                                      <p:cBhvr additive="base">
                                        <p:cTn id="19" dur="500" fill="hold"/>
                                        <p:tgtEl>
                                          <p:spTgt spid="48"/>
                                        </p:tgtEl>
                                        <p:attrNameLst>
                                          <p:attrName>ppt_y</p:attrName>
                                        </p:attrNameLst>
                                      </p:cBhvr>
                                      <p:tavLst>
                                        <p:tav tm="0">
                                          <p:val>
                                            <p:strVal val="1+#ppt_h/2"/>
                                          </p:val>
                                        </p:tav>
                                        <p:tav tm="100000">
                                          <p:val>
                                            <p:strVal val="#ppt_y"/>
                                          </p:val>
                                        </p:tav>
                                      </p:tavLst>
                                    </p:anim>
                                  </p:childTnLst>
                                </p:cTn>
                              </p:par>
                            </p:childTnLst>
                          </p:cTn>
                        </p:par>
                        <p:par>
                          <p:cTn id="20" fill="hold">
                            <p:stCondLst>
                              <p:cond delay="2049"/>
                            </p:stCondLst>
                            <p:childTnLst>
                              <p:par>
                                <p:cTn id="21" presetID="23" presetClass="entr" presetSubtype="16"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p:cTn id="23" dur="500" fill="hold"/>
                                        <p:tgtEl>
                                          <p:spTgt spid="49"/>
                                        </p:tgtEl>
                                        <p:attrNameLst>
                                          <p:attrName>ppt_w</p:attrName>
                                        </p:attrNameLst>
                                      </p:cBhvr>
                                      <p:tavLst>
                                        <p:tav tm="0">
                                          <p:val>
                                            <p:fltVal val="0"/>
                                          </p:val>
                                        </p:tav>
                                        <p:tav tm="100000">
                                          <p:val>
                                            <p:strVal val="#ppt_w"/>
                                          </p:val>
                                        </p:tav>
                                      </p:tavLst>
                                    </p:anim>
                                    <p:anim calcmode="lin" valueType="num">
                                      <p:cBhvr>
                                        <p:cTn id="24" dur="500" fill="hold"/>
                                        <p:tgtEl>
                                          <p:spTgt spid="4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48" grpId="0"/>
      <p:bldP spid="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57175" y="537636"/>
            <a:ext cx="4801314" cy="461665"/>
          </a:xfrm>
          <a:prstGeom prst="rect">
            <a:avLst/>
          </a:prstGeom>
          <a:noFill/>
        </p:spPr>
        <p:txBody>
          <a:bodyPr wrap="none" rtlCol="0">
            <a:spAutoFit/>
          </a:bodyPr>
          <a:lstStyle/>
          <a:p>
            <a:r>
              <a:rPr lang="zh-CN" altLang="en-US" sz="2400" dirty="0">
                <a:solidFill>
                  <a:srgbClr val="DB0816"/>
                </a:solidFill>
                <a:ea typeface="华文新魏" panose="02010800040101010101" pitchFamily="2" charset="-122"/>
              </a:rPr>
              <a:t>超强的凝聚人民及社会共识的能力</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grpSp>
        <p:nvGrpSpPr>
          <p:cNvPr id="115" name="组合 114"/>
          <p:cNvGrpSpPr/>
          <p:nvPr/>
        </p:nvGrpSpPr>
        <p:grpSpPr>
          <a:xfrm>
            <a:off x="1305480" y="1546398"/>
            <a:ext cx="9706017" cy="957425"/>
            <a:chOff x="1367253" y="1609394"/>
            <a:chExt cx="9706017" cy="957425"/>
          </a:xfrm>
        </p:grpSpPr>
        <p:grpSp>
          <p:nvGrpSpPr>
            <p:cNvPr id="31" name="组合 30"/>
            <p:cNvGrpSpPr/>
            <p:nvPr/>
          </p:nvGrpSpPr>
          <p:grpSpPr>
            <a:xfrm>
              <a:off x="1396146" y="1609394"/>
              <a:ext cx="5224066" cy="754790"/>
              <a:chOff x="1477426" y="1721154"/>
              <a:chExt cx="5224066" cy="754790"/>
            </a:xfrm>
          </p:grpSpPr>
          <p:sp>
            <p:nvSpPr>
              <p:cNvPr id="13" name="圆角矩形 12"/>
              <p:cNvSpPr/>
              <p:nvPr/>
            </p:nvSpPr>
            <p:spPr>
              <a:xfrm>
                <a:off x="1477426" y="1740073"/>
                <a:ext cx="5224066" cy="44766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
            <p:nvSpPr>
              <p:cNvPr id="75" name="文本框 74"/>
              <p:cNvSpPr txBox="1"/>
              <p:nvPr/>
            </p:nvSpPr>
            <p:spPr>
              <a:xfrm>
                <a:off x="1711106" y="1721154"/>
                <a:ext cx="2031325" cy="461665"/>
              </a:xfrm>
              <a:prstGeom prst="rect">
                <a:avLst/>
              </a:prstGeom>
              <a:noFill/>
            </p:spPr>
            <p:txBody>
              <a:bodyPr wrap="none" rtlCol="0">
                <a:spAutoFit/>
              </a:bodyPr>
              <a:lstStyle/>
              <a:p>
                <a:r>
                  <a:rPr lang="zh-CN" altLang="en-US" sz="2400" dirty="0">
                    <a:solidFill>
                      <a:schemeClr val="bg1"/>
                    </a:solidFill>
                    <a:ea typeface="华文新魏" panose="02010800040101010101" pitchFamily="2" charset="-122"/>
                  </a:rPr>
                  <a:t>唯物史观认为</a:t>
                </a:r>
                <a:endParaRPr lang="zh-CN" altLang="en-US" sz="2400" dirty="0">
                  <a:solidFill>
                    <a:schemeClr val="bg1"/>
                  </a:solidFill>
                  <a:ea typeface="华文新魏" panose="02010800040101010101" pitchFamily="2" charset="-122"/>
                </a:endParaRPr>
              </a:p>
            </p:txBody>
          </p:sp>
          <p:cxnSp>
            <p:nvCxnSpPr>
              <p:cNvPr id="27" name="直接连接符 26"/>
              <p:cNvCxnSpPr/>
              <p:nvPr/>
            </p:nvCxnSpPr>
            <p:spPr>
              <a:xfrm>
                <a:off x="1842231" y="2472487"/>
                <a:ext cx="526176" cy="3457"/>
              </a:xfrm>
              <a:prstGeom prst="line">
                <a:avLst/>
              </a:prstGeom>
              <a:ln>
                <a:solidFill>
                  <a:srgbClr val="DB0816"/>
                </a:solidFill>
                <a:prstDash val="sysDash"/>
              </a:ln>
            </p:spPr>
            <p:style>
              <a:lnRef idx="1">
                <a:schemeClr val="accent1"/>
              </a:lnRef>
              <a:fillRef idx="0">
                <a:schemeClr val="accent1"/>
              </a:fillRef>
              <a:effectRef idx="0">
                <a:schemeClr val="accent1"/>
              </a:effectRef>
              <a:fontRef idx="minor">
                <a:schemeClr val="tx1"/>
              </a:fontRef>
            </p:style>
          </p:cxnSp>
        </p:grpSp>
        <p:grpSp>
          <p:nvGrpSpPr>
            <p:cNvPr id="102" name="组合 101"/>
            <p:cNvGrpSpPr/>
            <p:nvPr/>
          </p:nvGrpSpPr>
          <p:grpSpPr>
            <a:xfrm>
              <a:off x="1367253" y="2190899"/>
              <a:ext cx="375920" cy="375920"/>
              <a:chOff x="1336773" y="2282339"/>
              <a:chExt cx="375920" cy="375920"/>
            </a:xfrm>
          </p:grpSpPr>
          <p:sp>
            <p:nvSpPr>
              <p:cNvPr id="83" name="椭圆 82"/>
              <p:cNvSpPr/>
              <p:nvPr/>
            </p:nvSpPr>
            <p:spPr>
              <a:xfrm>
                <a:off x="1336773" y="2282339"/>
                <a:ext cx="375920" cy="37592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pic>
            <p:nvPicPr>
              <p:cNvPr id="84" name="图片 83"/>
              <p:cNvPicPr>
                <a:picLocks noChangeAspect="1"/>
              </p:cNvPicPr>
              <p:nvPr/>
            </p:nvPicPr>
            <p:blipFill>
              <a:blip r:embed="rId4" cstate="screen"/>
              <a:stretch>
                <a:fillRect/>
              </a:stretch>
            </p:blipFill>
            <p:spPr>
              <a:xfrm>
                <a:off x="1371615" y="2342155"/>
                <a:ext cx="288331" cy="232716"/>
              </a:xfrm>
              <a:prstGeom prst="rect">
                <a:avLst/>
              </a:prstGeom>
            </p:spPr>
          </p:pic>
        </p:grpSp>
        <p:sp>
          <p:nvSpPr>
            <p:cNvPr id="85" name="矩形 84"/>
            <p:cNvSpPr/>
            <p:nvPr/>
          </p:nvSpPr>
          <p:spPr>
            <a:xfrm>
              <a:off x="2167154" y="2057425"/>
              <a:ext cx="8906116" cy="509178"/>
            </a:xfrm>
            <a:prstGeom prst="rect">
              <a:avLst/>
            </a:prstGeom>
          </p:spPr>
          <p:txBody>
            <a:bodyPr wrap="square">
              <a:spAutoFit/>
            </a:bodyPr>
            <a:lstStyle/>
            <a:p>
              <a:pPr>
                <a:lnSpc>
                  <a:spcPct val="150000"/>
                </a:lnSpc>
              </a:pPr>
              <a:r>
                <a:rPr lang="zh-CN" altLang="en-US" sz="2000" dirty="0">
                  <a:solidFill>
                    <a:srgbClr val="D40F0A"/>
                  </a:solidFill>
                  <a:ea typeface="华文新魏" panose="02010800040101010101" pitchFamily="2" charset="-122"/>
                </a:rPr>
                <a:t>人民群众是推动社会变迁、社会革命的决定性力量</a:t>
              </a:r>
              <a:endParaRPr lang="zh-CN" altLang="en-US" sz="2000" dirty="0">
                <a:solidFill>
                  <a:srgbClr val="D40F0A"/>
                </a:solidFill>
                <a:ea typeface="华文新魏" panose="02010800040101010101" pitchFamily="2" charset="-122"/>
              </a:endParaRPr>
            </a:p>
          </p:txBody>
        </p:sp>
      </p:grpSp>
      <p:grpSp>
        <p:nvGrpSpPr>
          <p:cNvPr id="21" name="组合 20"/>
          <p:cNvGrpSpPr/>
          <p:nvPr/>
        </p:nvGrpSpPr>
        <p:grpSpPr>
          <a:xfrm>
            <a:off x="1307408" y="2840482"/>
            <a:ext cx="9318151" cy="2543503"/>
            <a:chOff x="1311749" y="3692196"/>
            <a:chExt cx="9318151" cy="2543503"/>
          </a:xfrm>
        </p:grpSpPr>
        <p:sp>
          <p:nvSpPr>
            <p:cNvPr id="24" name="Aitds2"/>
            <p:cNvSpPr/>
            <p:nvPr/>
          </p:nvSpPr>
          <p:spPr>
            <a:xfrm>
              <a:off x="1311749" y="3692196"/>
              <a:ext cx="9318151" cy="2543503"/>
            </a:xfrm>
            <a:prstGeom prst="roundRect">
              <a:avLst>
                <a:gd name="adj" fmla="val 3955"/>
              </a:avLst>
            </a:prstGeom>
            <a:noFill/>
            <a:ln w="63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285" b="0" i="0" u="none" strike="noStrike" kern="1200" cap="none" spc="0" normalizeH="0" baseline="0" noProof="0" dirty="0">
                <a:ln>
                  <a:noFill/>
                </a:ln>
                <a:solidFill>
                  <a:srgbClr val="E7E6E6">
                    <a:lumMod val="25000"/>
                  </a:srgbClr>
                </a:solidFill>
                <a:effectLst/>
                <a:uLnTx/>
                <a:uFillTx/>
                <a:ea typeface="华文新魏" panose="02010800040101010101" pitchFamily="2" charset="-122"/>
              </a:endParaRPr>
            </a:p>
          </p:txBody>
        </p:sp>
        <p:sp>
          <p:nvSpPr>
            <p:cNvPr id="25" name="Aitds3"/>
            <p:cNvSpPr/>
            <p:nvPr/>
          </p:nvSpPr>
          <p:spPr>
            <a:xfrm>
              <a:off x="1510407" y="4393756"/>
              <a:ext cx="8920833" cy="1722426"/>
            </a:xfrm>
            <a:prstGeom prst="rect">
              <a:avLst/>
            </a:prstGeom>
          </p:spPr>
          <p:txBody>
            <a:bodyPr wrap="square" lIns="105571" tIns="52784" rIns="105571" bIns="52784">
              <a:spAutoFit/>
            </a:bodyPr>
            <a:lstStyle/>
            <a:p>
              <a:pPr lvl="0" algn="just">
                <a:lnSpc>
                  <a:spcPct val="150000"/>
                </a:lnSpc>
                <a:defRPr/>
              </a:pPr>
              <a:r>
                <a:rPr lang="zh-CN" altLang="en-US" sz="1400" dirty="0">
                  <a:solidFill>
                    <a:srgbClr val="E7E6E6">
                      <a:lumMod val="10000"/>
                    </a:srgbClr>
                  </a:solidFill>
                  <a:ea typeface="华文新魏" panose="02010800040101010101" pitchFamily="2" charset="-122"/>
                </a:rPr>
                <a:t>这种超强的凝聚人民及社会共识的能力对中国共产党韧性的深刻价值在于：人民群众是中国共产党存在和发展的基础、力量和智慧的源泉，中国共产党无论何时、何地、何事纯粹以人民利益为考虑问题的逻辑起点。这种能力，是中国共产党保持韧性的坚实社会基石。以为人民谋幸福、为民族谋复兴为初心和使命的中国共产党，除了人民的利益外没有自己的特殊利益。不谋私利才能谋人民之根本大利。正如毛泽东所说：“共产党员是一种特别的人，他们完全不谋私利，而只为民族与人民求福利。”</a:t>
              </a:r>
              <a:endParaRPr kumimoji="0" lang="zh-CN" altLang="en-US" sz="1400" b="0" i="0" u="none" strike="noStrike" kern="1200" cap="none" spc="0" normalizeH="0" baseline="0" noProof="0" dirty="0">
                <a:ln>
                  <a:noFill/>
                </a:ln>
                <a:solidFill>
                  <a:srgbClr val="E7E6E6">
                    <a:lumMod val="10000"/>
                  </a:srgbClr>
                </a:solidFill>
                <a:effectLst/>
                <a:uLnTx/>
                <a:uFillTx/>
                <a:ea typeface="华文新魏" panose="02010800040101010101" pitchFamily="2" charset="-122"/>
              </a:endParaRPr>
            </a:p>
          </p:txBody>
        </p:sp>
      </p:grpSp>
      <p:grpSp>
        <p:nvGrpSpPr>
          <p:cNvPr id="28" name="Aitds26"/>
          <p:cNvGrpSpPr>
            <a:grpSpLocks noChangeAspect="1"/>
          </p:cNvGrpSpPr>
          <p:nvPr/>
        </p:nvGrpSpPr>
        <p:grpSpPr>
          <a:xfrm>
            <a:off x="1666642" y="3203485"/>
            <a:ext cx="374284" cy="191227"/>
            <a:chOff x="3222" y="1845"/>
            <a:chExt cx="1237" cy="632"/>
          </a:xfrm>
          <a:solidFill>
            <a:srgbClr val="C00000"/>
          </a:solidFill>
        </p:grpSpPr>
        <p:sp>
          <p:nvSpPr>
            <p:cNvPr id="29" name="Aitds26-1"/>
            <p:cNvSpPr/>
            <p:nvPr/>
          </p:nvSpPr>
          <p:spPr bwMode="auto">
            <a:xfrm>
              <a:off x="3608" y="1845"/>
              <a:ext cx="851" cy="632"/>
            </a:xfrm>
            <a:custGeom>
              <a:avLst/>
              <a:gdLst>
                <a:gd name="T0" fmla="*/ 366 w 626"/>
                <a:gd name="T1" fmla="*/ 413 h 465"/>
                <a:gd name="T2" fmla="*/ 313 w 626"/>
                <a:gd name="T3" fmla="*/ 362 h 465"/>
                <a:gd name="T4" fmla="*/ 338 w 626"/>
                <a:gd name="T5" fmla="*/ 362 h 465"/>
                <a:gd name="T6" fmla="*/ 392 w 626"/>
                <a:gd name="T7" fmla="*/ 310 h 465"/>
                <a:gd name="T8" fmla="*/ 338 w 626"/>
                <a:gd name="T9" fmla="*/ 258 h 465"/>
                <a:gd name="T10" fmla="*/ 414 w 626"/>
                <a:gd name="T11" fmla="*/ 207 h 465"/>
                <a:gd name="T12" fmla="*/ 361 w 626"/>
                <a:gd name="T13" fmla="*/ 155 h 465"/>
                <a:gd name="T14" fmla="*/ 573 w 626"/>
                <a:gd name="T15" fmla="*/ 155 h 465"/>
                <a:gd name="T16" fmla="*/ 626 w 626"/>
                <a:gd name="T17" fmla="*/ 103 h 465"/>
                <a:gd name="T18" fmla="*/ 573 w 626"/>
                <a:gd name="T19" fmla="*/ 52 h 465"/>
                <a:gd name="T20" fmla="*/ 260 w 626"/>
                <a:gd name="T21" fmla="*/ 52 h 465"/>
                <a:gd name="T22" fmla="*/ 207 w 626"/>
                <a:gd name="T23" fmla="*/ 0 h 465"/>
                <a:gd name="T24" fmla="*/ 102 w 626"/>
                <a:gd name="T25" fmla="*/ 0 h 465"/>
                <a:gd name="T26" fmla="*/ 48 w 626"/>
                <a:gd name="T27" fmla="*/ 52 h 465"/>
                <a:gd name="T28" fmla="*/ 49 w 626"/>
                <a:gd name="T29" fmla="*/ 54 h 465"/>
                <a:gd name="T30" fmla="*/ 0 w 626"/>
                <a:gd name="T31" fmla="*/ 113 h 465"/>
                <a:gd name="T32" fmla="*/ 0 w 626"/>
                <a:gd name="T33" fmla="*/ 403 h 465"/>
                <a:gd name="T34" fmla="*/ 65 w 626"/>
                <a:gd name="T35" fmla="*/ 465 h 465"/>
                <a:gd name="T36" fmla="*/ 208 w 626"/>
                <a:gd name="T37" fmla="*/ 465 h 465"/>
                <a:gd name="T38" fmla="*/ 244 w 626"/>
                <a:gd name="T39" fmla="*/ 465 h 465"/>
                <a:gd name="T40" fmla="*/ 313 w 626"/>
                <a:gd name="T41" fmla="*/ 465 h 465"/>
                <a:gd name="T42" fmla="*/ 366 w 626"/>
                <a:gd name="T43" fmla="*/ 413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26" h="465">
                  <a:moveTo>
                    <a:pt x="366" y="413"/>
                  </a:moveTo>
                  <a:cubicBezTo>
                    <a:pt x="366" y="385"/>
                    <a:pt x="342" y="362"/>
                    <a:pt x="313" y="362"/>
                  </a:cubicBezTo>
                  <a:cubicBezTo>
                    <a:pt x="338" y="362"/>
                    <a:pt x="338" y="362"/>
                    <a:pt x="338" y="362"/>
                  </a:cubicBezTo>
                  <a:cubicBezTo>
                    <a:pt x="368" y="362"/>
                    <a:pt x="392" y="338"/>
                    <a:pt x="392" y="310"/>
                  </a:cubicBezTo>
                  <a:cubicBezTo>
                    <a:pt x="392" y="281"/>
                    <a:pt x="368" y="258"/>
                    <a:pt x="338" y="258"/>
                  </a:cubicBezTo>
                  <a:cubicBezTo>
                    <a:pt x="368" y="258"/>
                    <a:pt x="416" y="258"/>
                    <a:pt x="414" y="207"/>
                  </a:cubicBezTo>
                  <a:cubicBezTo>
                    <a:pt x="413" y="178"/>
                    <a:pt x="390" y="155"/>
                    <a:pt x="361" y="155"/>
                  </a:cubicBezTo>
                  <a:cubicBezTo>
                    <a:pt x="573" y="155"/>
                    <a:pt x="573" y="155"/>
                    <a:pt x="573" y="155"/>
                  </a:cubicBezTo>
                  <a:cubicBezTo>
                    <a:pt x="602" y="155"/>
                    <a:pt x="626" y="132"/>
                    <a:pt x="626" y="103"/>
                  </a:cubicBezTo>
                  <a:cubicBezTo>
                    <a:pt x="626" y="75"/>
                    <a:pt x="602" y="52"/>
                    <a:pt x="573" y="52"/>
                  </a:cubicBezTo>
                  <a:cubicBezTo>
                    <a:pt x="260" y="52"/>
                    <a:pt x="260" y="52"/>
                    <a:pt x="260" y="52"/>
                  </a:cubicBezTo>
                  <a:cubicBezTo>
                    <a:pt x="260" y="23"/>
                    <a:pt x="236" y="0"/>
                    <a:pt x="207" y="0"/>
                  </a:cubicBezTo>
                  <a:cubicBezTo>
                    <a:pt x="102" y="0"/>
                    <a:pt x="102" y="0"/>
                    <a:pt x="102" y="0"/>
                  </a:cubicBezTo>
                  <a:cubicBezTo>
                    <a:pt x="72" y="0"/>
                    <a:pt x="48" y="23"/>
                    <a:pt x="48" y="52"/>
                  </a:cubicBezTo>
                  <a:cubicBezTo>
                    <a:pt x="48" y="52"/>
                    <a:pt x="48" y="53"/>
                    <a:pt x="49" y="54"/>
                  </a:cubicBezTo>
                  <a:cubicBezTo>
                    <a:pt x="21" y="60"/>
                    <a:pt x="0" y="85"/>
                    <a:pt x="0" y="113"/>
                  </a:cubicBezTo>
                  <a:cubicBezTo>
                    <a:pt x="0" y="403"/>
                    <a:pt x="0" y="403"/>
                    <a:pt x="0" y="403"/>
                  </a:cubicBezTo>
                  <a:cubicBezTo>
                    <a:pt x="0" y="437"/>
                    <a:pt x="29" y="465"/>
                    <a:pt x="65" y="465"/>
                  </a:cubicBezTo>
                  <a:cubicBezTo>
                    <a:pt x="208" y="465"/>
                    <a:pt x="208" y="465"/>
                    <a:pt x="208" y="465"/>
                  </a:cubicBezTo>
                  <a:cubicBezTo>
                    <a:pt x="244" y="465"/>
                    <a:pt x="244" y="465"/>
                    <a:pt x="244" y="465"/>
                  </a:cubicBezTo>
                  <a:cubicBezTo>
                    <a:pt x="313" y="465"/>
                    <a:pt x="313" y="465"/>
                    <a:pt x="313" y="465"/>
                  </a:cubicBezTo>
                  <a:cubicBezTo>
                    <a:pt x="342" y="465"/>
                    <a:pt x="366" y="442"/>
                    <a:pt x="366" y="4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sp>
          <p:nvSpPr>
            <p:cNvPr id="30" name="Aitds26-2"/>
            <p:cNvSpPr>
              <a:spLocks noChangeArrowheads="1"/>
            </p:cNvSpPr>
            <p:nvPr/>
          </p:nvSpPr>
          <p:spPr bwMode="auto">
            <a:xfrm>
              <a:off x="3222" y="1931"/>
              <a:ext cx="319" cy="5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ea typeface="华文新魏" panose="02010800040101010101" pitchFamily="2" charset="-122"/>
              </a:endParaRPr>
            </a:p>
          </p:txBody>
        </p:sp>
      </p:grpSp>
      <p:sp>
        <p:nvSpPr>
          <p:cNvPr id="32" name="Aitds27"/>
          <p:cNvSpPr/>
          <p:nvPr/>
        </p:nvSpPr>
        <p:spPr>
          <a:xfrm>
            <a:off x="2040926" y="3114432"/>
            <a:ext cx="5749401" cy="369332"/>
          </a:xfrm>
          <a:prstGeom prst="rect">
            <a:avLst/>
          </a:prstGeom>
        </p:spPr>
        <p:txBody>
          <a:bodyPr wrap="square">
            <a:spAutoFit/>
          </a:bodyPr>
          <a:lstStyle/>
          <a:p>
            <a:pPr lvl="0">
              <a:defRPr/>
            </a:pPr>
            <a:r>
              <a:rPr lang="zh-CN" altLang="en-US" dirty="0">
                <a:solidFill>
                  <a:srgbClr val="C00000"/>
                </a:solidFill>
                <a:ea typeface="华文新魏" panose="02010800040101010101" pitchFamily="2" charset="-122"/>
              </a:rPr>
              <a:t>为什么人的问题，是检验一个政党之本真属性的试金石</a:t>
            </a:r>
            <a:endParaRPr lang="zh-CN" altLang="en-US" dirty="0">
              <a:solidFill>
                <a:srgbClr val="C00000"/>
              </a:solidFill>
              <a:ea typeface="华文新魏" panose="02010800040101010101" pitchFamily="2" charset="-122"/>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1600" advTm="2433">
        <p14:prism isInverted="1" isContent="1"/>
      </p:transition>
    </mc:Choice>
    <mc:Fallback>
      <p:transition spd="slow" advTm="243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childTnLst>
                          </p:cTn>
                        </p:par>
                        <p:par>
                          <p:cTn id="20" fill="hold">
                            <p:stCondLst>
                              <p:cond delay="20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32"/>
                                        </p:tgtEl>
                                        <p:attrNameLst>
                                          <p:attrName>style.visibility</p:attrName>
                                        </p:attrNameLst>
                                      </p:cBhvr>
                                      <p:to>
                                        <p:strVal val="visible"/>
                                      </p:to>
                                    </p:set>
                                    <p:anim calcmode="lin" valueType="num">
                                      <p:cBhvr>
                                        <p:cTn id="23"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2"/>
                                        </p:tgtEl>
                                        <p:attrNameLst>
                                          <p:attrName>ppt_y</p:attrName>
                                        </p:attrNameLst>
                                      </p:cBhvr>
                                      <p:tavLst>
                                        <p:tav tm="0">
                                          <p:val>
                                            <p:strVal val="#ppt_y"/>
                                          </p:val>
                                        </p:tav>
                                        <p:tav tm="100000">
                                          <p:val>
                                            <p:strVal val="#ppt_y"/>
                                          </p:val>
                                        </p:tav>
                                      </p:tavLst>
                                    </p:anim>
                                    <p:anim calcmode="lin" valueType="num">
                                      <p:cBhvr>
                                        <p:cTn id="25"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57175" y="537636"/>
            <a:ext cx="4801314" cy="461665"/>
          </a:xfrm>
          <a:prstGeom prst="rect">
            <a:avLst/>
          </a:prstGeom>
          <a:noFill/>
        </p:spPr>
        <p:txBody>
          <a:bodyPr wrap="none" rtlCol="0">
            <a:spAutoFit/>
          </a:bodyPr>
          <a:lstStyle/>
          <a:p>
            <a:r>
              <a:rPr lang="zh-CN" altLang="en-US" sz="2400" dirty="0">
                <a:solidFill>
                  <a:srgbClr val="DB0816"/>
                </a:solidFill>
                <a:ea typeface="华文新魏" panose="02010800040101010101" pitchFamily="2" charset="-122"/>
              </a:rPr>
              <a:t>超强的凝聚人民及社会共识的能力</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grpSp>
        <p:nvGrpSpPr>
          <p:cNvPr id="115" name="组合 114"/>
          <p:cNvGrpSpPr/>
          <p:nvPr/>
        </p:nvGrpSpPr>
        <p:grpSpPr>
          <a:xfrm>
            <a:off x="1305480" y="1565317"/>
            <a:ext cx="9706017" cy="938506"/>
            <a:chOff x="1367253" y="1628313"/>
            <a:chExt cx="9706017" cy="938506"/>
          </a:xfrm>
        </p:grpSpPr>
        <p:grpSp>
          <p:nvGrpSpPr>
            <p:cNvPr id="31" name="组合 30"/>
            <p:cNvGrpSpPr/>
            <p:nvPr/>
          </p:nvGrpSpPr>
          <p:grpSpPr>
            <a:xfrm>
              <a:off x="1396145" y="1628313"/>
              <a:ext cx="9291187" cy="735871"/>
              <a:chOff x="1477425" y="1740073"/>
              <a:chExt cx="9291187" cy="735871"/>
            </a:xfrm>
          </p:grpSpPr>
          <p:sp>
            <p:nvSpPr>
              <p:cNvPr id="13" name="圆角矩形 12"/>
              <p:cNvSpPr/>
              <p:nvPr/>
            </p:nvSpPr>
            <p:spPr>
              <a:xfrm>
                <a:off x="1477425" y="1740073"/>
                <a:ext cx="9291187" cy="44766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
            <p:nvSpPr>
              <p:cNvPr id="75" name="文本框 74"/>
              <p:cNvSpPr txBox="1"/>
              <p:nvPr/>
            </p:nvSpPr>
            <p:spPr>
              <a:xfrm>
                <a:off x="1518126" y="1759588"/>
                <a:ext cx="8905002" cy="400110"/>
              </a:xfrm>
              <a:prstGeom prst="rect">
                <a:avLst/>
              </a:prstGeom>
              <a:noFill/>
            </p:spPr>
            <p:txBody>
              <a:bodyPr wrap="none" rtlCol="0">
                <a:spAutoFit/>
              </a:bodyPr>
              <a:lstStyle/>
              <a:p>
                <a:r>
                  <a:rPr lang="zh-CN" altLang="en-US" sz="2000" dirty="0">
                    <a:solidFill>
                      <a:schemeClr val="bg1"/>
                    </a:solidFill>
                    <a:ea typeface="华文新魏" panose="02010800040101010101" pitchFamily="2" charset="-122"/>
                  </a:rPr>
                  <a:t>中国共产党推动民族解放、人民幸福伟大征程的价值基点一以贯之、矢志不移</a:t>
                </a:r>
                <a:endParaRPr lang="zh-CN" altLang="en-US" sz="2000" dirty="0">
                  <a:solidFill>
                    <a:schemeClr val="bg1"/>
                  </a:solidFill>
                  <a:ea typeface="华文新魏" panose="02010800040101010101" pitchFamily="2" charset="-122"/>
                </a:endParaRPr>
              </a:p>
            </p:txBody>
          </p:sp>
          <p:cxnSp>
            <p:nvCxnSpPr>
              <p:cNvPr id="27" name="直接连接符 26"/>
              <p:cNvCxnSpPr/>
              <p:nvPr/>
            </p:nvCxnSpPr>
            <p:spPr>
              <a:xfrm>
                <a:off x="1842231" y="2472487"/>
                <a:ext cx="526176" cy="3457"/>
              </a:xfrm>
              <a:prstGeom prst="line">
                <a:avLst/>
              </a:prstGeom>
              <a:ln>
                <a:solidFill>
                  <a:srgbClr val="DB0816"/>
                </a:solidFill>
                <a:prstDash val="sysDash"/>
              </a:ln>
            </p:spPr>
            <p:style>
              <a:lnRef idx="1">
                <a:schemeClr val="accent1"/>
              </a:lnRef>
              <a:fillRef idx="0">
                <a:schemeClr val="accent1"/>
              </a:fillRef>
              <a:effectRef idx="0">
                <a:schemeClr val="accent1"/>
              </a:effectRef>
              <a:fontRef idx="minor">
                <a:schemeClr val="tx1"/>
              </a:fontRef>
            </p:style>
          </p:cxnSp>
        </p:grpSp>
        <p:grpSp>
          <p:nvGrpSpPr>
            <p:cNvPr id="102" name="组合 101"/>
            <p:cNvGrpSpPr/>
            <p:nvPr/>
          </p:nvGrpSpPr>
          <p:grpSpPr>
            <a:xfrm>
              <a:off x="1367253" y="2190899"/>
              <a:ext cx="375920" cy="375920"/>
              <a:chOff x="1336773" y="2282339"/>
              <a:chExt cx="375920" cy="375920"/>
            </a:xfrm>
          </p:grpSpPr>
          <p:sp>
            <p:nvSpPr>
              <p:cNvPr id="83" name="椭圆 82"/>
              <p:cNvSpPr/>
              <p:nvPr/>
            </p:nvSpPr>
            <p:spPr>
              <a:xfrm>
                <a:off x="1336773" y="2282339"/>
                <a:ext cx="375920" cy="37592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pic>
            <p:nvPicPr>
              <p:cNvPr id="84" name="图片 83"/>
              <p:cNvPicPr>
                <a:picLocks noChangeAspect="1"/>
              </p:cNvPicPr>
              <p:nvPr/>
            </p:nvPicPr>
            <p:blipFill>
              <a:blip r:embed="rId4" cstate="screen"/>
              <a:stretch>
                <a:fillRect/>
              </a:stretch>
            </p:blipFill>
            <p:spPr>
              <a:xfrm>
                <a:off x="1371615" y="2342155"/>
                <a:ext cx="288331" cy="232716"/>
              </a:xfrm>
              <a:prstGeom prst="rect">
                <a:avLst/>
              </a:prstGeom>
            </p:spPr>
          </p:pic>
        </p:grpSp>
        <p:sp>
          <p:nvSpPr>
            <p:cNvPr id="85" name="矩形 84"/>
            <p:cNvSpPr/>
            <p:nvPr/>
          </p:nvSpPr>
          <p:spPr>
            <a:xfrm>
              <a:off x="2167154" y="2057425"/>
              <a:ext cx="8906116" cy="509178"/>
            </a:xfrm>
            <a:prstGeom prst="rect">
              <a:avLst/>
            </a:prstGeom>
          </p:spPr>
          <p:txBody>
            <a:bodyPr wrap="square">
              <a:spAutoFit/>
            </a:bodyPr>
            <a:lstStyle/>
            <a:p>
              <a:pPr>
                <a:lnSpc>
                  <a:spcPct val="150000"/>
                </a:lnSpc>
              </a:pPr>
              <a:r>
                <a:rPr lang="zh-CN" altLang="en-US" sz="2000" dirty="0">
                  <a:solidFill>
                    <a:srgbClr val="D40F0A"/>
                  </a:solidFill>
                  <a:ea typeface="华文新魏" panose="02010800040101010101" pitchFamily="2" charset="-122"/>
                </a:rPr>
                <a:t>把人民立场作为根本政治立场，永远持守对人民的赤子之心</a:t>
              </a:r>
              <a:endParaRPr lang="zh-CN" altLang="en-US" sz="2000" dirty="0">
                <a:solidFill>
                  <a:srgbClr val="D40F0A"/>
                </a:solidFill>
                <a:ea typeface="华文新魏" panose="02010800040101010101" pitchFamily="2" charset="-122"/>
              </a:endParaRPr>
            </a:p>
          </p:txBody>
        </p:sp>
      </p:grpSp>
      <p:grpSp>
        <p:nvGrpSpPr>
          <p:cNvPr id="21" name="组合 20"/>
          <p:cNvGrpSpPr/>
          <p:nvPr/>
        </p:nvGrpSpPr>
        <p:grpSpPr>
          <a:xfrm>
            <a:off x="1307408" y="2840483"/>
            <a:ext cx="9318151" cy="2108662"/>
            <a:chOff x="1311749" y="3692196"/>
            <a:chExt cx="9318151" cy="2709921"/>
          </a:xfrm>
        </p:grpSpPr>
        <p:sp>
          <p:nvSpPr>
            <p:cNvPr id="24" name="Aitds2"/>
            <p:cNvSpPr/>
            <p:nvPr/>
          </p:nvSpPr>
          <p:spPr>
            <a:xfrm>
              <a:off x="1311749" y="3692196"/>
              <a:ext cx="9318151" cy="2543503"/>
            </a:xfrm>
            <a:prstGeom prst="roundRect">
              <a:avLst>
                <a:gd name="adj" fmla="val 3955"/>
              </a:avLst>
            </a:prstGeom>
            <a:noFill/>
            <a:ln w="6350">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285" b="0" i="0" u="none" strike="noStrike" kern="1200" cap="none" spc="0" normalizeH="0" baseline="0" noProof="0" dirty="0">
                <a:ln>
                  <a:noFill/>
                </a:ln>
                <a:solidFill>
                  <a:srgbClr val="E7E6E6">
                    <a:lumMod val="25000"/>
                  </a:srgbClr>
                </a:solidFill>
                <a:effectLst/>
                <a:uLnTx/>
                <a:uFillTx/>
                <a:ea typeface="华文新魏" panose="02010800040101010101" pitchFamily="2" charset="-122"/>
              </a:endParaRPr>
            </a:p>
          </p:txBody>
        </p:sp>
        <p:sp>
          <p:nvSpPr>
            <p:cNvPr id="25" name="Aitds3"/>
            <p:cNvSpPr/>
            <p:nvPr/>
          </p:nvSpPr>
          <p:spPr>
            <a:xfrm>
              <a:off x="1488828" y="3813546"/>
              <a:ext cx="8920833" cy="2588571"/>
            </a:xfrm>
            <a:prstGeom prst="rect">
              <a:avLst/>
            </a:prstGeom>
          </p:spPr>
          <p:txBody>
            <a:bodyPr wrap="square" lIns="105571" tIns="52784" rIns="105571" bIns="52784">
              <a:spAutoFit/>
            </a:bodyPr>
            <a:lstStyle/>
            <a:p>
              <a:pPr lvl="0" algn="just">
                <a:lnSpc>
                  <a:spcPct val="150000"/>
                </a:lnSpc>
                <a:defRPr/>
              </a:pPr>
              <a:r>
                <a:rPr lang="zh-CN" altLang="en-US" sz="1400" dirty="0">
                  <a:solidFill>
                    <a:srgbClr val="E7E6E6">
                      <a:lumMod val="10000"/>
                    </a:srgbClr>
                  </a:solidFill>
                  <a:ea typeface="华文新魏" panose="02010800040101010101" pitchFamily="2" charset="-122"/>
                </a:rPr>
                <a:t>中国共产党保持韧性的最基本的一条经验是一刻不能脱离人民群众，始终把人民利益摆在至高无上的地位，把人民对美好生活的向往作为奋斗目标，与人民风雨同舟、生死与共并始终保持血肉联系。一个政党要有韧性，还需要一定的社会认同基础，需要具备凝聚内外共识的能力，这也是其合法性基础巩固与否、正当性充足与否的重要标识。在多元基础上寻求统一性，建构组织认同和社会认同，从而为实现既定目标同心同向地前行。如果一个政党在内部形不成共识，就会一盘散沙而缺乏凝聚力；如果在外部形不成共识，就会群龙无首而缺乏社会引领力。</a:t>
              </a:r>
              <a:endParaRPr kumimoji="0" lang="zh-CN" altLang="en-US" sz="1400" b="0" i="0" u="none" strike="noStrike" kern="1200" cap="none" spc="0" normalizeH="0" baseline="0" noProof="0" dirty="0">
                <a:ln>
                  <a:noFill/>
                </a:ln>
                <a:solidFill>
                  <a:srgbClr val="E7E6E6">
                    <a:lumMod val="10000"/>
                  </a:srgbClr>
                </a:solidFill>
                <a:effectLst/>
                <a:uLnTx/>
                <a:uFillTx/>
                <a:ea typeface="华文新魏" panose="02010800040101010101" pitchFamily="2" charset="-122"/>
              </a:endParaRPr>
            </a:p>
          </p:txBody>
        </p:sp>
      </p:grpSp>
    </p:spTree>
    <p:custDataLst>
      <p:tags r:id="rId5"/>
    </p:custDataLst>
  </p:cSld>
  <p:clrMapOvr>
    <a:masterClrMapping/>
  </p:clrMapOvr>
  <mc:AlternateContent xmlns:mc="http://schemas.openxmlformats.org/markup-compatibility/2006">
    <mc:Choice xmlns:p14="http://schemas.microsoft.com/office/powerpoint/2010/main" Requires="p14">
      <p:transition spd="slow" p14:dur="1600" advTm="2433">
        <p14:prism isInverted="1" isContent="1"/>
      </p:transition>
    </mc:Choice>
    <mc:Fallback>
      <p:transition spd="slow" advTm="243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57175" y="537636"/>
            <a:ext cx="4801314" cy="461665"/>
          </a:xfrm>
          <a:prstGeom prst="rect">
            <a:avLst/>
          </a:prstGeom>
          <a:noFill/>
        </p:spPr>
        <p:txBody>
          <a:bodyPr wrap="none" rtlCol="0">
            <a:spAutoFit/>
          </a:bodyPr>
          <a:lstStyle/>
          <a:p>
            <a:r>
              <a:rPr lang="zh-CN" altLang="en-US" sz="2400" dirty="0">
                <a:solidFill>
                  <a:srgbClr val="DB0816"/>
                </a:solidFill>
                <a:ea typeface="华文新魏" panose="02010800040101010101" pitchFamily="2" charset="-122"/>
              </a:rPr>
              <a:t>超强的凝聚人民及社会共识的能力</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grpSp>
        <p:nvGrpSpPr>
          <p:cNvPr id="115" name="组合 114"/>
          <p:cNvGrpSpPr/>
          <p:nvPr/>
        </p:nvGrpSpPr>
        <p:grpSpPr>
          <a:xfrm>
            <a:off x="1473486" y="1251745"/>
            <a:ext cx="9706017" cy="957425"/>
            <a:chOff x="1367253" y="1609394"/>
            <a:chExt cx="9706017" cy="957425"/>
          </a:xfrm>
        </p:grpSpPr>
        <p:grpSp>
          <p:nvGrpSpPr>
            <p:cNvPr id="31" name="组合 30"/>
            <p:cNvGrpSpPr/>
            <p:nvPr/>
          </p:nvGrpSpPr>
          <p:grpSpPr>
            <a:xfrm>
              <a:off x="1396145" y="1609394"/>
              <a:ext cx="6573878" cy="754790"/>
              <a:chOff x="1477425" y="1721154"/>
              <a:chExt cx="6573878" cy="754790"/>
            </a:xfrm>
          </p:grpSpPr>
          <p:sp>
            <p:nvSpPr>
              <p:cNvPr id="13" name="圆角矩形 12"/>
              <p:cNvSpPr/>
              <p:nvPr/>
            </p:nvSpPr>
            <p:spPr>
              <a:xfrm>
                <a:off x="1477425" y="1740073"/>
                <a:ext cx="6573877" cy="44766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sp>
            <p:nvSpPr>
              <p:cNvPr id="75" name="文本框 74"/>
              <p:cNvSpPr txBox="1"/>
              <p:nvPr/>
            </p:nvSpPr>
            <p:spPr>
              <a:xfrm>
                <a:off x="1711106" y="1721154"/>
                <a:ext cx="6340197" cy="461665"/>
              </a:xfrm>
              <a:prstGeom prst="rect">
                <a:avLst/>
              </a:prstGeom>
              <a:noFill/>
            </p:spPr>
            <p:txBody>
              <a:bodyPr wrap="none" rtlCol="0">
                <a:spAutoFit/>
              </a:bodyPr>
              <a:lstStyle/>
              <a:p>
                <a:r>
                  <a:rPr lang="zh-CN" altLang="en-US" sz="2400" dirty="0">
                    <a:solidFill>
                      <a:schemeClr val="bg1"/>
                    </a:solidFill>
                    <a:ea typeface="华文新魏" panose="02010800040101010101" pitchFamily="2" charset="-122"/>
                  </a:rPr>
                  <a:t>中国共产党之所以能在不同时期有效凝聚共识</a:t>
                </a:r>
                <a:endParaRPr lang="zh-CN" altLang="en-US" sz="2400" dirty="0">
                  <a:solidFill>
                    <a:schemeClr val="bg1"/>
                  </a:solidFill>
                  <a:ea typeface="华文新魏" panose="02010800040101010101" pitchFamily="2" charset="-122"/>
                </a:endParaRPr>
              </a:p>
            </p:txBody>
          </p:sp>
          <p:cxnSp>
            <p:nvCxnSpPr>
              <p:cNvPr id="27" name="直接连接符 26"/>
              <p:cNvCxnSpPr/>
              <p:nvPr/>
            </p:nvCxnSpPr>
            <p:spPr>
              <a:xfrm>
                <a:off x="1842231" y="2472487"/>
                <a:ext cx="526176" cy="3457"/>
              </a:xfrm>
              <a:prstGeom prst="line">
                <a:avLst/>
              </a:prstGeom>
              <a:ln>
                <a:solidFill>
                  <a:srgbClr val="DB0816"/>
                </a:solidFill>
                <a:prstDash val="sysDash"/>
              </a:ln>
            </p:spPr>
            <p:style>
              <a:lnRef idx="1">
                <a:schemeClr val="accent1"/>
              </a:lnRef>
              <a:fillRef idx="0">
                <a:schemeClr val="accent1"/>
              </a:fillRef>
              <a:effectRef idx="0">
                <a:schemeClr val="accent1"/>
              </a:effectRef>
              <a:fontRef idx="minor">
                <a:schemeClr val="tx1"/>
              </a:fontRef>
            </p:style>
          </p:cxnSp>
        </p:grpSp>
        <p:grpSp>
          <p:nvGrpSpPr>
            <p:cNvPr id="102" name="组合 101"/>
            <p:cNvGrpSpPr/>
            <p:nvPr/>
          </p:nvGrpSpPr>
          <p:grpSpPr>
            <a:xfrm>
              <a:off x="1367253" y="2190899"/>
              <a:ext cx="375920" cy="375920"/>
              <a:chOff x="1336773" y="2282339"/>
              <a:chExt cx="375920" cy="375920"/>
            </a:xfrm>
          </p:grpSpPr>
          <p:sp>
            <p:nvSpPr>
              <p:cNvPr id="83" name="椭圆 82"/>
              <p:cNvSpPr/>
              <p:nvPr/>
            </p:nvSpPr>
            <p:spPr>
              <a:xfrm>
                <a:off x="1336773" y="2282339"/>
                <a:ext cx="375920" cy="37592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pic>
            <p:nvPicPr>
              <p:cNvPr id="84" name="图片 83"/>
              <p:cNvPicPr>
                <a:picLocks noChangeAspect="1"/>
              </p:cNvPicPr>
              <p:nvPr/>
            </p:nvPicPr>
            <p:blipFill>
              <a:blip r:embed="rId4" cstate="screen"/>
              <a:stretch>
                <a:fillRect/>
              </a:stretch>
            </p:blipFill>
            <p:spPr>
              <a:xfrm>
                <a:off x="1371615" y="2342155"/>
                <a:ext cx="288331" cy="232716"/>
              </a:xfrm>
              <a:prstGeom prst="rect">
                <a:avLst/>
              </a:prstGeom>
            </p:spPr>
          </p:pic>
        </p:grpSp>
        <p:sp>
          <p:nvSpPr>
            <p:cNvPr id="85" name="矩形 84"/>
            <p:cNvSpPr/>
            <p:nvPr/>
          </p:nvSpPr>
          <p:spPr>
            <a:xfrm>
              <a:off x="2167154" y="2057425"/>
              <a:ext cx="8906116" cy="509178"/>
            </a:xfrm>
            <a:prstGeom prst="rect">
              <a:avLst/>
            </a:prstGeom>
          </p:spPr>
          <p:txBody>
            <a:bodyPr wrap="square">
              <a:spAutoFit/>
            </a:bodyPr>
            <a:lstStyle/>
            <a:p>
              <a:pPr>
                <a:lnSpc>
                  <a:spcPct val="150000"/>
                </a:lnSpc>
              </a:pPr>
              <a:r>
                <a:rPr lang="zh-CN" altLang="en-US" sz="2000" dirty="0">
                  <a:solidFill>
                    <a:srgbClr val="D40F0A"/>
                  </a:solidFill>
                  <a:ea typeface="华文新魏" panose="02010800040101010101" pitchFamily="2" charset="-122"/>
                </a:rPr>
                <a:t>原因主要在于</a:t>
              </a:r>
              <a:endParaRPr lang="zh-CN" altLang="en-US" sz="2000" dirty="0">
                <a:solidFill>
                  <a:srgbClr val="D40F0A"/>
                </a:solidFill>
                <a:ea typeface="华文新魏" panose="02010800040101010101" pitchFamily="2" charset="-122"/>
              </a:endParaRPr>
            </a:p>
          </p:txBody>
        </p:sp>
      </p:grpSp>
      <p:sp>
        <p:nvSpPr>
          <p:cNvPr id="26" name="Aitds6"/>
          <p:cNvSpPr/>
          <p:nvPr/>
        </p:nvSpPr>
        <p:spPr>
          <a:xfrm flipH="1">
            <a:off x="1990421" y="2556175"/>
            <a:ext cx="411960" cy="424679"/>
          </a:xfrm>
          <a:prstGeom prst="ellipse">
            <a:avLst/>
          </a:prstGeom>
          <a:solidFill>
            <a:srgbClr val="C00000"/>
          </a:solidFill>
          <a:ln w="28575" cap="flat" cmpd="sng" algn="ctr">
            <a:solidFill>
              <a:srgbClr val="FFC000"/>
            </a:solidFill>
            <a:prstDash val="solid"/>
            <a:miter lim="800000"/>
          </a:ln>
          <a:effectLst/>
        </p:spPr>
        <p:txBody>
          <a:bodyPr lIns="120948" tIns="60475" rIns="120948" bIns="60475" anchor="ctr"/>
          <a:lstStyle/>
          <a:p>
            <a:pPr algn="ctr">
              <a:defRPr/>
            </a:pPr>
            <a:r>
              <a:rPr lang="en-US" altLang="zh-CN" b="1" kern="0" dirty="0">
                <a:solidFill>
                  <a:prstClr val="white"/>
                </a:solidFill>
                <a:ea typeface="华文新魏" panose="02010800040101010101" pitchFamily="2" charset="-122"/>
              </a:rPr>
              <a:t>1</a:t>
            </a:r>
            <a:endParaRPr lang="zh-CN" altLang="en-US" b="1" kern="0" dirty="0">
              <a:solidFill>
                <a:prstClr val="white"/>
              </a:solidFill>
              <a:ea typeface="华文新魏" panose="02010800040101010101" pitchFamily="2" charset="-122"/>
            </a:endParaRPr>
          </a:p>
        </p:txBody>
      </p:sp>
      <p:sp>
        <p:nvSpPr>
          <p:cNvPr id="33" name="Aitds8"/>
          <p:cNvSpPr/>
          <p:nvPr/>
        </p:nvSpPr>
        <p:spPr>
          <a:xfrm>
            <a:off x="2703496" y="2546133"/>
            <a:ext cx="6649185" cy="445809"/>
          </a:xfrm>
          <a:prstGeom prst="roundRect">
            <a:avLst>
              <a:gd name="adj" fmla="val 5000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ea typeface="华文新魏" panose="02010800040101010101" pitchFamily="2" charset="-122"/>
            </a:endParaRPr>
          </a:p>
        </p:txBody>
      </p:sp>
      <p:cxnSp>
        <p:nvCxnSpPr>
          <p:cNvPr id="34" name="Aitds9"/>
          <p:cNvCxnSpPr/>
          <p:nvPr/>
        </p:nvCxnSpPr>
        <p:spPr>
          <a:xfrm>
            <a:off x="2393064" y="2771741"/>
            <a:ext cx="547244" cy="0"/>
          </a:xfrm>
          <a:prstGeom prst="line">
            <a:avLst/>
          </a:prstGeom>
          <a:solidFill>
            <a:schemeClr val="tx1"/>
          </a:solidFill>
          <a:ln w="25400">
            <a:solidFill>
              <a:srgbClr val="C00000"/>
            </a:solidFill>
            <a:tailEnd type="oval" w="lg" len="lg"/>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35" name="双大括号 34"/>
          <p:cNvSpPr/>
          <p:nvPr/>
        </p:nvSpPr>
        <p:spPr>
          <a:xfrm>
            <a:off x="1473486" y="2291285"/>
            <a:ext cx="8460188" cy="4079956"/>
          </a:xfrm>
          <a:prstGeom prst="bracePair">
            <a:avLst/>
          </a:prstGeom>
          <a:ln>
            <a:solidFill>
              <a:srgbClr val="D40F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ea typeface="华文新魏" panose="02010800040101010101" pitchFamily="2" charset="-122"/>
            </a:endParaRPr>
          </a:p>
        </p:txBody>
      </p:sp>
      <p:sp>
        <p:nvSpPr>
          <p:cNvPr id="36" name="文本框 35"/>
          <p:cNvSpPr txBox="1"/>
          <p:nvPr/>
        </p:nvSpPr>
        <p:spPr>
          <a:xfrm>
            <a:off x="3028320" y="2607467"/>
            <a:ext cx="1620957" cy="338554"/>
          </a:xfrm>
          <a:prstGeom prst="rect">
            <a:avLst/>
          </a:prstGeom>
          <a:noFill/>
        </p:spPr>
        <p:txBody>
          <a:bodyPr wrap="none" rtlCol="0">
            <a:spAutoFit/>
          </a:bodyPr>
          <a:lstStyle/>
          <a:p>
            <a:r>
              <a:rPr lang="zh-CN" altLang="en-US" sz="1600" dirty="0">
                <a:solidFill>
                  <a:srgbClr val="DB0816"/>
                </a:solidFill>
                <a:ea typeface="华文新魏" panose="02010800040101010101" pitchFamily="2" charset="-122"/>
              </a:rPr>
              <a:t>在各个历史时期</a:t>
            </a:r>
            <a:endParaRPr lang="zh-CN" altLang="en-US" sz="1600" dirty="0">
              <a:solidFill>
                <a:srgbClr val="DB0816"/>
              </a:solidFill>
              <a:ea typeface="华文新魏" panose="02010800040101010101" pitchFamily="2" charset="-122"/>
            </a:endParaRPr>
          </a:p>
        </p:txBody>
      </p:sp>
      <p:sp>
        <p:nvSpPr>
          <p:cNvPr id="37" name="Aitds6"/>
          <p:cNvSpPr/>
          <p:nvPr/>
        </p:nvSpPr>
        <p:spPr>
          <a:xfrm flipH="1">
            <a:off x="1990421" y="3795950"/>
            <a:ext cx="411960" cy="424679"/>
          </a:xfrm>
          <a:prstGeom prst="ellipse">
            <a:avLst/>
          </a:prstGeom>
          <a:solidFill>
            <a:srgbClr val="C00000"/>
          </a:solidFill>
          <a:ln w="28575" cap="flat" cmpd="sng" algn="ctr">
            <a:solidFill>
              <a:srgbClr val="FFC000"/>
            </a:solidFill>
            <a:prstDash val="solid"/>
            <a:miter lim="800000"/>
          </a:ln>
          <a:effectLst/>
        </p:spPr>
        <p:txBody>
          <a:bodyPr lIns="120948" tIns="60475" rIns="120948" bIns="60475" anchor="ctr"/>
          <a:lstStyle/>
          <a:p>
            <a:pPr algn="ctr">
              <a:defRPr/>
            </a:pPr>
            <a:r>
              <a:rPr lang="en-US" altLang="zh-CN" b="1" kern="0" dirty="0">
                <a:solidFill>
                  <a:prstClr val="white"/>
                </a:solidFill>
                <a:ea typeface="华文新魏" panose="02010800040101010101" pitchFamily="2" charset="-122"/>
              </a:rPr>
              <a:t>2</a:t>
            </a:r>
            <a:endParaRPr lang="zh-CN" altLang="en-US" b="1" kern="0" dirty="0">
              <a:solidFill>
                <a:prstClr val="white"/>
              </a:solidFill>
              <a:ea typeface="华文新魏" panose="02010800040101010101" pitchFamily="2" charset="-122"/>
            </a:endParaRPr>
          </a:p>
        </p:txBody>
      </p:sp>
      <p:sp>
        <p:nvSpPr>
          <p:cNvPr id="38" name="Aitds8"/>
          <p:cNvSpPr/>
          <p:nvPr/>
        </p:nvSpPr>
        <p:spPr>
          <a:xfrm>
            <a:off x="2703496" y="3785908"/>
            <a:ext cx="6649185" cy="445809"/>
          </a:xfrm>
          <a:prstGeom prst="roundRect">
            <a:avLst>
              <a:gd name="adj" fmla="val 5000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ea typeface="华文新魏" panose="02010800040101010101" pitchFamily="2" charset="-122"/>
            </a:endParaRPr>
          </a:p>
        </p:txBody>
      </p:sp>
      <p:cxnSp>
        <p:nvCxnSpPr>
          <p:cNvPr id="39" name="Aitds9"/>
          <p:cNvCxnSpPr/>
          <p:nvPr/>
        </p:nvCxnSpPr>
        <p:spPr>
          <a:xfrm>
            <a:off x="2393064" y="4011516"/>
            <a:ext cx="547244" cy="0"/>
          </a:xfrm>
          <a:prstGeom prst="line">
            <a:avLst/>
          </a:prstGeom>
          <a:solidFill>
            <a:schemeClr val="tx1"/>
          </a:solidFill>
          <a:ln w="25400">
            <a:solidFill>
              <a:srgbClr val="C00000"/>
            </a:solidFill>
            <a:tailEnd type="oval" w="lg" len="lg"/>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3081468" y="3839012"/>
            <a:ext cx="3877985" cy="338554"/>
          </a:xfrm>
          <a:prstGeom prst="rect">
            <a:avLst/>
          </a:prstGeom>
          <a:noFill/>
        </p:spPr>
        <p:txBody>
          <a:bodyPr wrap="none" rtlCol="0">
            <a:spAutoFit/>
          </a:bodyPr>
          <a:lstStyle/>
          <a:p>
            <a:r>
              <a:rPr lang="zh-CN" altLang="en-US" sz="1600" dirty="0">
                <a:solidFill>
                  <a:srgbClr val="DB0816"/>
                </a:solidFill>
                <a:ea typeface="华文新魏" panose="02010800040101010101" pitchFamily="2" charset="-122"/>
              </a:rPr>
              <a:t>促推传统文化的创造性转化和创新性发展</a:t>
            </a:r>
            <a:endParaRPr lang="zh-CN" altLang="en-US" sz="1600" dirty="0">
              <a:solidFill>
                <a:srgbClr val="DB0816"/>
              </a:solidFill>
              <a:ea typeface="华文新魏" panose="02010800040101010101" pitchFamily="2" charset="-122"/>
            </a:endParaRPr>
          </a:p>
        </p:txBody>
      </p:sp>
      <p:sp>
        <p:nvSpPr>
          <p:cNvPr id="41" name="Aitds6"/>
          <p:cNvSpPr/>
          <p:nvPr/>
        </p:nvSpPr>
        <p:spPr>
          <a:xfrm flipH="1">
            <a:off x="1990421" y="5098342"/>
            <a:ext cx="411960" cy="424679"/>
          </a:xfrm>
          <a:prstGeom prst="ellipse">
            <a:avLst/>
          </a:prstGeom>
          <a:solidFill>
            <a:srgbClr val="C00000"/>
          </a:solidFill>
          <a:ln w="28575" cap="flat" cmpd="sng" algn="ctr">
            <a:solidFill>
              <a:srgbClr val="FFC000"/>
            </a:solidFill>
            <a:prstDash val="solid"/>
            <a:miter lim="800000"/>
          </a:ln>
          <a:effectLst/>
        </p:spPr>
        <p:txBody>
          <a:bodyPr lIns="120948" tIns="60475" rIns="120948" bIns="60475" anchor="ctr"/>
          <a:lstStyle/>
          <a:p>
            <a:pPr algn="ctr">
              <a:defRPr/>
            </a:pPr>
            <a:r>
              <a:rPr lang="en-US" altLang="zh-CN" b="1" kern="0" dirty="0">
                <a:solidFill>
                  <a:prstClr val="white"/>
                </a:solidFill>
                <a:ea typeface="华文新魏" panose="02010800040101010101" pitchFamily="2" charset="-122"/>
              </a:rPr>
              <a:t>3</a:t>
            </a:r>
            <a:endParaRPr lang="zh-CN" altLang="en-US" b="1" kern="0" dirty="0">
              <a:solidFill>
                <a:prstClr val="white"/>
              </a:solidFill>
              <a:ea typeface="华文新魏" panose="02010800040101010101" pitchFamily="2" charset="-122"/>
            </a:endParaRPr>
          </a:p>
        </p:txBody>
      </p:sp>
      <p:sp>
        <p:nvSpPr>
          <p:cNvPr id="42" name="Aitds8"/>
          <p:cNvSpPr/>
          <p:nvPr/>
        </p:nvSpPr>
        <p:spPr>
          <a:xfrm>
            <a:off x="2703496" y="5088300"/>
            <a:ext cx="6649185" cy="445809"/>
          </a:xfrm>
          <a:prstGeom prst="roundRect">
            <a:avLst>
              <a:gd name="adj" fmla="val 5000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prstClr val="white"/>
              </a:solidFill>
              <a:ea typeface="华文新魏" panose="02010800040101010101" pitchFamily="2" charset="-122"/>
            </a:endParaRPr>
          </a:p>
        </p:txBody>
      </p:sp>
      <p:cxnSp>
        <p:nvCxnSpPr>
          <p:cNvPr id="43" name="Aitds9"/>
          <p:cNvCxnSpPr/>
          <p:nvPr/>
        </p:nvCxnSpPr>
        <p:spPr>
          <a:xfrm>
            <a:off x="2393064" y="5313908"/>
            <a:ext cx="547244" cy="0"/>
          </a:xfrm>
          <a:prstGeom prst="line">
            <a:avLst/>
          </a:prstGeom>
          <a:solidFill>
            <a:schemeClr val="tx1"/>
          </a:solidFill>
          <a:ln w="25400">
            <a:solidFill>
              <a:srgbClr val="C00000"/>
            </a:solidFill>
            <a:tailEnd type="oval" w="lg" len="lg"/>
          </a:ln>
          <a:effectLst>
            <a:outerShdw blurRad="50800" dist="381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3078815" y="5141404"/>
            <a:ext cx="1826141" cy="338554"/>
          </a:xfrm>
          <a:prstGeom prst="rect">
            <a:avLst/>
          </a:prstGeom>
          <a:noFill/>
        </p:spPr>
        <p:txBody>
          <a:bodyPr wrap="none" rtlCol="0">
            <a:spAutoFit/>
          </a:bodyPr>
          <a:lstStyle/>
          <a:p>
            <a:r>
              <a:rPr lang="zh-CN" altLang="en-US" sz="1600" dirty="0">
                <a:solidFill>
                  <a:srgbClr val="DB0816"/>
                </a:solidFill>
                <a:ea typeface="华文新魏" panose="02010800040101010101" pitchFamily="2" charset="-122"/>
              </a:rPr>
              <a:t>开发协商民主资源</a:t>
            </a:r>
            <a:endParaRPr lang="zh-CN" altLang="en-US" sz="1600" dirty="0">
              <a:solidFill>
                <a:srgbClr val="DB0816"/>
              </a:solidFill>
              <a:ea typeface="华文新魏" panose="02010800040101010101" pitchFamily="2" charset="-122"/>
            </a:endParaRPr>
          </a:p>
        </p:txBody>
      </p:sp>
      <p:sp>
        <p:nvSpPr>
          <p:cNvPr id="45" name="流程图: 过程 44"/>
          <p:cNvSpPr/>
          <p:nvPr/>
        </p:nvSpPr>
        <p:spPr>
          <a:xfrm>
            <a:off x="2940308" y="3053277"/>
            <a:ext cx="6326024" cy="443344"/>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ea typeface="华文新魏" panose="02010800040101010101" pitchFamily="2" charset="-122"/>
              </a:rPr>
              <a:t>都能基于对社会主要矛盾的科学判断，提出凝聚最大共识的方针政策，从而为国家的发展指明方向</a:t>
            </a:r>
            <a:endParaRPr lang="zh-CN" altLang="en-US" sz="1050" dirty="0">
              <a:ea typeface="华文新魏" panose="02010800040101010101" pitchFamily="2" charset="-122"/>
            </a:endParaRPr>
          </a:p>
        </p:txBody>
      </p:sp>
      <p:sp>
        <p:nvSpPr>
          <p:cNvPr id="46" name="流程图: 过程 45"/>
          <p:cNvSpPr/>
          <p:nvPr/>
        </p:nvSpPr>
        <p:spPr>
          <a:xfrm>
            <a:off x="2940308" y="4282134"/>
            <a:ext cx="6326024" cy="650950"/>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ea typeface="华文新魏" panose="02010800040101010101" pitchFamily="2" charset="-122"/>
              </a:rPr>
              <a:t>中华优秀传统文化凝结着中华民族的情感、价值、精神，传承着中华民族悠久的历史，是人类社会发展进步的精神支撑，不仅属于历史，也属于现代。中国共产党一直以来注重加强对传统文化的挖掘和阐发，努力实现中华传统文化的创造性转化、创新性发展。</a:t>
            </a:r>
            <a:endParaRPr lang="zh-CN" altLang="en-US" sz="1050" dirty="0">
              <a:ea typeface="华文新魏" panose="02010800040101010101" pitchFamily="2" charset="-122"/>
            </a:endParaRPr>
          </a:p>
        </p:txBody>
      </p:sp>
      <p:sp>
        <p:nvSpPr>
          <p:cNvPr id="47" name="流程图: 过程 46"/>
          <p:cNvSpPr/>
          <p:nvPr/>
        </p:nvSpPr>
        <p:spPr>
          <a:xfrm>
            <a:off x="2913290" y="5606713"/>
            <a:ext cx="6326024" cy="650950"/>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ea typeface="华文新魏" panose="02010800040101010101" pitchFamily="2" charset="-122"/>
              </a:rPr>
              <a:t>协商民主是中国共产党的伟大政治创造，早在陕甘宁边区就已开始建构并施行“三三制”这种协商民主形式。有不同意见是自然的、正常的，在各方思想认识不统一时通过不同协商民主样态找寻哪些可以“求同”，哪些可以“存异”，哪些有望成为“最大公约数”，有助于化异聚同、增同减异、多中求一，在分化中促推整合，在差异中建构共识。</a:t>
            </a:r>
            <a:endParaRPr lang="zh-CN" altLang="en-US" sz="1050" dirty="0">
              <a:ea typeface="华文新魏" panose="02010800040101010101" pitchFamily="2" charset="-122"/>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1600" advTm="2433">
        <p14:prism isInverted="1" isContent="1"/>
      </p:transition>
    </mc:Choice>
    <mc:Fallback>
      <p:transition spd="slow" advTm="243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1000"/>
                                        <p:tgtEl>
                                          <p:spTgt spid="26"/>
                                        </p:tgtEl>
                                      </p:cBhvr>
                                    </p:animEffect>
                                    <p:anim calcmode="lin" valueType="num">
                                      <p:cBhvr>
                                        <p:cTn id="13" dur="1000" fill="hold"/>
                                        <p:tgtEl>
                                          <p:spTgt spid="26"/>
                                        </p:tgtEl>
                                        <p:attrNameLst>
                                          <p:attrName>ppt_x</p:attrName>
                                        </p:attrNameLst>
                                      </p:cBhvr>
                                      <p:tavLst>
                                        <p:tav tm="0">
                                          <p:val>
                                            <p:strVal val="#ppt_x"/>
                                          </p:val>
                                        </p:tav>
                                        <p:tav tm="100000">
                                          <p:val>
                                            <p:strVal val="#ppt_x"/>
                                          </p:val>
                                        </p:tav>
                                      </p:tavLst>
                                    </p:anim>
                                    <p:anim calcmode="lin" valueType="num">
                                      <p:cBhvr>
                                        <p:cTn id="14" dur="1000" fill="hold"/>
                                        <p:tgtEl>
                                          <p:spTgt spid="2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1000"/>
                                        <p:tgtEl>
                                          <p:spTgt spid="34"/>
                                        </p:tgtEl>
                                      </p:cBhvr>
                                    </p:animEffect>
                                    <p:anim calcmode="lin" valueType="num">
                                      <p:cBhvr>
                                        <p:cTn id="18" dur="1000" fill="hold"/>
                                        <p:tgtEl>
                                          <p:spTgt spid="34"/>
                                        </p:tgtEl>
                                        <p:attrNameLst>
                                          <p:attrName>ppt_x</p:attrName>
                                        </p:attrNameLst>
                                      </p:cBhvr>
                                      <p:tavLst>
                                        <p:tav tm="0">
                                          <p:val>
                                            <p:strVal val="#ppt_x"/>
                                          </p:val>
                                        </p:tav>
                                        <p:tav tm="100000">
                                          <p:val>
                                            <p:strVal val="#ppt_x"/>
                                          </p:val>
                                        </p:tav>
                                      </p:tavLst>
                                    </p:anim>
                                    <p:anim calcmode="lin" valueType="num">
                                      <p:cBhvr>
                                        <p:cTn id="19" dur="1000" fill="hold"/>
                                        <p:tgtEl>
                                          <p:spTgt spid="3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1000"/>
                                        <p:tgtEl>
                                          <p:spTgt spid="33"/>
                                        </p:tgtEl>
                                      </p:cBhvr>
                                    </p:animEffect>
                                    <p:anim calcmode="lin" valueType="num">
                                      <p:cBhvr>
                                        <p:cTn id="23" dur="1000" fill="hold"/>
                                        <p:tgtEl>
                                          <p:spTgt spid="33"/>
                                        </p:tgtEl>
                                        <p:attrNameLst>
                                          <p:attrName>ppt_x</p:attrName>
                                        </p:attrNameLst>
                                      </p:cBhvr>
                                      <p:tavLst>
                                        <p:tav tm="0">
                                          <p:val>
                                            <p:strVal val="#ppt_x"/>
                                          </p:val>
                                        </p:tav>
                                        <p:tav tm="100000">
                                          <p:val>
                                            <p:strVal val="#ppt_x"/>
                                          </p:val>
                                        </p:tav>
                                      </p:tavLst>
                                    </p:anim>
                                    <p:anim calcmode="lin" valueType="num">
                                      <p:cBhvr>
                                        <p:cTn id="24" dur="1000" fill="hold"/>
                                        <p:tgtEl>
                                          <p:spTgt spid="3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1000"/>
                                        <p:tgtEl>
                                          <p:spTgt spid="39"/>
                                        </p:tgtEl>
                                      </p:cBhvr>
                                    </p:animEffect>
                                    <p:anim calcmode="lin" valueType="num">
                                      <p:cBhvr>
                                        <p:cTn id="33" dur="1000" fill="hold"/>
                                        <p:tgtEl>
                                          <p:spTgt spid="39"/>
                                        </p:tgtEl>
                                        <p:attrNameLst>
                                          <p:attrName>ppt_x</p:attrName>
                                        </p:attrNameLst>
                                      </p:cBhvr>
                                      <p:tavLst>
                                        <p:tav tm="0">
                                          <p:val>
                                            <p:strVal val="#ppt_x"/>
                                          </p:val>
                                        </p:tav>
                                        <p:tav tm="100000">
                                          <p:val>
                                            <p:strVal val="#ppt_x"/>
                                          </p:val>
                                        </p:tav>
                                      </p:tavLst>
                                    </p:anim>
                                    <p:anim calcmode="lin" valueType="num">
                                      <p:cBhvr>
                                        <p:cTn id="34" dur="1000" fill="hold"/>
                                        <p:tgtEl>
                                          <p:spTgt spid="3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1000"/>
                                        <p:tgtEl>
                                          <p:spTgt spid="38"/>
                                        </p:tgtEl>
                                      </p:cBhvr>
                                    </p:animEffect>
                                    <p:anim calcmode="lin" valueType="num">
                                      <p:cBhvr>
                                        <p:cTn id="38" dur="1000" fill="hold"/>
                                        <p:tgtEl>
                                          <p:spTgt spid="38"/>
                                        </p:tgtEl>
                                        <p:attrNameLst>
                                          <p:attrName>ppt_x</p:attrName>
                                        </p:attrNameLst>
                                      </p:cBhvr>
                                      <p:tavLst>
                                        <p:tav tm="0">
                                          <p:val>
                                            <p:strVal val="#ppt_x"/>
                                          </p:val>
                                        </p:tav>
                                        <p:tav tm="100000">
                                          <p:val>
                                            <p:strVal val="#ppt_x"/>
                                          </p:val>
                                        </p:tav>
                                      </p:tavLst>
                                    </p:anim>
                                    <p:anim calcmode="lin" valueType="num">
                                      <p:cBhvr>
                                        <p:cTn id="39" dur="1000" fill="hold"/>
                                        <p:tgtEl>
                                          <p:spTgt spid="3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1000"/>
                                        <p:tgtEl>
                                          <p:spTgt spid="41"/>
                                        </p:tgtEl>
                                      </p:cBhvr>
                                    </p:animEffect>
                                    <p:anim calcmode="lin" valueType="num">
                                      <p:cBhvr>
                                        <p:cTn id="43" dur="1000" fill="hold"/>
                                        <p:tgtEl>
                                          <p:spTgt spid="41"/>
                                        </p:tgtEl>
                                        <p:attrNameLst>
                                          <p:attrName>ppt_x</p:attrName>
                                        </p:attrNameLst>
                                      </p:cBhvr>
                                      <p:tavLst>
                                        <p:tav tm="0">
                                          <p:val>
                                            <p:strVal val="#ppt_x"/>
                                          </p:val>
                                        </p:tav>
                                        <p:tav tm="100000">
                                          <p:val>
                                            <p:strVal val="#ppt_x"/>
                                          </p:val>
                                        </p:tav>
                                      </p:tavLst>
                                    </p:anim>
                                    <p:anim calcmode="lin" valueType="num">
                                      <p:cBhvr>
                                        <p:cTn id="44" dur="1000" fill="hold"/>
                                        <p:tgtEl>
                                          <p:spTgt spid="4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1000"/>
                                        <p:tgtEl>
                                          <p:spTgt spid="43"/>
                                        </p:tgtEl>
                                      </p:cBhvr>
                                    </p:animEffect>
                                    <p:anim calcmode="lin" valueType="num">
                                      <p:cBhvr>
                                        <p:cTn id="48" dur="1000" fill="hold"/>
                                        <p:tgtEl>
                                          <p:spTgt spid="43"/>
                                        </p:tgtEl>
                                        <p:attrNameLst>
                                          <p:attrName>ppt_x</p:attrName>
                                        </p:attrNameLst>
                                      </p:cBhvr>
                                      <p:tavLst>
                                        <p:tav tm="0">
                                          <p:val>
                                            <p:strVal val="#ppt_x"/>
                                          </p:val>
                                        </p:tav>
                                        <p:tav tm="100000">
                                          <p:val>
                                            <p:strVal val="#ppt_x"/>
                                          </p:val>
                                        </p:tav>
                                      </p:tavLst>
                                    </p:anim>
                                    <p:anim calcmode="lin" valueType="num">
                                      <p:cBhvr>
                                        <p:cTn id="49" dur="1000" fill="hold"/>
                                        <p:tgtEl>
                                          <p:spTgt spid="4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1000"/>
                                        <p:tgtEl>
                                          <p:spTgt spid="42"/>
                                        </p:tgtEl>
                                      </p:cBhvr>
                                    </p:animEffect>
                                    <p:anim calcmode="lin" valueType="num">
                                      <p:cBhvr>
                                        <p:cTn id="53" dur="1000" fill="hold"/>
                                        <p:tgtEl>
                                          <p:spTgt spid="42"/>
                                        </p:tgtEl>
                                        <p:attrNameLst>
                                          <p:attrName>ppt_x</p:attrName>
                                        </p:attrNameLst>
                                      </p:cBhvr>
                                      <p:tavLst>
                                        <p:tav tm="0">
                                          <p:val>
                                            <p:strVal val="#ppt_x"/>
                                          </p:val>
                                        </p:tav>
                                        <p:tav tm="100000">
                                          <p:val>
                                            <p:strVal val="#ppt_x"/>
                                          </p:val>
                                        </p:tav>
                                      </p:tavLst>
                                    </p:anim>
                                    <p:anim calcmode="lin" valueType="num">
                                      <p:cBhvr>
                                        <p:cTn id="54" dur="1000" fill="hold"/>
                                        <p:tgtEl>
                                          <p:spTgt spid="4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1000"/>
                                        <p:tgtEl>
                                          <p:spTgt spid="35"/>
                                        </p:tgtEl>
                                      </p:cBhvr>
                                    </p:animEffect>
                                    <p:anim calcmode="lin" valueType="num">
                                      <p:cBhvr>
                                        <p:cTn id="58" dur="1000" fill="hold"/>
                                        <p:tgtEl>
                                          <p:spTgt spid="35"/>
                                        </p:tgtEl>
                                        <p:attrNameLst>
                                          <p:attrName>ppt_x</p:attrName>
                                        </p:attrNameLst>
                                      </p:cBhvr>
                                      <p:tavLst>
                                        <p:tav tm="0">
                                          <p:val>
                                            <p:strVal val="#ppt_x"/>
                                          </p:val>
                                        </p:tav>
                                        <p:tav tm="100000">
                                          <p:val>
                                            <p:strVal val="#ppt_x"/>
                                          </p:val>
                                        </p:tav>
                                      </p:tavLst>
                                    </p:anim>
                                    <p:anim calcmode="lin" valueType="num">
                                      <p:cBhvr>
                                        <p:cTn id="59" dur="1000" fill="hold"/>
                                        <p:tgtEl>
                                          <p:spTgt spid="3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1000"/>
                                        <p:tgtEl>
                                          <p:spTgt spid="36"/>
                                        </p:tgtEl>
                                      </p:cBhvr>
                                    </p:animEffect>
                                    <p:anim calcmode="lin" valueType="num">
                                      <p:cBhvr>
                                        <p:cTn id="63" dur="1000" fill="hold"/>
                                        <p:tgtEl>
                                          <p:spTgt spid="36"/>
                                        </p:tgtEl>
                                        <p:attrNameLst>
                                          <p:attrName>ppt_x</p:attrName>
                                        </p:attrNameLst>
                                      </p:cBhvr>
                                      <p:tavLst>
                                        <p:tav tm="0">
                                          <p:val>
                                            <p:strVal val="#ppt_x"/>
                                          </p:val>
                                        </p:tav>
                                        <p:tav tm="100000">
                                          <p:val>
                                            <p:strVal val="#ppt_x"/>
                                          </p:val>
                                        </p:tav>
                                      </p:tavLst>
                                    </p:anim>
                                    <p:anim calcmode="lin" valueType="num">
                                      <p:cBhvr>
                                        <p:cTn id="64" dur="1000" fill="hold"/>
                                        <p:tgtEl>
                                          <p:spTgt spid="3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1000"/>
                                        <p:tgtEl>
                                          <p:spTgt spid="40"/>
                                        </p:tgtEl>
                                      </p:cBhvr>
                                    </p:animEffect>
                                    <p:anim calcmode="lin" valueType="num">
                                      <p:cBhvr>
                                        <p:cTn id="68" dur="1000" fill="hold"/>
                                        <p:tgtEl>
                                          <p:spTgt spid="40"/>
                                        </p:tgtEl>
                                        <p:attrNameLst>
                                          <p:attrName>ppt_x</p:attrName>
                                        </p:attrNameLst>
                                      </p:cBhvr>
                                      <p:tavLst>
                                        <p:tav tm="0">
                                          <p:val>
                                            <p:strVal val="#ppt_x"/>
                                          </p:val>
                                        </p:tav>
                                        <p:tav tm="100000">
                                          <p:val>
                                            <p:strVal val="#ppt_x"/>
                                          </p:val>
                                        </p:tav>
                                      </p:tavLst>
                                    </p:anim>
                                    <p:anim calcmode="lin" valueType="num">
                                      <p:cBhvr>
                                        <p:cTn id="69" dur="1000" fill="hold"/>
                                        <p:tgtEl>
                                          <p:spTgt spid="4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1000"/>
                                        <p:tgtEl>
                                          <p:spTgt spid="44"/>
                                        </p:tgtEl>
                                      </p:cBhvr>
                                    </p:animEffect>
                                    <p:anim calcmode="lin" valueType="num">
                                      <p:cBhvr>
                                        <p:cTn id="73" dur="1000" fill="hold"/>
                                        <p:tgtEl>
                                          <p:spTgt spid="44"/>
                                        </p:tgtEl>
                                        <p:attrNameLst>
                                          <p:attrName>ppt_x</p:attrName>
                                        </p:attrNameLst>
                                      </p:cBhvr>
                                      <p:tavLst>
                                        <p:tav tm="0">
                                          <p:val>
                                            <p:strVal val="#ppt_x"/>
                                          </p:val>
                                        </p:tav>
                                        <p:tav tm="100000">
                                          <p:val>
                                            <p:strVal val="#ppt_x"/>
                                          </p:val>
                                        </p:tav>
                                      </p:tavLst>
                                    </p:anim>
                                    <p:anim calcmode="lin" valueType="num">
                                      <p:cBhvr>
                                        <p:cTn id="74" dur="1000" fill="hold"/>
                                        <p:tgtEl>
                                          <p:spTgt spid="4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1000"/>
                                        <p:tgtEl>
                                          <p:spTgt spid="45"/>
                                        </p:tgtEl>
                                      </p:cBhvr>
                                    </p:animEffect>
                                    <p:anim calcmode="lin" valueType="num">
                                      <p:cBhvr>
                                        <p:cTn id="78" dur="1000" fill="hold"/>
                                        <p:tgtEl>
                                          <p:spTgt spid="45"/>
                                        </p:tgtEl>
                                        <p:attrNameLst>
                                          <p:attrName>ppt_x</p:attrName>
                                        </p:attrNameLst>
                                      </p:cBhvr>
                                      <p:tavLst>
                                        <p:tav tm="0">
                                          <p:val>
                                            <p:strVal val="#ppt_x"/>
                                          </p:val>
                                        </p:tav>
                                        <p:tav tm="100000">
                                          <p:val>
                                            <p:strVal val="#ppt_x"/>
                                          </p:val>
                                        </p:tav>
                                      </p:tavLst>
                                    </p:anim>
                                    <p:anim calcmode="lin" valueType="num">
                                      <p:cBhvr>
                                        <p:cTn id="79" dur="1000" fill="hold"/>
                                        <p:tgtEl>
                                          <p:spTgt spid="45"/>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1000"/>
                                        <p:tgtEl>
                                          <p:spTgt spid="46"/>
                                        </p:tgtEl>
                                      </p:cBhvr>
                                    </p:animEffect>
                                    <p:anim calcmode="lin" valueType="num">
                                      <p:cBhvr>
                                        <p:cTn id="83" dur="1000" fill="hold"/>
                                        <p:tgtEl>
                                          <p:spTgt spid="46"/>
                                        </p:tgtEl>
                                        <p:attrNameLst>
                                          <p:attrName>ppt_x</p:attrName>
                                        </p:attrNameLst>
                                      </p:cBhvr>
                                      <p:tavLst>
                                        <p:tav tm="0">
                                          <p:val>
                                            <p:strVal val="#ppt_x"/>
                                          </p:val>
                                        </p:tav>
                                        <p:tav tm="100000">
                                          <p:val>
                                            <p:strVal val="#ppt_x"/>
                                          </p:val>
                                        </p:tav>
                                      </p:tavLst>
                                    </p:anim>
                                    <p:anim calcmode="lin" valueType="num">
                                      <p:cBhvr>
                                        <p:cTn id="84" dur="1000" fill="hold"/>
                                        <p:tgtEl>
                                          <p:spTgt spid="46"/>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1000"/>
                                        <p:tgtEl>
                                          <p:spTgt spid="47"/>
                                        </p:tgtEl>
                                      </p:cBhvr>
                                    </p:animEffect>
                                    <p:anim calcmode="lin" valueType="num">
                                      <p:cBhvr>
                                        <p:cTn id="88" dur="1000" fill="hold"/>
                                        <p:tgtEl>
                                          <p:spTgt spid="47"/>
                                        </p:tgtEl>
                                        <p:attrNameLst>
                                          <p:attrName>ppt_x</p:attrName>
                                        </p:attrNameLst>
                                      </p:cBhvr>
                                      <p:tavLst>
                                        <p:tav tm="0">
                                          <p:val>
                                            <p:strVal val="#ppt_x"/>
                                          </p:val>
                                        </p:tav>
                                        <p:tav tm="100000">
                                          <p:val>
                                            <p:strVal val="#ppt_x"/>
                                          </p:val>
                                        </p:tav>
                                      </p:tavLst>
                                    </p:anim>
                                    <p:anim calcmode="lin" valueType="num">
                                      <p:cBhvr>
                                        <p:cTn id="89"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3" grpId="0" animBg="1"/>
      <p:bldP spid="35" grpId="0" animBg="1"/>
      <p:bldP spid="36" grpId="0"/>
      <p:bldP spid="37" grpId="0" animBg="1"/>
      <p:bldP spid="38" grpId="0" animBg="1"/>
      <p:bldP spid="40" grpId="0"/>
      <p:bldP spid="41" grpId="0" animBg="1"/>
      <p:bldP spid="42" grpId="0" animBg="1"/>
      <p:bldP spid="44" grpId="0"/>
      <p:bldP spid="45" grpId="0" animBg="1"/>
      <p:bldP spid="46" grpId="0" animBg="1"/>
      <p:bldP spid="4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6460761"/>
            <a:ext cx="12192000" cy="239842"/>
          </a:xfrm>
          <a:prstGeom prst="rect">
            <a:avLst/>
          </a:prstGeom>
          <a:solidFill>
            <a:srgbClr val="D615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华文新魏" panose="02010800040101010101" pitchFamily="2" charset="-122"/>
            </a:endParaRPr>
          </a:p>
        </p:txBody>
      </p:sp>
      <p:cxnSp>
        <p:nvCxnSpPr>
          <p:cNvPr id="53" name="PA-直接连接符 2"/>
          <p:cNvCxnSpPr/>
          <p:nvPr>
            <p:custDataLst>
              <p:tags r:id="rId1"/>
            </p:custDataLst>
          </p:nvPr>
        </p:nvCxnSpPr>
        <p:spPr>
          <a:xfrm>
            <a:off x="1473486" y="1085694"/>
            <a:ext cx="10609546" cy="0"/>
          </a:xfrm>
          <a:prstGeom prst="line">
            <a:avLst/>
          </a:prstGeom>
          <a:ln>
            <a:solidFill>
              <a:srgbClr val="DC0612"/>
            </a:solidFill>
            <a:prstDash val="dash"/>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392801" y="217002"/>
            <a:ext cx="4493538" cy="830997"/>
          </a:xfrm>
          <a:prstGeom prst="rect">
            <a:avLst/>
          </a:prstGeom>
          <a:noFill/>
        </p:spPr>
        <p:txBody>
          <a:bodyPr wrap="none" rtlCol="0">
            <a:spAutoFit/>
          </a:bodyPr>
          <a:lstStyle/>
          <a:p>
            <a:pPr fontAlgn="base"/>
            <a:endParaRPr lang="zh-CN" altLang="en-US" sz="2400" b="1" dirty="0">
              <a:solidFill>
                <a:srgbClr val="FF0000"/>
              </a:solidFill>
              <a:ea typeface="华文新魏" panose="02010800040101010101" pitchFamily="2" charset="-122"/>
            </a:endParaRPr>
          </a:p>
          <a:p>
            <a:r>
              <a:rPr lang="zh-CN" altLang="en-US" sz="2400" dirty="0">
                <a:solidFill>
                  <a:srgbClr val="DB0816"/>
                </a:solidFill>
                <a:ea typeface="华文新魏" panose="02010800040101010101" pitchFamily="2" charset="-122"/>
              </a:rPr>
              <a:t>中国共产党保持恒久韧性的奥秘</a:t>
            </a:r>
            <a:endParaRPr lang="zh-CN" altLang="en-US" sz="2400" dirty="0">
              <a:solidFill>
                <a:srgbClr val="DB0816"/>
              </a:solidFill>
              <a:ea typeface="华文新魏" panose="02010800040101010101" pitchFamily="2" charset="-122"/>
            </a:endParaRPr>
          </a:p>
        </p:txBody>
      </p:sp>
      <p:pic>
        <p:nvPicPr>
          <p:cNvPr id="55" name="图片 54"/>
          <p:cNvPicPr>
            <a:picLocks noChangeAspect="1"/>
          </p:cNvPicPr>
          <p:nvPr/>
        </p:nvPicPr>
        <p:blipFill>
          <a:blip r:embed="rId2" cstate="screen"/>
          <a:stretch>
            <a:fillRect/>
          </a:stretch>
        </p:blipFill>
        <p:spPr>
          <a:xfrm>
            <a:off x="260309" y="358189"/>
            <a:ext cx="1108735" cy="894878"/>
          </a:xfrm>
          <a:prstGeom prst="rect">
            <a:avLst/>
          </a:prstGeom>
        </p:spPr>
      </p:pic>
      <p:pic>
        <p:nvPicPr>
          <p:cNvPr id="56" name="图片 55"/>
          <p:cNvPicPr>
            <a:picLocks noChangeAspect="1"/>
          </p:cNvPicPr>
          <p:nvPr/>
        </p:nvPicPr>
        <p:blipFill>
          <a:blip r:embed="rId3" cstate="screen"/>
          <a:srcRect/>
          <a:stretch>
            <a:fillRect/>
          </a:stretch>
        </p:blipFill>
        <p:spPr>
          <a:xfrm>
            <a:off x="10625559" y="-72604"/>
            <a:ext cx="1342663" cy="1403694"/>
          </a:xfrm>
          <a:prstGeom prst="rect">
            <a:avLst/>
          </a:prstGeom>
        </p:spPr>
      </p:pic>
      <p:sp>
        <p:nvSpPr>
          <p:cNvPr id="2" name="双大括号 1"/>
          <p:cNvSpPr/>
          <p:nvPr/>
        </p:nvSpPr>
        <p:spPr>
          <a:xfrm>
            <a:off x="2719346" y="1331090"/>
            <a:ext cx="8460188" cy="4542660"/>
          </a:xfrm>
          <a:prstGeom prst="bracePair">
            <a:avLst/>
          </a:prstGeom>
          <a:ln>
            <a:solidFill>
              <a:srgbClr val="D40F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ea typeface="华文新魏" panose="02010800040101010101" pitchFamily="2" charset="-122"/>
            </a:endParaRPr>
          </a:p>
        </p:txBody>
      </p:sp>
      <p:grpSp>
        <p:nvGrpSpPr>
          <p:cNvPr id="3" name="组合 2"/>
          <p:cNvGrpSpPr/>
          <p:nvPr/>
        </p:nvGrpSpPr>
        <p:grpSpPr>
          <a:xfrm>
            <a:off x="872429" y="1882471"/>
            <a:ext cx="1708410" cy="3309731"/>
            <a:chOff x="914282" y="2747527"/>
            <a:chExt cx="1735514" cy="2144603"/>
          </a:xfrm>
        </p:grpSpPr>
        <p:grpSp>
          <p:nvGrpSpPr>
            <p:cNvPr id="22" name="组合 21"/>
            <p:cNvGrpSpPr/>
            <p:nvPr/>
          </p:nvGrpSpPr>
          <p:grpSpPr>
            <a:xfrm>
              <a:off x="914282" y="2747527"/>
              <a:ext cx="1735514" cy="2144603"/>
              <a:chOff x="777049" y="1720161"/>
              <a:chExt cx="3806526" cy="4703787"/>
            </a:xfrm>
          </p:grpSpPr>
          <p:sp>
            <p:nvSpPr>
              <p:cNvPr id="25" name="Aitds2-1"/>
              <p:cNvSpPr>
                <a:spLocks noChangeArrowheads="1"/>
              </p:cNvSpPr>
              <p:nvPr/>
            </p:nvSpPr>
            <p:spPr bwMode="auto">
              <a:xfrm>
                <a:off x="777049" y="1720161"/>
                <a:ext cx="3806526" cy="4703787"/>
              </a:xfrm>
              <a:prstGeom prst="rect">
                <a:avLst/>
              </a:prstGeom>
              <a:solidFill>
                <a:srgbClr val="C00000"/>
              </a:solidFill>
              <a:ln w="28575">
                <a:gradFill>
                  <a:gsLst>
                    <a:gs pos="100000">
                      <a:schemeClr val="bg1"/>
                    </a:gs>
                    <a:gs pos="0">
                      <a:schemeClr val="bg1">
                        <a:lumMod val="85000"/>
                      </a:schemeClr>
                    </a:gs>
                  </a:gsLst>
                  <a:lin ang="5400000" scaled="0"/>
                </a:gradFill>
              </a:ln>
              <a:effectLst/>
            </p:spPr>
            <p:txBody>
              <a:bodyPr anchor="ctr"/>
              <a:lstStyle/>
              <a:p>
                <a:pPr algn="ctr">
                  <a:defRPr/>
                </a:pPr>
                <a:endParaRPr lang="zh-CN" altLang="zh-CN" sz="3200" dirty="0">
                  <a:solidFill>
                    <a:prstClr val="black"/>
                  </a:solidFill>
                  <a:ea typeface="华文新魏" panose="02010800040101010101" pitchFamily="2" charset="-122"/>
                </a:endParaRPr>
              </a:p>
            </p:txBody>
          </p:sp>
          <p:sp>
            <p:nvSpPr>
              <p:cNvPr id="26" name="Aitds2-2"/>
              <p:cNvSpPr/>
              <p:nvPr/>
            </p:nvSpPr>
            <p:spPr>
              <a:xfrm>
                <a:off x="1936495" y="3521662"/>
                <a:ext cx="1508671" cy="2576246"/>
              </a:xfrm>
              <a:prstGeom prst="rect">
                <a:avLst/>
              </a:prstGeom>
            </p:spPr>
            <p:txBody>
              <a:bodyPr vert="eaVert" wrap="square">
                <a:spAutoFit/>
              </a:bodyPr>
              <a:lstStyle/>
              <a:p>
                <a:pPr lvl="0">
                  <a:defRPr/>
                </a:pPr>
                <a:r>
                  <a:rPr lang="zh-CN" altLang="en-US" sz="3200" dirty="0">
                    <a:solidFill>
                      <a:schemeClr val="bg1"/>
                    </a:solidFill>
                    <a:ea typeface="华文新魏" panose="02010800040101010101" pitchFamily="2" charset="-122"/>
                  </a:rPr>
                  <a:t>概括来说</a:t>
                </a:r>
                <a:endParaRPr lang="zh-CN" altLang="en-US" sz="3200" dirty="0">
                  <a:solidFill>
                    <a:schemeClr val="bg1"/>
                  </a:solidFill>
                  <a:ea typeface="华文新魏" panose="02010800040101010101" pitchFamily="2" charset="-122"/>
                </a:endParaRPr>
              </a:p>
            </p:txBody>
          </p:sp>
        </p:grpSp>
        <p:pic>
          <p:nvPicPr>
            <p:cNvPr id="30" name="图片 29"/>
            <p:cNvPicPr>
              <a:picLocks noChangeAspect="1"/>
            </p:cNvPicPr>
            <p:nvPr/>
          </p:nvPicPr>
          <p:blipFill>
            <a:blip r:embed="rId4" cstate="screen"/>
            <a:stretch>
              <a:fillRect/>
            </a:stretch>
          </p:blipFill>
          <p:spPr>
            <a:xfrm>
              <a:off x="1229778" y="2944657"/>
              <a:ext cx="1018786" cy="630953"/>
            </a:xfrm>
            <a:prstGeom prst="rect">
              <a:avLst/>
            </a:prstGeom>
          </p:spPr>
        </p:pic>
      </p:grpSp>
      <p:sp>
        <p:nvSpPr>
          <p:cNvPr id="4" name="流程图: 过程 3"/>
          <p:cNvSpPr/>
          <p:nvPr/>
        </p:nvSpPr>
        <p:spPr>
          <a:xfrm>
            <a:off x="3453268" y="1882471"/>
            <a:ext cx="6326024" cy="330973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ea typeface="华文新魏" panose="02010800040101010101" pitchFamily="2" charset="-122"/>
              </a:rPr>
              <a:t>崇高的信仰信念支撑是价值基础，从理念深处为保持韧性提供理想航标”；一以贯之的强烈的忧患意识是思想基础，从精神方面为保持韧性提供意念定力；不断进行自我革命的勇气确保了组织基础，从组织维度为保持韧性提供人才资源；勤于学习善于学习的本领则从内在素质方面为保持韧性提供主体自觉；超强的凝聚人民及社会共识的能力提供了认同基础及社会基础，从意识形态建构方面为保持韧性提供思想要素，并从社会层面为增强韧性提供环境支持。这几个方面缺一不可并协同发生作用，是中国共产党始终保持韧性并永葆生机活力的奥秘所在。</a:t>
            </a:r>
            <a:endParaRPr lang="zh-CN" altLang="en-US" sz="1600" dirty="0">
              <a:ea typeface="华文新魏" panose="02010800040101010101" pitchFamily="2" charset="-122"/>
            </a:endParaRPr>
          </a:p>
        </p:txBody>
      </p:sp>
      <p:sp>
        <p:nvSpPr>
          <p:cNvPr id="8"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35">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1901">
        <p14:prism isInverted="1"/>
      </p:transition>
    </mc:Choice>
    <mc:Fallback>
      <p:transition spd="slow" advTm="190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1" presetClass="entr" presetSubtype="0" fill="hold" grpId="0" nodeType="withEffect">
                                  <p:stCondLst>
                                    <p:cond delay="0"/>
                                  </p:stCondLst>
                                  <p:iterate type="lt">
                                    <p:tmPct val="2634"/>
                                  </p:iterate>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anim calcmode="lin" valueType="num">
                                      <p:cBhvr>
                                        <p:cTn id="1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2868" y="-10023"/>
            <a:ext cx="12173715" cy="6847715"/>
          </a:xfrm>
          <a:prstGeom prst="rect">
            <a:avLst/>
          </a:prstGeom>
        </p:spPr>
      </p:pic>
      <p:sp>
        <p:nvSpPr>
          <p:cNvPr id="24" name="矩形 23"/>
          <p:cNvSpPr/>
          <p:nvPr/>
        </p:nvSpPr>
        <p:spPr>
          <a:xfrm>
            <a:off x="1390015" y="3164840"/>
            <a:ext cx="9147810" cy="1014730"/>
          </a:xfrm>
          <a:prstGeom prst="rect">
            <a:avLst/>
          </a:prstGeom>
          <a:effectLst/>
        </p:spPr>
        <p:txBody>
          <a:bodyPr vert="horz" wrap="square" lIns="91440" tIns="45720" rIns="91440" bIns="45720">
            <a:spAutoFit/>
          </a:bodyPr>
          <a:lstStyle/>
          <a:p>
            <a:pPr algn="ctr" defTabSz="1218565"/>
            <a:r>
              <a:rPr lang="zh-CN" altLang="en-US" sz="6000" b="1" dirty="0">
                <a:solidFill>
                  <a:srgbClr val="D60000"/>
                </a:solidFill>
                <a:latin typeface="微软雅黑" panose="020B0503020204020204" pitchFamily="34" charset="-122"/>
                <a:ea typeface="微软雅黑" panose="020B0503020204020204" pitchFamily="34" charset="-122"/>
              </a:rPr>
              <a:t>中国共产党建党</a:t>
            </a:r>
            <a:r>
              <a:rPr lang="en-US" altLang="zh-CN" sz="6000" b="1" dirty="0">
                <a:solidFill>
                  <a:srgbClr val="D60000"/>
                </a:solidFill>
                <a:latin typeface="微软雅黑" panose="020B0503020204020204" pitchFamily="34" charset="-122"/>
                <a:ea typeface="微软雅黑" panose="020B0503020204020204" pitchFamily="34" charset="-122"/>
              </a:rPr>
              <a:t>100</a:t>
            </a:r>
            <a:r>
              <a:rPr lang="zh-CN" altLang="en-US" sz="6000" b="1" dirty="0">
                <a:solidFill>
                  <a:srgbClr val="D60000"/>
                </a:solidFill>
                <a:latin typeface="微软雅黑" panose="020B0503020204020204" pitchFamily="34" charset="-122"/>
                <a:ea typeface="微软雅黑" panose="020B0503020204020204" pitchFamily="34" charset="-122"/>
              </a:rPr>
              <a:t>周年</a:t>
            </a:r>
            <a:endParaRPr lang="zh-CN" altLang="en-US" sz="6000" b="1" dirty="0">
              <a:solidFill>
                <a:srgbClr val="D60000"/>
              </a:solidFill>
              <a:latin typeface="微软雅黑" panose="020B0503020204020204" pitchFamily="34" charset="-122"/>
              <a:ea typeface="微软雅黑" panose="020B0503020204020204" pitchFamily="34" charset="-122"/>
            </a:endParaRPr>
          </a:p>
        </p:txBody>
      </p:sp>
      <p:sp>
        <p:nvSpPr>
          <p:cNvPr id="26" name="矩形 25"/>
          <p:cNvSpPr/>
          <p:nvPr/>
        </p:nvSpPr>
        <p:spPr>
          <a:xfrm>
            <a:off x="3358538" y="4313710"/>
            <a:ext cx="5474923" cy="461665"/>
          </a:xfrm>
          <a:prstGeom prst="rect">
            <a:avLst/>
          </a:prstGeom>
          <a:ln>
            <a:solidFill>
              <a:srgbClr val="C00000"/>
            </a:solidFill>
          </a:ln>
        </p:spPr>
        <p:txBody>
          <a:bodyPr wrap="square">
            <a:spAutoFit/>
          </a:bodyPr>
          <a:lstStyle/>
          <a:p>
            <a:pPr algn="ctr"/>
            <a:r>
              <a:rPr lang="zh-CN" altLang="en-US" sz="2400">
                <a:solidFill>
                  <a:srgbClr val="D60000"/>
                </a:solidFill>
                <a:latin typeface="微软雅黑" panose="020B0503020204020204" pitchFamily="34" charset="-122"/>
                <a:ea typeface="微软雅黑" panose="020B0503020204020204" pitchFamily="34" charset="-122"/>
              </a:rPr>
              <a:t>在疫情中领悟党史 牢记初心使命</a:t>
            </a:r>
            <a:endParaRPr lang="zh-CN" altLang="en-US" sz="2400">
              <a:solidFill>
                <a:srgbClr val="D60000"/>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3301044" y="4819314"/>
            <a:ext cx="5569872" cy="328799"/>
            <a:chOff x="4255692" y="4201457"/>
            <a:chExt cx="4177404" cy="246599"/>
          </a:xfrm>
        </p:grpSpPr>
        <p:sp>
          <p:nvSpPr>
            <p:cNvPr id="28" name="矩形 27"/>
            <p:cNvSpPr/>
            <p:nvPr/>
          </p:nvSpPr>
          <p:spPr>
            <a:xfrm>
              <a:off x="4255692" y="4201457"/>
              <a:ext cx="1215718" cy="230833"/>
            </a:xfrm>
            <a:prstGeom prst="rect">
              <a:avLst/>
            </a:prstGeom>
          </p:spPr>
          <p:txBody>
            <a:bodyPr wrap="none">
              <a:spAutoFit/>
            </a:bodyPr>
            <a:lstStyle/>
            <a:p>
              <a:pPr algn="ctr"/>
              <a:r>
                <a:rPr lang="zh-CN" altLang="en-US" sz="1400">
                  <a:solidFill>
                    <a:srgbClr val="4B4B4B"/>
                  </a:solidFill>
                  <a:latin typeface="微软雅黑" panose="020B0503020204020204" pitchFamily="34" charset="-122"/>
                  <a:ea typeface="微软雅黑" panose="020B0503020204020204" pitchFamily="34" charset="-122"/>
                </a:rPr>
                <a:t>全面建成小康社会</a:t>
              </a:r>
              <a:endParaRPr lang="zh-CN" altLang="en-US" sz="1400">
                <a:solidFill>
                  <a:srgbClr val="4B4B4B"/>
                </a:solidFill>
                <a:latin typeface="微软雅黑" panose="020B0503020204020204" pitchFamily="34" charset="-122"/>
                <a:ea typeface="微软雅黑" panose="020B0503020204020204" pitchFamily="34" charset="-122"/>
              </a:endParaRPr>
            </a:p>
          </p:txBody>
        </p:sp>
        <p:sp>
          <p:nvSpPr>
            <p:cNvPr id="29" name="矩形 28"/>
            <p:cNvSpPr/>
            <p:nvPr/>
          </p:nvSpPr>
          <p:spPr>
            <a:xfrm>
              <a:off x="5453432" y="4217223"/>
              <a:ext cx="1426112" cy="230833"/>
            </a:xfrm>
            <a:prstGeom prst="rect">
              <a:avLst/>
            </a:prstGeom>
          </p:spPr>
          <p:txBody>
            <a:bodyPr wrap="none">
              <a:spAutoFit/>
            </a:bodyPr>
            <a:lstStyle/>
            <a:p>
              <a:pPr marL="228600" indent="-228600" algn="ctr">
                <a:buFont typeface="Wingdings" panose="05000000000000000000" pitchFamily="2" charset="2"/>
                <a:buChar char="l"/>
              </a:pPr>
              <a:r>
                <a:rPr lang="zh-CN" altLang="en-US" sz="1400">
                  <a:solidFill>
                    <a:srgbClr val="4B4B4B"/>
                  </a:solidFill>
                  <a:latin typeface="微软雅黑" panose="020B0503020204020204" pitchFamily="34" charset="-122"/>
                  <a:ea typeface="微软雅黑" panose="020B0503020204020204" pitchFamily="34" charset="-122"/>
                </a:rPr>
                <a:t> 中国特色社会主义</a:t>
              </a:r>
              <a:endParaRPr lang="zh-CN" altLang="en-US" sz="1400">
                <a:solidFill>
                  <a:srgbClr val="4B4B4B"/>
                </a:solidFill>
                <a:latin typeface="微软雅黑" panose="020B0503020204020204" pitchFamily="34" charset="-122"/>
                <a:ea typeface="微软雅黑" panose="020B0503020204020204" pitchFamily="34" charset="-122"/>
              </a:endParaRPr>
            </a:p>
          </p:txBody>
        </p:sp>
        <p:sp>
          <p:nvSpPr>
            <p:cNvPr id="30" name="矩形 29"/>
            <p:cNvSpPr/>
            <p:nvPr/>
          </p:nvSpPr>
          <p:spPr>
            <a:xfrm>
              <a:off x="6872332" y="4217223"/>
              <a:ext cx="1560764" cy="230833"/>
            </a:xfrm>
            <a:prstGeom prst="rect">
              <a:avLst/>
            </a:prstGeom>
          </p:spPr>
          <p:txBody>
            <a:bodyPr wrap="none">
              <a:spAutoFit/>
            </a:bodyPr>
            <a:lstStyle/>
            <a:p>
              <a:pPr marL="228600" indent="-228600" algn="ctr">
                <a:buFont typeface="Wingdings" panose="05000000000000000000" pitchFamily="2" charset="2"/>
                <a:buChar char="l"/>
              </a:pPr>
              <a:r>
                <a:rPr lang="zh-CN" altLang="en-US" sz="1400">
                  <a:solidFill>
                    <a:srgbClr val="4B4B4B"/>
                  </a:solidFill>
                  <a:latin typeface="微软雅黑" panose="020B0503020204020204" pitchFamily="34" charset="-122"/>
                  <a:ea typeface="微软雅黑" panose="020B0503020204020204" pitchFamily="34" charset="-122"/>
                </a:rPr>
                <a:t> 最广大人民根本利益</a:t>
              </a:r>
              <a:endParaRPr lang="zh-CN" altLang="en-US" sz="1400">
                <a:solidFill>
                  <a:srgbClr val="4B4B4B"/>
                </a:solidFill>
                <a:latin typeface="微软雅黑" panose="020B0503020204020204" pitchFamily="34" charset="-122"/>
                <a:ea typeface="微软雅黑" panose="020B0503020204020204" pitchFamily="34" charset="-122"/>
              </a:endParaRPr>
            </a:p>
          </p:txBody>
        </p:sp>
      </p:grpSp>
      <p:pic>
        <p:nvPicPr>
          <p:cNvPr id="4" name="图片 3"/>
          <p:cNvPicPr>
            <a:picLocks noChangeAspect="1"/>
          </p:cNvPicPr>
          <p:nvPr/>
        </p:nvPicPr>
        <p:blipFill>
          <a:blip r:embed="rId2" cstate="screen"/>
          <a:srcRect/>
          <a:stretch>
            <a:fillRect/>
          </a:stretch>
        </p:blipFill>
        <p:spPr>
          <a:xfrm>
            <a:off x="-80682" y="-80683"/>
            <a:ext cx="5755341" cy="1479177"/>
          </a:xfrm>
          <a:prstGeom prst="rect">
            <a:avLst/>
          </a:prstGeom>
        </p:spPr>
      </p:pic>
      <p:sp>
        <p:nvSpPr>
          <p:cNvPr id="17" name="Aitds7"/>
          <p:cNvSpPr/>
          <p:nvPr/>
        </p:nvSpPr>
        <p:spPr>
          <a:xfrm>
            <a:off x="1505722" y="1159893"/>
            <a:ext cx="9180556" cy="2246769"/>
          </a:xfrm>
          <a:prstGeom prst="rect">
            <a:avLst/>
          </a:prstGeom>
          <a:ln>
            <a:noFill/>
          </a:ln>
          <a:effectLst>
            <a:outerShdw blurRad="50800" dist="38100" dir="8100000" algn="tr" rotWithShape="0">
              <a:prstClr val="black">
                <a:alpha val="40000"/>
              </a:prstClr>
            </a:outerShdw>
          </a:effectLst>
        </p:spPr>
        <p:txBody>
          <a:bodyPr wrap="square">
            <a:spAutoFit/>
          </a:bodyPr>
          <a:lstStyle/>
          <a:p>
            <a:pPr algn="just" defTabSz="914400"/>
            <a:r>
              <a:rPr lang="zh-CN" altLang="en-US" sz="14000" b="1" dirty="0">
                <a:ln w="38100">
                  <a:solidFill>
                    <a:schemeClr val="bg1"/>
                  </a:solidFill>
                </a:ln>
                <a:solidFill>
                  <a:srgbClr val="D40F0A"/>
                </a:solidFill>
                <a:latin typeface="华文新魏" panose="02010800040101010101" pitchFamily="2" charset="-122"/>
                <a:ea typeface="华文新魏" panose="02010800040101010101" pitchFamily="2" charset="-122"/>
              </a:rPr>
              <a:t>历史的轨迹</a:t>
            </a:r>
            <a:endParaRPr lang="zh-CN" altLang="en-US" sz="14000" b="1" dirty="0">
              <a:ln w="38100">
                <a:solidFill>
                  <a:schemeClr val="bg1"/>
                </a:solidFill>
              </a:ln>
              <a:solidFill>
                <a:srgbClr val="D40F0A"/>
              </a:solidFill>
              <a:latin typeface="华文新魏" panose="02010800040101010101" pitchFamily="2" charset="-122"/>
              <a:ea typeface="华文新魏" panose="02010800040101010101" pitchFamily="2" charset="-122"/>
            </a:endParaRPr>
          </a:p>
        </p:txBody>
      </p:sp>
      <p:pic>
        <p:nvPicPr>
          <p:cNvPr id="18" name="图片 17"/>
          <p:cNvPicPr>
            <a:picLocks noChangeAspect="1"/>
          </p:cNvPicPr>
          <p:nvPr/>
        </p:nvPicPr>
        <p:blipFill>
          <a:blip r:embed="rId3" cstate="screen"/>
          <a:srcRect t="44893" b="25028"/>
          <a:stretch>
            <a:fillRect/>
          </a:stretch>
        </p:blipFill>
        <p:spPr>
          <a:xfrm>
            <a:off x="0" y="4909512"/>
            <a:ext cx="12192000" cy="2062788"/>
          </a:xfrm>
          <a:prstGeom prst="rect">
            <a:avLst/>
          </a:prstGeom>
        </p:spPr>
      </p:pic>
      <p:pic>
        <p:nvPicPr>
          <p:cNvPr id="19" name="图片 18"/>
          <p:cNvPicPr>
            <a:picLocks noChangeAspect="1"/>
          </p:cNvPicPr>
          <p:nvPr/>
        </p:nvPicPr>
        <p:blipFill>
          <a:blip r:embed="rId4" cstate="screen"/>
          <a:stretch>
            <a:fillRect/>
          </a:stretch>
        </p:blipFill>
        <p:spPr>
          <a:xfrm>
            <a:off x="8445500" y="3097197"/>
            <a:ext cx="4013200" cy="3738323"/>
          </a:xfrm>
          <a:prstGeom prst="rect">
            <a:avLst/>
          </a:prstGeom>
        </p:spPr>
      </p:pic>
      <p:pic>
        <p:nvPicPr>
          <p:cNvPr id="20" name="图片 19"/>
          <p:cNvPicPr>
            <a:picLocks noChangeAspect="1"/>
          </p:cNvPicPr>
          <p:nvPr/>
        </p:nvPicPr>
        <p:blipFill>
          <a:blip r:embed="rId5" cstate="screen"/>
          <a:srcRect l="34848" t="3592" r="32576" b="21437"/>
          <a:stretch>
            <a:fillRect/>
          </a:stretch>
        </p:blipFill>
        <p:spPr>
          <a:xfrm flipH="1">
            <a:off x="-108953" y="3737811"/>
            <a:ext cx="2499530" cy="3235826"/>
          </a:xfrm>
          <a:prstGeom prst="rect">
            <a:avLst/>
          </a:prstGeom>
        </p:spPr>
      </p:pic>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4"/>
                                        </p:tgtEl>
                                        <p:attrNameLst>
                                          <p:attrName>ppt_y</p:attrName>
                                        </p:attrNameLst>
                                      </p:cBhvr>
                                      <p:tavLst>
                                        <p:tav tm="0">
                                          <p:val>
                                            <p:strVal val="#ppt_y"/>
                                          </p:val>
                                        </p:tav>
                                        <p:tav tm="100000">
                                          <p:val>
                                            <p:strVal val="#ppt_y"/>
                                          </p:val>
                                        </p:tav>
                                      </p:tavLst>
                                    </p:anim>
                                    <p:anim calcmode="lin" valueType="num">
                                      <p:cBhvr>
                                        <p:cTn id="9"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4"/>
                                        </p:tgtEl>
                                      </p:cBhvr>
                                    </p:animEffect>
                                  </p:childTnLst>
                                </p:cTn>
                              </p:par>
                            </p:childTnLst>
                          </p:cTn>
                        </p:par>
                        <p:par>
                          <p:cTn id="12" fill="hold">
                            <p:stCondLst>
                              <p:cond delay="1049"/>
                            </p:stCondLst>
                            <p:childTnLst>
                              <p:par>
                                <p:cTn id="13" presetID="10"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par>
                          <p:cTn id="16" fill="hold">
                            <p:stCondLst>
                              <p:cond delay="1549"/>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anim calcmode="lin" valueType="num">
                                      <p:cBhvr>
                                        <p:cTn id="23" dur="1000" fill="hold"/>
                                        <p:tgtEl>
                                          <p:spTgt spid="17"/>
                                        </p:tgtEl>
                                        <p:attrNameLst>
                                          <p:attrName>ppt_x</p:attrName>
                                        </p:attrNameLst>
                                      </p:cBhvr>
                                      <p:tavLst>
                                        <p:tav tm="0">
                                          <p:val>
                                            <p:strVal val="#ppt_x"/>
                                          </p:val>
                                        </p:tav>
                                        <p:tav tm="100000">
                                          <p:val>
                                            <p:strVal val="#ppt_x"/>
                                          </p:val>
                                        </p:tav>
                                      </p:tavLst>
                                    </p:anim>
                                    <p:anim calcmode="lin" valueType="num">
                                      <p:cBhvr>
                                        <p:cTn id="2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animBg="1"/>
      <p:bldP spid="17" grpId="0"/>
    </p:bldLst>
  </p:timing>
</p:sld>
</file>

<file path=ppt/tags/tag1.xml><?xml version="1.0" encoding="utf-8"?>
<p:tagLst xmlns:p="http://schemas.openxmlformats.org/presentationml/2006/main">
  <p:tag name="PA" val="v5.2.8"/>
</p:tagLst>
</file>

<file path=ppt/tags/tag2.xml><?xml version="1.0" encoding="utf-8"?>
<p:tagLst xmlns:p="http://schemas.openxmlformats.org/presentationml/2006/main">
  <p:tag name="PA" val="v5.2.8"/>
</p:tagLst>
</file>

<file path=ppt/tags/tag3.xml><?xml version="1.0" encoding="utf-8"?>
<p:tagLst xmlns:p="http://schemas.openxmlformats.org/presentationml/2006/main">
  <p:tag name="PA" val="v5.2.8"/>
</p:tagLst>
</file>

<file path=ppt/tags/tag4.xml><?xml version="1.0" encoding="utf-8"?>
<p:tagLst xmlns:p="http://schemas.openxmlformats.org/presentationml/2006/main">
  <p:tag name="PA" val="v5.2.8"/>
</p:tagLst>
</file>

<file path=ppt/tags/tag5.xml><?xml version="1.0" encoding="utf-8"?>
<p:tagLst xmlns:p="http://schemas.openxmlformats.org/presentationml/2006/main">
  <p:tag name="PA" val="v5.2.8"/>
</p:tagLst>
</file>

<file path=ppt/tags/tag6.xml><?xml version="1.0" encoding="utf-8"?>
<p:tagLst xmlns:p="http://schemas.openxmlformats.org/presentationml/2006/main">
  <p:tag name="PA" val="v5.2.8"/>
</p:tagLst>
</file>

<file path=ppt/tags/tag7.xml><?xml version="1.0" encoding="utf-8"?>
<p:tagLst xmlns:p="http://schemas.openxmlformats.org/presentationml/2006/main">
  <p:tag name="PA" val="v5.2.8"/>
</p:tagLst>
</file>

<file path=ppt/tags/tag8.xml><?xml version="1.0" encoding="utf-8"?>
<p:tagLst xmlns:p="http://schemas.openxmlformats.org/presentationml/2006/main">
  <p:tag name="PA" val="v5.2.8"/>
</p:tagLst>
</file>

<file path=ppt/tags/tag9.xml><?xml version="1.0" encoding="utf-8"?>
<p:tagLst xmlns:p="http://schemas.openxmlformats.org/presentationml/2006/main">
  <p:tag name="PA" val="v5.2.8"/>
</p:tagLst>
</file>

<file path=ppt/tags/tag10.xml><?xml version="1.0" encoding="utf-8"?>
<p:tagLst xmlns:p="http://schemas.openxmlformats.org/presentationml/2006/main">
  <p:tag name="PA" val="v5.2.8"/>
</p:tagLst>
</file>

<file path=ppt/tags/tag11.xml><?xml version="1.0" encoding="utf-8"?>
<p:tagLst xmlns:p="http://schemas.openxmlformats.org/presentationml/2006/main">
  <p:tag name="PA" val="v5.2.8"/>
</p:tagLst>
</file>

<file path=ppt/tags/tag12.xml><?xml version="1.0" encoding="utf-8"?>
<p:tagLst xmlns:p="http://schemas.openxmlformats.org/presentationml/2006/main">
  <p:tag name="PA" val="v5.2.8"/>
</p:tagLst>
</file>

<file path=ppt/tags/tag13.xml><?xml version="1.0" encoding="utf-8"?>
<p:tagLst xmlns:p="http://schemas.openxmlformats.org/presentationml/2006/main">
  <p:tag name="TIMING" val="|0.9"/>
</p:tagLst>
</file>

<file path=ppt/tags/tag14.xml><?xml version="1.0" encoding="utf-8"?>
<p:tagLst xmlns:p="http://schemas.openxmlformats.org/presentationml/2006/main">
  <p:tag name="PA" val="v5.2.8"/>
</p:tagLst>
</file>

<file path=ppt/tags/tag15.xml><?xml version="1.0" encoding="utf-8"?>
<p:tagLst xmlns:p="http://schemas.openxmlformats.org/presentationml/2006/main">
  <p:tag name="TIMING" val="|0.9"/>
</p:tagLst>
</file>

<file path=ppt/tags/tag16.xml><?xml version="1.0" encoding="utf-8"?>
<p:tagLst xmlns:p="http://schemas.openxmlformats.org/presentationml/2006/main">
  <p:tag name="PA" val="v5.2.8"/>
</p:tagLst>
</file>

<file path=ppt/tags/tag17.xml><?xml version="1.0" encoding="utf-8"?>
<p:tagLst xmlns:p="http://schemas.openxmlformats.org/presentationml/2006/main">
  <p:tag name="TIMING" val="|0.9"/>
</p:tagLst>
</file>

<file path=ppt/tags/tag18.xml><?xml version="1.0" encoding="utf-8"?>
<p:tagLst xmlns:p="http://schemas.openxmlformats.org/presentationml/2006/main">
  <p:tag name="PA" val="v5.2.8"/>
</p:tagLst>
</file>

<file path=ppt/tags/tag19.xml><?xml version="1.0" encoding="utf-8"?>
<p:tagLst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oZGlkIjoiNTE5ZmNiMmMwMmFkM2RkYTdmOGFhOTIyYTI4ZmFjYjMifQ=="/>
  <p:tag name="KSO_WPP_MARK_KEY" val="70c1e6ba-9d0c-4327-b278-1a59b0f32997"/>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公众号:JTPPT">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3723</Words>
  <Application>WPS 演示</Application>
  <PresentationFormat>宽屏</PresentationFormat>
  <Paragraphs>223</Paragraphs>
  <Slides>23</Slides>
  <Notes>23</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23</vt:i4>
      </vt:variant>
    </vt:vector>
  </HeadingPairs>
  <TitlesOfParts>
    <vt:vector size="36" baseType="lpstr">
      <vt:lpstr>Arial</vt:lpstr>
      <vt:lpstr>宋体</vt:lpstr>
      <vt:lpstr>Wingdings</vt:lpstr>
      <vt:lpstr>华文新魏</vt:lpstr>
      <vt:lpstr>微软雅黑</vt:lpstr>
      <vt:lpstr>Wingdings</vt:lpstr>
      <vt:lpstr>Arial</vt:lpstr>
      <vt:lpstr>Arial Unicode MS</vt:lpstr>
      <vt:lpstr>Calibri Light</vt:lpstr>
      <vt:lpstr>Calibri</vt:lpstr>
      <vt:lpstr>第一PPT，www.1ppt.com</vt:lpstr>
      <vt:lpstr>第一PPT，www.1ppt.com </vt:lpstr>
      <vt:lpstr>公众号:JTPPT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涵莜儿</cp:lastModifiedBy>
  <cp:revision>2</cp:revision>
  <dcterms:created xsi:type="dcterms:W3CDTF">2020-06-08T07:56:00Z</dcterms:created>
  <dcterms:modified xsi:type="dcterms:W3CDTF">2025-05-09T02:04:44Z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32277F00FCFC41B1B5FD8BEC10FADC9C_12</vt:lpwstr>
  </property>
  <property fmtid="{D5CDD505-2E9C-101B-9397-08002B2CF9AE}" pid="3" name="KSOProductBuildVer">
    <vt:lpwstr>2052-12.1.0.21171</vt:lpwstr>
  </property>
</Properties>
</file>