
<file path=[Content_Types].xml><?xml version="1.0" encoding="utf-8"?>
<Types xmlns="http://schemas.openxmlformats.org/package/2006/content-types">
  <Default Extension="jpeg" ContentType="image/jpeg"/>
  <Default Extension="JPG" ContentType="image/.jpg"/>
  <Default Extension="png" ContentType="image/png"/>
  <Default Extension="emf" ContentType="image/x-emf"/>
  <Default Extension="wdp" ContentType="image/vnd.ms-photo"/>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dia/image2.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2" r:id="rId3"/>
    <p:sldMasterId id="2147483666" r:id="rId4"/>
  </p:sldMasterIdLst>
  <p:notesMasterIdLst>
    <p:notesMasterId r:id="rId8"/>
  </p:notesMasterIdLst>
  <p:sldIdLst>
    <p:sldId id="256" r:id="rId5"/>
    <p:sldId id="257" r:id="rId6"/>
    <p:sldId id="258" r:id="rId7"/>
    <p:sldId id="259" r:id="rId9"/>
    <p:sldId id="263" r:id="rId10"/>
    <p:sldId id="264" r:id="rId11"/>
    <p:sldId id="265" r:id="rId12"/>
    <p:sldId id="260" r:id="rId13"/>
    <p:sldId id="267" r:id="rId14"/>
    <p:sldId id="268" r:id="rId15"/>
    <p:sldId id="266" r:id="rId16"/>
    <p:sldId id="261" r:id="rId17"/>
    <p:sldId id="270" r:id="rId18"/>
    <p:sldId id="271" r:id="rId19"/>
    <p:sldId id="269" r:id="rId20"/>
    <p:sldId id="262" r:id="rId21"/>
    <p:sldId id="272" r:id="rId22"/>
    <p:sldId id="274" r:id="rId23"/>
    <p:sldId id="273" r:id="rId24"/>
    <p:sldId id="275" r:id="rId25"/>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C"/>
    <a:srgbClr val="FCD27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0"/>
    <p:restoredTop sz="92139" autoAdjust="0"/>
  </p:normalViewPr>
  <p:slideViewPr>
    <p:cSldViewPr showGuides="1">
      <p:cViewPr varScale="1">
        <p:scale>
          <a:sx n="62" d="100"/>
          <a:sy n="62" d="100"/>
        </p:scale>
        <p:origin x="58" y="235"/>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4.xml"/><Relationship Id="rId8" Type="http://schemas.openxmlformats.org/officeDocument/2006/relationships/notesMaster" Target="notesMasters/notesMaster1.xml"/><Relationship Id="rId7" Type="http://schemas.openxmlformats.org/officeDocument/2006/relationships/slide" Target="slides/slide3.xml"/><Relationship Id="rId6" Type="http://schemas.openxmlformats.org/officeDocument/2006/relationships/slide" Target="slides/slide2.xml"/><Relationship Id="rId5" Type="http://schemas.openxmlformats.org/officeDocument/2006/relationships/slide" Target="slides/slide1.xml"/><Relationship Id="rId4" Type="http://schemas.openxmlformats.org/officeDocument/2006/relationships/slideMaster" Target="slideMasters/slideMaster3.xml"/><Relationship Id="rId3" Type="http://schemas.openxmlformats.org/officeDocument/2006/relationships/slideMaster" Target="slideMasters/slideMaster2.xml"/><Relationship Id="rId28" Type="http://schemas.openxmlformats.org/officeDocument/2006/relationships/tableStyles" Target="tableStyles.xml"/><Relationship Id="rId27" Type="http://schemas.openxmlformats.org/officeDocument/2006/relationships/viewProps" Target="viewProps.xml"/><Relationship Id="rId26" Type="http://schemas.openxmlformats.org/officeDocument/2006/relationships/presProps" Target="presProps.xml"/><Relationship Id="rId25" Type="http://schemas.openxmlformats.org/officeDocument/2006/relationships/slide" Target="slides/slide20.xml"/><Relationship Id="rId24" Type="http://schemas.openxmlformats.org/officeDocument/2006/relationships/slide" Target="slides/slide19.xml"/><Relationship Id="rId23" Type="http://schemas.openxmlformats.org/officeDocument/2006/relationships/slide" Target="slides/slide18.xml"/><Relationship Id="rId22" Type="http://schemas.openxmlformats.org/officeDocument/2006/relationships/slide" Target="slides/slide17.xml"/><Relationship Id="rId21" Type="http://schemas.openxmlformats.org/officeDocument/2006/relationships/slide" Target="slides/slide16.xml"/><Relationship Id="rId20" Type="http://schemas.openxmlformats.org/officeDocument/2006/relationships/slide" Target="slides/slide15.xml"/><Relationship Id="rId2" Type="http://schemas.openxmlformats.org/officeDocument/2006/relationships/theme" Target="theme/theme1.xml"/><Relationship Id="rId19" Type="http://schemas.openxmlformats.org/officeDocument/2006/relationships/slide" Target="slides/slide14.xml"/><Relationship Id="rId18" Type="http://schemas.openxmlformats.org/officeDocument/2006/relationships/slide" Target="slides/slide13.xml"/><Relationship Id="rId17" Type="http://schemas.openxmlformats.org/officeDocument/2006/relationships/slide" Target="slides/slide12.xml"/><Relationship Id="rId16" Type="http://schemas.openxmlformats.org/officeDocument/2006/relationships/slide" Target="slides/slide11.xml"/><Relationship Id="rId15" Type="http://schemas.openxmlformats.org/officeDocument/2006/relationships/slide" Target="slides/slide10.xml"/><Relationship Id="rId14" Type="http://schemas.openxmlformats.org/officeDocument/2006/relationships/slide" Target="slides/slide9.xml"/><Relationship Id="rId13" Type="http://schemas.openxmlformats.org/officeDocument/2006/relationships/slide" Target="slides/slide8.xml"/><Relationship Id="rId12" Type="http://schemas.openxmlformats.org/officeDocument/2006/relationships/slide" Target="slides/slide7.xml"/><Relationship Id="rId11" Type="http://schemas.openxmlformats.org/officeDocument/2006/relationships/slide" Target="slides/slide6.xml"/><Relationship Id="rId10" Type="http://schemas.openxmlformats.org/officeDocument/2006/relationships/slide" Target="slides/slide5.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BE7BF245-6632-4EE9-90E8-79078EEECBDE}"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707D2044-1B6E-4ADB-BDF4-229C94E75992}"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r>
              <a:rPr lang="zh-CN" altLang="en-US" sz="1200" dirty="0">
                <a:latin typeface="微软雅黑" panose="020B0503020204020204" pitchFamily="34" charset="-122"/>
                <a:ea typeface="微软雅黑" panose="020B0503020204020204" pitchFamily="34" charset="-122"/>
              </a:rPr>
              <a:t>模板来自于：第一</a:t>
            </a:r>
            <a:r>
              <a:rPr lang="en-US" altLang="zh-CN" sz="1200" dirty="0">
                <a:latin typeface="微软雅黑" panose="020B0503020204020204" pitchFamily="34" charset="-122"/>
                <a:ea typeface="微软雅黑" panose="020B0503020204020204" pitchFamily="34" charset="-122"/>
              </a:rPr>
              <a:t>PPT</a:t>
            </a:r>
            <a:r>
              <a:rPr lang="zh-CN" altLang="en-US" sz="1200" dirty="0">
                <a:latin typeface="微软雅黑" panose="020B0503020204020204" pitchFamily="34" charset="-122"/>
                <a:ea typeface="微软雅黑" panose="020B0503020204020204" pitchFamily="34" charset="-122"/>
              </a:rPr>
              <a:t> </a:t>
            </a:r>
            <a:r>
              <a:rPr lang="en-US" altLang="zh-CN" sz="1200" dirty="0">
                <a:latin typeface="微软雅黑" panose="020B0503020204020204" pitchFamily="34" charset="-122"/>
                <a:ea typeface="微软雅黑" panose="020B0503020204020204" pitchFamily="34" charset="-122"/>
              </a:rPr>
              <a:t>https://www.1ppt.com/</a:t>
            </a:r>
            <a:endParaRPr lang="zh-CN" altLang="en-US" sz="1200" dirty="0">
              <a:latin typeface="微软雅黑" panose="020B0503020204020204" pitchFamily="34" charset="-122"/>
              <a:ea typeface="微软雅黑" panose="020B0503020204020204" pitchFamily="34" charset="-122"/>
            </a:endParaRPr>
          </a:p>
          <a:p>
            <a:endParaRPr lang="zh-CN" altLang="en-US" dirty="0"/>
          </a:p>
        </p:txBody>
      </p:sp>
      <p:sp>
        <p:nvSpPr>
          <p:cNvPr id="4" name="灯片编号占位符 3"/>
          <p:cNvSpPr>
            <a:spLocks noGrp="1"/>
          </p:cNvSpPr>
          <p:nvPr>
            <p:ph type="sldNum" sz="quarter" idx="10"/>
          </p:nvPr>
        </p:nvSpPr>
        <p:spPr/>
        <p:txBody>
          <a:bodyPr/>
          <a:lstStyle/>
          <a:p>
            <a:fld id="{707D2044-1B6E-4ADB-BDF4-229C94E75992}"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hyperlink" Target="http://www.1ppt.com/hangye/" TargetMode="External"/><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fld id="{0978308D-364B-45D1-B740-E80BB688705B}"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7DFDFCE-4A22-4B26-9645-C8A7B6B0563A}"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0978308D-364B-45D1-B740-E80BB688705B}"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7DFDFCE-4A22-4B26-9645-C8A7B6B0563A}"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1" y="1709740"/>
            <a:ext cx="105156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p:nvPr>
        </p:nvSpPr>
        <p:spPr>
          <a:xfrm>
            <a:off x="831851" y="4589465"/>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fld id="{0978308D-364B-45D1-B740-E80BB688705B}"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7DFDFCE-4A22-4B26-9645-C8A7B6B0563A}"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p>
            <a:fld id="{0978308D-364B-45D1-B740-E80BB688705B}"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87DFDFCE-4A22-4B26-9645-C8A7B6B0563A}"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7"/>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9789"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839789" y="2505075"/>
            <a:ext cx="5157787"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6172201"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72201" y="2505075"/>
            <a:ext cx="5183188"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6"/>
          <p:cNvSpPr>
            <a:spLocks noGrp="1"/>
          </p:cNvSpPr>
          <p:nvPr>
            <p:ph type="dt" sz="half" idx="10"/>
          </p:nvPr>
        </p:nvSpPr>
        <p:spPr/>
        <p:txBody>
          <a:bodyPr/>
          <a:lstStyle/>
          <a:p>
            <a:fld id="{0978308D-364B-45D1-B740-E80BB688705B}"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87DFDFCE-4A22-4B26-9645-C8A7B6B0563A}"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0978308D-364B-45D1-B740-E80BB688705B}"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87DFDFCE-4A22-4B26-9645-C8A7B6B0563A}"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978308D-364B-45D1-B740-E80BB688705B}"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87DFDFCE-4A22-4B26-9645-C8A7B6B0563A}"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p:nvPr>
        </p:nvSpPr>
        <p:spPr>
          <a:xfrm>
            <a:off x="5183188" y="987427"/>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0978308D-364B-45D1-B740-E80BB688705B}"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87DFDFCE-4A22-4B26-9645-C8A7B6B0563A}"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7"/>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0978308D-364B-45D1-B740-E80BB688705B}"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87DFDFCE-4A22-4B26-9645-C8A7B6B0563A}"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0978308D-364B-45D1-B740-E80BB688705B}"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7DFDFCE-4A22-4B26-9645-C8A7B6B0563A}"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1" y="365125"/>
            <a:ext cx="2628900"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838201" y="365125"/>
            <a:ext cx="7734300" cy="5811838"/>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0978308D-364B-45D1-B740-E80BB688705B}"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7DFDFCE-4A22-4B26-9645-C8A7B6B0563A}"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1_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1" y="365125"/>
            <a:ext cx="2628900"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838201" y="365125"/>
            <a:ext cx="7734300" cy="5811838"/>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0978308D-364B-45D1-B740-E80BB688705B}"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7DFDFCE-4A22-4B26-9645-C8A7B6B0563A}" type="slidenum">
              <a:rPr lang="zh-CN" altLang="en-US" smtClean="0"/>
            </a:fld>
            <a:endParaRPr lang="zh-CN" altLang="en-US"/>
          </a:p>
        </p:txBody>
      </p:sp>
      <p:sp>
        <p:nvSpPr>
          <p:cNvPr id="8" name="TextBox 7"/>
          <p:cNvSpPr txBox="1"/>
          <p:nvPr userDrawn="1"/>
        </p:nvSpPr>
        <p:spPr>
          <a:xfrm>
            <a:off x="11626466" y="0"/>
            <a:ext cx="540060" cy="118430"/>
          </a:xfrm>
          <a:prstGeom prst="rect">
            <a:avLst/>
          </a:prstGeom>
          <a:noFill/>
        </p:spPr>
        <p:txBody>
          <a:bodyPr wrap="square" rtlCol="0">
            <a:spAutoFit/>
          </a:bodyPr>
          <a:lstStyle/>
          <a:p>
            <a:pPr>
              <a:lnSpc>
                <a:spcPct val="200000"/>
              </a:lnSpc>
            </a:pPr>
            <a:r>
              <a:rPr lang="zh-CN" altLang="en-US" sz="100" dirty="0">
                <a:latin typeface="微软雅黑" panose="020B0503020204020204" pitchFamily="34" charset="-122"/>
                <a:ea typeface="微软雅黑" panose="020B0503020204020204" pitchFamily="34" charset="-122"/>
                <a:hlinkClick r:id="rId2"/>
              </a:rPr>
              <a:t>行业</a:t>
            </a:r>
            <a:r>
              <a:rPr lang="en-US" altLang="zh-CN" sz="100" dirty="0">
                <a:latin typeface="微软雅黑" panose="020B0503020204020204" pitchFamily="34" charset="-122"/>
                <a:ea typeface="微软雅黑" panose="020B0503020204020204" pitchFamily="34" charset="-122"/>
                <a:hlinkClick r:id="rId2"/>
              </a:rPr>
              <a:t>PPT</a:t>
            </a:r>
            <a:r>
              <a:rPr lang="zh-CN" altLang="en-US" sz="100" dirty="0">
                <a:latin typeface="微软雅黑" panose="020B0503020204020204" pitchFamily="34" charset="-122"/>
                <a:ea typeface="微软雅黑" panose="020B0503020204020204" pitchFamily="34" charset="-122"/>
                <a:hlinkClick r:id="rId2"/>
              </a:rPr>
              <a:t>模板</a:t>
            </a:r>
            <a:r>
              <a:rPr lang="en-US" altLang="zh-CN" sz="100" dirty="0">
                <a:latin typeface="微软雅黑" panose="020B0503020204020204" pitchFamily="34" charset="-122"/>
                <a:ea typeface="微软雅黑" panose="020B0503020204020204" pitchFamily="34" charset="-122"/>
              </a:rPr>
              <a:t>http://www.1ppt.com/hangye/</a:t>
            </a:r>
            <a:endParaRPr lang="en-US" altLang="zh-CN" sz="100" dirty="0">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2_自定义版式">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609600" y="1600203"/>
            <a:ext cx="10972800" cy="4525963"/>
          </a:xfrm>
          <a:prstGeom prst="rect">
            <a:avLst/>
          </a:prstGeo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a:xfrm>
            <a:off x="609600" y="6356353"/>
            <a:ext cx="2844800" cy="365125"/>
          </a:xfrm>
          <a:prstGeom prst="rect">
            <a:avLst/>
          </a:prstGeom>
        </p:spPr>
        <p:txBody>
          <a:bodyPr/>
          <a:lstStyle/>
          <a:p>
            <a:fld id="{2E3AAC11-D570-4EA9-AFC0-30FB72BA45EB}" type="datetimeFigureOut">
              <a:rPr lang="zh-CN" altLang="en-US" smtClean="0">
                <a:solidFill>
                  <a:prstClr val="black"/>
                </a:solidFill>
              </a:rPr>
            </a:fld>
            <a:endParaRPr lang="zh-CN" altLang="en-US">
              <a:solidFill>
                <a:prstClr val="black"/>
              </a:solidFill>
            </a:endParaRPr>
          </a:p>
        </p:txBody>
      </p:sp>
      <p:sp>
        <p:nvSpPr>
          <p:cNvPr id="5" name="页脚占位符 4"/>
          <p:cNvSpPr>
            <a:spLocks noGrp="1"/>
          </p:cNvSpPr>
          <p:nvPr>
            <p:ph type="ftr" sz="quarter" idx="11"/>
          </p:nvPr>
        </p:nvSpPr>
        <p:spPr>
          <a:xfrm>
            <a:off x="4165600" y="6356353"/>
            <a:ext cx="3860800" cy="365125"/>
          </a:xfrm>
          <a:prstGeom prst="rect">
            <a:avLst/>
          </a:prstGeom>
        </p:spPr>
        <p:txBody>
          <a:bodyPr/>
          <a:lstStyle/>
          <a:p>
            <a:endParaRPr lang="zh-CN" altLang="en-US">
              <a:solidFill>
                <a:prstClr val="black"/>
              </a:solidFill>
            </a:endParaRPr>
          </a:p>
        </p:txBody>
      </p:sp>
      <p:sp>
        <p:nvSpPr>
          <p:cNvPr id="6" name="灯片编号占位符 5"/>
          <p:cNvSpPr>
            <a:spLocks noGrp="1"/>
          </p:cNvSpPr>
          <p:nvPr>
            <p:ph type="sldNum" sz="quarter" idx="12"/>
          </p:nvPr>
        </p:nvSpPr>
        <p:spPr>
          <a:xfrm>
            <a:off x="8737600" y="6356353"/>
            <a:ext cx="2844800" cy="365125"/>
          </a:xfrm>
          <a:prstGeom prst="rect">
            <a:avLst/>
          </a:prstGeom>
        </p:spPr>
        <p:txBody>
          <a:bodyPr/>
          <a:lstStyle/>
          <a:p>
            <a:fld id="{55ECCFAA-F4FB-487C-9F1E-C8836D0C3DC9}" type="slidenum">
              <a:rPr lang="zh-CN" altLang="en-US" smtClean="0">
                <a:solidFill>
                  <a:prstClr val="black"/>
                </a:solidFill>
              </a:rPr>
            </a:fld>
            <a:endParaRPr lang="zh-CN" altLang="en-US">
              <a:solidFill>
                <a:prstClr val="black"/>
              </a:solidFill>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9200" y="274641"/>
            <a:ext cx="2743200" cy="5851525"/>
          </a:xfrm>
          <a:prstGeom prst="rect">
            <a:avLst/>
          </a:prstGeo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609600" y="274641"/>
            <a:ext cx="8026400" cy="5851525"/>
          </a:xfrm>
          <a:prstGeom prst="rect">
            <a:avLst/>
          </a:prstGeo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a:xfrm>
            <a:off x="609600" y="6356353"/>
            <a:ext cx="2844800" cy="365125"/>
          </a:xfrm>
          <a:prstGeom prst="rect">
            <a:avLst/>
          </a:prstGeom>
        </p:spPr>
        <p:txBody>
          <a:bodyPr/>
          <a:lstStyle/>
          <a:p>
            <a:fld id="{2E3AAC11-D570-4EA9-AFC0-30FB72BA45EB}" type="datetimeFigureOut">
              <a:rPr lang="zh-CN" altLang="en-US" smtClean="0">
                <a:solidFill>
                  <a:prstClr val="black"/>
                </a:solidFill>
              </a:rPr>
            </a:fld>
            <a:endParaRPr lang="zh-CN" altLang="en-US">
              <a:solidFill>
                <a:prstClr val="black"/>
              </a:solidFill>
            </a:endParaRPr>
          </a:p>
        </p:txBody>
      </p:sp>
      <p:sp>
        <p:nvSpPr>
          <p:cNvPr id="5" name="页脚占位符 4"/>
          <p:cNvSpPr>
            <a:spLocks noGrp="1"/>
          </p:cNvSpPr>
          <p:nvPr>
            <p:ph type="ftr" sz="quarter" idx="11"/>
          </p:nvPr>
        </p:nvSpPr>
        <p:spPr>
          <a:xfrm>
            <a:off x="4165600" y="6356353"/>
            <a:ext cx="3860800" cy="365125"/>
          </a:xfrm>
          <a:prstGeom prst="rect">
            <a:avLst/>
          </a:prstGeom>
        </p:spPr>
        <p:txBody>
          <a:bodyPr/>
          <a:lstStyle/>
          <a:p>
            <a:endParaRPr lang="zh-CN" altLang="en-US">
              <a:solidFill>
                <a:prstClr val="black"/>
              </a:solidFill>
            </a:endParaRPr>
          </a:p>
        </p:txBody>
      </p:sp>
      <p:sp>
        <p:nvSpPr>
          <p:cNvPr id="6" name="灯片编号占位符 5"/>
          <p:cNvSpPr>
            <a:spLocks noGrp="1"/>
          </p:cNvSpPr>
          <p:nvPr>
            <p:ph type="sldNum" sz="quarter" idx="12"/>
          </p:nvPr>
        </p:nvSpPr>
        <p:spPr>
          <a:xfrm>
            <a:off x="8737600" y="6356353"/>
            <a:ext cx="2844800" cy="365125"/>
          </a:xfrm>
          <a:prstGeom prst="rect">
            <a:avLst/>
          </a:prstGeom>
        </p:spPr>
        <p:txBody>
          <a:bodyPr/>
          <a:lstStyle/>
          <a:p>
            <a:fld id="{55ECCFAA-F4FB-487C-9F1E-C8836D0C3DC9}" type="slidenum">
              <a:rPr lang="zh-CN" altLang="en-US" smtClean="0">
                <a:solidFill>
                  <a:prstClr val="black"/>
                </a:solidFill>
              </a:rPr>
            </a:fld>
            <a:endParaRPr lang="zh-CN" altLang="en-US">
              <a:solidFill>
                <a:prstClr val="black"/>
              </a:solidFill>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2_自定义版式">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6" Type="http://schemas.openxmlformats.org/officeDocument/2006/relationships/theme" Target="../theme/theme1.xml"/><Relationship Id="rId15" Type="http://schemas.openxmlformats.org/officeDocument/2006/relationships/image" Target="../media/image2.svg"/><Relationship Id="rId14" Type="http://schemas.openxmlformats.org/officeDocument/2006/relationships/image" Target="../media/image1.png"/><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4" Type="http://schemas.openxmlformats.org/officeDocument/2006/relationships/theme" Target="../theme/theme2.xml"/><Relationship Id="rId3" Type="http://schemas.openxmlformats.org/officeDocument/2006/relationships/slideLayout" Target="../slideLayouts/slideLayout16.xml"/><Relationship Id="rId2" Type="http://schemas.openxmlformats.org/officeDocument/2006/relationships/slideLayout" Target="../slideLayouts/slideLayout15.xml"/><Relationship Id="rId1" Type="http://schemas.openxmlformats.org/officeDocument/2006/relationships/slideLayout" Target="../slideLayouts/slideLayout14.xml"/></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1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4" cstate="email">
            <a:lum/>
            <a:extLst>
              <a:ext uri="{96DAC541-7B7A-43D3-8B79-37D633B846F1}">
                <asvg:svgBlip xmlns:asvg="http://schemas.microsoft.com/office/drawing/2016/SVG/main" r:embed="rId15"/>
              </a:ext>
            </a:extLst>
          </a:blip>
          <a:srcRect/>
          <a:stretch>
            <a:fillRect/>
          </a:stretch>
        </a:blip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7"/>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2"/>
          </p:nvPr>
        </p:nvSpPr>
        <p:spPr>
          <a:xfrm>
            <a:off x="838200" y="6356352"/>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978308D-364B-45D1-B740-E80BB688705B}" type="datetimeFigureOut">
              <a:rPr lang="zh-CN" altLang="en-US" smtClean="0"/>
            </a:fld>
            <a:endParaRPr lang="zh-CN" altLang="en-US"/>
          </a:p>
        </p:txBody>
      </p:sp>
      <p:sp>
        <p:nvSpPr>
          <p:cNvPr id="5" name="页脚占位符 4"/>
          <p:cNvSpPr>
            <a:spLocks noGrp="1"/>
          </p:cNvSpPr>
          <p:nvPr>
            <p:ph type="ftr" sz="quarter" idx="3"/>
          </p:nvPr>
        </p:nvSpPr>
        <p:spPr>
          <a:xfrm>
            <a:off x="4038600" y="6356352"/>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2"/>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7DFDFCE-4A22-4B26-9645-C8A7B6B0563A}"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63" r:id="rId1"/>
    <p:sldLayoutId id="2147483664" r:id="rId2"/>
    <p:sldLayoutId id="2147483665" r:id="rId3"/>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67"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6"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6.png"/><Relationship Id="rId3" Type="http://schemas.openxmlformats.org/officeDocument/2006/relationships/image" Target="../media/image5.png"/><Relationship Id="rId2" Type="http://schemas.microsoft.com/office/2007/relationships/hdphoto" Target="../media/image4.wdp"/><Relationship Id="rId1"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6.png"/><Relationship Id="rId1" Type="http://schemas.openxmlformats.org/officeDocument/2006/relationships/image" Target="../media/image8.jpeg"/></Relationships>
</file>

<file path=ppt/slides/_rels/slide3.xml.rels><?xml version="1.0" encoding="UTF-8" standalone="yes"?>
<Relationships xmlns="http://schemas.openxmlformats.org/package/2006/relationships"><Relationship Id="rId5" Type="http://schemas.openxmlformats.org/officeDocument/2006/relationships/notesSlide" Target="../notesSlides/notesSlide1.xml"/><Relationship Id="rId4" Type="http://schemas.openxmlformats.org/officeDocument/2006/relationships/slideLayout" Target="../slideLayouts/slideLayout7.xml"/><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image" Target="../media/image9.jpe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tags" Target="../tags/tag3.xml"/><Relationship Id="rId2" Type="http://schemas.openxmlformats.org/officeDocument/2006/relationships/tags" Target="../tags/tag2.xml"/><Relationship Id="rId1" Type="http://schemas.openxmlformats.org/officeDocument/2006/relationships/tags" Target="../tags/tag1.xml"/></Relationships>
</file>

<file path=ppt/slides/_rels/slide6.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tags" Target="../tags/tag5.xml"/><Relationship Id="rId3" Type="http://schemas.openxmlformats.org/officeDocument/2006/relationships/tags" Target="../tags/tag4.xml"/><Relationship Id="rId2" Type="http://schemas.openxmlformats.org/officeDocument/2006/relationships/image" Target="../media/image11.jpeg"/><Relationship Id="rId1" Type="http://schemas.openxmlformats.org/officeDocument/2006/relationships/image" Target="../media/image10.jpe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image" Target="../media/image9.jpe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2.emf"/></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image" Target="../media/image9.jpe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3.jpeg"/></Relationships>
</file>

<file path=ppt/slides/_rels/slide15.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image" Target="../media/image17.emf"/><Relationship Id="rId3" Type="http://schemas.openxmlformats.org/officeDocument/2006/relationships/image" Target="../media/image16.emf"/><Relationship Id="rId2" Type="http://schemas.openxmlformats.org/officeDocument/2006/relationships/image" Target="../media/image15.emf"/><Relationship Id="rId1" Type="http://schemas.openxmlformats.org/officeDocument/2006/relationships/image" Target="../media/image14.emf"/></Relationships>
</file>

<file path=ppt/slides/_rels/slide16.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image" Target="../media/image9.jpe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8.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image" Target="../media/image7.png"/><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image" Target="../media/image19.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rotWithShape="1">
          <a:blip r:embed="rId1" cstate="email">
            <a:extLst>
              <a:ext uri="{BEBA8EAE-BF5A-486C-A8C5-ECC9F3942E4B}">
                <a14:imgProps xmlns:a14="http://schemas.microsoft.com/office/drawing/2010/main">
                  <a14:imgLayer r:embed="rId2">
                    <a14:imgEffect>
                      <a14:colorTemperature colorTemp="4700"/>
                    </a14:imgEffect>
                  </a14:imgLayer>
                </a14:imgProps>
              </a:ext>
            </a:extLst>
          </a:blip>
          <a:srcRect/>
          <a:stretch>
            <a:fillRect/>
          </a:stretch>
        </p:blipFill>
        <p:spPr>
          <a:xfrm>
            <a:off x="0" y="0"/>
            <a:ext cx="12192000" cy="6858000"/>
          </a:xfrm>
          <a:prstGeom prst="rect">
            <a:avLst/>
          </a:prstGeom>
        </p:spPr>
      </p:pic>
      <p:sp>
        <p:nvSpPr>
          <p:cNvPr id="6" name="文本框 5"/>
          <p:cNvSpPr txBox="1"/>
          <p:nvPr/>
        </p:nvSpPr>
        <p:spPr>
          <a:xfrm>
            <a:off x="1850487" y="1367707"/>
            <a:ext cx="6048672" cy="1200329"/>
          </a:xfrm>
          <a:prstGeom prst="rect">
            <a:avLst/>
          </a:prstGeom>
          <a:noFill/>
        </p:spPr>
        <p:txBody>
          <a:bodyPr wrap="square" rtlCol="0">
            <a:spAutoFit/>
          </a:bodyPr>
          <a:lstStyle/>
          <a:p>
            <a:pPr algn="dist"/>
            <a:r>
              <a:rPr lang="zh-CN" altLang="en-US" sz="7200" dirty="0">
                <a:ln>
                  <a:solidFill>
                    <a:srgbClr val="C00000"/>
                  </a:solidFill>
                </a:ln>
                <a:gradFill flip="none" rotWithShape="1">
                  <a:gsLst>
                    <a:gs pos="0">
                      <a:srgbClr val="FFFFFC"/>
                    </a:gs>
                    <a:gs pos="83000">
                      <a:srgbClr val="FCD273"/>
                    </a:gs>
                    <a:gs pos="100000">
                      <a:srgbClr val="FFFFFC"/>
                    </a:gs>
                  </a:gsLst>
                  <a:lin ang="5400000" scaled="1"/>
                  <a:tileRect/>
                </a:gradFill>
                <a:effectLst>
                  <a:outerShdw blurRad="38100" dist="38100" dir="2700000" algn="tl">
                    <a:srgbClr val="000000">
                      <a:alpha val="43137"/>
                    </a:srgbClr>
                  </a:outerShdw>
                </a:effectLst>
                <a:latin typeface="思源宋体 CN Heavy" panose="02020900000000000000" pitchFamily="18" charset="-122"/>
                <a:ea typeface="思源宋体 CN Heavy" panose="02020900000000000000" pitchFamily="18" charset="-122"/>
              </a:rPr>
              <a:t>弘扬爱国精神</a:t>
            </a:r>
            <a:endParaRPr lang="zh-CN" altLang="en-US" sz="7200" dirty="0">
              <a:ln>
                <a:solidFill>
                  <a:srgbClr val="C00000"/>
                </a:solidFill>
              </a:ln>
              <a:gradFill flip="none" rotWithShape="1">
                <a:gsLst>
                  <a:gs pos="0">
                    <a:srgbClr val="FFFFFC"/>
                  </a:gs>
                  <a:gs pos="83000">
                    <a:srgbClr val="FCD273"/>
                  </a:gs>
                  <a:gs pos="100000">
                    <a:srgbClr val="FFFFFC"/>
                  </a:gs>
                </a:gsLst>
                <a:lin ang="5400000" scaled="1"/>
                <a:tileRect/>
              </a:gradFill>
              <a:effectLst>
                <a:outerShdw blurRad="38100" dist="38100" dir="2700000" algn="tl">
                  <a:srgbClr val="000000">
                    <a:alpha val="43137"/>
                  </a:srgbClr>
                </a:outerShdw>
              </a:effectLst>
              <a:latin typeface="思源宋体 CN Heavy" panose="02020900000000000000" pitchFamily="18" charset="-122"/>
              <a:ea typeface="思源宋体 CN Heavy" panose="02020900000000000000" pitchFamily="18" charset="-122"/>
            </a:endParaRPr>
          </a:p>
        </p:txBody>
      </p:sp>
      <p:sp>
        <p:nvSpPr>
          <p:cNvPr id="7" name="文本框 6"/>
          <p:cNvSpPr txBox="1"/>
          <p:nvPr/>
        </p:nvSpPr>
        <p:spPr>
          <a:xfrm>
            <a:off x="4861916" y="2494247"/>
            <a:ext cx="6048672" cy="1200329"/>
          </a:xfrm>
          <a:prstGeom prst="rect">
            <a:avLst/>
          </a:prstGeom>
          <a:noFill/>
        </p:spPr>
        <p:txBody>
          <a:bodyPr wrap="square" rtlCol="0">
            <a:spAutoFit/>
          </a:bodyPr>
          <a:lstStyle/>
          <a:p>
            <a:pPr algn="dist"/>
            <a:r>
              <a:rPr lang="zh-CN" altLang="en-US" sz="7200" dirty="0">
                <a:ln>
                  <a:solidFill>
                    <a:srgbClr val="C00000"/>
                  </a:solidFill>
                </a:ln>
                <a:gradFill flip="none" rotWithShape="1">
                  <a:gsLst>
                    <a:gs pos="0">
                      <a:srgbClr val="FFFFFC"/>
                    </a:gs>
                    <a:gs pos="83000">
                      <a:srgbClr val="FCD273"/>
                    </a:gs>
                    <a:gs pos="100000">
                      <a:srgbClr val="FFFFFC"/>
                    </a:gs>
                  </a:gsLst>
                  <a:lin ang="5400000" scaled="1"/>
                  <a:tileRect/>
                </a:gradFill>
                <a:effectLst>
                  <a:outerShdw blurRad="38100" dist="38100" dir="2700000" algn="tl">
                    <a:srgbClr val="000000">
                      <a:alpha val="43137"/>
                    </a:srgbClr>
                  </a:outerShdw>
                </a:effectLst>
                <a:latin typeface="思源宋体 CN Heavy" panose="02020900000000000000" pitchFamily="18" charset="-122"/>
                <a:ea typeface="思源宋体 CN Heavy" panose="02020900000000000000" pitchFamily="18" charset="-122"/>
              </a:rPr>
              <a:t>共筑盛世中华</a:t>
            </a:r>
            <a:endParaRPr lang="zh-CN" altLang="en-US" sz="7200" dirty="0">
              <a:ln>
                <a:solidFill>
                  <a:srgbClr val="C00000"/>
                </a:solidFill>
              </a:ln>
              <a:gradFill flip="none" rotWithShape="1">
                <a:gsLst>
                  <a:gs pos="0">
                    <a:srgbClr val="FFFFFC"/>
                  </a:gs>
                  <a:gs pos="83000">
                    <a:srgbClr val="FCD273"/>
                  </a:gs>
                  <a:gs pos="100000">
                    <a:srgbClr val="FFFFFC"/>
                  </a:gs>
                </a:gsLst>
                <a:lin ang="5400000" scaled="1"/>
                <a:tileRect/>
              </a:gradFill>
              <a:effectLst>
                <a:outerShdw blurRad="38100" dist="38100" dir="2700000" algn="tl">
                  <a:srgbClr val="000000">
                    <a:alpha val="43137"/>
                  </a:srgbClr>
                </a:outerShdw>
              </a:effectLst>
              <a:latin typeface="思源宋体 CN Heavy" panose="02020900000000000000" pitchFamily="18" charset="-122"/>
              <a:ea typeface="思源宋体 CN Heavy" panose="02020900000000000000" pitchFamily="18" charset="-122"/>
            </a:endParaRPr>
          </a:p>
        </p:txBody>
      </p:sp>
      <p:sp>
        <p:nvSpPr>
          <p:cNvPr id="9" name="文本框 8"/>
          <p:cNvSpPr txBox="1"/>
          <p:nvPr/>
        </p:nvSpPr>
        <p:spPr>
          <a:xfrm>
            <a:off x="197442" y="4250985"/>
            <a:ext cx="353943" cy="2418377"/>
          </a:xfrm>
          <a:prstGeom prst="rect">
            <a:avLst/>
          </a:prstGeom>
          <a:noFill/>
          <a:ln>
            <a:noFill/>
          </a:ln>
        </p:spPr>
        <p:txBody>
          <a:bodyPr vert="eaVert" wrap="square" rtlCol="0">
            <a:spAutoFit/>
          </a:bodyPr>
          <a:lstStyle/>
          <a:p>
            <a:pPr algn="dist"/>
            <a:r>
              <a:rPr lang="zh-CN" altLang="en-US" sz="1100" dirty="0">
                <a:solidFill>
                  <a:srgbClr val="FFFFFC"/>
                </a:solidFill>
                <a:latin typeface="微软雅黑" panose="020B0503020204020204" pitchFamily="34" charset="-122"/>
                <a:ea typeface="微软雅黑" panose="020B0503020204020204" pitchFamily="34" charset="-122"/>
                <a:cs typeface="阿里巴巴普惠体 2.0 45 Light" panose="00020600040101010101" pitchFamily="18" charset="-122"/>
                <a:sym typeface="+mn-lt"/>
              </a:rPr>
              <a:t>聚能前行不负韶华</a:t>
            </a:r>
            <a:endParaRPr lang="zh-CN" altLang="en-US" sz="1100" dirty="0">
              <a:solidFill>
                <a:srgbClr val="FFFFFC"/>
              </a:solidFill>
              <a:latin typeface="微软雅黑" panose="020B0503020204020204" pitchFamily="34" charset="-122"/>
              <a:ea typeface="微软雅黑" panose="020B0503020204020204" pitchFamily="34" charset="-122"/>
              <a:cs typeface="阿里巴巴普惠体 2.0 45 Light" panose="00020600040101010101" pitchFamily="18" charset="-122"/>
              <a:sym typeface="+mn-lt"/>
            </a:endParaRPr>
          </a:p>
        </p:txBody>
      </p:sp>
      <p:sp>
        <p:nvSpPr>
          <p:cNvPr id="10" name="文本框 9"/>
          <p:cNvSpPr txBox="1"/>
          <p:nvPr/>
        </p:nvSpPr>
        <p:spPr>
          <a:xfrm>
            <a:off x="11568610" y="290545"/>
            <a:ext cx="353943" cy="2418377"/>
          </a:xfrm>
          <a:prstGeom prst="rect">
            <a:avLst/>
          </a:prstGeom>
          <a:noFill/>
          <a:ln>
            <a:noFill/>
          </a:ln>
        </p:spPr>
        <p:txBody>
          <a:bodyPr vert="eaVert" wrap="square" rtlCol="0">
            <a:spAutoFit/>
          </a:bodyPr>
          <a:lstStyle/>
          <a:p>
            <a:pPr algn="dist"/>
            <a:r>
              <a:rPr lang="zh-CN" altLang="en-US" sz="1100" dirty="0">
                <a:solidFill>
                  <a:srgbClr val="FFFFFC"/>
                </a:solidFill>
                <a:latin typeface="微软雅黑" panose="020B0503020204020204" pitchFamily="34" charset="-122"/>
                <a:ea typeface="微软雅黑" panose="020B0503020204020204" pitchFamily="34" charset="-122"/>
                <a:cs typeface="阿里巴巴普惠体 2.0 45 Light" panose="00020600040101010101" pitchFamily="18" charset="-122"/>
                <a:sym typeface="+mn-lt"/>
              </a:rPr>
              <a:t>聚能前行不负韶华</a:t>
            </a:r>
            <a:endParaRPr lang="zh-CN" altLang="en-US" sz="1100" dirty="0">
              <a:solidFill>
                <a:srgbClr val="FFFFFC"/>
              </a:solidFill>
              <a:latin typeface="微软雅黑" panose="020B0503020204020204" pitchFamily="34" charset="-122"/>
              <a:ea typeface="微软雅黑" panose="020B0503020204020204" pitchFamily="34" charset="-122"/>
              <a:cs typeface="阿里巴巴普惠体 2.0 45 Light" panose="00020600040101010101" pitchFamily="18" charset="-122"/>
              <a:sym typeface="+mn-lt"/>
            </a:endParaRPr>
          </a:p>
        </p:txBody>
      </p:sp>
      <p:sp>
        <p:nvSpPr>
          <p:cNvPr id="11" name="文本框 10"/>
          <p:cNvSpPr txBox="1"/>
          <p:nvPr/>
        </p:nvSpPr>
        <p:spPr>
          <a:xfrm>
            <a:off x="9258255" y="6270514"/>
            <a:ext cx="2664296" cy="276999"/>
          </a:xfrm>
          <a:prstGeom prst="rect">
            <a:avLst/>
          </a:prstGeom>
          <a:noFill/>
        </p:spPr>
        <p:txBody>
          <a:bodyPr wrap="square" rtlCol="0">
            <a:spAutoFit/>
          </a:bodyPr>
          <a:lstStyle/>
          <a:p>
            <a:pPr algn="dist"/>
            <a:r>
              <a:rPr lang="zh-CN" altLang="en-US" sz="1200" dirty="0">
                <a:solidFill>
                  <a:schemeClr val="bg1">
                    <a:lumMod val="95000"/>
                  </a:scheme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阿里巴巴普惠体 2.0 55 Regular" panose="00020600040101010101" pitchFamily="18" charset="-122"/>
              </a:rPr>
              <a:t>筑梦中国</a:t>
            </a:r>
            <a:r>
              <a:rPr lang="en-US" altLang="zh-CN" sz="1200" dirty="0">
                <a:solidFill>
                  <a:schemeClr val="bg1">
                    <a:lumMod val="95000"/>
                  </a:scheme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阿里巴巴普惠体 2.0 55 Regular" panose="00020600040101010101" pitchFamily="18" charset="-122"/>
              </a:rPr>
              <a:t> </a:t>
            </a:r>
            <a:r>
              <a:rPr lang="zh-CN" altLang="en-US" sz="1200" dirty="0">
                <a:solidFill>
                  <a:schemeClr val="bg1">
                    <a:lumMod val="95000"/>
                  </a:scheme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阿里巴巴普惠体 2.0 55 Regular" panose="00020600040101010101" pitchFamily="18" charset="-122"/>
              </a:rPr>
              <a:t>建功新时代</a:t>
            </a:r>
            <a:endParaRPr lang="zh-CN" altLang="en-US" sz="1200" dirty="0">
              <a:solidFill>
                <a:schemeClr val="bg1">
                  <a:lumMod val="95000"/>
                </a:scheme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阿里巴巴普惠体 2.0 55 Regular" panose="00020600040101010101" pitchFamily="18" charset="-122"/>
            </a:endParaRPr>
          </a:p>
        </p:txBody>
      </p:sp>
      <p:sp>
        <p:nvSpPr>
          <p:cNvPr id="12" name="文本框 11"/>
          <p:cNvSpPr txBox="1"/>
          <p:nvPr/>
        </p:nvSpPr>
        <p:spPr>
          <a:xfrm>
            <a:off x="1991544" y="3548363"/>
            <a:ext cx="8208912" cy="646331"/>
          </a:xfrm>
          <a:prstGeom prst="rect">
            <a:avLst/>
          </a:prstGeom>
          <a:noFill/>
        </p:spPr>
        <p:txBody>
          <a:bodyPr wrap="square" rtlCol="0">
            <a:spAutoFit/>
          </a:bodyPr>
          <a:lstStyle/>
          <a:p>
            <a:pPr algn="ctr">
              <a:lnSpc>
                <a:spcPct val="150000"/>
              </a:lnSpc>
            </a:pPr>
            <a:r>
              <a:rPr lang="zh-CN" altLang="en-US" sz="1200" spc="400" dirty="0">
                <a:solidFill>
                  <a:schemeClr val="bg1"/>
                </a:solidFill>
                <a:latin typeface="微软雅黑" panose="020B0503020204020204" pitchFamily="34" charset="-122"/>
                <a:ea typeface="微软雅黑" panose="020B0503020204020204" pitchFamily="34" charset="-122"/>
              </a:rPr>
              <a:t>爱国主义是指个人或集体对祖国的一种积极和支持的态度，揭示了个人对祖国的依存关系，是人们对自己家园以及民族和文化的归属感、认同感、尊严感与荣誉感的统一。</a:t>
            </a:r>
            <a:endParaRPr lang="zh-CN" altLang="en-US" sz="1200" spc="400" dirty="0">
              <a:solidFill>
                <a:schemeClr val="bg1"/>
              </a:solidFill>
              <a:latin typeface="微软雅黑" panose="020B0503020204020204" pitchFamily="34" charset="-122"/>
              <a:ea typeface="微软雅黑" panose="020B0503020204020204" pitchFamily="34" charset="-122"/>
            </a:endParaRPr>
          </a:p>
        </p:txBody>
      </p:sp>
      <p:pic>
        <p:nvPicPr>
          <p:cNvPr id="13" name="图片 12"/>
          <p:cNvPicPr>
            <a:picLocks noChangeAspect="1"/>
          </p:cNvPicPr>
          <p:nvPr/>
        </p:nvPicPr>
        <p:blipFill rotWithShape="1">
          <a:blip r:embed="rId3" cstate="email"/>
          <a:srcRect/>
          <a:stretch>
            <a:fillRect/>
          </a:stretch>
        </p:blipFill>
        <p:spPr>
          <a:xfrm>
            <a:off x="4165284" y="4005064"/>
            <a:ext cx="3861429" cy="936104"/>
          </a:xfrm>
          <a:prstGeom prst="rect">
            <a:avLst/>
          </a:prstGeom>
        </p:spPr>
      </p:pic>
      <p:pic>
        <p:nvPicPr>
          <p:cNvPr id="14" name="图片 13"/>
          <p:cNvPicPr>
            <a:picLocks noChangeAspect="1"/>
          </p:cNvPicPr>
          <p:nvPr/>
        </p:nvPicPr>
        <p:blipFill rotWithShape="1">
          <a:blip r:embed="rId4" cstate="email"/>
          <a:srcRect l="-4339"/>
          <a:stretch>
            <a:fillRect/>
          </a:stretch>
        </p:blipFill>
        <p:spPr>
          <a:xfrm>
            <a:off x="4151785" y="-243408"/>
            <a:ext cx="3512017" cy="864097"/>
          </a:xfrm>
          <a:prstGeom prst="rect">
            <a:avLst/>
          </a:prstGeom>
        </p:spPr>
      </p:pic>
      <p:pic>
        <p:nvPicPr>
          <p:cNvPr id="19" name="图片 18"/>
          <p:cNvPicPr>
            <a:picLocks noChangeAspect="1"/>
          </p:cNvPicPr>
          <p:nvPr/>
        </p:nvPicPr>
        <p:blipFill rotWithShape="1">
          <a:blip r:embed="rId5" cstate="email"/>
          <a:srcRect/>
          <a:stretch>
            <a:fillRect/>
          </a:stretch>
        </p:blipFill>
        <p:spPr>
          <a:xfrm rot="20534065">
            <a:off x="9521696" y="660794"/>
            <a:ext cx="2024955" cy="2262265"/>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1000"/>
                                        <p:tgtEl>
                                          <p:spTgt spid="12"/>
                                        </p:tgtEl>
                                      </p:cBhvr>
                                    </p:animEffect>
                                    <p:anim calcmode="lin" valueType="num">
                                      <p:cBhvr>
                                        <p:cTn id="8" dur="1000" fill="hold"/>
                                        <p:tgtEl>
                                          <p:spTgt spid="12"/>
                                        </p:tgtEl>
                                        <p:attrNameLst>
                                          <p:attrName>ppt_x</p:attrName>
                                        </p:attrNameLst>
                                      </p:cBhvr>
                                      <p:tavLst>
                                        <p:tav tm="0">
                                          <p:val>
                                            <p:strVal val="#ppt_x"/>
                                          </p:val>
                                        </p:tav>
                                        <p:tav tm="100000">
                                          <p:val>
                                            <p:strVal val="#ppt_x"/>
                                          </p:val>
                                        </p:tav>
                                      </p:tavLst>
                                    </p:anim>
                                    <p:anim calcmode="lin" valueType="num">
                                      <p:cBhvr>
                                        <p:cTn id="9"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rotWithShape="1">
          <a:blip r:embed="rId1" cstate="email"/>
          <a:srcRect/>
          <a:stretch>
            <a:fillRect/>
          </a:stretch>
        </p:blipFill>
        <p:spPr>
          <a:xfrm>
            <a:off x="0" y="0"/>
            <a:ext cx="12192000" cy="6858000"/>
          </a:xfrm>
          <a:prstGeom prst="rect">
            <a:avLst/>
          </a:prstGeom>
        </p:spPr>
      </p:pic>
      <p:sp>
        <p:nvSpPr>
          <p:cNvPr id="6" name="文本框 5"/>
          <p:cNvSpPr txBox="1"/>
          <p:nvPr/>
        </p:nvSpPr>
        <p:spPr>
          <a:xfrm>
            <a:off x="197442" y="4250985"/>
            <a:ext cx="353943" cy="2418377"/>
          </a:xfrm>
          <a:prstGeom prst="rect">
            <a:avLst/>
          </a:prstGeom>
          <a:noFill/>
          <a:ln>
            <a:noFill/>
          </a:ln>
        </p:spPr>
        <p:txBody>
          <a:bodyPr vert="eaVert" wrap="square" rtlCol="0">
            <a:spAutoFit/>
          </a:bodyPr>
          <a:lstStyle/>
          <a:p>
            <a:pPr algn="dist"/>
            <a:r>
              <a:rPr lang="zh-CN" altLang="en-US" sz="1100" dirty="0">
                <a:solidFill>
                  <a:srgbClr val="FFFFFC"/>
                </a:solidFill>
                <a:latin typeface="微软雅黑" panose="020B0503020204020204" pitchFamily="34" charset="-122"/>
                <a:ea typeface="微软雅黑" panose="020B0503020204020204" pitchFamily="34" charset="-122"/>
                <a:cs typeface="阿里巴巴普惠体 2.0 45 Light" panose="00020600040101010101" pitchFamily="18" charset="-122"/>
                <a:sym typeface="+mn-lt"/>
              </a:rPr>
              <a:t>聚能前行不负韶华</a:t>
            </a:r>
            <a:endParaRPr lang="zh-CN" altLang="en-US" sz="1100" dirty="0">
              <a:solidFill>
                <a:srgbClr val="FFFFFC"/>
              </a:solidFill>
              <a:latin typeface="微软雅黑" panose="020B0503020204020204" pitchFamily="34" charset="-122"/>
              <a:ea typeface="微软雅黑" panose="020B0503020204020204" pitchFamily="34" charset="-122"/>
              <a:cs typeface="阿里巴巴普惠体 2.0 45 Light" panose="00020600040101010101" pitchFamily="18" charset="-122"/>
              <a:sym typeface="+mn-lt"/>
            </a:endParaRPr>
          </a:p>
        </p:txBody>
      </p:sp>
      <p:sp>
        <p:nvSpPr>
          <p:cNvPr id="7" name="文本框 6"/>
          <p:cNvSpPr txBox="1"/>
          <p:nvPr/>
        </p:nvSpPr>
        <p:spPr>
          <a:xfrm>
            <a:off x="11646714" y="290545"/>
            <a:ext cx="353943" cy="2418377"/>
          </a:xfrm>
          <a:prstGeom prst="rect">
            <a:avLst/>
          </a:prstGeom>
          <a:noFill/>
          <a:ln>
            <a:noFill/>
          </a:ln>
        </p:spPr>
        <p:txBody>
          <a:bodyPr vert="eaVert" wrap="square" rtlCol="0">
            <a:spAutoFit/>
          </a:bodyPr>
          <a:lstStyle/>
          <a:p>
            <a:pPr algn="dist"/>
            <a:r>
              <a:rPr lang="zh-CN" altLang="en-US" sz="1100" dirty="0">
                <a:solidFill>
                  <a:srgbClr val="FFFFFC"/>
                </a:solidFill>
                <a:latin typeface="微软雅黑" panose="020B0503020204020204" pitchFamily="34" charset="-122"/>
                <a:ea typeface="微软雅黑" panose="020B0503020204020204" pitchFamily="34" charset="-122"/>
                <a:cs typeface="阿里巴巴普惠体 2.0 45 Light" panose="00020600040101010101" pitchFamily="18" charset="-122"/>
                <a:sym typeface="+mn-lt"/>
              </a:rPr>
              <a:t>聚能前行不负韶华</a:t>
            </a:r>
            <a:endParaRPr lang="zh-CN" altLang="en-US" sz="1100" dirty="0">
              <a:solidFill>
                <a:srgbClr val="FFFFFC"/>
              </a:solidFill>
              <a:latin typeface="微软雅黑" panose="020B0503020204020204" pitchFamily="34" charset="-122"/>
              <a:ea typeface="微软雅黑" panose="020B0503020204020204" pitchFamily="34" charset="-122"/>
              <a:cs typeface="阿里巴巴普惠体 2.0 45 Light" panose="00020600040101010101" pitchFamily="18" charset="-122"/>
              <a:sym typeface="+mn-lt"/>
            </a:endParaRPr>
          </a:p>
        </p:txBody>
      </p:sp>
      <p:sp>
        <p:nvSpPr>
          <p:cNvPr id="8" name="文本框 7"/>
          <p:cNvSpPr txBox="1"/>
          <p:nvPr/>
        </p:nvSpPr>
        <p:spPr>
          <a:xfrm>
            <a:off x="9527704" y="6093298"/>
            <a:ext cx="2664296" cy="276999"/>
          </a:xfrm>
          <a:prstGeom prst="rect">
            <a:avLst/>
          </a:prstGeom>
          <a:noFill/>
        </p:spPr>
        <p:txBody>
          <a:bodyPr wrap="square" rtlCol="0">
            <a:spAutoFit/>
          </a:bodyPr>
          <a:lstStyle/>
          <a:p>
            <a:pPr algn="dist"/>
            <a:r>
              <a:rPr lang="zh-CN" altLang="en-US" sz="1200" dirty="0">
                <a:solidFill>
                  <a:schemeClr val="bg1">
                    <a:lumMod val="95000"/>
                  </a:scheme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阿里巴巴普惠体 2.0 55 Regular" panose="00020600040101010101" pitchFamily="18" charset="-122"/>
              </a:rPr>
              <a:t>筑梦中国</a:t>
            </a:r>
            <a:r>
              <a:rPr lang="en-US" altLang="zh-CN" sz="1200" dirty="0">
                <a:solidFill>
                  <a:schemeClr val="bg1">
                    <a:lumMod val="95000"/>
                  </a:scheme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阿里巴巴普惠体 2.0 55 Regular" panose="00020600040101010101" pitchFamily="18" charset="-122"/>
              </a:rPr>
              <a:t> </a:t>
            </a:r>
            <a:r>
              <a:rPr lang="zh-CN" altLang="en-US" sz="1200" dirty="0">
                <a:solidFill>
                  <a:schemeClr val="bg1">
                    <a:lumMod val="95000"/>
                  </a:scheme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阿里巴巴普惠体 2.0 55 Regular" panose="00020600040101010101" pitchFamily="18" charset="-122"/>
              </a:rPr>
              <a:t>建功新时代</a:t>
            </a:r>
            <a:endParaRPr lang="zh-CN" altLang="en-US" sz="1200" dirty="0">
              <a:solidFill>
                <a:schemeClr val="bg1">
                  <a:lumMod val="95000"/>
                </a:scheme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阿里巴巴普惠体 2.0 55 Regular" panose="00020600040101010101" pitchFamily="18" charset="-122"/>
            </a:endParaRPr>
          </a:p>
        </p:txBody>
      </p:sp>
      <p:pic>
        <p:nvPicPr>
          <p:cNvPr id="11" name="图片 10"/>
          <p:cNvPicPr>
            <a:picLocks noChangeAspect="1"/>
          </p:cNvPicPr>
          <p:nvPr/>
        </p:nvPicPr>
        <p:blipFill rotWithShape="1">
          <a:blip r:embed="rId2" cstate="email"/>
          <a:srcRect l="-4339"/>
          <a:stretch>
            <a:fillRect/>
          </a:stretch>
        </p:blipFill>
        <p:spPr>
          <a:xfrm>
            <a:off x="4151785" y="-243408"/>
            <a:ext cx="3512017" cy="864097"/>
          </a:xfrm>
          <a:prstGeom prst="rect">
            <a:avLst/>
          </a:prstGeom>
        </p:spPr>
      </p:pic>
      <p:grpSp>
        <p:nvGrpSpPr>
          <p:cNvPr id="13" name="组合 12"/>
          <p:cNvGrpSpPr/>
          <p:nvPr/>
        </p:nvGrpSpPr>
        <p:grpSpPr>
          <a:xfrm>
            <a:off x="5098735" y="829190"/>
            <a:ext cx="1994528" cy="1140990"/>
            <a:chOff x="1867320" y="837626"/>
            <a:chExt cx="706639" cy="1442935"/>
          </a:xfrm>
        </p:grpSpPr>
        <p:sp>
          <p:nvSpPr>
            <p:cNvPr id="14" name="文本框 13"/>
            <p:cNvSpPr txBox="1"/>
            <p:nvPr/>
          </p:nvSpPr>
          <p:spPr>
            <a:xfrm>
              <a:off x="1867320" y="837626"/>
              <a:ext cx="706639" cy="1167675"/>
            </a:xfrm>
            <a:prstGeom prst="rect">
              <a:avLst/>
            </a:prstGeom>
            <a:noFill/>
          </p:spPr>
          <p:txBody>
            <a:bodyPr vert="horz" wrap="square" rtlCol="0">
              <a:spAutoFit/>
            </a:bodyPr>
            <a:lstStyle/>
            <a:p>
              <a:pPr algn="ctr"/>
              <a:r>
                <a:rPr lang="zh-CN" altLang="en-US" sz="5400" dirty="0">
                  <a:solidFill>
                    <a:srgbClr val="FEF4D2"/>
                  </a:solidFill>
                  <a:effectLst>
                    <a:outerShdw blurRad="38100" dist="38100" dir="2700000" algn="tl">
                      <a:srgbClr val="000000">
                        <a:alpha val="43137"/>
                      </a:srgbClr>
                    </a:outerShdw>
                  </a:effectLst>
                  <a:latin typeface="思源宋体 CN Heavy" panose="02020900000000000000" pitchFamily="18" charset="-122"/>
                  <a:ea typeface="思源宋体 CN Heavy" panose="02020900000000000000" pitchFamily="18" charset="-122"/>
                  <a:cs typeface="阿里巴巴普惠体 2.0 95 ExtraBold" panose="00020600040101010101" pitchFamily="18" charset="-122"/>
                </a:rPr>
                <a:t>目  录</a:t>
              </a:r>
              <a:endParaRPr lang="zh-CN" altLang="en-US" sz="5400" dirty="0">
                <a:solidFill>
                  <a:srgbClr val="FEF4D2"/>
                </a:solidFill>
                <a:effectLst>
                  <a:outerShdw blurRad="38100" dist="38100" dir="2700000" algn="tl">
                    <a:srgbClr val="000000">
                      <a:alpha val="43137"/>
                    </a:srgbClr>
                  </a:outerShdw>
                </a:effectLst>
                <a:latin typeface="思源宋体 CN Heavy" panose="02020900000000000000" pitchFamily="18" charset="-122"/>
                <a:ea typeface="思源宋体 CN Heavy" panose="02020900000000000000" pitchFamily="18" charset="-122"/>
                <a:cs typeface="阿里巴巴普惠体 2.0 95 ExtraBold" panose="00020600040101010101" pitchFamily="18" charset="-122"/>
              </a:endParaRPr>
            </a:p>
          </p:txBody>
        </p:sp>
        <p:sp>
          <p:nvSpPr>
            <p:cNvPr id="15" name="文本框 14"/>
            <p:cNvSpPr txBox="1"/>
            <p:nvPr/>
          </p:nvSpPr>
          <p:spPr>
            <a:xfrm>
              <a:off x="1937439" y="1959450"/>
              <a:ext cx="574582" cy="321111"/>
            </a:xfrm>
            <a:prstGeom prst="rect">
              <a:avLst/>
            </a:prstGeom>
            <a:noFill/>
          </p:spPr>
          <p:txBody>
            <a:bodyPr vert="horz" wrap="square" rtlCol="0">
              <a:spAutoFit/>
            </a:bodyPr>
            <a:lstStyle/>
            <a:p>
              <a:pPr algn="dist"/>
              <a:r>
                <a:rPr lang="en-US" altLang="zh-CN" sz="1050" dirty="0">
                  <a:solidFill>
                    <a:srgbClr val="FEF4D2"/>
                  </a:solidFill>
                  <a:effectLst>
                    <a:outerShdw blurRad="38100" dist="38100" dir="2700000" algn="tl">
                      <a:srgbClr val="000000">
                        <a:alpha val="43137"/>
                      </a:srgbClr>
                    </a:outerShdw>
                  </a:effectLst>
                  <a:latin typeface="思源宋体 CN Heavy" panose="02020900000000000000" pitchFamily="18" charset="-122"/>
                  <a:ea typeface="思源宋体 CN Heavy" panose="02020900000000000000" pitchFamily="18" charset="-122"/>
                  <a:cs typeface="阿里巴巴普惠体 2.0 95 ExtraBold" panose="00020600040101010101" pitchFamily="18" charset="-122"/>
                </a:rPr>
                <a:t>CONTENTES</a:t>
              </a:r>
              <a:endParaRPr lang="zh-CN" altLang="en-US" sz="1050" dirty="0">
                <a:solidFill>
                  <a:srgbClr val="FEF4D2"/>
                </a:solidFill>
                <a:effectLst>
                  <a:outerShdw blurRad="38100" dist="38100" dir="2700000" algn="tl">
                    <a:srgbClr val="000000">
                      <a:alpha val="43137"/>
                    </a:srgbClr>
                  </a:outerShdw>
                </a:effectLst>
                <a:latin typeface="思源宋体 CN Heavy" panose="02020900000000000000" pitchFamily="18" charset="-122"/>
                <a:ea typeface="思源宋体 CN Heavy" panose="02020900000000000000" pitchFamily="18" charset="-122"/>
                <a:cs typeface="阿里巴巴普惠体 2.0 95 ExtraBold" panose="00020600040101010101" pitchFamily="18" charset="-122"/>
              </a:endParaRPr>
            </a:p>
          </p:txBody>
        </p:sp>
      </p:grpSp>
      <p:grpSp>
        <p:nvGrpSpPr>
          <p:cNvPr id="16" name="组合 15"/>
          <p:cNvGrpSpPr/>
          <p:nvPr/>
        </p:nvGrpSpPr>
        <p:grpSpPr>
          <a:xfrm>
            <a:off x="623392" y="2273333"/>
            <a:ext cx="5328592" cy="750129"/>
            <a:chOff x="5543147" y="1019909"/>
            <a:chExt cx="5328592" cy="750129"/>
          </a:xfrm>
        </p:grpSpPr>
        <p:sp>
          <p:nvSpPr>
            <p:cNvPr id="17" name="文本框 16"/>
            <p:cNvSpPr txBox="1"/>
            <p:nvPr/>
          </p:nvSpPr>
          <p:spPr>
            <a:xfrm>
              <a:off x="5543147" y="1044179"/>
              <a:ext cx="1105705" cy="707886"/>
            </a:xfrm>
            <a:prstGeom prst="rect">
              <a:avLst/>
            </a:prstGeom>
            <a:noFill/>
          </p:spPr>
          <p:txBody>
            <a:bodyPr wrap="square" rtlCol="0">
              <a:spAutoFit/>
            </a:bodyPr>
            <a:lstStyle/>
            <a:p>
              <a:r>
                <a:rPr lang="en-US" altLang="zh-CN" sz="4000" dirty="0">
                  <a:solidFill>
                    <a:srgbClr val="FEF4D2"/>
                  </a:solidFill>
                  <a:effectLst>
                    <a:outerShdw blurRad="38100" dist="38100" dir="2700000" algn="tl">
                      <a:srgbClr val="000000">
                        <a:alpha val="43137"/>
                      </a:srgbClr>
                    </a:outerShdw>
                  </a:effectLst>
                  <a:latin typeface="思源宋体 CN Heavy" panose="02020900000000000000" pitchFamily="18" charset="-122"/>
                  <a:ea typeface="思源宋体 CN Heavy" panose="02020900000000000000" pitchFamily="18" charset="-122"/>
                  <a:cs typeface="+mn-ea"/>
                  <a:sym typeface="+mn-lt"/>
                </a:rPr>
                <a:t>01</a:t>
              </a:r>
              <a:r>
                <a:rPr lang="en-US" altLang="zh-CN" sz="3600" dirty="0">
                  <a:solidFill>
                    <a:srgbClr val="FEF4D2"/>
                  </a:solidFill>
                  <a:effectLst>
                    <a:outerShdw blurRad="38100" dist="38100" dir="2700000" algn="tl">
                      <a:srgbClr val="000000">
                        <a:alpha val="43137"/>
                      </a:srgbClr>
                    </a:outerShdw>
                  </a:effectLst>
                  <a:latin typeface="思源宋体 CN Heavy" panose="02020900000000000000" pitchFamily="18" charset="-122"/>
                  <a:ea typeface="思源宋体 CN Heavy" panose="02020900000000000000" pitchFamily="18" charset="-122"/>
                  <a:cs typeface="+mn-ea"/>
                  <a:sym typeface="+mn-lt"/>
                </a:rPr>
                <a:t>.</a:t>
              </a:r>
              <a:endParaRPr lang="zh-CN" altLang="en-US" sz="3600" dirty="0">
                <a:solidFill>
                  <a:srgbClr val="FEF4D2"/>
                </a:solidFill>
                <a:effectLst>
                  <a:outerShdw blurRad="38100" dist="38100" dir="2700000" algn="tl">
                    <a:srgbClr val="000000">
                      <a:alpha val="43137"/>
                    </a:srgbClr>
                  </a:outerShdw>
                </a:effectLst>
                <a:latin typeface="思源宋体 CN Heavy" panose="02020900000000000000" pitchFamily="18" charset="-122"/>
                <a:ea typeface="思源宋体 CN Heavy" panose="02020900000000000000" pitchFamily="18" charset="-122"/>
                <a:cs typeface="+mn-ea"/>
                <a:sym typeface="+mn-lt"/>
              </a:endParaRPr>
            </a:p>
          </p:txBody>
        </p:sp>
        <p:grpSp>
          <p:nvGrpSpPr>
            <p:cNvPr id="18" name="组合 17"/>
            <p:cNvGrpSpPr/>
            <p:nvPr/>
          </p:nvGrpSpPr>
          <p:grpSpPr>
            <a:xfrm>
              <a:off x="6467931" y="1019909"/>
              <a:ext cx="4403808" cy="750129"/>
              <a:chOff x="6556831" y="1000115"/>
              <a:chExt cx="4403808" cy="750129"/>
            </a:xfrm>
          </p:grpSpPr>
          <p:sp>
            <p:nvSpPr>
              <p:cNvPr id="19" name="文本框 18"/>
              <p:cNvSpPr txBox="1"/>
              <p:nvPr/>
            </p:nvSpPr>
            <p:spPr>
              <a:xfrm>
                <a:off x="6556831" y="1000115"/>
                <a:ext cx="4403808" cy="584775"/>
              </a:xfrm>
              <a:prstGeom prst="rect">
                <a:avLst/>
              </a:prstGeom>
              <a:noFill/>
            </p:spPr>
            <p:txBody>
              <a:bodyPr wrap="square" rtlCol="0">
                <a:spAutoFit/>
              </a:bodyPr>
              <a:lstStyle/>
              <a:p>
                <a:pPr algn="dist"/>
                <a:r>
                  <a:rPr lang="zh-CN" altLang="en-US" sz="3200" dirty="0">
                    <a:solidFill>
                      <a:srgbClr val="FEF4D2"/>
                    </a:solidFill>
                    <a:effectLst>
                      <a:outerShdw blurRad="38100" dist="38100" dir="2700000" algn="tl">
                        <a:srgbClr val="000000">
                          <a:alpha val="43137"/>
                        </a:srgbClr>
                      </a:outerShdw>
                    </a:effectLst>
                    <a:latin typeface="思源宋体 CN Heavy" panose="02020900000000000000" pitchFamily="18" charset="-122"/>
                    <a:ea typeface="思源宋体 CN Heavy" panose="02020900000000000000" pitchFamily="18" charset="-122"/>
                    <a:cs typeface="+mn-ea"/>
                    <a:sym typeface="+mn-lt"/>
                  </a:rPr>
                  <a:t>爱国主义教育目的</a:t>
                </a:r>
                <a:endParaRPr lang="zh-CN" altLang="en-US" sz="3200" dirty="0">
                  <a:solidFill>
                    <a:srgbClr val="FEF4D2"/>
                  </a:solidFill>
                  <a:effectLst>
                    <a:outerShdw blurRad="38100" dist="38100" dir="2700000" algn="tl">
                      <a:srgbClr val="000000">
                        <a:alpha val="43137"/>
                      </a:srgbClr>
                    </a:outerShdw>
                  </a:effectLst>
                  <a:latin typeface="思源宋体 CN Heavy" panose="02020900000000000000" pitchFamily="18" charset="-122"/>
                  <a:ea typeface="思源宋体 CN Heavy" panose="02020900000000000000" pitchFamily="18" charset="-122"/>
                  <a:cs typeface="+mn-ea"/>
                  <a:sym typeface="+mn-lt"/>
                </a:endParaRPr>
              </a:p>
            </p:txBody>
          </p:sp>
          <p:sp>
            <p:nvSpPr>
              <p:cNvPr id="20" name="文本框 19"/>
              <p:cNvSpPr txBox="1"/>
              <p:nvPr/>
            </p:nvSpPr>
            <p:spPr>
              <a:xfrm>
                <a:off x="6556832" y="1534800"/>
                <a:ext cx="4343400" cy="215444"/>
              </a:xfrm>
              <a:prstGeom prst="rect">
                <a:avLst/>
              </a:prstGeom>
              <a:noFill/>
            </p:spPr>
            <p:txBody>
              <a:bodyPr wrap="square" rtlCol="0">
                <a:spAutoFit/>
              </a:bodyPr>
              <a:lstStyle/>
              <a:p>
                <a:pPr algn="dist"/>
                <a:r>
                  <a:rPr lang="en-US" altLang="zh-CN" sz="800" dirty="0">
                    <a:solidFill>
                      <a:srgbClr val="FEF4D2"/>
                    </a:solidFill>
                    <a:effectLst>
                      <a:outerShdw blurRad="38100" dist="38100" dir="2700000" algn="tl">
                        <a:srgbClr val="000000">
                          <a:alpha val="43137"/>
                        </a:srgbClr>
                      </a:outerShdw>
                    </a:effectLst>
                    <a:latin typeface="思源宋体 CN Heavy" panose="02020900000000000000" pitchFamily="18" charset="-122"/>
                    <a:ea typeface="思源宋体 CN Heavy" panose="02020900000000000000" pitchFamily="18" charset="-122"/>
                    <a:cs typeface="+mn-ea"/>
                    <a:sym typeface="+mn-lt"/>
                  </a:rPr>
                  <a:t>OVERVIEW OF THE COMPANY'S ANNUAL PROJECT SITUATION</a:t>
                </a:r>
                <a:endParaRPr lang="zh-CN" altLang="en-US" sz="800" dirty="0">
                  <a:solidFill>
                    <a:srgbClr val="FEF4D2"/>
                  </a:solidFill>
                  <a:effectLst>
                    <a:outerShdw blurRad="38100" dist="38100" dir="2700000" algn="tl">
                      <a:srgbClr val="000000">
                        <a:alpha val="43137"/>
                      </a:srgbClr>
                    </a:outerShdw>
                  </a:effectLst>
                  <a:latin typeface="思源宋体 CN Heavy" panose="02020900000000000000" pitchFamily="18" charset="-122"/>
                  <a:ea typeface="思源宋体 CN Heavy" panose="02020900000000000000" pitchFamily="18" charset="-122"/>
                  <a:cs typeface="+mn-ea"/>
                  <a:sym typeface="+mn-lt"/>
                </a:endParaRPr>
              </a:p>
            </p:txBody>
          </p:sp>
        </p:grpSp>
      </p:grpSp>
      <p:grpSp>
        <p:nvGrpSpPr>
          <p:cNvPr id="21" name="组合 20"/>
          <p:cNvGrpSpPr/>
          <p:nvPr/>
        </p:nvGrpSpPr>
        <p:grpSpPr>
          <a:xfrm>
            <a:off x="6288287" y="2273333"/>
            <a:ext cx="5328592" cy="750129"/>
            <a:chOff x="5543147" y="1019909"/>
            <a:chExt cx="5328592" cy="750129"/>
          </a:xfrm>
        </p:grpSpPr>
        <p:sp>
          <p:nvSpPr>
            <p:cNvPr id="22" name="文本框 21"/>
            <p:cNvSpPr txBox="1"/>
            <p:nvPr/>
          </p:nvSpPr>
          <p:spPr>
            <a:xfrm>
              <a:off x="5543147" y="1044179"/>
              <a:ext cx="1105705" cy="707886"/>
            </a:xfrm>
            <a:prstGeom prst="rect">
              <a:avLst/>
            </a:prstGeom>
            <a:noFill/>
          </p:spPr>
          <p:txBody>
            <a:bodyPr wrap="square" rtlCol="0">
              <a:spAutoFit/>
            </a:bodyPr>
            <a:lstStyle/>
            <a:p>
              <a:r>
                <a:rPr lang="en-US" altLang="zh-CN" sz="4000" dirty="0">
                  <a:solidFill>
                    <a:srgbClr val="FEF4D2"/>
                  </a:solidFill>
                  <a:effectLst>
                    <a:outerShdw blurRad="38100" dist="38100" dir="2700000" algn="tl">
                      <a:srgbClr val="000000">
                        <a:alpha val="43137"/>
                      </a:srgbClr>
                    </a:outerShdw>
                  </a:effectLst>
                  <a:latin typeface="思源宋体 CN Heavy" panose="02020900000000000000" pitchFamily="18" charset="-122"/>
                  <a:ea typeface="思源宋体 CN Heavy" panose="02020900000000000000" pitchFamily="18" charset="-122"/>
                  <a:cs typeface="+mn-ea"/>
                  <a:sym typeface="+mn-lt"/>
                </a:rPr>
                <a:t>02</a:t>
              </a:r>
              <a:r>
                <a:rPr lang="en-US" altLang="zh-CN" sz="3600" dirty="0">
                  <a:solidFill>
                    <a:srgbClr val="FEF4D2"/>
                  </a:solidFill>
                  <a:effectLst>
                    <a:outerShdw blurRad="38100" dist="38100" dir="2700000" algn="tl">
                      <a:srgbClr val="000000">
                        <a:alpha val="43137"/>
                      </a:srgbClr>
                    </a:outerShdw>
                  </a:effectLst>
                  <a:latin typeface="思源宋体 CN Heavy" panose="02020900000000000000" pitchFamily="18" charset="-122"/>
                  <a:ea typeface="思源宋体 CN Heavy" panose="02020900000000000000" pitchFamily="18" charset="-122"/>
                  <a:cs typeface="+mn-ea"/>
                  <a:sym typeface="+mn-lt"/>
                </a:rPr>
                <a:t>.</a:t>
              </a:r>
              <a:endParaRPr lang="zh-CN" altLang="en-US" sz="3600" dirty="0">
                <a:solidFill>
                  <a:srgbClr val="FEF4D2"/>
                </a:solidFill>
                <a:effectLst>
                  <a:outerShdw blurRad="38100" dist="38100" dir="2700000" algn="tl">
                    <a:srgbClr val="000000">
                      <a:alpha val="43137"/>
                    </a:srgbClr>
                  </a:outerShdw>
                </a:effectLst>
                <a:latin typeface="思源宋体 CN Heavy" panose="02020900000000000000" pitchFamily="18" charset="-122"/>
                <a:ea typeface="思源宋体 CN Heavy" panose="02020900000000000000" pitchFamily="18" charset="-122"/>
                <a:cs typeface="+mn-ea"/>
                <a:sym typeface="+mn-lt"/>
              </a:endParaRPr>
            </a:p>
          </p:txBody>
        </p:sp>
        <p:grpSp>
          <p:nvGrpSpPr>
            <p:cNvPr id="23" name="组合 22"/>
            <p:cNvGrpSpPr/>
            <p:nvPr/>
          </p:nvGrpSpPr>
          <p:grpSpPr>
            <a:xfrm>
              <a:off x="6467931" y="1019909"/>
              <a:ext cx="4403808" cy="750129"/>
              <a:chOff x="6556831" y="1000115"/>
              <a:chExt cx="4403808" cy="750129"/>
            </a:xfrm>
          </p:grpSpPr>
          <p:sp>
            <p:nvSpPr>
              <p:cNvPr id="24" name="文本框 23"/>
              <p:cNvSpPr txBox="1"/>
              <p:nvPr/>
            </p:nvSpPr>
            <p:spPr>
              <a:xfrm>
                <a:off x="6556831" y="1000115"/>
                <a:ext cx="4403808" cy="584775"/>
              </a:xfrm>
              <a:prstGeom prst="rect">
                <a:avLst/>
              </a:prstGeom>
              <a:noFill/>
            </p:spPr>
            <p:txBody>
              <a:bodyPr wrap="square" rtlCol="0">
                <a:spAutoFit/>
              </a:bodyPr>
              <a:lstStyle/>
              <a:p>
                <a:pPr algn="dist"/>
                <a:r>
                  <a:rPr lang="zh-CN" altLang="en-US" sz="3200" dirty="0">
                    <a:solidFill>
                      <a:srgbClr val="FEF4D2"/>
                    </a:solidFill>
                    <a:effectLst>
                      <a:outerShdw blurRad="38100" dist="38100" dir="2700000" algn="tl">
                        <a:srgbClr val="000000">
                          <a:alpha val="43137"/>
                        </a:srgbClr>
                      </a:outerShdw>
                    </a:effectLst>
                    <a:latin typeface="思源宋体 CN Heavy" panose="02020900000000000000" pitchFamily="18" charset="-122"/>
                    <a:ea typeface="思源宋体 CN Heavy" panose="02020900000000000000" pitchFamily="18" charset="-122"/>
                    <a:cs typeface="+mn-ea"/>
                    <a:sym typeface="+mn-lt"/>
                  </a:rPr>
                  <a:t>爱国主义教育活动</a:t>
                </a:r>
                <a:endParaRPr lang="zh-CN" altLang="en-US" sz="3200" dirty="0">
                  <a:solidFill>
                    <a:srgbClr val="FEF4D2"/>
                  </a:solidFill>
                  <a:effectLst>
                    <a:outerShdw blurRad="38100" dist="38100" dir="2700000" algn="tl">
                      <a:srgbClr val="000000">
                        <a:alpha val="43137"/>
                      </a:srgbClr>
                    </a:outerShdw>
                  </a:effectLst>
                  <a:latin typeface="思源宋体 CN Heavy" panose="02020900000000000000" pitchFamily="18" charset="-122"/>
                  <a:ea typeface="思源宋体 CN Heavy" panose="02020900000000000000" pitchFamily="18" charset="-122"/>
                  <a:cs typeface="+mn-ea"/>
                  <a:sym typeface="+mn-lt"/>
                </a:endParaRPr>
              </a:p>
            </p:txBody>
          </p:sp>
          <p:sp>
            <p:nvSpPr>
              <p:cNvPr id="25" name="文本框 24"/>
              <p:cNvSpPr txBox="1"/>
              <p:nvPr/>
            </p:nvSpPr>
            <p:spPr>
              <a:xfrm>
                <a:off x="6556832" y="1534800"/>
                <a:ext cx="4343400" cy="215444"/>
              </a:xfrm>
              <a:prstGeom prst="rect">
                <a:avLst/>
              </a:prstGeom>
              <a:noFill/>
            </p:spPr>
            <p:txBody>
              <a:bodyPr wrap="square" rtlCol="0">
                <a:spAutoFit/>
              </a:bodyPr>
              <a:lstStyle/>
              <a:p>
                <a:pPr algn="dist"/>
                <a:r>
                  <a:rPr lang="en-US" altLang="zh-CN" sz="800" dirty="0">
                    <a:solidFill>
                      <a:srgbClr val="FEF4D2"/>
                    </a:solidFill>
                    <a:effectLst>
                      <a:outerShdw blurRad="38100" dist="38100" dir="2700000" algn="tl">
                        <a:srgbClr val="000000">
                          <a:alpha val="43137"/>
                        </a:srgbClr>
                      </a:outerShdw>
                    </a:effectLst>
                    <a:latin typeface="思源宋体 CN Heavy" panose="02020900000000000000" pitchFamily="18" charset="-122"/>
                    <a:ea typeface="思源宋体 CN Heavy" panose="02020900000000000000" pitchFamily="18" charset="-122"/>
                    <a:cs typeface="+mn-ea"/>
                    <a:sym typeface="+mn-lt"/>
                  </a:rPr>
                  <a:t>OVERVIEW OF THE COMPANY'S ANNUAL PROJECT SITUATION</a:t>
                </a:r>
                <a:endParaRPr lang="zh-CN" altLang="en-US" sz="800" dirty="0">
                  <a:solidFill>
                    <a:srgbClr val="FEF4D2"/>
                  </a:solidFill>
                  <a:effectLst>
                    <a:outerShdw blurRad="38100" dist="38100" dir="2700000" algn="tl">
                      <a:srgbClr val="000000">
                        <a:alpha val="43137"/>
                      </a:srgbClr>
                    </a:outerShdw>
                  </a:effectLst>
                  <a:latin typeface="思源宋体 CN Heavy" panose="02020900000000000000" pitchFamily="18" charset="-122"/>
                  <a:ea typeface="思源宋体 CN Heavy" panose="02020900000000000000" pitchFamily="18" charset="-122"/>
                  <a:cs typeface="+mn-ea"/>
                  <a:sym typeface="+mn-lt"/>
                </a:endParaRPr>
              </a:p>
            </p:txBody>
          </p:sp>
        </p:grpSp>
      </p:grpSp>
      <p:grpSp>
        <p:nvGrpSpPr>
          <p:cNvPr id="26" name="组合 25"/>
          <p:cNvGrpSpPr/>
          <p:nvPr/>
        </p:nvGrpSpPr>
        <p:grpSpPr>
          <a:xfrm>
            <a:off x="623392" y="3614976"/>
            <a:ext cx="5328592" cy="750129"/>
            <a:chOff x="5543147" y="1019909"/>
            <a:chExt cx="5328592" cy="750129"/>
          </a:xfrm>
        </p:grpSpPr>
        <p:sp>
          <p:nvSpPr>
            <p:cNvPr id="27" name="文本框 26"/>
            <p:cNvSpPr txBox="1"/>
            <p:nvPr/>
          </p:nvSpPr>
          <p:spPr>
            <a:xfrm>
              <a:off x="5543147" y="1044179"/>
              <a:ext cx="1105705" cy="707886"/>
            </a:xfrm>
            <a:prstGeom prst="rect">
              <a:avLst/>
            </a:prstGeom>
            <a:noFill/>
          </p:spPr>
          <p:txBody>
            <a:bodyPr wrap="square" rtlCol="0">
              <a:spAutoFit/>
            </a:bodyPr>
            <a:lstStyle/>
            <a:p>
              <a:r>
                <a:rPr lang="en-US" altLang="zh-CN" sz="4000" dirty="0">
                  <a:solidFill>
                    <a:srgbClr val="FEF4D2"/>
                  </a:solidFill>
                  <a:effectLst>
                    <a:outerShdw blurRad="38100" dist="38100" dir="2700000" algn="tl">
                      <a:srgbClr val="000000">
                        <a:alpha val="43137"/>
                      </a:srgbClr>
                    </a:outerShdw>
                  </a:effectLst>
                  <a:latin typeface="思源宋体 CN Heavy" panose="02020900000000000000" pitchFamily="18" charset="-122"/>
                  <a:ea typeface="思源宋体 CN Heavy" panose="02020900000000000000" pitchFamily="18" charset="-122"/>
                  <a:cs typeface="+mn-ea"/>
                  <a:sym typeface="+mn-lt"/>
                </a:rPr>
                <a:t>03</a:t>
              </a:r>
              <a:r>
                <a:rPr lang="en-US" altLang="zh-CN" sz="3600" dirty="0">
                  <a:solidFill>
                    <a:srgbClr val="FEF4D2"/>
                  </a:solidFill>
                  <a:effectLst>
                    <a:outerShdw blurRad="38100" dist="38100" dir="2700000" algn="tl">
                      <a:srgbClr val="000000">
                        <a:alpha val="43137"/>
                      </a:srgbClr>
                    </a:outerShdw>
                  </a:effectLst>
                  <a:latin typeface="思源宋体 CN Heavy" panose="02020900000000000000" pitchFamily="18" charset="-122"/>
                  <a:ea typeface="思源宋体 CN Heavy" panose="02020900000000000000" pitchFamily="18" charset="-122"/>
                  <a:cs typeface="+mn-ea"/>
                  <a:sym typeface="+mn-lt"/>
                </a:rPr>
                <a:t>.</a:t>
              </a:r>
              <a:endParaRPr lang="zh-CN" altLang="en-US" sz="3600" dirty="0">
                <a:solidFill>
                  <a:srgbClr val="FEF4D2"/>
                </a:solidFill>
                <a:effectLst>
                  <a:outerShdw blurRad="38100" dist="38100" dir="2700000" algn="tl">
                    <a:srgbClr val="000000">
                      <a:alpha val="43137"/>
                    </a:srgbClr>
                  </a:outerShdw>
                </a:effectLst>
                <a:latin typeface="思源宋体 CN Heavy" panose="02020900000000000000" pitchFamily="18" charset="-122"/>
                <a:ea typeface="思源宋体 CN Heavy" panose="02020900000000000000" pitchFamily="18" charset="-122"/>
                <a:cs typeface="+mn-ea"/>
                <a:sym typeface="+mn-lt"/>
              </a:endParaRPr>
            </a:p>
          </p:txBody>
        </p:sp>
        <p:grpSp>
          <p:nvGrpSpPr>
            <p:cNvPr id="28" name="组合 27"/>
            <p:cNvGrpSpPr/>
            <p:nvPr/>
          </p:nvGrpSpPr>
          <p:grpSpPr>
            <a:xfrm>
              <a:off x="6467931" y="1019909"/>
              <a:ext cx="4403808" cy="750129"/>
              <a:chOff x="6556831" y="1000115"/>
              <a:chExt cx="4403808" cy="750129"/>
            </a:xfrm>
          </p:grpSpPr>
          <p:sp>
            <p:nvSpPr>
              <p:cNvPr id="29" name="文本框 28"/>
              <p:cNvSpPr txBox="1"/>
              <p:nvPr/>
            </p:nvSpPr>
            <p:spPr>
              <a:xfrm>
                <a:off x="6556831" y="1000115"/>
                <a:ext cx="4403808" cy="584775"/>
              </a:xfrm>
              <a:prstGeom prst="rect">
                <a:avLst/>
              </a:prstGeom>
              <a:noFill/>
            </p:spPr>
            <p:txBody>
              <a:bodyPr wrap="square" rtlCol="0">
                <a:spAutoFit/>
              </a:bodyPr>
              <a:lstStyle/>
              <a:p>
                <a:pPr algn="dist"/>
                <a:r>
                  <a:rPr lang="zh-CN" altLang="en-US" sz="3200" dirty="0">
                    <a:solidFill>
                      <a:srgbClr val="FEF4D2"/>
                    </a:solidFill>
                    <a:effectLst>
                      <a:outerShdw blurRad="38100" dist="38100" dir="2700000" algn="tl">
                        <a:srgbClr val="000000">
                          <a:alpha val="43137"/>
                        </a:srgbClr>
                      </a:outerShdw>
                    </a:effectLst>
                    <a:latin typeface="思源宋体 CN Heavy" panose="02020900000000000000" pitchFamily="18" charset="-122"/>
                    <a:ea typeface="思源宋体 CN Heavy" panose="02020900000000000000" pitchFamily="18" charset="-122"/>
                    <a:cs typeface="+mn-ea"/>
                    <a:sym typeface="+mn-lt"/>
                  </a:rPr>
                  <a:t>爱国主义教育策划</a:t>
                </a:r>
                <a:endParaRPr lang="zh-CN" altLang="en-US" sz="3200" dirty="0">
                  <a:solidFill>
                    <a:srgbClr val="FEF4D2"/>
                  </a:solidFill>
                  <a:effectLst>
                    <a:outerShdw blurRad="38100" dist="38100" dir="2700000" algn="tl">
                      <a:srgbClr val="000000">
                        <a:alpha val="43137"/>
                      </a:srgbClr>
                    </a:outerShdw>
                  </a:effectLst>
                  <a:latin typeface="思源宋体 CN Heavy" panose="02020900000000000000" pitchFamily="18" charset="-122"/>
                  <a:ea typeface="思源宋体 CN Heavy" panose="02020900000000000000" pitchFamily="18" charset="-122"/>
                  <a:cs typeface="+mn-ea"/>
                  <a:sym typeface="+mn-lt"/>
                </a:endParaRPr>
              </a:p>
            </p:txBody>
          </p:sp>
          <p:sp>
            <p:nvSpPr>
              <p:cNvPr id="30" name="文本框 29"/>
              <p:cNvSpPr txBox="1"/>
              <p:nvPr/>
            </p:nvSpPr>
            <p:spPr>
              <a:xfrm>
                <a:off x="6556832" y="1534800"/>
                <a:ext cx="4343400" cy="215444"/>
              </a:xfrm>
              <a:prstGeom prst="rect">
                <a:avLst/>
              </a:prstGeom>
              <a:noFill/>
            </p:spPr>
            <p:txBody>
              <a:bodyPr wrap="square" rtlCol="0">
                <a:spAutoFit/>
              </a:bodyPr>
              <a:lstStyle/>
              <a:p>
                <a:pPr algn="dist"/>
                <a:r>
                  <a:rPr lang="en-US" altLang="zh-CN" sz="800" dirty="0">
                    <a:solidFill>
                      <a:srgbClr val="FEF4D2"/>
                    </a:solidFill>
                    <a:effectLst>
                      <a:outerShdw blurRad="38100" dist="38100" dir="2700000" algn="tl">
                        <a:srgbClr val="000000">
                          <a:alpha val="43137"/>
                        </a:srgbClr>
                      </a:outerShdw>
                    </a:effectLst>
                    <a:latin typeface="思源宋体 CN Heavy" panose="02020900000000000000" pitchFamily="18" charset="-122"/>
                    <a:ea typeface="思源宋体 CN Heavy" panose="02020900000000000000" pitchFamily="18" charset="-122"/>
                    <a:cs typeface="+mn-ea"/>
                    <a:sym typeface="+mn-lt"/>
                  </a:rPr>
                  <a:t>OVERVIEW OF THE COMPANY'S ANNUAL PROJECT SITUATION</a:t>
                </a:r>
                <a:endParaRPr lang="zh-CN" altLang="en-US" sz="800" dirty="0">
                  <a:solidFill>
                    <a:srgbClr val="FEF4D2"/>
                  </a:solidFill>
                  <a:effectLst>
                    <a:outerShdw blurRad="38100" dist="38100" dir="2700000" algn="tl">
                      <a:srgbClr val="000000">
                        <a:alpha val="43137"/>
                      </a:srgbClr>
                    </a:outerShdw>
                  </a:effectLst>
                  <a:latin typeface="思源宋体 CN Heavy" panose="02020900000000000000" pitchFamily="18" charset="-122"/>
                  <a:ea typeface="思源宋体 CN Heavy" panose="02020900000000000000" pitchFamily="18" charset="-122"/>
                  <a:cs typeface="+mn-ea"/>
                  <a:sym typeface="+mn-lt"/>
                </a:endParaRPr>
              </a:p>
            </p:txBody>
          </p:sp>
        </p:grpSp>
      </p:grpSp>
      <p:grpSp>
        <p:nvGrpSpPr>
          <p:cNvPr id="31" name="组合 30"/>
          <p:cNvGrpSpPr/>
          <p:nvPr/>
        </p:nvGrpSpPr>
        <p:grpSpPr>
          <a:xfrm>
            <a:off x="6288287" y="3614976"/>
            <a:ext cx="5328592" cy="750129"/>
            <a:chOff x="5543147" y="1019909"/>
            <a:chExt cx="5328592" cy="750129"/>
          </a:xfrm>
        </p:grpSpPr>
        <p:sp>
          <p:nvSpPr>
            <p:cNvPr id="32" name="文本框 31"/>
            <p:cNvSpPr txBox="1"/>
            <p:nvPr/>
          </p:nvSpPr>
          <p:spPr>
            <a:xfrm>
              <a:off x="5543147" y="1044179"/>
              <a:ext cx="1105705" cy="707886"/>
            </a:xfrm>
            <a:prstGeom prst="rect">
              <a:avLst/>
            </a:prstGeom>
            <a:noFill/>
          </p:spPr>
          <p:txBody>
            <a:bodyPr wrap="square" rtlCol="0">
              <a:spAutoFit/>
            </a:bodyPr>
            <a:lstStyle/>
            <a:p>
              <a:r>
                <a:rPr lang="en-US" altLang="zh-CN" sz="4000" dirty="0">
                  <a:solidFill>
                    <a:srgbClr val="FEF4D2"/>
                  </a:solidFill>
                  <a:effectLst>
                    <a:outerShdw blurRad="38100" dist="38100" dir="2700000" algn="tl">
                      <a:srgbClr val="000000">
                        <a:alpha val="43137"/>
                      </a:srgbClr>
                    </a:outerShdw>
                  </a:effectLst>
                  <a:latin typeface="思源宋体 CN Heavy" panose="02020900000000000000" pitchFamily="18" charset="-122"/>
                  <a:ea typeface="思源宋体 CN Heavy" panose="02020900000000000000" pitchFamily="18" charset="-122"/>
                  <a:cs typeface="+mn-ea"/>
                  <a:sym typeface="+mn-lt"/>
                </a:rPr>
                <a:t>04</a:t>
              </a:r>
              <a:r>
                <a:rPr lang="en-US" altLang="zh-CN" sz="3600" dirty="0">
                  <a:solidFill>
                    <a:srgbClr val="FEF4D2"/>
                  </a:solidFill>
                  <a:effectLst>
                    <a:outerShdw blurRad="38100" dist="38100" dir="2700000" algn="tl">
                      <a:srgbClr val="000000">
                        <a:alpha val="43137"/>
                      </a:srgbClr>
                    </a:outerShdw>
                  </a:effectLst>
                  <a:latin typeface="思源宋体 CN Heavy" panose="02020900000000000000" pitchFamily="18" charset="-122"/>
                  <a:ea typeface="思源宋体 CN Heavy" panose="02020900000000000000" pitchFamily="18" charset="-122"/>
                  <a:cs typeface="+mn-ea"/>
                  <a:sym typeface="+mn-lt"/>
                </a:rPr>
                <a:t>.</a:t>
              </a:r>
              <a:endParaRPr lang="zh-CN" altLang="en-US" sz="3600" dirty="0">
                <a:solidFill>
                  <a:srgbClr val="FEF4D2"/>
                </a:solidFill>
                <a:effectLst>
                  <a:outerShdw blurRad="38100" dist="38100" dir="2700000" algn="tl">
                    <a:srgbClr val="000000">
                      <a:alpha val="43137"/>
                    </a:srgbClr>
                  </a:outerShdw>
                </a:effectLst>
                <a:latin typeface="思源宋体 CN Heavy" panose="02020900000000000000" pitchFamily="18" charset="-122"/>
                <a:ea typeface="思源宋体 CN Heavy" panose="02020900000000000000" pitchFamily="18" charset="-122"/>
                <a:cs typeface="+mn-ea"/>
                <a:sym typeface="+mn-lt"/>
              </a:endParaRPr>
            </a:p>
          </p:txBody>
        </p:sp>
        <p:grpSp>
          <p:nvGrpSpPr>
            <p:cNvPr id="33" name="组合 32"/>
            <p:cNvGrpSpPr/>
            <p:nvPr/>
          </p:nvGrpSpPr>
          <p:grpSpPr>
            <a:xfrm>
              <a:off x="6467931" y="1019909"/>
              <a:ext cx="4403808" cy="750129"/>
              <a:chOff x="6556831" y="1000115"/>
              <a:chExt cx="4403808" cy="750129"/>
            </a:xfrm>
          </p:grpSpPr>
          <p:sp>
            <p:nvSpPr>
              <p:cNvPr id="34" name="文本框 33"/>
              <p:cNvSpPr txBox="1"/>
              <p:nvPr/>
            </p:nvSpPr>
            <p:spPr>
              <a:xfrm>
                <a:off x="6556831" y="1000115"/>
                <a:ext cx="4403808" cy="584775"/>
              </a:xfrm>
              <a:prstGeom prst="rect">
                <a:avLst/>
              </a:prstGeom>
              <a:noFill/>
            </p:spPr>
            <p:txBody>
              <a:bodyPr wrap="square" rtlCol="0">
                <a:spAutoFit/>
              </a:bodyPr>
              <a:lstStyle/>
              <a:p>
                <a:pPr algn="dist"/>
                <a:r>
                  <a:rPr lang="zh-CN" altLang="en-US" sz="3200" dirty="0">
                    <a:solidFill>
                      <a:srgbClr val="FEF4D2"/>
                    </a:solidFill>
                    <a:effectLst>
                      <a:outerShdw blurRad="38100" dist="38100" dir="2700000" algn="tl">
                        <a:srgbClr val="000000">
                          <a:alpha val="43137"/>
                        </a:srgbClr>
                      </a:outerShdw>
                    </a:effectLst>
                    <a:latin typeface="思源宋体 CN Heavy" panose="02020900000000000000" pitchFamily="18" charset="-122"/>
                    <a:ea typeface="思源宋体 CN Heavy" panose="02020900000000000000" pitchFamily="18" charset="-122"/>
                    <a:cs typeface="+mn-ea"/>
                    <a:sym typeface="+mn-lt"/>
                  </a:rPr>
                  <a:t>爱国主义教育意义</a:t>
                </a:r>
                <a:endParaRPr lang="zh-CN" altLang="en-US" sz="3200" dirty="0">
                  <a:solidFill>
                    <a:srgbClr val="FEF4D2"/>
                  </a:solidFill>
                  <a:effectLst>
                    <a:outerShdw blurRad="38100" dist="38100" dir="2700000" algn="tl">
                      <a:srgbClr val="000000">
                        <a:alpha val="43137"/>
                      </a:srgbClr>
                    </a:outerShdw>
                  </a:effectLst>
                  <a:latin typeface="思源宋体 CN Heavy" panose="02020900000000000000" pitchFamily="18" charset="-122"/>
                  <a:ea typeface="思源宋体 CN Heavy" panose="02020900000000000000" pitchFamily="18" charset="-122"/>
                  <a:cs typeface="+mn-ea"/>
                  <a:sym typeface="+mn-lt"/>
                </a:endParaRPr>
              </a:p>
            </p:txBody>
          </p:sp>
          <p:sp>
            <p:nvSpPr>
              <p:cNvPr id="35" name="文本框 34"/>
              <p:cNvSpPr txBox="1"/>
              <p:nvPr/>
            </p:nvSpPr>
            <p:spPr>
              <a:xfrm>
                <a:off x="6556832" y="1534800"/>
                <a:ext cx="4343400" cy="215444"/>
              </a:xfrm>
              <a:prstGeom prst="rect">
                <a:avLst/>
              </a:prstGeom>
              <a:noFill/>
            </p:spPr>
            <p:txBody>
              <a:bodyPr wrap="square" rtlCol="0">
                <a:spAutoFit/>
              </a:bodyPr>
              <a:lstStyle/>
              <a:p>
                <a:pPr algn="dist"/>
                <a:r>
                  <a:rPr lang="en-US" altLang="zh-CN" sz="800" dirty="0">
                    <a:solidFill>
                      <a:srgbClr val="FEF4D2"/>
                    </a:solidFill>
                    <a:effectLst>
                      <a:outerShdw blurRad="38100" dist="38100" dir="2700000" algn="tl">
                        <a:srgbClr val="000000">
                          <a:alpha val="43137"/>
                        </a:srgbClr>
                      </a:outerShdw>
                    </a:effectLst>
                    <a:latin typeface="思源宋体 CN Heavy" panose="02020900000000000000" pitchFamily="18" charset="-122"/>
                    <a:ea typeface="思源宋体 CN Heavy" panose="02020900000000000000" pitchFamily="18" charset="-122"/>
                    <a:cs typeface="+mn-ea"/>
                    <a:sym typeface="+mn-lt"/>
                  </a:rPr>
                  <a:t>OVERVIEW OF THE COMPANY'S ANNUAL PROJECT SITUATION</a:t>
                </a:r>
                <a:endParaRPr lang="zh-CN" altLang="en-US" sz="800" dirty="0">
                  <a:solidFill>
                    <a:srgbClr val="FEF4D2"/>
                  </a:solidFill>
                  <a:effectLst>
                    <a:outerShdw blurRad="38100" dist="38100" dir="2700000" algn="tl">
                      <a:srgbClr val="000000">
                        <a:alpha val="43137"/>
                      </a:srgbClr>
                    </a:outerShdw>
                  </a:effectLst>
                  <a:latin typeface="思源宋体 CN Heavy" panose="02020900000000000000" pitchFamily="18" charset="-122"/>
                  <a:ea typeface="思源宋体 CN Heavy" panose="02020900000000000000" pitchFamily="18" charset="-122"/>
                  <a:cs typeface="+mn-ea"/>
                  <a:sym typeface="+mn-lt"/>
                </a:endParaRPr>
              </a:p>
            </p:txBody>
          </p:sp>
        </p:grpSp>
      </p:grpSp>
      <p:sp>
        <p:nvSpPr>
          <p:cNvPr id="36" name="TextBox 4"/>
          <p:cNvSpPr txBox="1"/>
          <p:nvPr/>
        </p:nvSpPr>
        <p:spPr>
          <a:xfrm>
            <a:off x="0" y="9425"/>
            <a:ext cx="453650" cy="118430"/>
          </a:xfrm>
          <a:prstGeom prst="rect">
            <a:avLst/>
          </a:prstGeom>
          <a:noFill/>
        </p:spPr>
        <p:txBody>
          <a:bodyPr wrap="square" rtlCol="0">
            <a:spAutoFit/>
          </a:bodyPr>
          <a:lstStyle/>
          <a:p>
            <a:pPr>
              <a:lnSpc>
                <a:spcPct val="200000"/>
              </a:lnSpc>
            </a:pPr>
            <a:r>
              <a:rPr lang="zh-CN" altLang="en-US" sz="100" dirty="0">
                <a:noFill/>
                <a:latin typeface="微软雅黑" panose="020B0503020204020204" pitchFamily="34" charset="-122"/>
                <a:ea typeface="微软雅黑" panose="020B0503020204020204" pitchFamily="34" charset="-122"/>
              </a:rPr>
              <a:t>行业</a:t>
            </a:r>
            <a:r>
              <a:rPr lang="en-US" altLang="zh-CN" sz="100" dirty="0">
                <a:noFill/>
                <a:latin typeface="微软雅黑" panose="020B0503020204020204" pitchFamily="34" charset="-122"/>
                <a:ea typeface="微软雅黑" panose="020B0503020204020204" pitchFamily="34" charset="-122"/>
              </a:rPr>
              <a:t>PPT</a:t>
            </a:r>
            <a:r>
              <a:rPr lang="zh-CN" altLang="en-US" sz="100" dirty="0">
                <a:noFill/>
                <a:latin typeface="微软雅黑" panose="020B0503020204020204" pitchFamily="34" charset="-122"/>
                <a:ea typeface="微软雅黑" panose="020B0503020204020204" pitchFamily="34" charset="-122"/>
              </a:rPr>
              <a:t>模板</a:t>
            </a:r>
            <a:r>
              <a:rPr lang="en-US" altLang="zh-CN" sz="100" dirty="0">
                <a:noFill/>
                <a:latin typeface="微软雅黑" panose="020B0503020204020204" pitchFamily="34" charset="-122"/>
                <a:ea typeface="微软雅黑" panose="020B0503020204020204" pitchFamily="34" charset="-122"/>
              </a:rPr>
              <a:t>http://www.1ppt.com/hangye/</a:t>
            </a:r>
            <a:endParaRPr lang="en-US" altLang="zh-CN" sz="100" dirty="0">
              <a:no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42"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barn(outHorizontal)">
                                      <p:cBhvr>
                                        <p:cTn id="7" dur="5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2" fill="hold" nodeType="clickEffect">
                                  <p:stCondLst>
                                    <p:cond delay="0"/>
                                  </p:stCondLst>
                                  <p:childTnLst>
                                    <p:set>
                                      <p:cBhvr>
                                        <p:cTn id="11" dur="1" fill="hold">
                                          <p:stCondLst>
                                            <p:cond delay="0"/>
                                          </p:stCondLst>
                                        </p:cTn>
                                        <p:tgtEl>
                                          <p:spTgt spid="16"/>
                                        </p:tgtEl>
                                        <p:attrNameLst>
                                          <p:attrName>style.visibility</p:attrName>
                                        </p:attrNameLst>
                                      </p:cBhvr>
                                      <p:to>
                                        <p:strVal val="visible"/>
                                      </p:to>
                                    </p:set>
                                    <p:anim calcmode="lin" valueType="num">
                                      <p:cBhvr additive="base">
                                        <p:cTn id="12" dur="500" fill="hold"/>
                                        <p:tgtEl>
                                          <p:spTgt spid="16"/>
                                        </p:tgtEl>
                                        <p:attrNameLst>
                                          <p:attrName>ppt_x</p:attrName>
                                        </p:attrNameLst>
                                      </p:cBhvr>
                                      <p:tavLst>
                                        <p:tav tm="0">
                                          <p:val>
                                            <p:strVal val="1+#ppt_w/2"/>
                                          </p:val>
                                        </p:tav>
                                        <p:tav tm="100000">
                                          <p:val>
                                            <p:strVal val="#ppt_x"/>
                                          </p:val>
                                        </p:tav>
                                      </p:tavLst>
                                    </p:anim>
                                    <p:anim calcmode="lin" valueType="num">
                                      <p:cBhvr additive="base">
                                        <p:cTn id="13" dur="500" fill="hold"/>
                                        <p:tgtEl>
                                          <p:spTgt spid="16"/>
                                        </p:tgtEl>
                                        <p:attrNameLst>
                                          <p:attrName>ppt_y</p:attrName>
                                        </p:attrNameLst>
                                      </p:cBhvr>
                                      <p:tavLst>
                                        <p:tav tm="0">
                                          <p:val>
                                            <p:strVal val="#ppt_y"/>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2" fill="hold" nodeType="clickEffect">
                                  <p:stCondLst>
                                    <p:cond delay="0"/>
                                  </p:stCondLst>
                                  <p:childTnLst>
                                    <p:set>
                                      <p:cBhvr>
                                        <p:cTn id="17" dur="1" fill="hold">
                                          <p:stCondLst>
                                            <p:cond delay="0"/>
                                          </p:stCondLst>
                                        </p:cTn>
                                        <p:tgtEl>
                                          <p:spTgt spid="21"/>
                                        </p:tgtEl>
                                        <p:attrNameLst>
                                          <p:attrName>style.visibility</p:attrName>
                                        </p:attrNameLst>
                                      </p:cBhvr>
                                      <p:to>
                                        <p:strVal val="visible"/>
                                      </p:to>
                                    </p:set>
                                    <p:anim calcmode="lin" valueType="num">
                                      <p:cBhvr additive="base">
                                        <p:cTn id="18" dur="500" fill="hold"/>
                                        <p:tgtEl>
                                          <p:spTgt spid="21"/>
                                        </p:tgtEl>
                                        <p:attrNameLst>
                                          <p:attrName>ppt_x</p:attrName>
                                        </p:attrNameLst>
                                      </p:cBhvr>
                                      <p:tavLst>
                                        <p:tav tm="0">
                                          <p:val>
                                            <p:strVal val="1+#ppt_w/2"/>
                                          </p:val>
                                        </p:tav>
                                        <p:tav tm="100000">
                                          <p:val>
                                            <p:strVal val="#ppt_x"/>
                                          </p:val>
                                        </p:tav>
                                      </p:tavLst>
                                    </p:anim>
                                    <p:anim calcmode="lin" valueType="num">
                                      <p:cBhvr additive="base">
                                        <p:cTn id="19" dur="500" fill="hold"/>
                                        <p:tgtEl>
                                          <p:spTgt spid="21"/>
                                        </p:tgtEl>
                                        <p:attrNameLst>
                                          <p:attrName>ppt_y</p:attrName>
                                        </p:attrNameLst>
                                      </p:cBhvr>
                                      <p:tavLst>
                                        <p:tav tm="0">
                                          <p:val>
                                            <p:strVal val="#ppt_y"/>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2" fill="hold" nodeType="clickEffect">
                                  <p:stCondLst>
                                    <p:cond delay="0"/>
                                  </p:stCondLst>
                                  <p:childTnLst>
                                    <p:set>
                                      <p:cBhvr>
                                        <p:cTn id="23" dur="1" fill="hold">
                                          <p:stCondLst>
                                            <p:cond delay="0"/>
                                          </p:stCondLst>
                                        </p:cTn>
                                        <p:tgtEl>
                                          <p:spTgt spid="26"/>
                                        </p:tgtEl>
                                        <p:attrNameLst>
                                          <p:attrName>style.visibility</p:attrName>
                                        </p:attrNameLst>
                                      </p:cBhvr>
                                      <p:to>
                                        <p:strVal val="visible"/>
                                      </p:to>
                                    </p:set>
                                    <p:anim calcmode="lin" valueType="num">
                                      <p:cBhvr additive="base">
                                        <p:cTn id="24" dur="500" fill="hold"/>
                                        <p:tgtEl>
                                          <p:spTgt spid="26"/>
                                        </p:tgtEl>
                                        <p:attrNameLst>
                                          <p:attrName>ppt_x</p:attrName>
                                        </p:attrNameLst>
                                      </p:cBhvr>
                                      <p:tavLst>
                                        <p:tav tm="0">
                                          <p:val>
                                            <p:strVal val="1+#ppt_w/2"/>
                                          </p:val>
                                        </p:tav>
                                        <p:tav tm="100000">
                                          <p:val>
                                            <p:strVal val="#ppt_x"/>
                                          </p:val>
                                        </p:tav>
                                      </p:tavLst>
                                    </p:anim>
                                    <p:anim calcmode="lin" valueType="num">
                                      <p:cBhvr additive="base">
                                        <p:cTn id="25" dur="500" fill="hold"/>
                                        <p:tgtEl>
                                          <p:spTgt spid="26"/>
                                        </p:tgtEl>
                                        <p:attrNameLst>
                                          <p:attrName>ppt_y</p:attrName>
                                        </p:attrNameLst>
                                      </p:cBhvr>
                                      <p:tavLst>
                                        <p:tav tm="0">
                                          <p:val>
                                            <p:strVal val="#ppt_y"/>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2" presetClass="entr" presetSubtype="2" fill="hold" nodeType="clickEffect">
                                  <p:stCondLst>
                                    <p:cond delay="0"/>
                                  </p:stCondLst>
                                  <p:childTnLst>
                                    <p:set>
                                      <p:cBhvr>
                                        <p:cTn id="29" dur="1" fill="hold">
                                          <p:stCondLst>
                                            <p:cond delay="0"/>
                                          </p:stCondLst>
                                        </p:cTn>
                                        <p:tgtEl>
                                          <p:spTgt spid="31"/>
                                        </p:tgtEl>
                                        <p:attrNameLst>
                                          <p:attrName>style.visibility</p:attrName>
                                        </p:attrNameLst>
                                      </p:cBhvr>
                                      <p:to>
                                        <p:strVal val="visible"/>
                                      </p:to>
                                    </p:set>
                                    <p:anim calcmode="lin" valueType="num">
                                      <p:cBhvr additive="base">
                                        <p:cTn id="30" dur="500" fill="hold"/>
                                        <p:tgtEl>
                                          <p:spTgt spid="31"/>
                                        </p:tgtEl>
                                        <p:attrNameLst>
                                          <p:attrName>ppt_x</p:attrName>
                                        </p:attrNameLst>
                                      </p:cBhvr>
                                      <p:tavLst>
                                        <p:tav tm="0">
                                          <p:val>
                                            <p:strVal val="1+#ppt_w/2"/>
                                          </p:val>
                                        </p:tav>
                                        <p:tav tm="100000">
                                          <p:val>
                                            <p:strVal val="#ppt_x"/>
                                          </p:val>
                                        </p:tav>
                                      </p:tavLst>
                                    </p:anim>
                                    <p:anim calcmode="lin" valueType="num">
                                      <p:cBhvr additive="base">
                                        <p:cTn id="31" dur="500" fill="hold"/>
                                        <p:tgtEl>
                                          <p:spTgt spid="3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rotWithShape="1">
          <a:blip r:embed="rId1" cstate="email"/>
          <a:srcRect/>
          <a:stretch>
            <a:fillRect/>
          </a:stretch>
        </p:blipFill>
        <p:spPr>
          <a:xfrm>
            <a:off x="-1" y="9622"/>
            <a:ext cx="12192001" cy="6838861"/>
          </a:xfrm>
          <a:prstGeom prst="rect">
            <a:avLst/>
          </a:prstGeom>
        </p:spPr>
      </p:pic>
      <p:sp>
        <p:nvSpPr>
          <p:cNvPr id="3" name="文本框 2"/>
          <p:cNvSpPr txBox="1"/>
          <p:nvPr/>
        </p:nvSpPr>
        <p:spPr>
          <a:xfrm>
            <a:off x="4339993" y="1196752"/>
            <a:ext cx="3512017" cy="1107996"/>
          </a:xfrm>
          <a:prstGeom prst="rect">
            <a:avLst/>
          </a:prstGeom>
          <a:noFill/>
        </p:spPr>
        <p:txBody>
          <a:bodyPr wrap="square" rtlCol="0">
            <a:spAutoFit/>
          </a:bodyPr>
          <a:lstStyle/>
          <a:p>
            <a:pPr algn="dist"/>
            <a:r>
              <a:rPr lang="zh-CN" altLang="en-US" sz="6600" dirty="0">
                <a:ln>
                  <a:solidFill>
                    <a:srgbClr val="C00000"/>
                  </a:solidFill>
                </a:ln>
                <a:gradFill flip="none" rotWithShape="1">
                  <a:gsLst>
                    <a:gs pos="0">
                      <a:srgbClr val="FFFFFC"/>
                    </a:gs>
                    <a:gs pos="83000">
                      <a:srgbClr val="FCD273"/>
                    </a:gs>
                    <a:gs pos="100000">
                      <a:srgbClr val="FFFFFC"/>
                    </a:gs>
                  </a:gsLst>
                  <a:lin ang="5400000" scaled="1"/>
                  <a:tileRect/>
                </a:gradFill>
                <a:effectLst>
                  <a:outerShdw blurRad="38100" dist="38100" dir="2700000" algn="tl">
                    <a:srgbClr val="000000">
                      <a:alpha val="43137"/>
                    </a:srgbClr>
                  </a:outerShdw>
                </a:effectLst>
                <a:latin typeface="思源宋体 CN Heavy" panose="02020900000000000000" pitchFamily="18" charset="-122"/>
                <a:ea typeface="思源宋体 CN Heavy" panose="02020900000000000000" pitchFamily="18" charset="-122"/>
              </a:rPr>
              <a:t>第一篇</a:t>
            </a:r>
            <a:endParaRPr lang="zh-CN" altLang="en-US" sz="6600" dirty="0">
              <a:ln>
                <a:solidFill>
                  <a:srgbClr val="C00000"/>
                </a:solidFill>
              </a:ln>
              <a:gradFill flip="none" rotWithShape="1">
                <a:gsLst>
                  <a:gs pos="0">
                    <a:srgbClr val="FFFFFC"/>
                  </a:gs>
                  <a:gs pos="83000">
                    <a:srgbClr val="FCD273"/>
                  </a:gs>
                  <a:gs pos="100000">
                    <a:srgbClr val="FFFFFC"/>
                  </a:gs>
                </a:gsLst>
                <a:lin ang="5400000" scaled="1"/>
                <a:tileRect/>
              </a:gradFill>
              <a:effectLst>
                <a:outerShdw blurRad="38100" dist="38100" dir="2700000" algn="tl">
                  <a:srgbClr val="000000">
                    <a:alpha val="43137"/>
                  </a:srgbClr>
                </a:outerShdw>
              </a:effectLst>
              <a:latin typeface="思源宋体 CN Heavy" panose="02020900000000000000" pitchFamily="18" charset="-122"/>
              <a:ea typeface="思源宋体 CN Heavy" panose="02020900000000000000" pitchFamily="18" charset="-122"/>
            </a:endParaRPr>
          </a:p>
        </p:txBody>
      </p:sp>
      <p:sp>
        <p:nvSpPr>
          <p:cNvPr id="4" name="文本框 3"/>
          <p:cNvSpPr txBox="1"/>
          <p:nvPr/>
        </p:nvSpPr>
        <p:spPr>
          <a:xfrm>
            <a:off x="1559496" y="2323293"/>
            <a:ext cx="9505056" cy="1446550"/>
          </a:xfrm>
          <a:prstGeom prst="rect">
            <a:avLst/>
          </a:prstGeom>
          <a:noFill/>
        </p:spPr>
        <p:txBody>
          <a:bodyPr wrap="square" rtlCol="0">
            <a:spAutoFit/>
          </a:bodyPr>
          <a:lstStyle/>
          <a:p>
            <a:pPr algn="dist"/>
            <a:r>
              <a:rPr lang="zh-CN" altLang="en-US" sz="8800" dirty="0">
                <a:ln>
                  <a:solidFill>
                    <a:srgbClr val="C00000"/>
                  </a:solidFill>
                </a:ln>
                <a:gradFill flip="none" rotWithShape="1">
                  <a:gsLst>
                    <a:gs pos="0">
                      <a:srgbClr val="FFFFFC"/>
                    </a:gs>
                    <a:gs pos="83000">
                      <a:srgbClr val="FCD273"/>
                    </a:gs>
                    <a:gs pos="100000">
                      <a:srgbClr val="FFFFFC"/>
                    </a:gs>
                  </a:gsLst>
                  <a:lin ang="5400000" scaled="1"/>
                  <a:tileRect/>
                </a:gradFill>
                <a:effectLst>
                  <a:outerShdw blurRad="38100" dist="38100" dir="2700000" algn="tl">
                    <a:srgbClr val="000000">
                      <a:alpha val="43137"/>
                    </a:srgbClr>
                  </a:outerShdw>
                </a:effectLst>
                <a:latin typeface="思源宋体 CN Heavy" panose="02020900000000000000" pitchFamily="18" charset="-122"/>
                <a:ea typeface="思源宋体 CN Heavy" panose="02020900000000000000" pitchFamily="18" charset="-122"/>
              </a:rPr>
              <a:t>爱国主义教育目的</a:t>
            </a:r>
            <a:endParaRPr lang="zh-CN" altLang="en-US" sz="8800" dirty="0">
              <a:ln>
                <a:solidFill>
                  <a:srgbClr val="C00000"/>
                </a:solidFill>
              </a:ln>
              <a:gradFill flip="none" rotWithShape="1">
                <a:gsLst>
                  <a:gs pos="0">
                    <a:srgbClr val="FFFFFC"/>
                  </a:gs>
                  <a:gs pos="83000">
                    <a:srgbClr val="FCD273"/>
                  </a:gs>
                  <a:gs pos="100000">
                    <a:srgbClr val="FFFFFC"/>
                  </a:gs>
                </a:gsLst>
                <a:lin ang="5400000" scaled="1"/>
                <a:tileRect/>
              </a:gradFill>
              <a:effectLst>
                <a:outerShdw blurRad="38100" dist="38100" dir="2700000" algn="tl">
                  <a:srgbClr val="000000">
                    <a:alpha val="43137"/>
                  </a:srgbClr>
                </a:outerShdw>
              </a:effectLst>
              <a:latin typeface="思源宋体 CN Heavy" panose="02020900000000000000" pitchFamily="18" charset="-122"/>
              <a:ea typeface="思源宋体 CN Heavy" panose="02020900000000000000" pitchFamily="18" charset="-122"/>
            </a:endParaRPr>
          </a:p>
        </p:txBody>
      </p:sp>
      <p:sp>
        <p:nvSpPr>
          <p:cNvPr id="6" name="文本框 5"/>
          <p:cNvSpPr txBox="1"/>
          <p:nvPr/>
        </p:nvSpPr>
        <p:spPr>
          <a:xfrm>
            <a:off x="197442" y="4250985"/>
            <a:ext cx="353943" cy="2418377"/>
          </a:xfrm>
          <a:prstGeom prst="rect">
            <a:avLst/>
          </a:prstGeom>
          <a:noFill/>
          <a:ln>
            <a:noFill/>
          </a:ln>
        </p:spPr>
        <p:txBody>
          <a:bodyPr vert="eaVert" wrap="square" rtlCol="0">
            <a:spAutoFit/>
          </a:bodyPr>
          <a:lstStyle/>
          <a:p>
            <a:pPr algn="dist"/>
            <a:r>
              <a:rPr lang="zh-CN" altLang="en-US" sz="1100" dirty="0">
                <a:solidFill>
                  <a:srgbClr val="FFFFFC"/>
                </a:solidFill>
                <a:latin typeface="微软雅黑" panose="020B0503020204020204" pitchFamily="34" charset="-122"/>
                <a:ea typeface="微软雅黑" panose="020B0503020204020204" pitchFamily="34" charset="-122"/>
                <a:cs typeface="阿里巴巴普惠体 2.0 45 Light" panose="00020600040101010101" pitchFamily="18" charset="-122"/>
                <a:sym typeface="+mn-lt"/>
              </a:rPr>
              <a:t>聚能前行不负韶华</a:t>
            </a:r>
            <a:endParaRPr lang="zh-CN" altLang="en-US" sz="1100" dirty="0">
              <a:solidFill>
                <a:srgbClr val="FFFFFC"/>
              </a:solidFill>
              <a:latin typeface="微软雅黑" panose="020B0503020204020204" pitchFamily="34" charset="-122"/>
              <a:ea typeface="微软雅黑" panose="020B0503020204020204" pitchFamily="34" charset="-122"/>
              <a:cs typeface="阿里巴巴普惠体 2.0 45 Light" panose="00020600040101010101" pitchFamily="18" charset="-122"/>
              <a:sym typeface="+mn-lt"/>
            </a:endParaRPr>
          </a:p>
        </p:txBody>
      </p:sp>
      <p:sp>
        <p:nvSpPr>
          <p:cNvPr id="7" name="文本框 6"/>
          <p:cNvSpPr txBox="1"/>
          <p:nvPr/>
        </p:nvSpPr>
        <p:spPr>
          <a:xfrm>
            <a:off x="11568610" y="290545"/>
            <a:ext cx="353943" cy="2418377"/>
          </a:xfrm>
          <a:prstGeom prst="rect">
            <a:avLst/>
          </a:prstGeom>
          <a:noFill/>
          <a:ln>
            <a:noFill/>
          </a:ln>
        </p:spPr>
        <p:txBody>
          <a:bodyPr vert="eaVert" wrap="square" rtlCol="0">
            <a:spAutoFit/>
          </a:bodyPr>
          <a:lstStyle/>
          <a:p>
            <a:pPr algn="dist"/>
            <a:r>
              <a:rPr lang="zh-CN" altLang="en-US" sz="1100" dirty="0">
                <a:solidFill>
                  <a:srgbClr val="FFFFFC"/>
                </a:solidFill>
                <a:latin typeface="微软雅黑" panose="020B0503020204020204" pitchFamily="34" charset="-122"/>
                <a:ea typeface="微软雅黑" panose="020B0503020204020204" pitchFamily="34" charset="-122"/>
                <a:cs typeface="阿里巴巴普惠体 2.0 45 Light" panose="00020600040101010101" pitchFamily="18" charset="-122"/>
                <a:sym typeface="+mn-lt"/>
              </a:rPr>
              <a:t>聚能前行不负韶华</a:t>
            </a:r>
            <a:endParaRPr lang="zh-CN" altLang="en-US" sz="1100" dirty="0">
              <a:solidFill>
                <a:srgbClr val="FFFFFC"/>
              </a:solidFill>
              <a:latin typeface="微软雅黑" panose="020B0503020204020204" pitchFamily="34" charset="-122"/>
              <a:ea typeface="微软雅黑" panose="020B0503020204020204" pitchFamily="34" charset="-122"/>
              <a:cs typeface="阿里巴巴普惠体 2.0 45 Light" panose="00020600040101010101" pitchFamily="18" charset="-122"/>
              <a:sym typeface="+mn-lt"/>
            </a:endParaRPr>
          </a:p>
        </p:txBody>
      </p:sp>
      <p:sp>
        <p:nvSpPr>
          <p:cNvPr id="8" name="文本框 7"/>
          <p:cNvSpPr txBox="1"/>
          <p:nvPr/>
        </p:nvSpPr>
        <p:spPr>
          <a:xfrm>
            <a:off x="9258255" y="6270514"/>
            <a:ext cx="2664296" cy="276999"/>
          </a:xfrm>
          <a:prstGeom prst="rect">
            <a:avLst/>
          </a:prstGeom>
          <a:noFill/>
        </p:spPr>
        <p:txBody>
          <a:bodyPr wrap="square" rtlCol="0">
            <a:spAutoFit/>
          </a:bodyPr>
          <a:lstStyle/>
          <a:p>
            <a:pPr algn="dist"/>
            <a:r>
              <a:rPr lang="zh-CN" altLang="en-US" sz="1200" dirty="0">
                <a:solidFill>
                  <a:schemeClr val="bg1">
                    <a:lumMod val="95000"/>
                  </a:scheme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阿里巴巴普惠体 2.0 55 Regular" panose="00020600040101010101" pitchFamily="18" charset="-122"/>
              </a:rPr>
              <a:t>筑梦中国</a:t>
            </a:r>
            <a:r>
              <a:rPr lang="en-US" altLang="zh-CN" sz="1200" dirty="0">
                <a:solidFill>
                  <a:schemeClr val="bg1">
                    <a:lumMod val="95000"/>
                  </a:scheme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阿里巴巴普惠体 2.0 55 Regular" panose="00020600040101010101" pitchFamily="18" charset="-122"/>
              </a:rPr>
              <a:t> </a:t>
            </a:r>
            <a:r>
              <a:rPr lang="zh-CN" altLang="en-US" sz="1200" dirty="0">
                <a:solidFill>
                  <a:schemeClr val="bg1">
                    <a:lumMod val="95000"/>
                  </a:scheme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阿里巴巴普惠体 2.0 55 Regular" panose="00020600040101010101" pitchFamily="18" charset="-122"/>
              </a:rPr>
              <a:t>建功新时代</a:t>
            </a:r>
            <a:endParaRPr lang="zh-CN" altLang="en-US" sz="1200" dirty="0">
              <a:solidFill>
                <a:schemeClr val="bg1">
                  <a:lumMod val="95000"/>
                </a:scheme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阿里巴巴普惠体 2.0 55 Regular" panose="00020600040101010101" pitchFamily="18" charset="-122"/>
            </a:endParaRPr>
          </a:p>
        </p:txBody>
      </p:sp>
      <p:sp>
        <p:nvSpPr>
          <p:cNvPr id="9" name="文本框 8"/>
          <p:cNvSpPr txBox="1"/>
          <p:nvPr/>
        </p:nvSpPr>
        <p:spPr>
          <a:xfrm>
            <a:off x="2135560" y="3760980"/>
            <a:ext cx="8208912" cy="577081"/>
          </a:xfrm>
          <a:prstGeom prst="rect">
            <a:avLst/>
          </a:prstGeom>
          <a:noFill/>
        </p:spPr>
        <p:txBody>
          <a:bodyPr wrap="square" rtlCol="0">
            <a:spAutoFit/>
          </a:bodyPr>
          <a:lstStyle/>
          <a:p>
            <a:pPr algn="ctr">
              <a:lnSpc>
                <a:spcPct val="150000"/>
              </a:lnSpc>
            </a:pPr>
            <a:r>
              <a:rPr lang="zh-CN" altLang="en-US" sz="1050" spc="400" dirty="0">
                <a:solidFill>
                  <a:schemeClr val="bg1"/>
                </a:solidFill>
                <a:latin typeface="微软雅黑" panose="020B0503020204020204" pitchFamily="34" charset="-122"/>
                <a:ea typeface="微软雅黑" panose="020B0503020204020204" pitchFamily="34" charset="-122"/>
              </a:rPr>
              <a:t>爱国主义是指个人或集体对祖国的一种积极和支持的态度，揭示了个人对祖国的依存关系，是人们对自己家园以及民族和文化的归属感、认同感、尊严感与荣誉感的统一。</a:t>
            </a:r>
            <a:endParaRPr lang="zh-CN" altLang="en-US" sz="1050" spc="400" dirty="0">
              <a:solidFill>
                <a:schemeClr val="bg1"/>
              </a:solidFill>
              <a:latin typeface="微软雅黑" panose="020B0503020204020204" pitchFamily="34" charset="-122"/>
              <a:ea typeface="微软雅黑" panose="020B0503020204020204" pitchFamily="34" charset="-122"/>
            </a:endParaRPr>
          </a:p>
        </p:txBody>
      </p:sp>
      <p:pic>
        <p:nvPicPr>
          <p:cNvPr id="11" name="图片 10"/>
          <p:cNvPicPr>
            <a:picLocks noChangeAspect="1"/>
          </p:cNvPicPr>
          <p:nvPr/>
        </p:nvPicPr>
        <p:blipFill rotWithShape="1">
          <a:blip r:embed="rId2" cstate="email"/>
          <a:srcRect l="-4339"/>
          <a:stretch>
            <a:fillRect/>
          </a:stretch>
        </p:blipFill>
        <p:spPr>
          <a:xfrm>
            <a:off x="4151785" y="-386188"/>
            <a:ext cx="3512017" cy="864097"/>
          </a:xfrm>
          <a:prstGeom prst="rect">
            <a:avLst/>
          </a:prstGeom>
        </p:spPr>
      </p:pic>
      <p:pic>
        <p:nvPicPr>
          <p:cNvPr id="12" name="图片 11"/>
          <p:cNvPicPr>
            <a:picLocks noChangeAspect="1"/>
          </p:cNvPicPr>
          <p:nvPr/>
        </p:nvPicPr>
        <p:blipFill rotWithShape="1">
          <a:blip r:embed="rId3" cstate="email"/>
          <a:srcRect/>
          <a:stretch>
            <a:fillRect/>
          </a:stretch>
        </p:blipFill>
        <p:spPr>
          <a:xfrm rot="20534065">
            <a:off x="9555109" y="274132"/>
            <a:ext cx="2024955" cy="2262265"/>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1000"/>
                                        <p:tgtEl>
                                          <p:spTgt spid="9"/>
                                        </p:tgtEl>
                                      </p:cBhvr>
                                    </p:animEffect>
                                    <p:anim calcmode="lin" valueType="num">
                                      <p:cBhvr>
                                        <p:cTn id="8" dur="1000" fill="hold"/>
                                        <p:tgtEl>
                                          <p:spTgt spid="9"/>
                                        </p:tgtEl>
                                        <p:attrNameLst>
                                          <p:attrName>ppt_x</p:attrName>
                                        </p:attrNameLst>
                                      </p:cBhvr>
                                      <p:tavLst>
                                        <p:tav tm="0">
                                          <p:val>
                                            <p:strVal val="#ppt_x"/>
                                          </p:val>
                                        </p:tav>
                                        <p:tav tm="100000">
                                          <p:val>
                                            <p:strVal val="#ppt_x"/>
                                          </p:val>
                                        </p:tav>
                                      </p:tavLst>
                                    </p:anim>
                                    <p:anim calcmode="lin" valueType="num">
                                      <p:cBhvr>
                                        <p:cTn id="9" dur="10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767408" y="620690"/>
            <a:ext cx="3960440" cy="846817"/>
            <a:chOff x="191344" y="174130"/>
            <a:chExt cx="3960440" cy="846817"/>
          </a:xfrm>
        </p:grpSpPr>
        <p:grpSp>
          <p:nvGrpSpPr>
            <p:cNvPr id="5" name="组合 4"/>
            <p:cNvGrpSpPr/>
            <p:nvPr/>
          </p:nvGrpSpPr>
          <p:grpSpPr>
            <a:xfrm>
              <a:off x="431433" y="253069"/>
              <a:ext cx="3720351" cy="767878"/>
              <a:chOff x="3402338" y="4170387"/>
              <a:chExt cx="6546490" cy="767878"/>
            </a:xfrm>
          </p:grpSpPr>
          <p:sp>
            <p:nvSpPr>
              <p:cNvPr id="7" name="文本框 6"/>
              <p:cNvSpPr txBox="1"/>
              <p:nvPr/>
            </p:nvSpPr>
            <p:spPr>
              <a:xfrm>
                <a:off x="3403381" y="4170387"/>
                <a:ext cx="6545447" cy="584775"/>
              </a:xfrm>
              <a:prstGeom prst="rect">
                <a:avLst/>
              </a:prstGeom>
              <a:noFill/>
            </p:spPr>
            <p:txBody>
              <a:bodyPr wrap="square" rtlCol="0">
                <a:spAutoFit/>
              </a:bodyPr>
              <a:lstStyle/>
              <a:p>
                <a:pPr algn="dist"/>
                <a:r>
                  <a:rPr lang="zh-CN" altLang="en-US" sz="3200" b="1" dirty="0">
                    <a:ln w="15875">
                      <a:noFill/>
                    </a:ln>
                    <a:gradFill flip="none" rotWithShape="1">
                      <a:gsLst>
                        <a:gs pos="0">
                          <a:srgbClr val="F94739"/>
                        </a:gs>
                        <a:gs pos="86000">
                          <a:srgbClr val="BF2833"/>
                        </a:gs>
                      </a:gsLst>
                      <a:lin ang="5400000" scaled="1"/>
                      <a:tileRect/>
                    </a:gradFill>
                    <a:effectLst>
                      <a:outerShdw blurRad="38100" dist="38100" dir="2700000" algn="tl">
                        <a:srgbClr val="75161B">
                          <a:alpha val="43000"/>
                        </a:srgbClr>
                      </a:outerShdw>
                    </a:effectLst>
                    <a:latin typeface="阿里巴巴普惠体 2.0 75 SemiBold" panose="00020600040101010101" pitchFamily="18" charset="-122"/>
                    <a:ea typeface="阿里巴巴普惠体 2.0 75 SemiBold" panose="00020600040101010101" pitchFamily="18" charset="-122"/>
                    <a:cs typeface="阿里巴巴普惠体 2.0 75 SemiBold" panose="00020600040101010101" pitchFamily="18" charset="-122"/>
                  </a:rPr>
                  <a:t>爱国主义教育目的</a:t>
                </a:r>
                <a:endParaRPr lang="zh-CN" altLang="en-US" sz="3200" b="1" dirty="0">
                  <a:ln w="15875">
                    <a:noFill/>
                  </a:ln>
                  <a:gradFill flip="none" rotWithShape="1">
                    <a:gsLst>
                      <a:gs pos="0">
                        <a:srgbClr val="F94739"/>
                      </a:gs>
                      <a:gs pos="86000">
                        <a:srgbClr val="BF2833"/>
                      </a:gs>
                    </a:gsLst>
                    <a:lin ang="5400000" scaled="1"/>
                    <a:tileRect/>
                  </a:gradFill>
                  <a:effectLst>
                    <a:outerShdw blurRad="38100" dist="38100" dir="2700000" algn="tl">
                      <a:srgbClr val="75161B">
                        <a:alpha val="43000"/>
                      </a:srgbClr>
                    </a:outerShdw>
                  </a:effectLst>
                  <a:latin typeface="阿里巴巴普惠体 2.0 75 SemiBold" panose="00020600040101010101" pitchFamily="18" charset="-122"/>
                  <a:ea typeface="阿里巴巴普惠体 2.0 75 SemiBold" panose="00020600040101010101" pitchFamily="18" charset="-122"/>
                  <a:cs typeface="阿里巴巴普惠体 2.0 75 SemiBold" panose="00020600040101010101" pitchFamily="18" charset="-122"/>
                </a:endParaRPr>
              </a:p>
            </p:txBody>
          </p:sp>
          <p:sp>
            <p:nvSpPr>
              <p:cNvPr id="8" name="文本框 7"/>
              <p:cNvSpPr txBox="1"/>
              <p:nvPr/>
            </p:nvSpPr>
            <p:spPr>
              <a:xfrm>
                <a:off x="3402338" y="4676655"/>
                <a:ext cx="5651078" cy="261610"/>
              </a:xfrm>
              <a:prstGeom prst="rect">
                <a:avLst/>
              </a:prstGeom>
              <a:noFill/>
            </p:spPr>
            <p:txBody>
              <a:bodyPr wrap="square" rtlCol="0">
                <a:spAutoFit/>
              </a:bodyPr>
              <a:lstStyle/>
              <a:p>
                <a:pPr algn="dist"/>
                <a:r>
                  <a:rPr lang="en-US" altLang="zh-CN" sz="1100" dirty="0">
                    <a:solidFill>
                      <a:schemeClr val="tx1">
                        <a:lumMod val="85000"/>
                        <a:lumOff val="15000"/>
                      </a:schemeClr>
                    </a:solidFill>
                    <a:latin typeface="微软雅黑" panose="020B0503020204020204" pitchFamily="34" charset="-122"/>
                    <a:ea typeface="微软雅黑" panose="020B0503020204020204" pitchFamily="34" charset="-122"/>
                    <a:cs typeface="阿里巴巴普惠体 2.0 45 Light" panose="00020600040101010101" pitchFamily="18" charset="-122"/>
                  </a:rPr>
                  <a:t>ORIGIN OF THE HOLIDAY</a:t>
                </a:r>
                <a:endParaRPr lang="zh-CN" altLang="en-US" sz="1100" dirty="0">
                  <a:solidFill>
                    <a:schemeClr val="tx1">
                      <a:lumMod val="85000"/>
                      <a:lumOff val="15000"/>
                    </a:schemeClr>
                  </a:solidFill>
                  <a:latin typeface="微软雅黑" panose="020B0503020204020204" pitchFamily="34" charset="-122"/>
                  <a:ea typeface="微软雅黑" panose="020B0503020204020204" pitchFamily="34" charset="-122"/>
                  <a:cs typeface="阿里巴巴普惠体 2.0 45 Light" panose="00020600040101010101" pitchFamily="18" charset="-122"/>
                </a:endParaRPr>
              </a:p>
            </p:txBody>
          </p:sp>
        </p:grpSp>
        <p:sp>
          <p:nvSpPr>
            <p:cNvPr id="6" name="矩形 5"/>
            <p:cNvSpPr/>
            <p:nvPr/>
          </p:nvSpPr>
          <p:spPr>
            <a:xfrm>
              <a:off x="191344" y="174130"/>
              <a:ext cx="144016" cy="792088"/>
            </a:xfrm>
            <a:prstGeom prst="rect">
              <a:avLst/>
            </a:prstGeom>
            <a:solidFill>
              <a:srgbClr val="C00000"/>
            </a:solidFill>
            <a:ln>
              <a:no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 name="组合 1"/>
          <p:cNvGrpSpPr/>
          <p:nvPr/>
        </p:nvGrpSpPr>
        <p:grpSpPr>
          <a:xfrm>
            <a:off x="965199" y="2060849"/>
            <a:ext cx="3537856" cy="1032833"/>
            <a:chOff x="-445529" y="5140646"/>
            <a:chExt cx="3537856" cy="1032833"/>
          </a:xfrm>
        </p:grpSpPr>
        <p:sp>
          <p:nvSpPr>
            <p:cNvPr id="3" name="文本框 2"/>
            <p:cNvSpPr txBox="1"/>
            <p:nvPr/>
          </p:nvSpPr>
          <p:spPr>
            <a:xfrm>
              <a:off x="-445529" y="5434815"/>
              <a:ext cx="3537856" cy="738664"/>
            </a:xfrm>
            <a:prstGeom prst="rect">
              <a:avLst/>
            </a:prstGeom>
            <a:noFill/>
          </p:spPr>
          <p:txBody>
            <a:bodyPr wrap="square" rtlCol="0">
              <a:spAutoFit/>
            </a:bodyPr>
            <a:lstStyle/>
            <a:p>
              <a:pPr algn="r"/>
              <a:r>
                <a:rPr lang="zh-CN" altLang="en-US" sz="1400" spc="400" dirty="0">
                  <a:latin typeface="微软雅黑" panose="020B0503020204020204" pitchFamily="34" charset="-122"/>
                  <a:ea typeface="微软雅黑" panose="020B0503020204020204" pitchFamily="34" charset="-122"/>
                </a:rPr>
                <a:t>爱国主义是指个人或集体对祖国的一种积极和支持的态度，揭示了个人对祖国的依存关系，</a:t>
              </a:r>
              <a:endParaRPr lang="zh-CN" altLang="en-US" sz="1400" spc="400" dirty="0">
                <a:latin typeface="微软雅黑" panose="020B0503020204020204" pitchFamily="34" charset="-122"/>
                <a:ea typeface="微软雅黑" panose="020B0503020204020204" pitchFamily="34" charset="-122"/>
              </a:endParaRPr>
            </a:p>
          </p:txBody>
        </p:sp>
        <p:sp>
          <p:nvSpPr>
            <p:cNvPr id="9" name="文本框 8"/>
            <p:cNvSpPr txBox="1"/>
            <p:nvPr/>
          </p:nvSpPr>
          <p:spPr>
            <a:xfrm>
              <a:off x="1522291" y="5140646"/>
              <a:ext cx="1514475" cy="369332"/>
            </a:xfrm>
            <a:prstGeom prst="rect">
              <a:avLst/>
            </a:prstGeom>
            <a:noFill/>
          </p:spPr>
          <p:txBody>
            <a:bodyPr wrap="square" rtlCol="0">
              <a:spAutoFit/>
            </a:bodyPr>
            <a:lstStyle/>
            <a:p>
              <a:pPr algn="r"/>
              <a:r>
                <a:rPr lang="zh-CN" altLang="en-US" dirty="0">
                  <a:solidFill>
                    <a:schemeClr val="tx1">
                      <a:lumMod val="85000"/>
                      <a:lumOff val="15000"/>
                    </a:schemeClr>
                  </a:solidFill>
                  <a:latin typeface="字魂59号-创粗黑" panose="00000500000000000000" pitchFamily="2" charset="-122"/>
                  <a:ea typeface="字魂59号-创粗黑" panose="00000500000000000000" pitchFamily="2" charset="-122"/>
                </a:rPr>
                <a:t>教育目的</a:t>
              </a:r>
              <a:endParaRPr lang="zh-CN" altLang="en-US" dirty="0">
                <a:solidFill>
                  <a:schemeClr val="tx1">
                    <a:lumMod val="85000"/>
                    <a:lumOff val="15000"/>
                  </a:schemeClr>
                </a:solidFill>
                <a:latin typeface="字魂59号-创粗黑" panose="00000500000000000000" pitchFamily="2" charset="-122"/>
                <a:ea typeface="字魂59号-创粗黑" panose="00000500000000000000" pitchFamily="2" charset="-122"/>
              </a:endParaRPr>
            </a:p>
          </p:txBody>
        </p:sp>
      </p:grpSp>
      <p:grpSp>
        <p:nvGrpSpPr>
          <p:cNvPr id="10" name="组合 9"/>
          <p:cNvGrpSpPr/>
          <p:nvPr/>
        </p:nvGrpSpPr>
        <p:grpSpPr>
          <a:xfrm>
            <a:off x="479376" y="3182080"/>
            <a:ext cx="3537856" cy="1046611"/>
            <a:chOff x="-359852" y="5140646"/>
            <a:chExt cx="3537856" cy="1046611"/>
          </a:xfrm>
        </p:grpSpPr>
        <p:sp>
          <p:nvSpPr>
            <p:cNvPr id="11" name="文本框 10"/>
            <p:cNvSpPr txBox="1"/>
            <p:nvPr/>
          </p:nvSpPr>
          <p:spPr>
            <a:xfrm>
              <a:off x="-359852" y="5448593"/>
              <a:ext cx="3537856" cy="738664"/>
            </a:xfrm>
            <a:prstGeom prst="rect">
              <a:avLst/>
            </a:prstGeom>
            <a:noFill/>
          </p:spPr>
          <p:txBody>
            <a:bodyPr wrap="square" rtlCol="0">
              <a:spAutoFit/>
            </a:bodyPr>
            <a:lstStyle/>
            <a:p>
              <a:pPr algn="r"/>
              <a:r>
                <a:rPr lang="zh-CN" altLang="en-US" sz="1400" spc="400" dirty="0">
                  <a:latin typeface="微软雅黑" panose="020B0503020204020204" pitchFamily="34" charset="-122"/>
                  <a:ea typeface="微软雅黑" panose="020B0503020204020204" pitchFamily="34" charset="-122"/>
                </a:rPr>
                <a:t>集中表现为民族自尊心和民族自信心，为保卫祖国和争取祖国的独立富强而献身的奋斗精神。</a:t>
              </a:r>
              <a:endParaRPr lang="zh-CN" altLang="en-US" sz="1400" spc="400" dirty="0">
                <a:latin typeface="微软雅黑" panose="020B0503020204020204" pitchFamily="34" charset="-122"/>
                <a:ea typeface="微软雅黑" panose="020B0503020204020204" pitchFamily="34" charset="-122"/>
              </a:endParaRPr>
            </a:p>
          </p:txBody>
        </p:sp>
        <p:sp>
          <p:nvSpPr>
            <p:cNvPr id="12" name="文本框 11"/>
            <p:cNvSpPr txBox="1"/>
            <p:nvPr/>
          </p:nvSpPr>
          <p:spPr>
            <a:xfrm>
              <a:off x="1522291" y="5140646"/>
              <a:ext cx="1514475" cy="369332"/>
            </a:xfrm>
            <a:prstGeom prst="rect">
              <a:avLst/>
            </a:prstGeom>
            <a:noFill/>
          </p:spPr>
          <p:txBody>
            <a:bodyPr wrap="square" rtlCol="0">
              <a:spAutoFit/>
            </a:bodyPr>
            <a:lstStyle/>
            <a:p>
              <a:pPr algn="r"/>
              <a:r>
                <a:rPr lang="zh-CN" altLang="en-US" dirty="0">
                  <a:solidFill>
                    <a:schemeClr val="tx1">
                      <a:lumMod val="85000"/>
                      <a:lumOff val="15000"/>
                    </a:schemeClr>
                  </a:solidFill>
                  <a:latin typeface="字魂59号-创粗黑" panose="00000500000000000000" pitchFamily="2" charset="-122"/>
                  <a:ea typeface="字魂59号-创粗黑" panose="00000500000000000000" pitchFamily="2" charset="-122"/>
                </a:rPr>
                <a:t>教育目的</a:t>
              </a:r>
              <a:endParaRPr lang="zh-CN" altLang="en-US" dirty="0">
                <a:solidFill>
                  <a:schemeClr val="tx1">
                    <a:lumMod val="85000"/>
                    <a:lumOff val="15000"/>
                  </a:schemeClr>
                </a:solidFill>
                <a:latin typeface="字魂59号-创粗黑" panose="00000500000000000000" pitchFamily="2" charset="-122"/>
                <a:ea typeface="字魂59号-创粗黑" panose="00000500000000000000" pitchFamily="2" charset="-122"/>
              </a:endParaRPr>
            </a:p>
          </p:txBody>
        </p:sp>
      </p:grpSp>
      <p:grpSp>
        <p:nvGrpSpPr>
          <p:cNvPr id="13" name="组合 12"/>
          <p:cNvGrpSpPr/>
          <p:nvPr/>
        </p:nvGrpSpPr>
        <p:grpSpPr>
          <a:xfrm>
            <a:off x="909639" y="4303312"/>
            <a:ext cx="3537856" cy="1032833"/>
            <a:chOff x="-445529" y="5140646"/>
            <a:chExt cx="3537856" cy="1032833"/>
          </a:xfrm>
        </p:grpSpPr>
        <p:sp>
          <p:nvSpPr>
            <p:cNvPr id="14" name="文本框 13"/>
            <p:cNvSpPr txBox="1"/>
            <p:nvPr/>
          </p:nvSpPr>
          <p:spPr>
            <a:xfrm>
              <a:off x="-445529" y="5434815"/>
              <a:ext cx="3537856" cy="738664"/>
            </a:xfrm>
            <a:prstGeom prst="rect">
              <a:avLst/>
            </a:prstGeom>
            <a:noFill/>
          </p:spPr>
          <p:txBody>
            <a:bodyPr wrap="square" rtlCol="0">
              <a:spAutoFit/>
            </a:bodyPr>
            <a:lstStyle/>
            <a:p>
              <a:pPr algn="r"/>
              <a:r>
                <a:rPr lang="zh-CN" altLang="en-US" sz="1400" spc="400" dirty="0">
                  <a:latin typeface="微软雅黑" panose="020B0503020204020204" pitchFamily="34" charset="-122"/>
                  <a:ea typeface="微软雅黑" panose="020B0503020204020204" pitchFamily="34" charset="-122"/>
                </a:rPr>
                <a:t>而且渗透到社会生活各个方面，成为影响民族和国家命运的重要因素。</a:t>
              </a:r>
              <a:endParaRPr lang="zh-CN" altLang="en-US" sz="1400" spc="400" dirty="0">
                <a:latin typeface="微软雅黑" panose="020B0503020204020204" pitchFamily="34" charset="-122"/>
                <a:ea typeface="微软雅黑" panose="020B0503020204020204" pitchFamily="34" charset="-122"/>
              </a:endParaRPr>
            </a:p>
          </p:txBody>
        </p:sp>
        <p:sp>
          <p:nvSpPr>
            <p:cNvPr id="15" name="文本框 14"/>
            <p:cNvSpPr txBox="1"/>
            <p:nvPr/>
          </p:nvSpPr>
          <p:spPr>
            <a:xfrm>
              <a:off x="1522291" y="5140646"/>
              <a:ext cx="1514475" cy="369332"/>
            </a:xfrm>
            <a:prstGeom prst="rect">
              <a:avLst/>
            </a:prstGeom>
            <a:noFill/>
          </p:spPr>
          <p:txBody>
            <a:bodyPr wrap="square" rtlCol="0">
              <a:spAutoFit/>
            </a:bodyPr>
            <a:lstStyle/>
            <a:p>
              <a:pPr algn="r"/>
              <a:r>
                <a:rPr lang="zh-CN" altLang="en-US" dirty="0">
                  <a:solidFill>
                    <a:schemeClr val="tx1">
                      <a:lumMod val="85000"/>
                      <a:lumOff val="15000"/>
                    </a:schemeClr>
                  </a:solidFill>
                  <a:latin typeface="字魂59号-创粗黑" panose="00000500000000000000" pitchFamily="2" charset="-122"/>
                  <a:ea typeface="字魂59号-创粗黑" panose="00000500000000000000" pitchFamily="2" charset="-122"/>
                </a:rPr>
                <a:t>教育目的</a:t>
              </a:r>
              <a:endParaRPr lang="zh-CN" altLang="en-US" dirty="0">
                <a:solidFill>
                  <a:schemeClr val="tx1">
                    <a:lumMod val="85000"/>
                    <a:lumOff val="15000"/>
                  </a:schemeClr>
                </a:solidFill>
                <a:latin typeface="字魂59号-创粗黑" panose="00000500000000000000" pitchFamily="2" charset="-122"/>
                <a:ea typeface="字魂59号-创粗黑" panose="00000500000000000000" pitchFamily="2" charset="-122"/>
              </a:endParaRPr>
            </a:p>
          </p:txBody>
        </p:sp>
      </p:grpSp>
      <p:grpSp>
        <p:nvGrpSpPr>
          <p:cNvPr id="16" name="组合 15"/>
          <p:cNvGrpSpPr/>
          <p:nvPr/>
        </p:nvGrpSpPr>
        <p:grpSpPr>
          <a:xfrm>
            <a:off x="7688940" y="2060849"/>
            <a:ext cx="3537856" cy="1032833"/>
            <a:chOff x="-445529" y="5140646"/>
            <a:chExt cx="3537856" cy="1032833"/>
          </a:xfrm>
        </p:grpSpPr>
        <p:sp>
          <p:nvSpPr>
            <p:cNvPr id="17" name="文本框 16"/>
            <p:cNvSpPr txBox="1"/>
            <p:nvPr/>
          </p:nvSpPr>
          <p:spPr>
            <a:xfrm>
              <a:off x="-445529" y="5434815"/>
              <a:ext cx="3537856" cy="738664"/>
            </a:xfrm>
            <a:prstGeom prst="rect">
              <a:avLst/>
            </a:prstGeom>
            <a:noFill/>
          </p:spPr>
          <p:txBody>
            <a:bodyPr wrap="square" rtlCol="0">
              <a:spAutoFit/>
            </a:bodyPr>
            <a:lstStyle/>
            <a:p>
              <a:r>
                <a:rPr lang="zh-CN" altLang="en-US" sz="1400" spc="400" dirty="0">
                  <a:latin typeface="微软雅黑" panose="020B0503020204020204" pitchFamily="34" charset="-122"/>
                  <a:ea typeface="微软雅黑" panose="020B0503020204020204" pitchFamily="34" charset="-122"/>
                </a:rPr>
                <a:t>是人们对自己家园以及民族和文化的归属感、认同感、尊严感与荣誉感的统一。</a:t>
              </a:r>
              <a:endParaRPr lang="zh-CN" altLang="en-US" sz="1400" spc="400" dirty="0">
                <a:latin typeface="微软雅黑" panose="020B0503020204020204" pitchFamily="34" charset="-122"/>
                <a:ea typeface="微软雅黑" panose="020B0503020204020204" pitchFamily="34" charset="-122"/>
              </a:endParaRPr>
            </a:p>
          </p:txBody>
        </p:sp>
        <p:sp>
          <p:nvSpPr>
            <p:cNvPr id="18" name="文本框 17"/>
            <p:cNvSpPr txBox="1"/>
            <p:nvPr/>
          </p:nvSpPr>
          <p:spPr>
            <a:xfrm>
              <a:off x="-445529" y="5140646"/>
              <a:ext cx="1514475" cy="369332"/>
            </a:xfrm>
            <a:prstGeom prst="rect">
              <a:avLst/>
            </a:prstGeom>
            <a:noFill/>
          </p:spPr>
          <p:txBody>
            <a:bodyPr wrap="square" rtlCol="0">
              <a:spAutoFit/>
            </a:bodyPr>
            <a:lstStyle/>
            <a:p>
              <a:r>
                <a:rPr lang="zh-CN" altLang="en-US" dirty="0">
                  <a:solidFill>
                    <a:schemeClr val="tx1">
                      <a:lumMod val="85000"/>
                      <a:lumOff val="15000"/>
                    </a:schemeClr>
                  </a:solidFill>
                  <a:latin typeface="字魂59号-创粗黑" panose="00000500000000000000" pitchFamily="2" charset="-122"/>
                  <a:ea typeface="字魂59号-创粗黑" panose="00000500000000000000" pitchFamily="2" charset="-122"/>
                </a:rPr>
                <a:t>教育目的</a:t>
              </a:r>
              <a:endParaRPr lang="zh-CN" altLang="en-US" dirty="0">
                <a:solidFill>
                  <a:schemeClr val="tx1">
                    <a:lumMod val="85000"/>
                    <a:lumOff val="15000"/>
                  </a:schemeClr>
                </a:solidFill>
                <a:latin typeface="字魂59号-创粗黑" panose="00000500000000000000" pitchFamily="2" charset="-122"/>
                <a:ea typeface="字魂59号-创粗黑" panose="00000500000000000000" pitchFamily="2" charset="-122"/>
              </a:endParaRPr>
            </a:p>
          </p:txBody>
        </p:sp>
      </p:grpSp>
      <p:grpSp>
        <p:nvGrpSpPr>
          <p:cNvPr id="19" name="组合 18"/>
          <p:cNvGrpSpPr/>
          <p:nvPr/>
        </p:nvGrpSpPr>
        <p:grpSpPr>
          <a:xfrm>
            <a:off x="8250461" y="3182079"/>
            <a:ext cx="3537856" cy="1032833"/>
            <a:chOff x="-445529" y="5140646"/>
            <a:chExt cx="3537856" cy="1032833"/>
          </a:xfrm>
        </p:grpSpPr>
        <p:sp>
          <p:nvSpPr>
            <p:cNvPr id="20" name="文本框 19"/>
            <p:cNvSpPr txBox="1"/>
            <p:nvPr/>
          </p:nvSpPr>
          <p:spPr>
            <a:xfrm>
              <a:off x="-445529" y="5434815"/>
              <a:ext cx="3537856" cy="738664"/>
            </a:xfrm>
            <a:prstGeom prst="rect">
              <a:avLst/>
            </a:prstGeom>
            <a:noFill/>
          </p:spPr>
          <p:txBody>
            <a:bodyPr wrap="square" rtlCol="0">
              <a:spAutoFit/>
            </a:bodyPr>
            <a:lstStyle/>
            <a:p>
              <a:r>
                <a:rPr lang="zh-CN" altLang="en-US" sz="1400" spc="400" dirty="0">
                  <a:latin typeface="微软雅黑" panose="020B0503020204020204" pitchFamily="34" charset="-122"/>
                  <a:ea typeface="微软雅黑" panose="020B0503020204020204" pitchFamily="34" charset="-122"/>
                </a:rPr>
                <a:t>不仅体现在政治、法律、道德、艺术、宗教等各种意识形态和整个上层建筑之中，</a:t>
              </a:r>
              <a:endParaRPr lang="zh-CN" altLang="en-US" sz="1400" spc="400" dirty="0">
                <a:latin typeface="微软雅黑" panose="020B0503020204020204" pitchFamily="34" charset="-122"/>
                <a:ea typeface="微软雅黑" panose="020B0503020204020204" pitchFamily="34" charset="-122"/>
              </a:endParaRPr>
            </a:p>
          </p:txBody>
        </p:sp>
        <p:sp>
          <p:nvSpPr>
            <p:cNvPr id="21" name="文本框 20"/>
            <p:cNvSpPr txBox="1"/>
            <p:nvPr/>
          </p:nvSpPr>
          <p:spPr>
            <a:xfrm>
              <a:off x="-445529" y="5140646"/>
              <a:ext cx="1514475" cy="369332"/>
            </a:xfrm>
            <a:prstGeom prst="rect">
              <a:avLst/>
            </a:prstGeom>
            <a:noFill/>
          </p:spPr>
          <p:txBody>
            <a:bodyPr wrap="square" rtlCol="0">
              <a:spAutoFit/>
            </a:bodyPr>
            <a:lstStyle/>
            <a:p>
              <a:r>
                <a:rPr lang="zh-CN" altLang="en-US" dirty="0">
                  <a:solidFill>
                    <a:schemeClr val="tx1">
                      <a:lumMod val="85000"/>
                      <a:lumOff val="15000"/>
                    </a:schemeClr>
                  </a:solidFill>
                  <a:latin typeface="字魂59号-创粗黑" panose="00000500000000000000" pitchFamily="2" charset="-122"/>
                  <a:ea typeface="字魂59号-创粗黑" panose="00000500000000000000" pitchFamily="2" charset="-122"/>
                </a:rPr>
                <a:t>教育目的</a:t>
              </a:r>
              <a:endParaRPr lang="zh-CN" altLang="en-US" dirty="0">
                <a:solidFill>
                  <a:schemeClr val="tx1">
                    <a:lumMod val="85000"/>
                    <a:lumOff val="15000"/>
                  </a:schemeClr>
                </a:solidFill>
                <a:latin typeface="字魂59号-创粗黑" panose="00000500000000000000" pitchFamily="2" charset="-122"/>
                <a:ea typeface="字魂59号-创粗黑" panose="00000500000000000000" pitchFamily="2" charset="-122"/>
              </a:endParaRPr>
            </a:p>
          </p:txBody>
        </p:sp>
      </p:grpSp>
      <p:grpSp>
        <p:nvGrpSpPr>
          <p:cNvPr id="22" name="组合 21"/>
          <p:cNvGrpSpPr/>
          <p:nvPr/>
        </p:nvGrpSpPr>
        <p:grpSpPr>
          <a:xfrm>
            <a:off x="7688940" y="4303311"/>
            <a:ext cx="3537856" cy="1032833"/>
            <a:chOff x="-445529" y="5140646"/>
            <a:chExt cx="3537856" cy="1032833"/>
          </a:xfrm>
        </p:grpSpPr>
        <p:sp>
          <p:nvSpPr>
            <p:cNvPr id="23" name="文本框 22"/>
            <p:cNvSpPr txBox="1"/>
            <p:nvPr/>
          </p:nvSpPr>
          <p:spPr>
            <a:xfrm>
              <a:off x="-445529" y="5434815"/>
              <a:ext cx="3537856" cy="738664"/>
            </a:xfrm>
            <a:prstGeom prst="rect">
              <a:avLst/>
            </a:prstGeom>
            <a:noFill/>
          </p:spPr>
          <p:txBody>
            <a:bodyPr wrap="square" rtlCol="0">
              <a:spAutoFit/>
            </a:bodyPr>
            <a:lstStyle/>
            <a:p>
              <a:r>
                <a:rPr lang="en-US" altLang="zh-CN" sz="1400" spc="400" dirty="0">
                  <a:latin typeface="微软雅黑" panose="020B0503020204020204" pitchFamily="34" charset="-122"/>
                  <a:ea typeface="微软雅黑" panose="020B0503020204020204" pitchFamily="34" charset="-122"/>
                </a:rPr>
                <a:t>2017</a:t>
              </a:r>
              <a:r>
                <a:rPr lang="zh-CN" altLang="en-US" sz="1400" spc="400" dirty="0">
                  <a:latin typeface="微软雅黑" panose="020B0503020204020204" pitchFamily="34" charset="-122"/>
                  <a:ea typeface="微软雅黑" panose="020B0503020204020204" pitchFamily="34" charset="-122"/>
                </a:rPr>
                <a:t>年</a:t>
              </a:r>
              <a:r>
                <a:rPr lang="en-US" altLang="zh-CN" sz="1400" spc="400" dirty="0">
                  <a:latin typeface="微软雅黑" panose="020B0503020204020204" pitchFamily="34" charset="-122"/>
                  <a:ea typeface="微软雅黑" panose="020B0503020204020204" pitchFamily="34" charset="-122"/>
                </a:rPr>
                <a:t>10</a:t>
              </a:r>
              <a:r>
                <a:rPr lang="zh-CN" altLang="en-US" sz="1400" spc="400" dirty="0">
                  <a:latin typeface="微软雅黑" panose="020B0503020204020204" pitchFamily="34" charset="-122"/>
                  <a:ea typeface="微软雅黑" panose="020B0503020204020204" pitchFamily="34" charset="-122"/>
                </a:rPr>
                <a:t>月</a:t>
              </a:r>
              <a:r>
                <a:rPr lang="en-US" altLang="zh-CN" sz="1400" spc="400" dirty="0">
                  <a:latin typeface="微软雅黑" panose="020B0503020204020204" pitchFamily="34" charset="-122"/>
                  <a:ea typeface="微软雅黑" panose="020B0503020204020204" pitchFamily="34" charset="-122"/>
                </a:rPr>
                <a:t>18</a:t>
              </a:r>
              <a:r>
                <a:rPr lang="zh-CN" altLang="en-US" sz="1400" spc="400" dirty="0">
                  <a:latin typeface="微软雅黑" panose="020B0503020204020204" pitchFamily="34" charset="-122"/>
                  <a:ea typeface="微软雅黑" panose="020B0503020204020204" pitchFamily="34" charset="-122"/>
                </a:rPr>
                <a:t>日，习近平同志在十九大报告中指出，要加强思想道德建设。</a:t>
              </a:r>
              <a:endParaRPr lang="zh-CN" altLang="en-US" sz="1400" spc="400" dirty="0">
                <a:latin typeface="微软雅黑" panose="020B0503020204020204" pitchFamily="34" charset="-122"/>
                <a:ea typeface="微软雅黑" panose="020B0503020204020204" pitchFamily="34" charset="-122"/>
              </a:endParaRPr>
            </a:p>
          </p:txBody>
        </p:sp>
        <p:sp>
          <p:nvSpPr>
            <p:cNvPr id="24" name="文本框 23"/>
            <p:cNvSpPr txBox="1"/>
            <p:nvPr/>
          </p:nvSpPr>
          <p:spPr>
            <a:xfrm>
              <a:off x="-445529" y="5140646"/>
              <a:ext cx="1514475" cy="369332"/>
            </a:xfrm>
            <a:prstGeom prst="rect">
              <a:avLst/>
            </a:prstGeom>
            <a:noFill/>
          </p:spPr>
          <p:txBody>
            <a:bodyPr wrap="square" rtlCol="0">
              <a:spAutoFit/>
            </a:bodyPr>
            <a:lstStyle/>
            <a:p>
              <a:r>
                <a:rPr lang="zh-CN" altLang="en-US" dirty="0">
                  <a:solidFill>
                    <a:schemeClr val="tx1">
                      <a:lumMod val="85000"/>
                      <a:lumOff val="15000"/>
                    </a:schemeClr>
                  </a:solidFill>
                  <a:latin typeface="字魂59号-创粗黑" panose="00000500000000000000" pitchFamily="2" charset="-122"/>
                  <a:ea typeface="字魂59号-创粗黑" panose="00000500000000000000" pitchFamily="2" charset="-122"/>
                </a:rPr>
                <a:t>教育目的</a:t>
              </a:r>
              <a:endParaRPr lang="zh-CN" altLang="en-US" dirty="0">
                <a:solidFill>
                  <a:schemeClr val="tx1">
                    <a:lumMod val="85000"/>
                    <a:lumOff val="15000"/>
                  </a:schemeClr>
                </a:solidFill>
                <a:latin typeface="字魂59号-创粗黑" panose="00000500000000000000" pitchFamily="2" charset="-122"/>
                <a:ea typeface="字魂59号-创粗黑" panose="00000500000000000000" pitchFamily="2" charset="-122"/>
              </a:endParaRPr>
            </a:p>
          </p:txBody>
        </p:sp>
      </p:grpSp>
      <p:grpSp>
        <p:nvGrpSpPr>
          <p:cNvPr id="25" name="组合 24"/>
          <p:cNvGrpSpPr/>
          <p:nvPr/>
        </p:nvGrpSpPr>
        <p:grpSpPr>
          <a:xfrm>
            <a:off x="4361540" y="2314327"/>
            <a:ext cx="3468920" cy="2902857"/>
            <a:chOff x="4361541" y="2775859"/>
            <a:chExt cx="3468920" cy="2902857"/>
          </a:xfrm>
        </p:grpSpPr>
        <p:grpSp>
          <p:nvGrpSpPr>
            <p:cNvPr id="26" name="组合 25"/>
            <p:cNvGrpSpPr/>
            <p:nvPr/>
          </p:nvGrpSpPr>
          <p:grpSpPr>
            <a:xfrm>
              <a:off x="4361541" y="2775859"/>
              <a:ext cx="3468920" cy="2902857"/>
              <a:chOff x="4361541" y="2775859"/>
              <a:chExt cx="3468920" cy="2902857"/>
            </a:xfrm>
          </p:grpSpPr>
          <p:sp>
            <p:nvSpPr>
              <p:cNvPr id="28" name="椭圆 27"/>
              <p:cNvSpPr/>
              <p:nvPr/>
            </p:nvSpPr>
            <p:spPr>
              <a:xfrm>
                <a:off x="4644570" y="2775859"/>
                <a:ext cx="2902857" cy="2902857"/>
              </a:xfrm>
              <a:prstGeom prst="ellipse">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椭圆 28"/>
              <p:cNvSpPr/>
              <p:nvPr/>
            </p:nvSpPr>
            <p:spPr>
              <a:xfrm>
                <a:off x="4869542" y="2832819"/>
                <a:ext cx="566057" cy="566057"/>
              </a:xfrm>
              <a:prstGeom prst="ellipse">
                <a:avLst/>
              </a:prstGeom>
              <a:solidFill>
                <a:schemeClr val="bg1"/>
              </a:solidFill>
              <a:ln>
                <a:noFill/>
              </a:ln>
              <a:effectLst>
                <a:outerShdw blurRad="1143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椭圆 29"/>
              <p:cNvSpPr/>
              <p:nvPr/>
            </p:nvSpPr>
            <p:spPr>
              <a:xfrm>
                <a:off x="4361541" y="3899365"/>
                <a:ext cx="566057" cy="566057"/>
              </a:xfrm>
              <a:prstGeom prst="ellipse">
                <a:avLst/>
              </a:prstGeom>
              <a:solidFill>
                <a:schemeClr val="bg1"/>
              </a:solidFill>
              <a:ln>
                <a:noFill/>
              </a:ln>
              <a:effectLst>
                <a:outerShdw blurRad="1143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椭圆 30"/>
              <p:cNvSpPr/>
              <p:nvPr/>
            </p:nvSpPr>
            <p:spPr>
              <a:xfrm>
                <a:off x="4869541" y="4965912"/>
                <a:ext cx="566057" cy="566057"/>
              </a:xfrm>
              <a:prstGeom prst="ellipse">
                <a:avLst/>
              </a:prstGeom>
              <a:solidFill>
                <a:schemeClr val="bg1"/>
              </a:solidFill>
              <a:ln>
                <a:noFill/>
              </a:ln>
              <a:effectLst>
                <a:outerShdw blurRad="1143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椭圆 31"/>
              <p:cNvSpPr/>
              <p:nvPr/>
            </p:nvSpPr>
            <p:spPr>
              <a:xfrm>
                <a:off x="6756403" y="2832819"/>
                <a:ext cx="566057" cy="566057"/>
              </a:xfrm>
              <a:prstGeom prst="ellipse">
                <a:avLst/>
              </a:prstGeom>
              <a:solidFill>
                <a:schemeClr val="bg1"/>
              </a:solidFill>
              <a:ln>
                <a:noFill/>
              </a:ln>
              <a:effectLst>
                <a:outerShdw blurRad="1143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椭圆 32"/>
              <p:cNvSpPr/>
              <p:nvPr/>
            </p:nvSpPr>
            <p:spPr>
              <a:xfrm>
                <a:off x="7264404" y="3902445"/>
                <a:ext cx="566057" cy="566057"/>
              </a:xfrm>
              <a:prstGeom prst="ellipse">
                <a:avLst/>
              </a:prstGeom>
              <a:solidFill>
                <a:schemeClr val="bg1"/>
              </a:solidFill>
              <a:ln>
                <a:noFill/>
              </a:ln>
              <a:effectLst>
                <a:outerShdw blurRad="1143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椭圆 33"/>
              <p:cNvSpPr/>
              <p:nvPr/>
            </p:nvSpPr>
            <p:spPr>
              <a:xfrm>
                <a:off x="6756403" y="4965912"/>
                <a:ext cx="566057" cy="566057"/>
              </a:xfrm>
              <a:prstGeom prst="ellipse">
                <a:avLst/>
              </a:prstGeom>
              <a:solidFill>
                <a:schemeClr val="bg1"/>
              </a:solidFill>
              <a:ln>
                <a:noFill/>
              </a:ln>
              <a:effectLst>
                <a:outerShdw blurRad="1143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7" name="文本框 26"/>
            <p:cNvSpPr txBox="1"/>
            <p:nvPr/>
          </p:nvSpPr>
          <p:spPr>
            <a:xfrm>
              <a:off x="5313768" y="3951560"/>
              <a:ext cx="1584784" cy="461665"/>
            </a:xfrm>
            <a:prstGeom prst="rect">
              <a:avLst/>
            </a:prstGeom>
            <a:noFill/>
          </p:spPr>
          <p:txBody>
            <a:bodyPr wrap="square" rtlCol="0">
              <a:spAutoFit/>
            </a:bodyPr>
            <a:lstStyle/>
            <a:p>
              <a:pPr algn="ctr"/>
              <a:r>
                <a:rPr lang="zh-CN" altLang="en-US" sz="2400" dirty="0">
                  <a:solidFill>
                    <a:srgbClr val="C00000"/>
                  </a:solidFill>
                  <a:latin typeface="包图粗黑体" panose="02000800000000000000" pitchFamily="2" charset="-122"/>
                  <a:ea typeface="包图粗黑体" panose="02000800000000000000" pitchFamily="2" charset="-122"/>
                </a:rPr>
                <a:t>教育目的</a:t>
              </a:r>
              <a:endParaRPr lang="zh-CN" altLang="en-US" sz="2400" dirty="0">
                <a:solidFill>
                  <a:srgbClr val="C00000"/>
                </a:solidFill>
                <a:latin typeface="包图粗黑体" panose="02000800000000000000" pitchFamily="2" charset="-122"/>
                <a:ea typeface="包图粗黑体" panose="02000800000000000000" pitchFamily="2" charset="-122"/>
              </a:endParaRPr>
            </a:p>
          </p:txBody>
        </p:sp>
      </p:gr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nodeType="clickEffect">
                                  <p:stCondLst>
                                    <p:cond delay="0"/>
                                  </p:stCondLst>
                                  <p:childTnLst>
                                    <p:set>
                                      <p:cBhvr>
                                        <p:cTn id="13" dur="1" fill="hold">
                                          <p:stCondLst>
                                            <p:cond delay="0"/>
                                          </p:stCondLst>
                                        </p:cTn>
                                        <p:tgtEl>
                                          <p:spTgt spid="25"/>
                                        </p:tgtEl>
                                        <p:attrNameLst>
                                          <p:attrName>style.visibility</p:attrName>
                                        </p:attrNameLst>
                                      </p:cBhvr>
                                      <p:to>
                                        <p:strVal val="visible"/>
                                      </p:to>
                                    </p:set>
                                    <p:anim calcmode="lin" valueType="num">
                                      <p:cBhvr>
                                        <p:cTn id="14" dur="500" fill="hold"/>
                                        <p:tgtEl>
                                          <p:spTgt spid="25"/>
                                        </p:tgtEl>
                                        <p:attrNameLst>
                                          <p:attrName>ppt_w</p:attrName>
                                        </p:attrNameLst>
                                      </p:cBhvr>
                                      <p:tavLst>
                                        <p:tav tm="0">
                                          <p:val>
                                            <p:fltVal val="0"/>
                                          </p:val>
                                        </p:tav>
                                        <p:tav tm="100000">
                                          <p:val>
                                            <p:strVal val="#ppt_w"/>
                                          </p:val>
                                        </p:tav>
                                      </p:tavLst>
                                    </p:anim>
                                    <p:anim calcmode="lin" valueType="num">
                                      <p:cBhvr>
                                        <p:cTn id="15" dur="500" fill="hold"/>
                                        <p:tgtEl>
                                          <p:spTgt spid="25"/>
                                        </p:tgtEl>
                                        <p:attrNameLst>
                                          <p:attrName>ppt_h</p:attrName>
                                        </p:attrNameLst>
                                      </p:cBhvr>
                                      <p:tavLst>
                                        <p:tav tm="0">
                                          <p:val>
                                            <p:fltVal val="0"/>
                                          </p:val>
                                        </p:tav>
                                        <p:tav tm="100000">
                                          <p:val>
                                            <p:strVal val="#ppt_h"/>
                                          </p:val>
                                        </p:tav>
                                      </p:tavLst>
                                    </p:anim>
                                    <p:animEffect transition="in" filter="fade">
                                      <p:cBhvr>
                                        <p:cTn id="16" dur="500"/>
                                        <p:tgtEl>
                                          <p:spTgt spid="25"/>
                                        </p:tgtEl>
                                      </p:cBhvr>
                                    </p:animEffect>
                                  </p:childTnLst>
                                </p:cTn>
                              </p:par>
                            </p:childTnLst>
                          </p:cTn>
                        </p:par>
                      </p:childTnLst>
                    </p:cTn>
                  </p:par>
                  <p:par>
                    <p:cTn id="17" fill="hold">
                      <p:stCondLst>
                        <p:cond delay="indefinite"/>
                      </p:stCondLst>
                      <p:childTnLst>
                        <p:par>
                          <p:cTn id="18" fill="hold">
                            <p:stCondLst>
                              <p:cond delay="0"/>
                            </p:stCondLst>
                            <p:childTnLst>
                              <p:par>
                                <p:cTn id="19" presetID="2" presetClass="entr" presetSubtype="8" fill="hold" nodeType="clickEffect">
                                  <p:stCondLst>
                                    <p:cond delay="0"/>
                                  </p:stCondLst>
                                  <p:childTnLst>
                                    <p:set>
                                      <p:cBhvr>
                                        <p:cTn id="20" dur="1" fill="hold">
                                          <p:stCondLst>
                                            <p:cond delay="0"/>
                                          </p:stCondLst>
                                        </p:cTn>
                                        <p:tgtEl>
                                          <p:spTgt spid="2"/>
                                        </p:tgtEl>
                                        <p:attrNameLst>
                                          <p:attrName>style.visibility</p:attrName>
                                        </p:attrNameLst>
                                      </p:cBhvr>
                                      <p:to>
                                        <p:strVal val="visible"/>
                                      </p:to>
                                    </p:set>
                                    <p:anim calcmode="lin" valueType="num">
                                      <p:cBhvr additive="base">
                                        <p:cTn id="21" dur="500" fill="hold"/>
                                        <p:tgtEl>
                                          <p:spTgt spid="2"/>
                                        </p:tgtEl>
                                        <p:attrNameLst>
                                          <p:attrName>ppt_x</p:attrName>
                                        </p:attrNameLst>
                                      </p:cBhvr>
                                      <p:tavLst>
                                        <p:tav tm="0">
                                          <p:val>
                                            <p:strVal val="0-#ppt_w/2"/>
                                          </p:val>
                                        </p:tav>
                                        <p:tav tm="100000">
                                          <p:val>
                                            <p:strVal val="#ppt_x"/>
                                          </p:val>
                                        </p:tav>
                                      </p:tavLst>
                                    </p:anim>
                                    <p:anim calcmode="lin" valueType="num">
                                      <p:cBhvr additive="base">
                                        <p:cTn id="22" dur="500" fill="hold"/>
                                        <p:tgtEl>
                                          <p:spTgt spid="2"/>
                                        </p:tgtEl>
                                        <p:attrNameLst>
                                          <p:attrName>ppt_y</p:attrName>
                                        </p:attrNameLst>
                                      </p:cBhvr>
                                      <p:tavLst>
                                        <p:tav tm="0">
                                          <p:val>
                                            <p:strVal val="#ppt_y"/>
                                          </p:val>
                                        </p:tav>
                                        <p:tav tm="100000">
                                          <p:val>
                                            <p:strVal val="#ppt_y"/>
                                          </p:val>
                                        </p:tav>
                                      </p:tavLst>
                                    </p:anim>
                                  </p:childTnLst>
                                </p:cTn>
                              </p:par>
                              <p:par>
                                <p:cTn id="23" presetID="2" presetClass="entr" presetSubtype="8" fill="hold" nodeType="withEffect">
                                  <p:stCondLst>
                                    <p:cond delay="0"/>
                                  </p:stCondLst>
                                  <p:childTnLst>
                                    <p:set>
                                      <p:cBhvr>
                                        <p:cTn id="24" dur="1" fill="hold">
                                          <p:stCondLst>
                                            <p:cond delay="0"/>
                                          </p:stCondLst>
                                        </p:cTn>
                                        <p:tgtEl>
                                          <p:spTgt spid="10"/>
                                        </p:tgtEl>
                                        <p:attrNameLst>
                                          <p:attrName>style.visibility</p:attrName>
                                        </p:attrNameLst>
                                      </p:cBhvr>
                                      <p:to>
                                        <p:strVal val="visible"/>
                                      </p:to>
                                    </p:set>
                                    <p:anim calcmode="lin" valueType="num">
                                      <p:cBhvr additive="base">
                                        <p:cTn id="25" dur="500" fill="hold"/>
                                        <p:tgtEl>
                                          <p:spTgt spid="10"/>
                                        </p:tgtEl>
                                        <p:attrNameLst>
                                          <p:attrName>ppt_x</p:attrName>
                                        </p:attrNameLst>
                                      </p:cBhvr>
                                      <p:tavLst>
                                        <p:tav tm="0">
                                          <p:val>
                                            <p:strVal val="0-#ppt_w/2"/>
                                          </p:val>
                                        </p:tav>
                                        <p:tav tm="100000">
                                          <p:val>
                                            <p:strVal val="#ppt_x"/>
                                          </p:val>
                                        </p:tav>
                                      </p:tavLst>
                                    </p:anim>
                                    <p:anim calcmode="lin" valueType="num">
                                      <p:cBhvr additive="base">
                                        <p:cTn id="26" dur="500" fill="hold"/>
                                        <p:tgtEl>
                                          <p:spTgt spid="10"/>
                                        </p:tgtEl>
                                        <p:attrNameLst>
                                          <p:attrName>ppt_y</p:attrName>
                                        </p:attrNameLst>
                                      </p:cBhvr>
                                      <p:tavLst>
                                        <p:tav tm="0">
                                          <p:val>
                                            <p:strVal val="#ppt_y"/>
                                          </p:val>
                                        </p:tav>
                                        <p:tav tm="100000">
                                          <p:val>
                                            <p:strVal val="#ppt_y"/>
                                          </p:val>
                                        </p:tav>
                                      </p:tavLst>
                                    </p:anim>
                                  </p:childTnLst>
                                </p:cTn>
                              </p:par>
                              <p:par>
                                <p:cTn id="27" presetID="2" presetClass="entr" presetSubtype="8" fill="hold" nodeType="withEffect">
                                  <p:stCondLst>
                                    <p:cond delay="0"/>
                                  </p:stCondLst>
                                  <p:childTnLst>
                                    <p:set>
                                      <p:cBhvr>
                                        <p:cTn id="28" dur="1" fill="hold">
                                          <p:stCondLst>
                                            <p:cond delay="0"/>
                                          </p:stCondLst>
                                        </p:cTn>
                                        <p:tgtEl>
                                          <p:spTgt spid="13"/>
                                        </p:tgtEl>
                                        <p:attrNameLst>
                                          <p:attrName>style.visibility</p:attrName>
                                        </p:attrNameLst>
                                      </p:cBhvr>
                                      <p:to>
                                        <p:strVal val="visible"/>
                                      </p:to>
                                    </p:set>
                                    <p:anim calcmode="lin" valueType="num">
                                      <p:cBhvr additive="base">
                                        <p:cTn id="29" dur="500" fill="hold"/>
                                        <p:tgtEl>
                                          <p:spTgt spid="13"/>
                                        </p:tgtEl>
                                        <p:attrNameLst>
                                          <p:attrName>ppt_x</p:attrName>
                                        </p:attrNameLst>
                                      </p:cBhvr>
                                      <p:tavLst>
                                        <p:tav tm="0">
                                          <p:val>
                                            <p:strVal val="0-#ppt_w/2"/>
                                          </p:val>
                                        </p:tav>
                                        <p:tav tm="100000">
                                          <p:val>
                                            <p:strVal val="#ppt_x"/>
                                          </p:val>
                                        </p:tav>
                                      </p:tavLst>
                                    </p:anim>
                                    <p:anim calcmode="lin" valueType="num">
                                      <p:cBhvr additive="base">
                                        <p:cTn id="30" dur="500" fill="hold"/>
                                        <p:tgtEl>
                                          <p:spTgt spid="13"/>
                                        </p:tgtEl>
                                        <p:attrNameLst>
                                          <p:attrName>ppt_y</p:attrName>
                                        </p:attrNameLst>
                                      </p:cBhvr>
                                      <p:tavLst>
                                        <p:tav tm="0">
                                          <p:val>
                                            <p:strVal val="#ppt_y"/>
                                          </p:val>
                                        </p:tav>
                                        <p:tav tm="100000">
                                          <p:val>
                                            <p:strVal val="#ppt_y"/>
                                          </p:val>
                                        </p:tav>
                                      </p:tavLst>
                                    </p:anim>
                                  </p:childTnLst>
                                </p:cTn>
                              </p:par>
                              <p:par>
                                <p:cTn id="31" presetID="2" presetClass="entr" presetSubtype="2" fill="hold" nodeType="withEffect">
                                  <p:stCondLst>
                                    <p:cond delay="0"/>
                                  </p:stCondLst>
                                  <p:childTnLst>
                                    <p:set>
                                      <p:cBhvr>
                                        <p:cTn id="32" dur="1" fill="hold">
                                          <p:stCondLst>
                                            <p:cond delay="0"/>
                                          </p:stCondLst>
                                        </p:cTn>
                                        <p:tgtEl>
                                          <p:spTgt spid="22"/>
                                        </p:tgtEl>
                                        <p:attrNameLst>
                                          <p:attrName>style.visibility</p:attrName>
                                        </p:attrNameLst>
                                      </p:cBhvr>
                                      <p:to>
                                        <p:strVal val="visible"/>
                                      </p:to>
                                    </p:set>
                                    <p:anim calcmode="lin" valueType="num">
                                      <p:cBhvr additive="base">
                                        <p:cTn id="33" dur="500" fill="hold"/>
                                        <p:tgtEl>
                                          <p:spTgt spid="22"/>
                                        </p:tgtEl>
                                        <p:attrNameLst>
                                          <p:attrName>ppt_x</p:attrName>
                                        </p:attrNameLst>
                                      </p:cBhvr>
                                      <p:tavLst>
                                        <p:tav tm="0">
                                          <p:val>
                                            <p:strVal val="1+#ppt_w/2"/>
                                          </p:val>
                                        </p:tav>
                                        <p:tav tm="100000">
                                          <p:val>
                                            <p:strVal val="#ppt_x"/>
                                          </p:val>
                                        </p:tav>
                                      </p:tavLst>
                                    </p:anim>
                                    <p:anim calcmode="lin" valueType="num">
                                      <p:cBhvr additive="base">
                                        <p:cTn id="34" dur="500" fill="hold"/>
                                        <p:tgtEl>
                                          <p:spTgt spid="22"/>
                                        </p:tgtEl>
                                        <p:attrNameLst>
                                          <p:attrName>ppt_y</p:attrName>
                                        </p:attrNameLst>
                                      </p:cBhvr>
                                      <p:tavLst>
                                        <p:tav tm="0">
                                          <p:val>
                                            <p:strVal val="#ppt_y"/>
                                          </p:val>
                                        </p:tav>
                                        <p:tav tm="100000">
                                          <p:val>
                                            <p:strVal val="#ppt_y"/>
                                          </p:val>
                                        </p:tav>
                                      </p:tavLst>
                                    </p:anim>
                                  </p:childTnLst>
                                </p:cTn>
                              </p:par>
                              <p:par>
                                <p:cTn id="35" presetID="2" presetClass="entr" presetSubtype="2" fill="hold" nodeType="withEffect">
                                  <p:stCondLst>
                                    <p:cond delay="0"/>
                                  </p:stCondLst>
                                  <p:childTnLst>
                                    <p:set>
                                      <p:cBhvr>
                                        <p:cTn id="36" dur="1" fill="hold">
                                          <p:stCondLst>
                                            <p:cond delay="0"/>
                                          </p:stCondLst>
                                        </p:cTn>
                                        <p:tgtEl>
                                          <p:spTgt spid="19"/>
                                        </p:tgtEl>
                                        <p:attrNameLst>
                                          <p:attrName>style.visibility</p:attrName>
                                        </p:attrNameLst>
                                      </p:cBhvr>
                                      <p:to>
                                        <p:strVal val="visible"/>
                                      </p:to>
                                    </p:set>
                                    <p:anim calcmode="lin" valueType="num">
                                      <p:cBhvr additive="base">
                                        <p:cTn id="37" dur="500" fill="hold"/>
                                        <p:tgtEl>
                                          <p:spTgt spid="19"/>
                                        </p:tgtEl>
                                        <p:attrNameLst>
                                          <p:attrName>ppt_x</p:attrName>
                                        </p:attrNameLst>
                                      </p:cBhvr>
                                      <p:tavLst>
                                        <p:tav tm="0">
                                          <p:val>
                                            <p:strVal val="1+#ppt_w/2"/>
                                          </p:val>
                                        </p:tav>
                                        <p:tav tm="100000">
                                          <p:val>
                                            <p:strVal val="#ppt_x"/>
                                          </p:val>
                                        </p:tav>
                                      </p:tavLst>
                                    </p:anim>
                                    <p:anim calcmode="lin" valueType="num">
                                      <p:cBhvr additive="base">
                                        <p:cTn id="38" dur="500" fill="hold"/>
                                        <p:tgtEl>
                                          <p:spTgt spid="19"/>
                                        </p:tgtEl>
                                        <p:attrNameLst>
                                          <p:attrName>ppt_y</p:attrName>
                                        </p:attrNameLst>
                                      </p:cBhvr>
                                      <p:tavLst>
                                        <p:tav tm="0">
                                          <p:val>
                                            <p:strVal val="#ppt_y"/>
                                          </p:val>
                                        </p:tav>
                                        <p:tav tm="100000">
                                          <p:val>
                                            <p:strVal val="#ppt_y"/>
                                          </p:val>
                                        </p:tav>
                                      </p:tavLst>
                                    </p:anim>
                                  </p:childTnLst>
                                </p:cTn>
                              </p:par>
                              <p:par>
                                <p:cTn id="39" presetID="2" presetClass="entr" presetSubtype="2" fill="hold" nodeType="withEffect">
                                  <p:stCondLst>
                                    <p:cond delay="0"/>
                                  </p:stCondLst>
                                  <p:childTnLst>
                                    <p:set>
                                      <p:cBhvr>
                                        <p:cTn id="40" dur="1" fill="hold">
                                          <p:stCondLst>
                                            <p:cond delay="0"/>
                                          </p:stCondLst>
                                        </p:cTn>
                                        <p:tgtEl>
                                          <p:spTgt spid="16"/>
                                        </p:tgtEl>
                                        <p:attrNameLst>
                                          <p:attrName>style.visibility</p:attrName>
                                        </p:attrNameLst>
                                      </p:cBhvr>
                                      <p:to>
                                        <p:strVal val="visible"/>
                                      </p:to>
                                    </p:set>
                                    <p:anim calcmode="lin" valueType="num">
                                      <p:cBhvr additive="base">
                                        <p:cTn id="41" dur="500" fill="hold"/>
                                        <p:tgtEl>
                                          <p:spTgt spid="16"/>
                                        </p:tgtEl>
                                        <p:attrNameLst>
                                          <p:attrName>ppt_x</p:attrName>
                                        </p:attrNameLst>
                                      </p:cBhvr>
                                      <p:tavLst>
                                        <p:tav tm="0">
                                          <p:val>
                                            <p:strVal val="1+#ppt_w/2"/>
                                          </p:val>
                                        </p:tav>
                                        <p:tav tm="100000">
                                          <p:val>
                                            <p:strVal val="#ppt_x"/>
                                          </p:val>
                                        </p:tav>
                                      </p:tavLst>
                                    </p:anim>
                                    <p:anim calcmode="lin" valueType="num">
                                      <p:cBhvr additive="base">
                                        <p:cTn id="42" dur="500" fill="hold"/>
                                        <p:tgtEl>
                                          <p:spTgt spid="1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767408" y="620690"/>
            <a:ext cx="3960440" cy="846817"/>
            <a:chOff x="191344" y="174130"/>
            <a:chExt cx="3960440" cy="846817"/>
          </a:xfrm>
        </p:grpSpPr>
        <p:grpSp>
          <p:nvGrpSpPr>
            <p:cNvPr id="5" name="组合 4"/>
            <p:cNvGrpSpPr/>
            <p:nvPr/>
          </p:nvGrpSpPr>
          <p:grpSpPr>
            <a:xfrm>
              <a:off x="431433" y="253069"/>
              <a:ext cx="3720351" cy="767878"/>
              <a:chOff x="3402338" y="4170387"/>
              <a:chExt cx="6546490" cy="767878"/>
            </a:xfrm>
          </p:grpSpPr>
          <p:sp>
            <p:nvSpPr>
              <p:cNvPr id="7" name="文本框 6"/>
              <p:cNvSpPr txBox="1"/>
              <p:nvPr/>
            </p:nvSpPr>
            <p:spPr>
              <a:xfrm>
                <a:off x="3403381" y="4170387"/>
                <a:ext cx="6545447" cy="584775"/>
              </a:xfrm>
              <a:prstGeom prst="rect">
                <a:avLst/>
              </a:prstGeom>
              <a:noFill/>
            </p:spPr>
            <p:txBody>
              <a:bodyPr wrap="square" rtlCol="0">
                <a:spAutoFit/>
              </a:bodyPr>
              <a:lstStyle/>
              <a:p>
                <a:pPr algn="dist"/>
                <a:r>
                  <a:rPr lang="zh-CN" altLang="en-US" sz="3200" b="1" dirty="0">
                    <a:ln w="15875">
                      <a:noFill/>
                    </a:ln>
                    <a:gradFill flip="none" rotWithShape="1">
                      <a:gsLst>
                        <a:gs pos="0">
                          <a:srgbClr val="F94739"/>
                        </a:gs>
                        <a:gs pos="86000">
                          <a:srgbClr val="BF2833"/>
                        </a:gs>
                      </a:gsLst>
                      <a:lin ang="5400000" scaled="1"/>
                      <a:tileRect/>
                    </a:gradFill>
                    <a:effectLst>
                      <a:outerShdw blurRad="38100" dist="38100" dir="2700000" algn="tl">
                        <a:srgbClr val="75161B">
                          <a:alpha val="43000"/>
                        </a:srgbClr>
                      </a:outerShdw>
                    </a:effectLst>
                    <a:latin typeface="阿里巴巴普惠体 2.0 75 SemiBold" panose="00020600040101010101" pitchFamily="18" charset="-122"/>
                    <a:ea typeface="阿里巴巴普惠体 2.0 75 SemiBold" panose="00020600040101010101" pitchFamily="18" charset="-122"/>
                    <a:cs typeface="阿里巴巴普惠体 2.0 75 SemiBold" panose="00020600040101010101" pitchFamily="18" charset="-122"/>
                  </a:rPr>
                  <a:t>爱国主义教育目的</a:t>
                </a:r>
                <a:endParaRPr lang="zh-CN" altLang="en-US" sz="3200" b="1" dirty="0">
                  <a:ln w="15875">
                    <a:noFill/>
                  </a:ln>
                  <a:gradFill flip="none" rotWithShape="1">
                    <a:gsLst>
                      <a:gs pos="0">
                        <a:srgbClr val="F94739"/>
                      </a:gs>
                      <a:gs pos="86000">
                        <a:srgbClr val="BF2833"/>
                      </a:gs>
                    </a:gsLst>
                    <a:lin ang="5400000" scaled="1"/>
                    <a:tileRect/>
                  </a:gradFill>
                  <a:effectLst>
                    <a:outerShdw blurRad="38100" dist="38100" dir="2700000" algn="tl">
                      <a:srgbClr val="75161B">
                        <a:alpha val="43000"/>
                      </a:srgbClr>
                    </a:outerShdw>
                  </a:effectLst>
                  <a:latin typeface="阿里巴巴普惠体 2.0 75 SemiBold" panose="00020600040101010101" pitchFamily="18" charset="-122"/>
                  <a:ea typeface="阿里巴巴普惠体 2.0 75 SemiBold" panose="00020600040101010101" pitchFamily="18" charset="-122"/>
                  <a:cs typeface="阿里巴巴普惠体 2.0 75 SemiBold" panose="00020600040101010101" pitchFamily="18" charset="-122"/>
                </a:endParaRPr>
              </a:p>
            </p:txBody>
          </p:sp>
          <p:sp>
            <p:nvSpPr>
              <p:cNvPr id="8" name="文本框 7"/>
              <p:cNvSpPr txBox="1"/>
              <p:nvPr/>
            </p:nvSpPr>
            <p:spPr>
              <a:xfrm>
                <a:off x="3402338" y="4676655"/>
                <a:ext cx="5651078" cy="261610"/>
              </a:xfrm>
              <a:prstGeom prst="rect">
                <a:avLst/>
              </a:prstGeom>
              <a:noFill/>
            </p:spPr>
            <p:txBody>
              <a:bodyPr wrap="square" rtlCol="0">
                <a:spAutoFit/>
              </a:bodyPr>
              <a:lstStyle/>
              <a:p>
                <a:pPr algn="dist"/>
                <a:r>
                  <a:rPr lang="en-US" altLang="zh-CN" sz="1100" dirty="0">
                    <a:solidFill>
                      <a:schemeClr val="tx1">
                        <a:lumMod val="85000"/>
                        <a:lumOff val="15000"/>
                      </a:schemeClr>
                    </a:solidFill>
                    <a:latin typeface="微软雅黑" panose="020B0503020204020204" pitchFamily="34" charset="-122"/>
                    <a:ea typeface="微软雅黑" panose="020B0503020204020204" pitchFamily="34" charset="-122"/>
                    <a:cs typeface="阿里巴巴普惠体 2.0 45 Light" panose="00020600040101010101" pitchFamily="18" charset="-122"/>
                  </a:rPr>
                  <a:t>ORIGIN OF THE HOLIDAY</a:t>
                </a:r>
                <a:endParaRPr lang="zh-CN" altLang="en-US" sz="1100" dirty="0">
                  <a:solidFill>
                    <a:schemeClr val="tx1">
                      <a:lumMod val="85000"/>
                      <a:lumOff val="15000"/>
                    </a:schemeClr>
                  </a:solidFill>
                  <a:latin typeface="微软雅黑" panose="020B0503020204020204" pitchFamily="34" charset="-122"/>
                  <a:ea typeface="微软雅黑" panose="020B0503020204020204" pitchFamily="34" charset="-122"/>
                  <a:cs typeface="阿里巴巴普惠体 2.0 45 Light" panose="00020600040101010101" pitchFamily="18" charset="-122"/>
                </a:endParaRPr>
              </a:p>
            </p:txBody>
          </p:sp>
        </p:grpSp>
        <p:sp>
          <p:nvSpPr>
            <p:cNvPr id="6" name="矩形 5"/>
            <p:cNvSpPr/>
            <p:nvPr/>
          </p:nvSpPr>
          <p:spPr>
            <a:xfrm>
              <a:off x="191344" y="174130"/>
              <a:ext cx="144016" cy="792088"/>
            </a:xfrm>
            <a:prstGeom prst="rect">
              <a:avLst/>
            </a:prstGeom>
            <a:solidFill>
              <a:srgbClr val="C00000"/>
            </a:solidFill>
            <a:ln>
              <a:no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 name="MH_Other_1"/>
          <p:cNvSpPr/>
          <p:nvPr>
            <p:custDataLst>
              <p:tags r:id="rId1"/>
            </p:custDataLst>
          </p:nvPr>
        </p:nvSpPr>
        <p:spPr>
          <a:xfrm>
            <a:off x="1315085" y="2348882"/>
            <a:ext cx="2137411" cy="1048385"/>
          </a:xfrm>
          <a:custGeom>
            <a:avLst/>
            <a:gdLst>
              <a:gd name="connsiteX0" fmla="*/ 0 w 1521440"/>
              <a:gd name="connsiteY0" fmla="*/ 0 h 749300"/>
              <a:gd name="connsiteX1" fmla="*/ 1521440 w 1521440"/>
              <a:gd name="connsiteY1" fmla="*/ 0 h 749300"/>
              <a:gd name="connsiteX2" fmla="*/ 1507239 w 1521440"/>
              <a:gd name="connsiteY2" fmla="*/ 140870 h 749300"/>
              <a:gd name="connsiteX3" fmla="*/ 760720 w 1521440"/>
              <a:gd name="connsiteY3" fmla="*/ 749300 h 749300"/>
              <a:gd name="connsiteX4" fmla="*/ 14201 w 1521440"/>
              <a:gd name="connsiteY4" fmla="*/ 140870 h 749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21440" h="749300">
                <a:moveTo>
                  <a:pt x="0" y="0"/>
                </a:moveTo>
                <a:lnTo>
                  <a:pt x="1521440" y="0"/>
                </a:lnTo>
                <a:lnTo>
                  <a:pt x="1507239" y="140870"/>
                </a:lnTo>
                <a:cubicBezTo>
                  <a:pt x="1436185" y="488100"/>
                  <a:pt x="1128956" y="749300"/>
                  <a:pt x="760720" y="749300"/>
                </a:cubicBezTo>
                <a:cubicBezTo>
                  <a:pt x="392484" y="749300"/>
                  <a:pt x="85255" y="488100"/>
                  <a:pt x="14201" y="140870"/>
                </a:cubicBezTo>
                <a:close/>
              </a:path>
            </a:pathLst>
          </a:custGeom>
          <a:gradFill>
            <a:gsLst>
              <a:gs pos="0">
                <a:srgbClr val="BB020A"/>
              </a:gs>
              <a:gs pos="100000">
                <a:srgbClr val="800002"/>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67391" tIns="33696" rIns="67391" bIns="33696" anchor="ctr"/>
          <a:lstStyle/>
          <a:p>
            <a:pPr algn="ctr">
              <a:defRPr/>
            </a:pPr>
            <a:r>
              <a:rPr lang="en-US" altLang="zh-CN" sz="3100" b="1" dirty="0">
                <a:solidFill>
                  <a:srgbClr val="FFFFFF"/>
                </a:solidFill>
                <a:cs typeface="思源宋体 CN" panose="02020600000000000000" charset="-122"/>
              </a:rPr>
              <a:t>01</a:t>
            </a:r>
            <a:endParaRPr lang="en-US" altLang="zh-CN" sz="3100" b="1" dirty="0">
              <a:solidFill>
                <a:srgbClr val="FFFFFF"/>
              </a:solidFill>
              <a:cs typeface="思源宋体 CN" panose="02020600000000000000" charset="-122"/>
            </a:endParaRPr>
          </a:p>
        </p:txBody>
      </p:sp>
      <p:sp>
        <p:nvSpPr>
          <p:cNvPr id="3" name="MH_Other_4"/>
          <p:cNvSpPr/>
          <p:nvPr>
            <p:custDataLst>
              <p:tags r:id="rId2"/>
            </p:custDataLst>
          </p:nvPr>
        </p:nvSpPr>
        <p:spPr>
          <a:xfrm>
            <a:off x="5027295" y="2348882"/>
            <a:ext cx="2137411" cy="1048385"/>
          </a:xfrm>
          <a:custGeom>
            <a:avLst/>
            <a:gdLst>
              <a:gd name="connsiteX0" fmla="*/ 0 w 1521440"/>
              <a:gd name="connsiteY0" fmla="*/ 0 h 749300"/>
              <a:gd name="connsiteX1" fmla="*/ 1521440 w 1521440"/>
              <a:gd name="connsiteY1" fmla="*/ 0 h 749300"/>
              <a:gd name="connsiteX2" fmla="*/ 1507239 w 1521440"/>
              <a:gd name="connsiteY2" fmla="*/ 140870 h 749300"/>
              <a:gd name="connsiteX3" fmla="*/ 760720 w 1521440"/>
              <a:gd name="connsiteY3" fmla="*/ 749300 h 749300"/>
              <a:gd name="connsiteX4" fmla="*/ 14201 w 1521440"/>
              <a:gd name="connsiteY4" fmla="*/ 140870 h 749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21440" h="749300">
                <a:moveTo>
                  <a:pt x="0" y="0"/>
                </a:moveTo>
                <a:lnTo>
                  <a:pt x="1521440" y="0"/>
                </a:lnTo>
                <a:lnTo>
                  <a:pt x="1507239" y="140870"/>
                </a:lnTo>
                <a:cubicBezTo>
                  <a:pt x="1436185" y="488100"/>
                  <a:pt x="1128956" y="749300"/>
                  <a:pt x="760720" y="749300"/>
                </a:cubicBezTo>
                <a:cubicBezTo>
                  <a:pt x="392484" y="749300"/>
                  <a:pt x="85255" y="488100"/>
                  <a:pt x="14201" y="140870"/>
                </a:cubicBezTo>
                <a:close/>
              </a:path>
            </a:pathLst>
          </a:custGeom>
          <a:gradFill>
            <a:gsLst>
              <a:gs pos="0">
                <a:srgbClr val="BB020A"/>
              </a:gs>
              <a:gs pos="100000">
                <a:srgbClr val="800002"/>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67391" tIns="33696" rIns="67391" bIns="33696" anchor="ctr"/>
          <a:lstStyle/>
          <a:p>
            <a:pPr algn="ctr">
              <a:defRPr/>
            </a:pPr>
            <a:r>
              <a:rPr lang="en-US" altLang="zh-CN" sz="3100" b="1" dirty="0">
                <a:solidFill>
                  <a:srgbClr val="FFFFFF"/>
                </a:solidFill>
                <a:cs typeface="思源宋体 CN" panose="02020600000000000000" charset="-122"/>
              </a:rPr>
              <a:t>02</a:t>
            </a:r>
            <a:endParaRPr lang="en-US" altLang="zh-CN" sz="3100" b="1" dirty="0">
              <a:solidFill>
                <a:srgbClr val="FFFFFF"/>
              </a:solidFill>
              <a:cs typeface="思源宋体 CN" panose="02020600000000000000" charset="-122"/>
            </a:endParaRPr>
          </a:p>
        </p:txBody>
      </p:sp>
      <p:sp>
        <p:nvSpPr>
          <p:cNvPr id="9" name="MH_Other_7"/>
          <p:cNvSpPr/>
          <p:nvPr>
            <p:custDataLst>
              <p:tags r:id="rId3"/>
            </p:custDataLst>
          </p:nvPr>
        </p:nvSpPr>
        <p:spPr>
          <a:xfrm>
            <a:off x="8739505" y="2348882"/>
            <a:ext cx="2137411" cy="1048385"/>
          </a:xfrm>
          <a:custGeom>
            <a:avLst/>
            <a:gdLst>
              <a:gd name="connsiteX0" fmla="*/ 0 w 1521440"/>
              <a:gd name="connsiteY0" fmla="*/ 0 h 749300"/>
              <a:gd name="connsiteX1" fmla="*/ 1521440 w 1521440"/>
              <a:gd name="connsiteY1" fmla="*/ 0 h 749300"/>
              <a:gd name="connsiteX2" fmla="*/ 1507239 w 1521440"/>
              <a:gd name="connsiteY2" fmla="*/ 140870 h 749300"/>
              <a:gd name="connsiteX3" fmla="*/ 760720 w 1521440"/>
              <a:gd name="connsiteY3" fmla="*/ 749300 h 749300"/>
              <a:gd name="connsiteX4" fmla="*/ 14201 w 1521440"/>
              <a:gd name="connsiteY4" fmla="*/ 140870 h 749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21440" h="749300">
                <a:moveTo>
                  <a:pt x="0" y="0"/>
                </a:moveTo>
                <a:lnTo>
                  <a:pt x="1521440" y="0"/>
                </a:lnTo>
                <a:lnTo>
                  <a:pt x="1507239" y="140870"/>
                </a:lnTo>
                <a:cubicBezTo>
                  <a:pt x="1436185" y="488100"/>
                  <a:pt x="1128956" y="749300"/>
                  <a:pt x="760720" y="749300"/>
                </a:cubicBezTo>
                <a:cubicBezTo>
                  <a:pt x="392484" y="749300"/>
                  <a:pt x="85255" y="488100"/>
                  <a:pt x="14201" y="140870"/>
                </a:cubicBezTo>
                <a:close/>
              </a:path>
            </a:pathLst>
          </a:custGeom>
          <a:gradFill>
            <a:gsLst>
              <a:gs pos="0">
                <a:srgbClr val="BB020A"/>
              </a:gs>
              <a:gs pos="100000">
                <a:srgbClr val="800002"/>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67391" tIns="33696" rIns="67391" bIns="33696" anchor="ctr"/>
          <a:lstStyle/>
          <a:p>
            <a:pPr algn="ctr">
              <a:defRPr/>
            </a:pPr>
            <a:r>
              <a:rPr lang="en-US" altLang="zh-CN" sz="3100" b="1" dirty="0">
                <a:solidFill>
                  <a:srgbClr val="FFFFFF"/>
                </a:solidFill>
                <a:cs typeface="思源宋体 CN" panose="02020600000000000000" charset="-122"/>
              </a:rPr>
              <a:t>03</a:t>
            </a:r>
            <a:endParaRPr lang="en-US" altLang="zh-CN" sz="3100" b="1" dirty="0">
              <a:solidFill>
                <a:srgbClr val="FFFFFF"/>
              </a:solidFill>
              <a:cs typeface="思源宋体 CN" panose="02020600000000000000" charset="-122"/>
            </a:endParaRPr>
          </a:p>
        </p:txBody>
      </p:sp>
      <p:sp>
        <p:nvSpPr>
          <p:cNvPr id="10" name="文本框 9"/>
          <p:cNvSpPr txBox="1"/>
          <p:nvPr/>
        </p:nvSpPr>
        <p:spPr>
          <a:xfrm>
            <a:off x="1099185" y="3662061"/>
            <a:ext cx="2697480" cy="1572738"/>
          </a:xfrm>
          <a:prstGeom prst="rect">
            <a:avLst/>
          </a:prstGeom>
          <a:noFill/>
        </p:spPr>
        <p:txBody>
          <a:bodyPr wrap="square" rtlCol="0">
            <a:spAutoFit/>
          </a:bodyPr>
          <a:lstStyle/>
          <a:p>
            <a:pPr algn="ctr">
              <a:lnSpc>
                <a:spcPct val="130000"/>
              </a:lnSpc>
            </a:pPr>
            <a:r>
              <a:rPr lang="zh-CN" altLang="en-US" b="1" dirty="0">
                <a:solidFill>
                  <a:schemeClr val="tx1">
                    <a:lumMod val="85000"/>
                    <a:lumOff val="15000"/>
                  </a:schemeClr>
                </a:solidFill>
                <a:cs typeface="思源宋体 CN" panose="02020600000000000000" charset="-122"/>
              </a:rPr>
              <a:t>教育目的</a:t>
            </a:r>
            <a:endParaRPr lang="zh-CN" altLang="en-US" b="1" dirty="0">
              <a:solidFill>
                <a:schemeClr val="tx1">
                  <a:lumMod val="85000"/>
                  <a:lumOff val="15000"/>
                </a:schemeClr>
              </a:solidFill>
              <a:cs typeface="思源宋体 CN" panose="02020600000000000000" charset="-122"/>
            </a:endParaRPr>
          </a:p>
          <a:p>
            <a:pPr algn="ctr">
              <a:lnSpc>
                <a:spcPct val="130000"/>
              </a:lnSpc>
            </a:pPr>
            <a:r>
              <a:rPr lang="zh-CN" altLang="en-US" sz="1400" dirty="0">
                <a:solidFill>
                  <a:schemeClr val="tx1">
                    <a:lumMod val="85000"/>
                    <a:lumOff val="15000"/>
                  </a:schemeClr>
                </a:solidFill>
                <a:cs typeface="思源宋体 CN" panose="02020600000000000000" charset="-122"/>
              </a:rPr>
              <a:t>人民有信仰，国家有力量，民族有希望。要提高人民思想觉悟、道德水准、文明素养，提高全社会文明程度。</a:t>
            </a:r>
            <a:endParaRPr lang="zh-CN" altLang="en-US" sz="1400" dirty="0">
              <a:solidFill>
                <a:schemeClr val="tx1">
                  <a:lumMod val="85000"/>
                  <a:lumOff val="15000"/>
                </a:schemeClr>
              </a:solidFill>
              <a:cs typeface="思源宋体 CN" panose="02020600000000000000" charset="-122"/>
            </a:endParaRPr>
          </a:p>
        </p:txBody>
      </p:sp>
      <p:sp>
        <p:nvSpPr>
          <p:cNvPr id="11" name="文本框 10"/>
          <p:cNvSpPr txBox="1"/>
          <p:nvPr/>
        </p:nvSpPr>
        <p:spPr>
          <a:xfrm>
            <a:off x="4811395" y="3662060"/>
            <a:ext cx="2697480" cy="1292662"/>
          </a:xfrm>
          <a:prstGeom prst="rect">
            <a:avLst/>
          </a:prstGeom>
          <a:noFill/>
        </p:spPr>
        <p:txBody>
          <a:bodyPr wrap="square" rtlCol="0">
            <a:spAutoFit/>
          </a:bodyPr>
          <a:lstStyle/>
          <a:p>
            <a:pPr algn="ctr">
              <a:lnSpc>
                <a:spcPct val="130000"/>
              </a:lnSpc>
            </a:pPr>
            <a:r>
              <a:rPr lang="zh-CN" altLang="en-US" b="1" dirty="0">
                <a:solidFill>
                  <a:schemeClr val="tx1">
                    <a:lumMod val="85000"/>
                    <a:lumOff val="15000"/>
                  </a:schemeClr>
                </a:solidFill>
                <a:cs typeface="思源宋体 CN" panose="02020600000000000000" charset="-122"/>
              </a:rPr>
              <a:t>教育目的</a:t>
            </a:r>
            <a:endParaRPr lang="zh-CN" altLang="en-US" b="1" dirty="0">
              <a:solidFill>
                <a:schemeClr val="tx1">
                  <a:lumMod val="85000"/>
                  <a:lumOff val="15000"/>
                </a:schemeClr>
              </a:solidFill>
              <a:cs typeface="思源宋体 CN" panose="02020600000000000000" charset="-122"/>
            </a:endParaRPr>
          </a:p>
          <a:p>
            <a:pPr algn="ctr">
              <a:lnSpc>
                <a:spcPct val="130000"/>
              </a:lnSpc>
            </a:pPr>
            <a:r>
              <a:rPr lang="zh-CN" altLang="en-US" sz="1400" dirty="0">
                <a:solidFill>
                  <a:schemeClr val="tx1">
                    <a:lumMod val="85000"/>
                    <a:lumOff val="15000"/>
                  </a:schemeClr>
                </a:solidFill>
                <a:cs typeface="思源宋体 CN" panose="02020600000000000000" charset="-122"/>
              </a:rPr>
              <a:t>广泛开展理想信念教育，深化中国特色社会主义和中国梦宣传教育，弘扬民族精神和时代精神，</a:t>
            </a:r>
            <a:endParaRPr lang="zh-CN" altLang="en-US" sz="1400" dirty="0">
              <a:solidFill>
                <a:schemeClr val="tx1">
                  <a:lumMod val="85000"/>
                  <a:lumOff val="15000"/>
                </a:schemeClr>
              </a:solidFill>
              <a:cs typeface="思源宋体 CN" panose="02020600000000000000" charset="-122"/>
            </a:endParaRPr>
          </a:p>
        </p:txBody>
      </p:sp>
      <p:sp>
        <p:nvSpPr>
          <p:cNvPr id="12" name="文本框 11"/>
          <p:cNvSpPr txBox="1"/>
          <p:nvPr/>
        </p:nvSpPr>
        <p:spPr>
          <a:xfrm>
            <a:off x="8523605" y="3662062"/>
            <a:ext cx="2697480" cy="1572738"/>
          </a:xfrm>
          <a:prstGeom prst="rect">
            <a:avLst/>
          </a:prstGeom>
          <a:noFill/>
        </p:spPr>
        <p:txBody>
          <a:bodyPr wrap="square" rtlCol="0">
            <a:spAutoFit/>
          </a:bodyPr>
          <a:lstStyle/>
          <a:p>
            <a:pPr algn="ctr">
              <a:lnSpc>
                <a:spcPct val="130000"/>
              </a:lnSpc>
            </a:pPr>
            <a:r>
              <a:rPr lang="zh-CN" altLang="en-US" b="1" dirty="0">
                <a:solidFill>
                  <a:schemeClr val="tx1">
                    <a:lumMod val="85000"/>
                    <a:lumOff val="15000"/>
                  </a:schemeClr>
                </a:solidFill>
                <a:cs typeface="思源宋体 CN" panose="02020600000000000000" charset="-122"/>
              </a:rPr>
              <a:t>教育目的</a:t>
            </a:r>
            <a:endParaRPr lang="zh-CN" altLang="en-US" b="1" dirty="0">
              <a:solidFill>
                <a:schemeClr val="tx1">
                  <a:lumMod val="85000"/>
                  <a:lumOff val="15000"/>
                </a:schemeClr>
              </a:solidFill>
              <a:cs typeface="思源宋体 CN" panose="02020600000000000000" charset="-122"/>
            </a:endParaRPr>
          </a:p>
          <a:p>
            <a:pPr algn="ctr">
              <a:lnSpc>
                <a:spcPct val="130000"/>
              </a:lnSpc>
            </a:pPr>
            <a:r>
              <a:rPr lang="zh-CN" altLang="en-US" sz="1400" dirty="0">
                <a:solidFill>
                  <a:schemeClr val="tx1">
                    <a:lumMod val="85000"/>
                    <a:lumOff val="15000"/>
                  </a:schemeClr>
                </a:solidFill>
                <a:cs typeface="思源宋体 CN" panose="02020600000000000000" charset="-122"/>
              </a:rPr>
              <a:t>加强爱国主义、集体主义、社会主义教育，引导人们树立正确的历史观、民族观、国家观、文化观。</a:t>
            </a:r>
            <a:endParaRPr lang="zh-CN" altLang="en-US" sz="1400" dirty="0">
              <a:solidFill>
                <a:schemeClr val="tx1">
                  <a:lumMod val="85000"/>
                  <a:lumOff val="15000"/>
                </a:schemeClr>
              </a:solidFill>
              <a:cs typeface="思源宋体 CN" panose="02020600000000000000" charset="-122"/>
            </a:endParaRPr>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par>
                          <p:cTn id="10" fill="hold">
                            <p:stCondLst>
                              <p:cond delay="500"/>
                            </p:stCondLst>
                            <p:childTnLst>
                              <p:par>
                                <p:cTn id="11" presetID="47" presetClass="entr" presetSubtype="0" fill="hold" grpId="0" nodeType="afterEffect">
                                  <p:stCondLst>
                                    <p:cond delay="0"/>
                                  </p:stCondLst>
                                  <p:childTnLst>
                                    <p:set>
                                      <p:cBhvr>
                                        <p:cTn id="12" dur="1" fill="hold">
                                          <p:stCondLst>
                                            <p:cond delay="0"/>
                                          </p:stCondLst>
                                        </p:cTn>
                                        <p:tgtEl>
                                          <p:spTgt spid="2"/>
                                        </p:tgtEl>
                                        <p:attrNameLst>
                                          <p:attrName>style.visibility</p:attrName>
                                        </p:attrNameLst>
                                      </p:cBhvr>
                                      <p:to>
                                        <p:strVal val="visible"/>
                                      </p:to>
                                    </p:set>
                                    <p:animEffect transition="in" filter="fade">
                                      <p:cBhvr>
                                        <p:cTn id="13" dur="1000"/>
                                        <p:tgtEl>
                                          <p:spTgt spid="2"/>
                                        </p:tgtEl>
                                      </p:cBhvr>
                                    </p:animEffect>
                                    <p:anim calcmode="lin" valueType="num">
                                      <p:cBhvr>
                                        <p:cTn id="14" dur="1000" fill="hold"/>
                                        <p:tgtEl>
                                          <p:spTgt spid="2"/>
                                        </p:tgtEl>
                                        <p:attrNameLst>
                                          <p:attrName>ppt_x</p:attrName>
                                        </p:attrNameLst>
                                      </p:cBhvr>
                                      <p:tavLst>
                                        <p:tav tm="0">
                                          <p:val>
                                            <p:strVal val="#ppt_x"/>
                                          </p:val>
                                        </p:tav>
                                        <p:tav tm="100000">
                                          <p:val>
                                            <p:strVal val="#ppt_x"/>
                                          </p:val>
                                        </p:tav>
                                      </p:tavLst>
                                    </p:anim>
                                    <p:anim calcmode="lin" valueType="num">
                                      <p:cBhvr>
                                        <p:cTn id="15" dur="1000" fill="hold"/>
                                        <p:tgtEl>
                                          <p:spTgt spid="2"/>
                                        </p:tgtEl>
                                        <p:attrNameLst>
                                          <p:attrName>ppt_y</p:attrName>
                                        </p:attrNameLst>
                                      </p:cBhvr>
                                      <p:tavLst>
                                        <p:tav tm="0">
                                          <p:val>
                                            <p:strVal val="#ppt_y-.1"/>
                                          </p:val>
                                        </p:tav>
                                        <p:tav tm="100000">
                                          <p:val>
                                            <p:strVal val="#ppt_y"/>
                                          </p:val>
                                        </p:tav>
                                      </p:tavLst>
                                    </p:anim>
                                  </p:childTnLst>
                                </p:cTn>
                              </p:par>
                              <p:par>
                                <p:cTn id="16" presetID="47" presetClass="entr" presetSubtype="0" fill="hold" grpId="0" nodeType="withEffect">
                                  <p:stCondLst>
                                    <p:cond delay="0"/>
                                  </p:stCondLst>
                                  <p:childTnLst>
                                    <p:set>
                                      <p:cBhvr>
                                        <p:cTn id="17" dur="1" fill="hold">
                                          <p:stCondLst>
                                            <p:cond delay="0"/>
                                          </p:stCondLst>
                                        </p:cTn>
                                        <p:tgtEl>
                                          <p:spTgt spid="3"/>
                                        </p:tgtEl>
                                        <p:attrNameLst>
                                          <p:attrName>style.visibility</p:attrName>
                                        </p:attrNameLst>
                                      </p:cBhvr>
                                      <p:to>
                                        <p:strVal val="visible"/>
                                      </p:to>
                                    </p:set>
                                    <p:animEffect transition="in" filter="fade">
                                      <p:cBhvr>
                                        <p:cTn id="18" dur="1000"/>
                                        <p:tgtEl>
                                          <p:spTgt spid="3"/>
                                        </p:tgtEl>
                                      </p:cBhvr>
                                    </p:animEffect>
                                    <p:anim calcmode="lin" valueType="num">
                                      <p:cBhvr>
                                        <p:cTn id="19" dur="1000" fill="hold"/>
                                        <p:tgtEl>
                                          <p:spTgt spid="3"/>
                                        </p:tgtEl>
                                        <p:attrNameLst>
                                          <p:attrName>ppt_x</p:attrName>
                                        </p:attrNameLst>
                                      </p:cBhvr>
                                      <p:tavLst>
                                        <p:tav tm="0">
                                          <p:val>
                                            <p:strVal val="#ppt_x"/>
                                          </p:val>
                                        </p:tav>
                                        <p:tav tm="100000">
                                          <p:val>
                                            <p:strVal val="#ppt_x"/>
                                          </p:val>
                                        </p:tav>
                                      </p:tavLst>
                                    </p:anim>
                                    <p:anim calcmode="lin" valueType="num">
                                      <p:cBhvr>
                                        <p:cTn id="20" dur="1000" fill="hold"/>
                                        <p:tgtEl>
                                          <p:spTgt spid="3"/>
                                        </p:tgtEl>
                                        <p:attrNameLst>
                                          <p:attrName>ppt_y</p:attrName>
                                        </p:attrNameLst>
                                      </p:cBhvr>
                                      <p:tavLst>
                                        <p:tav tm="0">
                                          <p:val>
                                            <p:strVal val="#ppt_y-.1"/>
                                          </p:val>
                                        </p:tav>
                                        <p:tav tm="100000">
                                          <p:val>
                                            <p:strVal val="#ppt_y"/>
                                          </p:val>
                                        </p:tav>
                                      </p:tavLst>
                                    </p:anim>
                                  </p:childTnLst>
                                </p:cTn>
                              </p:par>
                              <p:par>
                                <p:cTn id="21" presetID="47" presetClass="entr" presetSubtype="0" fill="hold" grpId="0" nodeType="withEffect">
                                  <p:stCondLst>
                                    <p:cond delay="0"/>
                                  </p:stCondLst>
                                  <p:childTnLst>
                                    <p:set>
                                      <p:cBhvr>
                                        <p:cTn id="22" dur="1" fill="hold">
                                          <p:stCondLst>
                                            <p:cond delay="0"/>
                                          </p:stCondLst>
                                        </p:cTn>
                                        <p:tgtEl>
                                          <p:spTgt spid="9"/>
                                        </p:tgtEl>
                                        <p:attrNameLst>
                                          <p:attrName>style.visibility</p:attrName>
                                        </p:attrNameLst>
                                      </p:cBhvr>
                                      <p:to>
                                        <p:strVal val="visible"/>
                                      </p:to>
                                    </p:set>
                                    <p:animEffect transition="in" filter="fade">
                                      <p:cBhvr>
                                        <p:cTn id="23" dur="1000"/>
                                        <p:tgtEl>
                                          <p:spTgt spid="9"/>
                                        </p:tgtEl>
                                      </p:cBhvr>
                                    </p:animEffect>
                                    <p:anim calcmode="lin" valueType="num">
                                      <p:cBhvr>
                                        <p:cTn id="24" dur="1000" fill="hold"/>
                                        <p:tgtEl>
                                          <p:spTgt spid="9"/>
                                        </p:tgtEl>
                                        <p:attrNameLst>
                                          <p:attrName>ppt_x</p:attrName>
                                        </p:attrNameLst>
                                      </p:cBhvr>
                                      <p:tavLst>
                                        <p:tav tm="0">
                                          <p:val>
                                            <p:strVal val="#ppt_x"/>
                                          </p:val>
                                        </p:tav>
                                        <p:tav tm="100000">
                                          <p:val>
                                            <p:strVal val="#ppt_x"/>
                                          </p:val>
                                        </p:tav>
                                      </p:tavLst>
                                    </p:anim>
                                    <p:anim calcmode="lin" valueType="num">
                                      <p:cBhvr>
                                        <p:cTn id="25" dur="1000" fill="hold"/>
                                        <p:tgtEl>
                                          <p:spTgt spid="9"/>
                                        </p:tgtEl>
                                        <p:attrNameLst>
                                          <p:attrName>ppt_y</p:attrName>
                                        </p:attrNameLst>
                                      </p:cBhvr>
                                      <p:tavLst>
                                        <p:tav tm="0">
                                          <p:val>
                                            <p:strVal val="#ppt_y-.1"/>
                                          </p:val>
                                        </p:tav>
                                        <p:tav tm="100000">
                                          <p:val>
                                            <p:strVal val="#ppt_y"/>
                                          </p:val>
                                        </p:tav>
                                      </p:tavLst>
                                    </p:anim>
                                  </p:childTnLst>
                                </p:cTn>
                              </p:par>
                              <p:par>
                                <p:cTn id="26" presetID="42" presetClass="entr" presetSubtype="0" fill="hold" grpId="0" nodeType="withEffect">
                                  <p:stCondLst>
                                    <p:cond delay="0"/>
                                  </p:stCondLst>
                                  <p:childTnLst>
                                    <p:set>
                                      <p:cBhvr>
                                        <p:cTn id="27" dur="1" fill="hold">
                                          <p:stCondLst>
                                            <p:cond delay="0"/>
                                          </p:stCondLst>
                                        </p:cTn>
                                        <p:tgtEl>
                                          <p:spTgt spid="10"/>
                                        </p:tgtEl>
                                        <p:attrNameLst>
                                          <p:attrName>style.visibility</p:attrName>
                                        </p:attrNameLst>
                                      </p:cBhvr>
                                      <p:to>
                                        <p:strVal val="visible"/>
                                      </p:to>
                                    </p:set>
                                    <p:animEffect transition="in" filter="fade">
                                      <p:cBhvr>
                                        <p:cTn id="28" dur="1000"/>
                                        <p:tgtEl>
                                          <p:spTgt spid="10"/>
                                        </p:tgtEl>
                                      </p:cBhvr>
                                    </p:animEffect>
                                    <p:anim calcmode="lin" valueType="num">
                                      <p:cBhvr>
                                        <p:cTn id="29" dur="1000" fill="hold"/>
                                        <p:tgtEl>
                                          <p:spTgt spid="10"/>
                                        </p:tgtEl>
                                        <p:attrNameLst>
                                          <p:attrName>ppt_x</p:attrName>
                                        </p:attrNameLst>
                                      </p:cBhvr>
                                      <p:tavLst>
                                        <p:tav tm="0">
                                          <p:val>
                                            <p:strVal val="#ppt_x"/>
                                          </p:val>
                                        </p:tav>
                                        <p:tav tm="100000">
                                          <p:val>
                                            <p:strVal val="#ppt_x"/>
                                          </p:val>
                                        </p:tav>
                                      </p:tavLst>
                                    </p:anim>
                                    <p:anim calcmode="lin" valueType="num">
                                      <p:cBhvr>
                                        <p:cTn id="30" dur="1000" fill="hold"/>
                                        <p:tgtEl>
                                          <p:spTgt spid="10"/>
                                        </p:tgtEl>
                                        <p:attrNameLst>
                                          <p:attrName>ppt_y</p:attrName>
                                        </p:attrNameLst>
                                      </p:cBhvr>
                                      <p:tavLst>
                                        <p:tav tm="0">
                                          <p:val>
                                            <p:strVal val="#ppt_y+.1"/>
                                          </p:val>
                                        </p:tav>
                                        <p:tav tm="100000">
                                          <p:val>
                                            <p:strVal val="#ppt_y"/>
                                          </p:val>
                                        </p:tav>
                                      </p:tavLst>
                                    </p:anim>
                                  </p:childTnLst>
                                </p:cTn>
                              </p:par>
                              <p:par>
                                <p:cTn id="31" presetID="42" presetClass="entr" presetSubtype="0" fill="hold" grpId="0" nodeType="withEffect">
                                  <p:stCondLst>
                                    <p:cond delay="0"/>
                                  </p:stCondLst>
                                  <p:childTnLst>
                                    <p:set>
                                      <p:cBhvr>
                                        <p:cTn id="32" dur="1" fill="hold">
                                          <p:stCondLst>
                                            <p:cond delay="0"/>
                                          </p:stCondLst>
                                        </p:cTn>
                                        <p:tgtEl>
                                          <p:spTgt spid="11"/>
                                        </p:tgtEl>
                                        <p:attrNameLst>
                                          <p:attrName>style.visibility</p:attrName>
                                        </p:attrNameLst>
                                      </p:cBhvr>
                                      <p:to>
                                        <p:strVal val="visible"/>
                                      </p:to>
                                    </p:set>
                                    <p:animEffect transition="in" filter="fade">
                                      <p:cBhvr>
                                        <p:cTn id="33" dur="1000"/>
                                        <p:tgtEl>
                                          <p:spTgt spid="11"/>
                                        </p:tgtEl>
                                      </p:cBhvr>
                                    </p:animEffect>
                                    <p:anim calcmode="lin" valueType="num">
                                      <p:cBhvr>
                                        <p:cTn id="34" dur="1000" fill="hold"/>
                                        <p:tgtEl>
                                          <p:spTgt spid="11"/>
                                        </p:tgtEl>
                                        <p:attrNameLst>
                                          <p:attrName>ppt_x</p:attrName>
                                        </p:attrNameLst>
                                      </p:cBhvr>
                                      <p:tavLst>
                                        <p:tav tm="0">
                                          <p:val>
                                            <p:strVal val="#ppt_x"/>
                                          </p:val>
                                        </p:tav>
                                        <p:tav tm="100000">
                                          <p:val>
                                            <p:strVal val="#ppt_x"/>
                                          </p:val>
                                        </p:tav>
                                      </p:tavLst>
                                    </p:anim>
                                    <p:anim calcmode="lin" valueType="num">
                                      <p:cBhvr>
                                        <p:cTn id="35" dur="1000" fill="hold"/>
                                        <p:tgtEl>
                                          <p:spTgt spid="11"/>
                                        </p:tgtEl>
                                        <p:attrNameLst>
                                          <p:attrName>ppt_y</p:attrName>
                                        </p:attrNameLst>
                                      </p:cBhvr>
                                      <p:tavLst>
                                        <p:tav tm="0">
                                          <p:val>
                                            <p:strVal val="#ppt_y+.1"/>
                                          </p:val>
                                        </p:tav>
                                        <p:tav tm="100000">
                                          <p:val>
                                            <p:strVal val="#ppt_y"/>
                                          </p:val>
                                        </p:tav>
                                      </p:tavLst>
                                    </p:anim>
                                  </p:childTnLst>
                                </p:cTn>
                              </p:par>
                              <p:par>
                                <p:cTn id="36" presetID="42" presetClass="entr" presetSubtype="0" fill="hold" grpId="0" nodeType="withEffect">
                                  <p:stCondLst>
                                    <p:cond delay="0"/>
                                  </p:stCondLst>
                                  <p:childTnLst>
                                    <p:set>
                                      <p:cBhvr>
                                        <p:cTn id="37" dur="1" fill="hold">
                                          <p:stCondLst>
                                            <p:cond delay="0"/>
                                          </p:stCondLst>
                                        </p:cTn>
                                        <p:tgtEl>
                                          <p:spTgt spid="12"/>
                                        </p:tgtEl>
                                        <p:attrNameLst>
                                          <p:attrName>style.visibility</p:attrName>
                                        </p:attrNameLst>
                                      </p:cBhvr>
                                      <p:to>
                                        <p:strVal val="visible"/>
                                      </p:to>
                                    </p:set>
                                    <p:animEffect transition="in" filter="fade">
                                      <p:cBhvr>
                                        <p:cTn id="38" dur="1000"/>
                                        <p:tgtEl>
                                          <p:spTgt spid="12"/>
                                        </p:tgtEl>
                                      </p:cBhvr>
                                    </p:animEffect>
                                    <p:anim calcmode="lin" valueType="num">
                                      <p:cBhvr>
                                        <p:cTn id="39" dur="1000" fill="hold"/>
                                        <p:tgtEl>
                                          <p:spTgt spid="12"/>
                                        </p:tgtEl>
                                        <p:attrNameLst>
                                          <p:attrName>ppt_x</p:attrName>
                                        </p:attrNameLst>
                                      </p:cBhvr>
                                      <p:tavLst>
                                        <p:tav tm="0">
                                          <p:val>
                                            <p:strVal val="#ppt_x"/>
                                          </p:val>
                                        </p:tav>
                                        <p:tav tm="100000">
                                          <p:val>
                                            <p:strVal val="#ppt_x"/>
                                          </p:val>
                                        </p:tav>
                                      </p:tavLst>
                                    </p:anim>
                                    <p:anim calcmode="lin" valueType="num">
                                      <p:cBhvr>
                                        <p:cTn id="40"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ldLvl="0" animBg="1"/>
      <p:bldP spid="3" grpId="0" bldLvl="0" animBg="1"/>
      <p:bldP spid="9" grpId="0" bldLvl="0" animBg="1"/>
      <p:bldP spid="10" grpId="0"/>
      <p:bldP spid="11" grpId="0"/>
      <p:bldP spid="12"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767408" y="620690"/>
            <a:ext cx="3960440" cy="846817"/>
            <a:chOff x="191344" y="174130"/>
            <a:chExt cx="3960440" cy="846817"/>
          </a:xfrm>
        </p:grpSpPr>
        <p:grpSp>
          <p:nvGrpSpPr>
            <p:cNvPr id="5" name="组合 4"/>
            <p:cNvGrpSpPr/>
            <p:nvPr/>
          </p:nvGrpSpPr>
          <p:grpSpPr>
            <a:xfrm>
              <a:off x="431433" y="253069"/>
              <a:ext cx="3720351" cy="767878"/>
              <a:chOff x="3402338" y="4170387"/>
              <a:chExt cx="6546490" cy="767878"/>
            </a:xfrm>
          </p:grpSpPr>
          <p:sp>
            <p:nvSpPr>
              <p:cNvPr id="7" name="文本框 6"/>
              <p:cNvSpPr txBox="1"/>
              <p:nvPr/>
            </p:nvSpPr>
            <p:spPr>
              <a:xfrm>
                <a:off x="3403381" y="4170387"/>
                <a:ext cx="6545447" cy="584775"/>
              </a:xfrm>
              <a:prstGeom prst="rect">
                <a:avLst/>
              </a:prstGeom>
              <a:noFill/>
            </p:spPr>
            <p:txBody>
              <a:bodyPr wrap="square" rtlCol="0">
                <a:spAutoFit/>
              </a:bodyPr>
              <a:lstStyle/>
              <a:p>
                <a:pPr algn="dist"/>
                <a:r>
                  <a:rPr lang="zh-CN" altLang="en-US" sz="3200" b="1" dirty="0">
                    <a:ln w="15875">
                      <a:noFill/>
                    </a:ln>
                    <a:gradFill flip="none" rotWithShape="1">
                      <a:gsLst>
                        <a:gs pos="0">
                          <a:srgbClr val="F94739"/>
                        </a:gs>
                        <a:gs pos="86000">
                          <a:srgbClr val="BF2833"/>
                        </a:gs>
                      </a:gsLst>
                      <a:lin ang="5400000" scaled="1"/>
                      <a:tileRect/>
                    </a:gradFill>
                    <a:effectLst>
                      <a:outerShdw blurRad="38100" dist="38100" dir="2700000" algn="tl">
                        <a:srgbClr val="75161B">
                          <a:alpha val="43000"/>
                        </a:srgbClr>
                      </a:outerShdw>
                    </a:effectLst>
                    <a:latin typeface="阿里巴巴普惠体 2.0 75 SemiBold" panose="00020600040101010101" pitchFamily="18" charset="-122"/>
                    <a:ea typeface="阿里巴巴普惠体 2.0 75 SemiBold" panose="00020600040101010101" pitchFamily="18" charset="-122"/>
                    <a:cs typeface="阿里巴巴普惠体 2.0 75 SemiBold" panose="00020600040101010101" pitchFamily="18" charset="-122"/>
                  </a:rPr>
                  <a:t>爱国主义教育目的</a:t>
                </a:r>
                <a:endParaRPr lang="zh-CN" altLang="en-US" sz="3200" b="1" dirty="0">
                  <a:ln w="15875">
                    <a:noFill/>
                  </a:ln>
                  <a:gradFill flip="none" rotWithShape="1">
                    <a:gsLst>
                      <a:gs pos="0">
                        <a:srgbClr val="F94739"/>
                      </a:gs>
                      <a:gs pos="86000">
                        <a:srgbClr val="BF2833"/>
                      </a:gs>
                    </a:gsLst>
                    <a:lin ang="5400000" scaled="1"/>
                    <a:tileRect/>
                  </a:gradFill>
                  <a:effectLst>
                    <a:outerShdw blurRad="38100" dist="38100" dir="2700000" algn="tl">
                      <a:srgbClr val="75161B">
                        <a:alpha val="43000"/>
                      </a:srgbClr>
                    </a:outerShdw>
                  </a:effectLst>
                  <a:latin typeface="阿里巴巴普惠体 2.0 75 SemiBold" panose="00020600040101010101" pitchFamily="18" charset="-122"/>
                  <a:ea typeface="阿里巴巴普惠体 2.0 75 SemiBold" panose="00020600040101010101" pitchFamily="18" charset="-122"/>
                  <a:cs typeface="阿里巴巴普惠体 2.0 75 SemiBold" panose="00020600040101010101" pitchFamily="18" charset="-122"/>
                </a:endParaRPr>
              </a:p>
            </p:txBody>
          </p:sp>
          <p:sp>
            <p:nvSpPr>
              <p:cNvPr id="8" name="文本框 7"/>
              <p:cNvSpPr txBox="1"/>
              <p:nvPr/>
            </p:nvSpPr>
            <p:spPr>
              <a:xfrm>
                <a:off x="3402338" y="4676655"/>
                <a:ext cx="5651078" cy="261610"/>
              </a:xfrm>
              <a:prstGeom prst="rect">
                <a:avLst/>
              </a:prstGeom>
              <a:noFill/>
            </p:spPr>
            <p:txBody>
              <a:bodyPr wrap="square" rtlCol="0">
                <a:spAutoFit/>
              </a:bodyPr>
              <a:lstStyle/>
              <a:p>
                <a:pPr algn="dist"/>
                <a:r>
                  <a:rPr lang="en-US" altLang="zh-CN" sz="1100" dirty="0">
                    <a:solidFill>
                      <a:schemeClr val="tx1">
                        <a:lumMod val="85000"/>
                        <a:lumOff val="15000"/>
                      </a:schemeClr>
                    </a:solidFill>
                    <a:latin typeface="微软雅黑" panose="020B0503020204020204" pitchFamily="34" charset="-122"/>
                    <a:ea typeface="微软雅黑" panose="020B0503020204020204" pitchFamily="34" charset="-122"/>
                    <a:cs typeface="阿里巴巴普惠体 2.0 45 Light" panose="00020600040101010101" pitchFamily="18" charset="-122"/>
                  </a:rPr>
                  <a:t>ORIGIN OF THE HOLIDAY</a:t>
                </a:r>
                <a:endParaRPr lang="zh-CN" altLang="en-US" sz="1100" dirty="0">
                  <a:solidFill>
                    <a:schemeClr val="tx1">
                      <a:lumMod val="85000"/>
                      <a:lumOff val="15000"/>
                    </a:schemeClr>
                  </a:solidFill>
                  <a:latin typeface="微软雅黑" panose="020B0503020204020204" pitchFamily="34" charset="-122"/>
                  <a:ea typeface="微软雅黑" panose="020B0503020204020204" pitchFamily="34" charset="-122"/>
                  <a:cs typeface="阿里巴巴普惠体 2.0 45 Light" panose="00020600040101010101" pitchFamily="18" charset="-122"/>
                </a:endParaRPr>
              </a:p>
            </p:txBody>
          </p:sp>
        </p:grpSp>
        <p:sp>
          <p:nvSpPr>
            <p:cNvPr id="6" name="矩形 5"/>
            <p:cNvSpPr/>
            <p:nvPr/>
          </p:nvSpPr>
          <p:spPr>
            <a:xfrm>
              <a:off x="191344" y="174130"/>
              <a:ext cx="144016" cy="792088"/>
            </a:xfrm>
            <a:prstGeom prst="rect">
              <a:avLst/>
            </a:prstGeom>
            <a:solidFill>
              <a:srgbClr val="C00000"/>
            </a:solidFill>
            <a:ln>
              <a:no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 name="矩形: 圆角 1"/>
          <p:cNvSpPr/>
          <p:nvPr/>
        </p:nvSpPr>
        <p:spPr>
          <a:xfrm>
            <a:off x="1007498" y="1673012"/>
            <a:ext cx="4964503" cy="2473393"/>
          </a:xfrm>
          <a:prstGeom prst="roundRect">
            <a:avLst>
              <a:gd name="adj" fmla="val 3777"/>
            </a:avLst>
          </a:prstGeom>
          <a:blipFill>
            <a:blip r:embed="rId1" cstate="email"/>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圆角 2"/>
          <p:cNvSpPr/>
          <p:nvPr/>
        </p:nvSpPr>
        <p:spPr>
          <a:xfrm>
            <a:off x="1025911" y="4258828"/>
            <a:ext cx="4937600" cy="1852327"/>
          </a:xfrm>
          <a:prstGeom prst="roundRect">
            <a:avLst>
              <a:gd name="adj" fmla="val 5004"/>
            </a:avLst>
          </a:prstGeom>
          <a:blipFill>
            <a:blip r:embed="rId2" cstate="email"/>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9" name="组合 8"/>
          <p:cNvGrpSpPr/>
          <p:nvPr/>
        </p:nvGrpSpPr>
        <p:grpSpPr>
          <a:xfrm>
            <a:off x="6672064" y="1556793"/>
            <a:ext cx="4176464" cy="4332755"/>
            <a:chOff x="741741" y="1047468"/>
            <a:chExt cx="4176464" cy="4332755"/>
          </a:xfrm>
        </p:grpSpPr>
        <p:grpSp>
          <p:nvGrpSpPr>
            <p:cNvPr id="10" name="组合 9"/>
            <p:cNvGrpSpPr/>
            <p:nvPr/>
          </p:nvGrpSpPr>
          <p:grpSpPr>
            <a:xfrm>
              <a:off x="741741" y="1047468"/>
              <a:ext cx="3811425" cy="3756035"/>
              <a:chOff x="-197345" y="1042265"/>
              <a:chExt cx="4355154" cy="4291861"/>
            </a:xfrm>
          </p:grpSpPr>
          <p:sp>
            <p:nvSpPr>
              <p:cNvPr id="13" name="îṩḻïḓê"/>
              <p:cNvSpPr txBox="1"/>
              <p:nvPr/>
            </p:nvSpPr>
            <p:spPr>
              <a:xfrm>
                <a:off x="-197345" y="1042265"/>
                <a:ext cx="469799" cy="369518"/>
              </a:xfrm>
              <a:custGeom>
                <a:avLst/>
                <a:gdLst/>
                <a:ahLst/>
                <a:cxnLst/>
                <a:rect l="l" t="t" r="r" b="b"/>
                <a:pathLst>
                  <a:path w="460177" h="361950">
                    <a:moveTo>
                      <a:pt x="427435" y="0"/>
                    </a:moveTo>
                    <a:lnTo>
                      <a:pt x="460177" y="69056"/>
                    </a:lnTo>
                    <a:cubicBezTo>
                      <a:pt x="426839" y="80169"/>
                      <a:pt x="402928" y="95647"/>
                      <a:pt x="388442" y="115491"/>
                    </a:cubicBezTo>
                    <a:cubicBezTo>
                      <a:pt x="373956" y="135335"/>
                      <a:pt x="366316" y="161727"/>
                      <a:pt x="365522" y="194667"/>
                    </a:cubicBezTo>
                    <a:lnTo>
                      <a:pt x="446485" y="194667"/>
                    </a:lnTo>
                    <a:lnTo>
                      <a:pt x="446485" y="361950"/>
                    </a:lnTo>
                    <a:lnTo>
                      <a:pt x="279202" y="361950"/>
                    </a:lnTo>
                    <a:lnTo>
                      <a:pt x="279202" y="242292"/>
                    </a:lnTo>
                    <a:cubicBezTo>
                      <a:pt x="279202" y="193477"/>
                      <a:pt x="283468" y="155178"/>
                      <a:pt x="292001" y="127397"/>
                    </a:cubicBezTo>
                    <a:cubicBezTo>
                      <a:pt x="300534" y="99616"/>
                      <a:pt x="316409" y="74613"/>
                      <a:pt x="339626" y="52388"/>
                    </a:cubicBezTo>
                    <a:cubicBezTo>
                      <a:pt x="362843" y="30163"/>
                      <a:pt x="392113" y="12700"/>
                      <a:pt x="427435" y="0"/>
                    </a:cubicBezTo>
                    <a:close/>
                    <a:moveTo>
                      <a:pt x="148233" y="0"/>
                    </a:moveTo>
                    <a:lnTo>
                      <a:pt x="180975" y="69056"/>
                    </a:lnTo>
                    <a:cubicBezTo>
                      <a:pt x="147638" y="80169"/>
                      <a:pt x="123726" y="95647"/>
                      <a:pt x="109240" y="115491"/>
                    </a:cubicBezTo>
                    <a:cubicBezTo>
                      <a:pt x="94754" y="135335"/>
                      <a:pt x="87114" y="161727"/>
                      <a:pt x="86321" y="194667"/>
                    </a:cubicBezTo>
                    <a:lnTo>
                      <a:pt x="167283" y="194667"/>
                    </a:lnTo>
                    <a:lnTo>
                      <a:pt x="167283" y="361950"/>
                    </a:lnTo>
                    <a:lnTo>
                      <a:pt x="0" y="361950"/>
                    </a:lnTo>
                    <a:lnTo>
                      <a:pt x="0" y="242292"/>
                    </a:lnTo>
                    <a:cubicBezTo>
                      <a:pt x="0" y="193874"/>
                      <a:pt x="4267" y="155674"/>
                      <a:pt x="12800" y="127695"/>
                    </a:cubicBezTo>
                    <a:cubicBezTo>
                      <a:pt x="21332" y="99715"/>
                      <a:pt x="37108" y="74613"/>
                      <a:pt x="60127" y="52388"/>
                    </a:cubicBezTo>
                    <a:cubicBezTo>
                      <a:pt x="83146" y="30163"/>
                      <a:pt x="112514" y="12700"/>
                      <a:pt x="148233" y="0"/>
                    </a:cubicBezTo>
                    <a:close/>
                  </a:path>
                </a:pathLst>
              </a:custGeom>
              <a:solidFill>
                <a:srgbClr val="DC010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ctr">
                  <a:defRPr>
                    <a:solidFill>
                      <a:schemeClr val="lt1"/>
                    </a:solidFill>
                    <a:latin typeface="仓耳玄三M W05" panose="02020400000000000000" pitchFamily="18" charset="-122"/>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endParaRPr lang="en-US" sz="1600" dirty="0">
                  <a:solidFill>
                    <a:schemeClr val="tx1"/>
                  </a:solidFill>
                  <a:latin typeface="微软雅黑" panose="020B0503020204020204" pitchFamily="34" charset="-122"/>
                  <a:ea typeface="微软雅黑" panose="020B0503020204020204" pitchFamily="34" charset="-122"/>
                  <a:cs typeface="阿里巴巴普惠体 2.0 55 Regular" panose="00020600040101010101" pitchFamily="18" charset="-122"/>
                  <a:sym typeface="+mn-lt"/>
                </a:endParaRPr>
              </a:p>
            </p:txBody>
          </p:sp>
          <p:sp>
            <p:nvSpPr>
              <p:cNvPr id="14" name="文本框 13"/>
              <p:cNvSpPr txBox="1"/>
              <p:nvPr/>
            </p:nvSpPr>
            <p:spPr>
              <a:xfrm>
                <a:off x="272453" y="1535948"/>
                <a:ext cx="3885356" cy="3798178"/>
              </a:xfrm>
              <a:prstGeom prst="rect">
                <a:avLst/>
              </a:prstGeom>
              <a:noFill/>
            </p:spPr>
            <p:txBody>
              <a:bodyPr wrap="square" rtlCol="0">
                <a:spAutoFit/>
              </a:bodyPr>
              <a:lstStyle/>
              <a:p>
                <a:pPr lvl="0" fontAlgn="base">
                  <a:lnSpc>
                    <a:spcPct val="150000"/>
                  </a:lnSpc>
                  <a:spcBef>
                    <a:spcPct val="0"/>
                  </a:spcBef>
                  <a:spcAft>
                    <a:spcPct val="0"/>
                  </a:spcAft>
                  <a:defRPr/>
                </a:pPr>
                <a:r>
                  <a:rPr lang="en-US" altLang="zh-CN" sz="1400" dirty="0">
                    <a:solidFill>
                      <a:schemeClr val="tx1">
                        <a:lumMod val="85000"/>
                        <a:lumOff val="15000"/>
                      </a:schemeClr>
                    </a:solidFill>
                    <a:latin typeface="微软雅黑" panose="020B0503020204020204" pitchFamily="34" charset="-122"/>
                    <a:ea typeface="微软雅黑" panose="020B0503020204020204" pitchFamily="34" charset="-122"/>
                    <a:cs typeface="阿里巴巴普惠体 2.0 55 Regular" panose="00020600040101010101" pitchFamily="18" charset="-122"/>
                    <a:sym typeface="Arial" panose="020B0604020202020204" pitchFamily="34" charset="0"/>
                  </a:rPr>
                  <a:t>2019</a:t>
                </a:r>
                <a:r>
                  <a:rPr lang="zh-CN" altLang="en-US" sz="1400" dirty="0">
                    <a:solidFill>
                      <a:schemeClr val="tx1">
                        <a:lumMod val="85000"/>
                        <a:lumOff val="15000"/>
                      </a:schemeClr>
                    </a:solidFill>
                    <a:latin typeface="微软雅黑" panose="020B0503020204020204" pitchFamily="34" charset="-122"/>
                    <a:ea typeface="微软雅黑" panose="020B0503020204020204" pitchFamily="34" charset="-122"/>
                    <a:cs typeface="阿里巴巴普惠体 2.0 55 Regular" panose="00020600040101010101" pitchFamily="18" charset="-122"/>
                    <a:sym typeface="Arial" panose="020B0604020202020204" pitchFamily="34" charset="0"/>
                  </a:rPr>
                  <a:t>年</a:t>
                </a:r>
                <a:r>
                  <a:rPr lang="en-US" altLang="zh-CN" sz="1400" dirty="0">
                    <a:solidFill>
                      <a:schemeClr val="tx1">
                        <a:lumMod val="85000"/>
                        <a:lumOff val="15000"/>
                      </a:schemeClr>
                    </a:solidFill>
                    <a:latin typeface="微软雅黑" panose="020B0503020204020204" pitchFamily="34" charset="-122"/>
                    <a:ea typeface="微软雅黑" panose="020B0503020204020204" pitchFamily="34" charset="-122"/>
                    <a:cs typeface="阿里巴巴普惠体 2.0 55 Regular" panose="00020600040101010101" pitchFamily="18" charset="-122"/>
                    <a:sym typeface="Arial" panose="020B0604020202020204" pitchFamily="34" charset="0"/>
                  </a:rPr>
                  <a:t>11</a:t>
                </a:r>
                <a:r>
                  <a:rPr lang="zh-CN" altLang="en-US" sz="1400" dirty="0">
                    <a:solidFill>
                      <a:schemeClr val="tx1">
                        <a:lumMod val="85000"/>
                        <a:lumOff val="15000"/>
                      </a:schemeClr>
                    </a:solidFill>
                    <a:latin typeface="微软雅黑" panose="020B0503020204020204" pitchFamily="34" charset="-122"/>
                    <a:ea typeface="微软雅黑" panose="020B0503020204020204" pitchFamily="34" charset="-122"/>
                    <a:cs typeface="阿里巴巴普惠体 2.0 55 Regular" panose="00020600040101010101" pitchFamily="18" charset="-122"/>
                    <a:sym typeface="Arial" panose="020B0604020202020204" pitchFamily="34" charset="0"/>
                  </a:rPr>
                  <a:t>月，中共中央、国务院印发了</a:t>
                </a:r>
                <a:r>
                  <a:rPr lang="en-US" altLang="zh-CN" sz="1400" dirty="0">
                    <a:solidFill>
                      <a:schemeClr val="tx1">
                        <a:lumMod val="85000"/>
                        <a:lumOff val="15000"/>
                      </a:schemeClr>
                    </a:solidFill>
                    <a:latin typeface="微软雅黑" panose="020B0503020204020204" pitchFamily="34" charset="-122"/>
                    <a:ea typeface="微软雅黑" panose="020B0503020204020204" pitchFamily="34" charset="-122"/>
                    <a:cs typeface="阿里巴巴普惠体 2.0 55 Regular" panose="00020600040101010101" pitchFamily="18" charset="-122"/>
                    <a:sym typeface="Arial" panose="020B0604020202020204" pitchFamily="34" charset="0"/>
                  </a:rPr>
                  <a:t>《</a:t>
                </a:r>
                <a:r>
                  <a:rPr lang="zh-CN" altLang="en-US" sz="1400" dirty="0">
                    <a:solidFill>
                      <a:schemeClr val="tx1">
                        <a:lumMod val="85000"/>
                        <a:lumOff val="15000"/>
                      </a:schemeClr>
                    </a:solidFill>
                    <a:latin typeface="微软雅黑" panose="020B0503020204020204" pitchFamily="34" charset="-122"/>
                    <a:ea typeface="微软雅黑" panose="020B0503020204020204" pitchFamily="34" charset="-122"/>
                    <a:cs typeface="阿里巴巴普惠体 2.0 55 Regular" panose="00020600040101010101" pitchFamily="18" charset="-122"/>
                    <a:sym typeface="Arial" panose="020B0604020202020204" pitchFamily="34" charset="0"/>
                  </a:rPr>
                  <a:t>新时代爱国主义教育实施纲要</a:t>
                </a:r>
                <a:r>
                  <a:rPr lang="en-US" altLang="zh-CN" sz="1400" dirty="0">
                    <a:solidFill>
                      <a:schemeClr val="tx1">
                        <a:lumMod val="85000"/>
                        <a:lumOff val="15000"/>
                      </a:schemeClr>
                    </a:solidFill>
                    <a:latin typeface="微软雅黑" panose="020B0503020204020204" pitchFamily="34" charset="-122"/>
                    <a:ea typeface="微软雅黑" panose="020B0503020204020204" pitchFamily="34" charset="-122"/>
                    <a:cs typeface="阿里巴巴普惠体 2.0 55 Regular" panose="00020600040101010101" pitchFamily="18" charset="-122"/>
                    <a:sym typeface="Arial" panose="020B0604020202020204" pitchFamily="34" charset="0"/>
                  </a:rPr>
                  <a:t>》</a:t>
                </a:r>
                <a:r>
                  <a:rPr lang="zh-CN" altLang="en-US" sz="1400" dirty="0">
                    <a:solidFill>
                      <a:schemeClr val="tx1">
                        <a:lumMod val="85000"/>
                        <a:lumOff val="15000"/>
                      </a:schemeClr>
                    </a:solidFill>
                    <a:latin typeface="微软雅黑" panose="020B0503020204020204" pitchFamily="34" charset="-122"/>
                    <a:ea typeface="微软雅黑" panose="020B0503020204020204" pitchFamily="34" charset="-122"/>
                    <a:cs typeface="阿里巴巴普惠体 2.0 55 Regular" panose="00020600040101010101" pitchFamily="18" charset="-122"/>
                    <a:sym typeface="Arial" panose="020B0604020202020204" pitchFamily="34" charset="0"/>
                  </a:rPr>
                  <a:t>，并发出通知，要求各地区各部门结合实际认真贯彻落实。</a:t>
                </a:r>
                <a:endParaRPr lang="en-US" altLang="zh-CN" sz="1400" dirty="0">
                  <a:solidFill>
                    <a:schemeClr val="tx1">
                      <a:lumMod val="85000"/>
                      <a:lumOff val="15000"/>
                    </a:schemeClr>
                  </a:solidFill>
                  <a:latin typeface="微软雅黑" panose="020B0503020204020204" pitchFamily="34" charset="-122"/>
                  <a:ea typeface="微软雅黑" panose="020B0503020204020204" pitchFamily="34" charset="-122"/>
                  <a:cs typeface="阿里巴巴普惠体 2.0 55 Regular" panose="00020600040101010101" pitchFamily="18" charset="-122"/>
                  <a:sym typeface="Arial" panose="020B0604020202020204" pitchFamily="34" charset="0"/>
                </a:endParaRPr>
              </a:p>
              <a:p>
                <a:pPr lvl="0" fontAlgn="base">
                  <a:lnSpc>
                    <a:spcPct val="150000"/>
                  </a:lnSpc>
                  <a:spcBef>
                    <a:spcPct val="0"/>
                  </a:spcBef>
                  <a:spcAft>
                    <a:spcPct val="0"/>
                  </a:spcAft>
                  <a:defRPr/>
                </a:pPr>
                <a:endParaRPr lang="en-US" altLang="zh-CN" sz="1400" dirty="0">
                  <a:solidFill>
                    <a:schemeClr val="tx1">
                      <a:lumMod val="85000"/>
                      <a:lumOff val="15000"/>
                    </a:schemeClr>
                  </a:solidFill>
                  <a:latin typeface="微软雅黑" panose="020B0503020204020204" pitchFamily="34" charset="-122"/>
                  <a:ea typeface="微软雅黑" panose="020B0503020204020204" pitchFamily="34" charset="-122"/>
                  <a:cs typeface="阿里巴巴普惠体 2.0 55 Regular" panose="00020600040101010101" pitchFamily="18" charset="-122"/>
                  <a:sym typeface="Arial" panose="020B0604020202020204" pitchFamily="34" charset="0"/>
                </a:endParaRPr>
              </a:p>
              <a:p>
                <a:pPr fontAlgn="base">
                  <a:lnSpc>
                    <a:spcPct val="150000"/>
                  </a:lnSpc>
                  <a:spcBef>
                    <a:spcPct val="0"/>
                  </a:spcBef>
                  <a:spcAft>
                    <a:spcPct val="0"/>
                  </a:spcAft>
                  <a:defRPr/>
                </a:pPr>
                <a:r>
                  <a:rPr lang="zh-CN" altLang="en-US" sz="1400" dirty="0">
                    <a:solidFill>
                      <a:schemeClr val="tx1">
                        <a:lumMod val="85000"/>
                        <a:lumOff val="15000"/>
                      </a:schemeClr>
                    </a:solidFill>
                    <a:latin typeface="微软雅黑" panose="020B0503020204020204" pitchFamily="34" charset="-122"/>
                    <a:ea typeface="微软雅黑" panose="020B0503020204020204" pitchFamily="34" charset="-122"/>
                    <a:cs typeface="阿里巴巴普惠体 2.0 55 Regular" panose="00020600040101010101" pitchFamily="18" charset="-122"/>
                    <a:sym typeface="Arial" panose="020B0604020202020204" pitchFamily="34" charset="0"/>
                  </a:rPr>
                  <a:t>爱国主义（</a:t>
                </a:r>
                <a:r>
                  <a:rPr lang="en-US" altLang="zh-CN" sz="1400" dirty="0">
                    <a:solidFill>
                      <a:schemeClr val="tx1">
                        <a:lumMod val="85000"/>
                        <a:lumOff val="15000"/>
                      </a:schemeClr>
                    </a:solidFill>
                    <a:latin typeface="微软雅黑" panose="020B0503020204020204" pitchFamily="34" charset="-122"/>
                    <a:ea typeface="微软雅黑" panose="020B0503020204020204" pitchFamily="34" charset="-122"/>
                    <a:cs typeface="阿里巴巴普惠体 2.0 55 Regular" panose="00020600040101010101" pitchFamily="18" charset="-122"/>
                    <a:sym typeface="Arial" panose="020B0604020202020204" pitchFamily="34" charset="0"/>
                  </a:rPr>
                  <a:t>patriotism</a:t>
                </a:r>
                <a:r>
                  <a:rPr lang="zh-CN" altLang="en-US" sz="1400" dirty="0">
                    <a:solidFill>
                      <a:schemeClr val="tx1">
                        <a:lumMod val="85000"/>
                        <a:lumOff val="15000"/>
                      </a:schemeClr>
                    </a:solidFill>
                    <a:latin typeface="微软雅黑" panose="020B0503020204020204" pitchFamily="34" charset="-122"/>
                    <a:ea typeface="微软雅黑" panose="020B0503020204020204" pitchFamily="34" charset="-122"/>
                    <a:cs typeface="阿里巴巴普惠体 2.0 55 Regular" panose="00020600040101010101" pitchFamily="18" charset="-122"/>
                    <a:sym typeface="Arial" panose="020B0604020202020204" pitchFamily="34" charset="0"/>
                  </a:rPr>
                  <a:t>）是指个人或集体对“祖国”的一种积极和支持的态度。这里的“祖国”可以是一个区域或者城市，但是爱国主义一般用于某个国家或者联邦。</a:t>
                </a:r>
                <a:endParaRPr lang="zh-CN" altLang="en-US" sz="1400" dirty="0">
                  <a:solidFill>
                    <a:schemeClr val="tx1">
                      <a:lumMod val="85000"/>
                      <a:lumOff val="15000"/>
                    </a:schemeClr>
                  </a:solidFill>
                  <a:latin typeface="微软雅黑" panose="020B0503020204020204" pitchFamily="34" charset="-122"/>
                  <a:ea typeface="微软雅黑" panose="020B0503020204020204" pitchFamily="34" charset="-122"/>
                  <a:cs typeface="阿里巴巴普惠体 2.0 55 Regular" panose="00020600040101010101" pitchFamily="18" charset="-122"/>
                  <a:sym typeface="Arial" panose="020B0604020202020204" pitchFamily="34" charset="0"/>
                </a:endParaRPr>
              </a:p>
            </p:txBody>
          </p:sp>
        </p:grpSp>
        <p:sp>
          <p:nvSpPr>
            <p:cNvPr id="11" name="标题1"/>
            <p:cNvSpPr>
              <a:spLocks noChangeArrowheads="1"/>
            </p:cNvSpPr>
            <p:nvPr>
              <p:custDataLst>
                <p:tags r:id="rId3"/>
              </p:custDataLst>
            </p:nvPr>
          </p:nvSpPr>
          <p:spPr bwMode="gray">
            <a:xfrm>
              <a:off x="1154292" y="4935899"/>
              <a:ext cx="1656184" cy="444323"/>
            </a:xfrm>
            <a:prstGeom prst="roundRect">
              <a:avLst>
                <a:gd name="adj" fmla="val 50000"/>
              </a:avLst>
            </a:prstGeom>
            <a:solidFill>
              <a:srgbClr val="DC010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pc="100" dirty="0">
                  <a:gradFill>
                    <a:gsLst>
                      <a:gs pos="0">
                        <a:schemeClr val="accent1">
                          <a:lumMod val="5000"/>
                          <a:lumOff val="95000"/>
                        </a:schemeClr>
                      </a:gs>
                      <a:gs pos="33000">
                        <a:schemeClr val="bg1"/>
                      </a:gs>
                      <a:gs pos="100000">
                        <a:srgbClr val="EFC81B"/>
                      </a:gs>
                    </a:gsLst>
                    <a:lin ang="14400000" scaled="0"/>
                  </a:gradFill>
                  <a:latin typeface="微软雅黑" panose="020B0503020204020204" pitchFamily="34" charset="-122"/>
                  <a:ea typeface="微软雅黑" panose="020B0503020204020204" pitchFamily="34" charset="-122"/>
                  <a:cs typeface="阿里巴巴普惠体 2.0 55 Regular" panose="00020600040101010101" pitchFamily="18" charset="-122"/>
                  <a:sym typeface="Arial" panose="020B0604020202020204" pitchFamily="34" charset="0"/>
                </a:rPr>
                <a:t>教育目的</a:t>
              </a:r>
              <a:endParaRPr lang="zh-CN" altLang="en-US" spc="100" dirty="0">
                <a:gradFill>
                  <a:gsLst>
                    <a:gs pos="0">
                      <a:schemeClr val="accent1">
                        <a:lumMod val="5000"/>
                        <a:lumOff val="95000"/>
                      </a:schemeClr>
                    </a:gs>
                    <a:gs pos="33000">
                      <a:schemeClr val="bg1"/>
                    </a:gs>
                    <a:gs pos="100000">
                      <a:srgbClr val="EFC81B"/>
                    </a:gs>
                  </a:gsLst>
                  <a:lin ang="14400000" scaled="0"/>
                </a:gradFill>
                <a:latin typeface="微软雅黑" panose="020B0503020204020204" pitchFamily="34" charset="-122"/>
                <a:ea typeface="微软雅黑" panose="020B0503020204020204" pitchFamily="34" charset="-122"/>
                <a:cs typeface="阿里巴巴普惠体 2.0 55 Regular" panose="00020600040101010101" pitchFamily="18" charset="-122"/>
                <a:sym typeface="Arial" panose="020B0604020202020204" pitchFamily="34" charset="0"/>
              </a:endParaRPr>
            </a:p>
          </p:txBody>
        </p:sp>
        <p:sp>
          <p:nvSpPr>
            <p:cNvPr id="12" name="标题1"/>
            <p:cNvSpPr>
              <a:spLocks noChangeArrowheads="1"/>
            </p:cNvSpPr>
            <p:nvPr>
              <p:custDataLst>
                <p:tags r:id="rId4"/>
              </p:custDataLst>
            </p:nvPr>
          </p:nvSpPr>
          <p:spPr bwMode="gray">
            <a:xfrm>
              <a:off x="3262021" y="4935900"/>
              <a:ext cx="1656184" cy="444323"/>
            </a:xfrm>
            <a:prstGeom prst="roundRect">
              <a:avLst>
                <a:gd name="adj" fmla="val 50000"/>
              </a:avLst>
            </a:prstGeom>
            <a:solidFill>
              <a:srgbClr val="DC010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pc="100" dirty="0">
                  <a:gradFill>
                    <a:gsLst>
                      <a:gs pos="0">
                        <a:schemeClr val="accent1">
                          <a:lumMod val="5000"/>
                          <a:lumOff val="95000"/>
                        </a:schemeClr>
                      </a:gs>
                      <a:gs pos="33000">
                        <a:schemeClr val="bg1"/>
                      </a:gs>
                      <a:gs pos="100000">
                        <a:srgbClr val="EFC81B"/>
                      </a:gs>
                    </a:gsLst>
                    <a:lin ang="14400000" scaled="0"/>
                  </a:gradFill>
                  <a:latin typeface="微软雅黑" panose="020B0503020204020204" pitchFamily="34" charset="-122"/>
                  <a:ea typeface="微软雅黑" panose="020B0503020204020204" pitchFamily="34" charset="-122"/>
                  <a:cs typeface="阿里巴巴普惠体 2.0 55 Regular" panose="00020600040101010101" pitchFamily="18" charset="-122"/>
                  <a:sym typeface="Arial" panose="020B0604020202020204" pitchFamily="34" charset="0"/>
                </a:rPr>
                <a:t>教育目的</a:t>
              </a:r>
              <a:endParaRPr lang="zh-CN" altLang="en-US" spc="100" dirty="0">
                <a:gradFill>
                  <a:gsLst>
                    <a:gs pos="0">
                      <a:schemeClr val="accent1">
                        <a:lumMod val="5000"/>
                        <a:lumOff val="95000"/>
                      </a:schemeClr>
                    </a:gs>
                    <a:gs pos="33000">
                      <a:schemeClr val="bg1"/>
                    </a:gs>
                    <a:gs pos="100000">
                      <a:srgbClr val="EFC81B"/>
                    </a:gs>
                  </a:gsLst>
                  <a:lin ang="14400000" scaled="0"/>
                </a:gradFill>
                <a:latin typeface="微软雅黑" panose="020B0503020204020204" pitchFamily="34" charset="-122"/>
                <a:ea typeface="微软雅黑" panose="020B0503020204020204" pitchFamily="34" charset="-122"/>
                <a:cs typeface="阿里巴巴普惠体 2.0 55 Regular" panose="00020600040101010101" pitchFamily="18" charset="-122"/>
                <a:sym typeface="Arial" panose="020B0604020202020204" pitchFamily="34" charset="0"/>
              </a:endParaRPr>
            </a:p>
          </p:txBody>
        </p:sp>
      </p:gr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22" presetClass="entr" presetSubtype="2" fill="hold" grpId="0" nodeType="clickEffect">
                                  <p:stCondLst>
                                    <p:cond delay="0"/>
                                  </p:stCondLst>
                                  <p:childTnLst>
                                    <p:set>
                                      <p:cBhvr>
                                        <p:cTn id="13" dur="1" fill="hold">
                                          <p:stCondLst>
                                            <p:cond delay="0"/>
                                          </p:stCondLst>
                                        </p:cTn>
                                        <p:tgtEl>
                                          <p:spTgt spid="3"/>
                                        </p:tgtEl>
                                        <p:attrNameLst>
                                          <p:attrName>style.visibility</p:attrName>
                                        </p:attrNameLst>
                                      </p:cBhvr>
                                      <p:to>
                                        <p:strVal val="visible"/>
                                      </p:to>
                                    </p:set>
                                    <p:animEffect transition="in" filter="wipe(right)">
                                      <p:cBhvr>
                                        <p:cTn id="14" dur="500"/>
                                        <p:tgtEl>
                                          <p:spTgt spid="3"/>
                                        </p:tgtEl>
                                      </p:cBhvr>
                                    </p:animEffect>
                                  </p:childTnLst>
                                </p:cTn>
                              </p:par>
                              <p:par>
                                <p:cTn id="15" presetID="22" presetClass="entr" presetSubtype="8" fill="hold" grpId="0" nodeType="with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wipe(left)">
                                      <p:cBhvr>
                                        <p:cTn id="17" dur="500"/>
                                        <p:tgtEl>
                                          <p:spTgt spid="2"/>
                                        </p:tgtEl>
                                      </p:cBhvr>
                                    </p:animEffect>
                                  </p:childTnLst>
                                </p:cTn>
                              </p:par>
                            </p:childTnLst>
                          </p:cTn>
                        </p:par>
                      </p:childTnLst>
                    </p:cTn>
                  </p:par>
                  <p:par>
                    <p:cTn id="18" fill="hold">
                      <p:stCondLst>
                        <p:cond delay="indefinite"/>
                      </p:stCondLst>
                      <p:childTnLst>
                        <p:par>
                          <p:cTn id="19" fill="hold">
                            <p:stCondLst>
                              <p:cond delay="0"/>
                            </p:stCondLst>
                            <p:childTnLst>
                              <p:par>
                                <p:cTn id="20" presetID="6" presetClass="entr" presetSubtype="16" fill="hold" nodeType="click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circle(in)">
                                      <p:cBhvr>
                                        <p:cTn id="22" dur="20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767408" y="620690"/>
            <a:ext cx="3960440" cy="846817"/>
            <a:chOff x="191344" y="174130"/>
            <a:chExt cx="3960440" cy="846817"/>
          </a:xfrm>
        </p:grpSpPr>
        <p:grpSp>
          <p:nvGrpSpPr>
            <p:cNvPr id="5" name="组合 4"/>
            <p:cNvGrpSpPr/>
            <p:nvPr/>
          </p:nvGrpSpPr>
          <p:grpSpPr>
            <a:xfrm>
              <a:off x="431433" y="253069"/>
              <a:ext cx="3720351" cy="767878"/>
              <a:chOff x="3402338" y="4170387"/>
              <a:chExt cx="6546490" cy="767878"/>
            </a:xfrm>
          </p:grpSpPr>
          <p:sp>
            <p:nvSpPr>
              <p:cNvPr id="7" name="文本框 6"/>
              <p:cNvSpPr txBox="1"/>
              <p:nvPr/>
            </p:nvSpPr>
            <p:spPr>
              <a:xfrm>
                <a:off x="3403381" y="4170387"/>
                <a:ext cx="6545447" cy="584775"/>
              </a:xfrm>
              <a:prstGeom prst="rect">
                <a:avLst/>
              </a:prstGeom>
              <a:noFill/>
            </p:spPr>
            <p:txBody>
              <a:bodyPr wrap="square" rtlCol="0">
                <a:spAutoFit/>
              </a:bodyPr>
              <a:lstStyle/>
              <a:p>
                <a:pPr algn="dist"/>
                <a:r>
                  <a:rPr lang="zh-CN" altLang="en-US" sz="3200" b="1" dirty="0">
                    <a:ln w="15875">
                      <a:noFill/>
                    </a:ln>
                    <a:gradFill flip="none" rotWithShape="1">
                      <a:gsLst>
                        <a:gs pos="0">
                          <a:srgbClr val="F94739"/>
                        </a:gs>
                        <a:gs pos="86000">
                          <a:srgbClr val="BF2833"/>
                        </a:gs>
                      </a:gsLst>
                      <a:lin ang="5400000" scaled="1"/>
                      <a:tileRect/>
                    </a:gradFill>
                    <a:effectLst>
                      <a:outerShdw blurRad="38100" dist="38100" dir="2700000" algn="tl">
                        <a:srgbClr val="75161B">
                          <a:alpha val="43000"/>
                        </a:srgbClr>
                      </a:outerShdw>
                    </a:effectLst>
                    <a:latin typeface="阿里巴巴普惠体 2.0 75 SemiBold" panose="00020600040101010101" pitchFamily="18" charset="-122"/>
                    <a:ea typeface="阿里巴巴普惠体 2.0 75 SemiBold" panose="00020600040101010101" pitchFamily="18" charset="-122"/>
                    <a:cs typeface="阿里巴巴普惠体 2.0 75 SemiBold" panose="00020600040101010101" pitchFamily="18" charset="-122"/>
                  </a:rPr>
                  <a:t>爱国主义教育目的</a:t>
                </a:r>
                <a:endParaRPr lang="zh-CN" altLang="en-US" sz="3200" b="1" dirty="0">
                  <a:ln w="15875">
                    <a:noFill/>
                  </a:ln>
                  <a:gradFill flip="none" rotWithShape="1">
                    <a:gsLst>
                      <a:gs pos="0">
                        <a:srgbClr val="F94739"/>
                      </a:gs>
                      <a:gs pos="86000">
                        <a:srgbClr val="BF2833"/>
                      </a:gs>
                    </a:gsLst>
                    <a:lin ang="5400000" scaled="1"/>
                    <a:tileRect/>
                  </a:gradFill>
                  <a:effectLst>
                    <a:outerShdw blurRad="38100" dist="38100" dir="2700000" algn="tl">
                      <a:srgbClr val="75161B">
                        <a:alpha val="43000"/>
                      </a:srgbClr>
                    </a:outerShdw>
                  </a:effectLst>
                  <a:latin typeface="阿里巴巴普惠体 2.0 75 SemiBold" panose="00020600040101010101" pitchFamily="18" charset="-122"/>
                  <a:ea typeface="阿里巴巴普惠体 2.0 75 SemiBold" panose="00020600040101010101" pitchFamily="18" charset="-122"/>
                  <a:cs typeface="阿里巴巴普惠体 2.0 75 SemiBold" panose="00020600040101010101" pitchFamily="18" charset="-122"/>
                </a:endParaRPr>
              </a:p>
            </p:txBody>
          </p:sp>
          <p:sp>
            <p:nvSpPr>
              <p:cNvPr id="8" name="文本框 7"/>
              <p:cNvSpPr txBox="1"/>
              <p:nvPr/>
            </p:nvSpPr>
            <p:spPr>
              <a:xfrm>
                <a:off x="3402338" y="4676655"/>
                <a:ext cx="5651078" cy="261610"/>
              </a:xfrm>
              <a:prstGeom prst="rect">
                <a:avLst/>
              </a:prstGeom>
              <a:noFill/>
            </p:spPr>
            <p:txBody>
              <a:bodyPr wrap="square" rtlCol="0">
                <a:spAutoFit/>
              </a:bodyPr>
              <a:lstStyle/>
              <a:p>
                <a:pPr algn="dist"/>
                <a:r>
                  <a:rPr lang="en-US" altLang="zh-CN" sz="1100" dirty="0">
                    <a:solidFill>
                      <a:schemeClr val="tx1">
                        <a:lumMod val="85000"/>
                        <a:lumOff val="15000"/>
                      </a:schemeClr>
                    </a:solidFill>
                    <a:latin typeface="微软雅黑" panose="020B0503020204020204" pitchFamily="34" charset="-122"/>
                    <a:ea typeface="微软雅黑" panose="020B0503020204020204" pitchFamily="34" charset="-122"/>
                    <a:cs typeface="阿里巴巴普惠体 2.0 45 Light" panose="00020600040101010101" pitchFamily="18" charset="-122"/>
                  </a:rPr>
                  <a:t>ORIGIN OF THE HOLIDAY</a:t>
                </a:r>
                <a:endParaRPr lang="zh-CN" altLang="en-US" sz="1100" dirty="0">
                  <a:solidFill>
                    <a:schemeClr val="tx1">
                      <a:lumMod val="85000"/>
                      <a:lumOff val="15000"/>
                    </a:schemeClr>
                  </a:solidFill>
                  <a:latin typeface="微软雅黑" panose="020B0503020204020204" pitchFamily="34" charset="-122"/>
                  <a:ea typeface="微软雅黑" panose="020B0503020204020204" pitchFamily="34" charset="-122"/>
                  <a:cs typeface="阿里巴巴普惠体 2.0 45 Light" panose="00020600040101010101" pitchFamily="18" charset="-122"/>
                </a:endParaRPr>
              </a:p>
            </p:txBody>
          </p:sp>
        </p:grpSp>
        <p:sp>
          <p:nvSpPr>
            <p:cNvPr id="6" name="矩形 5"/>
            <p:cNvSpPr/>
            <p:nvPr/>
          </p:nvSpPr>
          <p:spPr>
            <a:xfrm>
              <a:off x="191344" y="174130"/>
              <a:ext cx="144016" cy="792088"/>
            </a:xfrm>
            <a:prstGeom prst="rect">
              <a:avLst/>
            </a:prstGeom>
            <a:solidFill>
              <a:srgbClr val="C00000"/>
            </a:solidFill>
            <a:ln>
              <a:no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 name="组合 1"/>
          <p:cNvGrpSpPr/>
          <p:nvPr/>
        </p:nvGrpSpPr>
        <p:grpSpPr>
          <a:xfrm>
            <a:off x="1097001" y="1760454"/>
            <a:ext cx="1296256" cy="1072509"/>
            <a:chOff x="1097001" y="1625613"/>
            <a:chExt cx="1296256" cy="1072509"/>
          </a:xfrm>
        </p:grpSpPr>
        <p:sp>
          <p:nvSpPr>
            <p:cNvPr id="3" name="任意多边形: 形状 2"/>
            <p:cNvSpPr/>
            <p:nvPr/>
          </p:nvSpPr>
          <p:spPr>
            <a:xfrm rot="21007033">
              <a:off x="1318634" y="1625613"/>
              <a:ext cx="1074623" cy="1072509"/>
            </a:xfrm>
            <a:custGeom>
              <a:avLst/>
              <a:gdLst>
                <a:gd name="connsiteX0" fmla="*/ 0 w 1276350"/>
                <a:gd name="connsiteY0" fmla="*/ 552450 h 1181100"/>
                <a:gd name="connsiteX1" fmla="*/ 476250 w 1276350"/>
                <a:gd name="connsiteY1" fmla="*/ 0 h 1181100"/>
                <a:gd name="connsiteX2" fmla="*/ 1276350 w 1276350"/>
                <a:gd name="connsiteY2" fmla="*/ 723900 h 1181100"/>
                <a:gd name="connsiteX3" fmla="*/ 800100 w 1276350"/>
                <a:gd name="connsiteY3" fmla="*/ 1181100 h 1181100"/>
                <a:gd name="connsiteX4" fmla="*/ 0 w 1276350"/>
                <a:gd name="connsiteY4" fmla="*/ 552450 h 1181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76350" h="1181100">
                  <a:moveTo>
                    <a:pt x="0" y="552450"/>
                  </a:moveTo>
                  <a:lnTo>
                    <a:pt x="476250" y="0"/>
                  </a:lnTo>
                  <a:lnTo>
                    <a:pt x="1276350" y="723900"/>
                  </a:lnTo>
                  <a:lnTo>
                    <a:pt x="800100" y="1181100"/>
                  </a:lnTo>
                  <a:lnTo>
                    <a:pt x="0" y="552450"/>
                  </a:lnTo>
                  <a:close/>
                </a:path>
              </a:pathLst>
            </a:custGeom>
            <a:gradFill>
              <a:gsLst>
                <a:gs pos="0">
                  <a:schemeClr val="accent1">
                    <a:lumMod val="5000"/>
                    <a:lumOff val="95000"/>
                    <a:alpha val="0"/>
                  </a:schemeClr>
                </a:gs>
                <a:gs pos="65000">
                  <a:srgbClr val="CCCDCE">
                    <a:alpha val="40000"/>
                  </a:srgbClr>
                </a:gs>
                <a:gs pos="100000">
                  <a:schemeClr val="bg1">
                    <a:lumMod val="75000"/>
                  </a:schemeClr>
                </a:gs>
              </a:gsLst>
              <a:lin ang="135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cs typeface="阿里巴巴普惠体 2.0 65 Medium" panose="00020600040101010101" pitchFamily="18" charset="-122"/>
              </a:endParaRPr>
            </a:p>
          </p:txBody>
        </p:sp>
        <p:sp>
          <p:nvSpPr>
            <p:cNvPr id="9" name="椭圆 8"/>
            <p:cNvSpPr/>
            <p:nvPr/>
          </p:nvSpPr>
          <p:spPr>
            <a:xfrm>
              <a:off x="1198024" y="1639331"/>
              <a:ext cx="657922" cy="657922"/>
            </a:xfrm>
            <a:prstGeom prst="ellipse">
              <a:avLst/>
            </a:prstGeom>
            <a:solidFill>
              <a:srgbClr val="C7332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cs typeface="阿里巴巴普惠体 2.0 65 Medium" panose="00020600040101010101" pitchFamily="18" charset="-122"/>
              </a:endParaRPr>
            </a:p>
          </p:txBody>
        </p:sp>
        <p:sp>
          <p:nvSpPr>
            <p:cNvPr id="10" name="文本框 9"/>
            <p:cNvSpPr txBox="1"/>
            <p:nvPr/>
          </p:nvSpPr>
          <p:spPr>
            <a:xfrm>
              <a:off x="1097001" y="1670712"/>
              <a:ext cx="859967" cy="584775"/>
            </a:xfrm>
            <a:prstGeom prst="rect">
              <a:avLst/>
            </a:prstGeom>
            <a:noFill/>
          </p:spPr>
          <p:txBody>
            <a:bodyPr wrap="square" rtlCol="0">
              <a:spAutoFit/>
            </a:bodyPr>
            <a:lstStyle/>
            <a:p>
              <a:pPr algn="ctr"/>
              <a:r>
                <a:rPr lang="en-US" altLang="zh-CN" sz="3200" dirty="0">
                  <a:solidFill>
                    <a:schemeClr val="bg1"/>
                  </a:solidFill>
                  <a:latin typeface="微软雅黑" panose="020B0503020204020204" pitchFamily="34" charset="-122"/>
                  <a:ea typeface="微软雅黑" panose="020B0503020204020204" pitchFamily="34" charset="-122"/>
                  <a:cs typeface="阿里巴巴普惠体 2.0 65 Medium" panose="00020600040101010101" pitchFamily="18" charset="-122"/>
                </a:rPr>
                <a:t>A</a:t>
              </a:r>
              <a:endParaRPr lang="zh-CN" altLang="en-US" sz="3200" dirty="0">
                <a:solidFill>
                  <a:schemeClr val="bg1"/>
                </a:solidFill>
                <a:latin typeface="微软雅黑" panose="020B0503020204020204" pitchFamily="34" charset="-122"/>
                <a:ea typeface="微软雅黑" panose="020B0503020204020204" pitchFamily="34" charset="-122"/>
                <a:cs typeface="阿里巴巴普惠体 2.0 65 Medium" panose="00020600040101010101" pitchFamily="18" charset="-122"/>
              </a:endParaRPr>
            </a:p>
          </p:txBody>
        </p:sp>
      </p:grpSp>
      <p:grpSp>
        <p:nvGrpSpPr>
          <p:cNvPr id="11" name="组合 10"/>
          <p:cNvGrpSpPr/>
          <p:nvPr/>
        </p:nvGrpSpPr>
        <p:grpSpPr>
          <a:xfrm>
            <a:off x="4747533" y="1760453"/>
            <a:ext cx="1296257" cy="1072509"/>
            <a:chOff x="4747532" y="1625612"/>
            <a:chExt cx="1296257" cy="1072509"/>
          </a:xfrm>
        </p:grpSpPr>
        <p:sp>
          <p:nvSpPr>
            <p:cNvPr id="12" name="任意多边形: 形状 11"/>
            <p:cNvSpPr/>
            <p:nvPr/>
          </p:nvSpPr>
          <p:spPr>
            <a:xfrm rot="21007033">
              <a:off x="4969166" y="1625612"/>
              <a:ext cx="1074623" cy="1072509"/>
            </a:xfrm>
            <a:custGeom>
              <a:avLst/>
              <a:gdLst>
                <a:gd name="connsiteX0" fmla="*/ 0 w 1276350"/>
                <a:gd name="connsiteY0" fmla="*/ 552450 h 1181100"/>
                <a:gd name="connsiteX1" fmla="*/ 476250 w 1276350"/>
                <a:gd name="connsiteY1" fmla="*/ 0 h 1181100"/>
                <a:gd name="connsiteX2" fmla="*/ 1276350 w 1276350"/>
                <a:gd name="connsiteY2" fmla="*/ 723900 h 1181100"/>
                <a:gd name="connsiteX3" fmla="*/ 800100 w 1276350"/>
                <a:gd name="connsiteY3" fmla="*/ 1181100 h 1181100"/>
                <a:gd name="connsiteX4" fmla="*/ 0 w 1276350"/>
                <a:gd name="connsiteY4" fmla="*/ 552450 h 1181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76350" h="1181100">
                  <a:moveTo>
                    <a:pt x="0" y="552450"/>
                  </a:moveTo>
                  <a:lnTo>
                    <a:pt x="476250" y="0"/>
                  </a:lnTo>
                  <a:lnTo>
                    <a:pt x="1276350" y="723900"/>
                  </a:lnTo>
                  <a:lnTo>
                    <a:pt x="800100" y="1181100"/>
                  </a:lnTo>
                  <a:lnTo>
                    <a:pt x="0" y="552450"/>
                  </a:lnTo>
                  <a:close/>
                </a:path>
              </a:pathLst>
            </a:custGeom>
            <a:gradFill>
              <a:gsLst>
                <a:gs pos="0">
                  <a:schemeClr val="accent1">
                    <a:lumMod val="5000"/>
                    <a:lumOff val="95000"/>
                    <a:alpha val="0"/>
                  </a:schemeClr>
                </a:gs>
                <a:gs pos="65000">
                  <a:srgbClr val="CCCDCE">
                    <a:alpha val="40000"/>
                  </a:srgbClr>
                </a:gs>
                <a:gs pos="100000">
                  <a:schemeClr val="bg1">
                    <a:lumMod val="75000"/>
                  </a:schemeClr>
                </a:gs>
              </a:gsLst>
              <a:lin ang="135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cs typeface="阿里巴巴普惠体 2.0 65 Medium" panose="00020600040101010101" pitchFamily="18" charset="-122"/>
              </a:endParaRPr>
            </a:p>
          </p:txBody>
        </p:sp>
        <p:sp>
          <p:nvSpPr>
            <p:cNvPr id="13" name="椭圆 12"/>
            <p:cNvSpPr/>
            <p:nvPr/>
          </p:nvSpPr>
          <p:spPr>
            <a:xfrm>
              <a:off x="4848556" y="1639331"/>
              <a:ext cx="657922" cy="657922"/>
            </a:xfrm>
            <a:prstGeom prst="ellipse">
              <a:avLst/>
            </a:prstGeom>
            <a:solidFill>
              <a:srgbClr val="C7332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cs typeface="阿里巴巴普惠体 2.0 65 Medium" panose="00020600040101010101" pitchFamily="18" charset="-122"/>
              </a:endParaRPr>
            </a:p>
          </p:txBody>
        </p:sp>
        <p:sp>
          <p:nvSpPr>
            <p:cNvPr id="14" name="文本框 13"/>
            <p:cNvSpPr txBox="1"/>
            <p:nvPr/>
          </p:nvSpPr>
          <p:spPr>
            <a:xfrm>
              <a:off x="4747532" y="1671340"/>
              <a:ext cx="859967" cy="584775"/>
            </a:xfrm>
            <a:prstGeom prst="rect">
              <a:avLst/>
            </a:prstGeom>
            <a:noFill/>
          </p:spPr>
          <p:txBody>
            <a:bodyPr wrap="square" rtlCol="0">
              <a:spAutoFit/>
            </a:bodyPr>
            <a:lstStyle/>
            <a:p>
              <a:pPr algn="ctr"/>
              <a:r>
                <a:rPr lang="en-US" altLang="zh-CN" sz="3200" dirty="0">
                  <a:solidFill>
                    <a:schemeClr val="bg1"/>
                  </a:solidFill>
                  <a:latin typeface="微软雅黑" panose="020B0503020204020204" pitchFamily="34" charset="-122"/>
                  <a:ea typeface="微软雅黑" panose="020B0503020204020204" pitchFamily="34" charset="-122"/>
                  <a:cs typeface="阿里巴巴普惠体 2.0 65 Medium" panose="00020600040101010101" pitchFamily="18" charset="-122"/>
                </a:rPr>
                <a:t>B</a:t>
              </a:r>
              <a:endParaRPr lang="zh-CN" altLang="en-US" sz="3200" dirty="0">
                <a:solidFill>
                  <a:schemeClr val="bg1"/>
                </a:solidFill>
                <a:latin typeface="微软雅黑" panose="020B0503020204020204" pitchFamily="34" charset="-122"/>
                <a:ea typeface="微软雅黑" panose="020B0503020204020204" pitchFamily="34" charset="-122"/>
                <a:cs typeface="阿里巴巴普惠体 2.0 65 Medium" panose="00020600040101010101" pitchFamily="18" charset="-122"/>
              </a:endParaRPr>
            </a:p>
          </p:txBody>
        </p:sp>
      </p:grpSp>
      <p:grpSp>
        <p:nvGrpSpPr>
          <p:cNvPr id="15" name="组合 14"/>
          <p:cNvGrpSpPr/>
          <p:nvPr/>
        </p:nvGrpSpPr>
        <p:grpSpPr>
          <a:xfrm>
            <a:off x="8398065" y="1744938"/>
            <a:ext cx="1296256" cy="1072509"/>
            <a:chOff x="8398065" y="1610097"/>
            <a:chExt cx="1296256" cy="1072509"/>
          </a:xfrm>
        </p:grpSpPr>
        <p:sp>
          <p:nvSpPr>
            <p:cNvPr id="16" name="任意多边形: 形状 15"/>
            <p:cNvSpPr/>
            <p:nvPr/>
          </p:nvSpPr>
          <p:spPr>
            <a:xfrm rot="21007033">
              <a:off x="8619698" y="1610097"/>
              <a:ext cx="1074623" cy="1072509"/>
            </a:xfrm>
            <a:custGeom>
              <a:avLst/>
              <a:gdLst>
                <a:gd name="connsiteX0" fmla="*/ 0 w 1276350"/>
                <a:gd name="connsiteY0" fmla="*/ 552450 h 1181100"/>
                <a:gd name="connsiteX1" fmla="*/ 476250 w 1276350"/>
                <a:gd name="connsiteY1" fmla="*/ 0 h 1181100"/>
                <a:gd name="connsiteX2" fmla="*/ 1276350 w 1276350"/>
                <a:gd name="connsiteY2" fmla="*/ 723900 h 1181100"/>
                <a:gd name="connsiteX3" fmla="*/ 800100 w 1276350"/>
                <a:gd name="connsiteY3" fmla="*/ 1181100 h 1181100"/>
                <a:gd name="connsiteX4" fmla="*/ 0 w 1276350"/>
                <a:gd name="connsiteY4" fmla="*/ 552450 h 1181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76350" h="1181100">
                  <a:moveTo>
                    <a:pt x="0" y="552450"/>
                  </a:moveTo>
                  <a:lnTo>
                    <a:pt x="476250" y="0"/>
                  </a:lnTo>
                  <a:lnTo>
                    <a:pt x="1276350" y="723900"/>
                  </a:lnTo>
                  <a:lnTo>
                    <a:pt x="800100" y="1181100"/>
                  </a:lnTo>
                  <a:lnTo>
                    <a:pt x="0" y="552450"/>
                  </a:lnTo>
                  <a:close/>
                </a:path>
              </a:pathLst>
            </a:custGeom>
            <a:gradFill>
              <a:gsLst>
                <a:gs pos="0">
                  <a:schemeClr val="accent1">
                    <a:lumMod val="5000"/>
                    <a:lumOff val="95000"/>
                    <a:alpha val="0"/>
                  </a:schemeClr>
                </a:gs>
                <a:gs pos="65000">
                  <a:srgbClr val="CCCDCE">
                    <a:alpha val="40000"/>
                  </a:srgbClr>
                </a:gs>
                <a:gs pos="100000">
                  <a:schemeClr val="bg1">
                    <a:lumMod val="75000"/>
                  </a:schemeClr>
                </a:gs>
              </a:gsLst>
              <a:lin ang="135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cs typeface="阿里巴巴普惠体 2.0 65 Medium" panose="00020600040101010101" pitchFamily="18" charset="-122"/>
              </a:endParaRPr>
            </a:p>
          </p:txBody>
        </p:sp>
        <p:sp>
          <p:nvSpPr>
            <p:cNvPr id="17" name="椭圆 16"/>
            <p:cNvSpPr/>
            <p:nvPr/>
          </p:nvSpPr>
          <p:spPr>
            <a:xfrm>
              <a:off x="8499088" y="1639331"/>
              <a:ext cx="657922" cy="657922"/>
            </a:xfrm>
            <a:prstGeom prst="ellipse">
              <a:avLst/>
            </a:prstGeom>
            <a:solidFill>
              <a:srgbClr val="C7332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cs typeface="阿里巴巴普惠体 2.0 65 Medium" panose="00020600040101010101" pitchFamily="18" charset="-122"/>
              </a:endParaRPr>
            </a:p>
          </p:txBody>
        </p:sp>
        <p:sp>
          <p:nvSpPr>
            <p:cNvPr id="18" name="文本框 17"/>
            <p:cNvSpPr txBox="1"/>
            <p:nvPr/>
          </p:nvSpPr>
          <p:spPr>
            <a:xfrm>
              <a:off x="8398065" y="1671619"/>
              <a:ext cx="859967" cy="584775"/>
            </a:xfrm>
            <a:prstGeom prst="rect">
              <a:avLst/>
            </a:prstGeom>
            <a:noFill/>
          </p:spPr>
          <p:txBody>
            <a:bodyPr wrap="square" rtlCol="0">
              <a:spAutoFit/>
            </a:bodyPr>
            <a:lstStyle/>
            <a:p>
              <a:pPr algn="ctr"/>
              <a:r>
                <a:rPr lang="en-US" altLang="zh-CN" sz="3200" dirty="0">
                  <a:solidFill>
                    <a:schemeClr val="bg1"/>
                  </a:solidFill>
                  <a:latin typeface="微软雅黑" panose="020B0503020204020204" pitchFamily="34" charset="-122"/>
                  <a:ea typeface="微软雅黑" panose="020B0503020204020204" pitchFamily="34" charset="-122"/>
                  <a:cs typeface="阿里巴巴普惠体 2.0 65 Medium" panose="00020600040101010101" pitchFamily="18" charset="-122"/>
                </a:rPr>
                <a:t>C</a:t>
              </a:r>
              <a:endParaRPr lang="zh-CN" altLang="en-US" sz="3200" dirty="0">
                <a:solidFill>
                  <a:schemeClr val="bg1"/>
                </a:solidFill>
                <a:latin typeface="微软雅黑" panose="020B0503020204020204" pitchFamily="34" charset="-122"/>
                <a:ea typeface="微软雅黑" panose="020B0503020204020204" pitchFamily="34" charset="-122"/>
                <a:cs typeface="阿里巴巴普惠体 2.0 65 Medium" panose="00020600040101010101" pitchFamily="18" charset="-122"/>
              </a:endParaRPr>
            </a:p>
          </p:txBody>
        </p:sp>
      </p:grpSp>
      <p:grpSp>
        <p:nvGrpSpPr>
          <p:cNvPr id="19" name="组合 18"/>
          <p:cNvGrpSpPr/>
          <p:nvPr/>
        </p:nvGrpSpPr>
        <p:grpSpPr>
          <a:xfrm>
            <a:off x="1097001" y="4106946"/>
            <a:ext cx="1296256" cy="1072509"/>
            <a:chOff x="1097001" y="3972105"/>
            <a:chExt cx="1296256" cy="1072509"/>
          </a:xfrm>
        </p:grpSpPr>
        <p:sp>
          <p:nvSpPr>
            <p:cNvPr id="20" name="任意多边形: 形状 19"/>
            <p:cNvSpPr/>
            <p:nvPr/>
          </p:nvSpPr>
          <p:spPr>
            <a:xfrm rot="21007033">
              <a:off x="1318634" y="3972105"/>
              <a:ext cx="1074623" cy="1072509"/>
            </a:xfrm>
            <a:custGeom>
              <a:avLst/>
              <a:gdLst>
                <a:gd name="connsiteX0" fmla="*/ 0 w 1276350"/>
                <a:gd name="connsiteY0" fmla="*/ 552450 h 1181100"/>
                <a:gd name="connsiteX1" fmla="*/ 476250 w 1276350"/>
                <a:gd name="connsiteY1" fmla="*/ 0 h 1181100"/>
                <a:gd name="connsiteX2" fmla="*/ 1276350 w 1276350"/>
                <a:gd name="connsiteY2" fmla="*/ 723900 h 1181100"/>
                <a:gd name="connsiteX3" fmla="*/ 800100 w 1276350"/>
                <a:gd name="connsiteY3" fmla="*/ 1181100 h 1181100"/>
                <a:gd name="connsiteX4" fmla="*/ 0 w 1276350"/>
                <a:gd name="connsiteY4" fmla="*/ 552450 h 1181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76350" h="1181100">
                  <a:moveTo>
                    <a:pt x="0" y="552450"/>
                  </a:moveTo>
                  <a:lnTo>
                    <a:pt x="476250" y="0"/>
                  </a:lnTo>
                  <a:lnTo>
                    <a:pt x="1276350" y="723900"/>
                  </a:lnTo>
                  <a:lnTo>
                    <a:pt x="800100" y="1181100"/>
                  </a:lnTo>
                  <a:lnTo>
                    <a:pt x="0" y="552450"/>
                  </a:lnTo>
                  <a:close/>
                </a:path>
              </a:pathLst>
            </a:custGeom>
            <a:gradFill>
              <a:gsLst>
                <a:gs pos="0">
                  <a:schemeClr val="accent1">
                    <a:lumMod val="5000"/>
                    <a:lumOff val="95000"/>
                    <a:alpha val="0"/>
                  </a:schemeClr>
                </a:gs>
                <a:gs pos="65000">
                  <a:srgbClr val="CCCDCE">
                    <a:alpha val="40000"/>
                  </a:srgbClr>
                </a:gs>
                <a:gs pos="100000">
                  <a:schemeClr val="bg1">
                    <a:lumMod val="75000"/>
                  </a:schemeClr>
                </a:gs>
              </a:gsLst>
              <a:lin ang="135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cs typeface="阿里巴巴普惠体 2.0 65 Medium" panose="00020600040101010101" pitchFamily="18" charset="-122"/>
              </a:endParaRPr>
            </a:p>
          </p:txBody>
        </p:sp>
        <p:sp>
          <p:nvSpPr>
            <p:cNvPr id="21" name="椭圆 20"/>
            <p:cNvSpPr/>
            <p:nvPr/>
          </p:nvSpPr>
          <p:spPr>
            <a:xfrm>
              <a:off x="1198024" y="3988831"/>
              <a:ext cx="657922" cy="657922"/>
            </a:xfrm>
            <a:prstGeom prst="ellipse">
              <a:avLst/>
            </a:prstGeom>
            <a:solidFill>
              <a:srgbClr val="C7332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cs typeface="阿里巴巴普惠体 2.0 65 Medium" panose="00020600040101010101" pitchFamily="18" charset="-122"/>
              </a:endParaRPr>
            </a:p>
          </p:txBody>
        </p:sp>
        <p:sp>
          <p:nvSpPr>
            <p:cNvPr id="22" name="文本框 21"/>
            <p:cNvSpPr txBox="1"/>
            <p:nvPr/>
          </p:nvSpPr>
          <p:spPr>
            <a:xfrm>
              <a:off x="1097001" y="4025404"/>
              <a:ext cx="859967" cy="584775"/>
            </a:xfrm>
            <a:prstGeom prst="rect">
              <a:avLst/>
            </a:prstGeom>
            <a:noFill/>
          </p:spPr>
          <p:txBody>
            <a:bodyPr wrap="square" rtlCol="0">
              <a:spAutoFit/>
            </a:bodyPr>
            <a:lstStyle/>
            <a:p>
              <a:pPr algn="ctr"/>
              <a:r>
                <a:rPr lang="en-US" altLang="zh-CN" sz="3200" dirty="0">
                  <a:solidFill>
                    <a:schemeClr val="bg1"/>
                  </a:solidFill>
                  <a:latin typeface="微软雅黑" panose="020B0503020204020204" pitchFamily="34" charset="-122"/>
                  <a:ea typeface="微软雅黑" panose="020B0503020204020204" pitchFamily="34" charset="-122"/>
                  <a:cs typeface="阿里巴巴普惠体 2.0 65 Medium" panose="00020600040101010101" pitchFamily="18" charset="-122"/>
                </a:rPr>
                <a:t>D</a:t>
              </a:r>
              <a:endParaRPr lang="zh-CN" altLang="en-US" sz="3200" dirty="0">
                <a:solidFill>
                  <a:schemeClr val="bg1"/>
                </a:solidFill>
                <a:latin typeface="微软雅黑" panose="020B0503020204020204" pitchFamily="34" charset="-122"/>
                <a:ea typeface="微软雅黑" panose="020B0503020204020204" pitchFamily="34" charset="-122"/>
                <a:cs typeface="阿里巴巴普惠体 2.0 65 Medium" panose="00020600040101010101" pitchFamily="18" charset="-122"/>
              </a:endParaRPr>
            </a:p>
          </p:txBody>
        </p:sp>
      </p:grpSp>
      <p:grpSp>
        <p:nvGrpSpPr>
          <p:cNvPr id="23" name="组合 22"/>
          <p:cNvGrpSpPr/>
          <p:nvPr/>
        </p:nvGrpSpPr>
        <p:grpSpPr>
          <a:xfrm>
            <a:off x="4747533" y="4106946"/>
            <a:ext cx="1296256" cy="1072509"/>
            <a:chOff x="4747533" y="3972105"/>
            <a:chExt cx="1296256" cy="1072509"/>
          </a:xfrm>
        </p:grpSpPr>
        <p:sp>
          <p:nvSpPr>
            <p:cNvPr id="24" name="任意多边形: 形状 23"/>
            <p:cNvSpPr/>
            <p:nvPr/>
          </p:nvSpPr>
          <p:spPr>
            <a:xfrm rot="21007033">
              <a:off x="4969166" y="3972105"/>
              <a:ext cx="1074623" cy="1072509"/>
            </a:xfrm>
            <a:custGeom>
              <a:avLst/>
              <a:gdLst>
                <a:gd name="connsiteX0" fmla="*/ 0 w 1276350"/>
                <a:gd name="connsiteY0" fmla="*/ 552450 h 1181100"/>
                <a:gd name="connsiteX1" fmla="*/ 476250 w 1276350"/>
                <a:gd name="connsiteY1" fmla="*/ 0 h 1181100"/>
                <a:gd name="connsiteX2" fmla="*/ 1276350 w 1276350"/>
                <a:gd name="connsiteY2" fmla="*/ 723900 h 1181100"/>
                <a:gd name="connsiteX3" fmla="*/ 800100 w 1276350"/>
                <a:gd name="connsiteY3" fmla="*/ 1181100 h 1181100"/>
                <a:gd name="connsiteX4" fmla="*/ 0 w 1276350"/>
                <a:gd name="connsiteY4" fmla="*/ 552450 h 1181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76350" h="1181100">
                  <a:moveTo>
                    <a:pt x="0" y="552450"/>
                  </a:moveTo>
                  <a:lnTo>
                    <a:pt x="476250" y="0"/>
                  </a:lnTo>
                  <a:lnTo>
                    <a:pt x="1276350" y="723900"/>
                  </a:lnTo>
                  <a:lnTo>
                    <a:pt x="800100" y="1181100"/>
                  </a:lnTo>
                  <a:lnTo>
                    <a:pt x="0" y="552450"/>
                  </a:lnTo>
                  <a:close/>
                </a:path>
              </a:pathLst>
            </a:custGeom>
            <a:gradFill>
              <a:gsLst>
                <a:gs pos="0">
                  <a:schemeClr val="accent1">
                    <a:lumMod val="5000"/>
                    <a:lumOff val="95000"/>
                    <a:alpha val="0"/>
                  </a:schemeClr>
                </a:gs>
                <a:gs pos="65000">
                  <a:srgbClr val="CCCDCE">
                    <a:alpha val="40000"/>
                  </a:srgbClr>
                </a:gs>
                <a:gs pos="100000">
                  <a:schemeClr val="bg1">
                    <a:lumMod val="75000"/>
                  </a:schemeClr>
                </a:gs>
              </a:gsLst>
              <a:lin ang="135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cs typeface="阿里巴巴普惠体 2.0 65 Medium" panose="00020600040101010101" pitchFamily="18" charset="-122"/>
              </a:endParaRPr>
            </a:p>
          </p:txBody>
        </p:sp>
        <p:sp>
          <p:nvSpPr>
            <p:cNvPr id="25" name="椭圆 24"/>
            <p:cNvSpPr/>
            <p:nvPr/>
          </p:nvSpPr>
          <p:spPr>
            <a:xfrm>
              <a:off x="4848556" y="3988831"/>
              <a:ext cx="657922" cy="657922"/>
            </a:xfrm>
            <a:prstGeom prst="ellipse">
              <a:avLst/>
            </a:prstGeom>
            <a:solidFill>
              <a:srgbClr val="C7332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cs typeface="阿里巴巴普惠体 2.0 65 Medium" panose="00020600040101010101" pitchFamily="18" charset="-122"/>
              </a:endParaRPr>
            </a:p>
          </p:txBody>
        </p:sp>
        <p:sp>
          <p:nvSpPr>
            <p:cNvPr id="26" name="文本框 25"/>
            <p:cNvSpPr txBox="1"/>
            <p:nvPr/>
          </p:nvSpPr>
          <p:spPr>
            <a:xfrm>
              <a:off x="4747533" y="4012208"/>
              <a:ext cx="859967" cy="584775"/>
            </a:xfrm>
            <a:prstGeom prst="rect">
              <a:avLst/>
            </a:prstGeom>
            <a:noFill/>
          </p:spPr>
          <p:txBody>
            <a:bodyPr wrap="square" rtlCol="0">
              <a:spAutoFit/>
            </a:bodyPr>
            <a:lstStyle/>
            <a:p>
              <a:pPr algn="ctr"/>
              <a:r>
                <a:rPr lang="en-US" altLang="zh-CN" sz="3200" dirty="0">
                  <a:solidFill>
                    <a:schemeClr val="bg1"/>
                  </a:solidFill>
                  <a:latin typeface="微软雅黑" panose="020B0503020204020204" pitchFamily="34" charset="-122"/>
                  <a:ea typeface="微软雅黑" panose="020B0503020204020204" pitchFamily="34" charset="-122"/>
                  <a:cs typeface="阿里巴巴普惠体 2.0 65 Medium" panose="00020600040101010101" pitchFamily="18" charset="-122"/>
                </a:rPr>
                <a:t>E</a:t>
              </a:r>
              <a:endParaRPr lang="zh-CN" altLang="en-US" sz="3200" dirty="0">
                <a:solidFill>
                  <a:schemeClr val="bg1"/>
                </a:solidFill>
                <a:latin typeface="微软雅黑" panose="020B0503020204020204" pitchFamily="34" charset="-122"/>
                <a:ea typeface="微软雅黑" panose="020B0503020204020204" pitchFamily="34" charset="-122"/>
                <a:cs typeface="阿里巴巴普惠体 2.0 65 Medium" panose="00020600040101010101" pitchFamily="18" charset="-122"/>
              </a:endParaRPr>
            </a:p>
          </p:txBody>
        </p:sp>
      </p:grpSp>
      <p:grpSp>
        <p:nvGrpSpPr>
          <p:cNvPr id="27" name="组合 26"/>
          <p:cNvGrpSpPr/>
          <p:nvPr/>
        </p:nvGrpSpPr>
        <p:grpSpPr>
          <a:xfrm>
            <a:off x="8398065" y="4106945"/>
            <a:ext cx="1296257" cy="1072509"/>
            <a:chOff x="8398064" y="3972104"/>
            <a:chExt cx="1296257" cy="1072509"/>
          </a:xfrm>
        </p:grpSpPr>
        <p:sp>
          <p:nvSpPr>
            <p:cNvPr id="28" name="任意多边形: 形状 27"/>
            <p:cNvSpPr/>
            <p:nvPr/>
          </p:nvSpPr>
          <p:spPr>
            <a:xfrm rot="21007033">
              <a:off x="8619698" y="3972104"/>
              <a:ext cx="1074623" cy="1072509"/>
            </a:xfrm>
            <a:custGeom>
              <a:avLst/>
              <a:gdLst>
                <a:gd name="connsiteX0" fmla="*/ 0 w 1276350"/>
                <a:gd name="connsiteY0" fmla="*/ 552450 h 1181100"/>
                <a:gd name="connsiteX1" fmla="*/ 476250 w 1276350"/>
                <a:gd name="connsiteY1" fmla="*/ 0 h 1181100"/>
                <a:gd name="connsiteX2" fmla="*/ 1276350 w 1276350"/>
                <a:gd name="connsiteY2" fmla="*/ 723900 h 1181100"/>
                <a:gd name="connsiteX3" fmla="*/ 800100 w 1276350"/>
                <a:gd name="connsiteY3" fmla="*/ 1181100 h 1181100"/>
                <a:gd name="connsiteX4" fmla="*/ 0 w 1276350"/>
                <a:gd name="connsiteY4" fmla="*/ 552450 h 1181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76350" h="1181100">
                  <a:moveTo>
                    <a:pt x="0" y="552450"/>
                  </a:moveTo>
                  <a:lnTo>
                    <a:pt x="476250" y="0"/>
                  </a:lnTo>
                  <a:lnTo>
                    <a:pt x="1276350" y="723900"/>
                  </a:lnTo>
                  <a:lnTo>
                    <a:pt x="800100" y="1181100"/>
                  </a:lnTo>
                  <a:lnTo>
                    <a:pt x="0" y="552450"/>
                  </a:lnTo>
                  <a:close/>
                </a:path>
              </a:pathLst>
            </a:custGeom>
            <a:gradFill>
              <a:gsLst>
                <a:gs pos="0">
                  <a:schemeClr val="accent1">
                    <a:lumMod val="5000"/>
                    <a:lumOff val="95000"/>
                    <a:alpha val="0"/>
                  </a:schemeClr>
                </a:gs>
                <a:gs pos="65000">
                  <a:srgbClr val="CCCDCE">
                    <a:alpha val="40000"/>
                  </a:srgbClr>
                </a:gs>
                <a:gs pos="100000">
                  <a:schemeClr val="bg1">
                    <a:lumMod val="75000"/>
                  </a:schemeClr>
                </a:gs>
              </a:gsLst>
              <a:lin ang="135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cs typeface="阿里巴巴普惠体 2.0 65 Medium" panose="00020600040101010101" pitchFamily="18" charset="-122"/>
              </a:endParaRPr>
            </a:p>
          </p:txBody>
        </p:sp>
        <p:sp>
          <p:nvSpPr>
            <p:cNvPr id="29" name="椭圆 28"/>
            <p:cNvSpPr/>
            <p:nvPr/>
          </p:nvSpPr>
          <p:spPr>
            <a:xfrm>
              <a:off x="8499088" y="3988831"/>
              <a:ext cx="657922" cy="657922"/>
            </a:xfrm>
            <a:prstGeom prst="ellipse">
              <a:avLst/>
            </a:prstGeom>
            <a:solidFill>
              <a:srgbClr val="C7332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cs typeface="阿里巴巴普惠体 2.0 65 Medium" panose="00020600040101010101" pitchFamily="18" charset="-122"/>
              </a:endParaRPr>
            </a:p>
          </p:txBody>
        </p:sp>
        <p:sp>
          <p:nvSpPr>
            <p:cNvPr id="30" name="文本框 29"/>
            <p:cNvSpPr txBox="1"/>
            <p:nvPr/>
          </p:nvSpPr>
          <p:spPr>
            <a:xfrm>
              <a:off x="8398064" y="4025404"/>
              <a:ext cx="859967" cy="584775"/>
            </a:xfrm>
            <a:prstGeom prst="rect">
              <a:avLst/>
            </a:prstGeom>
            <a:noFill/>
          </p:spPr>
          <p:txBody>
            <a:bodyPr wrap="square" rtlCol="0">
              <a:spAutoFit/>
            </a:bodyPr>
            <a:lstStyle/>
            <a:p>
              <a:pPr algn="ctr"/>
              <a:r>
                <a:rPr lang="en-US" altLang="zh-CN" sz="3200" dirty="0">
                  <a:solidFill>
                    <a:schemeClr val="bg1"/>
                  </a:solidFill>
                  <a:latin typeface="微软雅黑" panose="020B0503020204020204" pitchFamily="34" charset="-122"/>
                  <a:ea typeface="微软雅黑" panose="020B0503020204020204" pitchFamily="34" charset="-122"/>
                  <a:cs typeface="阿里巴巴普惠体 2.0 65 Medium" panose="00020600040101010101" pitchFamily="18" charset="-122"/>
                </a:rPr>
                <a:t>F</a:t>
              </a:r>
              <a:endParaRPr lang="zh-CN" altLang="en-US" sz="3200" dirty="0">
                <a:solidFill>
                  <a:schemeClr val="bg1"/>
                </a:solidFill>
                <a:latin typeface="微软雅黑" panose="020B0503020204020204" pitchFamily="34" charset="-122"/>
                <a:ea typeface="微软雅黑" panose="020B0503020204020204" pitchFamily="34" charset="-122"/>
                <a:cs typeface="阿里巴巴普惠体 2.0 65 Medium" panose="00020600040101010101" pitchFamily="18" charset="-122"/>
              </a:endParaRPr>
            </a:p>
          </p:txBody>
        </p:sp>
      </p:grpSp>
      <p:sp>
        <p:nvSpPr>
          <p:cNvPr id="31" name="文本框 30"/>
          <p:cNvSpPr txBox="1"/>
          <p:nvPr/>
        </p:nvSpPr>
        <p:spPr>
          <a:xfrm>
            <a:off x="1294282" y="2972832"/>
            <a:ext cx="2928804" cy="553998"/>
          </a:xfrm>
          <a:prstGeom prst="rect">
            <a:avLst/>
          </a:prstGeom>
          <a:noFill/>
        </p:spPr>
        <p:txBody>
          <a:bodyPr wrap="square" rtlCol="0">
            <a:spAutoFit/>
          </a:bodyPr>
          <a:lstStyle/>
          <a:p>
            <a:pPr>
              <a:lnSpc>
                <a:spcPts val="1800"/>
              </a:lnSpc>
            </a:pPr>
            <a:r>
              <a:rPr lang="zh-CN" altLang="en-US" sz="1400" dirty="0">
                <a:solidFill>
                  <a:schemeClr val="tx1">
                    <a:lumMod val="85000"/>
                    <a:lumOff val="15000"/>
                  </a:schemeClr>
                </a:solidFill>
                <a:latin typeface="微软雅黑" panose="020B0503020204020204" pitchFamily="34" charset="-122"/>
                <a:ea typeface="微软雅黑" panose="020B0503020204020204" pitchFamily="34" charset="-122"/>
                <a:cs typeface="阿里巴巴普惠体 2.0 65 Medium" panose="00020600040101010101" pitchFamily="18" charset="-122"/>
              </a:rPr>
              <a:t>爱国即热爱祖国，国家的直接体现是政权，祖国与国家不是一回事。</a:t>
            </a:r>
            <a:endParaRPr lang="zh-CN" altLang="en-US" sz="1400" dirty="0">
              <a:solidFill>
                <a:schemeClr val="tx1">
                  <a:lumMod val="85000"/>
                  <a:lumOff val="15000"/>
                </a:schemeClr>
              </a:solidFill>
              <a:latin typeface="微软雅黑" panose="020B0503020204020204" pitchFamily="34" charset="-122"/>
              <a:ea typeface="微软雅黑" panose="020B0503020204020204" pitchFamily="34" charset="-122"/>
              <a:cs typeface="阿里巴巴普惠体 2.0 65 Medium" panose="00020600040101010101" pitchFamily="18" charset="-122"/>
            </a:endParaRPr>
          </a:p>
        </p:txBody>
      </p:sp>
      <p:sp>
        <p:nvSpPr>
          <p:cNvPr id="32" name="文本框 31"/>
          <p:cNvSpPr txBox="1"/>
          <p:nvPr/>
        </p:nvSpPr>
        <p:spPr>
          <a:xfrm>
            <a:off x="1265476" y="2517830"/>
            <a:ext cx="1518557" cy="461665"/>
          </a:xfrm>
          <a:prstGeom prst="rect">
            <a:avLst/>
          </a:prstGeom>
          <a:noFill/>
        </p:spPr>
        <p:txBody>
          <a:bodyPr wrap="square" rtlCol="0">
            <a:spAutoFit/>
          </a:bodyPr>
          <a:lstStyle/>
          <a:p>
            <a:pPr lvl="0" algn="dist">
              <a:defRPr/>
            </a:pPr>
            <a:r>
              <a:rPr lang="zh-CN" altLang="en-US" sz="2400" dirty="0">
                <a:solidFill>
                  <a:srgbClr val="C00000"/>
                </a:solidFill>
                <a:latin typeface="微软雅黑" panose="020B0503020204020204" pitchFamily="34" charset="-122"/>
                <a:ea typeface="微软雅黑" panose="020B0503020204020204" pitchFamily="34" charset="-122"/>
                <a:cs typeface="阿里巴巴普惠体 2.0 65 Medium" panose="00020600040101010101" pitchFamily="18" charset="-122"/>
              </a:rPr>
              <a:t>教育目的</a:t>
            </a:r>
            <a:endParaRPr lang="zh-CN" altLang="en-US" sz="2400" dirty="0">
              <a:solidFill>
                <a:srgbClr val="C00000"/>
              </a:solidFill>
              <a:latin typeface="微软雅黑" panose="020B0503020204020204" pitchFamily="34" charset="-122"/>
              <a:ea typeface="微软雅黑" panose="020B0503020204020204" pitchFamily="34" charset="-122"/>
              <a:cs typeface="阿里巴巴普惠体 2.0 65 Medium" panose="00020600040101010101" pitchFamily="18" charset="-122"/>
            </a:endParaRPr>
          </a:p>
        </p:txBody>
      </p:sp>
      <p:sp>
        <p:nvSpPr>
          <p:cNvPr id="33" name="文本框 32"/>
          <p:cNvSpPr txBox="1"/>
          <p:nvPr/>
        </p:nvSpPr>
        <p:spPr>
          <a:xfrm>
            <a:off x="4848557" y="2972832"/>
            <a:ext cx="2928804" cy="553998"/>
          </a:xfrm>
          <a:prstGeom prst="rect">
            <a:avLst/>
          </a:prstGeom>
          <a:noFill/>
        </p:spPr>
        <p:txBody>
          <a:bodyPr wrap="square" rtlCol="0">
            <a:spAutoFit/>
          </a:bodyPr>
          <a:lstStyle/>
          <a:p>
            <a:pPr>
              <a:lnSpc>
                <a:spcPts val="1800"/>
              </a:lnSpc>
            </a:pPr>
            <a:r>
              <a:rPr lang="zh-CN" altLang="en-US" sz="1400" dirty="0">
                <a:solidFill>
                  <a:schemeClr val="tx1">
                    <a:lumMod val="85000"/>
                    <a:lumOff val="15000"/>
                  </a:schemeClr>
                </a:solidFill>
                <a:latin typeface="微软雅黑" panose="020B0503020204020204" pitchFamily="34" charset="-122"/>
                <a:ea typeface="微软雅黑" panose="020B0503020204020204" pitchFamily="34" charset="-122"/>
                <a:cs typeface="阿里巴巴普惠体 2.0 65 Medium" panose="00020600040101010101" pitchFamily="18" charset="-122"/>
              </a:rPr>
              <a:t>公民应该热爱自己的祖国，国家应该效忠自己的公民。</a:t>
            </a:r>
            <a:endParaRPr lang="zh-CN" altLang="en-US" sz="1400" dirty="0">
              <a:solidFill>
                <a:schemeClr val="tx1">
                  <a:lumMod val="85000"/>
                  <a:lumOff val="15000"/>
                </a:schemeClr>
              </a:solidFill>
              <a:latin typeface="微软雅黑" panose="020B0503020204020204" pitchFamily="34" charset="-122"/>
              <a:ea typeface="微软雅黑" panose="020B0503020204020204" pitchFamily="34" charset="-122"/>
              <a:cs typeface="阿里巴巴普惠体 2.0 65 Medium" panose="00020600040101010101" pitchFamily="18" charset="-122"/>
            </a:endParaRPr>
          </a:p>
        </p:txBody>
      </p:sp>
      <p:sp>
        <p:nvSpPr>
          <p:cNvPr id="34" name="文本框 33"/>
          <p:cNvSpPr txBox="1"/>
          <p:nvPr/>
        </p:nvSpPr>
        <p:spPr>
          <a:xfrm>
            <a:off x="4832666" y="2547679"/>
            <a:ext cx="1518557" cy="461665"/>
          </a:xfrm>
          <a:prstGeom prst="rect">
            <a:avLst/>
          </a:prstGeom>
          <a:noFill/>
        </p:spPr>
        <p:txBody>
          <a:bodyPr wrap="square" rtlCol="0">
            <a:spAutoFit/>
          </a:bodyPr>
          <a:lstStyle/>
          <a:p>
            <a:pPr lvl="0" algn="dist">
              <a:defRPr/>
            </a:pPr>
            <a:r>
              <a:rPr lang="zh-CN" altLang="en-US" sz="2400" dirty="0">
                <a:solidFill>
                  <a:srgbClr val="C00000"/>
                </a:solidFill>
                <a:latin typeface="微软雅黑" panose="020B0503020204020204" pitchFamily="34" charset="-122"/>
                <a:ea typeface="微软雅黑" panose="020B0503020204020204" pitchFamily="34" charset="-122"/>
                <a:cs typeface="阿里巴巴普惠体 2.0 65 Medium" panose="00020600040101010101" pitchFamily="18" charset="-122"/>
              </a:rPr>
              <a:t>教育目的</a:t>
            </a:r>
            <a:endParaRPr lang="zh-CN" altLang="en-US" sz="2400" dirty="0">
              <a:solidFill>
                <a:srgbClr val="C00000"/>
              </a:solidFill>
              <a:latin typeface="微软雅黑" panose="020B0503020204020204" pitchFamily="34" charset="-122"/>
              <a:ea typeface="微软雅黑" panose="020B0503020204020204" pitchFamily="34" charset="-122"/>
              <a:cs typeface="阿里巴巴普惠体 2.0 65 Medium" panose="00020600040101010101" pitchFamily="18" charset="-122"/>
            </a:endParaRPr>
          </a:p>
        </p:txBody>
      </p:sp>
      <p:sp>
        <p:nvSpPr>
          <p:cNvPr id="35" name="文本框 34"/>
          <p:cNvSpPr txBox="1"/>
          <p:nvPr/>
        </p:nvSpPr>
        <p:spPr>
          <a:xfrm>
            <a:off x="8499090" y="2972832"/>
            <a:ext cx="2928804" cy="553998"/>
          </a:xfrm>
          <a:prstGeom prst="rect">
            <a:avLst/>
          </a:prstGeom>
          <a:noFill/>
        </p:spPr>
        <p:txBody>
          <a:bodyPr wrap="square" rtlCol="0">
            <a:spAutoFit/>
          </a:bodyPr>
          <a:lstStyle/>
          <a:p>
            <a:pPr>
              <a:lnSpc>
                <a:spcPts val="1800"/>
              </a:lnSpc>
            </a:pPr>
            <a:r>
              <a:rPr lang="zh-CN" altLang="en-US" sz="1400" dirty="0">
                <a:solidFill>
                  <a:schemeClr val="tx1">
                    <a:lumMod val="85000"/>
                    <a:lumOff val="15000"/>
                  </a:schemeClr>
                </a:solidFill>
                <a:latin typeface="微软雅黑" panose="020B0503020204020204" pitchFamily="34" charset="-122"/>
                <a:ea typeface="微软雅黑" panose="020B0503020204020204" pitchFamily="34" charset="-122"/>
                <a:cs typeface="阿里巴巴普惠体 2.0 65 Medium" panose="00020600040101010101" pitchFamily="18" charset="-122"/>
              </a:rPr>
              <a:t>这就是孙中山、何子渊等革命先驱推翻满清王朝，建立中华民国，</a:t>
            </a:r>
            <a:endParaRPr lang="zh-CN" altLang="en-US" sz="1400" dirty="0">
              <a:solidFill>
                <a:schemeClr val="tx1">
                  <a:lumMod val="85000"/>
                  <a:lumOff val="15000"/>
                </a:schemeClr>
              </a:solidFill>
              <a:latin typeface="微软雅黑" panose="020B0503020204020204" pitchFamily="34" charset="-122"/>
              <a:ea typeface="微软雅黑" panose="020B0503020204020204" pitchFamily="34" charset="-122"/>
              <a:cs typeface="阿里巴巴普惠体 2.0 65 Medium" panose="00020600040101010101" pitchFamily="18" charset="-122"/>
            </a:endParaRPr>
          </a:p>
        </p:txBody>
      </p:sp>
      <p:sp>
        <p:nvSpPr>
          <p:cNvPr id="36" name="文本框 35"/>
          <p:cNvSpPr txBox="1"/>
          <p:nvPr/>
        </p:nvSpPr>
        <p:spPr>
          <a:xfrm>
            <a:off x="8494276" y="2530619"/>
            <a:ext cx="1518557" cy="461665"/>
          </a:xfrm>
          <a:prstGeom prst="rect">
            <a:avLst/>
          </a:prstGeom>
          <a:noFill/>
        </p:spPr>
        <p:txBody>
          <a:bodyPr wrap="square" rtlCol="0">
            <a:spAutoFit/>
          </a:bodyPr>
          <a:lstStyle/>
          <a:p>
            <a:pPr lvl="0" algn="dist">
              <a:defRPr/>
            </a:pPr>
            <a:r>
              <a:rPr lang="zh-CN" altLang="en-US" sz="2400" dirty="0">
                <a:solidFill>
                  <a:srgbClr val="C00000"/>
                </a:solidFill>
                <a:latin typeface="微软雅黑" panose="020B0503020204020204" pitchFamily="34" charset="-122"/>
                <a:ea typeface="微软雅黑" panose="020B0503020204020204" pitchFamily="34" charset="-122"/>
                <a:cs typeface="阿里巴巴普惠体 2.0 65 Medium" panose="00020600040101010101" pitchFamily="18" charset="-122"/>
              </a:rPr>
              <a:t>教育目的</a:t>
            </a:r>
            <a:endParaRPr lang="zh-CN" altLang="en-US" sz="2400" dirty="0">
              <a:solidFill>
                <a:srgbClr val="C00000"/>
              </a:solidFill>
              <a:latin typeface="微软雅黑" panose="020B0503020204020204" pitchFamily="34" charset="-122"/>
              <a:ea typeface="微软雅黑" panose="020B0503020204020204" pitchFamily="34" charset="-122"/>
              <a:cs typeface="阿里巴巴普惠体 2.0 65 Medium" panose="00020600040101010101" pitchFamily="18" charset="-122"/>
            </a:endParaRPr>
          </a:p>
        </p:txBody>
      </p:sp>
      <p:sp>
        <p:nvSpPr>
          <p:cNvPr id="37" name="文本框 36"/>
          <p:cNvSpPr txBox="1"/>
          <p:nvPr/>
        </p:nvSpPr>
        <p:spPr>
          <a:xfrm>
            <a:off x="1294282" y="5334752"/>
            <a:ext cx="2928804" cy="784830"/>
          </a:xfrm>
          <a:prstGeom prst="rect">
            <a:avLst/>
          </a:prstGeom>
          <a:noFill/>
        </p:spPr>
        <p:txBody>
          <a:bodyPr wrap="square" rtlCol="0">
            <a:spAutoFit/>
          </a:bodyPr>
          <a:lstStyle/>
          <a:p>
            <a:pPr>
              <a:lnSpc>
                <a:spcPts val="1800"/>
              </a:lnSpc>
            </a:pPr>
            <a:r>
              <a:rPr lang="zh-CN" altLang="en-US" sz="1400" dirty="0">
                <a:solidFill>
                  <a:schemeClr val="tx1">
                    <a:lumMod val="85000"/>
                    <a:lumOff val="15000"/>
                  </a:schemeClr>
                </a:solidFill>
                <a:latin typeface="微软雅黑" panose="020B0503020204020204" pitchFamily="34" charset="-122"/>
                <a:ea typeface="微软雅黑" panose="020B0503020204020204" pitchFamily="34" charset="-122"/>
                <a:cs typeface="阿里巴巴普惠体 2.0 65 Medium" panose="00020600040101010101" pitchFamily="18" charset="-122"/>
              </a:rPr>
              <a:t>但依然被尊为爱国者的根本原因。易姓改号，谓之亡国；文化灭绝，谓之亡天下。</a:t>
            </a:r>
            <a:endParaRPr lang="zh-CN" altLang="en-US" sz="1400" dirty="0">
              <a:solidFill>
                <a:schemeClr val="tx1">
                  <a:lumMod val="85000"/>
                  <a:lumOff val="15000"/>
                </a:schemeClr>
              </a:solidFill>
              <a:latin typeface="微软雅黑" panose="020B0503020204020204" pitchFamily="34" charset="-122"/>
              <a:ea typeface="微软雅黑" panose="020B0503020204020204" pitchFamily="34" charset="-122"/>
              <a:cs typeface="阿里巴巴普惠体 2.0 65 Medium" panose="00020600040101010101" pitchFamily="18" charset="-122"/>
            </a:endParaRPr>
          </a:p>
        </p:txBody>
      </p:sp>
      <p:sp>
        <p:nvSpPr>
          <p:cNvPr id="38" name="文本框 37"/>
          <p:cNvSpPr txBox="1"/>
          <p:nvPr/>
        </p:nvSpPr>
        <p:spPr>
          <a:xfrm>
            <a:off x="1294281" y="4901852"/>
            <a:ext cx="1518557" cy="461665"/>
          </a:xfrm>
          <a:prstGeom prst="rect">
            <a:avLst/>
          </a:prstGeom>
          <a:noFill/>
        </p:spPr>
        <p:txBody>
          <a:bodyPr wrap="square" rtlCol="0">
            <a:spAutoFit/>
          </a:bodyPr>
          <a:lstStyle/>
          <a:p>
            <a:pPr lvl="0" algn="dist">
              <a:defRPr/>
            </a:pPr>
            <a:r>
              <a:rPr lang="zh-CN" altLang="en-US" sz="2400" dirty="0">
                <a:solidFill>
                  <a:srgbClr val="C00000"/>
                </a:solidFill>
                <a:latin typeface="微软雅黑" panose="020B0503020204020204" pitchFamily="34" charset="-122"/>
                <a:ea typeface="微软雅黑" panose="020B0503020204020204" pitchFamily="34" charset="-122"/>
                <a:cs typeface="阿里巴巴普惠体 2.0 65 Medium" panose="00020600040101010101" pitchFamily="18" charset="-122"/>
              </a:rPr>
              <a:t>教育目的</a:t>
            </a:r>
            <a:endParaRPr lang="zh-CN" altLang="en-US" sz="2400" dirty="0">
              <a:solidFill>
                <a:srgbClr val="C00000"/>
              </a:solidFill>
              <a:latin typeface="微软雅黑" panose="020B0503020204020204" pitchFamily="34" charset="-122"/>
              <a:ea typeface="微软雅黑" panose="020B0503020204020204" pitchFamily="34" charset="-122"/>
              <a:cs typeface="阿里巴巴普惠体 2.0 65 Medium" panose="00020600040101010101" pitchFamily="18" charset="-122"/>
            </a:endParaRPr>
          </a:p>
        </p:txBody>
      </p:sp>
      <p:sp>
        <p:nvSpPr>
          <p:cNvPr id="39" name="文本框 38"/>
          <p:cNvSpPr txBox="1"/>
          <p:nvPr/>
        </p:nvSpPr>
        <p:spPr>
          <a:xfrm>
            <a:off x="4848557" y="5334751"/>
            <a:ext cx="2928804" cy="553998"/>
          </a:xfrm>
          <a:prstGeom prst="rect">
            <a:avLst/>
          </a:prstGeom>
          <a:noFill/>
        </p:spPr>
        <p:txBody>
          <a:bodyPr wrap="square" rtlCol="0">
            <a:spAutoFit/>
          </a:bodyPr>
          <a:lstStyle/>
          <a:p>
            <a:pPr>
              <a:lnSpc>
                <a:spcPts val="1800"/>
              </a:lnSpc>
            </a:pPr>
            <a:r>
              <a:rPr lang="zh-CN" altLang="en-US" sz="1400" dirty="0">
                <a:solidFill>
                  <a:schemeClr val="tx1">
                    <a:lumMod val="85000"/>
                    <a:lumOff val="15000"/>
                  </a:schemeClr>
                </a:solidFill>
                <a:latin typeface="微软雅黑" panose="020B0503020204020204" pitchFamily="34" charset="-122"/>
                <a:ea typeface="微软雅黑" panose="020B0503020204020204" pitchFamily="34" charset="-122"/>
                <a:cs typeface="阿里巴巴普惠体 2.0 65 Medium" panose="00020600040101010101" pitchFamily="18" charset="-122"/>
              </a:rPr>
              <a:t>“天下兴亡，匹夫有责”。文化不灭，则中华不灭。</a:t>
            </a:r>
            <a:endParaRPr lang="zh-CN" altLang="en-US" sz="1400" dirty="0">
              <a:solidFill>
                <a:schemeClr val="tx1">
                  <a:lumMod val="85000"/>
                  <a:lumOff val="15000"/>
                </a:schemeClr>
              </a:solidFill>
              <a:latin typeface="微软雅黑" panose="020B0503020204020204" pitchFamily="34" charset="-122"/>
              <a:ea typeface="微软雅黑" panose="020B0503020204020204" pitchFamily="34" charset="-122"/>
              <a:cs typeface="阿里巴巴普惠体 2.0 65 Medium" panose="00020600040101010101" pitchFamily="18" charset="-122"/>
            </a:endParaRPr>
          </a:p>
        </p:txBody>
      </p:sp>
      <p:sp>
        <p:nvSpPr>
          <p:cNvPr id="40" name="文本框 39"/>
          <p:cNvSpPr txBox="1"/>
          <p:nvPr/>
        </p:nvSpPr>
        <p:spPr>
          <a:xfrm>
            <a:off x="4846564" y="4901853"/>
            <a:ext cx="1518557" cy="461665"/>
          </a:xfrm>
          <a:prstGeom prst="rect">
            <a:avLst/>
          </a:prstGeom>
          <a:noFill/>
        </p:spPr>
        <p:txBody>
          <a:bodyPr wrap="square" rtlCol="0">
            <a:spAutoFit/>
          </a:bodyPr>
          <a:lstStyle/>
          <a:p>
            <a:pPr lvl="0" algn="dist">
              <a:defRPr/>
            </a:pPr>
            <a:r>
              <a:rPr lang="zh-CN" altLang="en-US" sz="2400" dirty="0">
                <a:solidFill>
                  <a:srgbClr val="C00000"/>
                </a:solidFill>
                <a:latin typeface="微软雅黑" panose="020B0503020204020204" pitchFamily="34" charset="-122"/>
                <a:ea typeface="微软雅黑" panose="020B0503020204020204" pitchFamily="34" charset="-122"/>
                <a:cs typeface="阿里巴巴普惠体 2.0 65 Medium" panose="00020600040101010101" pitchFamily="18" charset="-122"/>
              </a:rPr>
              <a:t>教育目的</a:t>
            </a:r>
            <a:endParaRPr lang="zh-CN" altLang="en-US" sz="2400" dirty="0">
              <a:solidFill>
                <a:srgbClr val="C00000"/>
              </a:solidFill>
              <a:latin typeface="微软雅黑" panose="020B0503020204020204" pitchFamily="34" charset="-122"/>
              <a:ea typeface="微软雅黑" panose="020B0503020204020204" pitchFamily="34" charset="-122"/>
              <a:cs typeface="阿里巴巴普惠体 2.0 65 Medium" panose="00020600040101010101" pitchFamily="18" charset="-122"/>
            </a:endParaRPr>
          </a:p>
        </p:txBody>
      </p:sp>
      <p:sp>
        <p:nvSpPr>
          <p:cNvPr id="41" name="文本框 40"/>
          <p:cNvSpPr txBox="1"/>
          <p:nvPr/>
        </p:nvSpPr>
        <p:spPr>
          <a:xfrm>
            <a:off x="8499090" y="5334751"/>
            <a:ext cx="2928804" cy="553998"/>
          </a:xfrm>
          <a:prstGeom prst="rect">
            <a:avLst/>
          </a:prstGeom>
          <a:noFill/>
        </p:spPr>
        <p:txBody>
          <a:bodyPr wrap="square" rtlCol="0">
            <a:spAutoFit/>
          </a:bodyPr>
          <a:lstStyle/>
          <a:p>
            <a:pPr>
              <a:lnSpc>
                <a:spcPts val="1800"/>
              </a:lnSpc>
            </a:pPr>
            <a:r>
              <a:rPr lang="zh-CN" altLang="en-US" sz="1400" dirty="0">
                <a:solidFill>
                  <a:schemeClr val="tx1">
                    <a:lumMod val="85000"/>
                    <a:lumOff val="15000"/>
                  </a:schemeClr>
                </a:solidFill>
                <a:latin typeface="微软雅黑" panose="020B0503020204020204" pitchFamily="34" charset="-122"/>
                <a:ea typeface="微软雅黑" panose="020B0503020204020204" pitchFamily="34" charset="-122"/>
                <a:cs typeface="阿里巴巴普惠体 2.0 65 Medium" panose="00020600040101010101" pitchFamily="18" charset="-122"/>
              </a:rPr>
              <a:t>爱国，即爱文化，也就是守护中华传统文化。</a:t>
            </a:r>
            <a:endParaRPr lang="zh-CN" altLang="en-US" sz="1400" dirty="0">
              <a:solidFill>
                <a:schemeClr val="tx1">
                  <a:lumMod val="85000"/>
                  <a:lumOff val="15000"/>
                </a:schemeClr>
              </a:solidFill>
              <a:latin typeface="微软雅黑" panose="020B0503020204020204" pitchFamily="34" charset="-122"/>
              <a:ea typeface="微软雅黑" panose="020B0503020204020204" pitchFamily="34" charset="-122"/>
              <a:cs typeface="阿里巴巴普惠体 2.0 65 Medium" panose="00020600040101010101" pitchFamily="18" charset="-122"/>
            </a:endParaRPr>
          </a:p>
        </p:txBody>
      </p:sp>
      <p:sp>
        <p:nvSpPr>
          <p:cNvPr id="42" name="文本框 41"/>
          <p:cNvSpPr txBox="1"/>
          <p:nvPr/>
        </p:nvSpPr>
        <p:spPr>
          <a:xfrm>
            <a:off x="8507156" y="4873088"/>
            <a:ext cx="1518557" cy="461665"/>
          </a:xfrm>
          <a:prstGeom prst="rect">
            <a:avLst/>
          </a:prstGeom>
          <a:noFill/>
        </p:spPr>
        <p:txBody>
          <a:bodyPr wrap="square" rtlCol="0">
            <a:spAutoFit/>
          </a:bodyPr>
          <a:lstStyle/>
          <a:p>
            <a:pPr lvl="0" algn="dist">
              <a:defRPr/>
            </a:pPr>
            <a:r>
              <a:rPr lang="zh-CN" altLang="en-US" sz="2400" dirty="0">
                <a:solidFill>
                  <a:srgbClr val="C00000"/>
                </a:solidFill>
                <a:latin typeface="微软雅黑" panose="020B0503020204020204" pitchFamily="34" charset="-122"/>
                <a:ea typeface="微软雅黑" panose="020B0503020204020204" pitchFamily="34" charset="-122"/>
                <a:cs typeface="阿里巴巴普惠体 2.0 65 Medium" panose="00020600040101010101" pitchFamily="18" charset="-122"/>
              </a:rPr>
              <a:t>教育目的</a:t>
            </a:r>
            <a:endParaRPr lang="zh-CN" altLang="en-US" sz="2400" dirty="0">
              <a:solidFill>
                <a:srgbClr val="C00000"/>
              </a:solidFill>
              <a:latin typeface="微软雅黑" panose="020B0503020204020204" pitchFamily="34" charset="-122"/>
              <a:ea typeface="微软雅黑" panose="020B0503020204020204" pitchFamily="34" charset="-122"/>
              <a:cs typeface="阿里巴巴普惠体 2.0 65 Medium" panose="00020600040101010101" pitchFamily="18" charset="-122"/>
            </a:endParaRPr>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2" presetClass="entr" presetSubtype="6" fill="hold" nodeType="clickEffect">
                                  <p:stCondLst>
                                    <p:cond delay="0"/>
                                  </p:stCondLst>
                                  <p:childTnLst>
                                    <p:set>
                                      <p:cBhvr>
                                        <p:cTn id="13" dur="1" fill="hold">
                                          <p:stCondLst>
                                            <p:cond delay="0"/>
                                          </p:stCondLst>
                                        </p:cTn>
                                        <p:tgtEl>
                                          <p:spTgt spid="2"/>
                                        </p:tgtEl>
                                        <p:attrNameLst>
                                          <p:attrName>style.visibility</p:attrName>
                                        </p:attrNameLst>
                                      </p:cBhvr>
                                      <p:to>
                                        <p:strVal val="visible"/>
                                      </p:to>
                                    </p:set>
                                    <p:anim calcmode="lin" valueType="num">
                                      <p:cBhvr additive="base">
                                        <p:cTn id="14" dur="1000" fill="hold"/>
                                        <p:tgtEl>
                                          <p:spTgt spid="2"/>
                                        </p:tgtEl>
                                        <p:attrNameLst>
                                          <p:attrName>ppt_x</p:attrName>
                                        </p:attrNameLst>
                                      </p:cBhvr>
                                      <p:tavLst>
                                        <p:tav tm="0">
                                          <p:val>
                                            <p:strVal val="1+#ppt_w/2"/>
                                          </p:val>
                                        </p:tav>
                                        <p:tav tm="100000">
                                          <p:val>
                                            <p:strVal val="#ppt_x"/>
                                          </p:val>
                                        </p:tav>
                                      </p:tavLst>
                                    </p:anim>
                                    <p:anim calcmode="lin" valueType="num">
                                      <p:cBhvr additive="base">
                                        <p:cTn id="15" dur="1000" fill="hold"/>
                                        <p:tgtEl>
                                          <p:spTgt spid="2"/>
                                        </p:tgtEl>
                                        <p:attrNameLst>
                                          <p:attrName>ppt_y</p:attrName>
                                        </p:attrNameLst>
                                      </p:cBhvr>
                                      <p:tavLst>
                                        <p:tav tm="0">
                                          <p:val>
                                            <p:strVal val="1+#ppt_h/2"/>
                                          </p:val>
                                        </p:tav>
                                        <p:tav tm="100000">
                                          <p:val>
                                            <p:strVal val="#ppt_y"/>
                                          </p:val>
                                        </p:tav>
                                      </p:tavLst>
                                    </p:anim>
                                  </p:childTnLst>
                                </p:cTn>
                              </p:par>
                              <p:par>
                                <p:cTn id="16" presetID="2" presetClass="entr" presetSubtype="6" fill="hold" nodeType="withEffect">
                                  <p:stCondLst>
                                    <p:cond delay="0"/>
                                  </p:stCondLst>
                                  <p:childTnLst>
                                    <p:set>
                                      <p:cBhvr>
                                        <p:cTn id="17" dur="1" fill="hold">
                                          <p:stCondLst>
                                            <p:cond delay="0"/>
                                          </p:stCondLst>
                                        </p:cTn>
                                        <p:tgtEl>
                                          <p:spTgt spid="19"/>
                                        </p:tgtEl>
                                        <p:attrNameLst>
                                          <p:attrName>style.visibility</p:attrName>
                                        </p:attrNameLst>
                                      </p:cBhvr>
                                      <p:to>
                                        <p:strVal val="visible"/>
                                      </p:to>
                                    </p:set>
                                    <p:anim calcmode="lin" valueType="num">
                                      <p:cBhvr additive="base">
                                        <p:cTn id="18" dur="1000" fill="hold"/>
                                        <p:tgtEl>
                                          <p:spTgt spid="19"/>
                                        </p:tgtEl>
                                        <p:attrNameLst>
                                          <p:attrName>ppt_x</p:attrName>
                                        </p:attrNameLst>
                                      </p:cBhvr>
                                      <p:tavLst>
                                        <p:tav tm="0">
                                          <p:val>
                                            <p:strVal val="1+#ppt_w/2"/>
                                          </p:val>
                                        </p:tav>
                                        <p:tav tm="100000">
                                          <p:val>
                                            <p:strVal val="#ppt_x"/>
                                          </p:val>
                                        </p:tav>
                                      </p:tavLst>
                                    </p:anim>
                                    <p:anim calcmode="lin" valueType="num">
                                      <p:cBhvr additive="base">
                                        <p:cTn id="19" dur="1000" fill="hold"/>
                                        <p:tgtEl>
                                          <p:spTgt spid="19"/>
                                        </p:tgtEl>
                                        <p:attrNameLst>
                                          <p:attrName>ppt_y</p:attrName>
                                        </p:attrNameLst>
                                      </p:cBhvr>
                                      <p:tavLst>
                                        <p:tav tm="0">
                                          <p:val>
                                            <p:strVal val="1+#ppt_h/2"/>
                                          </p:val>
                                        </p:tav>
                                        <p:tav tm="100000">
                                          <p:val>
                                            <p:strVal val="#ppt_y"/>
                                          </p:val>
                                        </p:tav>
                                      </p:tavLst>
                                    </p:anim>
                                  </p:childTnLst>
                                </p:cTn>
                              </p:par>
                              <p:par>
                                <p:cTn id="20" presetID="2" presetClass="entr" presetSubtype="6" fill="hold" nodeType="withEffect">
                                  <p:stCondLst>
                                    <p:cond delay="0"/>
                                  </p:stCondLst>
                                  <p:childTnLst>
                                    <p:set>
                                      <p:cBhvr>
                                        <p:cTn id="21" dur="1" fill="hold">
                                          <p:stCondLst>
                                            <p:cond delay="0"/>
                                          </p:stCondLst>
                                        </p:cTn>
                                        <p:tgtEl>
                                          <p:spTgt spid="23"/>
                                        </p:tgtEl>
                                        <p:attrNameLst>
                                          <p:attrName>style.visibility</p:attrName>
                                        </p:attrNameLst>
                                      </p:cBhvr>
                                      <p:to>
                                        <p:strVal val="visible"/>
                                      </p:to>
                                    </p:set>
                                    <p:anim calcmode="lin" valueType="num">
                                      <p:cBhvr additive="base">
                                        <p:cTn id="22" dur="1000" fill="hold"/>
                                        <p:tgtEl>
                                          <p:spTgt spid="23"/>
                                        </p:tgtEl>
                                        <p:attrNameLst>
                                          <p:attrName>ppt_x</p:attrName>
                                        </p:attrNameLst>
                                      </p:cBhvr>
                                      <p:tavLst>
                                        <p:tav tm="0">
                                          <p:val>
                                            <p:strVal val="1+#ppt_w/2"/>
                                          </p:val>
                                        </p:tav>
                                        <p:tav tm="100000">
                                          <p:val>
                                            <p:strVal val="#ppt_x"/>
                                          </p:val>
                                        </p:tav>
                                      </p:tavLst>
                                    </p:anim>
                                    <p:anim calcmode="lin" valueType="num">
                                      <p:cBhvr additive="base">
                                        <p:cTn id="23" dur="1000" fill="hold"/>
                                        <p:tgtEl>
                                          <p:spTgt spid="23"/>
                                        </p:tgtEl>
                                        <p:attrNameLst>
                                          <p:attrName>ppt_y</p:attrName>
                                        </p:attrNameLst>
                                      </p:cBhvr>
                                      <p:tavLst>
                                        <p:tav tm="0">
                                          <p:val>
                                            <p:strVal val="1+#ppt_h/2"/>
                                          </p:val>
                                        </p:tav>
                                        <p:tav tm="100000">
                                          <p:val>
                                            <p:strVal val="#ppt_y"/>
                                          </p:val>
                                        </p:tav>
                                      </p:tavLst>
                                    </p:anim>
                                  </p:childTnLst>
                                </p:cTn>
                              </p:par>
                              <p:par>
                                <p:cTn id="24" presetID="2" presetClass="entr" presetSubtype="6" fill="hold" nodeType="withEffect">
                                  <p:stCondLst>
                                    <p:cond delay="0"/>
                                  </p:stCondLst>
                                  <p:childTnLst>
                                    <p:set>
                                      <p:cBhvr>
                                        <p:cTn id="25" dur="1" fill="hold">
                                          <p:stCondLst>
                                            <p:cond delay="0"/>
                                          </p:stCondLst>
                                        </p:cTn>
                                        <p:tgtEl>
                                          <p:spTgt spid="11"/>
                                        </p:tgtEl>
                                        <p:attrNameLst>
                                          <p:attrName>style.visibility</p:attrName>
                                        </p:attrNameLst>
                                      </p:cBhvr>
                                      <p:to>
                                        <p:strVal val="visible"/>
                                      </p:to>
                                    </p:set>
                                    <p:anim calcmode="lin" valueType="num">
                                      <p:cBhvr additive="base">
                                        <p:cTn id="26" dur="1000" fill="hold"/>
                                        <p:tgtEl>
                                          <p:spTgt spid="11"/>
                                        </p:tgtEl>
                                        <p:attrNameLst>
                                          <p:attrName>ppt_x</p:attrName>
                                        </p:attrNameLst>
                                      </p:cBhvr>
                                      <p:tavLst>
                                        <p:tav tm="0">
                                          <p:val>
                                            <p:strVal val="1+#ppt_w/2"/>
                                          </p:val>
                                        </p:tav>
                                        <p:tav tm="100000">
                                          <p:val>
                                            <p:strVal val="#ppt_x"/>
                                          </p:val>
                                        </p:tav>
                                      </p:tavLst>
                                    </p:anim>
                                    <p:anim calcmode="lin" valueType="num">
                                      <p:cBhvr additive="base">
                                        <p:cTn id="27" dur="1000" fill="hold"/>
                                        <p:tgtEl>
                                          <p:spTgt spid="11"/>
                                        </p:tgtEl>
                                        <p:attrNameLst>
                                          <p:attrName>ppt_y</p:attrName>
                                        </p:attrNameLst>
                                      </p:cBhvr>
                                      <p:tavLst>
                                        <p:tav tm="0">
                                          <p:val>
                                            <p:strVal val="1+#ppt_h/2"/>
                                          </p:val>
                                        </p:tav>
                                        <p:tav tm="100000">
                                          <p:val>
                                            <p:strVal val="#ppt_y"/>
                                          </p:val>
                                        </p:tav>
                                      </p:tavLst>
                                    </p:anim>
                                  </p:childTnLst>
                                </p:cTn>
                              </p:par>
                              <p:par>
                                <p:cTn id="28" presetID="2" presetClass="entr" presetSubtype="6" fill="hold" nodeType="withEffect">
                                  <p:stCondLst>
                                    <p:cond delay="0"/>
                                  </p:stCondLst>
                                  <p:childTnLst>
                                    <p:set>
                                      <p:cBhvr>
                                        <p:cTn id="29" dur="1" fill="hold">
                                          <p:stCondLst>
                                            <p:cond delay="0"/>
                                          </p:stCondLst>
                                        </p:cTn>
                                        <p:tgtEl>
                                          <p:spTgt spid="15"/>
                                        </p:tgtEl>
                                        <p:attrNameLst>
                                          <p:attrName>style.visibility</p:attrName>
                                        </p:attrNameLst>
                                      </p:cBhvr>
                                      <p:to>
                                        <p:strVal val="visible"/>
                                      </p:to>
                                    </p:set>
                                    <p:anim calcmode="lin" valueType="num">
                                      <p:cBhvr additive="base">
                                        <p:cTn id="30" dur="1000" fill="hold"/>
                                        <p:tgtEl>
                                          <p:spTgt spid="15"/>
                                        </p:tgtEl>
                                        <p:attrNameLst>
                                          <p:attrName>ppt_x</p:attrName>
                                        </p:attrNameLst>
                                      </p:cBhvr>
                                      <p:tavLst>
                                        <p:tav tm="0">
                                          <p:val>
                                            <p:strVal val="1+#ppt_w/2"/>
                                          </p:val>
                                        </p:tav>
                                        <p:tav tm="100000">
                                          <p:val>
                                            <p:strVal val="#ppt_x"/>
                                          </p:val>
                                        </p:tav>
                                      </p:tavLst>
                                    </p:anim>
                                    <p:anim calcmode="lin" valueType="num">
                                      <p:cBhvr additive="base">
                                        <p:cTn id="31" dur="1000" fill="hold"/>
                                        <p:tgtEl>
                                          <p:spTgt spid="15"/>
                                        </p:tgtEl>
                                        <p:attrNameLst>
                                          <p:attrName>ppt_y</p:attrName>
                                        </p:attrNameLst>
                                      </p:cBhvr>
                                      <p:tavLst>
                                        <p:tav tm="0">
                                          <p:val>
                                            <p:strVal val="1+#ppt_h/2"/>
                                          </p:val>
                                        </p:tav>
                                        <p:tav tm="100000">
                                          <p:val>
                                            <p:strVal val="#ppt_y"/>
                                          </p:val>
                                        </p:tav>
                                      </p:tavLst>
                                    </p:anim>
                                  </p:childTnLst>
                                </p:cTn>
                              </p:par>
                              <p:par>
                                <p:cTn id="32" presetID="2" presetClass="entr" presetSubtype="6" fill="hold" nodeType="withEffect">
                                  <p:stCondLst>
                                    <p:cond delay="0"/>
                                  </p:stCondLst>
                                  <p:childTnLst>
                                    <p:set>
                                      <p:cBhvr>
                                        <p:cTn id="33" dur="1" fill="hold">
                                          <p:stCondLst>
                                            <p:cond delay="0"/>
                                          </p:stCondLst>
                                        </p:cTn>
                                        <p:tgtEl>
                                          <p:spTgt spid="27"/>
                                        </p:tgtEl>
                                        <p:attrNameLst>
                                          <p:attrName>style.visibility</p:attrName>
                                        </p:attrNameLst>
                                      </p:cBhvr>
                                      <p:to>
                                        <p:strVal val="visible"/>
                                      </p:to>
                                    </p:set>
                                    <p:anim calcmode="lin" valueType="num">
                                      <p:cBhvr additive="base">
                                        <p:cTn id="34" dur="1000" fill="hold"/>
                                        <p:tgtEl>
                                          <p:spTgt spid="27"/>
                                        </p:tgtEl>
                                        <p:attrNameLst>
                                          <p:attrName>ppt_x</p:attrName>
                                        </p:attrNameLst>
                                      </p:cBhvr>
                                      <p:tavLst>
                                        <p:tav tm="0">
                                          <p:val>
                                            <p:strVal val="1+#ppt_w/2"/>
                                          </p:val>
                                        </p:tav>
                                        <p:tav tm="100000">
                                          <p:val>
                                            <p:strVal val="#ppt_x"/>
                                          </p:val>
                                        </p:tav>
                                      </p:tavLst>
                                    </p:anim>
                                    <p:anim calcmode="lin" valueType="num">
                                      <p:cBhvr additive="base">
                                        <p:cTn id="35" dur="1000" fill="hold"/>
                                        <p:tgtEl>
                                          <p:spTgt spid="27"/>
                                        </p:tgtEl>
                                        <p:attrNameLst>
                                          <p:attrName>ppt_y</p:attrName>
                                        </p:attrNameLst>
                                      </p:cBhvr>
                                      <p:tavLst>
                                        <p:tav tm="0">
                                          <p:val>
                                            <p:strVal val="1+#ppt_h/2"/>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22" presetClass="entr" presetSubtype="8" fill="hold" grpId="0" nodeType="clickEffect">
                                  <p:stCondLst>
                                    <p:cond delay="0"/>
                                  </p:stCondLst>
                                  <p:childTnLst>
                                    <p:set>
                                      <p:cBhvr>
                                        <p:cTn id="39" dur="1" fill="hold">
                                          <p:stCondLst>
                                            <p:cond delay="0"/>
                                          </p:stCondLst>
                                        </p:cTn>
                                        <p:tgtEl>
                                          <p:spTgt spid="31"/>
                                        </p:tgtEl>
                                        <p:attrNameLst>
                                          <p:attrName>style.visibility</p:attrName>
                                        </p:attrNameLst>
                                      </p:cBhvr>
                                      <p:to>
                                        <p:strVal val="visible"/>
                                      </p:to>
                                    </p:set>
                                    <p:animEffect transition="in" filter="wipe(left)">
                                      <p:cBhvr>
                                        <p:cTn id="40" dur="500"/>
                                        <p:tgtEl>
                                          <p:spTgt spid="31"/>
                                        </p:tgtEl>
                                      </p:cBhvr>
                                    </p:animEffect>
                                  </p:childTnLst>
                                </p:cTn>
                              </p:par>
                              <p:par>
                                <p:cTn id="41" presetID="22" presetClass="entr" presetSubtype="8" fill="hold" grpId="0" nodeType="withEffect">
                                  <p:stCondLst>
                                    <p:cond delay="0"/>
                                  </p:stCondLst>
                                  <p:childTnLst>
                                    <p:set>
                                      <p:cBhvr>
                                        <p:cTn id="42" dur="1" fill="hold">
                                          <p:stCondLst>
                                            <p:cond delay="0"/>
                                          </p:stCondLst>
                                        </p:cTn>
                                        <p:tgtEl>
                                          <p:spTgt spid="32"/>
                                        </p:tgtEl>
                                        <p:attrNameLst>
                                          <p:attrName>style.visibility</p:attrName>
                                        </p:attrNameLst>
                                      </p:cBhvr>
                                      <p:to>
                                        <p:strVal val="visible"/>
                                      </p:to>
                                    </p:set>
                                    <p:animEffect transition="in" filter="wipe(left)">
                                      <p:cBhvr>
                                        <p:cTn id="43" dur="500"/>
                                        <p:tgtEl>
                                          <p:spTgt spid="32"/>
                                        </p:tgtEl>
                                      </p:cBhvr>
                                    </p:animEffect>
                                  </p:childTnLst>
                                </p:cTn>
                              </p:par>
                            </p:childTnLst>
                          </p:cTn>
                        </p:par>
                      </p:childTnLst>
                    </p:cTn>
                  </p:par>
                  <p:par>
                    <p:cTn id="44" fill="hold">
                      <p:stCondLst>
                        <p:cond delay="indefinite"/>
                      </p:stCondLst>
                      <p:childTnLst>
                        <p:par>
                          <p:cTn id="45" fill="hold">
                            <p:stCondLst>
                              <p:cond delay="0"/>
                            </p:stCondLst>
                            <p:childTnLst>
                              <p:par>
                                <p:cTn id="46" presetID="22" presetClass="entr" presetSubtype="8" fill="hold" grpId="0" nodeType="clickEffect">
                                  <p:stCondLst>
                                    <p:cond delay="0"/>
                                  </p:stCondLst>
                                  <p:childTnLst>
                                    <p:set>
                                      <p:cBhvr>
                                        <p:cTn id="47" dur="1" fill="hold">
                                          <p:stCondLst>
                                            <p:cond delay="0"/>
                                          </p:stCondLst>
                                        </p:cTn>
                                        <p:tgtEl>
                                          <p:spTgt spid="34"/>
                                        </p:tgtEl>
                                        <p:attrNameLst>
                                          <p:attrName>style.visibility</p:attrName>
                                        </p:attrNameLst>
                                      </p:cBhvr>
                                      <p:to>
                                        <p:strVal val="visible"/>
                                      </p:to>
                                    </p:set>
                                    <p:animEffect transition="in" filter="wipe(left)">
                                      <p:cBhvr>
                                        <p:cTn id="48" dur="500"/>
                                        <p:tgtEl>
                                          <p:spTgt spid="34"/>
                                        </p:tgtEl>
                                      </p:cBhvr>
                                    </p:animEffect>
                                  </p:childTnLst>
                                </p:cTn>
                              </p:par>
                              <p:par>
                                <p:cTn id="49" presetID="22" presetClass="entr" presetSubtype="8" fill="hold" grpId="0" nodeType="withEffect">
                                  <p:stCondLst>
                                    <p:cond delay="0"/>
                                  </p:stCondLst>
                                  <p:childTnLst>
                                    <p:set>
                                      <p:cBhvr>
                                        <p:cTn id="50" dur="1" fill="hold">
                                          <p:stCondLst>
                                            <p:cond delay="0"/>
                                          </p:stCondLst>
                                        </p:cTn>
                                        <p:tgtEl>
                                          <p:spTgt spid="33"/>
                                        </p:tgtEl>
                                        <p:attrNameLst>
                                          <p:attrName>style.visibility</p:attrName>
                                        </p:attrNameLst>
                                      </p:cBhvr>
                                      <p:to>
                                        <p:strVal val="visible"/>
                                      </p:to>
                                    </p:set>
                                    <p:animEffect transition="in" filter="wipe(left)">
                                      <p:cBhvr>
                                        <p:cTn id="51" dur="500"/>
                                        <p:tgtEl>
                                          <p:spTgt spid="33"/>
                                        </p:tgtEl>
                                      </p:cBhvr>
                                    </p:animEffect>
                                  </p:childTnLst>
                                </p:cTn>
                              </p:par>
                            </p:childTnLst>
                          </p:cTn>
                        </p:par>
                      </p:childTnLst>
                    </p:cTn>
                  </p:par>
                  <p:par>
                    <p:cTn id="52" fill="hold">
                      <p:stCondLst>
                        <p:cond delay="indefinite"/>
                      </p:stCondLst>
                      <p:childTnLst>
                        <p:par>
                          <p:cTn id="53" fill="hold">
                            <p:stCondLst>
                              <p:cond delay="0"/>
                            </p:stCondLst>
                            <p:childTnLst>
                              <p:par>
                                <p:cTn id="54" presetID="22" presetClass="entr" presetSubtype="8" fill="hold" grpId="0" nodeType="clickEffect">
                                  <p:stCondLst>
                                    <p:cond delay="0"/>
                                  </p:stCondLst>
                                  <p:childTnLst>
                                    <p:set>
                                      <p:cBhvr>
                                        <p:cTn id="55" dur="1" fill="hold">
                                          <p:stCondLst>
                                            <p:cond delay="0"/>
                                          </p:stCondLst>
                                        </p:cTn>
                                        <p:tgtEl>
                                          <p:spTgt spid="36"/>
                                        </p:tgtEl>
                                        <p:attrNameLst>
                                          <p:attrName>style.visibility</p:attrName>
                                        </p:attrNameLst>
                                      </p:cBhvr>
                                      <p:to>
                                        <p:strVal val="visible"/>
                                      </p:to>
                                    </p:set>
                                    <p:animEffect transition="in" filter="wipe(left)">
                                      <p:cBhvr>
                                        <p:cTn id="56" dur="500"/>
                                        <p:tgtEl>
                                          <p:spTgt spid="36"/>
                                        </p:tgtEl>
                                      </p:cBhvr>
                                    </p:animEffect>
                                  </p:childTnLst>
                                </p:cTn>
                              </p:par>
                              <p:par>
                                <p:cTn id="57" presetID="22" presetClass="entr" presetSubtype="8" fill="hold" grpId="0" nodeType="withEffect">
                                  <p:stCondLst>
                                    <p:cond delay="0"/>
                                  </p:stCondLst>
                                  <p:childTnLst>
                                    <p:set>
                                      <p:cBhvr>
                                        <p:cTn id="58" dur="1" fill="hold">
                                          <p:stCondLst>
                                            <p:cond delay="0"/>
                                          </p:stCondLst>
                                        </p:cTn>
                                        <p:tgtEl>
                                          <p:spTgt spid="35"/>
                                        </p:tgtEl>
                                        <p:attrNameLst>
                                          <p:attrName>style.visibility</p:attrName>
                                        </p:attrNameLst>
                                      </p:cBhvr>
                                      <p:to>
                                        <p:strVal val="visible"/>
                                      </p:to>
                                    </p:set>
                                    <p:animEffect transition="in" filter="wipe(left)">
                                      <p:cBhvr>
                                        <p:cTn id="59" dur="500"/>
                                        <p:tgtEl>
                                          <p:spTgt spid="35"/>
                                        </p:tgtEl>
                                      </p:cBhvr>
                                    </p:animEffect>
                                  </p:childTnLst>
                                </p:cTn>
                              </p:par>
                            </p:childTnLst>
                          </p:cTn>
                        </p:par>
                      </p:childTnLst>
                    </p:cTn>
                  </p:par>
                  <p:par>
                    <p:cTn id="60" fill="hold">
                      <p:stCondLst>
                        <p:cond delay="indefinite"/>
                      </p:stCondLst>
                      <p:childTnLst>
                        <p:par>
                          <p:cTn id="61" fill="hold">
                            <p:stCondLst>
                              <p:cond delay="0"/>
                            </p:stCondLst>
                            <p:childTnLst>
                              <p:par>
                                <p:cTn id="62" presetID="22" presetClass="entr" presetSubtype="8" fill="hold" grpId="0" nodeType="clickEffect">
                                  <p:stCondLst>
                                    <p:cond delay="0"/>
                                  </p:stCondLst>
                                  <p:childTnLst>
                                    <p:set>
                                      <p:cBhvr>
                                        <p:cTn id="63" dur="1" fill="hold">
                                          <p:stCondLst>
                                            <p:cond delay="0"/>
                                          </p:stCondLst>
                                        </p:cTn>
                                        <p:tgtEl>
                                          <p:spTgt spid="38"/>
                                        </p:tgtEl>
                                        <p:attrNameLst>
                                          <p:attrName>style.visibility</p:attrName>
                                        </p:attrNameLst>
                                      </p:cBhvr>
                                      <p:to>
                                        <p:strVal val="visible"/>
                                      </p:to>
                                    </p:set>
                                    <p:animEffect transition="in" filter="wipe(left)">
                                      <p:cBhvr>
                                        <p:cTn id="64" dur="500"/>
                                        <p:tgtEl>
                                          <p:spTgt spid="38"/>
                                        </p:tgtEl>
                                      </p:cBhvr>
                                    </p:animEffect>
                                  </p:childTnLst>
                                </p:cTn>
                              </p:par>
                              <p:par>
                                <p:cTn id="65" presetID="22" presetClass="entr" presetSubtype="8" fill="hold" grpId="0" nodeType="withEffect">
                                  <p:stCondLst>
                                    <p:cond delay="0"/>
                                  </p:stCondLst>
                                  <p:childTnLst>
                                    <p:set>
                                      <p:cBhvr>
                                        <p:cTn id="66" dur="1" fill="hold">
                                          <p:stCondLst>
                                            <p:cond delay="0"/>
                                          </p:stCondLst>
                                        </p:cTn>
                                        <p:tgtEl>
                                          <p:spTgt spid="37"/>
                                        </p:tgtEl>
                                        <p:attrNameLst>
                                          <p:attrName>style.visibility</p:attrName>
                                        </p:attrNameLst>
                                      </p:cBhvr>
                                      <p:to>
                                        <p:strVal val="visible"/>
                                      </p:to>
                                    </p:set>
                                    <p:animEffect transition="in" filter="wipe(left)">
                                      <p:cBhvr>
                                        <p:cTn id="67" dur="500"/>
                                        <p:tgtEl>
                                          <p:spTgt spid="37"/>
                                        </p:tgtEl>
                                      </p:cBhvr>
                                    </p:animEffect>
                                  </p:childTnLst>
                                </p:cTn>
                              </p:par>
                            </p:childTnLst>
                          </p:cTn>
                        </p:par>
                      </p:childTnLst>
                    </p:cTn>
                  </p:par>
                  <p:par>
                    <p:cTn id="68" fill="hold">
                      <p:stCondLst>
                        <p:cond delay="indefinite"/>
                      </p:stCondLst>
                      <p:childTnLst>
                        <p:par>
                          <p:cTn id="69" fill="hold">
                            <p:stCondLst>
                              <p:cond delay="0"/>
                            </p:stCondLst>
                            <p:childTnLst>
                              <p:par>
                                <p:cTn id="70" presetID="22" presetClass="entr" presetSubtype="8" fill="hold" grpId="0" nodeType="clickEffect">
                                  <p:stCondLst>
                                    <p:cond delay="0"/>
                                  </p:stCondLst>
                                  <p:childTnLst>
                                    <p:set>
                                      <p:cBhvr>
                                        <p:cTn id="71" dur="1" fill="hold">
                                          <p:stCondLst>
                                            <p:cond delay="0"/>
                                          </p:stCondLst>
                                        </p:cTn>
                                        <p:tgtEl>
                                          <p:spTgt spid="40"/>
                                        </p:tgtEl>
                                        <p:attrNameLst>
                                          <p:attrName>style.visibility</p:attrName>
                                        </p:attrNameLst>
                                      </p:cBhvr>
                                      <p:to>
                                        <p:strVal val="visible"/>
                                      </p:to>
                                    </p:set>
                                    <p:animEffect transition="in" filter="wipe(left)">
                                      <p:cBhvr>
                                        <p:cTn id="72" dur="500"/>
                                        <p:tgtEl>
                                          <p:spTgt spid="40"/>
                                        </p:tgtEl>
                                      </p:cBhvr>
                                    </p:animEffect>
                                  </p:childTnLst>
                                </p:cTn>
                              </p:par>
                              <p:par>
                                <p:cTn id="73" presetID="22" presetClass="entr" presetSubtype="8" fill="hold" grpId="0" nodeType="withEffect">
                                  <p:stCondLst>
                                    <p:cond delay="0"/>
                                  </p:stCondLst>
                                  <p:childTnLst>
                                    <p:set>
                                      <p:cBhvr>
                                        <p:cTn id="74" dur="1" fill="hold">
                                          <p:stCondLst>
                                            <p:cond delay="0"/>
                                          </p:stCondLst>
                                        </p:cTn>
                                        <p:tgtEl>
                                          <p:spTgt spid="39"/>
                                        </p:tgtEl>
                                        <p:attrNameLst>
                                          <p:attrName>style.visibility</p:attrName>
                                        </p:attrNameLst>
                                      </p:cBhvr>
                                      <p:to>
                                        <p:strVal val="visible"/>
                                      </p:to>
                                    </p:set>
                                    <p:animEffect transition="in" filter="wipe(left)">
                                      <p:cBhvr>
                                        <p:cTn id="75" dur="500"/>
                                        <p:tgtEl>
                                          <p:spTgt spid="39"/>
                                        </p:tgtEl>
                                      </p:cBhvr>
                                    </p:animEffect>
                                  </p:childTnLst>
                                </p:cTn>
                              </p:par>
                            </p:childTnLst>
                          </p:cTn>
                        </p:par>
                      </p:childTnLst>
                    </p:cTn>
                  </p:par>
                  <p:par>
                    <p:cTn id="76" fill="hold">
                      <p:stCondLst>
                        <p:cond delay="indefinite"/>
                      </p:stCondLst>
                      <p:childTnLst>
                        <p:par>
                          <p:cTn id="77" fill="hold">
                            <p:stCondLst>
                              <p:cond delay="0"/>
                            </p:stCondLst>
                            <p:childTnLst>
                              <p:par>
                                <p:cTn id="78" presetID="22" presetClass="entr" presetSubtype="8" fill="hold" grpId="0" nodeType="clickEffect">
                                  <p:stCondLst>
                                    <p:cond delay="0"/>
                                  </p:stCondLst>
                                  <p:childTnLst>
                                    <p:set>
                                      <p:cBhvr>
                                        <p:cTn id="79" dur="1" fill="hold">
                                          <p:stCondLst>
                                            <p:cond delay="0"/>
                                          </p:stCondLst>
                                        </p:cTn>
                                        <p:tgtEl>
                                          <p:spTgt spid="42"/>
                                        </p:tgtEl>
                                        <p:attrNameLst>
                                          <p:attrName>style.visibility</p:attrName>
                                        </p:attrNameLst>
                                      </p:cBhvr>
                                      <p:to>
                                        <p:strVal val="visible"/>
                                      </p:to>
                                    </p:set>
                                    <p:animEffect transition="in" filter="wipe(left)">
                                      <p:cBhvr>
                                        <p:cTn id="80" dur="500"/>
                                        <p:tgtEl>
                                          <p:spTgt spid="42"/>
                                        </p:tgtEl>
                                      </p:cBhvr>
                                    </p:animEffect>
                                  </p:childTnLst>
                                </p:cTn>
                              </p:par>
                              <p:par>
                                <p:cTn id="81" presetID="22" presetClass="entr" presetSubtype="8" fill="hold" grpId="0" nodeType="withEffect">
                                  <p:stCondLst>
                                    <p:cond delay="0"/>
                                  </p:stCondLst>
                                  <p:childTnLst>
                                    <p:set>
                                      <p:cBhvr>
                                        <p:cTn id="82" dur="1" fill="hold">
                                          <p:stCondLst>
                                            <p:cond delay="0"/>
                                          </p:stCondLst>
                                        </p:cTn>
                                        <p:tgtEl>
                                          <p:spTgt spid="41"/>
                                        </p:tgtEl>
                                        <p:attrNameLst>
                                          <p:attrName>style.visibility</p:attrName>
                                        </p:attrNameLst>
                                      </p:cBhvr>
                                      <p:to>
                                        <p:strVal val="visible"/>
                                      </p:to>
                                    </p:set>
                                    <p:animEffect transition="in" filter="wipe(left)">
                                      <p:cBhvr>
                                        <p:cTn id="83" dur="500"/>
                                        <p:tgtEl>
                                          <p:spTgt spid="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p:bldP spid="32" grpId="0"/>
      <p:bldP spid="33" grpId="0"/>
      <p:bldP spid="34" grpId="0"/>
      <p:bldP spid="35" grpId="0"/>
      <p:bldP spid="36" grpId="0"/>
      <p:bldP spid="37" grpId="0"/>
      <p:bldP spid="38" grpId="0"/>
      <p:bldP spid="39" grpId="0"/>
      <p:bldP spid="40" grpId="0"/>
      <p:bldP spid="41" grpId="0"/>
      <p:bldP spid="42"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rotWithShape="1">
          <a:blip r:embed="rId1" cstate="email"/>
          <a:srcRect/>
          <a:stretch>
            <a:fillRect/>
          </a:stretch>
        </p:blipFill>
        <p:spPr>
          <a:xfrm>
            <a:off x="-1" y="2"/>
            <a:ext cx="12192001" cy="6838861"/>
          </a:xfrm>
          <a:prstGeom prst="rect">
            <a:avLst/>
          </a:prstGeom>
        </p:spPr>
      </p:pic>
      <p:sp>
        <p:nvSpPr>
          <p:cNvPr id="3" name="文本框 2"/>
          <p:cNvSpPr txBox="1"/>
          <p:nvPr/>
        </p:nvSpPr>
        <p:spPr>
          <a:xfrm>
            <a:off x="4339993" y="1196752"/>
            <a:ext cx="3512017" cy="1107996"/>
          </a:xfrm>
          <a:prstGeom prst="rect">
            <a:avLst/>
          </a:prstGeom>
          <a:noFill/>
        </p:spPr>
        <p:txBody>
          <a:bodyPr wrap="square" rtlCol="0">
            <a:spAutoFit/>
          </a:bodyPr>
          <a:lstStyle/>
          <a:p>
            <a:pPr algn="dist"/>
            <a:r>
              <a:rPr lang="zh-CN" altLang="en-US" sz="6600" dirty="0">
                <a:ln>
                  <a:solidFill>
                    <a:srgbClr val="C00000"/>
                  </a:solidFill>
                </a:ln>
                <a:gradFill flip="none" rotWithShape="1">
                  <a:gsLst>
                    <a:gs pos="0">
                      <a:srgbClr val="FFFFFC"/>
                    </a:gs>
                    <a:gs pos="83000">
                      <a:srgbClr val="FCD273"/>
                    </a:gs>
                    <a:gs pos="100000">
                      <a:srgbClr val="FFFFFC"/>
                    </a:gs>
                  </a:gsLst>
                  <a:lin ang="5400000" scaled="1"/>
                  <a:tileRect/>
                </a:gradFill>
                <a:effectLst>
                  <a:outerShdw blurRad="38100" dist="38100" dir="2700000" algn="tl">
                    <a:srgbClr val="000000">
                      <a:alpha val="43137"/>
                    </a:srgbClr>
                  </a:outerShdw>
                </a:effectLst>
                <a:latin typeface="思源宋体 CN Heavy" panose="02020900000000000000" pitchFamily="18" charset="-122"/>
                <a:ea typeface="思源宋体 CN Heavy" panose="02020900000000000000" pitchFamily="18" charset="-122"/>
              </a:rPr>
              <a:t>第二篇</a:t>
            </a:r>
            <a:endParaRPr lang="zh-CN" altLang="en-US" sz="6600" dirty="0">
              <a:ln>
                <a:solidFill>
                  <a:srgbClr val="C00000"/>
                </a:solidFill>
              </a:ln>
              <a:gradFill flip="none" rotWithShape="1">
                <a:gsLst>
                  <a:gs pos="0">
                    <a:srgbClr val="FFFFFC"/>
                  </a:gs>
                  <a:gs pos="83000">
                    <a:srgbClr val="FCD273"/>
                  </a:gs>
                  <a:gs pos="100000">
                    <a:srgbClr val="FFFFFC"/>
                  </a:gs>
                </a:gsLst>
                <a:lin ang="5400000" scaled="1"/>
                <a:tileRect/>
              </a:gradFill>
              <a:effectLst>
                <a:outerShdw blurRad="38100" dist="38100" dir="2700000" algn="tl">
                  <a:srgbClr val="000000">
                    <a:alpha val="43137"/>
                  </a:srgbClr>
                </a:outerShdw>
              </a:effectLst>
              <a:latin typeface="思源宋体 CN Heavy" panose="02020900000000000000" pitchFamily="18" charset="-122"/>
              <a:ea typeface="思源宋体 CN Heavy" panose="02020900000000000000" pitchFamily="18" charset="-122"/>
            </a:endParaRPr>
          </a:p>
        </p:txBody>
      </p:sp>
      <p:sp>
        <p:nvSpPr>
          <p:cNvPr id="4" name="文本框 3"/>
          <p:cNvSpPr txBox="1"/>
          <p:nvPr/>
        </p:nvSpPr>
        <p:spPr>
          <a:xfrm>
            <a:off x="1559496" y="2323293"/>
            <a:ext cx="9505056" cy="1446550"/>
          </a:xfrm>
          <a:prstGeom prst="rect">
            <a:avLst/>
          </a:prstGeom>
          <a:noFill/>
        </p:spPr>
        <p:txBody>
          <a:bodyPr wrap="square" rtlCol="0">
            <a:spAutoFit/>
          </a:bodyPr>
          <a:lstStyle/>
          <a:p>
            <a:pPr algn="dist"/>
            <a:r>
              <a:rPr lang="zh-CN" altLang="en-US" sz="8800" dirty="0">
                <a:ln>
                  <a:solidFill>
                    <a:srgbClr val="C00000"/>
                  </a:solidFill>
                </a:ln>
                <a:gradFill flip="none" rotWithShape="1">
                  <a:gsLst>
                    <a:gs pos="0">
                      <a:srgbClr val="FFFFFC"/>
                    </a:gs>
                    <a:gs pos="83000">
                      <a:srgbClr val="FCD273"/>
                    </a:gs>
                    <a:gs pos="100000">
                      <a:srgbClr val="FFFFFC"/>
                    </a:gs>
                  </a:gsLst>
                  <a:lin ang="5400000" scaled="1"/>
                  <a:tileRect/>
                </a:gradFill>
                <a:effectLst>
                  <a:outerShdw blurRad="38100" dist="38100" dir="2700000" algn="tl">
                    <a:srgbClr val="000000">
                      <a:alpha val="43137"/>
                    </a:srgbClr>
                  </a:outerShdw>
                </a:effectLst>
                <a:latin typeface="思源宋体 CN Heavy" panose="02020900000000000000" pitchFamily="18" charset="-122"/>
                <a:ea typeface="思源宋体 CN Heavy" panose="02020900000000000000" pitchFamily="18" charset="-122"/>
              </a:rPr>
              <a:t>爱国主义教育活动</a:t>
            </a:r>
            <a:endParaRPr lang="zh-CN" altLang="en-US" sz="8800" dirty="0">
              <a:ln>
                <a:solidFill>
                  <a:srgbClr val="C00000"/>
                </a:solidFill>
              </a:ln>
              <a:gradFill flip="none" rotWithShape="1">
                <a:gsLst>
                  <a:gs pos="0">
                    <a:srgbClr val="FFFFFC"/>
                  </a:gs>
                  <a:gs pos="83000">
                    <a:srgbClr val="FCD273"/>
                  </a:gs>
                  <a:gs pos="100000">
                    <a:srgbClr val="FFFFFC"/>
                  </a:gs>
                </a:gsLst>
                <a:lin ang="5400000" scaled="1"/>
                <a:tileRect/>
              </a:gradFill>
              <a:effectLst>
                <a:outerShdw blurRad="38100" dist="38100" dir="2700000" algn="tl">
                  <a:srgbClr val="000000">
                    <a:alpha val="43137"/>
                  </a:srgbClr>
                </a:outerShdw>
              </a:effectLst>
              <a:latin typeface="思源宋体 CN Heavy" panose="02020900000000000000" pitchFamily="18" charset="-122"/>
              <a:ea typeface="思源宋体 CN Heavy" panose="02020900000000000000" pitchFamily="18" charset="-122"/>
            </a:endParaRPr>
          </a:p>
        </p:txBody>
      </p:sp>
      <p:sp>
        <p:nvSpPr>
          <p:cNvPr id="6" name="文本框 5"/>
          <p:cNvSpPr txBox="1"/>
          <p:nvPr/>
        </p:nvSpPr>
        <p:spPr>
          <a:xfrm>
            <a:off x="197442" y="4250985"/>
            <a:ext cx="353943" cy="2418377"/>
          </a:xfrm>
          <a:prstGeom prst="rect">
            <a:avLst/>
          </a:prstGeom>
          <a:noFill/>
          <a:ln>
            <a:noFill/>
          </a:ln>
        </p:spPr>
        <p:txBody>
          <a:bodyPr vert="eaVert" wrap="square" rtlCol="0">
            <a:spAutoFit/>
          </a:bodyPr>
          <a:lstStyle/>
          <a:p>
            <a:pPr algn="dist"/>
            <a:r>
              <a:rPr lang="zh-CN" altLang="en-US" sz="1100" dirty="0">
                <a:solidFill>
                  <a:srgbClr val="FFFFFC"/>
                </a:solidFill>
                <a:latin typeface="微软雅黑" panose="020B0503020204020204" pitchFamily="34" charset="-122"/>
                <a:ea typeface="微软雅黑" panose="020B0503020204020204" pitchFamily="34" charset="-122"/>
                <a:cs typeface="阿里巴巴普惠体 2.0 45 Light" panose="00020600040101010101" pitchFamily="18" charset="-122"/>
                <a:sym typeface="+mn-lt"/>
              </a:rPr>
              <a:t>聚能前行不负韶华</a:t>
            </a:r>
            <a:endParaRPr lang="zh-CN" altLang="en-US" sz="1100" dirty="0">
              <a:solidFill>
                <a:srgbClr val="FFFFFC"/>
              </a:solidFill>
              <a:latin typeface="微软雅黑" panose="020B0503020204020204" pitchFamily="34" charset="-122"/>
              <a:ea typeface="微软雅黑" panose="020B0503020204020204" pitchFamily="34" charset="-122"/>
              <a:cs typeface="阿里巴巴普惠体 2.0 45 Light" panose="00020600040101010101" pitchFamily="18" charset="-122"/>
              <a:sym typeface="+mn-lt"/>
            </a:endParaRPr>
          </a:p>
        </p:txBody>
      </p:sp>
      <p:sp>
        <p:nvSpPr>
          <p:cNvPr id="7" name="文本框 6"/>
          <p:cNvSpPr txBox="1"/>
          <p:nvPr/>
        </p:nvSpPr>
        <p:spPr>
          <a:xfrm>
            <a:off x="11568610" y="290545"/>
            <a:ext cx="353943" cy="2418377"/>
          </a:xfrm>
          <a:prstGeom prst="rect">
            <a:avLst/>
          </a:prstGeom>
          <a:noFill/>
          <a:ln>
            <a:noFill/>
          </a:ln>
        </p:spPr>
        <p:txBody>
          <a:bodyPr vert="eaVert" wrap="square" rtlCol="0">
            <a:spAutoFit/>
          </a:bodyPr>
          <a:lstStyle/>
          <a:p>
            <a:pPr algn="dist"/>
            <a:r>
              <a:rPr lang="zh-CN" altLang="en-US" sz="1100" dirty="0">
                <a:solidFill>
                  <a:srgbClr val="FFFFFC"/>
                </a:solidFill>
                <a:latin typeface="微软雅黑" panose="020B0503020204020204" pitchFamily="34" charset="-122"/>
                <a:ea typeface="微软雅黑" panose="020B0503020204020204" pitchFamily="34" charset="-122"/>
                <a:cs typeface="阿里巴巴普惠体 2.0 45 Light" panose="00020600040101010101" pitchFamily="18" charset="-122"/>
                <a:sym typeface="+mn-lt"/>
              </a:rPr>
              <a:t>聚能前行不负韶华</a:t>
            </a:r>
            <a:endParaRPr lang="zh-CN" altLang="en-US" sz="1100" dirty="0">
              <a:solidFill>
                <a:srgbClr val="FFFFFC"/>
              </a:solidFill>
              <a:latin typeface="微软雅黑" panose="020B0503020204020204" pitchFamily="34" charset="-122"/>
              <a:ea typeface="微软雅黑" panose="020B0503020204020204" pitchFamily="34" charset="-122"/>
              <a:cs typeface="阿里巴巴普惠体 2.0 45 Light" panose="00020600040101010101" pitchFamily="18" charset="-122"/>
              <a:sym typeface="+mn-lt"/>
            </a:endParaRPr>
          </a:p>
        </p:txBody>
      </p:sp>
      <p:sp>
        <p:nvSpPr>
          <p:cNvPr id="8" name="文本框 7"/>
          <p:cNvSpPr txBox="1"/>
          <p:nvPr/>
        </p:nvSpPr>
        <p:spPr>
          <a:xfrm>
            <a:off x="9258255" y="6270514"/>
            <a:ext cx="2664296" cy="276999"/>
          </a:xfrm>
          <a:prstGeom prst="rect">
            <a:avLst/>
          </a:prstGeom>
          <a:noFill/>
        </p:spPr>
        <p:txBody>
          <a:bodyPr wrap="square" rtlCol="0">
            <a:spAutoFit/>
          </a:bodyPr>
          <a:lstStyle/>
          <a:p>
            <a:pPr algn="dist"/>
            <a:r>
              <a:rPr lang="zh-CN" altLang="en-US" sz="1200" dirty="0">
                <a:solidFill>
                  <a:schemeClr val="bg1">
                    <a:lumMod val="95000"/>
                  </a:scheme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阿里巴巴普惠体 2.0 55 Regular" panose="00020600040101010101" pitchFamily="18" charset="-122"/>
              </a:rPr>
              <a:t>筑梦中国</a:t>
            </a:r>
            <a:r>
              <a:rPr lang="en-US" altLang="zh-CN" sz="1200" dirty="0">
                <a:solidFill>
                  <a:schemeClr val="bg1">
                    <a:lumMod val="95000"/>
                  </a:scheme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阿里巴巴普惠体 2.0 55 Regular" panose="00020600040101010101" pitchFamily="18" charset="-122"/>
              </a:rPr>
              <a:t> </a:t>
            </a:r>
            <a:r>
              <a:rPr lang="zh-CN" altLang="en-US" sz="1200" dirty="0">
                <a:solidFill>
                  <a:schemeClr val="bg1">
                    <a:lumMod val="95000"/>
                  </a:scheme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阿里巴巴普惠体 2.0 55 Regular" panose="00020600040101010101" pitchFamily="18" charset="-122"/>
              </a:rPr>
              <a:t>建功新时代</a:t>
            </a:r>
            <a:endParaRPr lang="zh-CN" altLang="en-US" sz="1200" dirty="0">
              <a:solidFill>
                <a:schemeClr val="bg1">
                  <a:lumMod val="95000"/>
                </a:scheme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阿里巴巴普惠体 2.0 55 Regular" panose="00020600040101010101" pitchFamily="18" charset="-122"/>
            </a:endParaRPr>
          </a:p>
        </p:txBody>
      </p:sp>
      <p:sp>
        <p:nvSpPr>
          <p:cNvPr id="9" name="文本框 8"/>
          <p:cNvSpPr txBox="1"/>
          <p:nvPr/>
        </p:nvSpPr>
        <p:spPr>
          <a:xfrm>
            <a:off x="2135560" y="3760980"/>
            <a:ext cx="8208912" cy="577081"/>
          </a:xfrm>
          <a:prstGeom prst="rect">
            <a:avLst/>
          </a:prstGeom>
          <a:noFill/>
        </p:spPr>
        <p:txBody>
          <a:bodyPr wrap="square" rtlCol="0">
            <a:spAutoFit/>
          </a:bodyPr>
          <a:lstStyle/>
          <a:p>
            <a:pPr algn="ctr">
              <a:lnSpc>
                <a:spcPct val="150000"/>
              </a:lnSpc>
            </a:pPr>
            <a:r>
              <a:rPr lang="zh-CN" altLang="en-US" sz="1050" spc="400" dirty="0">
                <a:solidFill>
                  <a:schemeClr val="bg1"/>
                </a:solidFill>
                <a:latin typeface="微软雅黑" panose="020B0503020204020204" pitchFamily="34" charset="-122"/>
                <a:ea typeface="微软雅黑" panose="020B0503020204020204" pitchFamily="34" charset="-122"/>
              </a:rPr>
              <a:t>爱国主义是指个人或集体对祖国的一种积极和支持的态度，揭示了个人对祖国的依存关系，是人们对自己家园以及民族和文化的归属感、认同感、尊严感与荣誉感的统一。</a:t>
            </a:r>
            <a:endParaRPr lang="zh-CN" altLang="en-US" sz="1050" spc="400" dirty="0">
              <a:solidFill>
                <a:schemeClr val="bg1"/>
              </a:solidFill>
              <a:latin typeface="微软雅黑" panose="020B0503020204020204" pitchFamily="34" charset="-122"/>
              <a:ea typeface="微软雅黑" panose="020B0503020204020204" pitchFamily="34" charset="-122"/>
            </a:endParaRPr>
          </a:p>
        </p:txBody>
      </p:sp>
      <p:pic>
        <p:nvPicPr>
          <p:cNvPr id="11" name="图片 10"/>
          <p:cNvPicPr>
            <a:picLocks noChangeAspect="1"/>
          </p:cNvPicPr>
          <p:nvPr/>
        </p:nvPicPr>
        <p:blipFill rotWithShape="1">
          <a:blip r:embed="rId2" cstate="email"/>
          <a:srcRect l="-4339"/>
          <a:stretch>
            <a:fillRect/>
          </a:stretch>
        </p:blipFill>
        <p:spPr>
          <a:xfrm>
            <a:off x="4151785" y="-386188"/>
            <a:ext cx="3512017" cy="864097"/>
          </a:xfrm>
          <a:prstGeom prst="rect">
            <a:avLst/>
          </a:prstGeom>
        </p:spPr>
      </p:pic>
      <p:pic>
        <p:nvPicPr>
          <p:cNvPr id="12" name="图片 11"/>
          <p:cNvPicPr>
            <a:picLocks noChangeAspect="1"/>
          </p:cNvPicPr>
          <p:nvPr/>
        </p:nvPicPr>
        <p:blipFill rotWithShape="1">
          <a:blip r:embed="rId3" cstate="email"/>
          <a:srcRect/>
          <a:stretch>
            <a:fillRect/>
          </a:stretch>
        </p:blipFill>
        <p:spPr>
          <a:xfrm rot="20534065">
            <a:off x="9555109" y="274132"/>
            <a:ext cx="2024955" cy="2262265"/>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1000"/>
                                        <p:tgtEl>
                                          <p:spTgt spid="9"/>
                                        </p:tgtEl>
                                      </p:cBhvr>
                                    </p:animEffect>
                                    <p:anim calcmode="lin" valueType="num">
                                      <p:cBhvr>
                                        <p:cTn id="8" dur="1000" fill="hold"/>
                                        <p:tgtEl>
                                          <p:spTgt spid="9"/>
                                        </p:tgtEl>
                                        <p:attrNameLst>
                                          <p:attrName>ppt_x</p:attrName>
                                        </p:attrNameLst>
                                      </p:cBhvr>
                                      <p:tavLst>
                                        <p:tav tm="0">
                                          <p:val>
                                            <p:strVal val="#ppt_x"/>
                                          </p:val>
                                        </p:tav>
                                        <p:tav tm="100000">
                                          <p:val>
                                            <p:strVal val="#ppt_x"/>
                                          </p:val>
                                        </p:tav>
                                      </p:tavLst>
                                    </p:anim>
                                    <p:anim calcmode="lin" valueType="num">
                                      <p:cBhvr>
                                        <p:cTn id="9" dur="10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767408" y="620690"/>
            <a:ext cx="3960440" cy="846817"/>
            <a:chOff x="191344" y="174130"/>
            <a:chExt cx="3960440" cy="846817"/>
          </a:xfrm>
        </p:grpSpPr>
        <p:grpSp>
          <p:nvGrpSpPr>
            <p:cNvPr id="5" name="组合 4"/>
            <p:cNvGrpSpPr/>
            <p:nvPr/>
          </p:nvGrpSpPr>
          <p:grpSpPr>
            <a:xfrm>
              <a:off x="431433" y="253069"/>
              <a:ext cx="3720351" cy="767878"/>
              <a:chOff x="3402338" y="4170387"/>
              <a:chExt cx="6546490" cy="767878"/>
            </a:xfrm>
          </p:grpSpPr>
          <p:sp>
            <p:nvSpPr>
              <p:cNvPr id="7" name="文本框 6"/>
              <p:cNvSpPr txBox="1"/>
              <p:nvPr/>
            </p:nvSpPr>
            <p:spPr>
              <a:xfrm>
                <a:off x="3403381" y="4170387"/>
                <a:ext cx="6545447" cy="584775"/>
              </a:xfrm>
              <a:prstGeom prst="rect">
                <a:avLst/>
              </a:prstGeom>
              <a:noFill/>
            </p:spPr>
            <p:txBody>
              <a:bodyPr wrap="square" rtlCol="0">
                <a:spAutoFit/>
              </a:bodyPr>
              <a:lstStyle/>
              <a:p>
                <a:pPr algn="dist"/>
                <a:r>
                  <a:rPr lang="zh-CN" altLang="en-US" sz="3200" b="1" dirty="0">
                    <a:ln w="15875">
                      <a:noFill/>
                    </a:ln>
                    <a:gradFill flip="none" rotWithShape="1">
                      <a:gsLst>
                        <a:gs pos="0">
                          <a:srgbClr val="F94739"/>
                        </a:gs>
                        <a:gs pos="86000">
                          <a:srgbClr val="BF2833"/>
                        </a:gs>
                      </a:gsLst>
                      <a:lin ang="5400000" scaled="1"/>
                      <a:tileRect/>
                    </a:gradFill>
                    <a:effectLst>
                      <a:outerShdw blurRad="38100" dist="38100" dir="2700000" algn="tl">
                        <a:srgbClr val="75161B">
                          <a:alpha val="43000"/>
                        </a:srgbClr>
                      </a:outerShdw>
                    </a:effectLst>
                    <a:latin typeface="阿里巴巴普惠体 2.0 75 SemiBold" panose="00020600040101010101" pitchFamily="18" charset="-122"/>
                    <a:ea typeface="阿里巴巴普惠体 2.0 75 SemiBold" panose="00020600040101010101" pitchFamily="18" charset="-122"/>
                    <a:cs typeface="阿里巴巴普惠体 2.0 75 SemiBold" panose="00020600040101010101" pitchFamily="18" charset="-122"/>
                  </a:rPr>
                  <a:t>爱国主义教育活动</a:t>
                </a:r>
                <a:endParaRPr lang="zh-CN" altLang="en-US" sz="3200" b="1" dirty="0">
                  <a:ln w="15875">
                    <a:noFill/>
                  </a:ln>
                  <a:gradFill flip="none" rotWithShape="1">
                    <a:gsLst>
                      <a:gs pos="0">
                        <a:srgbClr val="F94739"/>
                      </a:gs>
                      <a:gs pos="86000">
                        <a:srgbClr val="BF2833"/>
                      </a:gs>
                    </a:gsLst>
                    <a:lin ang="5400000" scaled="1"/>
                    <a:tileRect/>
                  </a:gradFill>
                  <a:effectLst>
                    <a:outerShdw blurRad="38100" dist="38100" dir="2700000" algn="tl">
                      <a:srgbClr val="75161B">
                        <a:alpha val="43000"/>
                      </a:srgbClr>
                    </a:outerShdw>
                  </a:effectLst>
                  <a:latin typeface="阿里巴巴普惠体 2.0 75 SemiBold" panose="00020600040101010101" pitchFamily="18" charset="-122"/>
                  <a:ea typeface="阿里巴巴普惠体 2.0 75 SemiBold" panose="00020600040101010101" pitchFamily="18" charset="-122"/>
                  <a:cs typeface="阿里巴巴普惠体 2.0 75 SemiBold" panose="00020600040101010101" pitchFamily="18" charset="-122"/>
                </a:endParaRPr>
              </a:p>
            </p:txBody>
          </p:sp>
          <p:sp>
            <p:nvSpPr>
              <p:cNvPr id="8" name="文本框 7"/>
              <p:cNvSpPr txBox="1"/>
              <p:nvPr/>
            </p:nvSpPr>
            <p:spPr>
              <a:xfrm>
                <a:off x="3402338" y="4676655"/>
                <a:ext cx="5651078" cy="261610"/>
              </a:xfrm>
              <a:prstGeom prst="rect">
                <a:avLst/>
              </a:prstGeom>
              <a:noFill/>
            </p:spPr>
            <p:txBody>
              <a:bodyPr wrap="square" rtlCol="0">
                <a:spAutoFit/>
              </a:bodyPr>
              <a:lstStyle/>
              <a:p>
                <a:pPr algn="dist"/>
                <a:r>
                  <a:rPr lang="en-US" altLang="zh-CN" sz="1100" dirty="0">
                    <a:solidFill>
                      <a:schemeClr val="tx1">
                        <a:lumMod val="85000"/>
                        <a:lumOff val="15000"/>
                      </a:schemeClr>
                    </a:solidFill>
                    <a:latin typeface="微软雅黑" panose="020B0503020204020204" pitchFamily="34" charset="-122"/>
                    <a:ea typeface="微软雅黑" panose="020B0503020204020204" pitchFamily="34" charset="-122"/>
                    <a:cs typeface="阿里巴巴普惠体 2.0 45 Light" panose="00020600040101010101" pitchFamily="18" charset="-122"/>
                  </a:rPr>
                  <a:t>ORIGIN OF THE HOLIDAY</a:t>
                </a:r>
                <a:endParaRPr lang="zh-CN" altLang="en-US" sz="1100" dirty="0">
                  <a:solidFill>
                    <a:schemeClr val="tx1">
                      <a:lumMod val="85000"/>
                      <a:lumOff val="15000"/>
                    </a:schemeClr>
                  </a:solidFill>
                  <a:latin typeface="微软雅黑" panose="020B0503020204020204" pitchFamily="34" charset="-122"/>
                  <a:ea typeface="微软雅黑" panose="020B0503020204020204" pitchFamily="34" charset="-122"/>
                  <a:cs typeface="阿里巴巴普惠体 2.0 45 Light" panose="00020600040101010101" pitchFamily="18" charset="-122"/>
                </a:endParaRPr>
              </a:p>
            </p:txBody>
          </p:sp>
        </p:grpSp>
        <p:sp>
          <p:nvSpPr>
            <p:cNvPr id="6" name="矩形 5"/>
            <p:cNvSpPr/>
            <p:nvPr/>
          </p:nvSpPr>
          <p:spPr>
            <a:xfrm>
              <a:off x="191344" y="174130"/>
              <a:ext cx="144016" cy="792088"/>
            </a:xfrm>
            <a:prstGeom prst="rect">
              <a:avLst/>
            </a:prstGeom>
            <a:solidFill>
              <a:srgbClr val="C00000"/>
            </a:solidFill>
            <a:ln>
              <a:no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 name="六边形 1"/>
          <p:cNvSpPr/>
          <p:nvPr/>
        </p:nvSpPr>
        <p:spPr>
          <a:xfrm rot="16200000">
            <a:off x="1409480" y="3232056"/>
            <a:ext cx="1602914" cy="1381823"/>
          </a:xfrm>
          <a:prstGeom prst="hexagon">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六边形 2"/>
          <p:cNvSpPr/>
          <p:nvPr/>
        </p:nvSpPr>
        <p:spPr>
          <a:xfrm rot="16200000">
            <a:off x="2075439" y="4592886"/>
            <a:ext cx="1915864" cy="1651607"/>
          </a:xfrm>
          <a:prstGeom prst="hexagon">
            <a:avLst/>
          </a:prstGeom>
          <a:solidFill>
            <a:srgbClr val="C0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六边形 8"/>
          <p:cNvSpPr/>
          <p:nvPr/>
        </p:nvSpPr>
        <p:spPr>
          <a:xfrm rot="16200000">
            <a:off x="2901243" y="3097163"/>
            <a:ext cx="1915864" cy="1651607"/>
          </a:xfrm>
          <a:prstGeom prst="hexagon">
            <a:avLst/>
          </a:prstGeom>
          <a:solidFill>
            <a:srgbClr val="C0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六边形 9"/>
          <p:cNvSpPr/>
          <p:nvPr/>
        </p:nvSpPr>
        <p:spPr>
          <a:xfrm rot="16200000">
            <a:off x="2075439" y="1599635"/>
            <a:ext cx="1915864" cy="1651607"/>
          </a:xfrm>
          <a:prstGeom prst="hexagon">
            <a:avLst/>
          </a:prstGeom>
          <a:solidFill>
            <a:srgbClr val="C0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1" name="TextBox 10"/>
          <p:cNvSpPr txBox="1"/>
          <p:nvPr/>
        </p:nvSpPr>
        <p:spPr>
          <a:xfrm>
            <a:off x="1678771" y="3503487"/>
            <a:ext cx="1057328" cy="886397"/>
          </a:xfrm>
          <a:prstGeom prst="rect">
            <a:avLst/>
          </a:prstGeom>
          <a:noFill/>
        </p:spPr>
        <p:txBody>
          <a:bodyPr wrap="square" lIns="0" tIns="0" rIns="0" bIns="0" rtlCol="0">
            <a:spAutoFit/>
          </a:bodyPr>
          <a:lstStyle>
            <a:defPPr>
              <a:defRPr lang="zh-CN"/>
            </a:defPPr>
            <a:lvl1pPr algn="ctr">
              <a:defRPr sz="1400" b="1">
                <a:solidFill>
                  <a:schemeClr val="bg1"/>
                </a:solidFill>
                <a:latin typeface="微软雅黑" panose="020B0503020204020204" pitchFamily="34" charset="-122"/>
                <a:ea typeface="微软雅黑" panose="020B0503020204020204" pitchFamily="34" charset="-122"/>
              </a:defRPr>
            </a:lvl1pPr>
          </a:lstStyle>
          <a:p>
            <a:pPr>
              <a:lnSpc>
                <a:spcPct val="120000"/>
              </a:lnSpc>
              <a:buClr>
                <a:srgbClr val="C00000"/>
              </a:buClr>
            </a:pPr>
            <a:r>
              <a:rPr lang="zh-CN" altLang="en-US" sz="2400" b="0" dirty="0">
                <a:solidFill>
                  <a:srgbClr val="C00000"/>
                </a:solidFill>
                <a:latin typeface="思源宋体 CN Heavy" panose="02020900000000000000" pitchFamily="18" charset="-122"/>
                <a:ea typeface="思源宋体 CN Heavy" panose="02020900000000000000" pitchFamily="18" charset="-122"/>
                <a:cs typeface="+mn-ea"/>
                <a:sym typeface="微软雅黑" panose="020B0503020204020204" pitchFamily="34" charset="-122"/>
              </a:rPr>
              <a:t>教育</a:t>
            </a:r>
            <a:endParaRPr lang="zh-CN" altLang="en-US" sz="2400" b="0" dirty="0">
              <a:solidFill>
                <a:srgbClr val="C00000"/>
              </a:solidFill>
              <a:latin typeface="思源宋体 CN Heavy" panose="02020900000000000000" pitchFamily="18" charset="-122"/>
              <a:ea typeface="思源宋体 CN Heavy" panose="02020900000000000000" pitchFamily="18" charset="-122"/>
              <a:cs typeface="+mn-ea"/>
              <a:sym typeface="微软雅黑" panose="020B0503020204020204" pitchFamily="34" charset="-122"/>
            </a:endParaRPr>
          </a:p>
          <a:p>
            <a:pPr>
              <a:lnSpc>
                <a:spcPct val="120000"/>
              </a:lnSpc>
              <a:buClr>
                <a:srgbClr val="C00000"/>
              </a:buClr>
            </a:pPr>
            <a:r>
              <a:rPr lang="zh-CN" altLang="en-US" sz="2400" b="0" dirty="0">
                <a:solidFill>
                  <a:srgbClr val="C00000"/>
                </a:solidFill>
                <a:latin typeface="思源宋体 CN Heavy" panose="02020900000000000000" pitchFamily="18" charset="-122"/>
                <a:ea typeface="思源宋体 CN Heavy" panose="02020900000000000000" pitchFamily="18" charset="-122"/>
                <a:cs typeface="+mn-ea"/>
                <a:sym typeface="微软雅黑" panose="020B0503020204020204" pitchFamily="34" charset="-122"/>
              </a:rPr>
              <a:t>活动</a:t>
            </a:r>
            <a:endParaRPr lang="zh-CN" altLang="en-US" sz="2400" b="0" dirty="0">
              <a:solidFill>
                <a:srgbClr val="C00000"/>
              </a:solidFill>
              <a:latin typeface="思源宋体 CN Heavy" panose="02020900000000000000" pitchFamily="18" charset="-122"/>
              <a:ea typeface="思源宋体 CN Heavy" panose="02020900000000000000" pitchFamily="18" charset="-122"/>
              <a:cs typeface="+mn-ea"/>
              <a:sym typeface="微软雅黑" panose="020B0503020204020204" pitchFamily="34" charset="-122"/>
            </a:endParaRPr>
          </a:p>
        </p:txBody>
      </p:sp>
      <p:sp>
        <p:nvSpPr>
          <p:cNvPr id="12" name="TextBox 10"/>
          <p:cNvSpPr txBox="1"/>
          <p:nvPr/>
        </p:nvSpPr>
        <p:spPr>
          <a:xfrm>
            <a:off x="2504707" y="1965510"/>
            <a:ext cx="1057328" cy="886397"/>
          </a:xfrm>
          <a:prstGeom prst="rect">
            <a:avLst/>
          </a:prstGeom>
          <a:noFill/>
        </p:spPr>
        <p:txBody>
          <a:bodyPr wrap="square" lIns="0" tIns="0" rIns="0" bIns="0" rtlCol="0">
            <a:spAutoFit/>
          </a:bodyPr>
          <a:lstStyle>
            <a:defPPr>
              <a:defRPr lang="zh-CN"/>
            </a:defPPr>
            <a:lvl1pPr algn="ctr">
              <a:defRPr sz="1400" b="1">
                <a:solidFill>
                  <a:schemeClr val="bg1"/>
                </a:solidFill>
                <a:latin typeface="微软雅黑" panose="020B0503020204020204" pitchFamily="34" charset="-122"/>
                <a:ea typeface="微软雅黑" panose="020B0503020204020204" pitchFamily="34" charset="-122"/>
              </a:defRPr>
            </a:lvl1pPr>
          </a:lstStyle>
          <a:p>
            <a:pPr>
              <a:lnSpc>
                <a:spcPct val="120000"/>
              </a:lnSpc>
              <a:buClr>
                <a:srgbClr val="C00000"/>
              </a:buClr>
            </a:pPr>
            <a:r>
              <a:rPr lang="zh-CN" altLang="en-US" sz="2400" b="0" dirty="0">
                <a:effectLst>
                  <a:outerShdw blurRad="38100" dist="38100" dir="2700000" algn="tl">
                    <a:srgbClr val="000000">
                      <a:alpha val="43137"/>
                    </a:srgbClr>
                  </a:outerShdw>
                </a:effectLst>
                <a:latin typeface="思源宋体 CN Heavy" panose="02020900000000000000" pitchFamily="18" charset="-122"/>
                <a:ea typeface="思源宋体 CN Heavy" panose="02020900000000000000" pitchFamily="18" charset="-122"/>
                <a:cs typeface="+mn-ea"/>
                <a:sym typeface="微软雅黑" panose="020B0503020204020204" pitchFamily="34" charset="-122"/>
              </a:rPr>
              <a:t>教育</a:t>
            </a:r>
            <a:endParaRPr lang="en-US" altLang="zh-CN" sz="2400" b="0" dirty="0">
              <a:effectLst>
                <a:outerShdw blurRad="38100" dist="38100" dir="2700000" algn="tl">
                  <a:srgbClr val="000000">
                    <a:alpha val="43137"/>
                  </a:srgbClr>
                </a:outerShdw>
              </a:effectLst>
              <a:latin typeface="思源宋体 CN Heavy" panose="02020900000000000000" pitchFamily="18" charset="-122"/>
              <a:ea typeface="思源宋体 CN Heavy" panose="02020900000000000000" pitchFamily="18" charset="-122"/>
              <a:cs typeface="+mn-ea"/>
              <a:sym typeface="微软雅黑" panose="020B0503020204020204" pitchFamily="34" charset="-122"/>
            </a:endParaRPr>
          </a:p>
          <a:p>
            <a:pPr>
              <a:lnSpc>
                <a:spcPct val="120000"/>
              </a:lnSpc>
              <a:buClr>
                <a:srgbClr val="C00000"/>
              </a:buClr>
            </a:pPr>
            <a:r>
              <a:rPr lang="zh-CN" altLang="en-US" sz="2400" b="0" dirty="0">
                <a:effectLst>
                  <a:outerShdw blurRad="38100" dist="38100" dir="2700000" algn="tl">
                    <a:srgbClr val="000000">
                      <a:alpha val="43137"/>
                    </a:srgbClr>
                  </a:outerShdw>
                </a:effectLst>
                <a:latin typeface="思源宋体 CN Heavy" panose="02020900000000000000" pitchFamily="18" charset="-122"/>
                <a:ea typeface="思源宋体 CN Heavy" panose="02020900000000000000" pitchFamily="18" charset="-122"/>
                <a:cs typeface="+mn-ea"/>
                <a:sym typeface="微软雅黑" panose="020B0503020204020204" pitchFamily="34" charset="-122"/>
              </a:rPr>
              <a:t>活动</a:t>
            </a:r>
            <a:endParaRPr lang="zh-CN" altLang="en-US" sz="2400" b="0" dirty="0">
              <a:effectLst>
                <a:outerShdw blurRad="38100" dist="38100" dir="2700000" algn="tl">
                  <a:srgbClr val="000000">
                    <a:alpha val="43137"/>
                  </a:srgbClr>
                </a:outerShdw>
              </a:effectLst>
              <a:latin typeface="思源宋体 CN Heavy" panose="02020900000000000000" pitchFamily="18" charset="-122"/>
              <a:ea typeface="思源宋体 CN Heavy" panose="02020900000000000000" pitchFamily="18" charset="-122"/>
              <a:cs typeface="+mn-ea"/>
              <a:sym typeface="微软雅黑" panose="020B0503020204020204" pitchFamily="34" charset="-122"/>
            </a:endParaRPr>
          </a:p>
        </p:txBody>
      </p:sp>
      <p:sp>
        <p:nvSpPr>
          <p:cNvPr id="13" name="TextBox 10"/>
          <p:cNvSpPr txBox="1"/>
          <p:nvPr/>
        </p:nvSpPr>
        <p:spPr>
          <a:xfrm>
            <a:off x="3330576" y="3462799"/>
            <a:ext cx="1057328" cy="886397"/>
          </a:xfrm>
          <a:prstGeom prst="rect">
            <a:avLst/>
          </a:prstGeom>
          <a:noFill/>
        </p:spPr>
        <p:txBody>
          <a:bodyPr wrap="square" lIns="0" tIns="0" rIns="0" bIns="0" rtlCol="0">
            <a:spAutoFit/>
          </a:bodyPr>
          <a:lstStyle>
            <a:defPPr>
              <a:defRPr lang="zh-CN"/>
            </a:defPPr>
            <a:lvl1pPr algn="ctr">
              <a:defRPr sz="1400" b="1">
                <a:solidFill>
                  <a:schemeClr val="bg1"/>
                </a:solidFill>
                <a:latin typeface="微软雅黑" panose="020B0503020204020204" pitchFamily="34" charset="-122"/>
                <a:ea typeface="微软雅黑" panose="020B0503020204020204" pitchFamily="34" charset="-122"/>
              </a:defRPr>
            </a:lvl1pPr>
          </a:lstStyle>
          <a:p>
            <a:pPr>
              <a:lnSpc>
                <a:spcPct val="120000"/>
              </a:lnSpc>
              <a:buClr>
                <a:srgbClr val="C00000"/>
              </a:buClr>
            </a:pPr>
            <a:r>
              <a:rPr lang="zh-CN" altLang="en-US" sz="2400" b="0" dirty="0">
                <a:effectLst>
                  <a:outerShdw blurRad="38100" dist="38100" dir="2700000" algn="tl">
                    <a:srgbClr val="000000">
                      <a:alpha val="43137"/>
                    </a:srgbClr>
                  </a:outerShdw>
                </a:effectLst>
                <a:latin typeface="思源宋体 CN Heavy" panose="02020900000000000000" pitchFamily="18" charset="-122"/>
                <a:ea typeface="思源宋体 CN Heavy" panose="02020900000000000000" pitchFamily="18" charset="-122"/>
                <a:cs typeface="+mn-ea"/>
                <a:sym typeface="微软雅黑" panose="020B0503020204020204" pitchFamily="34" charset="-122"/>
              </a:rPr>
              <a:t>教育</a:t>
            </a:r>
            <a:endParaRPr lang="en-US" altLang="zh-CN" sz="2400" b="0" dirty="0">
              <a:effectLst>
                <a:outerShdw blurRad="38100" dist="38100" dir="2700000" algn="tl">
                  <a:srgbClr val="000000">
                    <a:alpha val="43137"/>
                  </a:srgbClr>
                </a:outerShdw>
              </a:effectLst>
              <a:latin typeface="思源宋体 CN Heavy" panose="02020900000000000000" pitchFamily="18" charset="-122"/>
              <a:ea typeface="思源宋体 CN Heavy" panose="02020900000000000000" pitchFamily="18" charset="-122"/>
              <a:cs typeface="+mn-ea"/>
              <a:sym typeface="微软雅黑" panose="020B0503020204020204" pitchFamily="34" charset="-122"/>
            </a:endParaRPr>
          </a:p>
          <a:p>
            <a:pPr>
              <a:lnSpc>
                <a:spcPct val="120000"/>
              </a:lnSpc>
              <a:buClr>
                <a:srgbClr val="C00000"/>
              </a:buClr>
            </a:pPr>
            <a:r>
              <a:rPr lang="zh-CN" altLang="en-US" sz="2400" b="0" dirty="0">
                <a:effectLst>
                  <a:outerShdw blurRad="38100" dist="38100" dir="2700000" algn="tl">
                    <a:srgbClr val="000000">
                      <a:alpha val="43137"/>
                    </a:srgbClr>
                  </a:outerShdw>
                </a:effectLst>
                <a:latin typeface="思源宋体 CN Heavy" panose="02020900000000000000" pitchFamily="18" charset="-122"/>
                <a:ea typeface="思源宋体 CN Heavy" panose="02020900000000000000" pitchFamily="18" charset="-122"/>
                <a:cs typeface="+mn-ea"/>
                <a:sym typeface="微软雅黑" panose="020B0503020204020204" pitchFamily="34" charset="-122"/>
              </a:rPr>
              <a:t>活动</a:t>
            </a:r>
            <a:endParaRPr lang="zh-CN" altLang="en-US" sz="2400" b="0" dirty="0">
              <a:effectLst>
                <a:outerShdw blurRad="38100" dist="38100" dir="2700000" algn="tl">
                  <a:srgbClr val="000000">
                    <a:alpha val="43137"/>
                  </a:srgbClr>
                </a:outerShdw>
              </a:effectLst>
              <a:latin typeface="思源宋体 CN Heavy" panose="02020900000000000000" pitchFamily="18" charset="-122"/>
              <a:ea typeface="思源宋体 CN Heavy" panose="02020900000000000000" pitchFamily="18" charset="-122"/>
              <a:cs typeface="+mn-ea"/>
              <a:sym typeface="微软雅黑" panose="020B0503020204020204" pitchFamily="34" charset="-122"/>
            </a:endParaRPr>
          </a:p>
        </p:txBody>
      </p:sp>
      <p:sp>
        <p:nvSpPr>
          <p:cNvPr id="14" name="TextBox 10"/>
          <p:cNvSpPr txBox="1"/>
          <p:nvPr/>
        </p:nvSpPr>
        <p:spPr>
          <a:xfrm>
            <a:off x="2504707" y="5001016"/>
            <a:ext cx="1057328" cy="886397"/>
          </a:xfrm>
          <a:prstGeom prst="rect">
            <a:avLst/>
          </a:prstGeom>
          <a:noFill/>
        </p:spPr>
        <p:txBody>
          <a:bodyPr wrap="square" lIns="0" tIns="0" rIns="0" bIns="0" rtlCol="0">
            <a:spAutoFit/>
          </a:bodyPr>
          <a:lstStyle>
            <a:defPPr>
              <a:defRPr lang="zh-CN"/>
            </a:defPPr>
            <a:lvl1pPr algn="ctr">
              <a:defRPr sz="1400" b="1">
                <a:solidFill>
                  <a:schemeClr val="bg1"/>
                </a:solidFill>
                <a:latin typeface="微软雅黑" panose="020B0503020204020204" pitchFamily="34" charset="-122"/>
                <a:ea typeface="微软雅黑" panose="020B0503020204020204" pitchFamily="34" charset="-122"/>
              </a:defRPr>
            </a:lvl1pPr>
          </a:lstStyle>
          <a:p>
            <a:pPr>
              <a:lnSpc>
                <a:spcPct val="120000"/>
              </a:lnSpc>
              <a:buClr>
                <a:srgbClr val="C00000"/>
              </a:buClr>
            </a:pPr>
            <a:r>
              <a:rPr lang="zh-CN" altLang="en-US" sz="2400" b="0" dirty="0">
                <a:effectLst>
                  <a:outerShdw blurRad="38100" dist="38100" dir="2700000" algn="tl">
                    <a:srgbClr val="000000">
                      <a:alpha val="43137"/>
                    </a:srgbClr>
                  </a:outerShdw>
                </a:effectLst>
                <a:latin typeface="思源宋体 CN Heavy" panose="02020900000000000000" pitchFamily="18" charset="-122"/>
                <a:ea typeface="思源宋体 CN Heavy" panose="02020900000000000000" pitchFamily="18" charset="-122"/>
                <a:cs typeface="+mn-ea"/>
                <a:sym typeface="微软雅黑" panose="020B0503020204020204" pitchFamily="34" charset="-122"/>
              </a:rPr>
              <a:t>教育</a:t>
            </a:r>
            <a:endParaRPr lang="en-US" altLang="zh-CN" sz="2400" b="0" dirty="0">
              <a:effectLst>
                <a:outerShdw blurRad="38100" dist="38100" dir="2700000" algn="tl">
                  <a:srgbClr val="000000">
                    <a:alpha val="43137"/>
                  </a:srgbClr>
                </a:outerShdw>
              </a:effectLst>
              <a:latin typeface="思源宋体 CN Heavy" panose="02020900000000000000" pitchFamily="18" charset="-122"/>
              <a:ea typeface="思源宋体 CN Heavy" panose="02020900000000000000" pitchFamily="18" charset="-122"/>
              <a:cs typeface="+mn-ea"/>
              <a:sym typeface="微软雅黑" panose="020B0503020204020204" pitchFamily="34" charset="-122"/>
            </a:endParaRPr>
          </a:p>
          <a:p>
            <a:pPr>
              <a:lnSpc>
                <a:spcPct val="120000"/>
              </a:lnSpc>
              <a:buClr>
                <a:srgbClr val="C00000"/>
              </a:buClr>
            </a:pPr>
            <a:r>
              <a:rPr lang="zh-CN" altLang="en-US" sz="2400" b="0" dirty="0">
                <a:effectLst>
                  <a:outerShdw blurRad="38100" dist="38100" dir="2700000" algn="tl">
                    <a:srgbClr val="000000">
                      <a:alpha val="43137"/>
                    </a:srgbClr>
                  </a:outerShdw>
                </a:effectLst>
                <a:latin typeface="思源宋体 CN Heavy" panose="02020900000000000000" pitchFamily="18" charset="-122"/>
                <a:ea typeface="思源宋体 CN Heavy" panose="02020900000000000000" pitchFamily="18" charset="-122"/>
                <a:cs typeface="+mn-ea"/>
                <a:sym typeface="微软雅黑" panose="020B0503020204020204" pitchFamily="34" charset="-122"/>
              </a:rPr>
              <a:t>活动</a:t>
            </a:r>
            <a:endParaRPr lang="zh-CN" altLang="en-US" sz="2400" b="0" dirty="0">
              <a:effectLst>
                <a:outerShdw blurRad="38100" dist="38100" dir="2700000" algn="tl">
                  <a:srgbClr val="000000">
                    <a:alpha val="43137"/>
                  </a:srgbClr>
                </a:outerShdw>
              </a:effectLst>
              <a:latin typeface="思源宋体 CN Heavy" panose="02020900000000000000" pitchFamily="18" charset="-122"/>
              <a:ea typeface="思源宋体 CN Heavy" panose="02020900000000000000" pitchFamily="18" charset="-122"/>
              <a:cs typeface="+mn-ea"/>
              <a:sym typeface="微软雅黑" panose="020B0503020204020204" pitchFamily="34" charset="-122"/>
            </a:endParaRPr>
          </a:p>
        </p:txBody>
      </p:sp>
      <p:sp>
        <p:nvSpPr>
          <p:cNvPr id="15" name="矩形 14"/>
          <p:cNvSpPr/>
          <p:nvPr/>
        </p:nvSpPr>
        <p:spPr>
          <a:xfrm>
            <a:off x="4982251" y="3599030"/>
            <a:ext cx="5563035" cy="784830"/>
          </a:xfrm>
          <a:prstGeom prst="rect">
            <a:avLst/>
          </a:prstGeom>
        </p:spPr>
        <p:txBody>
          <a:bodyPr wrap="square">
            <a:spAutoFit/>
          </a:bodyPr>
          <a:lstStyle/>
          <a:p>
            <a:pPr>
              <a:lnSpc>
                <a:spcPts val="1800"/>
              </a:lnSpc>
            </a:pPr>
            <a:r>
              <a:rPr lang="zh-CN" altLang="en-US" sz="1400" spc="400" dirty="0">
                <a:solidFill>
                  <a:srgbClr val="404652"/>
                </a:solidFill>
                <a:latin typeface="微软雅黑" panose="020B0503020204020204" pitchFamily="34" charset="-122"/>
                <a:ea typeface="微软雅黑" panose="020B0503020204020204" pitchFamily="34" charset="-122"/>
              </a:rPr>
              <a:t>爱国主义是共产主义道德重要规范之一。它要求人们把对祖国的热爱变成自己的行动，努力为祖国和人民的利益而工作；</a:t>
            </a:r>
            <a:endParaRPr lang="zh-CN" altLang="en-US" sz="1400" spc="400" dirty="0">
              <a:solidFill>
                <a:srgbClr val="404652"/>
              </a:solidFill>
              <a:latin typeface="微软雅黑" panose="020B0503020204020204" pitchFamily="34" charset="-122"/>
              <a:ea typeface="微软雅黑" panose="020B0503020204020204" pitchFamily="34" charset="-122"/>
            </a:endParaRPr>
          </a:p>
        </p:txBody>
      </p:sp>
      <p:sp>
        <p:nvSpPr>
          <p:cNvPr id="16" name="矩形 15"/>
          <p:cNvSpPr/>
          <p:nvPr/>
        </p:nvSpPr>
        <p:spPr>
          <a:xfrm>
            <a:off x="4156313" y="2090138"/>
            <a:ext cx="6078557" cy="784830"/>
          </a:xfrm>
          <a:prstGeom prst="rect">
            <a:avLst/>
          </a:prstGeom>
        </p:spPr>
        <p:txBody>
          <a:bodyPr wrap="square">
            <a:spAutoFit/>
          </a:bodyPr>
          <a:lstStyle/>
          <a:p>
            <a:pPr>
              <a:lnSpc>
                <a:spcPts val="1800"/>
              </a:lnSpc>
            </a:pPr>
            <a:r>
              <a:rPr lang="zh-CN" altLang="en-US" sz="1400" spc="400" dirty="0">
                <a:solidFill>
                  <a:srgbClr val="404652"/>
                </a:solidFill>
                <a:latin typeface="微软雅黑" panose="020B0503020204020204" pitchFamily="34" charset="-122"/>
                <a:ea typeface="微软雅黑" panose="020B0503020204020204" pitchFamily="34" charset="-122"/>
              </a:rPr>
              <a:t>无产阶级的爱国主义与国际主义相统一，是从本国人民和世界各族人民的共同利益出发的。它对个人同国家和民族的关系起调节作用。</a:t>
            </a:r>
            <a:endParaRPr lang="zh-CN" altLang="en-US" sz="1400" spc="400" dirty="0">
              <a:solidFill>
                <a:srgbClr val="404652"/>
              </a:solidFill>
              <a:latin typeface="微软雅黑" panose="020B0503020204020204" pitchFamily="34" charset="-122"/>
              <a:ea typeface="微软雅黑" panose="020B0503020204020204" pitchFamily="34" charset="-122"/>
            </a:endParaRPr>
          </a:p>
        </p:txBody>
      </p:sp>
      <p:sp>
        <p:nvSpPr>
          <p:cNvPr id="17" name="矩形 16"/>
          <p:cNvSpPr/>
          <p:nvPr/>
        </p:nvSpPr>
        <p:spPr>
          <a:xfrm>
            <a:off x="4156313" y="5175449"/>
            <a:ext cx="5563035" cy="784830"/>
          </a:xfrm>
          <a:prstGeom prst="rect">
            <a:avLst/>
          </a:prstGeom>
        </p:spPr>
        <p:txBody>
          <a:bodyPr wrap="square">
            <a:spAutoFit/>
          </a:bodyPr>
          <a:lstStyle/>
          <a:p>
            <a:pPr>
              <a:lnSpc>
                <a:spcPts val="1800"/>
              </a:lnSpc>
            </a:pPr>
            <a:r>
              <a:rPr lang="zh-CN" altLang="en-US" sz="1400" spc="400" dirty="0">
                <a:solidFill>
                  <a:srgbClr val="404652"/>
                </a:solidFill>
                <a:latin typeface="微软雅黑" panose="020B0503020204020204" pitchFamily="34" charset="-122"/>
                <a:ea typeface="微软雅黑" panose="020B0503020204020204" pitchFamily="34" charset="-122"/>
              </a:rPr>
              <a:t>坚持民族平等和民族团结，反对民族自卑感和盲目的民族优越感；同国际主义相联系，既是一个爱国主义者，又是一个坚定的国际主义者；</a:t>
            </a:r>
            <a:endParaRPr lang="zh-CN" altLang="en-US" sz="1400" spc="400" dirty="0">
              <a:solidFill>
                <a:srgbClr val="404652"/>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par>
                          <p:cTn id="10" fill="hold">
                            <p:stCondLst>
                              <p:cond delay="500"/>
                            </p:stCondLst>
                            <p:childTnLst>
                              <p:par>
                                <p:cTn id="11" presetID="10" presetClass="entr" presetSubtype="0" fill="hold" grpId="0" nodeType="after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500"/>
                                        <p:tgtEl>
                                          <p:spTgt spid="11"/>
                                        </p:tgtEl>
                                      </p:cBhvr>
                                    </p:animEffect>
                                  </p:childTnLst>
                                </p:cTn>
                              </p:par>
                            </p:childTnLst>
                          </p:cTn>
                        </p:par>
                        <p:par>
                          <p:cTn id="14" fill="hold">
                            <p:stCondLst>
                              <p:cond delay="1000"/>
                            </p:stCondLst>
                            <p:childTnLst>
                              <p:par>
                                <p:cTn id="15" presetID="10" presetClass="entr" presetSubtype="0" fill="hold" grpId="0" nodeType="after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fade">
                                      <p:cBhvr>
                                        <p:cTn id="17" dur="500"/>
                                        <p:tgtEl>
                                          <p:spTgt spid="12"/>
                                        </p:tgtEl>
                                      </p:cBhvr>
                                    </p:animEffect>
                                  </p:childTnLst>
                                </p:cTn>
                              </p:par>
                            </p:childTnLst>
                          </p:cTn>
                        </p:par>
                        <p:par>
                          <p:cTn id="18" fill="hold">
                            <p:stCondLst>
                              <p:cond delay="1500"/>
                            </p:stCondLst>
                            <p:childTnLst>
                              <p:par>
                                <p:cTn id="19" presetID="10" presetClass="entr" presetSubtype="0" fill="hold" grpId="0" nodeType="afterEffect">
                                  <p:stCondLst>
                                    <p:cond delay="0"/>
                                  </p:stCondLst>
                                  <p:childTnLst>
                                    <p:set>
                                      <p:cBhvr>
                                        <p:cTn id="20" dur="1" fill="hold">
                                          <p:stCondLst>
                                            <p:cond delay="0"/>
                                          </p:stCondLst>
                                        </p:cTn>
                                        <p:tgtEl>
                                          <p:spTgt spid="13"/>
                                        </p:tgtEl>
                                        <p:attrNameLst>
                                          <p:attrName>style.visibility</p:attrName>
                                        </p:attrNameLst>
                                      </p:cBhvr>
                                      <p:to>
                                        <p:strVal val="visible"/>
                                      </p:to>
                                    </p:set>
                                    <p:animEffect transition="in" filter="fade">
                                      <p:cBhvr>
                                        <p:cTn id="21" dur="500"/>
                                        <p:tgtEl>
                                          <p:spTgt spid="13"/>
                                        </p:tgtEl>
                                      </p:cBhvr>
                                    </p:animEffect>
                                  </p:childTnLst>
                                </p:cTn>
                              </p:par>
                            </p:childTnLst>
                          </p:cTn>
                        </p:par>
                        <p:par>
                          <p:cTn id="22" fill="hold">
                            <p:stCondLst>
                              <p:cond delay="2000"/>
                            </p:stCondLst>
                            <p:childTnLst>
                              <p:par>
                                <p:cTn id="23" presetID="10" presetClass="entr" presetSubtype="0" fill="hold" grpId="0" nodeType="afterEffect">
                                  <p:stCondLst>
                                    <p:cond delay="0"/>
                                  </p:stCondLst>
                                  <p:childTnLst>
                                    <p:set>
                                      <p:cBhvr>
                                        <p:cTn id="24" dur="1" fill="hold">
                                          <p:stCondLst>
                                            <p:cond delay="0"/>
                                          </p:stCondLst>
                                        </p:cTn>
                                        <p:tgtEl>
                                          <p:spTgt spid="14"/>
                                        </p:tgtEl>
                                        <p:attrNameLst>
                                          <p:attrName>style.visibility</p:attrName>
                                        </p:attrNameLst>
                                      </p:cBhvr>
                                      <p:to>
                                        <p:strVal val="visible"/>
                                      </p:to>
                                    </p:set>
                                    <p:animEffect transition="in" filter="fade">
                                      <p:cBhvr>
                                        <p:cTn id="25" dur="500"/>
                                        <p:tgtEl>
                                          <p:spTgt spid="14"/>
                                        </p:tgtEl>
                                      </p:cBhvr>
                                    </p:animEffect>
                                  </p:childTnLst>
                                </p:cTn>
                              </p:par>
                            </p:childTnLst>
                          </p:cTn>
                        </p:par>
                      </p:childTnLst>
                    </p:cTn>
                  </p:par>
                  <p:par>
                    <p:cTn id="26" fill="hold">
                      <p:stCondLst>
                        <p:cond delay="indefinite"/>
                      </p:stCondLst>
                      <p:childTnLst>
                        <p:par>
                          <p:cTn id="27" fill="hold">
                            <p:stCondLst>
                              <p:cond delay="0"/>
                            </p:stCondLst>
                            <p:childTnLst>
                              <p:par>
                                <p:cTn id="28" presetID="14" presetClass="entr" presetSubtype="10" fill="hold" grpId="0" nodeType="clickEffect">
                                  <p:stCondLst>
                                    <p:cond delay="0"/>
                                  </p:stCondLst>
                                  <p:childTnLst>
                                    <p:set>
                                      <p:cBhvr>
                                        <p:cTn id="29" dur="1" fill="hold">
                                          <p:stCondLst>
                                            <p:cond delay="0"/>
                                          </p:stCondLst>
                                        </p:cTn>
                                        <p:tgtEl>
                                          <p:spTgt spid="15"/>
                                        </p:tgtEl>
                                        <p:attrNameLst>
                                          <p:attrName>style.visibility</p:attrName>
                                        </p:attrNameLst>
                                      </p:cBhvr>
                                      <p:to>
                                        <p:strVal val="visible"/>
                                      </p:to>
                                    </p:set>
                                    <p:animEffect transition="in" filter="randombar(horizontal)">
                                      <p:cBhvr>
                                        <p:cTn id="30" dur="500"/>
                                        <p:tgtEl>
                                          <p:spTgt spid="15"/>
                                        </p:tgtEl>
                                      </p:cBhvr>
                                    </p:animEffect>
                                  </p:childTnLst>
                                </p:cTn>
                              </p:par>
                              <p:par>
                                <p:cTn id="31" presetID="14" presetClass="entr" presetSubtype="10" fill="hold" grpId="0" nodeType="withEffect">
                                  <p:stCondLst>
                                    <p:cond delay="0"/>
                                  </p:stCondLst>
                                  <p:childTnLst>
                                    <p:set>
                                      <p:cBhvr>
                                        <p:cTn id="32" dur="1" fill="hold">
                                          <p:stCondLst>
                                            <p:cond delay="0"/>
                                          </p:stCondLst>
                                        </p:cTn>
                                        <p:tgtEl>
                                          <p:spTgt spid="17"/>
                                        </p:tgtEl>
                                        <p:attrNameLst>
                                          <p:attrName>style.visibility</p:attrName>
                                        </p:attrNameLst>
                                      </p:cBhvr>
                                      <p:to>
                                        <p:strVal val="visible"/>
                                      </p:to>
                                    </p:set>
                                    <p:animEffect transition="in" filter="randombar(horizontal)">
                                      <p:cBhvr>
                                        <p:cTn id="33" dur="500"/>
                                        <p:tgtEl>
                                          <p:spTgt spid="17"/>
                                        </p:tgtEl>
                                      </p:cBhvr>
                                    </p:animEffect>
                                  </p:childTnLst>
                                </p:cTn>
                              </p:par>
                              <p:par>
                                <p:cTn id="34" presetID="14" presetClass="entr" presetSubtype="10" fill="hold" grpId="0" nodeType="withEffect">
                                  <p:stCondLst>
                                    <p:cond delay="0"/>
                                  </p:stCondLst>
                                  <p:childTnLst>
                                    <p:set>
                                      <p:cBhvr>
                                        <p:cTn id="35" dur="1" fill="hold">
                                          <p:stCondLst>
                                            <p:cond delay="0"/>
                                          </p:stCondLst>
                                        </p:cTn>
                                        <p:tgtEl>
                                          <p:spTgt spid="16"/>
                                        </p:tgtEl>
                                        <p:attrNameLst>
                                          <p:attrName>style.visibility</p:attrName>
                                        </p:attrNameLst>
                                      </p:cBhvr>
                                      <p:to>
                                        <p:strVal val="visible"/>
                                      </p:to>
                                    </p:set>
                                    <p:animEffect transition="in" filter="randombar(horizontal)">
                                      <p:cBhvr>
                                        <p:cTn id="36"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2" grpId="0"/>
      <p:bldP spid="13" grpId="0"/>
      <p:bldP spid="14" grpId="0"/>
      <p:bldP spid="15" grpId="0"/>
      <p:bldP spid="16" grpId="0"/>
      <p:bldP spid="17"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767408" y="620690"/>
            <a:ext cx="3960440" cy="846817"/>
            <a:chOff x="191344" y="174130"/>
            <a:chExt cx="3960440" cy="846817"/>
          </a:xfrm>
        </p:grpSpPr>
        <p:grpSp>
          <p:nvGrpSpPr>
            <p:cNvPr id="5" name="组合 4"/>
            <p:cNvGrpSpPr/>
            <p:nvPr/>
          </p:nvGrpSpPr>
          <p:grpSpPr>
            <a:xfrm>
              <a:off x="431433" y="253069"/>
              <a:ext cx="3720351" cy="767878"/>
              <a:chOff x="3402338" y="4170387"/>
              <a:chExt cx="6546490" cy="767878"/>
            </a:xfrm>
          </p:grpSpPr>
          <p:sp>
            <p:nvSpPr>
              <p:cNvPr id="7" name="文本框 6"/>
              <p:cNvSpPr txBox="1"/>
              <p:nvPr/>
            </p:nvSpPr>
            <p:spPr>
              <a:xfrm>
                <a:off x="3403381" y="4170387"/>
                <a:ext cx="6545447" cy="584775"/>
              </a:xfrm>
              <a:prstGeom prst="rect">
                <a:avLst/>
              </a:prstGeom>
              <a:noFill/>
            </p:spPr>
            <p:txBody>
              <a:bodyPr wrap="square" rtlCol="0">
                <a:spAutoFit/>
              </a:bodyPr>
              <a:lstStyle/>
              <a:p>
                <a:pPr algn="dist"/>
                <a:r>
                  <a:rPr lang="zh-CN" altLang="en-US" sz="3200" b="1" dirty="0">
                    <a:ln w="15875">
                      <a:noFill/>
                    </a:ln>
                    <a:gradFill flip="none" rotWithShape="1">
                      <a:gsLst>
                        <a:gs pos="0">
                          <a:srgbClr val="F94739"/>
                        </a:gs>
                        <a:gs pos="86000">
                          <a:srgbClr val="BF2833"/>
                        </a:gs>
                      </a:gsLst>
                      <a:lin ang="5400000" scaled="1"/>
                      <a:tileRect/>
                    </a:gradFill>
                    <a:effectLst>
                      <a:outerShdw blurRad="38100" dist="38100" dir="2700000" algn="tl">
                        <a:srgbClr val="75161B">
                          <a:alpha val="43000"/>
                        </a:srgbClr>
                      </a:outerShdw>
                    </a:effectLst>
                    <a:latin typeface="阿里巴巴普惠体 2.0 75 SemiBold" panose="00020600040101010101" pitchFamily="18" charset="-122"/>
                    <a:ea typeface="阿里巴巴普惠体 2.0 75 SemiBold" panose="00020600040101010101" pitchFamily="18" charset="-122"/>
                    <a:cs typeface="阿里巴巴普惠体 2.0 75 SemiBold" panose="00020600040101010101" pitchFamily="18" charset="-122"/>
                  </a:rPr>
                  <a:t>爱国主义教育活动</a:t>
                </a:r>
                <a:endParaRPr lang="zh-CN" altLang="en-US" sz="3200" b="1" dirty="0">
                  <a:ln w="15875">
                    <a:noFill/>
                  </a:ln>
                  <a:gradFill flip="none" rotWithShape="1">
                    <a:gsLst>
                      <a:gs pos="0">
                        <a:srgbClr val="F94739"/>
                      </a:gs>
                      <a:gs pos="86000">
                        <a:srgbClr val="BF2833"/>
                      </a:gs>
                    </a:gsLst>
                    <a:lin ang="5400000" scaled="1"/>
                    <a:tileRect/>
                  </a:gradFill>
                  <a:effectLst>
                    <a:outerShdw blurRad="38100" dist="38100" dir="2700000" algn="tl">
                      <a:srgbClr val="75161B">
                        <a:alpha val="43000"/>
                      </a:srgbClr>
                    </a:outerShdw>
                  </a:effectLst>
                  <a:latin typeface="阿里巴巴普惠体 2.0 75 SemiBold" panose="00020600040101010101" pitchFamily="18" charset="-122"/>
                  <a:ea typeface="阿里巴巴普惠体 2.0 75 SemiBold" panose="00020600040101010101" pitchFamily="18" charset="-122"/>
                  <a:cs typeface="阿里巴巴普惠体 2.0 75 SemiBold" panose="00020600040101010101" pitchFamily="18" charset="-122"/>
                </a:endParaRPr>
              </a:p>
            </p:txBody>
          </p:sp>
          <p:sp>
            <p:nvSpPr>
              <p:cNvPr id="8" name="文本框 7"/>
              <p:cNvSpPr txBox="1"/>
              <p:nvPr/>
            </p:nvSpPr>
            <p:spPr>
              <a:xfrm>
                <a:off x="3402338" y="4676655"/>
                <a:ext cx="5651078" cy="261610"/>
              </a:xfrm>
              <a:prstGeom prst="rect">
                <a:avLst/>
              </a:prstGeom>
              <a:noFill/>
            </p:spPr>
            <p:txBody>
              <a:bodyPr wrap="square" rtlCol="0">
                <a:spAutoFit/>
              </a:bodyPr>
              <a:lstStyle/>
              <a:p>
                <a:pPr algn="dist"/>
                <a:r>
                  <a:rPr lang="en-US" altLang="zh-CN" sz="1100" dirty="0">
                    <a:solidFill>
                      <a:schemeClr val="tx1">
                        <a:lumMod val="85000"/>
                        <a:lumOff val="15000"/>
                      </a:schemeClr>
                    </a:solidFill>
                    <a:latin typeface="微软雅黑" panose="020B0503020204020204" pitchFamily="34" charset="-122"/>
                    <a:ea typeface="微软雅黑" panose="020B0503020204020204" pitchFamily="34" charset="-122"/>
                    <a:cs typeface="阿里巴巴普惠体 2.0 45 Light" panose="00020600040101010101" pitchFamily="18" charset="-122"/>
                  </a:rPr>
                  <a:t>ORIGIN OF THE HOLIDAY</a:t>
                </a:r>
                <a:endParaRPr lang="zh-CN" altLang="en-US" sz="1100" dirty="0">
                  <a:solidFill>
                    <a:schemeClr val="tx1">
                      <a:lumMod val="85000"/>
                      <a:lumOff val="15000"/>
                    </a:schemeClr>
                  </a:solidFill>
                  <a:latin typeface="微软雅黑" panose="020B0503020204020204" pitchFamily="34" charset="-122"/>
                  <a:ea typeface="微软雅黑" panose="020B0503020204020204" pitchFamily="34" charset="-122"/>
                  <a:cs typeface="阿里巴巴普惠体 2.0 45 Light" panose="00020600040101010101" pitchFamily="18" charset="-122"/>
                </a:endParaRPr>
              </a:p>
            </p:txBody>
          </p:sp>
        </p:grpSp>
        <p:sp>
          <p:nvSpPr>
            <p:cNvPr id="6" name="矩形 5"/>
            <p:cNvSpPr/>
            <p:nvPr/>
          </p:nvSpPr>
          <p:spPr>
            <a:xfrm>
              <a:off x="191344" y="174130"/>
              <a:ext cx="144016" cy="792088"/>
            </a:xfrm>
            <a:prstGeom prst="rect">
              <a:avLst/>
            </a:prstGeom>
            <a:solidFill>
              <a:srgbClr val="C00000"/>
            </a:solidFill>
            <a:ln>
              <a:no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 name="组合 1"/>
          <p:cNvGrpSpPr/>
          <p:nvPr/>
        </p:nvGrpSpPr>
        <p:grpSpPr>
          <a:xfrm>
            <a:off x="4505499" y="2173514"/>
            <a:ext cx="3161560" cy="3161560"/>
            <a:chOff x="4601029" y="2619088"/>
            <a:chExt cx="3161560" cy="3161560"/>
          </a:xfrm>
        </p:grpSpPr>
        <p:sp>
          <p:nvSpPr>
            <p:cNvPr id="3" name="圆: 空心 2"/>
            <p:cNvSpPr/>
            <p:nvPr/>
          </p:nvSpPr>
          <p:spPr>
            <a:xfrm>
              <a:off x="4601029" y="2619088"/>
              <a:ext cx="3161560" cy="3161560"/>
            </a:xfrm>
            <a:prstGeom prst="donut">
              <a:avLst>
                <a:gd name="adj" fmla="val 10307"/>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lumMod val="75000"/>
                    <a:lumOff val="25000"/>
                  </a:schemeClr>
                </a:solidFill>
                <a:latin typeface="微软雅黑" panose="020B0503020204020204" pitchFamily="34" charset="-122"/>
                <a:ea typeface="微软雅黑" panose="020B0503020204020204" pitchFamily="34" charset="-122"/>
                <a:cs typeface="阿里巴巴普惠体 2.0 65 Medium" panose="00020600040101010101" pitchFamily="18" charset="-122"/>
              </a:endParaRPr>
            </a:p>
          </p:txBody>
        </p:sp>
        <p:pic>
          <p:nvPicPr>
            <p:cNvPr id="9" name="图片 8"/>
            <p:cNvPicPr>
              <a:picLocks noChangeAspect="1"/>
            </p:cNvPicPr>
            <p:nvPr/>
          </p:nvPicPr>
          <p:blipFill>
            <a:blip r:embed="rId1" cstate="email">
              <a:duotone>
                <a:schemeClr val="accent2">
                  <a:shade val="45000"/>
                  <a:satMod val="135000"/>
                </a:schemeClr>
                <a:prstClr val="white"/>
              </a:duotone>
              <a:lum bright="-40000" contrast="-40000"/>
            </a:blip>
            <a:stretch>
              <a:fillRect/>
            </a:stretch>
          </p:blipFill>
          <p:spPr>
            <a:xfrm>
              <a:off x="5623997" y="3633131"/>
              <a:ext cx="1115625" cy="1133475"/>
            </a:xfrm>
            <a:prstGeom prst="rect">
              <a:avLst/>
            </a:prstGeom>
          </p:spPr>
        </p:pic>
      </p:grpSp>
      <p:grpSp>
        <p:nvGrpSpPr>
          <p:cNvPr id="10" name="组合 9"/>
          <p:cNvGrpSpPr/>
          <p:nvPr/>
        </p:nvGrpSpPr>
        <p:grpSpPr>
          <a:xfrm>
            <a:off x="3827496" y="1723552"/>
            <a:ext cx="2258785" cy="866642"/>
            <a:chOff x="3837215" y="2307752"/>
            <a:chExt cx="2258785" cy="866642"/>
          </a:xfrm>
        </p:grpSpPr>
        <p:sp>
          <p:nvSpPr>
            <p:cNvPr id="11" name="箭头: 右 10"/>
            <p:cNvSpPr/>
            <p:nvPr/>
          </p:nvSpPr>
          <p:spPr>
            <a:xfrm>
              <a:off x="3837215" y="2307752"/>
              <a:ext cx="2258785" cy="866642"/>
            </a:xfrm>
            <a:prstGeom prst="rightArrow">
              <a:avLst>
                <a:gd name="adj1" fmla="val 51425"/>
                <a:gd name="adj2" fmla="val 72185"/>
              </a:avLst>
            </a:prstGeom>
            <a:solidFill>
              <a:schemeClr val="bg1"/>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lumMod val="75000"/>
                    <a:lumOff val="25000"/>
                  </a:schemeClr>
                </a:solidFill>
                <a:latin typeface="微软雅黑" panose="020B0503020204020204" pitchFamily="34" charset="-122"/>
                <a:ea typeface="微软雅黑" panose="020B0503020204020204" pitchFamily="34" charset="-122"/>
                <a:cs typeface="阿里巴巴普惠体 2.0 65 Medium" panose="00020600040101010101" pitchFamily="18" charset="-122"/>
              </a:endParaRPr>
            </a:p>
          </p:txBody>
        </p:sp>
        <p:sp>
          <p:nvSpPr>
            <p:cNvPr id="12" name="文本框 11"/>
            <p:cNvSpPr txBox="1"/>
            <p:nvPr/>
          </p:nvSpPr>
          <p:spPr>
            <a:xfrm>
              <a:off x="4099198" y="2510241"/>
              <a:ext cx="1734820" cy="461665"/>
            </a:xfrm>
            <a:prstGeom prst="rect">
              <a:avLst/>
            </a:prstGeom>
            <a:noFill/>
          </p:spPr>
          <p:txBody>
            <a:bodyPr wrap="square" rtlCol="0">
              <a:spAutoFit/>
            </a:bodyPr>
            <a:lstStyle/>
            <a:p>
              <a:pPr algn="ctr"/>
              <a:r>
                <a:rPr lang="en-US" altLang="zh-CN" sz="2400" dirty="0">
                  <a:solidFill>
                    <a:schemeClr val="tx1">
                      <a:lumMod val="75000"/>
                      <a:lumOff val="25000"/>
                    </a:schemeClr>
                  </a:solidFill>
                  <a:latin typeface="微软雅黑" panose="020B0503020204020204" pitchFamily="34" charset="-122"/>
                  <a:ea typeface="微软雅黑" panose="020B0503020204020204" pitchFamily="34" charset="-122"/>
                  <a:cs typeface="阿里巴巴普惠体 2.0 65 Medium" panose="00020600040101010101" pitchFamily="18" charset="-122"/>
                </a:rPr>
                <a:t>SPORT 01</a:t>
              </a:r>
              <a:endParaRPr lang="zh-CN" altLang="en-US" sz="2400" dirty="0">
                <a:solidFill>
                  <a:schemeClr val="tx1">
                    <a:lumMod val="75000"/>
                    <a:lumOff val="25000"/>
                  </a:schemeClr>
                </a:solidFill>
                <a:latin typeface="微软雅黑" panose="020B0503020204020204" pitchFamily="34" charset="-122"/>
                <a:ea typeface="微软雅黑" panose="020B0503020204020204" pitchFamily="34" charset="-122"/>
                <a:cs typeface="阿里巴巴普惠体 2.0 65 Medium" panose="00020600040101010101" pitchFamily="18" charset="-122"/>
              </a:endParaRPr>
            </a:p>
          </p:txBody>
        </p:sp>
      </p:grpSp>
      <p:grpSp>
        <p:nvGrpSpPr>
          <p:cNvPr id="13" name="组合 12"/>
          <p:cNvGrpSpPr/>
          <p:nvPr/>
        </p:nvGrpSpPr>
        <p:grpSpPr>
          <a:xfrm>
            <a:off x="6071497" y="4857936"/>
            <a:ext cx="2258785" cy="866642"/>
            <a:chOff x="6081216" y="5442136"/>
            <a:chExt cx="2258785" cy="866642"/>
          </a:xfrm>
        </p:grpSpPr>
        <p:sp>
          <p:nvSpPr>
            <p:cNvPr id="14" name="箭头: 右 13"/>
            <p:cNvSpPr/>
            <p:nvPr/>
          </p:nvSpPr>
          <p:spPr>
            <a:xfrm rot="10800000">
              <a:off x="6081216" y="5442136"/>
              <a:ext cx="2258785" cy="866642"/>
            </a:xfrm>
            <a:prstGeom prst="rightArrow">
              <a:avLst>
                <a:gd name="adj1" fmla="val 51425"/>
                <a:gd name="adj2" fmla="val 72185"/>
              </a:avLst>
            </a:prstGeom>
            <a:solidFill>
              <a:schemeClr val="bg1"/>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lumMod val="75000"/>
                    <a:lumOff val="25000"/>
                  </a:schemeClr>
                </a:solidFill>
                <a:latin typeface="微软雅黑" panose="020B0503020204020204" pitchFamily="34" charset="-122"/>
                <a:ea typeface="微软雅黑" panose="020B0503020204020204" pitchFamily="34" charset="-122"/>
                <a:cs typeface="阿里巴巴普惠体 2.0 65 Medium" panose="00020600040101010101" pitchFamily="18" charset="-122"/>
              </a:endParaRPr>
            </a:p>
          </p:txBody>
        </p:sp>
        <p:sp>
          <p:nvSpPr>
            <p:cNvPr id="15" name="文本框 14"/>
            <p:cNvSpPr txBox="1"/>
            <p:nvPr/>
          </p:nvSpPr>
          <p:spPr>
            <a:xfrm>
              <a:off x="6343199" y="5644625"/>
              <a:ext cx="1734820" cy="461665"/>
            </a:xfrm>
            <a:prstGeom prst="rect">
              <a:avLst/>
            </a:prstGeom>
            <a:noFill/>
          </p:spPr>
          <p:txBody>
            <a:bodyPr wrap="square" rtlCol="0">
              <a:spAutoFit/>
            </a:bodyPr>
            <a:lstStyle/>
            <a:p>
              <a:pPr algn="ctr"/>
              <a:r>
                <a:rPr lang="en-US" altLang="zh-CN" sz="2400" dirty="0">
                  <a:solidFill>
                    <a:schemeClr val="tx1">
                      <a:lumMod val="75000"/>
                      <a:lumOff val="25000"/>
                    </a:schemeClr>
                  </a:solidFill>
                  <a:latin typeface="微软雅黑" panose="020B0503020204020204" pitchFamily="34" charset="-122"/>
                  <a:ea typeface="微软雅黑" panose="020B0503020204020204" pitchFamily="34" charset="-122"/>
                  <a:cs typeface="阿里巴巴普惠体 2.0 65 Medium" panose="00020600040101010101" pitchFamily="18" charset="-122"/>
                </a:rPr>
                <a:t>SPORT 02</a:t>
              </a:r>
              <a:endParaRPr lang="zh-CN" altLang="en-US" sz="2400" dirty="0">
                <a:solidFill>
                  <a:schemeClr val="tx1">
                    <a:lumMod val="75000"/>
                    <a:lumOff val="25000"/>
                  </a:schemeClr>
                </a:solidFill>
                <a:latin typeface="微软雅黑" panose="020B0503020204020204" pitchFamily="34" charset="-122"/>
                <a:ea typeface="微软雅黑" panose="020B0503020204020204" pitchFamily="34" charset="-122"/>
                <a:cs typeface="阿里巴巴普惠体 2.0 65 Medium" panose="00020600040101010101" pitchFamily="18" charset="-122"/>
              </a:endParaRPr>
            </a:p>
          </p:txBody>
        </p:sp>
      </p:grpSp>
      <p:grpSp>
        <p:nvGrpSpPr>
          <p:cNvPr id="16" name="组合 15"/>
          <p:cNvGrpSpPr/>
          <p:nvPr/>
        </p:nvGrpSpPr>
        <p:grpSpPr>
          <a:xfrm>
            <a:off x="863601" y="2144852"/>
            <a:ext cx="2624891" cy="1442392"/>
            <a:chOff x="764066" y="3154354"/>
            <a:chExt cx="2624891" cy="1442392"/>
          </a:xfrm>
        </p:grpSpPr>
        <p:sp>
          <p:nvSpPr>
            <p:cNvPr id="17" name="文本框 16"/>
            <p:cNvSpPr txBox="1"/>
            <p:nvPr/>
          </p:nvSpPr>
          <p:spPr>
            <a:xfrm>
              <a:off x="1250877" y="3154354"/>
              <a:ext cx="1562100" cy="461665"/>
            </a:xfrm>
            <a:prstGeom prst="rect">
              <a:avLst/>
            </a:prstGeom>
            <a:noFill/>
          </p:spPr>
          <p:txBody>
            <a:bodyPr wrap="square" rtlCol="0">
              <a:spAutoFit/>
            </a:bodyPr>
            <a:lstStyle/>
            <a:p>
              <a:r>
                <a:rPr lang="zh-CN" altLang="en-US" sz="2400" b="1" i="0" dirty="0">
                  <a:solidFill>
                    <a:srgbClr val="262626"/>
                  </a:solidFill>
                  <a:effectLst/>
                  <a:latin typeface="微软雅黑" panose="020B0503020204020204" pitchFamily="34" charset="-122"/>
                  <a:ea typeface="微软雅黑" panose="020B0503020204020204" pitchFamily="34" charset="-122"/>
                  <a:cs typeface="阿里巴巴普惠体 2.0 65 Medium" panose="00020600040101010101" pitchFamily="18" charset="-122"/>
                </a:rPr>
                <a:t>教育活动</a:t>
              </a:r>
              <a:endParaRPr lang="zh-CN" altLang="en-US" sz="2400" dirty="0">
                <a:latin typeface="微软雅黑" panose="020B0503020204020204" pitchFamily="34" charset="-122"/>
                <a:ea typeface="微软雅黑" panose="020B0503020204020204" pitchFamily="34" charset="-122"/>
                <a:cs typeface="阿里巴巴普惠体 2.0 65 Medium" panose="00020600040101010101" pitchFamily="18" charset="-122"/>
              </a:endParaRPr>
            </a:p>
          </p:txBody>
        </p:sp>
        <p:sp>
          <p:nvSpPr>
            <p:cNvPr id="18" name="文本框 17"/>
            <p:cNvSpPr txBox="1"/>
            <p:nvPr/>
          </p:nvSpPr>
          <p:spPr>
            <a:xfrm>
              <a:off x="764066" y="3642639"/>
              <a:ext cx="2624891" cy="954107"/>
            </a:xfrm>
            <a:prstGeom prst="rect">
              <a:avLst/>
            </a:prstGeom>
            <a:noFill/>
          </p:spPr>
          <p:txBody>
            <a:bodyPr wrap="square" rtlCol="0">
              <a:spAutoFit/>
            </a:bodyPr>
            <a:lstStyle/>
            <a:p>
              <a:pPr algn="ctr"/>
              <a:r>
                <a:rPr lang="zh-CN" altLang="en-US" sz="1400" dirty="0">
                  <a:solidFill>
                    <a:schemeClr val="tx1">
                      <a:lumMod val="75000"/>
                      <a:lumOff val="25000"/>
                    </a:schemeClr>
                  </a:solidFill>
                  <a:latin typeface="微软雅黑" panose="020B0503020204020204" pitchFamily="34" charset="-122"/>
                  <a:ea typeface="微软雅黑" panose="020B0503020204020204" pitchFamily="34" charset="-122"/>
                  <a:cs typeface="阿里巴巴普惠体 2.0 65 Medium" panose="00020600040101010101" pitchFamily="18" charset="-122"/>
                </a:rPr>
                <a:t>要求热爱社会主义制度，拥护中国共产党的领导。爱国主义是中华民族的光荣传统和崇高美德，</a:t>
              </a:r>
              <a:endParaRPr lang="zh-CN" altLang="en-US" sz="1400" dirty="0">
                <a:solidFill>
                  <a:schemeClr val="tx1">
                    <a:lumMod val="75000"/>
                    <a:lumOff val="25000"/>
                  </a:schemeClr>
                </a:solidFill>
                <a:latin typeface="微软雅黑" panose="020B0503020204020204" pitchFamily="34" charset="-122"/>
                <a:ea typeface="微软雅黑" panose="020B0503020204020204" pitchFamily="34" charset="-122"/>
                <a:cs typeface="阿里巴巴普惠体 2.0 65 Medium" panose="00020600040101010101" pitchFamily="18" charset="-122"/>
              </a:endParaRPr>
            </a:p>
          </p:txBody>
        </p:sp>
      </p:grpSp>
      <p:grpSp>
        <p:nvGrpSpPr>
          <p:cNvPr id="19" name="组合 18"/>
          <p:cNvGrpSpPr/>
          <p:nvPr/>
        </p:nvGrpSpPr>
        <p:grpSpPr>
          <a:xfrm>
            <a:off x="863601" y="4054617"/>
            <a:ext cx="2624891" cy="1415773"/>
            <a:chOff x="764066" y="3180973"/>
            <a:chExt cx="2624891" cy="1415773"/>
          </a:xfrm>
        </p:grpSpPr>
        <p:sp>
          <p:nvSpPr>
            <p:cNvPr id="20" name="文本框 19"/>
            <p:cNvSpPr txBox="1"/>
            <p:nvPr/>
          </p:nvSpPr>
          <p:spPr>
            <a:xfrm>
              <a:off x="1287959" y="3180973"/>
              <a:ext cx="1525018" cy="461665"/>
            </a:xfrm>
            <a:prstGeom prst="rect">
              <a:avLst/>
            </a:prstGeom>
            <a:noFill/>
          </p:spPr>
          <p:txBody>
            <a:bodyPr wrap="square" rtlCol="0">
              <a:spAutoFit/>
            </a:bodyPr>
            <a:lstStyle/>
            <a:p>
              <a:r>
                <a:rPr lang="zh-CN" altLang="en-US" sz="2400" b="1" i="0" dirty="0">
                  <a:solidFill>
                    <a:srgbClr val="262626"/>
                  </a:solidFill>
                  <a:effectLst/>
                  <a:latin typeface="微软雅黑" panose="020B0503020204020204" pitchFamily="34" charset="-122"/>
                  <a:ea typeface="微软雅黑" panose="020B0503020204020204" pitchFamily="34" charset="-122"/>
                  <a:cs typeface="阿里巴巴普惠体 2.0 65 Medium" panose="00020600040101010101" pitchFamily="18" charset="-122"/>
                </a:rPr>
                <a:t>教育活动</a:t>
              </a:r>
              <a:endParaRPr lang="zh-CN" altLang="en-US" sz="2400" dirty="0">
                <a:latin typeface="微软雅黑" panose="020B0503020204020204" pitchFamily="34" charset="-122"/>
                <a:ea typeface="微软雅黑" panose="020B0503020204020204" pitchFamily="34" charset="-122"/>
                <a:cs typeface="阿里巴巴普惠体 2.0 65 Medium" panose="00020600040101010101" pitchFamily="18" charset="-122"/>
              </a:endParaRPr>
            </a:p>
          </p:txBody>
        </p:sp>
        <p:sp>
          <p:nvSpPr>
            <p:cNvPr id="21" name="文本框 20"/>
            <p:cNvSpPr txBox="1"/>
            <p:nvPr/>
          </p:nvSpPr>
          <p:spPr>
            <a:xfrm>
              <a:off x="764066" y="3642639"/>
              <a:ext cx="2624891" cy="954107"/>
            </a:xfrm>
            <a:prstGeom prst="rect">
              <a:avLst/>
            </a:prstGeom>
            <a:noFill/>
          </p:spPr>
          <p:txBody>
            <a:bodyPr wrap="square" rtlCol="0">
              <a:spAutoFit/>
            </a:bodyPr>
            <a:lstStyle/>
            <a:p>
              <a:pPr algn="ctr"/>
              <a:r>
                <a:rPr lang="zh-CN" altLang="en-US" sz="1400" dirty="0">
                  <a:solidFill>
                    <a:schemeClr val="tx1">
                      <a:lumMod val="75000"/>
                      <a:lumOff val="25000"/>
                    </a:schemeClr>
                  </a:solidFill>
                  <a:latin typeface="微软雅黑" panose="020B0503020204020204" pitchFamily="34" charset="-122"/>
                  <a:ea typeface="微软雅黑" panose="020B0503020204020204" pitchFamily="34" charset="-122"/>
                  <a:cs typeface="阿里巴巴普惠体 2.0 65 Medium" panose="00020600040101010101" pitchFamily="18" charset="-122"/>
                </a:rPr>
                <a:t>爱好和平、勤劳勇敢、自强不息的伟大民族精神。这是我们民族赖以存在、发展的情感纽带与精神支柱。</a:t>
              </a:r>
              <a:endParaRPr lang="zh-CN" altLang="en-US" sz="1400" dirty="0">
                <a:solidFill>
                  <a:schemeClr val="tx1">
                    <a:lumMod val="75000"/>
                    <a:lumOff val="25000"/>
                  </a:schemeClr>
                </a:solidFill>
                <a:latin typeface="微软雅黑" panose="020B0503020204020204" pitchFamily="34" charset="-122"/>
                <a:ea typeface="微软雅黑" panose="020B0503020204020204" pitchFamily="34" charset="-122"/>
                <a:cs typeface="阿里巴巴普惠体 2.0 65 Medium" panose="00020600040101010101" pitchFamily="18" charset="-122"/>
              </a:endParaRPr>
            </a:p>
          </p:txBody>
        </p:sp>
      </p:grpSp>
      <p:grpSp>
        <p:nvGrpSpPr>
          <p:cNvPr id="22" name="组合 21"/>
          <p:cNvGrpSpPr/>
          <p:nvPr/>
        </p:nvGrpSpPr>
        <p:grpSpPr>
          <a:xfrm>
            <a:off x="8689781" y="2171472"/>
            <a:ext cx="2624891" cy="1415772"/>
            <a:chOff x="764066" y="3180974"/>
            <a:chExt cx="2624891" cy="1415772"/>
          </a:xfrm>
        </p:grpSpPr>
        <p:sp>
          <p:nvSpPr>
            <p:cNvPr id="23" name="文本框 22"/>
            <p:cNvSpPr txBox="1"/>
            <p:nvPr/>
          </p:nvSpPr>
          <p:spPr>
            <a:xfrm>
              <a:off x="1285739" y="3180974"/>
              <a:ext cx="1581542" cy="461665"/>
            </a:xfrm>
            <a:prstGeom prst="rect">
              <a:avLst/>
            </a:prstGeom>
            <a:noFill/>
          </p:spPr>
          <p:txBody>
            <a:bodyPr wrap="square" rtlCol="0">
              <a:spAutoFit/>
            </a:bodyPr>
            <a:lstStyle/>
            <a:p>
              <a:r>
                <a:rPr lang="zh-CN" altLang="en-US" sz="2400" b="1" i="0" dirty="0">
                  <a:solidFill>
                    <a:srgbClr val="262626"/>
                  </a:solidFill>
                  <a:effectLst/>
                  <a:latin typeface="微软雅黑" panose="020B0503020204020204" pitchFamily="34" charset="-122"/>
                  <a:ea typeface="微软雅黑" panose="020B0503020204020204" pitchFamily="34" charset="-122"/>
                  <a:cs typeface="阿里巴巴普惠体 2.0 65 Medium" panose="00020600040101010101" pitchFamily="18" charset="-122"/>
                </a:rPr>
                <a:t>教育活动</a:t>
              </a:r>
              <a:endParaRPr lang="zh-CN" altLang="en-US" sz="2400" dirty="0">
                <a:latin typeface="微软雅黑" panose="020B0503020204020204" pitchFamily="34" charset="-122"/>
                <a:ea typeface="微软雅黑" panose="020B0503020204020204" pitchFamily="34" charset="-122"/>
                <a:cs typeface="阿里巴巴普惠体 2.0 65 Medium" panose="00020600040101010101" pitchFamily="18" charset="-122"/>
              </a:endParaRPr>
            </a:p>
          </p:txBody>
        </p:sp>
        <p:sp>
          <p:nvSpPr>
            <p:cNvPr id="24" name="文本框 23"/>
            <p:cNvSpPr txBox="1"/>
            <p:nvPr/>
          </p:nvSpPr>
          <p:spPr>
            <a:xfrm>
              <a:off x="764066" y="3642639"/>
              <a:ext cx="2624891" cy="954107"/>
            </a:xfrm>
            <a:prstGeom prst="rect">
              <a:avLst/>
            </a:prstGeom>
            <a:noFill/>
          </p:spPr>
          <p:txBody>
            <a:bodyPr wrap="square" rtlCol="0">
              <a:spAutoFit/>
            </a:bodyPr>
            <a:lstStyle/>
            <a:p>
              <a:pPr algn="ctr"/>
              <a:r>
                <a:rPr lang="zh-CN" altLang="en-US" sz="1400" dirty="0">
                  <a:solidFill>
                    <a:schemeClr val="tx1">
                      <a:lumMod val="75000"/>
                      <a:lumOff val="25000"/>
                    </a:schemeClr>
                  </a:solidFill>
                  <a:latin typeface="微软雅黑" panose="020B0503020204020204" pitchFamily="34" charset="-122"/>
                  <a:ea typeface="微软雅黑" panose="020B0503020204020204" pitchFamily="34" charset="-122"/>
                  <a:cs typeface="阿里巴巴普惠体 2.0 65 Medium" panose="00020600040101010101" pitchFamily="18" charset="-122"/>
                </a:rPr>
                <a:t>也是中国各民族大团结的政治基础和道德基础。中华民族在几千年的历史中形成了以爱国主义为核心的团结统一、</a:t>
              </a:r>
              <a:endParaRPr lang="zh-CN" altLang="en-US" sz="1400" dirty="0">
                <a:solidFill>
                  <a:schemeClr val="tx1">
                    <a:lumMod val="75000"/>
                    <a:lumOff val="25000"/>
                  </a:schemeClr>
                </a:solidFill>
                <a:latin typeface="微软雅黑" panose="020B0503020204020204" pitchFamily="34" charset="-122"/>
                <a:ea typeface="微软雅黑" panose="020B0503020204020204" pitchFamily="34" charset="-122"/>
                <a:cs typeface="阿里巴巴普惠体 2.0 65 Medium" panose="00020600040101010101" pitchFamily="18" charset="-122"/>
              </a:endParaRPr>
            </a:p>
          </p:txBody>
        </p:sp>
      </p:grpSp>
      <p:grpSp>
        <p:nvGrpSpPr>
          <p:cNvPr id="25" name="组合 24"/>
          <p:cNvGrpSpPr/>
          <p:nvPr/>
        </p:nvGrpSpPr>
        <p:grpSpPr>
          <a:xfrm>
            <a:off x="8689781" y="4054617"/>
            <a:ext cx="2624891" cy="1200329"/>
            <a:chOff x="764066" y="3180974"/>
            <a:chExt cx="2624891" cy="1200329"/>
          </a:xfrm>
        </p:grpSpPr>
        <p:sp>
          <p:nvSpPr>
            <p:cNvPr id="26" name="文本框 25"/>
            <p:cNvSpPr txBox="1"/>
            <p:nvPr/>
          </p:nvSpPr>
          <p:spPr>
            <a:xfrm>
              <a:off x="1334331" y="3180974"/>
              <a:ext cx="1563002" cy="461665"/>
            </a:xfrm>
            <a:prstGeom prst="rect">
              <a:avLst/>
            </a:prstGeom>
            <a:noFill/>
          </p:spPr>
          <p:txBody>
            <a:bodyPr wrap="square" rtlCol="0">
              <a:spAutoFit/>
            </a:bodyPr>
            <a:lstStyle/>
            <a:p>
              <a:r>
                <a:rPr lang="zh-CN" altLang="en-US" sz="2400" b="1" i="0" dirty="0">
                  <a:solidFill>
                    <a:srgbClr val="262626"/>
                  </a:solidFill>
                  <a:effectLst/>
                  <a:latin typeface="微软雅黑" panose="020B0503020204020204" pitchFamily="34" charset="-122"/>
                  <a:ea typeface="微软雅黑" panose="020B0503020204020204" pitchFamily="34" charset="-122"/>
                  <a:cs typeface="阿里巴巴普惠体 2.0 65 Medium" panose="00020600040101010101" pitchFamily="18" charset="-122"/>
                </a:rPr>
                <a:t>教育活动</a:t>
              </a:r>
              <a:endParaRPr lang="zh-CN" altLang="en-US" sz="2400" dirty="0">
                <a:latin typeface="微软雅黑" panose="020B0503020204020204" pitchFamily="34" charset="-122"/>
                <a:ea typeface="微软雅黑" panose="020B0503020204020204" pitchFamily="34" charset="-122"/>
                <a:cs typeface="阿里巴巴普惠体 2.0 65 Medium" panose="00020600040101010101" pitchFamily="18" charset="-122"/>
              </a:endParaRPr>
            </a:p>
          </p:txBody>
        </p:sp>
        <p:sp>
          <p:nvSpPr>
            <p:cNvPr id="27" name="文本框 26"/>
            <p:cNvSpPr txBox="1"/>
            <p:nvPr/>
          </p:nvSpPr>
          <p:spPr>
            <a:xfrm>
              <a:off x="764066" y="3642639"/>
              <a:ext cx="2624891" cy="738664"/>
            </a:xfrm>
            <a:prstGeom prst="rect">
              <a:avLst/>
            </a:prstGeom>
            <a:noFill/>
          </p:spPr>
          <p:txBody>
            <a:bodyPr wrap="square" rtlCol="0">
              <a:spAutoFit/>
            </a:bodyPr>
            <a:lstStyle/>
            <a:p>
              <a:pPr algn="ctr"/>
              <a:r>
                <a:rPr lang="zh-CN" altLang="en-US" sz="1400" dirty="0">
                  <a:solidFill>
                    <a:schemeClr val="tx1">
                      <a:lumMod val="75000"/>
                      <a:lumOff val="25000"/>
                    </a:schemeClr>
                  </a:solidFill>
                  <a:latin typeface="微软雅黑" panose="020B0503020204020204" pitchFamily="34" charset="-122"/>
                  <a:ea typeface="微软雅黑" panose="020B0503020204020204" pitchFamily="34" charset="-122"/>
                  <a:cs typeface="阿里巴巴普惠体 2.0 65 Medium" panose="00020600040101010101" pitchFamily="18" charset="-122"/>
                </a:rPr>
                <a:t>坚持以爱国主义为核心的民族精神是社会主义核心价值体系的基本内容之一。</a:t>
              </a:r>
              <a:endParaRPr lang="zh-CN" altLang="en-US" sz="1400" dirty="0">
                <a:solidFill>
                  <a:schemeClr val="tx1">
                    <a:lumMod val="75000"/>
                    <a:lumOff val="25000"/>
                  </a:schemeClr>
                </a:solidFill>
                <a:latin typeface="微软雅黑" panose="020B0503020204020204" pitchFamily="34" charset="-122"/>
                <a:ea typeface="微软雅黑" panose="020B0503020204020204" pitchFamily="34" charset="-122"/>
                <a:cs typeface="阿里巴巴普惠体 2.0 65 Medium" panose="00020600040101010101" pitchFamily="18" charset="-122"/>
              </a:endParaRPr>
            </a:p>
          </p:txBody>
        </p:sp>
      </p:gr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21" presetClass="entr" presetSubtype="1" fill="hold" nodeType="clickEffect">
                                  <p:stCondLst>
                                    <p:cond delay="0"/>
                                  </p:stCondLst>
                                  <p:childTnLst>
                                    <p:set>
                                      <p:cBhvr>
                                        <p:cTn id="13" dur="1" fill="hold">
                                          <p:stCondLst>
                                            <p:cond delay="0"/>
                                          </p:stCondLst>
                                        </p:cTn>
                                        <p:tgtEl>
                                          <p:spTgt spid="2"/>
                                        </p:tgtEl>
                                        <p:attrNameLst>
                                          <p:attrName>style.visibility</p:attrName>
                                        </p:attrNameLst>
                                      </p:cBhvr>
                                      <p:to>
                                        <p:strVal val="visible"/>
                                      </p:to>
                                    </p:set>
                                    <p:animEffect transition="in" filter="wheel(1)">
                                      <p:cBhvr>
                                        <p:cTn id="14" dur="2000"/>
                                        <p:tgtEl>
                                          <p:spTgt spid="2"/>
                                        </p:tgtEl>
                                      </p:cBhvr>
                                    </p:animEffect>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nodeType="clickEffect">
                                  <p:stCondLst>
                                    <p:cond delay="0"/>
                                  </p:stCondLst>
                                  <p:childTnLst>
                                    <p:set>
                                      <p:cBhvr>
                                        <p:cTn id="18" dur="1" fill="hold">
                                          <p:stCondLst>
                                            <p:cond delay="0"/>
                                          </p:stCondLst>
                                        </p:cTn>
                                        <p:tgtEl>
                                          <p:spTgt spid="10"/>
                                        </p:tgtEl>
                                        <p:attrNameLst>
                                          <p:attrName>style.visibility</p:attrName>
                                        </p:attrNameLst>
                                      </p:cBhvr>
                                      <p:to>
                                        <p:strVal val="visible"/>
                                      </p:to>
                                    </p:set>
                                    <p:anim calcmode="lin" valueType="num">
                                      <p:cBhvr additive="base">
                                        <p:cTn id="19" dur="500" fill="hold"/>
                                        <p:tgtEl>
                                          <p:spTgt spid="10"/>
                                        </p:tgtEl>
                                        <p:attrNameLst>
                                          <p:attrName>ppt_x</p:attrName>
                                        </p:attrNameLst>
                                      </p:cBhvr>
                                      <p:tavLst>
                                        <p:tav tm="0">
                                          <p:val>
                                            <p:strVal val="0-#ppt_w/2"/>
                                          </p:val>
                                        </p:tav>
                                        <p:tav tm="100000">
                                          <p:val>
                                            <p:strVal val="#ppt_x"/>
                                          </p:val>
                                        </p:tav>
                                      </p:tavLst>
                                    </p:anim>
                                    <p:anim calcmode="lin" valueType="num">
                                      <p:cBhvr additive="base">
                                        <p:cTn id="20" dur="500" fill="hold"/>
                                        <p:tgtEl>
                                          <p:spTgt spid="10"/>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2" fill="hold" nodeType="clickEffect">
                                  <p:stCondLst>
                                    <p:cond delay="0"/>
                                  </p:stCondLst>
                                  <p:childTnLst>
                                    <p:set>
                                      <p:cBhvr>
                                        <p:cTn id="24" dur="1" fill="hold">
                                          <p:stCondLst>
                                            <p:cond delay="0"/>
                                          </p:stCondLst>
                                        </p:cTn>
                                        <p:tgtEl>
                                          <p:spTgt spid="13"/>
                                        </p:tgtEl>
                                        <p:attrNameLst>
                                          <p:attrName>style.visibility</p:attrName>
                                        </p:attrNameLst>
                                      </p:cBhvr>
                                      <p:to>
                                        <p:strVal val="visible"/>
                                      </p:to>
                                    </p:set>
                                    <p:anim calcmode="lin" valueType="num">
                                      <p:cBhvr additive="base">
                                        <p:cTn id="25" dur="500" fill="hold"/>
                                        <p:tgtEl>
                                          <p:spTgt spid="13"/>
                                        </p:tgtEl>
                                        <p:attrNameLst>
                                          <p:attrName>ppt_x</p:attrName>
                                        </p:attrNameLst>
                                      </p:cBhvr>
                                      <p:tavLst>
                                        <p:tav tm="0">
                                          <p:val>
                                            <p:strVal val="1+#ppt_w/2"/>
                                          </p:val>
                                        </p:tav>
                                        <p:tav tm="100000">
                                          <p:val>
                                            <p:strVal val="#ppt_x"/>
                                          </p:val>
                                        </p:tav>
                                      </p:tavLst>
                                    </p:anim>
                                    <p:anim calcmode="lin" valueType="num">
                                      <p:cBhvr additive="base">
                                        <p:cTn id="26" dur="500" fill="hold"/>
                                        <p:tgtEl>
                                          <p:spTgt spid="13"/>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nodeType="clickEffect">
                                  <p:stCondLst>
                                    <p:cond delay="0"/>
                                  </p:stCondLst>
                                  <p:childTnLst>
                                    <p:set>
                                      <p:cBhvr>
                                        <p:cTn id="30" dur="1" fill="hold">
                                          <p:stCondLst>
                                            <p:cond delay="0"/>
                                          </p:stCondLst>
                                        </p:cTn>
                                        <p:tgtEl>
                                          <p:spTgt spid="22"/>
                                        </p:tgtEl>
                                        <p:attrNameLst>
                                          <p:attrName>style.visibility</p:attrName>
                                        </p:attrNameLst>
                                      </p:cBhvr>
                                      <p:to>
                                        <p:strVal val="visible"/>
                                      </p:to>
                                    </p:set>
                                    <p:animEffect transition="in" filter="fade">
                                      <p:cBhvr>
                                        <p:cTn id="31" dur="1000"/>
                                        <p:tgtEl>
                                          <p:spTgt spid="22"/>
                                        </p:tgtEl>
                                      </p:cBhvr>
                                    </p:animEffect>
                                    <p:anim calcmode="lin" valueType="num">
                                      <p:cBhvr>
                                        <p:cTn id="32" dur="1000" fill="hold"/>
                                        <p:tgtEl>
                                          <p:spTgt spid="22"/>
                                        </p:tgtEl>
                                        <p:attrNameLst>
                                          <p:attrName>ppt_x</p:attrName>
                                        </p:attrNameLst>
                                      </p:cBhvr>
                                      <p:tavLst>
                                        <p:tav tm="0">
                                          <p:val>
                                            <p:strVal val="#ppt_x"/>
                                          </p:val>
                                        </p:tav>
                                        <p:tav tm="100000">
                                          <p:val>
                                            <p:strVal val="#ppt_x"/>
                                          </p:val>
                                        </p:tav>
                                      </p:tavLst>
                                    </p:anim>
                                    <p:anim calcmode="lin" valueType="num">
                                      <p:cBhvr>
                                        <p:cTn id="33" dur="1000" fill="hold"/>
                                        <p:tgtEl>
                                          <p:spTgt spid="22"/>
                                        </p:tgtEl>
                                        <p:attrNameLst>
                                          <p:attrName>ppt_y</p:attrName>
                                        </p:attrNameLst>
                                      </p:cBhvr>
                                      <p:tavLst>
                                        <p:tav tm="0">
                                          <p:val>
                                            <p:strVal val="#ppt_y+.1"/>
                                          </p:val>
                                        </p:tav>
                                        <p:tav tm="100000">
                                          <p:val>
                                            <p:strVal val="#ppt_y"/>
                                          </p:val>
                                        </p:tav>
                                      </p:tavLst>
                                    </p:anim>
                                  </p:childTnLst>
                                </p:cTn>
                              </p:par>
                              <p:par>
                                <p:cTn id="34" presetID="42" presetClass="entr" presetSubtype="0" fill="hold" nodeType="withEffect">
                                  <p:stCondLst>
                                    <p:cond delay="0"/>
                                  </p:stCondLst>
                                  <p:childTnLst>
                                    <p:set>
                                      <p:cBhvr>
                                        <p:cTn id="35" dur="1" fill="hold">
                                          <p:stCondLst>
                                            <p:cond delay="0"/>
                                          </p:stCondLst>
                                        </p:cTn>
                                        <p:tgtEl>
                                          <p:spTgt spid="16"/>
                                        </p:tgtEl>
                                        <p:attrNameLst>
                                          <p:attrName>style.visibility</p:attrName>
                                        </p:attrNameLst>
                                      </p:cBhvr>
                                      <p:to>
                                        <p:strVal val="visible"/>
                                      </p:to>
                                    </p:set>
                                    <p:animEffect transition="in" filter="fade">
                                      <p:cBhvr>
                                        <p:cTn id="36" dur="1000"/>
                                        <p:tgtEl>
                                          <p:spTgt spid="16"/>
                                        </p:tgtEl>
                                      </p:cBhvr>
                                    </p:animEffect>
                                    <p:anim calcmode="lin" valueType="num">
                                      <p:cBhvr>
                                        <p:cTn id="37" dur="1000" fill="hold"/>
                                        <p:tgtEl>
                                          <p:spTgt spid="16"/>
                                        </p:tgtEl>
                                        <p:attrNameLst>
                                          <p:attrName>ppt_x</p:attrName>
                                        </p:attrNameLst>
                                      </p:cBhvr>
                                      <p:tavLst>
                                        <p:tav tm="0">
                                          <p:val>
                                            <p:strVal val="#ppt_x"/>
                                          </p:val>
                                        </p:tav>
                                        <p:tav tm="100000">
                                          <p:val>
                                            <p:strVal val="#ppt_x"/>
                                          </p:val>
                                        </p:tav>
                                      </p:tavLst>
                                    </p:anim>
                                    <p:anim calcmode="lin" valueType="num">
                                      <p:cBhvr>
                                        <p:cTn id="38" dur="1000" fill="hold"/>
                                        <p:tgtEl>
                                          <p:spTgt spid="16"/>
                                        </p:tgtEl>
                                        <p:attrNameLst>
                                          <p:attrName>ppt_y</p:attrName>
                                        </p:attrNameLst>
                                      </p:cBhvr>
                                      <p:tavLst>
                                        <p:tav tm="0">
                                          <p:val>
                                            <p:strVal val="#ppt_y+.1"/>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42" presetClass="entr" presetSubtype="0" fill="hold" nodeType="clickEffect">
                                  <p:stCondLst>
                                    <p:cond delay="0"/>
                                  </p:stCondLst>
                                  <p:childTnLst>
                                    <p:set>
                                      <p:cBhvr>
                                        <p:cTn id="42" dur="1" fill="hold">
                                          <p:stCondLst>
                                            <p:cond delay="0"/>
                                          </p:stCondLst>
                                        </p:cTn>
                                        <p:tgtEl>
                                          <p:spTgt spid="19"/>
                                        </p:tgtEl>
                                        <p:attrNameLst>
                                          <p:attrName>style.visibility</p:attrName>
                                        </p:attrNameLst>
                                      </p:cBhvr>
                                      <p:to>
                                        <p:strVal val="visible"/>
                                      </p:to>
                                    </p:set>
                                    <p:animEffect transition="in" filter="fade">
                                      <p:cBhvr>
                                        <p:cTn id="43" dur="1000"/>
                                        <p:tgtEl>
                                          <p:spTgt spid="19"/>
                                        </p:tgtEl>
                                      </p:cBhvr>
                                    </p:animEffect>
                                    <p:anim calcmode="lin" valueType="num">
                                      <p:cBhvr>
                                        <p:cTn id="44" dur="1000" fill="hold"/>
                                        <p:tgtEl>
                                          <p:spTgt spid="19"/>
                                        </p:tgtEl>
                                        <p:attrNameLst>
                                          <p:attrName>ppt_x</p:attrName>
                                        </p:attrNameLst>
                                      </p:cBhvr>
                                      <p:tavLst>
                                        <p:tav tm="0">
                                          <p:val>
                                            <p:strVal val="#ppt_x"/>
                                          </p:val>
                                        </p:tav>
                                        <p:tav tm="100000">
                                          <p:val>
                                            <p:strVal val="#ppt_x"/>
                                          </p:val>
                                        </p:tav>
                                      </p:tavLst>
                                    </p:anim>
                                    <p:anim calcmode="lin" valueType="num">
                                      <p:cBhvr>
                                        <p:cTn id="45" dur="1000" fill="hold"/>
                                        <p:tgtEl>
                                          <p:spTgt spid="19"/>
                                        </p:tgtEl>
                                        <p:attrNameLst>
                                          <p:attrName>ppt_y</p:attrName>
                                        </p:attrNameLst>
                                      </p:cBhvr>
                                      <p:tavLst>
                                        <p:tav tm="0">
                                          <p:val>
                                            <p:strVal val="#ppt_y+.1"/>
                                          </p:val>
                                        </p:tav>
                                        <p:tav tm="100000">
                                          <p:val>
                                            <p:strVal val="#ppt_y"/>
                                          </p:val>
                                        </p:tav>
                                      </p:tavLst>
                                    </p:anim>
                                  </p:childTnLst>
                                </p:cTn>
                              </p:par>
                              <p:par>
                                <p:cTn id="46" presetID="42" presetClass="entr" presetSubtype="0" fill="hold" nodeType="withEffect">
                                  <p:stCondLst>
                                    <p:cond delay="0"/>
                                  </p:stCondLst>
                                  <p:childTnLst>
                                    <p:set>
                                      <p:cBhvr>
                                        <p:cTn id="47" dur="1" fill="hold">
                                          <p:stCondLst>
                                            <p:cond delay="0"/>
                                          </p:stCondLst>
                                        </p:cTn>
                                        <p:tgtEl>
                                          <p:spTgt spid="25"/>
                                        </p:tgtEl>
                                        <p:attrNameLst>
                                          <p:attrName>style.visibility</p:attrName>
                                        </p:attrNameLst>
                                      </p:cBhvr>
                                      <p:to>
                                        <p:strVal val="visible"/>
                                      </p:to>
                                    </p:set>
                                    <p:animEffect transition="in" filter="fade">
                                      <p:cBhvr>
                                        <p:cTn id="48" dur="1000"/>
                                        <p:tgtEl>
                                          <p:spTgt spid="25"/>
                                        </p:tgtEl>
                                      </p:cBhvr>
                                    </p:animEffect>
                                    <p:anim calcmode="lin" valueType="num">
                                      <p:cBhvr>
                                        <p:cTn id="49" dur="1000" fill="hold"/>
                                        <p:tgtEl>
                                          <p:spTgt spid="25"/>
                                        </p:tgtEl>
                                        <p:attrNameLst>
                                          <p:attrName>ppt_x</p:attrName>
                                        </p:attrNameLst>
                                      </p:cBhvr>
                                      <p:tavLst>
                                        <p:tav tm="0">
                                          <p:val>
                                            <p:strVal val="#ppt_x"/>
                                          </p:val>
                                        </p:tav>
                                        <p:tav tm="100000">
                                          <p:val>
                                            <p:strVal val="#ppt_x"/>
                                          </p:val>
                                        </p:tav>
                                      </p:tavLst>
                                    </p:anim>
                                    <p:anim calcmode="lin" valueType="num">
                                      <p:cBhvr>
                                        <p:cTn id="50" dur="1000" fill="hold"/>
                                        <p:tgtEl>
                                          <p:spTgt spid="2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767408" y="620690"/>
            <a:ext cx="3960440" cy="846817"/>
            <a:chOff x="191344" y="174130"/>
            <a:chExt cx="3960440" cy="846817"/>
          </a:xfrm>
        </p:grpSpPr>
        <p:grpSp>
          <p:nvGrpSpPr>
            <p:cNvPr id="5" name="组合 4"/>
            <p:cNvGrpSpPr/>
            <p:nvPr/>
          </p:nvGrpSpPr>
          <p:grpSpPr>
            <a:xfrm>
              <a:off x="431433" y="253069"/>
              <a:ext cx="3720351" cy="767878"/>
              <a:chOff x="3402338" y="4170387"/>
              <a:chExt cx="6546490" cy="767878"/>
            </a:xfrm>
          </p:grpSpPr>
          <p:sp>
            <p:nvSpPr>
              <p:cNvPr id="7" name="文本框 6"/>
              <p:cNvSpPr txBox="1"/>
              <p:nvPr/>
            </p:nvSpPr>
            <p:spPr>
              <a:xfrm>
                <a:off x="3403381" y="4170387"/>
                <a:ext cx="6545447" cy="584775"/>
              </a:xfrm>
              <a:prstGeom prst="rect">
                <a:avLst/>
              </a:prstGeom>
              <a:noFill/>
            </p:spPr>
            <p:txBody>
              <a:bodyPr wrap="square" rtlCol="0">
                <a:spAutoFit/>
              </a:bodyPr>
              <a:lstStyle/>
              <a:p>
                <a:pPr algn="dist"/>
                <a:r>
                  <a:rPr lang="zh-CN" altLang="en-US" sz="3200" b="1" dirty="0">
                    <a:ln w="15875">
                      <a:noFill/>
                    </a:ln>
                    <a:gradFill flip="none" rotWithShape="1">
                      <a:gsLst>
                        <a:gs pos="0">
                          <a:srgbClr val="F94739"/>
                        </a:gs>
                        <a:gs pos="86000">
                          <a:srgbClr val="BF2833"/>
                        </a:gs>
                      </a:gsLst>
                      <a:lin ang="5400000" scaled="1"/>
                      <a:tileRect/>
                    </a:gradFill>
                    <a:effectLst>
                      <a:outerShdw blurRad="38100" dist="38100" dir="2700000" algn="tl">
                        <a:srgbClr val="75161B">
                          <a:alpha val="43000"/>
                        </a:srgbClr>
                      </a:outerShdw>
                    </a:effectLst>
                    <a:latin typeface="阿里巴巴普惠体 2.0 75 SemiBold" panose="00020600040101010101" pitchFamily="18" charset="-122"/>
                    <a:ea typeface="阿里巴巴普惠体 2.0 75 SemiBold" panose="00020600040101010101" pitchFamily="18" charset="-122"/>
                    <a:cs typeface="阿里巴巴普惠体 2.0 75 SemiBold" panose="00020600040101010101" pitchFamily="18" charset="-122"/>
                  </a:rPr>
                  <a:t>爱国主义教育活动</a:t>
                </a:r>
                <a:endParaRPr lang="zh-CN" altLang="en-US" sz="3200" b="1" dirty="0">
                  <a:ln w="15875">
                    <a:noFill/>
                  </a:ln>
                  <a:gradFill flip="none" rotWithShape="1">
                    <a:gsLst>
                      <a:gs pos="0">
                        <a:srgbClr val="F94739"/>
                      </a:gs>
                      <a:gs pos="86000">
                        <a:srgbClr val="BF2833"/>
                      </a:gs>
                    </a:gsLst>
                    <a:lin ang="5400000" scaled="1"/>
                    <a:tileRect/>
                  </a:gradFill>
                  <a:effectLst>
                    <a:outerShdw blurRad="38100" dist="38100" dir="2700000" algn="tl">
                      <a:srgbClr val="75161B">
                        <a:alpha val="43000"/>
                      </a:srgbClr>
                    </a:outerShdw>
                  </a:effectLst>
                  <a:latin typeface="阿里巴巴普惠体 2.0 75 SemiBold" panose="00020600040101010101" pitchFamily="18" charset="-122"/>
                  <a:ea typeface="阿里巴巴普惠体 2.0 75 SemiBold" panose="00020600040101010101" pitchFamily="18" charset="-122"/>
                  <a:cs typeface="阿里巴巴普惠体 2.0 75 SemiBold" panose="00020600040101010101" pitchFamily="18" charset="-122"/>
                </a:endParaRPr>
              </a:p>
            </p:txBody>
          </p:sp>
          <p:sp>
            <p:nvSpPr>
              <p:cNvPr id="8" name="文本框 7"/>
              <p:cNvSpPr txBox="1"/>
              <p:nvPr/>
            </p:nvSpPr>
            <p:spPr>
              <a:xfrm>
                <a:off x="3402338" y="4676655"/>
                <a:ext cx="5651078" cy="261610"/>
              </a:xfrm>
              <a:prstGeom prst="rect">
                <a:avLst/>
              </a:prstGeom>
              <a:noFill/>
            </p:spPr>
            <p:txBody>
              <a:bodyPr wrap="square" rtlCol="0">
                <a:spAutoFit/>
              </a:bodyPr>
              <a:lstStyle/>
              <a:p>
                <a:pPr algn="dist"/>
                <a:r>
                  <a:rPr lang="en-US" altLang="zh-CN" sz="1100" dirty="0">
                    <a:solidFill>
                      <a:schemeClr val="tx1">
                        <a:lumMod val="85000"/>
                        <a:lumOff val="15000"/>
                      </a:schemeClr>
                    </a:solidFill>
                    <a:latin typeface="微软雅黑" panose="020B0503020204020204" pitchFamily="34" charset="-122"/>
                    <a:ea typeface="微软雅黑" panose="020B0503020204020204" pitchFamily="34" charset="-122"/>
                    <a:cs typeface="阿里巴巴普惠体 2.0 45 Light" panose="00020600040101010101" pitchFamily="18" charset="-122"/>
                  </a:rPr>
                  <a:t>ORIGIN OF THE HOLIDAY</a:t>
                </a:r>
                <a:endParaRPr lang="zh-CN" altLang="en-US" sz="1100" dirty="0">
                  <a:solidFill>
                    <a:schemeClr val="tx1">
                      <a:lumMod val="85000"/>
                      <a:lumOff val="15000"/>
                    </a:schemeClr>
                  </a:solidFill>
                  <a:latin typeface="微软雅黑" panose="020B0503020204020204" pitchFamily="34" charset="-122"/>
                  <a:ea typeface="微软雅黑" panose="020B0503020204020204" pitchFamily="34" charset="-122"/>
                  <a:cs typeface="阿里巴巴普惠体 2.0 45 Light" panose="00020600040101010101" pitchFamily="18" charset="-122"/>
                </a:endParaRPr>
              </a:p>
            </p:txBody>
          </p:sp>
        </p:grpSp>
        <p:sp>
          <p:nvSpPr>
            <p:cNvPr id="6" name="矩形 5"/>
            <p:cNvSpPr/>
            <p:nvPr/>
          </p:nvSpPr>
          <p:spPr>
            <a:xfrm>
              <a:off x="191344" y="174130"/>
              <a:ext cx="144016" cy="792088"/>
            </a:xfrm>
            <a:prstGeom prst="rect">
              <a:avLst/>
            </a:prstGeom>
            <a:solidFill>
              <a:srgbClr val="C00000"/>
            </a:solidFill>
            <a:ln>
              <a:no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 name="组合 1"/>
          <p:cNvGrpSpPr/>
          <p:nvPr/>
        </p:nvGrpSpPr>
        <p:grpSpPr>
          <a:xfrm>
            <a:off x="983432" y="1760860"/>
            <a:ext cx="3640987" cy="3980136"/>
            <a:chOff x="983432" y="1760860"/>
            <a:chExt cx="3640986" cy="3980136"/>
          </a:xfrm>
        </p:grpSpPr>
        <p:grpSp>
          <p:nvGrpSpPr>
            <p:cNvPr id="3" name="Group 19"/>
            <p:cNvGrpSpPr/>
            <p:nvPr/>
          </p:nvGrpSpPr>
          <p:grpSpPr>
            <a:xfrm rot="16200000">
              <a:off x="2062664" y="4431515"/>
              <a:ext cx="1587429" cy="554736"/>
              <a:chOff x="3206750" y="3243263"/>
              <a:chExt cx="2625725" cy="917574"/>
            </a:xfrm>
          </p:grpSpPr>
          <p:sp>
            <p:nvSpPr>
              <p:cNvPr id="27" name="Freeform 10"/>
              <p:cNvSpPr/>
              <p:nvPr/>
            </p:nvSpPr>
            <p:spPr bwMode="auto">
              <a:xfrm>
                <a:off x="3206750" y="3243263"/>
                <a:ext cx="2625725" cy="849312"/>
              </a:xfrm>
              <a:custGeom>
                <a:avLst/>
                <a:gdLst>
                  <a:gd name="T0" fmla="*/ 0 w 690"/>
                  <a:gd name="T1" fmla="*/ 223 h 223"/>
                  <a:gd name="T2" fmla="*/ 690 w 690"/>
                  <a:gd name="T3" fmla="*/ 0 h 223"/>
                </a:gdLst>
                <a:ahLst/>
                <a:cxnLst>
                  <a:cxn ang="0">
                    <a:pos x="T0" y="T1"/>
                  </a:cxn>
                  <a:cxn ang="0">
                    <a:pos x="T2" y="T3"/>
                  </a:cxn>
                </a:cxnLst>
                <a:rect l="0" t="0" r="r" b="b"/>
                <a:pathLst>
                  <a:path w="690" h="223">
                    <a:moveTo>
                      <a:pt x="0" y="223"/>
                    </a:moveTo>
                    <a:cubicBezTo>
                      <a:pt x="154" y="223"/>
                      <a:pt x="508" y="133"/>
                      <a:pt x="690" y="0"/>
                    </a:cubicBezTo>
                  </a:path>
                </a:pathLst>
              </a:custGeom>
              <a:noFill/>
              <a:ln w="19050" cap="rnd">
                <a:solidFill>
                  <a:schemeClr val="tx1">
                    <a:lumMod val="50000"/>
                    <a:lumOff val="50000"/>
                  </a:schemeClr>
                </a:solidFill>
                <a:prstDash val="solid"/>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ru-RU"/>
              </a:p>
            </p:txBody>
          </p:sp>
          <p:sp>
            <p:nvSpPr>
              <p:cNvPr id="28" name="Freeform 11"/>
              <p:cNvSpPr/>
              <p:nvPr/>
            </p:nvSpPr>
            <p:spPr bwMode="auto">
              <a:xfrm>
                <a:off x="3206750" y="4013200"/>
                <a:ext cx="160338" cy="147637"/>
              </a:xfrm>
              <a:custGeom>
                <a:avLst/>
                <a:gdLst>
                  <a:gd name="T0" fmla="*/ 101 w 101"/>
                  <a:gd name="T1" fmla="*/ 93 h 93"/>
                  <a:gd name="T2" fmla="*/ 0 w 101"/>
                  <a:gd name="T3" fmla="*/ 50 h 93"/>
                  <a:gd name="T4" fmla="*/ 96 w 101"/>
                  <a:gd name="T5" fmla="*/ 0 h 93"/>
                </a:gdLst>
                <a:ahLst/>
                <a:cxnLst>
                  <a:cxn ang="0">
                    <a:pos x="T0" y="T1"/>
                  </a:cxn>
                  <a:cxn ang="0">
                    <a:pos x="T2" y="T3"/>
                  </a:cxn>
                  <a:cxn ang="0">
                    <a:pos x="T4" y="T5"/>
                  </a:cxn>
                </a:cxnLst>
                <a:rect l="0" t="0" r="r" b="b"/>
                <a:pathLst>
                  <a:path w="101" h="93">
                    <a:moveTo>
                      <a:pt x="101" y="93"/>
                    </a:moveTo>
                    <a:lnTo>
                      <a:pt x="0" y="50"/>
                    </a:lnTo>
                    <a:lnTo>
                      <a:pt x="96" y="0"/>
                    </a:lnTo>
                  </a:path>
                </a:pathLst>
              </a:custGeom>
              <a:noFill/>
              <a:ln w="19050" cap="rnd">
                <a:solidFill>
                  <a:schemeClr val="tx1">
                    <a:lumMod val="50000"/>
                    <a:lumOff val="50000"/>
                  </a:schemeClr>
                </a:solidFill>
                <a:prstDash val="solid"/>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ru-RU"/>
              </a:p>
            </p:txBody>
          </p:sp>
        </p:grpSp>
        <p:grpSp>
          <p:nvGrpSpPr>
            <p:cNvPr id="9" name="Group 22"/>
            <p:cNvGrpSpPr/>
            <p:nvPr/>
          </p:nvGrpSpPr>
          <p:grpSpPr>
            <a:xfrm rot="16200000">
              <a:off x="2062665" y="2531205"/>
              <a:ext cx="1587429" cy="554736"/>
              <a:chOff x="6350000" y="3243263"/>
              <a:chExt cx="2625725" cy="917574"/>
            </a:xfrm>
          </p:grpSpPr>
          <p:sp>
            <p:nvSpPr>
              <p:cNvPr id="25" name="Freeform 12"/>
              <p:cNvSpPr/>
              <p:nvPr/>
            </p:nvSpPr>
            <p:spPr bwMode="auto">
              <a:xfrm>
                <a:off x="6350000" y="3243263"/>
                <a:ext cx="2625725" cy="849312"/>
              </a:xfrm>
              <a:custGeom>
                <a:avLst/>
                <a:gdLst>
                  <a:gd name="T0" fmla="*/ 690 w 690"/>
                  <a:gd name="T1" fmla="*/ 223 h 223"/>
                  <a:gd name="T2" fmla="*/ 0 w 690"/>
                  <a:gd name="T3" fmla="*/ 0 h 223"/>
                </a:gdLst>
                <a:ahLst/>
                <a:cxnLst>
                  <a:cxn ang="0">
                    <a:pos x="T0" y="T1"/>
                  </a:cxn>
                  <a:cxn ang="0">
                    <a:pos x="T2" y="T3"/>
                  </a:cxn>
                </a:cxnLst>
                <a:rect l="0" t="0" r="r" b="b"/>
                <a:pathLst>
                  <a:path w="690" h="223">
                    <a:moveTo>
                      <a:pt x="690" y="223"/>
                    </a:moveTo>
                    <a:cubicBezTo>
                      <a:pt x="536" y="223"/>
                      <a:pt x="182" y="133"/>
                      <a:pt x="0" y="0"/>
                    </a:cubicBezTo>
                  </a:path>
                </a:pathLst>
              </a:custGeom>
              <a:noFill/>
              <a:ln w="19050" cap="rnd">
                <a:solidFill>
                  <a:schemeClr val="tx1">
                    <a:lumMod val="50000"/>
                    <a:lumOff val="50000"/>
                  </a:schemeClr>
                </a:solidFill>
                <a:prstDash val="solid"/>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ru-RU"/>
              </a:p>
            </p:txBody>
          </p:sp>
          <p:sp>
            <p:nvSpPr>
              <p:cNvPr id="26" name="Freeform 13"/>
              <p:cNvSpPr/>
              <p:nvPr/>
            </p:nvSpPr>
            <p:spPr bwMode="auto">
              <a:xfrm>
                <a:off x="8816975" y="4013200"/>
                <a:ext cx="158750" cy="147637"/>
              </a:xfrm>
              <a:custGeom>
                <a:avLst/>
                <a:gdLst>
                  <a:gd name="T0" fmla="*/ 4 w 100"/>
                  <a:gd name="T1" fmla="*/ 0 h 93"/>
                  <a:gd name="T2" fmla="*/ 100 w 100"/>
                  <a:gd name="T3" fmla="*/ 50 h 93"/>
                  <a:gd name="T4" fmla="*/ 0 w 100"/>
                  <a:gd name="T5" fmla="*/ 93 h 93"/>
                </a:gdLst>
                <a:ahLst/>
                <a:cxnLst>
                  <a:cxn ang="0">
                    <a:pos x="T0" y="T1"/>
                  </a:cxn>
                  <a:cxn ang="0">
                    <a:pos x="T2" y="T3"/>
                  </a:cxn>
                  <a:cxn ang="0">
                    <a:pos x="T4" y="T5"/>
                  </a:cxn>
                </a:cxnLst>
                <a:rect l="0" t="0" r="r" b="b"/>
                <a:pathLst>
                  <a:path w="100" h="93">
                    <a:moveTo>
                      <a:pt x="4" y="0"/>
                    </a:moveTo>
                    <a:lnTo>
                      <a:pt x="100" y="50"/>
                    </a:lnTo>
                    <a:lnTo>
                      <a:pt x="0" y="93"/>
                    </a:lnTo>
                  </a:path>
                </a:pathLst>
              </a:custGeom>
              <a:noFill/>
              <a:ln w="19050" cap="rnd">
                <a:solidFill>
                  <a:schemeClr val="tx1">
                    <a:lumMod val="50000"/>
                    <a:lumOff val="50000"/>
                  </a:schemeClr>
                </a:solidFill>
                <a:prstDash val="solid"/>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ru-RU"/>
              </a:p>
            </p:txBody>
          </p:sp>
        </p:grpSp>
        <p:sp>
          <p:nvSpPr>
            <p:cNvPr id="10" name="Line 14"/>
            <p:cNvSpPr>
              <a:spLocks noChangeShapeType="1"/>
            </p:cNvSpPr>
            <p:nvPr/>
          </p:nvSpPr>
          <p:spPr bwMode="auto">
            <a:xfrm rot="16200000">
              <a:off x="3063200" y="3274540"/>
              <a:ext cx="0" cy="968377"/>
            </a:xfrm>
            <a:prstGeom prst="line">
              <a:avLst/>
            </a:prstGeom>
            <a:noFill/>
            <a:ln w="19050" cap="rnd">
              <a:solidFill>
                <a:schemeClr val="tx1">
                  <a:lumMod val="50000"/>
                  <a:lumOff val="50000"/>
                </a:schemeClr>
              </a:solidFill>
              <a:prstDash val="solid"/>
              <a:rou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ru-RU"/>
            </a:p>
          </p:txBody>
        </p:sp>
        <p:sp>
          <p:nvSpPr>
            <p:cNvPr id="11" name="Freeform 15"/>
            <p:cNvSpPr/>
            <p:nvPr/>
          </p:nvSpPr>
          <p:spPr bwMode="auto">
            <a:xfrm rot="16200000">
              <a:off x="3454293" y="3711701"/>
              <a:ext cx="92136" cy="94056"/>
            </a:xfrm>
            <a:custGeom>
              <a:avLst/>
              <a:gdLst>
                <a:gd name="T0" fmla="*/ 96 w 96"/>
                <a:gd name="T1" fmla="*/ 0 h 98"/>
                <a:gd name="T2" fmla="*/ 48 w 96"/>
                <a:gd name="T3" fmla="*/ 98 h 98"/>
                <a:gd name="T4" fmla="*/ 0 w 96"/>
                <a:gd name="T5" fmla="*/ 0 h 98"/>
              </a:gdLst>
              <a:ahLst/>
              <a:cxnLst>
                <a:cxn ang="0">
                  <a:pos x="T0" y="T1"/>
                </a:cxn>
                <a:cxn ang="0">
                  <a:pos x="T2" y="T3"/>
                </a:cxn>
                <a:cxn ang="0">
                  <a:pos x="T4" y="T5"/>
                </a:cxn>
              </a:cxnLst>
              <a:rect l="0" t="0" r="r" b="b"/>
              <a:pathLst>
                <a:path w="96" h="98">
                  <a:moveTo>
                    <a:pt x="96" y="0"/>
                  </a:moveTo>
                  <a:lnTo>
                    <a:pt x="48" y="98"/>
                  </a:lnTo>
                  <a:lnTo>
                    <a:pt x="0" y="0"/>
                  </a:lnTo>
                </a:path>
              </a:pathLst>
            </a:custGeom>
            <a:noFill/>
            <a:ln w="19050" cap="rnd">
              <a:solidFill>
                <a:schemeClr val="tx1"/>
              </a:solidFill>
              <a:prstDash val="solid"/>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ru-RU"/>
            </a:p>
          </p:txBody>
        </p:sp>
        <p:grpSp>
          <p:nvGrpSpPr>
            <p:cNvPr id="12" name="组合 11"/>
            <p:cNvGrpSpPr/>
            <p:nvPr/>
          </p:nvGrpSpPr>
          <p:grpSpPr>
            <a:xfrm>
              <a:off x="3500361" y="1760860"/>
              <a:ext cx="720080" cy="603972"/>
              <a:chOff x="3500361" y="1760860"/>
              <a:chExt cx="720080" cy="603972"/>
            </a:xfrm>
          </p:grpSpPr>
          <p:sp>
            <p:nvSpPr>
              <p:cNvPr id="23" name="Oval 10"/>
              <p:cNvSpPr>
                <a:spLocks noChangeArrowheads="1"/>
              </p:cNvSpPr>
              <p:nvPr/>
            </p:nvSpPr>
            <p:spPr bwMode="auto">
              <a:xfrm>
                <a:off x="3537030" y="1760860"/>
                <a:ext cx="603226" cy="603972"/>
              </a:xfrm>
              <a:prstGeom prst="ellipse">
                <a:avLst/>
              </a:prstGeom>
              <a:gradFill>
                <a:gsLst>
                  <a:gs pos="0">
                    <a:srgbClr val="C30F0F">
                      <a:lumMod val="90000"/>
                      <a:lumOff val="10000"/>
                    </a:srgbClr>
                  </a:gs>
                  <a:gs pos="54000">
                    <a:srgbClr val="C30F0F"/>
                  </a:gs>
                </a:gsLst>
                <a:lin ang="5400000" scaled="1"/>
              </a:gradFill>
              <a:ln>
                <a:noFill/>
              </a:ln>
              <a:effectLst>
                <a:outerShdw blurRad="254000" dist="101600" dir="5400000" algn="ctr" rotWithShape="0">
                  <a:srgbClr val="C30F0F">
                    <a:alpha val="23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468000" rtlCol="0" anchor="ctr"/>
              <a:lstStyle/>
              <a:p>
                <a:pPr algn="ctr"/>
                <a:endParaRPr lang="ru-RU" sz="2400" dirty="0">
                  <a:ln w="19050">
                    <a:noFill/>
                  </a:ln>
                  <a:gradFill>
                    <a:gsLst>
                      <a:gs pos="100000">
                        <a:srgbClr val="E9BE61"/>
                      </a:gs>
                      <a:gs pos="49000">
                        <a:srgbClr val="FEEFAC"/>
                      </a:gs>
                    </a:gsLst>
                    <a:lin ang="5400000" scaled="0"/>
                  </a:gradFill>
                  <a:latin typeface="思源宋体 CN Heavy" panose="02020900000000000000" pitchFamily="18" charset="-122"/>
                  <a:ea typeface="思源宋体 CN Heavy" panose="02020900000000000000" pitchFamily="18" charset="-122"/>
                </a:endParaRPr>
              </a:p>
            </p:txBody>
          </p:sp>
          <p:sp>
            <p:nvSpPr>
              <p:cNvPr id="24" name="文本框 23"/>
              <p:cNvSpPr txBox="1"/>
              <p:nvPr/>
            </p:nvSpPr>
            <p:spPr>
              <a:xfrm>
                <a:off x="3500361" y="1862791"/>
                <a:ext cx="720080" cy="400110"/>
              </a:xfrm>
              <a:prstGeom prst="rect">
                <a:avLst/>
              </a:prstGeom>
              <a:noFill/>
            </p:spPr>
            <p:txBody>
              <a:bodyPr wrap="square" rtlCol="0">
                <a:spAutoFit/>
              </a:bodyPr>
              <a:lstStyle/>
              <a:p>
                <a:pPr algn="ctr"/>
                <a:r>
                  <a:rPr lang="en-US" altLang="zh-CN" sz="2000" dirty="0">
                    <a:solidFill>
                      <a:schemeClr val="bg1"/>
                    </a:solidFill>
                    <a:latin typeface="思源宋体 CN Heavy" panose="02020900000000000000" pitchFamily="18" charset="-122"/>
                    <a:ea typeface="思源宋体 CN Heavy" panose="02020900000000000000" pitchFamily="18" charset="-122"/>
                  </a:rPr>
                  <a:t>01</a:t>
                </a:r>
                <a:endParaRPr lang="zh-CN" altLang="en-US" sz="2000" dirty="0">
                  <a:solidFill>
                    <a:schemeClr val="bg1"/>
                  </a:solidFill>
                  <a:latin typeface="思源宋体 CN Heavy" panose="02020900000000000000" pitchFamily="18" charset="-122"/>
                  <a:ea typeface="思源宋体 CN Heavy" panose="02020900000000000000" pitchFamily="18" charset="-122"/>
                </a:endParaRPr>
              </a:p>
            </p:txBody>
          </p:sp>
        </p:grpSp>
        <p:grpSp>
          <p:nvGrpSpPr>
            <p:cNvPr id="13" name="组合 12"/>
            <p:cNvGrpSpPr/>
            <p:nvPr/>
          </p:nvGrpSpPr>
          <p:grpSpPr>
            <a:xfrm>
              <a:off x="3904338" y="3419768"/>
              <a:ext cx="720080" cy="649692"/>
              <a:chOff x="3904338" y="3419768"/>
              <a:chExt cx="720080" cy="649692"/>
            </a:xfrm>
          </p:grpSpPr>
          <p:sp>
            <p:nvSpPr>
              <p:cNvPr id="21" name="Oval 10"/>
              <p:cNvSpPr>
                <a:spLocks noChangeArrowheads="1"/>
              </p:cNvSpPr>
              <p:nvPr/>
            </p:nvSpPr>
            <p:spPr bwMode="auto">
              <a:xfrm>
                <a:off x="3939934" y="3419768"/>
                <a:ext cx="648888" cy="649692"/>
              </a:xfrm>
              <a:prstGeom prst="ellipse">
                <a:avLst/>
              </a:prstGeom>
              <a:gradFill>
                <a:gsLst>
                  <a:gs pos="0">
                    <a:srgbClr val="C30F0F">
                      <a:lumMod val="90000"/>
                      <a:lumOff val="10000"/>
                    </a:srgbClr>
                  </a:gs>
                  <a:gs pos="54000">
                    <a:srgbClr val="C30F0F"/>
                  </a:gs>
                </a:gsLst>
                <a:lin ang="5400000" scaled="1"/>
              </a:gradFill>
              <a:ln>
                <a:noFill/>
              </a:ln>
              <a:effectLst>
                <a:outerShdw blurRad="254000" dist="101600" dir="5400000" algn="ctr" rotWithShape="0">
                  <a:srgbClr val="C30F0F">
                    <a:alpha val="23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468000" rtlCol="0" anchor="ctr"/>
              <a:lstStyle/>
              <a:p>
                <a:endParaRPr lang="ru-RU" sz="2400">
                  <a:ln w="19050">
                    <a:noFill/>
                  </a:ln>
                  <a:gradFill>
                    <a:gsLst>
                      <a:gs pos="100000">
                        <a:srgbClr val="E9BE61"/>
                      </a:gs>
                      <a:gs pos="49000">
                        <a:srgbClr val="FEEFAC"/>
                      </a:gs>
                    </a:gsLst>
                    <a:lin ang="5400000" scaled="0"/>
                  </a:gradFill>
                  <a:latin typeface="思源宋体 CN Heavy" panose="02020900000000000000" pitchFamily="18" charset="-122"/>
                  <a:ea typeface="思源宋体 CN Heavy" panose="02020900000000000000" pitchFamily="18" charset="-122"/>
                </a:endParaRPr>
              </a:p>
            </p:txBody>
          </p:sp>
          <p:sp>
            <p:nvSpPr>
              <p:cNvPr id="22" name="文本框 21"/>
              <p:cNvSpPr txBox="1"/>
              <p:nvPr/>
            </p:nvSpPr>
            <p:spPr>
              <a:xfrm>
                <a:off x="3904338" y="3542771"/>
                <a:ext cx="720080" cy="400110"/>
              </a:xfrm>
              <a:prstGeom prst="rect">
                <a:avLst/>
              </a:prstGeom>
              <a:noFill/>
            </p:spPr>
            <p:txBody>
              <a:bodyPr wrap="square" rtlCol="0">
                <a:spAutoFit/>
              </a:bodyPr>
              <a:lstStyle/>
              <a:p>
                <a:pPr algn="ctr"/>
                <a:r>
                  <a:rPr lang="en-US" altLang="zh-CN" sz="2000" dirty="0">
                    <a:solidFill>
                      <a:schemeClr val="bg1"/>
                    </a:solidFill>
                    <a:latin typeface="思源宋体 CN Heavy" panose="02020900000000000000" pitchFamily="18" charset="-122"/>
                    <a:ea typeface="思源宋体 CN Heavy" panose="02020900000000000000" pitchFamily="18" charset="-122"/>
                  </a:rPr>
                  <a:t>02</a:t>
                </a:r>
                <a:endParaRPr lang="zh-CN" altLang="en-US" sz="2000" dirty="0">
                  <a:solidFill>
                    <a:schemeClr val="bg1"/>
                  </a:solidFill>
                  <a:latin typeface="思源宋体 CN Heavy" panose="02020900000000000000" pitchFamily="18" charset="-122"/>
                  <a:ea typeface="思源宋体 CN Heavy" panose="02020900000000000000" pitchFamily="18" charset="-122"/>
                </a:endParaRPr>
              </a:p>
            </p:txBody>
          </p:sp>
        </p:grpSp>
        <p:grpSp>
          <p:nvGrpSpPr>
            <p:cNvPr id="14" name="组合 13"/>
            <p:cNvGrpSpPr/>
            <p:nvPr/>
          </p:nvGrpSpPr>
          <p:grpSpPr>
            <a:xfrm>
              <a:off x="3478603" y="5137024"/>
              <a:ext cx="720080" cy="603972"/>
              <a:chOff x="3478603" y="5137024"/>
              <a:chExt cx="720080" cy="603972"/>
            </a:xfrm>
          </p:grpSpPr>
          <p:sp>
            <p:nvSpPr>
              <p:cNvPr id="19" name="Oval 10"/>
              <p:cNvSpPr>
                <a:spLocks noChangeArrowheads="1"/>
              </p:cNvSpPr>
              <p:nvPr/>
            </p:nvSpPr>
            <p:spPr bwMode="auto">
              <a:xfrm>
                <a:off x="3537030" y="5137024"/>
                <a:ext cx="603226" cy="603972"/>
              </a:xfrm>
              <a:prstGeom prst="ellipse">
                <a:avLst/>
              </a:prstGeom>
              <a:gradFill>
                <a:gsLst>
                  <a:gs pos="0">
                    <a:srgbClr val="C30F0F">
                      <a:lumMod val="90000"/>
                      <a:lumOff val="10000"/>
                    </a:srgbClr>
                  </a:gs>
                  <a:gs pos="54000">
                    <a:srgbClr val="C30F0F"/>
                  </a:gs>
                </a:gsLst>
                <a:lin ang="5400000" scaled="1"/>
              </a:gradFill>
              <a:ln>
                <a:noFill/>
              </a:ln>
              <a:effectLst>
                <a:outerShdw blurRad="254000" dist="101600" dir="5400000" algn="ctr" rotWithShape="0">
                  <a:srgbClr val="C30F0F">
                    <a:alpha val="23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468000" rtlCol="0" anchor="ctr"/>
              <a:lstStyle/>
              <a:p>
                <a:endParaRPr lang="ru-RU" sz="2400">
                  <a:ln w="19050">
                    <a:noFill/>
                  </a:ln>
                  <a:gradFill>
                    <a:gsLst>
                      <a:gs pos="100000">
                        <a:srgbClr val="E9BE61"/>
                      </a:gs>
                      <a:gs pos="49000">
                        <a:srgbClr val="FEEFAC"/>
                      </a:gs>
                    </a:gsLst>
                    <a:lin ang="5400000" scaled="0"/>
                  </a:gradFill>
                  <a:latin typeface="思源宋体 CN Heavy" panose="02020900000000000000" pitchFamily="18" charset="-122"/>
                  <a:ea typeface="思源宋体 CN Heavy" panose="02020900000000000000" pitchFamily="18" charset="-122"/>
                </a:endParaRPr>
              </a:p>
            </p:txBody>
          </p:sp>
          <p:sp>
            <p:nvSpPr>
              <p:cNvPr id="20" name="文本框 19"/>
              <p:cNvSpPr txBox="1"/>
              <p:nvPr/>
            </p:nvSpPr>
            <p:spPr>
              <a:xfrm>
                <a:off x="3478603" y="5263603"/>
                <a:ext cx="720080" cy="400110"/>
              </a:xfrm>
              <a:prstGeom prst="rect">
                <a:avLst/>
              </a:prstGeom>
              <a:noFill/>
            </p:spPr>
            <p:txBody>
              <a:bodyPr wrap="square" rtlCol="0">
                <a:spAutoFit/>
              </a:bodyPr>
              <a:lstStyle/>
              <a:p>
                <a:pPr algn="ctr"/>
                <a:r>
                  <a:rPr lang="en-US" altLang="zh-CN" sz="2000" dirty="0">
                    <a:solidFill>
                      <a:schemeClr val="bg1"/>
                    </a:solidFill>
                    <a:latin typeface="思源宋体 CN Heavy" panose="02020900000000000000" pitchFamily="18" charset="-122"/>
                    <a:ea typeface="思源宋体 CN Heavy" panose="02020900000000000000" pitchFamily="18" charset="-122"/>
                  </a:rPr>
                  <a:t>03</a:t>
                </a:r>
                <a:endParaRPr lang="zh-CN" altLang="en-US" sz="2000" dirty="0">
                  <a:solidFill>
                    <a:schemeClr val="bg1"/>
                  </a:solidFill>
                  <a:latin typeface="思源宋体 CN Heavy" panose="02020900000000000000" pitchFamily="18" charset="-122"/>
                  <a:ea typeface="思源宋体 CN Heavy" panose="02020900000000000000" pitchFamily="18" charset="-122"/>
                </a:endParaRPr>
              </a:p>
            </p:txBody>
          </p:sp>
        </p:grpSp>
        <p:grpSp>
          <p:nvGrpSpPr>
            <p:cNvPr id="15" name="组合 14"/>
            <p:cNvGrpSpPr/>
            <p:nvPr/>
          </p:nvGrpSpPr>
          <p:grpSpPr>
            <a:xfrm>
              <a:off x="983432" y="3068960"/>
              <a:ext cx="1377826" cy="1379534"/>
              <a:chOff x="983432" y="3068960"/>
              <a:chExt cx="1377826" cy="1379534"/>
            </a:xfrm>
          </p:grpSpPr>
          <p:sp>
            <p:nvSpPr>
              <p:cNvPr id="16" name="Oval 10"/>
              <p:cNvSpPr>
                <a:spLocks noChangeArrowheads="1"/>
              </p:cNvSpPr>
              <p:nvPr/>
            </p:nvSpPr>
            <p:spPr bwMode="auto">
              <a:xfrm>
                <a:off x="983432" y="3068960"/>
                <a:ext cx="1377826" cy="1379534"/>
              </a:xfrm>
              <a:prstGeom prst="ellipse">
                <a:avLst/>
              </a:prstGeom>
              <a:solidFill>
                <a:srgbClr val="C00000">
                  <a:alpha val="24000"/>
                </a:srgb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468000" rtlCol="0" anchor="ctr"/>
              <a:lstStyle/>
              <a:p>
                <a:endParaRPr lang="ru-RU" sz="2400">
                  <a:ln w="19050">
                    <a:noFill/>
                  </a:ln>
                  <a:gradFill>
                    <a:gsLst>
                      <a:gs pos="100000">
                        <a:srgbClr val="E9BE61"/>
                      </a:gs>
                      <a:gs pos="49000">
                        <a:srgbClr val="FEEFAC"/>
                      </a:gs>
                    </a:gsLst>
                    <a:lin ang="5400000" scaled="0"/>
                  </a:gradFill>
                  <a:latin typeface="思源宋体 CN Heavy" panose="02020900000000000000" pitchFamily="18" charset="-122"/>
                  <a:ea typeface="思源宋体 CN Heavy" panose="02020900000000000000" pitchFamily="18" charset="-122"/>
                </a:endParaRPr>
              </a:p>
            </p:txBody>
          </p:sp>
          <p:sp>
            <p:nvSpPr>
              <p:cNvPr id="17" name="Oval 10"/>
              <p:cNvSpPr>
                <a:spLocks noChangeArrowheads="1"/>
              </p:cNvSpPr>
              <p:nvPr/>
            </p:nvSpPr>
            <p:spPr bwMode="auto">
              <a:xfrm>
                <a:off x="1065880" y="3151510"/>
                <a:ext cx="1212930" cy="1214434"/>
              </a:xfrm>
              <a:prstGeom prst="ellipse">
                <a:avLst/>
              </a:prstGeom>
              <a:gradFill>
                <a:gsLst>
                  <a:gs pos="0">
                    <a:srgbClr val="C30F0F">
                      <a:lumMod val="90000"/>
                      <a:lumOff val="10000"/>
                    </a:srgbClr>
                  </a:gs>
                  <a:gs pos="54000">
                    <a:srgbClr val="C30F0F"/>
                  </a:gs>
                </a:gsLst>
                <a:lin ang="5400000" scaled="1"/>
              </a:gradFill>
              <a:ln w="6350">
                <a:solidFill>
                  <a:schemeClr val="bg1"/>
                </a:solidFill>
              </a:ln>
              <a:effectLst>
                <a:outerShdw blurRad="254000" dist="101600" dir="5400000" algn="ctr" rotWithShape="0">
                  <a:srgbClr val="C30F0F">
                    <a:alpha val="23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468000" rtlCol="0" anchor="ctr"/>
              <a:lstStyle/>
              <a:p>
                <a:endParaRPr lang="ru-RU" sz="2400" dirty="0">
                  <a:ln w="19050">
                    <a:noFill/>
                  </a:ln>
                  <a:gradFill>
                    <a:gsLst>
                      <a:gs pos="100000">
                        <a:srgbClr val="E9BE61"/>
                      </a:gs>
                      <a:gs pos="49000">
                        <a:srgbClr val="FEEFAC"/>
                      </a:gs>
                    </a:gsLst>
                    <a:lin ang="5400000" scaled="0"/>
                  </a:gradFill>
                  <a:latin typeface="思源宋体 CN Heavy" panose="02020900000000000000" pitchFamily="18" charset="-122"/>
                  <a:ea typeface="思源宋体 CN Heavy" panose="02020900000000000000" pitchFamily="18" charset="-122"/>
                </a:endParaRPr>
              </a:p>
            </p:txBody>
          </p:sp>
          <p:sp>
            <p:nvSpPr>
              <p:cNvPr id="18" name="KSO_Shape"/>
              <p:cNvSpPr/>
              <p:nvPr/>
            </p:nvSpPr>
            <p:spPr bwMode="auto">
              <a:xfrm>
                <a:off x="1404396" y="3426098"/>
                <a:ext cx="535898" cy="650889"/>
              </a:xfrm>
              <a:custGeom>
                <a:avLst/>
                <a:gdLst>
                  <a:gd name="T0" fmla="*/ 440790 w 2792413"/>
                  <a:gd name="T1" fmla="*/ 2575798 h 3389313"/>
                  <a:gd name="T2" fmla="*/ 1147253 w 2792413"/>
                  <a:gd name="T3" fmla="*/ 1201035 h 3389313"/>
                  <a:gd name="T4" fmla="*/ 1223433 w 2792413"/>
                  <a:gd name="T5" fmla="*/ 1473921 h 3389313"/>
                  <a:gd name="T6" fmla="*/ 1315165 w 2792413"/>
                  <a:gd name="T7" fmla="*/ 1458373 h 3389313"/>
                  <a:gd name="T8" fmla="*/ 1462128 w 2792413"/>
                  <a:gd name="T9" fmla="*/ 1368574 h 3389313"/>
                  <a:gd name="T10" fmla="*/ 1552274 w 2792413"/>
                  <a:gd name="T11" fmla="*/ 1517392 h 3389313"/>
                  <a:gd name="T12" fmla="*/ 1632262 w 2792413"/>
                  <a:gd name="T13" fmla="*/ 1262910 h 3389313"/>
                  <a:gd name="T14" fmla="*/ 1689714 w 2792413"/>
                  <a:gd name="T15" fmla="*/ 1093784 h 3389313"/>
                  <a:gd name="T16" fmla="*/ 1947454 w 2792413"/>
                  <a:gd name="T17" fmla="*/ 1176285 h 3389313"/>
                  <a:gd name="T18" fmla="*/ 2040457 w 2792413"/>
                  <a:gd name="T19" fmla="*/ 1240064 h 3389313"/>
                  <a:gd name="T20" fmla="*/ 2124889 w 2792413"/>
                  <a:gd name="T21" fmla="*/ 1394276 h 3389313"/>
                  <a:gd name="T22" fmla="*/ 2358823 w 2792413"/>
                  <a:gd name="T23" fmla="*/ 1575460 h 3389313"/>
                  <a:gd name="T24" fmla="*/ 2669254 w 2792413"/>
                  <a:gd name="T25" fmla="*/ 1240381 h 3389313"/>
                  <a:gd name="T26" fmla="*/ 2738767 w 2792413"/>
                  <a:gd name="T27" fmla="*/ 1227371 h 3389313"/>
                  <a:gd name="T28" fmla="*/ 2783840 w 2792413"/>
                  <a:gd name="T29" fmla="*/ 1283853 h 3389313"/>
                  <a:gd name="T30" fmla="*/ 2705122 w 2792413"/>
                  <a:gd name="T31" fmla="*/ 1422200 h 3389313"/>
                  <a:gd name="T32" fmla="*/ 2761621 w 2792413"/>
                  <a:gd name="T33" fmla="*/ 1492008 h 3389313"/>
                  <a:gd name="T34" fmla="*/ 2775270 w 2792413"/>
                  <a:gd name="T35" fmla="*/ 1582441 h 3389313"/>
                  <a:gd name="T36" fmla="*/ 2740355 w 2792413"/>
                  <a:gd name="T37" fmla="*/ 1669383 h 3389313"/>
                  <a:gd name="T38" fmla="*/ 2438811 w 2792413"/>
                  <a:gd name="T39" fmla="*/ 2001606 h 3389313"/>
                  <a:gd name="T40" fmla="*/ 2326447 w 2792413"/>
                  <a:gd name="T41" fmla="*/ 2083155 h 3389313"/>
                  <a:gd name="T42" fmla="*/ 2234397 w 2792413"/>
                  <a:gd name="T43" fmla="*/ 2095530 h 3389313"/>
                  <a:gd name="T44" fmla="*/ 2140759 w 2792413"/>
                  <a:gd name="T45" fmla="*/ 2059674 h 3389313"/>
                  <a:gd name="T46" fmla="*/ 2049979 w 2792413"/>
                  <a:gd name="T47" fmla="*/ 1965116 h 3389313"/>
                  <a:gd name="T48" fmla="*/ 1428165 w 2792413"/>
                  <a:gd name="T49" fmla="*/ 2143126 h 3389313"/>
                  <a:gd name="T50" fmla="*/ 1429434 w 2792413"/>
                  <a:gd name="T51" fmla="*/ 1759182 h 3389313"/>
                  <a:gd name="T52" fmla="*/ 1368174 w 2792413"/>
                  <a:gd name="T53" fmla="*/ 1755057 h 3389313"/>
                  <a:gd name="T54" fmla="*/ 1337384 w 2792413"/>
                  <a:gd name="T55" fmla="*/ 1826769 h 3389313"/>
                  <a:gd name="T56" fmla="*/ 852376 w 2792413"/>
                  <a:gd name="T57" fmla="*/ 1682710 h 3389313"/>
                  <a:gd name="T58" fmla="*/ 784766 w 2792413"/>
                  <a:gd name="T59" fmla="*/ 2018424 h 3389313"/>
                  <a:gd name="T60" fmla="*/ 485762 w 2792413"/>
                  <a:gd name="T61" fmla="*/ 1784884 h 3389313"/>
                  <a:gd name="T62" fmla="*/ 583526 w 2792413"/>
                  <a:gd name="T63" fmla="*/ 1432036 h 3389313"/>
                  <a:gd name="T64" fmla="*/ 667641 w 2792413"/>
                  <a:gd name="T65" fmla="*/ 1278141 h 3389313"/>
                  <a:gd name="T66" fmla="*/ 848249 w 2792413"/>
                  <a:gd name="T67" fmla="*/ 1188343 h 3389313"/>
                  <a:gd name="T68" fmla="*/ 1117099 w 2792413"/>
                  <a:gd name="T69" fmla="*/ 1090294 h 3389313"/>
                  <a:gd name="T70" fmla="*/ 1495426 w 2792413"/>
                  <a:gd name="T71" fmla="*/ 10798 h 3389313"/>
                  <a:gd name="T72" fmla="*/ 1596073 w 2792413"/>
                  <a:gd name="T73" fmla="*/ 50816 h 3389313"/>
                  <a:gd name="T74" fmla="*/ 1679258 w 2792413"/>
                  <a:gd name="T75" fmla="*/ 116241 h 3389313"/>
                  <a:gd name="T76" fmla="*/ 1743076 w 2792413"/>
                  <a:gd name="T77" fmla="*/ 203263 h 3389313"/>
                  <a:gd name="T78" fmla="*/ 1802448 w 2792413"/>
                  <a:gd name="T79" fmla="*/ 402397 h 3389313"/>
                  <a:gd name="T80" fmla="*/ 1849121 w 2792413"/>
                  <a:gd name="T81" fmla="*/ 458612 h 3389313"/>
                  <a:gd name="T82" fmla="*/ 1861186 w 2792413"/>
                  <a:gd name="T83" fmla="*/ 526260 h 3389313"/>
                  <a:gd name="T84" fmla="*/ 1823086 w 2792413"/>
                  <a:gd name="T85" fmla="*/ 626621 h 3389313"/>
                  <a:gd name="T86" fmla="*/ 1771651 w 2792413"/>
                  <a:gd name="T87" fmla="*/ 681248 h 3389313"/>
                  <a:gd name="T88" fmla="*/ 1688148 w 2792413"/>
                  <a:gd name="T89" fmla="*/ 863867 h 3389313"/>
                  <a:gd name="T90" fmla="*/ 1552576 w 2792413"/>
                  <a:gd name="T91" fmla="*/ 992176 h 3389313"/>
                  <a:gd name="T92" fmla="*/ 1464628 w 2792413"/>
                  <a:gd name="T93" fmla="*/ 1024254 h 3389313"/>
                  <a:gd name="T94" fmla="*/ 1364933 w 2792413"/>
                  <a:gd name="T95" fmla="*/ 1028383 h 3389313"/>
                  <a:gd name="T96" fmla="*/ 1273493 w 2792413"/>
                  <a:gd name="T97" fmla="*/ 1003928 h 3389313"/>
                  <a:gd name="T98" fmla="*/ 1136333 w 2792413"/>
                  <a:gd name="T99" fmla="*/ 893721 h 3389313"/>
                  <a:gd name="T100" fmla="*/ 1043305 w 2792413"/>
                  <a:gd name="T101" fmla="*/ 719677 h 3389313"/>
                  <a:gd name="T102" fmla="*/ 984250 w 2792413"/>
                  <a:gd name="T103" fmla="*/ 642183 h 3389313"/>
                  <a:gd name="T104" fmla="*/ 943610 w 2792413"/>
                  <a:gd name="T105" fmla="*/ 580887 h 3389313"/>
                  <a:gd name="T106" fmla="*/ 930275 w 2792413"/>
                  <a:gd name="T107" fmla="*/ 508792 h 3389313"/>
                  <a:gd name="T108" fmla="*/ 958215 w 2792413"/>
                  <a:gd name="T109" fmla="*/ 440826 h 3389313"/>
                  <a:gd name="T110" fmla="*/ 1010603 w 2792413"/>
                  <a:gd name="T111" fmla="*/ 336019 h 3389313"/>
                  <a:gd name="T112" fmla="*/ 1081405 w 2792413"/>
                  <a:gd name="T113" fmla="*/ 168327 h 3389313"/>
                  <a:gd name="T114" fmla="*/ 1152525 w 2792413"/>
                  <a:gd name="T115" fmla="*/ 89245 h 3389313"/>
                  <a:gd name="T116" fmla="*/ 1242060 w 2792413"/>
                  <a:gd name="T117" fmla="*/ 32713 h 3389313"/>
                  <a:gd name="T118" fmla="*/ 1348105 w 2792413"/>
                  <a:gd name="T119" fmla="*/ 3494 h 33893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2792413" h="3389313">
                    <a:moveTo>
                      <a:pt x="520700" y="2665413"/>
                    </a:moveTo>
                    <a:lnTo>
                      <a:pt x="2271713" y="2665413"/>
                    </a:lnTo>
                    <a:lnTo>
                      <a:pt x="2258063" y="3389313"/>
                    </a:lnTo>
                    <a:lnTo>
                      <a:pt x="534985" y="3389313"/>
                    </a:lnTo>
                    <a:lnTo>
                      <a:pt x="520700" y="2665413"/>
                    </a:lnTo>
                    <a:close/>
                    <a:moveTo>
                      <a:pt x="0" y="2312988"/>
                    </a:moveTo>
                    <a:lnTo>
                      <a:pt x="2792413" y="2312988"/>
                    </a:lnTo>
                    <a:lnTo>
                      <a:pt x="2504058" y="3016251"/>
                    </a:lnTo>
                    <a:lnTo>
                      <a:pt x="2343366" y="3016251"/>
                    </a:lnTo>
                    <a:lnTo>
                      <a:pt x="2351623" y="2575798"/>
                    </a:lnTo>
                    <a:lnTo>
                      <a:pt x="440790" y="2575798"/>
                    </a:lnTo>
                    <a:lnTo>
                      <a:pt x="449047" y="3016251"/>
                    </a:lnTo>
                    <a:lnTo>
                      <a:pt x="288355" y="3016251"/>
                    </a:lnTo>
                    <a:lnTo>
                      <a:pt x="0" y="2312988"/>
                    </a:lnTo>
                    <a:close/>
                    <a:moveTo>
                      <a:pt x="1131065" y="1087438"/>
                    </a:moveTo>
                    <a:lnTo>
                      <a:pt x="1131065" y="1087755"/>
                    </a:lnTo>
                    <a:lnTo>
                      <a:pt x="1131700" y="1087438"/>
                    </a:lnTo>
                    <a:lnTo>
                      <a:pt x="1133287" y="1104890"/>
                    </a:lnTo>
                    <a:lnTo>
                      <a:pt x="1135826" y="1125198"/>
                    </a:lnTo>
                    <a:lnTo>
                      <a:pt x="1138683" y="1148044"/>
                    </a:lnTo>
                    <a:lnTo>
                      <a:pt x="1142492" y="1173112"/>
                    </a:lnTo>
                    <a:lnTo>
                      <a:pt x="1147253" y="1201035"/>
                    </a:lnTo>
                    <a:lnTo>
                      <a:pt x="1153284" y="1231179"/>
                    </a:lnTo>
                    <a:lnTo>
                      <a:pt x="1160267" y="1262910"/>
                    </a:lnTo>
                    <a:lnTo>
                      <a:pt x="1168520" y="1297180"/>
                    </a:lnTo>
                    <a:lnTo>
                      <a:pt x="1178042" y="1333670"/>
                    </a:lnTo>
                    <a:lnTo>
                      <a:pt x="1183439" y="1352074"/>
                    </a:lnTo>
                    <a:lnTo>
                      <a:pt x="1188835" y="1371430"/>
                    </a:lnTo>
                    <a:lnTo>
                      <a:pt x="1195183" y="1391103"/>
                    </a:lnTo>
                    <a:lnTo>
                      <a:pt x="1201531" y="1411094"/>
                    </a:lnTo>
                    <a:lnTo>
                      <a:pt x="1208514" y="1431719"/>
                    </a:lnTo>
                    <a:lnTo>
                      <a:pt x="1215497" y="1452344"/>
                    </a:lnTo>
                    <a:lnTo>
                      <a:pt x="1223433" y="1473921"/>
                    </a:lnTo>
                    <a:lnTo>
                      <a:pt x="1231685" y="1495498"/>
                    </a:lnTo>
                    <a:lnTo>
                      <a:pt x="1240573" y="1517392"/>
                    </a:lnTo>
                    <a:lnTo>
                      <a:pt x="1249461" y="1539604"/>
                    </a:lnTo>
                    <a:lnTo>
                      <a:pt x="1258983" y="1562450"/>
                    </a:lnTo>
                    <a:lnTo>
                      <a:pt x="1269458" y="1585296"/>
                    </a:lnTo>
                    <a:lnTo>
                      <a:pt x="1279932" y="1608460"/>
                    </a:lnTo>
                    <a:lnTo>
                      <a:pt x="1291359" y="1632258"/>
                    </a:lnTo>
                    <a:lnTo>
                      <a:pt x="1294851" y="1601162"/>
                    </a:lnTo>
                    <a:lnTo>
                      <a:pt x="1298977" y="1571018"/>
                    </a:lnTo>
                    <a:lnTo>
                      <a:pt x="1306913" y="1512315"/>
                    </a:lnTo>
                    <a:lnTo>
                      <a:pt x="1315165" y="1458373"/>
                    </a:lnTo>
                    <a:lnTo>
                      <a:pt x="1323101" y="1409824"/>
                    </a:lnTo>
                    <a:lnTo>
                      <a:pt x="1330084" y="1368574"/>
                    </a:lnTo>
                    <a:lnTo>
                      <a:pt x="1336115" y="1335574"/>
                    </a:lnTo>
                    <a:lnTo>
                      <a:pt x="1342780" y="1300670"/>
                    </a:lnTo>
                    <a:lnTo>
                      <a:pt x="1298025" y="1196275"/>
                    </a:lnTo>
                    <a:lnTo>
                      <a:pt x="1370395" y="1127736"/>
                    </a:lnTo>
                    <a:lnTo>
                      <a:pt x="1421817" y="1127736"/>
                    </a:lnTo>
                    <a:lnTo>
                      <a:pt x="1494187" y="1196275"/>
                    </a:lnTo>
                    <a:lnTo>
                      <a:pt x="1449749" y="1300670"/>
                    </a:lnTo>
                    <a:lnTo>
                      <a:pt x="1456415" y="1335574"/>
                    </a:lnTo>
                    <a:lnTo>
                      <a:pt x="1462128" y="1368574"/>
                    </a:lnTo>
                    <a:lnTo>
                      <a:pt x="1469746" y="1409824"/>
                    </a:lnTo>
                    <a:lnTo>
                      <a:pt x="1477364" y="1458373"/>
                    </a:lnTo>
                    <a:lnTo>
                      <a:pt x="1485617" y="1512315"/>
                    </a:lnTo>
                    <a:lnTo>
                      <a:pt x="1493869" y="1571018"/>
                    </a:lnTo>
                    <a:lnTo>
                      <a:pt x="1497678" y="1601162"/>
                    </a:lnTo>
                    <a:lnTo>
                      <a:pt x="1501170" y="1632258"/>
                    </a:lnTo>
                    <a:lnTo>
                      <a:pt x="1512279" y="1608460"/>
                    </a:lnTo>
                    <a:lnTo>
                      <a:pt x="1523072" y="1585296"/>
                    </a:lnTo>
                    <a:lnTo>
                      <a:pt x="1533229" y="1562450"/>
                    </a:lnTo>
                    <a:lnTo>
                      <a:pt x="1542751" y="1539604"/>
                    </a:lnTo>
                    <a:lnTo>
                      <a:pt x="1552274" y="1517392"/>
                    </a:lnTo>
                    <a:lnTo>
                      <a:pt x="1560844" y="1495498"/>
                    </a:lnTo>
                    <a:lnTo>
                      <a:pt x="1568779" y="1473921"/>
                    </a:lnTo>
                    <a:lnTo>
                      <a:pt x="1576715" y="1452344"/>
                    </a:lnTo>
                    <a:lnTo>
                      <a:pt x="1584015" y="1431719"/>
                    </a:lnTo>
                    <a:lnTo>
                      <a:pt x="1590681" y="1411094"/>
                    </a:lnTo>
                    <a:lnTo>
                      <a:pt x="1597346" y="1391103"/>
                    </a:lnTo>
                    <a:lnTo>
                      <a:pt x="1603377" y="1371430"/>
                    </a:lnTo>
                    <a:lnTo>
                      <a:pt x="1609408" y="1352074"/>
                    </a:lnTo>
                    <a:lnTo>
                      <a:pt x="1614487" y="1333670"/>
                    </a:lnTo>
                    <a:lnTo>
                      <a:pt x="1624327" y="1297180"/>
                    </a:lnTo>
                    <a:lnTo>
                      <a:pt x="1632262" y="1262910"/>
                    </a:lnTo>
                    <a:lnTo>
                      <a:pt x="1639563" y="1231179"/>
                    </a:lnTo>
                    <a:lnTo>
                      <a:pt x="1644959" y="1201035"/>
                    </a:lnTo>
                    <a:lnTo>
                      <a:pt x="1649720" y="1173112"/>
                    </a:lnTo>
                    <a:lnTo>
                      <a:pt x="1653846" y="1148044"/>
                    </a:lnTo>
                    <a:lnTo>
                      <a:pt x="1657020" y="1125198"/>
                    </a:lnTo>
                    <a:lnTo>
                      <a:pt x="1659242" y="1104890"/>
                    </a:lnTo>
                    <a:lnTo>
                      <a:pt x="1660829" y="1087438"/>
                    </a:lnTo>
                    <a:lnTo>
                      <a:pt x="1661464" y="1087755"/>
                    </a:lnTo>
                    <a:lnTo>
                      <a:pt x="1661464" y="1087438"/>
                    </a:lnTo>
                    <a:lnTo>
                      <a:pt x="1675430" y="1090294"/>
                    </a:lnTo>
                    <a:lnTo>
                      <a:pt x="1689714" y="1093784"/>
                    </a:lnTo>
                    <a:lnTo>
                      <a:pt x="1703998" y="1097592"/>
                    </a:lnTo>
                    <a:lnTo>
                      <a:pt x="1718916" y="1101400"/>
                    </a:lnTo>
                    <a:lnTo>
                      <a:pt x="1749705" y="1110919"/>
                    </a:lnTo>
                    <a:lnTo>
                      <a:pt x="1782399" y="1120756"/>
                    </a:lnTo>
                    <a:lnTo>
                      <a:pt x="1812871" y="1129640"/>
                    </a:lnTo>
                    <a:lnTo>
                      <a:pt x="1841120" y="1138208"/>
                    </a:lnTo>
                    <a:lnTo>
                      <a:pt x="1866831" y="1146458"/>
                    </a:lnTo>
                    <a:lnTo>
                      <a:pt x="1890002" y="1154390"/>
                    </a:lnTo>
                    <a:lnTo>
                      <a:pt x="1911269" y="1162006"/>
                    </a:lnTo>
                    <a:lnTo>
                      <a:pt x="1930314" y="1168987"/>
                    </a:lnTo>
                    <a:lnTo>
                      <a:pt x="1947454" y="1176285"/>
                    </a:lnTo>
                    <a:lnTo>
                      <a:pt x="1962690" y="1183266"/>
                    </a:lnTo>
                    <a:lnTo>
                      <a:pt x="1976021" y="1189612"/>
                    </a:lnTo>
                    <a:lnTo>
                      <a:pt x="1987766" y="1195958"/>
                    </a:lnTo>
                    <a:lnTo>
                      <a:pt x="1998240" y="1201670"/>
                    </a:lnTo>
                    <a:lnTo>
                      <a:pt x="2006811" y="1207381"/>
                    </a:lnTo>
                    <a:lnTo>
                      <a:pt x="2014111" y="1212775"/>
                    </a:lnTo>
                    <a:lnTo>
                      <a:pt x="2020142" y="1218487"/>
                    </a:lnTo>
                    <a:lnTo>
                      <a:pt x="2025221" y="1223564"/>
                    </a:lnTo>
                    <a:lnTo>
                      <a:pt x="2029030" y="1228641"/>
                    </a:lnTo>
                    <a:lnTo>
                      <a:pt x="2035061" y="1234035"/>
                    </a:lnTo>
                    <a:lnTo>
                      <a:pt x="2040457" y="1240064"/>
                    </a:lnTo>
                    <a:lnTo>
                      <a:pt x="2046170" y="1246410"/>
                    </a:lnTo>
                    <a:lnTo>
                      <a:pt x="2051249" y="1252756"/>
                    </a:lnTo>
                    <a:lnTo>
                      <a:pt x="2056010" y="1259420"/>
                    </a:lnTo>
                    <a:lnTo>
                      <a:pt x="2060771" y="1266401"/>
                    </a:lnTo>
                    <a:lnTo>
                      <a:pt x="2065215" y="1273699"/>
                    </a:lnTo>
                    <a:lnTo>
                      <a:pt x="2068706" y="1281631"/>
                    </a:lnTo>
                    <a:lnTo>
                      <a:pt x="2069976" y="1283535"/>
                    </a:lnTo>
                    <a:lnTo>
                      <a:pt x="2072833" y="1289564"/>
                    </a:lnTo>
                    <a:lnTo>
                      <a:pt x="2083942" y="1312410"/>
                    </a:lnTo>
                    <a:lnTo>
                      <a:pt x="2101717" y="1348584"/>
                    </a:lnTo>
                    <a:lnTo>
                      <a:pt x="2124889" y="1394276"/>
                    </a:lnTo>
                    <a:lnTo>
                      <a:pt x="2151869" y="1446950"/>
                    </a:lnTo>
                    <a:lnTo>
                      <a:pt x="2182341" y="1504382"/>
                    </a:lnTo>
                    <a:lnTo>
                      <a:pt x="2197894" y="1534210"/>
                    </a:lnTo>
                    <a:lnTo>
                      <a:pt x="2214399" y="1563719"/>
                    </a:lnTo>
                    <a:lnTo>
                      <a:pt x="2230588" y="1593229"/>
                    </a:lnTo>
                    <a:lnTo>
                      <a:pt x="2247093" y="1622104"/>
                    </a:lnTo>
                    <a:lnTo>
                      <a:pt x="2260742" y="1645902"/>
                    </a:lnTo>
                    <a:lnTo>
                      <a:pt x="2274073" y="1668431"/>
                    </a:lnTo>
                    <a:lnTo>
                      <a:pt x="2305497" y="1634479"/>
                    </a:lnTo>
                    <a:lnTo>
                      <a:pt x="2332478" y="1604652"/>
                    </a:lnTo>
                    <a:lnTo>
                      <a:pt x="2358823" y="1575460"/>
                    </a:lnTo>
                    <a:lnTo>
                      <a:pt x="2406752" y="1520883"/>
                    </a:lnTo>
                    <a:lnTo>
                      <a:pt x="2443572" y="1478046"/>
                    </a:lnTo>
                    <a:lnTo>
                      <a:pt x="2465157" y="1453296"/>
                    </a:lnTo>
                    <a:lnTo>
                      <a:pt x="2468013" y="1449805"/>
                    </a:lnTo>
                    <a:lnTo>
                      <a:pt x="2471822" y="1445681"/>
                    </a:lnTo>
                    <a:lnTo>
                      <a:pt x="2475631" y="1441555"/>
                    </a:lnTo>
                    <a:lnTo>
                      <a:pt x="2483567" y="1434257"/>
                    </a:lnTo>
                    <a:lnTo>
                      <a:pt x="2491819" y="1427276"/>
                    </a:lnTo>
                    <a:lnTo>
                      <a:pt x="2500390" y="1420930"/>
                    </a:lnTo>
                    <a:lnTo>
                      <a:pt x="2664175" y="1245141"/>
                    </a:lnTo>
                    <a:lnTo>
                      <a:pt x="2669254" y="1240381"/>
                    </a:lnTo>
                    <a:lnTo>
                      <a:pt x="2674967" y="1235939"/>
                    </a:lnTo>
                    <a:lnTo>
                      <a:pt x="2680681" y="1232131"/>
                    </a:lnTo>
                    <a:lnTo>
                      <a:pt x="2686712" y="1229275"/>
                    </a:lnTo>
                    <a:lnTo>
                      <a:pt x="2693060" y="1227054"/>
                    </a:lnTo>
                    <a:lnTo>
                      <a:pt x="2699408" y="1225150"/>
                    </a:lnTo>
                    <a:lnTo>
                      <a:pt x="2706074" y="1224198"/>
                    </a:lnTo>
                    <a:lnTo>
                      <a:pt x="2712422" y="1223247"/>
                    </a:lnTo>
                    <a:lnTo>
                      <a:pt x="2719088" y="1223247"/>
                    </a:lnTo>
                    <a:lnTo>
                      <a:pt x="2725754" y="1224198"/>
                    </a:lnTo>
                    <a:lnTo>
                      <a:pt x="2732419" y="1225468"/>
                    </a:lnTo>
                    <a:lnTo>
                      <a:pt x="2738767" y="1227371"/>
                    </a:lnTo>
                    <a:lnTo>
                      <a:pt x="2745116" y="1229910"/>
                    </a:lnTo>
                    <a:lnTo>
                      <a:pt x="2751147" y="1233400"/>
                    </a:lnTo>
                    <a:lnTo>
                      <a:pt x="2757178" y="1237525"/>
                    </a:lnTo>
                    <a:lnTo>
                      <a:pt x="2762574" y="1241968"/>
                    </a:lnTo>
                    <a:lnTo>
                      <a:pt x="2767335" y="1247045"/>
                    </a:lnTo>
                    <a:lnTo>
                      <a:pt x="2771779" y="1252756"/>
                    </a:lnTo>
                    <a:lnTo>
                      <a:pt x="2775270" y="1258151"/>
                    </a:lnTo>
                    <a:lnTo>
                      <a:pt x="2778444" y="1264497"/>
                    </a:lnTo>
                    <a:lnTo>
                      <a:pt x="2780666" y="1270843"/>
                    </a:lnTo>
                    <a:lnTo>
                      <a:pt x="2782571" y="1277189"/>
                    </a:lnTo>
                    <a:lnTo>
                      <a:pt x="2783840" y="1283853"/>
                    </a:lnTo>
                    <a:lnTo>
                      <a:pt x="2784475" y="1290199"/>
                    </a:lnTo>
                    <a:lnTo>
                      <a:pt x="2784475" y="1296862"/>
                    </a:lnTo>
                    <a:lnTo>
                      <a:pt x="2783840" y="1303526"/>
                    </a:lnTo>
                    <a:lnTo>
                      <a:pt x="2782253" y="1310189"/>
                    </a:lnTo>
                    <a:lnTo>
                      <a:pt x="2780349" y="1316535"/>
                    </a:lnTo>
                    <a:lnTo>
                      <a:pt x="2777492" y="1322882"/>
                    </a:lnTo>
                    <a:lnTo>
                      <a:pt x="2774635" y="1328911"/>
                    </a:lnTo>
                    <a:lnTo>
                      <a:pt x="2770509" y="1334622"/>
                    </a:lnTo>
                    <a:lnTo>
                      <a:pt x="2766065" y="1340334"/>
                    </a:lnTo>
                    <a:lnTo>
                      <a:pt x="2694964" y="1416171"/>
                    </a:lnTo>
                    <a:lnTo>
                      <a:pt x="2705122" y="1422200"/>
                    </a:lnTo>
                    <a:lnTo>
                      <a:pt x="2709883" y="1426007"/>
                    </a:lnTo>
                    <a:lnTo>
                      <a:pt x="2714644" y="1429815"/>
                    </a:lnTo>
                    <a:lnTo>
                      <a:pt x="2721310" y="1435844"/>
                    </a:lnTo>
                    <a:lnTo>
                      <a:pt x="2727658" y="1441873"/>
                    </a:lnTo>
                    <a:lnTo>
                      <a:pt x="2733689" y="1448854"/>
                    </a:lnTo>
                    <a:lnTo>
                      <a:pt x="2739085" y="1455517"/>
                    </a:lnTo>
                    <a:lnTo>
                      <a:pt x="2744481" y="1462498"/>
                    </a:lnTo>
                    <a:lnTo>
                      <a:pt x="2749242" y="1469478"/>
                    </a:lnTo>
                    <a:lnTo>
                      <a:pt x="2753686" y="1476777"/>
                    </a:lnTo>
                    <a:lnTo>
                      <a:pt x="2757812" y="1484392"/>
                    </a:lnTo>
                    <a:lnTo>
                      <a:pt x="2761621" y="1492008"/>
                    </a:lnTo>
                    <a:lnTo>
                      <a:pt x="2764478" y="1499940"/>
                    </a:lnTo>
                    <a:lnTo>
                      <a:pt x="2767335" y="1507873"/>
                    </a:lnTo>
                    <a:lnTo>
                      <a:pt x="2770191" y="1515806"/>
                    </a:lnTo>
                    <a:lnTo>
                      <a:pt x="2771779" y="1524056"/>
                    </a:lnTo>
                    <a:lnTo>
                      <a:pt x="2773683" y="1532306"/>
                    </a:lnTo>
                    <a:lnTo>
                      <a:pt x="2774953" y="1540556"/>
                    </a:lnTo>
                    <a:lnTo>
                      <a:pt x="2775905" y="1548806"/>
                    </a:lnTo>
                    <a:lnTo>
                      <a:pt x="2776222" y="1557373"/>
                    </a:lnTo>
                    <a:lnTo>
                      <a:pt x="2776222" y="1565623"/>
                    </a:lnTo>
                    <a:lnTo>
                      <a:pt x="2775905" y="1574191"/>
                    </a:lnTo>
                    <a:lnTo>
                      <a:pt x="2775270" y="1582441"/>
                    </a:lnTo>
                    <a:lnTo>
                      <a:pt x="2774000" y="1591008"/>
                    </a:lnTo>
                    <a:lnTo>
                      <a:pt x="2772731" y="1598941"/>
                    </a:lnTo>
                    <a:lnTo>
                      <a:pt x="2770826" y="1607508"/>
                    </a:lnTo>
                    <a:lnTo>
                      <a:pt x="2768604" y="1615758"/>
                    </a:lnTo>
                    <a:lnTo>
                      <a:pt x="2765430" y="1623691"/>
                    </a:lnTo>
                    <a:lnTo>
                      <a:pt x="2762574" y="1631624"/>
                    </a:lnTo>
                    <a:lnTo>
                      <a:pt x="2758765" y="1639556"/>
                    </a:lnTo>
                    <a:lnTo>
                      <a:pt x="2754956" y="1647489"/>
                    </a:lnTo>
                    <a:lnTo>
                      <a:pt x="2750194" y="1654787"/>
                    </a:lnTo>
                    <a:lnTo>
                      <a:pt x="2745433" y="1662085"/>
                    </a:lnTo>
                    <a:lnTo>
                      <a:pt x="2740355" y="1669383"/>
                    </a:lnTo>
                    <a:lnTo>
                      <a:pt x="2734641" y="1676364"/>
                    </a:lnTo>
                    <a:lnTo>
                      <a:pt x="2716549" y="1697941"/>
                    </a:lnTo>
                    <a:lnTo>
                      <a:pt x="2670206" y="1751249"/>
                    </a:lnTo>
                    <a:lnTo>
                      <a:pt x="2639417" y="1786470"/>
                    </a:lnTo>
                    <a:lnTo>
                      <a:pt x="2605136" y="1824865"/>
                    </a:lnTo>
                    <a:lnTo>
                      <a:pt x="2569586" y="1864529"/>
                    </a:lnTo>
                    <a:lnTo>
                      <a:pt x="2532766" y="1904827"/>
                    </a:lnTo>
                    <a:lnTo>
                      <a:pt x="2508325" y="1930529"/>
                    </a:lnTo>
                    <a:lnTo>
                      <a:pt x="2484519" y="1955914"/>
                    </a:lnTo>
                    <a:lnTo>
                      <a:pt x="2461030" y="1979712"/>
                    </a:lnTo>
                    <a:lnTo>
                      <a:pt x="2438811" y="2001606"/>
                    </a:lnTo>
                    <a:lnTo>
                      <a:pt x="2426115" y="2013347"/>
                    </a:lnTo>
                    <a:lnTo>
                      <a:pt x="2413418" y="2025087"/>
                    </a:lnTo>
                    <a:lnTo>
                      <a:pt x="2400722" y="2035876"/>
                    </a:lnTo>
                    <a:lnTo>
                      <a:pt x="2387708" y="2046664"/>
                    </a:lnTo>
                    <a:lnTo>
                      <a:pt x="2380090" y="2052376"/>
                    </a:lnTo>
                    <a:lnTo>
                      <a:pt x="2371837" y="2058405"/>
                    </a:lnTo>
                    <a:lnTo>
                      <a:pt x="2362314" y="2064751"/>
                    </a:lnTo>
                    <a:lnTo>
                      <a:pt x="2351205" y="2071414"/>
                    </a:lnTo>
                    <a:lnTo>
                      <a:pt x="2343904" y="2075222"/>
                    </a:lnTo>
                    <a:lnTo>
                      <a:pt x="2335969" y="2079347"/>
                    </a:lnTo>
                    <a:lnTo>
                      <a:pt x="2326447" y="2083155"/>
                    </a:lnTo>
                    <a:lnTo>
                      <a:pt x="2315337" y="2087280"/>
                    </a:lnTo>
                    <a:lnTo>
                      <a:pt x="2307719" y="2089501"/>
                    </a:lnTo>
                    <a:lnTo>
                      <a:pt x="2300101" y="2091405"/>
                    </a:lnTo>
                    <a:lnTo>
                      <a:pt x="2292801" y="2093309"/>
                    </a:lnTo>
                    <a:lnTo>
                      <a:pt x="2284865" y="2094578"/>
                    </a:lnTo>
                    <a:lnTo>
                      <a:pt x="2277565" y="2095530"/>
                    </a:lnTo>
                    <a:lnTo>
                      <a:pt x="2270582" y="2096164"/>
                    </a:lnTo>
                    <a:lnTo>
                      <a:pt x="2262964" y="2096799"/>
                    </a:lnTo>
                    <a:lnTo>
                      <a:pt x="2255981" y="2097116"/>
                    </a:lnTo>
                    <a:lnTo>
                      <a:pt x="2244871" y="2096799"/>
                    </a:lnTo>
                    <a:lnTo>
                      <a:pt x="2234397" y="2095530"/>
                    </a:lnTo>
                    <a:lnTo>
                      <a:pt x="2224557" y="2093943"/>
                    </a:lnTo>
                    <a:lnTo>
                      <a:pt x="2215034" y="2092357"/>
                    </a:lnTo>
                    <a:lnTo>
                      <a:pt x="2206147" y="2090453"/>
                    </a:lnTo>
                    <a:lnTo>
                      <a:pt x="2197894" y="2087597"/>
                    </a:lnTo>
                    <a:lnTo>
                      <a:pt x="2190593" y="2085058"/>
                    </a:lnTo>
                    <a:lnTo>
                      <a:pt x="2183610" y="2082520"/>
                    </a:lnTo>
                    <a:lnTo>
                      <a:pt x="2176945" y="2079982"/>
                    </a:lnTo>
                    <a:lnTo>
                      <a:pt x="2170596" y="2077126"/>
                    </a:lnTo>
                    <a:lnTo>
                      <a:pt x="2159487" y="2071097"/>
                    </a:lnTo>
                    <a:lnTo>
                      <a:pt x="2149647" y="2065385"/>
                    </a:lnTo>
                    <a:lnTo>
                      <a:pt x="2140759" y="2059674"/>
                    </a:lnTo>
                    <a:lnTo>
                      <a:pt x="2133141" y="2053962"/>
                    </a:lnTo>
                    <a:lnTo>
                      <a:pt x="2125841" y="2048251"/>
                    </a:lnTo>
                    <a:lnTo>
                      <a:pt x="2119175" y="2043174"/>
                    </a:lnTo>
                    <a:lnTo>
                      <a:pt x="2113462" y="2037779"/>
                    </a:lnTo>
                    <a:lnTo>
                      <a:pt x="2102670" y="2027308"/>
                    </a:lnTo>
                    <a:lnTo>
                      <a:pt x="2092512" y="2017154"/>
                    </a:lnTo>
                    <a:lnTo>
                      <a:pt x="2083307" y="2006683"/>
                    </a:lnTo>
                    <a:lnTo>
                      <a:pt x="2074737" y="1996847"/>
                    </a:lnTo>
                    <a:lnTo>
                      <a:pt x="2066167" y="1986375"/>
                    </a:lnTo>
                    <a:lnTo>
                      <a:pt x="2057914" y="1975904"/>
                    </a:lnTo>
                    <a:lnTo>
                      <a:pt x="2049979" y="1965116"/>
                    </a:lnTo>
                    <a:lnTo>
                      <a:pt x="2042044" y="1954010"/>
                    </a:lnTo>
                    <a:lnTo>
                      <a:pt x="2026490" y="1931798"/>
                    </a:lnTo>
                    <a:lnTo>
                      <a:pt x="2013476" y="1912125"/>
                    </a:lnTo>
                    <a:lnTo>
                      <a:pt x="2000462" y="1891817"/>
                    </a:lnTo>
                    <a:lnTo>
                      <a:pt x="1987131" y="1870557"/>
                    </a:lnTo>
                    <a:lnTo>
                      <a:pt x="1974117" y="1848663"/>
                    </a:lnTo>
                    <a:lnTo>
                      <a:pt x="1961103" y="1826769"/>
                    </a:lnTo>
                    <a:lnTo>
                      <a:pt x="1948089" y="1803922"/>
                    </a:lnTo>
                    <a:lnTo>
                      <a:pt x="1922061" y="1758547"/>
                    </a:lnTo>
                    <a:lnTo>
                      <a:pt x="1922061" y="2143126"/>
                    </a:lnTo>
                    <a:lnTo>
                      <a:pt x="1428165" y="2143126"/>
                    </a:lnTo>
                    <a:lnTo>
                      <a:pt x="1455462" y="1826769"/>
                    </a:lnTo>
                    <a:lnTo>
                      <a:pt x="1455145" y="1818519"/>
                    </a:lnTo>
                    <a:lnTo>
                      <a:pt x="1454510" y="1810269"/>
                    </a:lnTo>
                    <a:lnTo>
                      <a:pt x="1452923" y="1802653"/>
                    </a:lnTo>
                    <a:lnTo>
                      <a:pt x="1450701" y="1795038"/>
                    </a:lnTo>
                    <a:lnTo>
                      <a:pt x="1448479" y="1788057"/>
                    </a:lnTo>
                    <a:lnTo>
                      <a:pt x="1445623" y="1781076"/>
                    </a:lnTo>
                    <a:lnTo>
                      <a:pt x="1441814" y="1774730"/>
                    </a:lnTo>
                    <a:lnTo>
                      <a:pt x="1438005" y="1769018"/>
                    </a:lnTo>
                    <a:lnTo>
                      <a:pt x="1433878" y="1763941"/>
                    </a:lnTo>
                    <a:lnTo>
                      <a:pt x="1429434" y="1759182"/>
                    </a:lnTo>
                    <a:lnTo>
                      <a:pt x="1424673" y="1755057"/>
                    </a:lnTo>
                    <a:lnTo>
                      <a:pt x="1419595" y="1751566"/>
                    </a:lnTo>
                    <a:lnTo>
                      <a:pt x="1413881" y="1748711"/>
                    </a:lnTo>
                    <a:lnTo>
                      <a:pt x="1408485" y="1746807"/>
                    </a:lnTo>
                    <a:lnTo>
                      <a:pt x="1402454" y="1745538"/>
                    </a:lnTo>
                    <a:lnTo>
                      <a:pt x="1396423" y="1744903"/>
                    </a:lnTo>
                    <a:lnTo>
                      <a:pt x="1390710" y="1745538"/>
                    </a:lnTo>
                    <a:lnTo>
                      <a:pt x="1384679" y="1746807"/>
                    </a:lnTo>
                    <a:lnTo>
                      <a:pt x="1378966" y="1748711"/>
                    </a:lnTo>
                    <a:lnTo>
                      <a:pt x="1373570" y="1751566"/>
                    </a:lnTo>
                    <a:lnTo>
                      <a:pt x="1368174" y="1755057"/>
                    </a:lnTo>
                    <a:lnTo>
                      <a:pt x="1363412" y="1759182"/>
                    </a:lnTo>
                    <a:lnTo>
                      <a:pt x="1358969" y="1763941"/>
                    </a:lnTo>
                    <a:lnTo>
                      <a:pt x="1354842" y="1769018"/>
                    </a:lnTo>
                    <a:lnTo>
                      <a:pt x="1351351" y="1774730"/>
                    </a:lnTo>
                    <a:lnTo>
                      <a:pt x="1347542" y="1781076"/>
                    </a:lnTo>
                    <a:lnTo>
                      <a:pt x="1344367" y="1788057"/>
                    </a:lnTo>
                    <a:lnTo>
                      <a:pt x="1342146" y="1795038"/>
                    </a:lnTo>
                    <a:lnTo>
                      <a:pt x="1339924" y="1802653"/>
                    </a:lnTo>
                    <a:lnTo>
                      <a:pt x="1338971" y="1810269"/>
                    </a:lnTo>
                    <a:lnTo>
                      <a:pt x="1337702" y="1818519"/>
                    </a:lnTo>
                    <a:lnTo>
                      <a:pt x="1337384" y="1826769"/>
                    </a:lnTo>
                    <a:lnTo>
                      <a:pt x="1364999" y="2143126"/>
                    </a:lnTo>
                    <a:lnTo>
                      <a:pt x="870151" y="2143126"/>
                    </a:lnTo>
                    <a:lnTo>
                      <a:pt x="870151" y="1651297"/>
                    </a:lnTo>
                    <a:lnTo>
                      <a:pt x="869833" y="1651297"/>
                    </a:lnTo>
                    <a:lnTo>
                      <a:pt x="868881" y="1652249"/>
                    </a:lnTo>
                    <a:lnTo>
                      <a:pt x="867294" y="1653201"/>
                    </a:lnTo>
                    <a:lnTo>
                      <a:pt x="864755" y="1656691"/>
                    </a:lnTo>
                    <a:lnTo>
                      <a:pt x="861581" y="1661133"/>
                    </a:lnTo>
                    <a:lnTo>
                      <a:pt x="858724" y="1667162"/>
                    </a:lnTo>
                    <a:lnTo>
                      <a:pt x="855867" y="1674143"/>
                    </a:lnTo>
                    <a:lnTo>
                      <a:pt x="852376" y="1682710"/>
                    </a:lnTo>
                    <a:lnTo>
                      <a:pt x="848884" y="1691912"/>
                    </a:lnTo>
                    <a:lnTo>
                      <a:pt x="845710" y="1702701"/>
                    </a:lnTo>
                    <a:lnTo>
                      <a:pt x="839044" y="1726816"/>
                    </a:lnTo>
                    <a:lnTo>
                      <a:pt x="832061" y="1755057"/>
                    </a:lnTo>
                    <a:lnTo>
                      <a:pt x="824443" y="1786153"/>
                    </a:lnTo>
                    <a:lnTo>
                      <a:pt x="817460" y="1820423"/>
                    </a:lnTo>
                    <a:lnTo>
                      <a:pt x="810477" y="1856913"/>
                    </a:lnTo>
                    <a:lnTo>
                      <a:pt x="803811" y="1895308"/>
                    </a:lnTo>
                    <a:lnTo>
                      <a:pt x="797145" y="1935606"/>
                    </a:lnTo>
                    <a:lnTo>
                      <a:pt x="790797" y="1976221"/>
                    </a:lnTo>
                    <a:lnTo>
                      <a:pt x="784766" y="2018424"/>
                    </a:lnTo>
                    <a:lnTo>
                      <a:pt x="779688" y="2060308"/>
                    </a:lnTo>
                    <a:lnTo>
                      <a:pt x="774609" y="2101876"/>
                    </a:lnTo>
                    <a:lnTo>
                      <a:pt x="771118" y="2143126"/>
                    </a:lnTo>
                    <a:lnTo>
                      <a:pt x="438150" y="2143126"/>
                    </a:lnTo>
                    <a:lnTo>
                      <a:pt x="443864" y="2084741"/>
                    </a:lnTo>
                    <a:lnTo>
                      <a:pt x="449894" y="2028577"/>
                    </a:lnTo>
                    <a:lnTo>
                      <a:pt x="455925" y="1975269"/>
                    </a:lnTo>
                    <a:lnTo>
                      <a:pt x="463226" y="1923865"/>
                    </a:lnTo>
                    <a:lnTo>
                      <a:pt x="470209" y="1875317"/>
                    </a:lnTo>
                    <a:lnTo>
                      <a:pt x="478144" y="1828990"/>
                    </a:lnTo>
                    <a:lnTo>
                      <a:pt x="485762" y="1784884"/>
                    </a:lnTo>
                    <a:lnTo>
                      <a:pt x="494015" y="1742682"/>
                    </a:lnTo>
                    <a:lnTo>
                      <a:pt x="502585" y="1702701"/>
                    </a:lnTo>
                    <a:lnTo>
                      <a:pt x="511155" y="1665258"/>
                    </a:lnTo>
                    <a:lnTo>
                      <a:pt x="520043" y="1629085"/>
                    </a:lnTo>
                    <a:lnTo>
                      <a:pt x="528931" y="1595450"/>
                    </a:lnTo>
                    <a:lnTo>
                      <a:pt x="537818" y="1563719"/>
                    </a:lnTo>
                    <a:lnTo>
                      <a:pt x="547023" y="1533892"/>
                    </a:lnTo>
                    <a:lnTo>
                      <a:pt x="556228" y="1505969"/>
                    </a:lnTo>
                    <a:lnTo>
                      <a:pt x="565116" y="1479632"/>
                    </a:lnTo>
                    <a:lnTo>
                      <a:pt x="574638" y="1454882"/>
                    </a:lnTo>
                    <a:lnTo>
                      <a:pt x="583526" y="1432036"/>
                    </a:lnTo>
                    <a:lnTo>
                      <a:pt x="592413" y="1410777"/>
                    </a:lnTo>
                    <a:lnTo>
                      <a:pt x="601301" y="1391420"/>
                    </a:lnTo>
                    <a:lnTo>
                      <a:pt x="609871" y="1373334"/>
                    </a:lnTo>
                    <a:lnTo>
                      <a:pt x="618124" y="1356516"/>
                    </a:lnTo>
                    <a:lnTo>
                      <a:pt x="626059" y="1341920"/>
                    </a:lnTo>
                    <a:lnTo>
                      <a:pt x="633995" y="1327959"/>
                    </a:lnTo>
                    <a:lnTo>
                      <a:pt x="641930" y="1315266"/>
                    </a:lnTo>
                    <a:lnTo>
                      <a:pt x="648913" y="1304160"/>
                    </a:lnTo>
                    <a:lnTo>
                      <a:pt x="655579" y="1294324"/>
                    </a:lnTo>
                    <a:lnTo>
                      <a:pt x="661927" y="1285756"/>
                    </a:lnTo>
                    <a:lnTo>
                      <a:pt x="667641" y="1278141"/>
                    </a:lnTo>
                    <a:lnTo>
                      <a:pt x="673037" y="1271478"/>
                    </a:lnTo>
                    <a:lnTo>
                      <a:pt x="677798" y="1266083"/>
                    </a:lnTo>
                    <a:lnTo>
                      <a:pt x="681924" y="1261641"/>
                    </a:lnTo>
                    <a:lnTo>
                      <a:pt x="699065" y="1252756"/>
                    </a:lnTo>
                    <a:lnTo>
                      <a:pt x="717475" y="1243237"/>
                    </a:lnTo>
                    <a:lnTo>
                      <a:pt x="737154" y="1234035"/>
                    </a:lnTo>
                    <a:lnTo>
                      <a:pt x="758104" y="1224833"/>
                    </a:lnTo>
                    <a:lnTo>
                      <a:pt x="779688" y="1215948"/>
                    </a:lnTo>
                    <a:lnTo>
                      <a:pt x="801907" y="1206746"/>
                    </a:lnTo>
                    <a:lnTo>
                      <a:pt x="824761" y="1197227"/>
                    </a:lnTo>
                    <a:lnTo>
                      <a:pt x="848249" y="1188343"/>
                    </a:lnTo>
                    <a:lnTo>
                      <a:pt x="895544" y="1170891"/>
                    </a:lnTo>
                    <a:lnTo>
                      <a:pt x="942204" y="1154390"/>
                    </a:lnTo>
                    <a:lnTo>
                      <a:pt x="987594" y="1138525"/>
                    </a:lnTo>
                    <a:lnTo>
                      <a:pt x="1030445" y="1124564"/>
                    </a:lnTo>
                    <a:lnTo>
                      <a:pt x="1041554" y="1118217"/>
                    </a:lnTo>
                    <a:lnTo>
                      <a:pt x="1053299" y="1112188"/>
                    </a:lnTo>
                    <a:lnTo>
                      <a:pt x="1065678" y="1107111"/>
                    </a:lnTo>
                    <a:lnTo>
                      <a:pt x="1077740" y="1102352"/>
                    </a:lnTo>
                    <a:lnTo>
                      <a:pt x="1090754" y="1097909"/>
                    </a:lnTo>
                    <a:lnTo>
                      <a:pt x="1103768" y="1094102"/>
                    </a:lnTo>
                    <a:lnTo>
                      <a:pt x="1117099" y="1090294"/>
                    </a:lnTo>
                    <a:lnTo>
                      <a:pt x="1131065" y="1087438"/>
                    </a:lnTo>
                    <a:close/>
                    <a:moveTo>
                      <a:pt x="1401445" y="0"/>
                    </a:moveTo>
                    <a:lnTo>
                      <a:pt x="1412240" y="318"/>
                    </a:lnTo>
                    <a:lnTo>
                      <a:pt x="1423353" y="635"/>
                    </a:lnTo>
                    <a:lnTo>
                      <a:pt x="1433513" y="1588"/>
                    </a:lnTo>
                    <a:lnTo>
                      <a:pt x="1444308" y="2223"/>
                    </a:lnTo>
                    <a:lnTo>
                      <a:pt x="1454786" y="3494"/>
                    </a:lnTo>
                    <a:lnTo>
                      <a:pt x="1465263" y="4764"/>
                    </a:lnTo>
                    <a:lnTo>
                      <a:pt x="1475423" y="6670"/>
                    </a:lnTo>
                    <a:lnTo>
                      <a:pt x="1485266" y="8575"/>
                    </a:lnTo>
                    <a:lnTo>
                      <a:pt x="1495426" y="10798"/>
                    </a:lnTo>
                    <a:lnTo>
                      <a:pt x="1505268" y="13339"/>
                    </a:lnTo>
                    <a:lnTo>
                      <a:pt x="1515111" y="15880"/>
                    </a:lnTo>
                    <a:lnTo>
                      <a:pt x="1524636" y="19056"/>
                    </a:lnTo>
                    <a:lnTo>
                      <a:pt x="1533843" y="22232"/>
                    </a:lnTo>
                    <a:lnTo>
                      <a:pt x="1543368" y="25726"/>
                    </a:lnTo>
                    <a:lnTo>
                      <a:pt x="1552576" y="29219"/>
                    </a:lnTo>
                    <a:lnTo>
                      <a:pt x="1561466" y="33030"/>
                    </a:lnTo>
                    <a:lnTo>
                      <a:pt x="1570356" y="37159"/>
                    </a:lnTo>
                    <a:lnTo>
                      <a:pt x="1578928" y="41605"/>
                    </a:lnTo>
                    <a:lnTo>
                      <a:pt x="1587818" y="46052"/>
                    </a:lnTo>
                    <a:lnTo>
                      <a:pt x="1596073" y="50816"/>
                    </a:lnTo>
                    <a:lnTo>
                      <a:pt x="1604646" y="55897"/>
                    </a:lnTo>
                    <a:lnTo>
                      <a:pt x="1612583" y="60979"/>
                    </a:lnTo>
                    <a:lnTo>
                      <a:pt x="1620521" y="66378"/>
                    </a:lnTo>
                    <a:lnTo>
                      <a:pt x="1628776" y="72095"/>
                    </a:lnTo>
                    <a:lnTo>
                      <a:pt x="1636078" y="77812"/>
                    </a:lnTo>
                    <a:lnTo>
                      <a:pt x="1644016" y="83528"/>
                    </a:lnTo>
                    <a:lnTo>
                      <a:pt x="1651318" y="89880"/>
                    </a:lnTo>
                    <a:lnTo>
                      <a:pt x="1658303" y="96232"/>
                    </a:lnTo>
                    <a:lnTo>
                      <a:pt x="1665606" y="102902"/>
                    </a:lnTo>
                    <a:lnTo>
                      <a:pt x="1672591" y="109571"/>
                    </a:lnTo>
                    <a:lnTo>
                      <a:pt x="1679258" y="116241"/>
                    </a:lnTo>
                    <a:lnTo>
                      <a:pt x="1685926" y="123546"/>
                    </a:lnTo>
                    <a:lnTo>
                      <a:pt x="1692593" y="130851"/>
                    </a:lnTo>
                    <a:lnTo>
                      <a:pt x="1698943" y="138155"/>
                    </a:lnTo>
                    <a:lnTo>
                      <a:pt x="1704976" y="145778"/>
                    </a:lnTo>
                    <a:lnTo>
                      <a:pt x="1710691" y="153400"/>
                    </a:lnTo>
                    <a:lnTo>
                      <a:pt x="1716723" y="161658"/>
                    </a:lnTo>
                    <a:lnTo>
                      <a:pt x="1722438" y="169597"/>
                    </a:lnTo>
                    <a:lnTo>
                      <a:pt x="1727836" y="177537"/>
                    </a:lnTo>
                    <a:lnTo>
                      <a:pt x="1733233" y="186113"/>
                    </a:lnTo>
                    <a:lnTo>
                      <a:pt x="1738313" y="194688"/>
                    </a:lnTo>
                    <a:lnTo>
                      <a:pt x="1743076" y="203263"/>
                    </a:lnTo>
                    <a:lnTo>
                      <a:pt x="1747838" y="212156"/>
                    </a:lnTo>
                    <a:lnTo>
                      <a:pt x="1752283" y="221048"/>
                    </a:lnTo>
                    <a:lnTo>
                      <a:pt x="1760856" y="239469"/>
                    </a:lnTo>
                    <a:lnTo>
                      <a:pt x="1768793" y="258207"/>
                    </a:lnTo>
                    <a:lnTo>
                      <a:pt x="1776096" y="277581"/>
                    </a:lnTo>
                    <a:lnTo>
                      <a:pt x="1782446" y="297272"/>
                    </a:lnTo>
                    <a:lnTo>
                      <a:pt x="1788161" y="317916"/>
                    </a:lnTo>
                    <a:lnTo>
                      <a:pt x="1792923" y="338560"/>
                    </a:lnTo>
                    <a:lnTo>
                      <a:pt x="1797051" y="359521"/>
                    </a:lnTo>
                    <a:lnTo>
                      <a:pt x="1799908" y="380800"/>
                    </a:lnTo>
                    <a:lnTo>
                      <a:pt x="1802448" y="402397"/>
                    </a:lnTo>
                    <a:lnTo>
                      <a:pt x="1804036" y="424946"/>
                    </a:lnTo>
                    <a:lnTo>
                      <a:pt x="1809751" y="426534"/>
                    </a:lnTo>
                    <a:lnTo>
                      <a:pt x="1815148" y="428758"/>
                    </a:lnTo>
                    <a:lnTo>
                      <a:pt x="1819911" y="431616"/>
                    </a:lnTo>
                    <a:lnTo>
                      <a:pt x="1825308" y="434474"/>
                    </a:lnTo>
                    <a:lnTo>
                      <a:pt x="1829753" y="437968"/>
                    </a:lnTo>
                    <a:lnTo>
                      <a:pt x="1834198" y="441144"/>
                    </a:lnTo>
                    <a:lnTo>
                      <a:pt x="1838326" y="445273"/>
                    </a:lnTo>
                    <a:lnTo>
                      <a:pt x="1842453" y="449401"/>
                    </a:lnTo>
                    <a:lnTo>
                      <a:pt x="1845628" y="453848"/>
                    </a:lnTo>
                    <a:lnTo>
                      <a:pt x="1849121" y="458612"/>
                    </a:lnTo>
                    <a:lnTo>
                      <a:pt x="1851978" y="463693"/>
                    </a:lnTo>
                    <a:lnTo>
                      <a:pt x="1854201" y="469728"/>
                    </a:lnTo>
                    <a:lnTo>
                      <a:pt x="1856423" y="475762"/>
                    </a:lnTo>
                    <a:lnTo>
                      <a:pt x="1858328" y="482114"/>
                    </a:lnTo>
                    <a:lnTo>
                      <a:pt x="1859916" y="488784"/>
                    </a:lnTo>
                    <a:lnTo>
                      <a:pt x="1860868" y="496088"/>
                    </a:lnTo>
                    <a:lnTo>
                      <a:pt x="1861503" y="502123"/>
                    </a:lnTo>
                    <a:lnTo>
                      <a:pt x="1862138" y="507839"/>
                    </a:lnTo>
                    <a:lnTo>
                      <a:pt x="1862138" y="513874"/>
                    </a:lnTo>
                    <a:lnTo>
                      <a:pt x="1861503" y="519908"/>
                    </a:lnTo>
                    <a:lnTo>
                      <a:pt x="1861186" y="526260"/>
                    </a:lnTo>
                    <a:lnTo>
                      <a:pt x="1860868" y="532294"/>
                    </a:lnTo>
                    <a:lnTo>
                      <a:pt x="1858963" y="544998"/>
                    </a:lnTo>
                    <a:lnTo>
                      <a:pt x="1856106" y="557385"/>
                    </a:lnTo>
                    <a:lnTo>
                      <a:pt x="1852296" y="569771"/>
                    </a:lnTo>
                    <a:lnTo>
                      <a:pt x="1847851" y="582157"/>
                    </a:lnTo>
                    <a:lnTo>
                      <a:pt x="1842771" y="593908"/>
                    </a:lnTo>
                    <a:lnTo>
                      <a:pt x="1836738" y="605342"/>
                    </a:lnTo>
                    <a:lnTo>
                      <a:pt x="1833881" y="611059"/>
                    </a:lnTo>
                    <a:lnTo>
                      <a:pt x="1830071" y="616140"/>
                    </a:lnTo>
                    <a:lnTo>
                      <a:pt x="1826578" y="621540"/>
                    </a:lnTo>
                    <a:lnTo>
                      <a:pt x="1823086" y="626621"/>
                    </a:lnTo>
                    <a:lnTo>
                      <a:pt x="1818958" y="631385"/>
                    </a:lnTo>
                    <a:lnTo>
                      <a:pt x="1814831" y="635831"/>
                    </a:lnTo>
                    <a:lnTo>
                      <a:pt x="1810703" y="640278"/>
                    </a:lnTo>
                    <a:lnTo>
                      <a:pt x="1806258" y="644407"/>
                    </a:lnTo>
                    <a:lnTo>
                      <a:pt x="1801813" y="648218"/>
                    </a:lnTo>
                    <a:lnTo>
                      <a:pt x="1797051" y="652029"/>
                    </a:lnTo>
                    <a:lnTo>
                      <a:pt x="1792288" y="655205"/>
                    </a:lnTo>
                    <a:lnTo>
                      <a:pt x="1787208" y="658063"/>
                    </a:lnTo>
                    <a:lnTo>
                      <a:pt x="1782128" y="660922"/>
                    </a:lnTo>
                    <a:lnTo>
                      <a:pt x="1777048" y="663145"/>
                    </a:lnTo>
                    <a:lnTo>
                      <a:pt x="1771651" y="681248"/>
                    </a:lnTo>
                    <a:lnTo>
                      <a:pt x="1766571" y="699033"/>
                    </a:lnTo>
                    <a:lnTo>
                      <a:pt x="1760538" y="716501"/>
                    </a:lnTo>
                    <a:lnTo>
                      <a:pt x="1754188" y="733969"/>
                    </a:lnTo>
                    <a:lnTo>
                      <a:pt x="1747521" y="751437"/>
                    </a:lnTo>
                    <a:lnTo>
                      <a:pt x="1740218" y="768587"/>
                    </a:lnTo>
                    <a:lnTo>
                      <a:pt x="1732598" y="785420"/>
                    </a:lnTo>
                    <a:lnTo>
                      <a:pt x="1724661" y="801618"/>
                    </a:lnTo>
                    <a:lnTo>
                      <a:pt x="1716406" y="817497"/>
                    </a:lnTo>
                    <a:lnTo>
                      <a:pt x="1707516" y="833695"/>
                    </a:lnTo>
                    <a:lnTo>
                      <a:pt x="1698308" y="848940"/>
                    </a:lnTo>
                    <a:lnTo>
                      <a:pt x="1688148" y="863867"/>
                    </a:lnTo>
                    <a:lnTo>
                      <a:pt x="1677988" y="878159"/>
                    </a:lnTo>
                    <a:lnTo>
                      <a:pt x="1667511" y="892451"/>
                    </a:lnTo>
                    <a:lnTo>
                      <a:pt x="1656716" y="905790"/>
                    </a:lnTo>
                    <a:lnTo>
                      <a:pt x="1644968" y="918811"/>
                    </a:lnTo>
                    <a:lnTo>
                      <a:pt x="1633221" y="931515"/>
                    </a:lnTo>
                    <a:lnTo>
                      <a:pt x="1620838" y="943266"/>
                    </a:lnTo>
                    <a:lnTo>
                      <a:pt x="1607821" y="954382"/>
                    </a:lnTo>
                    <a:lnTo>
                      <a:pt x="1594803" y="964863"/>
                    </a:lnTo>
                    <a:lnTo>
                      <a:pt x="1581151" y="974709"/>
                    </a:lnTo>
                    <a:lnTo>
                      <a:pt x="1567181" y="983919"/>
                    </a:lnTo>
                    <a:lnTo>
                      <a:pt x="1552576" y="992176"/>
                    </a:lnTo>
                    <a:lnTo>
                      <a:pt x="1545273" y="996305"/>
                    </a:lnTo>
                    <a:lnTo>
                      <a:pt x="1537336" y="1000116"/>
                    </a:lnTo>
                    <a:lnTo>
                      <a:pt x="1530033" y="1003610"/>
                    </a:lnTo>
                    <a:lnTo>
                      <a:pt x="1522096" y="1006786"/>
                    </a:lnTo>
                    <a:lnTo>
                      <a:pt x="1513841" y="1010279"/>
                    </a:lnTo>
                    <a:lnTo>
                      <a:pt x="1506221" y="1012820"/>
                    </a:lnTo>
                    <a:lnTo>
                      <a:pt x="1497966" y="1015679"/>
                    </a:lnTo>
                    <a:lnTo>
                      <a:pt x="1489711" y="1017902"/>
                    </a:lnTo>
                    <a:lnTo>
                      <a:pt x="1481456" y="1020443"/>
                    </a:lnTo>
                    <a:lnTo>
                      <a:pt x="1473201" y="1022348"/>
                    </a:lnTo>
                    <a:lnTo>
                      <a:pt x="1464628" y="1024254"/>
                    </a:lnTo>
                    <a:lnTo>
                      <a:pt x="1455738" y="1025842"/>
                    </a:lnTo>
                    <a:lnTo>
                      <a:pt x="1447166" y="1027112"/>
                    </a:lnTo>
                    <a:lnTo>
                      <a:pt x="1438276" y="1028383"/>
                    </a:lnTo>
                    <a:lnTo>
                      <a:pt x="1429068" y="1029018"/>
                    </a:lnTo>
                    <a:lnTo>
                      <a:pt x="1419860" y="1029971"/>
                    </a:lnTo>
                    <a:lnTo>
                      <a:pt x="1410653" y="1030288"/>
                    </a:lnTo>
                    <a:lnTo>
                      <a:pt x="1401445" y="1030288"/>
                    </a:lnTo>
                    <a:lnTo>
                      <a:pt x="1391920" y="1030288"/>
                    </a:lnTo>
                    <a:lnTo>
                      <a:pt x="1382713" y="1029971"/>
                    </a:lnTo>
                    <a:lnTo>
                      <a:pt x="1373823" y="1029018"/>
                    </a:lnTo>
                    <a:lnTo>
                      <a:pt x="1364933" y="1028383"/>
                    </a:lnTo>
                    <a:lnTo>
                      <a:pt x="1356043" y="1027112"/>
                    </a:lnTo>
                    <a:lnTo>
                      <a:pt x="1347153" y="1025842"/>
                    </a:lnTo>
                    <a:lnTo>
                      <a:pt x="1338580" y="1024254"/>
                    </a:lnTo>
                    <a:lnTo>
                      <a:pt x="1330008" y="1022348"/>
                    </a:lnTo>
                    <a:lnTo>
                      <a:pt x="1321753" y="1020443"/>
                    </a:lnTo>
                    <a:lnTo>
                      <a:pt x="1313180" y="1018219"/>
                    </a:lnTo>
                    <a:lnTo>
                      <a:pt x="1305243" y="1015679"/>
                    </a:lnTo>
                    <a:lnTo>
                      <a:pt x="1297305" y="1013138"/>
                    </a:lnTo>
                    <a:lnTo>
                      <a:pt x="1289050" y="1010279"/>
                    </a:lnTo>
                    <a:lnTo>
                      <a:pt x="1281430" y="1007104"/>
                    </a:lnTo>
                    <a:lnTo>
                      <a:pt x="1273493" y="1003928"/>
                    </a:lnTo>
                    <a:lnTo>
                      <a:pt x="1266190" y="1000434"/>
                    </a:lnTo>
                    <a:lnTo>
                      <a:pt x="1250950" y="992812"/>
                    </a:lnTo>
                    <a:lnTo>
                      <a:pt x="1236345" y="984554"/>
                    </a:lnTo>
                    <a:lnTo>
                      <a:pt x="1222693" y="975344"/>
                    </a:lnTo>
                    <a:lnTo>
                      <a:pt x="1209040" y="965498"/>
                    </a:lnTo>
                    <a:lnTo>
                      <a:pt x="1196023" y="955017"/>
                    </a:lnTo>
                    <a:lnTo>
                      <a:pt x="1183005" y="943901"/>
                    </a:lnTo>
                    <a:lnTo>
                      <a:pt x="1170623" y="932150"/>
                    </a:lnTo>
                    <a:lnTo>
                      <a:pt x="1158875" y="919764"/>
                    </a:lnTo>
                    <a:lnTo>
                      <a:pt x="1147128" y="907378"/>
                    </a:lnTo>
                    <a:lnTo>
                      <a:pt x="1136333" y="893721"/>
                    </a:lnTo>
                    <a:lnTo>
                      <a:pt x="1125538" y="879747"/>
                    </a:lnTo>
                    <a:lnTo>
                      <a:pt x="1115695" y="865455"/>
                    </a:lnTo>
                    <a:lnTo>
                      <a:pt x="1105853" y="850845"/>
                    </a:lnTo>
                    <a:lnTo>
                      <a:pt x="1096645" y="835601"/>
                    </a:lnTo>
                    <a:lnTo>
                      <a:pt x="1087755" y="820038"/>
                    </a:lnTo>
                    <a:lnTo>
                      <a:pt x="1079183" y="803841"/>
                    </a:lnTo>
                    <a:lnTo>
                      <a:pt x="1070928" y="787643"/>
                    </a:lnTo>
                    <a:lnTo>
                      <a:pt x="1063625" y="770811"/>
                    </a:lnTo>
                    <a:lnTo>
                      <a:pt x="1056323" y="753978"/>
                    </a:lnTo>
                    <a:lnTo>
                      <a:pt x="1049655" y="737145"/>
                    </a:lnTo>
                    <a:lnTo>
                      <a:pt x="1043305" y="719677"/>
                    </a:lnTo>
                    <a:lnTo>
                      <a:pt x="1037273" y="702209"/>
                    </a:lnTo>
                    <a:lnTo>
                      <a:pt x="1031558" y="684106"/>
                    </a:lnTo>
                    <a:lnTo>
                      <a:pt x="1026795" y="666321"/>
                    </a:lnTo>
                    <a:lnTo>
                      <a:pt x="1020763" y="664415"/>
                    </a:lnTo>
                    <a:lnTo>
                      <a:pt x="1015365" y="662827"/>
                    </a:lnTo>
                    <a:lnTo>
                      <a:pt x="1009650" y="659969"/>
                    </a:lnTo>
                    <a:lnTo>
                      <a:pt x="1004253" y="657110"/>
                    </a:lnTo>
                    <a:lnTo>
                      <a:pt x="998855" y="653617"/>
                    </a:lnTo>
                    <a:lnTo>
                      <a:pt x="993775" y="650441"/>
                    </a:lnTo>
                    <a:lnTo>
                      <a:pt x="989013" y="646312"/>
                    </a:lnTo>
                    <a:lnTo>
                      <a:pt x="984250" y="642183"/>
                    </a:lnTo>
                    <a:lnTo>
                      <a:pt x="979805" y="637737"/>
                    </a:lnTo>
                    <a:lnTo>
                      <a:pt x="975360" y="632973"/>
                    </a:lnTo>
                    <a:lnTo>
                      <a:pt x="970598" y="627891"/>
                    </a:lnTo>
                    <a:lnTo>
                      <a:pt x="966788" y="622492"/>
                    </a:lnTo>
                    <a:lnTo>
                      <a:pt x="962978" y="617411"/>
                    </a:lnTo>
                    <a:lnTo>
                      <a:pt x="959168" y="611376"/>
                    </a:lnTo>
                    <a:lnTo>
                      <a:pt x="955358" y="605660"/>
                    </a:lnTo>
                    <a:lnTo>
                      <a:pt x="952500" y="599625"/>
                    </a:lnTo>
                    <a:lnTo>
                      <a:pt x="949325" y="593591"/>
                    </a:lnTo>
                    <a:lnTo>
                      <a:pt x="946468" y="587239"/>
                    </a:lnTo>
                    <a:lnTo>
                      <a:pt x="943610" y="580887"/>
                    </a:lnTo>
                    <a:lnTo>
                      <a:pt x="941388" y="574535"/>
                    </a:lnTo>
                    <a:lnTo>
                      <a:pt x="939165" y="567865"/>
                    </a:lnTo>
                    <a:lnTo>
                      <a:pt x="937260" y="561196"/>
                    </a:lnTo>
                    <a:lnTo>
                      <a:pt x="935355" y="554526"/>
                    </a:lnTo>
                    <a:lnTo>
                      <a:pt x="934085" y="547857"/>
                    </a:lnTo>
                    <a:lnTo>
                      <a:pt x="932815" y="541505"/>
                    </a:lnTo>
                    <a:lnTo>
                      <a:pt x="931863" y="534835"/>
                    </a:lnTo>
                    <a:lnTo>
                      <a:pt x="930910" y="528166"/>
                    </a:lnTo>
                    <a:lnTo>
                      <a:pt x="930593" y="521496"/>
                    </a:lnTo>
                    <a:lnTo>
                      <a:pt x="930275" y="515144"/>
                    </a:lnTo>
                    <a:lnTo>
                      <a:pt x="930275" y="508792"/>
                    </a:lnTo>
                    <a:lnTo>
                      <a:pt x="930593" y="502440"/>
                    </a:lnTo>
                    <a:lnTo>
                      <a:pt x="931228" y="496088"/>
                    </a:lnTo>
                    <a:lnTo>
                      <a:pt x="932498" y="488148"/>
                    </a:lnTo>
                    <a:lnTo>
                      <a:pt x="934403" y="480526"/>
                    </a:lnTo>
                    <a:lnTo>
                      <a:pt x="936625" y="473539"/>
                    </a:lnTo>
                    <a:lnTo>
                      <a:pt x="939165" y="466869"/>
                    </a:lnTo>
                    <a:lnTo>
                      <a:pt x="942023" y="460835"/>
                    </a:lnTo>
                    <a:lnTo>
                      <a:pt x="945515" y="455436"/>
                    </a:lnTo>
                    <a:lnTo>
                      <a:pt x="949325" y="450037"/>
                    </a:lnTo>
                    <a:lnTo>
                      <a:pt x="953770" y="445273"/>
                    </a:lnTo>
                    <a:lnTo>
                      <a:pt x="958215" y="440826"/>
                    </a:lnTo>
                    <a:lnTo>
                      <a:pt x="962978" y="437015"/>
                    </a:lnTo>
                    <a:lnTo>
                      <a:pt x="968058" y="433204"/>
                    </a:lnTo>
                    <a:lnTo>
                      <a:pt x="973773" y="430345"/>
                    </a:lnTo>
                    <a:lnTo>
                      <a:pt x="979805" y="427805"/>
                    </a:lnTo>
                    <a:lnTo>
                      <a:pt x="985520" y="425264"/>
                    </a:lnTo>
                    <a:lnTo>
                      <a:pt x="992188" y="423358"/>
                    </a:lnTo>
                    <a:lnTo>
                      <a:pt x="998855" y="421453"/>
                    </a:lnTo>
                    <a:lnTo>
                      <a:pt x="1000443" y="399538"/>
                    </a:lnTo>
                    <a:lnTo>
                      <a:pt x="1002983" y="377942"/>
                    </a:lnTo>
                    <a:lnTo>
                      <a:pt x="1006475" y="356663"/>
                    </a:lnTo>
                    <a:lnTo>
                      <a:pt x="1010603" y="336019"/>
                    </a:lnTo>
                    <a:lnTo>
                      <a:pt x="1015365" y="315057"/>
                    </a:lnTo>
                    <a:lnTo>
                      <a:pt x="1020763" y="295049"/>
                    </a:lnTo>
                    <a:lnTo>
                      <a:pt x="1027748" y="275358"/>
                    </a:lnTo>
                    <a:lnTo>
                      <a:pt x="1034733" y="256302"/>
                    </a:lnTo>
                    <a:lnTo>
                      <a:pt x="1042353" y="237564"/>
                    </a:lnTo>
                    <a:lnTo>
                      <a:pt x="1051243" y="219143"/>
                    </a:lnTo>
                    <a:lnTo>
                      <a:pt x="1060768" y="201675"/>
                    </a:lnTo>
                    <a:lnTo>
                      <a:pt x="1065530" y="193417"/>
                    </a:lnTo>
                    <a:lnTo>
                      <a:pt x="1070610" y="184842"/>
                    </a:lnTo>
                    <a:lnTo>
                      <a:pt x="1076008" y="176585"/>
                    </a:lnTo>
                    <a:lnTo>
                      <a:pt x="1081405" y="168327"/>
                    </a:lnTo>
                    <a:lnTo>
                      <a:pt x="1087120" y="160070"/>
                    </a:lnTo>
                    <a:lnTo>
                      <a:pt x="1092835" y="152447"/>
                    </a:lnTo>
                    <a:lnTo>
                      <a:pt x="1098868" y="144507"/>
                    </a:lnTo>
                    <a:lnTo>
                      <a:pt x="1104900" y="137202"/>
                    </a:lnTo>
                    <a:lnTo>
                      <a:pt x="1111250" y="129580"/>
                    </a:lnTo>
                    <a:lnTo>
                      <a:pt x="1117600" y="122593"/>
                    </a:lnTo>
                    <a:lnTo>
                      <a:pt x="1124268" y="115606"/>
                    </a:lnTo>
                    <a:lnTo>
                      <a:pt x="1131253" y="108619"/>
                    </a:lnTo>
                    <a:lnTo>
                      <a:pt x="1137920" y="101949"/>
                    </a:lnTo>
                    <a:lnTo>
                      <a:pt x="1144905" y="95597"/>
                    </a:lnTo>
                    <a:lnTo>
                      <a:pt x="1152525" y="89245"/>
                    </a:lnTo>
                    <a:lnTo>
                      <a:pt x="1159828" y="82893"/>
                    </a:lnTo>
                    <a:lnTo>
                      <a:pt x="1167130" y="76859"/>
                    </a:lnTo>
                    <a:lnTo>
                      <a:pt x="1175068" y="71460"/>
                    </a:lnTo>
                    <a:lnTo>
                      <a:pt x="1183005" y="65743"/>
                    </a:lnTo>
                    <a:lnTo>
                      <a:pt x="1190943" y="60661"/>
                    </a:lnTo>
                    <a:lnTo>
                      <a:pt x="1198880" y="55262"/>
                    </a:lnTo>
                    <a:lnTo>
                      <a:pt x="1207453" y="50498"/>
                    </a:lnTo>
                    <a:lnTo>
                      <a:pt x="1216025" y="45734"/>
                    </a:lnTo>
                    <a:lnTo>
                      <a:pt x="1224598" y="41288"/>
                    </a:lnTo>
                    <a:lnTo>
                      <a:pt x="1233170" y="36841"/>
                    </a:lnTo>
                    <a:lnTo>
                      <a:pt x="1242060" y="32713"/>
                    </a:lnTo>
                    <a:lnTo>
                      <a:pt x="1250950" y="28902"/>
                    </a:lnTo>
                    <a:lnTo>
                      <a:pt x="1260158" y="25408"/>
                    </a:lnTo>
                    <a:lnTo>
                      <a:pt x="1269365" y="21914"/>
                    </a:lnTo>
                    <a:lnTo>
                      <a:pt x="1278890" y="19056"/>
                    </a:lnTo>
                    <a:lnTo>
                      <a:pt x="1288415" y="15880"/>
                    </a:lnTo>
                    <a:lnTo>
                      <a:pt x="1297940" y="13339"/>
                    </a:lnTo>
                    <a:lnTo>
                      <a:pt x="1307783" y="10798"/>
                    </a:lnTo>
                    <a:lnTo>
                      <a:pt x="1317625" y="8575"/>
                    </a:lnTo>
                    <a:lnTo>
                      <a:pt x="1327785" y="6670"/>
                    </a:lnTo>
                    <a:lnTo>
                      <a:pt x="1337945" y="4764"/>
                    </a:lnTo>
                    <a:lnTo>
                      <a:pt x="1348105" y="3494"/>
                    </a:lnTo>
                    <a:lnTo>
                      <a:pt x="1358583" y="2223"/>
                    </a:lnTo>
                    <a:lnTo>
                      <a:pt x="1369060" y="1588"/>
                    </a:lnTo>
                    <a:lnTo>
                      <a:pt x="1379855" y="635"/>
                    </a:lnTo>
                    <a:lnTo>
                      <a:pt x="1390650" y="318"/>
                    </a:lnTo>
                    <a:lnTo>
                      <a:pt x="1401445" y="0"/>
                    </a:lnTo>
                    <a:close/>
                  </a:path>
                </a:pathLst>
              </a:custGeom>
              <a:gradFill>
                <a:gsLst>
                  <a:gs pos="0">
                    <a:srgbClr val="FEEFAC"/>
                  </a:gs>
                  <a:gs pos="96000">
                    <a:srgbClr val="FFFCED"/>
                  </a:gs>
                </a:gsLst>
                <a:lin ang="5400000" scaled="1"/>
              </a:gradFill>
              <a:ln>
                <a:noFill/>
              </a:ln>
            </p:spPr>
            <p:txBody>
              <a:bodyPr anchor="ctr">
                <a:scene3d>
                  <a:camera prst="orthographicFront"/>
                  <a:lightRig rig="threePt" dir="t"/>
                </a:scene3d>
                <a:sp3d>
                  <a:contourClr>
                    <a:srgbClr val="FFFFFF"/>
                  </a:contourClr>
                </a:sp3d>
              </a:bodyPr>
              <a:lstStyle/>
              <a:p>
                <a:pPr algn="ctr">
                  <a:defRPr/>
                </a:pPr>
                <a:endParaRPr lang="zh-CN" altLang="en-US" dirty="0">
                  <a:solidFill>
                    <a:srgbClr val="A11752"/>
                  </a:solidFill>
                  <a:cs typeface="+mn-ea"/>
                  <a:sym typeface="+mn-lt"/>
                </a:endParaRPr>
              </a:p>
            </p:txBody>
          </p:sp>
        </p:grpSp>
      </p:grpSp>
      <p:sp>
        <p:nvSpPr>
          <p:cNvPr id="29" name="文本框 28"/>
          <p:cNvSpPr txBox="1"/>
          <p:nvPr/>
        </p:nvSpPr>
        <p:spPr>
          <a:xfrm>
            <a:off x="4220442" y="1515135"/>
            <a:ext cx="3171705" cy="461665"/>
          </a:xfrm>
          <a:prstGeom prst="rect">
            <a:avLst/>
          </a:prstGeom>
          <a:noFill/>
        </p:spPr>
        <p:txBody>
          <a:bodyPr wrap="square" rtlCol="0">
            <a:spAutoFit/>
          </a:bodyPr>
          <a:lstStyle/>
          <a:p>
            <a:r>
              <a:rPr lang="zh-CN" altLang="en-US" sz="2400" b="1" i="0" dirty="0">
                <a:solidFill>
                  <a:srgbClr val="262626"/>
                </a:solidFill>
                <a:effectLst/>
                <a:latin typeface="思源宋体 CN Heavy" panose="02020900000000000000" pitchFamily="18" charset="-122"/>
                <a:ea typeface="思源宋体 CN Heavy" panose="02020900000000000000" pitchFamily="18" charset="-122"/>
              </a:rPr>
              <a:t>爱国主义教育活动</a:t>
            </a:r>
            <a:endParaRPr lang="zh-CN" altLang="en-US" sz="2400" dirty="0">
              <a:latin typeface="思源宋体 CN Heavy" panose="02020900000000000000" pitchFamily="18" charset="-122"/>
              <a:ea typeface="思源宋体 CN Heavy" panose="02020900000000000000" pitchFamily="18" charset="-122"/>
            </a:endParaRPr>
          </a:p>
        </p:txBody>
      </p:sp>
      <p:sp>
        <p:nvSpPr>
          <p:cNvPr id="30" name="文本框 29"/>
          <p:cNvSpPr txBox="1"/>
          <p:nvPr/>
        </p:nvSpPr>
        <p:spPr>
          <a:xfrm>
            <a:off x="4356713" y="1903884"/>
            <a:ext cx="6694011" cy="861774"/>
          </a:xfrm>
          <a:prstGeom prst="rect">
            <a:avLst/>
          </a:prstGeom>
          <a:noFill/>
        </p:spPr>
        <p:txBody>
          <a:bodyPr wrap="square" rtlCol="0">
            <a:spAutoFit/>
          </a:bodyPr>
          <a:lstStyle>
            <a:defPPr>
              <a:defRPr lang="zh-CN"/>
            </a:defPPr>
            <a:lvl1pPr marL="285750" indent="-285750">
              <a:lnSpc>
                <a:spcPts val="2000"/>
              </a:lnSpc>
              <a:buFont typeface="Arial" panose="020B0604020202020204" pitchFamily="34" charset="0"/>
              <a:buChar char="•"/>
              <a:defRPr sz="1400" b="0" i="0" spc="300">
                <a:effectLst/>
                <a:latin typeface="字魂58号-创中黑" panose="00000500000000000000" pitchFamily="2" charset="-122"/>
                <a:ea typeface="字魂58号-创中黑" panose="00000500000000000000" pitchFamily="2" charset="-122"/>
              </a:defRPr>
            </a:lvl1pPr>
          </a:lstStyle>
          <a:p>
            <a:pPr marL="0" indent="0">
              <a:buNone/>
            </a:pPr>
            <a:r>
              <a:rPr lang="zh-CN" altLang="en-US" dirty="0">
                <a:latin typeface="微软雅黑" panose="020B0503020204020204" pitchFamily="34" charset="-122"/>
                <a:ea typeface="微软雅黑" panose="020B0503020204020204" pitchFamily="34" charset="-122"/>
              </a:rPr>
              <a:t>在现阶段，爱国主义最基本、最本质、最重要的表现，就在于不遗余力地巩固最广泛的爱国统一战线，为维护祖国统一，加强民族团结，构建和谐社会，实现中华民族的伟大复兴而作出自己的贡献。</a:t>
            </a:r>
            <a:endParaRPr lang="zh-CN" altLang="en-US" dirty="0">
              <a:latin typeface="微软雅黑" panose="020B0503020204020204" pitchFamily="34" charset="-122"/>
              <a:ea typeface="微软雅黑" panose="020B0503020204020204" pitchFamily="34" charset="-122"/>
            </a:endParaRPr>
          </a:p>
        </p:txBody>
      </p:sp>
      <p:sp>
        <p:nvSpPr>
          <p:cNvPr id="31" name="文本框 30"/>
          <p:cNvSpPr txBox="1"/>
          <p:nvPr/>
        </p:nvSpPr>
        <p:spPr>
          <a:xfrm>
            <a:off x="4710237" y="3250997"/>
            <a:ext cx="3171705" cy="461665"/>
          </a:xfrm>
          <a:prstGeom prst="rect">
            <a:avLst/>
          </a:prstGeom>
          <a:noFill/>
        </p:spPr>
        <p:txBody>
          <a:bodyPr wrap="square" rtlCol="0">
            <a:spAutoFit/>
          </a:bodyPr>
          <a:lstStyle/>
          <a:p>
            <a:r>
              <a:rPr lang="zh-CN" altLang="en-US" sz="2400" b="1" dirty="0">
                <a:solidFill>
                  <a:srgbClr val="262626"/>
                </a:solidFill>
                <a:latin typeface="思源宋体 CN Heavy" panose="02020900000000000000" pitchFamily="18" charset="-122"/>
                <a:ea typeface="思源宋体 CN Heavy" panose="02020900000000000000" pitchFamily="18" charset="-122"/>
              </a:rPr>
              <a:t>爱国主义教育活动</a:t>
            </a:r>
            <a:endParaRPr lang="zh-CN" altLang="en-US" sz="2400" dirty="0">
              <a:latin typeface="思源宋体 CN Heavy" panose="02020900000000000000" pitchFamily="18" charset="-122"/>
              <a:ea typeface="思源宋体 CN Heavy" panose="02020900000000000000" pitchFamily="18" charset="-122"/>
            </a:endParaRPr>
          </a:p>
        </p:txBody>
      </p:sp>
      <p:sp>
        <p:nvSpPr>
          <p:cNvPr id="32" name="文本框 31"/>
          <p:cNvSpPr txBox="1"/>
          <p:nvPr/>
        </p:nvSpPr>
        <p:spPr>
          <a:xfrm>
            <a:off x="4788328" y="3699093"/>
            <a:ext cx="7068312" cy="861774"/>
          </a:xfrm>
          <a:prstGeom prst="rect">
            <a:avLst/>
          </a:prstGeom>
          <a:noFill/>
        </p:spPr>
        <p:txBody>
          <a:bodyPr wrap="square" rtlCol="0">
            <a:spAutoFit/>
          </a:bodyPr>
          <a:lstStyle>
            <a:defPPr>
              <a:defRPr lang="zh-CN"/>
            </a:defPPr>
            <a:lvl1pPr marL="285750" indent="-285750">
              <a:lnSpc>
                <a:spcPts val="2000"/>
              </a:lnSpc>
              <a:buFont typeface="Arial" panose="020B0604020202020204" pitchFamily="34" charset="0"/>
              <a:buChar char="•"/>
              <a:defRPr sz="1400" b="0" i="0" spc="300">
                <a:effectLst/>
                <a:latin typeface="字魂58号-创中黑" panose="00000500000000000000" pitchFamily="2" charset="-122"/>
                <a:ea typeface="字魂58号-创中黑" panose="00000500000000000000" pitchFamily="2" charset="-122"/>
              </a:defRPr>
            </a:lvl1pPr>
          </a:lstStyle>
          <a:p>
            <a:pPr marL="0" indent="0">
              <a:buNone/>
            </a:pPr>
            <a:r>
              <a:rPr lang="zh-CN" altLang="en-US" dirty="0">
                <a:latin typeface="微软雅黑" panose="020B0503020204020204" pitchFamily="34" charset="-122"/>
                <a:ea typeface="微软雅黑" panose="020B0503020204020204" pitchFamily="34" charset="-122"/>
              </a:rPr>
              <a:t>人类因为生存的需要，形成社会，借助群体的力量方便获取生活资源和获得保护。人们对所生活的族群所提供的舒适、宁静、丰富、优越与安全感产生依恋和荣耀的情感。</a:t>
            </a:r>
            <a:endParaRPr lang="zh-CN" altLang="en-US" dirty="0">
              <a:latin typeface="微软雅黑" panose="020B0503020204020204" pitchFamily="34" charset="-122"/>
              <a:ea typeface="微软雅黑" panose="020B0503020204020204" pitchFamily="34" charset="-122"/>
            </a:endParaRPr>
          </a:p>
        </p:txBody>
      </p:sp>
      <p:sp>
        <p:nvSpPr>
          <p:cNvPr id="33" name="文本框 32"/>
          <p:cNvSpPr txBox="1"/>
          <p:nvPr/>
        </p:nvSpPr>
        <p:spPr>
          <a:xfrm>
            <a:off x="4278621" y="4941250"/>
            <a:ext cx="3171705" cy="461665"/>
          </a:xfrm>
          <a:prstGeom prst="rect">
            <a:avLst/>
          </a:prstGeom>
          <a:noFill/>
        </p:spPr>
        <p:txBody>
          <a:bodyPr wrap="square" rtlCol="0">
            <a:spAutoFit/>
          </a:bodyPr>
          <a:lstStyle/>
          <a:p>
            <a:r>
              <a:rPr lang="zh-CN" altLang="en-US" sz="2400" b="1" dirty="0">
                <a:solidFill>
                  <a:srgbClr val="262626"/>
                </a:solidFill>
                <a:latin typeface="思源宋体 CN Heavy" panose="02020900000000000000" pitchFamily="18" charset="-122"/>
                <a:ea typeface="思源宋体 CN Heavy" panose="02020900000000000000" pitchFamily="18" charset="-122"/>
              </a:rPr>
              <a:t>爱国主义教育活动</a:t>
            </a:r>
            <a:endParaRPr lang="zh-CN" altLang="en-US" sz="2400" dirty="0">
              <a:latin typeface="思源宋体 CN Heavy" panose="02020900000000000000" pitchFamily="18" charset="-122"/>
              <a:ea typeface="思源宋体 CN Heavy" panose="02020900000000000000" pitchFamily="18" charset="-122"/>
            </a:endParaRPr>
          </a:p>
        </p:txBody>
      </p:sp>
      <p:sp>
        <p:nvSpPr>
          <p:cNvPr id="34" name="文本框 33"/>
          <p:cNvSpPr txBox="1"/>
          <p:nvPr/>
        </p:nvSpPr>
        <p:spPr>
          <a:xfrm>
            <a:off x="4356713" y="5402913"/>
            <a:ext cx="7068312" cy="605294"/>
          </a:xfrm>
          <a:prstGeom prst="rect">
            <a:avLst/>
          </a:prstGeom>
          <a:noFill/>
        </p:spPr>
        <p:txBody>
          <a:bodyPr wrap="square" rtlCol="0">
            <a:spAutoFit/>
          </a:bodyPr>
          <a:lstStyle>
            <a:defPPr>
              <a:defRPr lang="zh-CN"/>
            </a:defPPr>
            <a:lvl1pPr marL="285750" indent="-285750">
              <a:lnSpc>
                <a:spcPts val="2000"/>
              </a:lnSpc>
              <a:buFont typeface="Arial" panose="020B0604020202020204" pitchFamily="34" charset="0"/>
              <a:buChar char="•"/>
              <a:defRPr sz="1400" b="0" i="0" spc="300">
                <a:effectLst/>
                <a:latin typeface="字魂58号-创中黑" panose="00000500000000000000" pitchFamily="2" charset="-122"/>
                <a:ea typeface="字魂58号-创中黑" panose="00000500000000000000" pitchFamily="2" charset="-122"/>
              </a:defRPr>
            </a:lvl1pPr>
          </a:lstStyle>
          <a:p>
            <a:pPr marL="0" indent="0">
              <a:buNone/>
            </a:pPr>
            <a:r>
              <a:rPr lang="zh-CN" altLang="en-US" dirty="0">
                <a:latin typeface="微软雅黑" panose="020B0503020204020204" pitchFamily="34" charset="-122"/>
                <a:ea typeface="微软雅黑" panose="020B0503020204020204" pitchFamily="34" charset="-122"/>
              </a:rPr>
              <a:t>为了使生产和生活利益得到保障，人们自发地维护这个族群的完整性。这就是最朴素的民族主义、爱国主义。</a:t>
            </a:r>
            <a:endParaRPr lang="zh-CN" altLang="en-US" dirty="0">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22" presetClass="entr" presetSubtype="8" fill="hold" nodeType="clickEffect">
                                  <p:stCondLst>
                                    <p:cond delay="0"/>
                                  </p:stCondLst>
                                  <p:childTnLst>
                                    <p:set>
                                      <p:cBhvr>
                                        <p:cTn id="13" dur="1" fill="hold">
                                          <p:stCondLst>
                                            <p:cond delay="0"/>
                                          </p:stCondLst>
                                        </p:cTn>
                                        <p:tgtEl>
                                          <p:spTgt spid="2"/>
                                        </p:tgtEl>
                                        <p:attrNameLst>
                                          <p:attrName>style.visibility</p:attrName>
                                        </p:attrNameLst>
                                      </p:cBhvr>
                                      <p:to>
                                        <p:strVal val="visible"/>
                                      </p:to>
                                    </p:set>
                                    <p:animEffect transition="in" filter="wipe(left)">
                                      <p:cBhvr>
                                        <p:cTn id="14" dur="500"/>
                                        <p:tgtEl>
                                          <p:spTgt spid="2"/>
                                        </p:tgtEl>
                                      </p:cBhvr>
                                    </p:animEffect>
                                  </p:childTnLst>
                                </p:cTn>
                              </p:par>
                            </p:childTnLst>
                          </p:cTn>
                        </p:par>
                      </p:childTnLst>
                    </p:cTn>
                  </p:par>
                  <p:par>
                    <p:cTn id="15" fill="hold">
                      <p:stCondLst>
                        <p:cond delay="indefinite"/>
                      </p:stCondLst>
                      <p:childTnLst>
                        <p:par>
                          <p:cTn id="16" fill="hold">
                            <p:stCondLst>
                              <p:cond delay="0"/>
                            </p:stCondLst>
                            <p:childTnLst>
                              <p:par>
                                <p:cTn id="17" presetID="14" presetClass="entr" presetSubtype="10" fill="hold" grpId="0" nodeType="clickEffect">
                                  <p:stCondLst>
                                    <p:cond delay="0"/>
                                  </p:stCondLst>
                                  <p:childTnLst>
                                    <p:set>
                                      <p:cBhvr>
                                        <p:cTn id="18" dur="1" fill="hold">
                                          <p:stCondLst>
                                            <p:cond delay="0"/>
                                          </p:stCondLst>
                                        </p:cTn>
                                        <p:tgtEl>
                                          <p:spTgt spid="30"/>
                                        </p:tgtEl>
                                        <p:attrNameLst>
                                          <p:attrName>style.visibility</p:attrName>
                                        </p:attrNameLst>
                                      </p:cBhvr>
                                      <p:to>
                                        <p:strVal val="visible"/>
                                      </p:to>
                                    </p:set>
                                    <p:animEffect transition="in" filter="randombar(horizontal)">
                                      <p:cBhvr>
                                        <p:cTn id="19" dur="500"/>
                                        <p:tgtEl>
                                          <p:spTgt spid="30"/>
                                        </p:tgtEl>
                                      </p:cBhvr>
                                    </p:animEffect>
                                  </p:childTnLst>
                                </p:cTn>
                              </p:par>
                              <p:par>
                                <p:cTn id="20" presetID="14" presetClass="entr" presetSubtype="10" fill="hold" grpId="0" nodeType="withEffect">
                                  <p:stCondLst>
                                    <p:cond delay="0"/>
                                  </p:stCondLst>
                                  <p:childTnLst>
                                    <p:set>
                                      <p:cBhvr>
                                        <p:cTn id="21" dur="1" fill="hold">
                                          <p:stCondLst>
                                            <p:cond delay="0"/>
                                          </p:stCondLst>
                                        </p:cTn>
                                        <p:tgtEl>
                                          <p:spTgt spid="29"/>
                                        </p:tgtEl>
                                        <p:attrNameLst>
                                          <p:attrName>style.visibility</p:attrName>
                                        </p:attrNameLst>
                                      </p:cBhvr>
                                      <p:to>
                                        <p:strVal val="visible"/>
                                      </p:to>
                                    </p:set>
                                    <p:animEffect transition="in" filter="randombar(horizontal)">
                                      <p:cBhvr>
                                        <p:cTn id="22" dur="500"/>
                                        <p:tgtEl>
                                          <p:spTgt spid="29"/>
                                        </p:tgtEl>
                                      </p:cBhvr>
                                    </p:animEffect>
                                  </p:childTnLst>
                                </p:cTn>
                              </p:par>
                              <p:par>
                                <p:cTn id="23" presetID="14" presetClass="entr" presetSubtype="10" fill="hold" grpId="0" nodeType="withEffect">
                                  <p:stCondLst>
                                    <p:cond delay="0"/>
                                  </p:stCondLst>
                                  <p:childTnLst>
                                    <p:set>
                                      <p:cBhvr>
                                        <p:cTn id="24" dur="1" fill="hold">
                                          <p:stCondLst>
                                            <p:cond delay="0"/>
                                          </p:stCondLst>
                                        </p:cTn>
                                        <p:tgtEl>
                                          <p:spTgt spid="31"/>
                                        </p:tgtEl>
                                        <p:attrNameLst>
                                          <p:attrName>style.visibility</p:attrName>
                                        </p:attrNameLst>
                                      </p:cBhvr>
                                      <p:to>
                                        <p:strVal val="visible"/>
                                      </p:to>
                                    </p:set>
                                    <p:animEffect transition="in" filter="randombar(horizontal)">
                                      <p:cBhvr>
                                        <p:cTn id="25" dur="500"/>
                                        <p:tgtEl>
                                          <p:spTgt spid="31"/>
                                        </p:tgtEl>
                                      </p:cBhvr>
                                    </p:animEffect>
                                  </p:childTnLst>
                                </p:cTn>
                              </p:par>
                              <p:par>
                                <p:cTn id="26" presetID="14" presetClass="entr" presetSubtype="10" fill="hold" grpId="0" nodeType="withEffect">
                                  <p:stCondLst>
                                    <p:cond delay="0"/>
                                  </p:stCondLst>
                                  <p:childTnLst>
                                    <p:set>
                                      <p:cBhvr>
                                        <p:cTn id="27" dur="1" fill="hold">
                                          <p:stCondLst>
                                            <p:cond delay="0"/>
                                          </p:stCondLst>
                                        </p:cTn>
                                        <p:tgtEl>
                                          <p:spTgt spid="32"/>
                                        </p:tgtEl>
                                        <p:attrNameLst>
                                          <p:attrName>style.visibility</p:attrName>
                                        </p:attrNameLst>
                                      </p:cBhvr>
                                      <p:to>
                                        <p:strVal val="visible"/>
                                      </p:to>
                                    </p:set>
                                    <p:animEffect transition="in" filter="randombar(horizontal)">
                                      <p:cBhvr>
                                        <p:cTn id="28" dur="500"/>
                                        <p:tgtEl>
                                          <p:spTgt spid="32"/>
                                        </p:tgtEl>
                                      </p:cBhvr>
                                    </p:animEffect>
                                  </p:childTnLst>
                                </p:cTn>
                              </p:par>
                              <p:par>
                                <p:cTn id="29" presetID="14" presetClass="entr" presetSubtype="10" fill="hold" grpId="0" nodeType="withEffect">
                                  <p:stCondLst>
                                    <p:cond delay="0"/>
                                  </p:stCondLst>
                                  <p:childTnLst>
                                    <p:set>
                                      <p:cBhvr>
                                        <p:cTn id="30" dur="1" fill="hold">
                                          <p:stCondLst>
                                            <p:cond delay="0"/>
                                          </p:stCondLst>
                                        </p:cTn>
                                        <p:tgtEl>
                                          <p:spTgt spid="34"/>
                                        </p:tgtEl>
                                        <p:attrNameLst>
                                          <p:attrName>style.visibility</p:attrName>
                                        </p:attrNameLst>
                                      </p:cBhvr>
                                      <p:to>
                                        <p:strVal val="visible"/>
                                      </p:to>
                                    </p:set>
                                    <p:animEffect transition="in" filter="randombar(horizontal)">
                                      <p:cBhvr>
                                        <p:cTn id="31" dur="500"/>
                                        <p:tgtEl>
                                          <p:spTgt spid="34"/>
                                        </p:tgtEl>
                                      </p:cBhvr>
                                    </p:animEffect>
                                  </p:childTnLst>
                                </p:cTn>
                              </p:par>
                              <p:par>
                                <p:cTn id="32" presetID="14" presetClass="entr" presetSubtype="10" fill="hold" grpId="0" nodeType="withEffect">
                                  <p:stCondLst>
                                    <p:cond delay="0"/>
                                  </p:stCondLst>
                                  <p:childTnLst>
                                    <p:set>
                                      <p:cBhvr>
                                        <p:cTn id="33" dur="1" fill="hold">
                                          <p:stCondLst>
                                            <p:cond delay="0"/>
                                          </p:stCondLst>
                                        </p:cTn>
                                        <p:tgtEl>
                                          <p:spTgt spid="33"/>
                                        </p:tgtEl>
                                        <p:attrNameLst>
                                          <p:attrName>style.visibility</p:attrName>
                                        </p:attrNameLst>
                                      </p:cBhvr>
                                      <p:to>
                                        <p:strVal val="visible"/>
                                      </p:to>
                                    </p:set>
                                    <p:animEffect transition="in" filter="randombar(horizontal)">
                                      <p:cBhvr>
                                        <p:cTn id="34" dur="5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p:bldP spid="30" grpId="0"/>
      <p:bldP spid="31" grpId="0"/>
      <p:bldP spid="32" grpId="0"/>
      <p:bldP spid="33" grpId="0"/>
      <p:bldP spid="34"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rotWithShape="1">
          <a:blip r:embed="rId1" cstate="email"/>
          <a:srcRect/>
          <a:stretch>
            <a:fillRect/>
          </a:stretch>
        </p:blipFill>
        <p:spPr>
          <a:xfrm>
            <a:off x="-1" y="2"/>
            <a:ext cx="12192001" cy="6838861"/>
          </a:xfrm>
          <a:prstGeom prst="rect">
            <a:avLst/>
          </a:prstGeom>
        </p:spPr>
      </p:pic>
      <p:sp>
        <p:nvSpPr>
          <p:cNvPr id="3" name="文本框 2"/>
          <p:cNvSpPr txBox="1"/>
          <p:nvPr/>
        </p:nvSpPr>
        <p:spPr>
          <a:xfrm>
            <a:off x="4339993" y="1196752"/>
            <a:ext cx="3512017" cy="1107996"/>
          </a:xfrm>
          <a:prstGeom prst="rect">
            <a:avLst/>
          </a:prstGeom>
          <a:noFill/>
        </p:spPr>
        <p:txBody>
          <a:bodyPr wrap="square" rtlCol="0">
            <a:spAutoFit/>
          </a:bodyPr>
          <a:lstStyle/>
          <a:p>
            <a:pPr algn="dist"/>
            <a:r>
              <a:rPr lang="zh-CN" altLang="en-US" sz="6600" dirty="0">
                <a:ln>
                  <a:solidFill>
                    <a:srgbClr val="C00000"/>
                  </a:solidFill>
                </a:ln>
                <a:gradFill flip="none" rotWithShape="1">
                  <a:gsLst>
                    <a:gs pos="0">
                      <a:srgbClr val="FFFFFC"/>
                    </a:gs>
                    <a:gs pos="83000">
                      <a:srgbClr val="FCD273"/>
                    </a:gs>
                    <a:gs pos="100000">
                      <a:srgbClr val="FFFFFC"/>
                    </a:gs>
                  </a:gsLst>
                  <a:lin ang="5400000" scaled="1"/>
                  <a:tileRect/>
                </a:gradFill>
                <a:effectLst>
                  <a:outerShdw blurRad="38100" dist="38100" dir="2700000" algn="tl">
                    <a:srgbClr val="000000">
                      <a:alpha val="43137"/>
                    </a:srgbClr>
                  </a:outerShdw>
                </a:effectLst>
                <a:latin typeface="思源宋体 CN Heavy" panose="02020900000000000000" pitchFamily="18" charset="-122"/>
                <a:ea typeface="思源宋体 CN Heavy" panose="02020900000000000000" pitchFamily="18" charset="-122"/>
              </a:rPr>
              <a:t>第三篇</a:t>
            </a:r>
            <a:endParaRPr lang="zh-CN" altLang="en-US" sz="6600" dirty="0">
              <a:ln>
                <a:solidFill>
                  <a:srgbClr val="C00000"/>
                </a:solidFill>
              </a:ln>
              <a:gradFill flip="none" rotWithShape="1">
                <a:gsLst>
                  <a:gs pos="0">
                    <a:srgbClr val="FFFFFC"/>
                  </a:gs>
                  <a:gs pos="83000">
                    <a:srgbClr val="FCD273"/>
                  </a:gs>
                  <a:gs pos="100000">
                    <a:srgbClr val="FFFFFC"/>
                  </a:gs>
                </a:gsLst>
                <a:lin ang="5400000" scaled="1"/>
                <a:tileRect/>
              </a:gradFill>
              <a:effectLst>
                <a:outerShdw blurRad="38100" dist="38100" dir="2700000" algn="tl">
                  <a:srgbClr val="000000">
                    <a:alpha val="43137"/>
                  </a:srgbClr>
                </a:outerShdw>
              </a:effectLst>
              <a:latin typeface="思源宋体 CN Heavy" panose="02020900000000000000" pitchFamily="18" charset="-122"/>
              <a:ea typeface="思源宋体 CN Heavy" panose="02020900000000000000" pitchFamily="18" charset="-122"/>
            </a:endParaRPr>
          </a:p>
        </p:txBody>
      </p:sp>
      <p:sp>
        <p:nvSpPr>
          <p:cNvPr id="4" name="文本框 3"/>
          <p:cNvSpPr txBox="1"/>
          <p:nvPr/>
        </p:nvSpPr>
        <p:spPr>
          <a:xfrm>
            <a:off x="1559496" y="2323293"/>
            <a:ext cx="9505056" cy="1446550"/>
          </a:xfrm>
          <a:prstGeom prst="rect">
            <a:avLst/>
          </a:prstGeom>
          <a:noFill/>
        </p:spPr>
        <p:txBody>
          <a:bodyPr wrap="square" rtlCol="0">
            <a:spAutoFit/>
          </a:bodyPr>
          <a:lstStyle/>
          <a:p>
            <a:pPr algn="dist"/>
            <a:r>
              <a:rPr lang="zh-CN" altLang="en-US" sz="8800" dirty="0">
                <a:ln>
                  <a:solidFill>
                    <a:srgbClr val="C00000"/>
                  </a:solidFill>
                </a:ln>
                <a:gradFill flip="none" rotWithShape="1">
                  <a:gsLst>
                    <a:gs pos="0">
                      <a:srgbClr val="FFFFFC"/>
                    </a:gs>
                    <a:gs pos="83000">
                      <a:srgbClr val="FCD273"/>
                    </a:gs>
                    <a:gs pos="100000">
                      <a:srgbClr val="FFFFFC"/>
                    </a:gs>
                  </a:gsLst>
                  <a:lin ang="5400000" scaled="1"/>
                  <a:tileRect/>
                </a:gradFill>
                <a:effectLst>
                  <a:outerShdw blurRad="38100" dist="38100" dir="2700000" algn="tl">
                    <a:srgbClr val="000000">
                      <a:alpha val="43137"/>
                    </a:srgbClr>
                  </a:outerShdw>
                </a:effectLst>
                <a:latin typeface="思源宋体 CN Heavy" panose="02020900000000000000" pitchFamily="18" charset="-122"/>
                <a:ea typeface="思源宋体 CN Heavy" panose="02020900000000000000" pitchFamily="18" charset="-122"/>
              </a:rPr>
              <a:t>爱国主义教育策划</a:t>
            </a:r>
            <a:endParaRPr lang="zh-CN" altLang="en-US" sz="8800" dirty="0">
              <a:ln>
                <a:solidFill>
                  <a:srgbClr val="C00000"/>
                </a:solidFill>
              </a:ln>
              <a:gradFill flip="none" rotWithShape="1">
                <a:gsLst>
                  <a:gs pos="0">
                    <a:srgbClr val="FFFFFC"/>
                  </a:gs>
                  <a:gs pos="83000">
                    <a:srgbClr val="FCD273"/>
                  </a:gs>
                  <a:gs pos="100000">
                    <a:srgbClr val="FFFFFC"/>
                  </a:gs>
                </a:gsLst>
                <a:lin ang="5400000" scaled="1"/>
                <a:tileRect/>
              </a:gradFill>
              <a:effectLst>
                <a:outerShdw blurRad="38100" dist="38100" dir="2700000" algn="tl">
                  <a:srgbClr val="000000">
                    <a:alpha val="43137"/>
                  </a:srgbClr>
                </a:outerShdw>
              </a:effectLst>
              <a:latin typeface="思源宋体 CN Heavy" panose="02020900000000000000" pitchFamily="18" charset="-122"/>
              <a:ea typeface="思源宋体 CN Heavy" panose="02020900000000000000" pitchFamily="18" charset="-122"/>
            </a:endParaRPr>
          </a:p>
        </p:txBody>
      </p:sp>
      <p:sp>
        <p:nvSpPr>
          <p:cNvPr id="6" name="文本框 5"/>
          <p:cNvSpPr txBox="1"/>
          <p:nvPr/>
        </p:nvSpPr>
        <p:spPr>
          <a:xfrm>
            <a:off x="197442" y="4250985"/>
            <a:ext cx="353943" cy="2418377"/>
          </a:xfrm>
          <a:prstGeom prst="rect">
            <a:avLst/>
          </a:prstGeom>
          <a:noFill/>
          <a:ln>
            <a:noFill/>
          </a:ln>
        </p:spPr>
        <p:txBody>
          <a:bodyPr vert="eaVert" wrap="square" rtlCol="0">
            <a:spAutoFit/>
          </a:bodyPr>
          <a:lstStyle/>
          <a:p>
            <a:pPr algn="dist"/>
            <a:r>
              <a:rPr lang="zh-CN" altLang="en-US" sz="1100" dirty="0">
                <a:solidFill>
                  <a:srgbClr val="FFFFFC"/>
                </a:solidFill>
                <a:latin typeface="微软雅黑" panose="020B0503020204020204" pitchFamily="34" charset="-122"/>
                <a:ea typeface="微软雅黑" panose="020B0503020204020204" pitchFamily="34" charset="-122"/>
                <a:cs typeface="阿里巴巴普惠体 2.0 45 Light" panose="00020600040101010101" pitchFamily="18" charset="-122"/>
                <a:sym typeface="+mn-lt"/>
              </a:rPr>
              <a:t>聚能前行不负韶华</a:t>
            </a:r>
            <a:endParaRPr lang="zh-CN" altLang="en-US" sz="1100" dirty="0">
              <a:solidFill>
                <a:srgbClr val="FFFFFC"/>
              </a:solidFill>
              <a:latin typeface="微软雅黑" panose="020B0503020204020204" pitchFamily="34" charset="-122"/>
              <a:ea typeface="微软雅黑" panose="020B0503020204020204" pitchFamily="34" charset="-122"/>
              <a:cs typeface="阿里巴巴普惠体 2.0 45 Light" panose="00020600040101010101" pitchFamily="18" charset="-122"/>
              <a:sym typeface="+mn-lt"/>
            </a:endParaRPr>
          </a:p>
        </p:txBody>
      </p:sp>
      <p:sp>
        <p:nvSpPr>
          <p:cNvPr id="7" name="文本框 6"/>
          <p:cNvSpPr txBox="1"/>
          <p:nvPr/>
        </p:nvSpPr>
        <p:spPr>
          <a:xfrm>
            <a:off x="11568610" y="290545"/>
            <a:ext cx="353943" cy="2418377"/>
          </a:xfrm>
          <a:prstGeom prst="rect">
            <a:avLst/>
          </a:prstGeom>
          <a:noFill/>
          <a:ln>
            <a:noFill/>
          </a:ln>
        </p:spPr>
        <p:txBody>
          <a:bodyPr vert="eaVert" wrap="square" rtlCol="0">
            <a:spAutoFit/>
          </a:bodyPr>
          <a:lstStyle/>
          <a:p>
            <a:pPr algn="dist"/>
            <a:r>
              <a:rPr lang="zh-CN" altLang="en-US" sz="1100" dirty="0">
                <a:solidFill>
                  <a:srgbClr val="FFFFFC"/>
                </a:solidFill>
                <a:latin typeface="微软雅黑" panose="020B0503020204020204" pitchFamily="34" charset="-122"/>
                <a:ea typeface="微软雅黑" panose="020B0503020204020204" pitchFamily="34" charset="-122"/>
                <a:cs typeface="阿里巴巴普惠体 2.0 45 Light" panose="00020600040101010101" pitchFamily="18" charset="-122"/>
                <a:sym typeface="+mn-lt"/>
              </a:rPr>
              <a:t>聚能前行不负韶华</a:t>
            </a:r>
            <a:endParaRPr lang="zh-CN" altLang="en-US" sz="1100" dirty="0">
              <a:solidFill>
                <a:srgbClr val="FFFFFC"/>
              </a:solidFill>
              <a:latin typeface="微软雅黑" panose="020B0503020204020204" pitchFamily="34" charset="-122"/>
              <a:ea typeface="微软雅黑" panose="020B0503020204020204" pitchFamily="34" charset="-122"/>
              <a:cs typeface="阿里巴巴普惠体 2.0 45 Light" panose="00020600040101010101" pitchFamily="18" charset="-122"/>
              <a:sym typeface="+mn-lt"/>
            </a:endParaRPr>
          </a:p>
        </p:txBody>
      </p:sp>
      <p:sp>
        <p:nvSpPr>
          <p:cNvPr id="8" name="文本框 7"/>
          <p:cNvSpPr txBox="1"/>
          <p:nvPr/>
        </p:nvSpPr>
        <p:spPr>
          <a:xfrm>
            <a:off x="9258255" y="6270514"/>
            <a:ext cx="2664296" cy="276999"/>
          </a:xfrm>
          <a:prstGeom prst="rect">
            <a:avLst/>
          </a:prstGeom>
          <a:noFill/>
        </p:spPr>
        <p:txBody>
          <a:bodyPr wrap="square" rtlCol="0">
            <a:spAutoFit/>
          </a:bodyPr>
          <a:lstStyle/>
          <a:p>
            <a:pPr algn="dist"/>
            <a:r>
              <a:rPr lang="zh-CN" altLang="en-US" sz="1200" dirty="0">
                <a:solidFill>
                  <a:schemeClr val="bg1">
                    <a:lumMod val="95000"/>
                  </a:scheme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阿里巴巴普惠体 2.0 55 Regular" panose="00020600040101010101" pitchFamily="18" charset="-122"/>
              </a:rPr>
              <a:t>筑梦中国</a:t>
            </a:r>
            <a:r>
              <a:rPr lang="en-US" altLang="zh-CN" sz="1200" dirty="0">
                <a:solidFill>
                  <a:schemeClr val="bg1">
                    <a:lumMod val="95000"/>
                  </a:scheme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阿里巴巴普惠体 2.0 55 Regular" panose="00020600040101010101" pitchFamily="18" charset="-122"/>
              </a:rPr>
              <a:t> </a:t>
            </a:r>
            <a:r>
              <a:rPr lang="zh-CN" altLang="en-US" sz="1200" dirty="0">
                <a:solidFill>
                  <a:schemeClr val="bg1">
                    <a:lumMod val="95000"/>
                  </a:scheme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阿里巴巴普惠体 2.0 55 Regular" panose="00020600040101010101" pitchFamily="18" charset="-122"/>
              </a:rPr>
              <a:t>建功新时代</a:t>
            </a:r>
            <a:endParaRPr lang="zh-CN" altLang="en-US" sz="1200" dirty="0">
              <a:solidFill>
                <a:schemeClr val="bg1">
                  <a:lumMod val="95000"/>
                </a:scheme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阿里巴巴普惠体 2.0 55 Regular" panose="00020600040101010101" pitchFamily="18" charset="-122"/>
            </a:endParaRPr>
          </a:p>
        </p:txBody>
      </p:sp>
      <p:sp>
        <p:nvSpPr>
          <p:cNvPr id="9" name="文本框 8"/>
          <p:cNvSpPr txBox="1"/>
          <p:nvPr/>
        </p:nvSpPr>
        <p:spPr>
          <a:xfrm>
            <a:off x="2135560" y="3760980"/>
            <a:ext cx="8208912" cy="577081"/>
          </a:xfrm>
          <a:prstGeom prst="rect">
            <a:avLst/>
          </a:prstGeom>
          <a:noFill/>
        </p:spPr>
        <p:txBody>
          <a:bodyPr wrap="square" rtlCol="0">
            <a:spAutoFit/>
          </a:bodyPr>
          <a:lstStyle/>
          <a:p>
            <a:pPr algn="ctr">
              <a:lnSpc>
                <a:spcPct val="150000"/>
              </a:lnSpc>
            </a:pPr>
            <a:r>
              <a:rPr lang="zh-CN" altLang="en-US" sz="1050" spc="400" dirty="0">
                <a:solidFill>
                  <a:schemeClr val="bg1"/>
                </a:solidFill>
                <a:latin typeface="微软雅黑" panose="020B0503020204020204" pitchFamily="34" charset="-122"/>
                <a:ea typeface="微软雅黑" panose="020B0503020204020204" pitchFamily="34" charset="-122"/>
              </a:rPr>
              <a:t>爱国主义是指个人或集体对祖国的一种积极和支持的态度，揭示了个人对祖国的依存关系，是人们对自己家园以及民族和文化的归属感、认同感、尊严感与荣誉感的统一。</a:t>
            </a:r>
            <a:endParaRPr lang="zh-CN" altLang="en-US" sz="1050" spc="400" dirty="0">
              <a:solidFill>
                <a:schemeClr val="bg1"/>
              </a:solidFill>
              <a:latin typeface="微软雅黑" panose="020B0503020204020204" pitchFamily="34" charset="-122"/>
              <a:ea typeface="微软雅黑" panose="020B0503020204020204" pitchFamily="34" charset="-122"/>
            </a:endParaRPr>
          </a:p>
        </p:txBody>
      </p:sp>
      <p:pic>
        <p:nvPicPr>
          <p:cNvPr id="11" name="图片 10"/>
          <p:cNvPicPr>
            <a:picLocks noChangeAspect="1"/>
          </p:cNvPicPr>
          <p:nvPr/>
        </p:nvPicPr>
        <p:blipFill rotWithShape="1">
          <a:blip r:embed="rId2" cstate="email"/>
          <a:srcRect l="-4339"/>
          <a:stretch>
            <a:fillRect/>
          </a:stretch>
        </p:blipFill>
        <p:spPr>
          <a:xfrm>
            <a:off x="4151785" y="-386188"/>
            <a:ext cx="3512017" cy="864097"/>
          </a:xfrm>
          <a:prstGeom prst="rect">
            <a:avLst/>
          </a:prstGeom>
        </p:spPr>
      </p:pic>
      <p:pic>
        <p:nvPicPr>
          <p:cNvPr id="12" name="图片 11"/>
          <p:cNvPicPr>
            <a:picLocks noChangeAspect="1"/>
          </p:cNvPicPr>
          <p:nvPr/>
        </p:nvPicPr>
        <p:blipFill rotWithShape="1">
          <a:blip r:embed="rId3" cstate="email"/>
          <a:srcRect/>
          <a:stretch>
            <a:fillRect/>
          </a:stretch>
        </p:blipFill>
        <p:spPr>
          <a:xfrm rot="20534065">
            <a:off x="9555109" y="274132"/>
            <a:ext cx="2024955" cy="2262265"/>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1000"/>
                                        <p:tgtEl>
                                          <p:spTgt spid="9"/>
                                        </p:tgtEl>
                                      </p:cBhvr>
                                    </p:animEffect>
                                    <p:anim calcmode="lin" valueType="num">
                                      <p:cBhvr>
                                        <p:cTn id="8" dur="1000" fill="hold"/>
                                        <p:tgtEl>
                                          <p:spTgt spid="9"/>
                                        </p:tgtEl>
                                        <p:attrNameLst>
                                          <p:attrName>ppt_x</p:attrName>
                                        </p:attrNameLst>
                                      </p:cBhvr>
                                      <p:tavLst>
                                        <p:tav tm="0">
                                          <p:val>
                                            <p:strVal val="#ppt_x"/>
                                          </p:val>
                                        </p:tav>
                                        <p:tav tm="100000">
                                          <p:val>
                                            <p:strVal val="#ppt_x"/>
                                          </p:val>
                                        </p:tav>
                                      </p:tavLst>
                                    </p:anim>
                                    <p:anim calcmode="lin" valueType="num">
                                      <p:cBhvr>
                                        <p:cTn id="9" dur="10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767408" y="620690"/>
            <a:ext cx="3960440" cy="846817"/>
            <a:chOff x="191344" y="174130"/>
            <a:chExt cx="3960440" cy="846817"/>
          </a:xfrm>
        </p:grpSpPr>
        <p:grpSp>
          <p:nvGrpSpPr>
            <p:cNvPr id="5" name="组合 4"/>
            <p:cNvGrpSpPr/>
            <p:nvPr/>
          </p:nvGrpSpPr>
          <p:grpSpPr>
            <a:xfrm>
              <a:off x="431433" y="253069"/>
              <a:ext cx="3720351" cy="767878"/>
              <a:chOff x="3402338" y="4170387"/>
              <a:chExt cx="6546490" cy="767878"/>
            </a:xfrm>
          </p:grpSpPr>
          <p:sp>
            <p:nvSpPr>
              <p:cNvPr id="7" name="文本框 6"/>
              <p:cNvSpPr txBox="1"/>
              <p:nvPr/>
            </p:nvSpPr>
            <p:spPr>
              <a:xfrm>
                <a:off x="3403381" y="4170387"/>
                <a:ext cx="6545447" cy="584775"/>
              </a:xfrm>
              <a:prstGeom prst="rect">
                <a:avLst/>
              </a:prstGeom>
              <a:noFill/>
            </p:spPr>
            <p:txBody>
              <a:bodyPr wrap="square" rtlCol="0">
                <a:spAutoFit/>
              </a:bodyPr>
              <a:lstStyle/>
              <a:p>
                <a:pPr algn="dist"/>
                <a:r>
                  <a:rPr lang="zh-CN" altLang="en-US" sz="3200" b="1" dirty="0">
                    <a:ln w="15875">
                      <a:noFill/>
                    </a:ln>
                    <a:gradFill flip="none" rotWithShape="1">
                      <a:gsLst>
                        <a:gs pos="0">
                          <a:srgbClr val="F94739"/>
                        </a:gs>
                        <a:gs pos="86000">
                          <a:srgbClr val="BF2833"/>
                        </a:gs>
                      </a:gsLst>
                      <a:lin ang="5400000" scaled="1"/>
                      <a:tileRect/>
                    </a:gradFill>
                    <a:effectLst>
                      <a:outerShdw blurRad="38100" dist="38100" dir="2700000" algn="tl">
                        <a:srgbClr val="75161B">
                          <a:alpha val="43000"/>
                        </a:srgbClr>
                      </a:outerShdw>
                    </a:effectLst>
                    <a:latin typeface="阿里巴巴普惠体 2.0 75 SemiBold" panose="00020600040101010101" pitchFamily="18" charset="-122"/>
                    <a:ea typeface="阿里巴巴普惠体 2.0 75 SemiBold" panose="00020600040101010101" pitchFamily="18" charset="-122"/>
                    <a:cs typeface="阿里巴巴普惠体 2.0 75 SemiBold" panose="00020600040101010101" pitchFamily="18" charset="-122"/>
                  </a:rPr>
                  <a:t>爱国主义教育策划</a:t>
                </a:r>
                <a:endParaRPr lang="zh-CN" altLang="en-US" sz="3200" b="1" dirty="0">
                  <a:ln w="15875">
                    <a:noFill/>
                  </a:ln>
                  <a:gradFill flip="none" rotWithShape="1">
                    <a:gsLst>
                      <a:gs pos="0">
                        <a:srgbClr val="F94739"/>
                      </a:gs>
                      <a:gs pos="86000">
                        <a:srgbClr val="BF2833"/>
                      </a:gs>
                    </a:gsLst>
                    <a:lin ang="5400000" scaled="1"/>
                    <a:tileRect/>
                  </a:gradFill>
                  <a:effectLst>
                    <a:outerShdw blurRad="38100" dist="38100" dir="2700000" algn="tl">
                      <a:srgbClr val="75161B">
                        <a:alpha val="43000"/>
                      </a:srgbClr>
                    </a:outerShdw>
                  </a:effectLst>
                  <a:latin typeface="阿里巴巴普惠体 2.0 75 SemiBold" panose="00020600040101010101" pitchFamily="18" charset="-122"/>
                  <a:ea typeface="阿里巴巴普惠体 2.0 75 SemiBold" panose="00020600040101010101" pitchFamily="18" charset="-122"/>
                  <a:cs typeface="阿里巴巴普惠体 2.0 75 SemiBold" panose="00020600040101010101" pitchFamily="18" charset="-122"/>
                </a:endParaRPr>
              </a:p>
            </p:txBody>
          </p:sp>
          <p:sp>
            <p:nvSpPr>
              <p:cNvPr id="8" name="文本框 7"/>
              <p:cNvSpPr txBox="1"/>
              <p:nvPr/>
            </p:nvSpPr>
            <p:spPr>
              <a:xfrm>
                <a:off x="3402338" y="4676655"/>
                <a:ext cx="5651078" cy="261610"/>
              </a:xfrm>
              <a:prstGeom prst="rect">
                <a:avLst/>
              </a:prstGeom>
              <a:noFill/>
            </p:spPr>
            <p:txBody>
              <a:bodyPr wrap="square" rtlCol="0">
                <a:spAutoFit/>
              </a:bodyPr>
              <a:lstStyle/>
              <a:p>
                <a:pPr algn="dist"/>
                <a:r>
                  <a:rPr lang="en-US" altLang="zh-CN" sz="1100" dirty="0">
                    <a:solidFill>
                      <a:schemeClr val="tx1">
                        <a:lumMod val="85000"/>
                        <a:lumOff val="15000"/>
                      </a:schemeClr>
                    </a:solidFill>
                    <a:latin typeface="微软雅黑" panose="020B0503020204020204" pitchFamily="34" charset="-122"/>
                    <a:ea typeface="微软雅黑" panose="020B0503020204020204" pitchFamily="34" charset="-122"/>
                    <a:cs typeface="阿里巴巴普惠体 2.0 45 Light" panose="00020600040101010101" pitchFamily="18" charset="-122"/>
                  </a:rPr>
                  <a:t>ORIGIN OF THE HOLIDAY</a:t>
                </a:r>
                <a:endParaRPr lang="zh-CN" altLang="en-US" sz="1100" dirty="0">
                  <a:solidFill>
                    <a:schemeClr val="tx1">
                      <a:lumMod val="85000"/>
                      <a:lumOff val="15000"/>
                    </a:schemeClr>
                  </a:solidFill>
                  <a:latin typeface="微软雅黑" panose="020B0503020204020204" pitchFamily="34" charset="-122"/>
                  <a:ea typeface="微软雅黑" panose="020B0503020204020204" pitchFamily="34" charset="-122"/>
                  <a:cs typeface="阿里巴巴普惠体 2.0 45 Light" panose="00020600040101010101" pitchFamily="18" charset="-122"/>
                </a:endParaRPr>
              </a:p>
            </p:txBody>
          </p:sp>
        </p:grpSp>
        <p:sp>
          <p:nvSpPr>
            <p:cNvPr id="6" name="矩形 5"/>
            <p:cNvSpPr/>
            <p:nvPr/>
          </p:nvSpPr>
          <p:spPr>
            <a:xfrm>
              <a:off x="191344" y="174130"/>
              <a:ext cx="144016" cy="792088"/>
            </a:xfrm>
            <a:prstGeom prst="rect">
              <a:avLst/>
            </a:prstGeom>
            <a:solidFill>
              <a:srgbClr val="C00000"/>
            </a:solidFill>
            <a:ln>
              <a:no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 name="椭圆 1"/>
          <p:cNvSpPr/>
          <p:nvPr/>
        </p:nvSpPr>
        <p:spPr>
          <a:xfrm>
            <a:off x="5561007" y="1700808"/>
            <a:ext cx="1088020" cy="1088020"/>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600" b="1" dirty="0">
                <a:latin typeface="微软雅黑" panose="020B0503020204020204" pitchFamily="34" charset="-122"/>
                <a:ea typeface="微软雅黑" panose="020B0503020204020204" pitchFamily="34" charset="-122"/>
                <a:cs typeface="阿里巴巴普惠体 2.0 55 Regular" panose="00020600040101010101" pitchFamily="18" charset="-122"/>
              </a:rPr>
              <a:t>01</a:t>
            </a:r>
            <a:endParaRPr lang="zh-CN" altLang="en-US" sz="3600" b="1" dirty="0">
              <a:latin typeface="微软雅黑" panose="020B0503020204020204" pitchFamily="34" charset="-122"/>
              <a:ea typeface="微软雅黑" panose="020B0503020204020204" pitchFamily="34" charset="-122"/>
              <a:cs typeface="阿里巴巴普惠体 2.0 55 Regular" panose="00020600040101010101" pitchFamily="18" charset="-122"/>
            </a:endParaRPr>
          </a:p>
        </p:txBody>
      </p:sp>
      <p:sp>
        <p:nvSpPr>
          <p:cNvPr id="3" name="椭圆 2"/>
          <p:cNvSpPr/>
          <p:nvPr/>
        </p:nvSpPr>
        <p:spPr>
          <a:xfrm>
            <a:off x="5561007" y="3322026"/>
            <a:ext cx="1088020" cy="1088020"/>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lang="en-US" altLang="zh-CN" sz="3600" b="1" dirty="0">
                <a:latin typeface="微软雅黑" panose="020B0503020204020204" pitchFamily="34" charset="-122"/>
                <a:ea typeface="微软雅黑" panose="020B0503020204020204" pitchFamily="34" charset="-122"/>
                <a:cs typeface="阿里巴巴普惠体 2.0 55 Regular" panose="00020600040101010101" pitchFamily="18" charset="-122"/>
              </a:rPr>
              <a:t>02</a:t>
            </a:r>
            <a:endParaRPr lang="zh-CN" altLang="en-US" sz="3600" b="1" dirty="0">
              <a:latin typeface="微软雅黑" panose="020B0503020204020204" pitchFamily="34" charset="-122"/>
              <a:ea typeface="微软雅黑" panose="020B0503020204020204" pitchFamily="34" charset="-122"/>
              <a:cs typeface="阿里巴巴普惠体 2.0 55 Regular" panose="00020600040101010101" pitchFamily="18" charset="-122"/>
            </a:endParaRPr>
          </a:p>
        </p:txBody>
      </p:sp>
      <p:sp>
        <p:nvSpPr>
          <p:cNvPr id="9" name="椭圆 8"/>
          <p:cNvSpPr/>
          <p:nvPr/>
        </p:nvSpPr>
        <p:spPr>
          <a:xfrm>
            <a:off x="5568723" y="4937457"/>
            <a:ext cx="1088020" cy="1088020"/>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lang="en-US" altLang="zh-CN" sz="3600" b="1" dirty="0">
                <a:latin typeface="微软雅黑" panose="020B0503020204020204" pitchFamily="34" charset="-122"/>
                <a:ea typeface="微软雅黑" panose="020B0503020204020204" pitchFamily="34" charset="-122"/>
                <a:cs typeface="阿里巴巴普惠体 2.0 55 Regular" panose="00020600040101010101" pitchFamily="18" charset="-122"/>
              </a:rPr>
              <a:t>03</a:t>
            </a:r>
            <a:endParaRPr lang="zh-CN" altLang="en-US" sz="3600" b="1" dirty="0">
              <a:latin typeface="微软雅黑" panose="020B0503020204020204" pitchFamily="34" charset="-122"/>
              <a:ea typeface="微软雅黑" panose="020B0503020204020204" pitchFamily="34" charset="-122"/>
              <a:cs typeface="阿里巴巴普惠体 2.0 55 Regular" panose="00020600040101010101" pitchFamily="18" charset="-122"/>
            </a:endParaRPr>
          </a:p>
        </p:txBody>
      </p:sp>
      <p:sp>
        <p:nvSpPr>
          <p:cNvPr id="10" name="箭头: V 形 9"/>
          <p:cNvSpPr/>
          <p:nvPr/>
        </p:nvSpPr>
        <p:spPr>
          <a:xfrm>
            <a:off x="7271793" y="1889386"/>
            <a:ext cx="361248" cy="746263"/>
          </a:xfrm>
          <a:prstGeom prst="chevron">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latin typeface="微软雅黑" panose="020B0503020204020204" pitchFamily="34" charset="-122"/>
              <a:ea typeface="微软雅黑" panose="020B0503020204020204" pitchFamily="34" charset="-122"/>
              <a:cs typeface="阿里巴巴普惠体 2.0 55 Regular" panose="00020600040101010101" pitchFamily="18" charset="-122"/>
            </a:endParaRPr>
          </a:p>
        </p:txBody>
      </p:sp>
      <p:sp>
        <p:nvSpPr>
          <p:cNvPr id="11" name="箭头: V 形 10"/>
          <p:cNvSpPr/>
          <p:nvPr/>
        </p:nvSpPr>
        <p:spPr>
          <a:xfrm>
            <a:off x="7000125" y="1967696"/>
            <a:ext cx="294819" cy="589640"/>
          </a:xfrm>
          <a:prstGeom prst="chevron">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latin typeface="微软雅黑" panose="020B0503020204020204" pitchFamily="34" charset="-122"/>
              <a:ea typeface="微软雅黑" panose="020B0503020204020204" pitchFamily="34" charset="-122"/>
              <a:cs typeface="阿里巴巴普惠体 2.0 55 Regular" panose="00020600040101010101" pitchFamily="18" charset="-122"/>
            </a:endParaRPr>
          </a:p>
        </p:txBody>
      </p:sp>
      <p:sp>
        <p:nvSpPr>
          <p:cNvPr id="12" name="箭头: V 形 11"/>
          <p:cNvSpPr/>
          <p:nvPr/>
        </p:nvSpPr>
        <p:spPr>
          <a:xfrm>
            <a:off x="7271793" y="3459740"/>
            <a:ext cx="361248" cy="746263"/>
          </a:xfrm>
          <a:prstGeom prst="chevron">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latin typeface="微软雅黑" panose="020B0503020204020204" pitchFamily="34" charset="-122"/>
              <a:ea typeface="微软雅黑" panose="020B0503020204020204" pitchFamily="34" charset="-122"/>
              <a:cs typeface="阿里巴巴普惠体 2.0 55 Regular" panose="00020600040101010101" pitchFamily="18" charset="-122"/>
            </a:endParaRPr>
          </a:p>
        </p:txBody>
      </p:sp>
      <p:sp>
        <p:nvSpPr>
          <p:cNvPr id="13" name="箭头: V 形 12"/>
          <p:cNvSpPr/>
          <p:nvPr/>
        </p:nvSpPr>
        <p:spPr>
          <a:xfrm>
            <a:off x="7000125" y="3538050"/>
            <a:ext cx="294819" cy="589640"/>
          </a:xfrm>
          <a:prstGeom prst="chevron">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latin typeface="微软雅黑" panose="020B0503020204020204" pitchFamily="34" charset="-122"/>
              <a:ea typeface="微软雅黑" panose="020B0503020204020204" pitchFamily="34" charset="-122"/>
              <a:cs typeface="阿里巴巴普惠体 2.0 55 Regular" panose="00020600040101010101" pitchFamily="18" charset="-122"/>
            </a:endParaRPr>
          </a:p>
        </p:txBody>
      </p:sp>
      <p:sp>
        <p:nvSpPr>
          <p:cNvPr id="14" name="箭头: V 形 13"/>
          <p:cNvSpPr/>
          <p:nvPr/>
        </p:nvSpPr>
        <p:spPr>
          <a:xfrm>
            <a:off x="7279509" y="5024307"/>
            <a:ext cx="361248" cy="746263"/>
          </a:xfrm>
          <a:prstGeom prst="chevron">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latin typeface="微软雅黑" panose="020B0503020204020204" pitchFamily="34" charset="-122"/>
              <a:ea typeface="微软雅黑" panose="020B0503020204020204" pitchFamily="34" charset="-122"/>
              <a:cs typeface="阿里巴巴普惠体 2.0 55 Regular" panose="00020600040101010101" pitchFamily="18" charset="-122"/>
            </a:endParaRPr>
          </a:p>
        </p:txBody>
      </p:sp>
      <p:sp>
        <p:nvSpPr>
          <p:cNvPr id="15" name="箭头: V 形 14"/>
          <p:cNvSpPr/>
          <p:nvPr/>
        </p:nvSpPr>
        <p:spPr>
          <a:xfrm>
            <a:off x="7007841" y="5102617"/>
            <a:ext cx="294819" cy="589640"/>
          </a:xfrm>
          <a:prstGeom prst="chevron">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latin typeface="微软雅黑" panose="020B0503020204020204" pitchFamily="34" charset="-122"/>
              <a:ea typeface="微软雅黑" panose="020B0503020204020204" pitchFamily="34" charset="-122"/>
              <a:cs typeface="阿里巴巴普惠体 2.0 55 Regular" panose="00020600040101010101" pitchFamily="18" charset="-122"/>
            </a:endParaRPr>
          </a:p>
        </p:txBody>
      </p:sp>
      <p:sp>
        <p:nvSpPr>
          <p:cNvPr id="16" name="箭头: V 形 15"/>
          <p:cNvSpPr/>
          <p:nvPr/>
        </p:nvSpPr>
        <p:spPr>
          <a:xfrm flipH="1">
            <a:off x="4507342" y="1889204"/>
            <a:ext cx="361247" cy="746263"/>
          </a:xfrm>
          <a:prstGeom prst="chevron">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latin typeface="微软雅黑" panose="020B0503020204020204" pitchFamily="34" charset="-122"/>
              <a:ea typeface="微软雅黑" panose="020B0503020204020204" pitchFamily="34" charset="-122"/>
              <a:cs typeface="阿里巴巴普惠体 2.0 55 Regular" panose="00020600040101010101" pitchFamily="18" charset="-122"/>
            </a:endParaRPr>
          </a:p>
        </p:txBody>
      </p:sp>
      <p:sp>
        <p:nvSpPr>
          <p:cNvPr id="17" name="箭头: V 形 16"/>
          <p:cNvSpPr/>
          <p:nvPr/>
        </p:nvSpPr>
        <p:spPr>
          <a:xfrm flipH="1">
            <a:off x="4889414" y="1967514"/>
            <a:ext cx="320495" cy="589640"/>
          </a:xfrm>
          <a:prstGeom prst="chevron">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latin typeface="微软雅黑" panose="020B0503020204020204" pitchFamily="34" charset="-122"/>
              <a:ea typeface="微软雅黑" panose="020B0503020204020204" pitchFamily="34" charset="-122"/>
              <a:cs typeface="阿里巴巴普惠体 2.0 55 Regular" panose="00020600040101010101" pitchFamily="18" charset="-122"/>
            </a:endParaRPr>
          </a:p>
        </p:txBody>
      </p:sp>
      <p:sp>
        <p:nvSpPr>
          <p:cNvPr id="18" name="箭头: V 形 17"/>
          <p:cNvSpPr/>
          <p:nvPr/>
        </p:nvSpPr>
        <p:spPr>
          <a:xfrm flipH="1">
            <a:off x="4499255" y="3459740"/>
            <a:ext cx="361247" cy="746263"/>
          </a:xfrm>
          <a:prstGeom prst="chevron">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latin typeface="微软雅黑" panose="020B0503020204020204" pitchFamily="34" charset="-122"/>
              <a:ea typeface="微软雅黑" panose="020B0503020204020204" pitchFamily="34" charset="-122"/>
              <a:cs typeface="阿里巴巴普惠体 2.0 55 Regular" panose="00020600040101010101" pitchFamily="18" charset="-122"/>
            </a:endParaRPr>
          </a:p>
        </p:txBody>
      </p:sp>
      <p:sp>
        <p:nvSpPr>
          <p:cNvPr id="19" name="箭头: V 形 18"/>
          <p:cNvSpPr/>
          <p:nvPr/>
        </p:nvSpPr>
        <p:spPr>
          <a:xfrm flipH="1">
            <a:off x="4881327" y="3538050"/>
            <a:ext cx="320495" cy="589640"/>
          </a:xfrm>
          <a:prstGeom prst="chevron">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latin typeface="微软雅黑" panose="020B0503020204020204" pitchFamily="34" charset="-122"/>
              <a:ea typeface="微软雅黑" panose="020B0503020204020204" pitchFamily="34" charset="-122"/>
              <a:cs typeface="阿里巴巴普惠体 2.0 55 Regular" panose="00020600040101010101" pitchFamily="18" charset="-122"/>
            </a:endParaRPr>
          </a:p>
        </p:txBody>
      </p:sp>
      <p:sp>
        <p:nvSpPr>
          <p:cNvPr id="20" name="箭头: V 形 19"/>
          <p:cNvSpPr/>
          <p:nvPr/>
        </p:nvSpPr>
        <p:spPr>
          <a:xfrm flipH="1">
            <a:off x="4523627" y="5024307"/>
            <a:ext cx="361247" cy="746263"/>
          </a:xfrm>
          <a:prstGeom prst="chevron">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latin typeface="微软雅黑" panose="020B0503020204020204" pitchFamily="34" charset="-122"/>
              <a:ea typeface="微软雅黑" panose="020B0503020204020204" pitchFamily="34" charset="-122"/>
              <a:cs typeface="阿里巴巴普惠体 2.0 55 Regular" panose="00020600040101010101" pitchFamily="18" charset="-122"/>
            </a:endParaRPr>
          </a:p>
        </p:txBody>
      </p:sp>
      <p:sp>
        <p:nvSpPr>
          <p:cNvPr id="21" name="箭头: V 形 20"/>
          <p:cNvSpPr/>
          <p:nvPr/>
        </p:nvSpPr>
        <p:spPr>
          <a:xfrm flipH="1">
            <a:off x="4905699" y="5102617"/>
            <a:ext cx="320495" cy="589640"/>
          </a:xfrm>
          <a:prstGeom prst="chevron">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latin typeface="微软雅黑" panose="020B0503020204020204" pitchFamily="34" charset="-122"/>
              <a:ea typeface="微软雅黑" panose="020B0503020204020204" pitchFamily="34" charset="-122"/>
              <a:cs typeface="阿里巴巴普惠体 2.0 55 Regular" panose="00020600040101010101" pitchFamily="18" charset="-122"/>
            </a:endParaRPr>
          </a:p>
        </p:txBody>
      </p:sp>
      <p:sp>
        <p:nvSpPr>
          <p:cNvPr id="22" name="文本框 21"/>
          <p:cNvSpPr txBox="1"/>
          <p:nvPr/>
        </p:nvSpPr>
        <p:spPr>
          <a:xfrm>
            <a:off x="983433" y="1967515"/>
            <a:ext cx="2786011" cy="1061829"/>
          </a:xfrm>
          <a:prstGeom prst="rect">
            <a:avLst/>
          </a:prstGeom>
          <a:noFill/>
        </p:spPr>
        <p:txBody>
          <a:bodyPr wrap="square" rtlCol="0">
            <a:spAutoFit/>
          </a:bodyPr>
          <a:lstStyle/>
          <a:p>
            <a:pPr algn="r">
              <a:lnSpc>
                <a:spcPct val="150000"/>
              </a:lnSpc>
            </a:pPr>
            <a:r>
              <a:rPr lang="zh-CN" altLang="en-US" sz="1400" dirty="0">
                <a:latin typeface="微软雅黑" panose="020B0503020204020204" pitchFamily="34" charset="-122"/>
                <a:ea typeface="微软雅黑" panose="020B0503020204020204" pitchFamily="34" charset="-122"/>
                <a:cs typeface="阿里巴巴普惠体 2.0 55 Regular" panose="00020600040101010101" pitchFamily="18" charset="-122"/>
              </a:rPr>
              <a:t>爱国主义应当是自发的，源于基本的利益观和良知，它仿佛融化在人们的血液中，无法根本清除。</a:t>
            </a:r>
            <a:endParaRPr lang="zh-CN" altLang="en-US" sz="1400" dirty="0">
              <a:latin typeface="微软雅黑" panose="020B0503020204020204" pitchFamily="34" charset="-122"/>
              <a:ea typeface="微软雅黑" panose="020B0503020204020204" pitchFamily="34" charset="-122"/>
              <a:cs typeface="阿里巴巴普惠体 2.0 55 Regular" panose="00020600040101010101" pitchFamily="18" charset="-122"/>
            </a:endParaRPr>
          </a:p>
        </p:txBody>
      </p:sp>
      <p:sp>
        <p:nvSpPr>
          <p:cNvPr id="23" name="文本框 22"/>
          <p:cNvSpPr txBox="1"/>
          <p:nvPr/>
        </p:nvSpPr>
        <p:spPr>
          <a:xfrm>
            <a:off x="983433" y="3516369"/>
            <a:ext cx="2786011" cy="1061829"/>
          </a:xfrm>
          <a:prstGeom prst="rect">
            <a:avLst/>
          </a:prstGeom>
          <a:noFill/>
        </p:spPr>
        <p:txBody>
          <a:bodyPr wrap="square" rtlCol="0">
            <a:spAutoFit/>
          </a:bodyPr>
          <a:lstStyle/>
          <a:p>
            <a:pPr algn="r">
              <a:lnSpc>
                <a:spcPct val="150000"/>
              </a:lnSpc>
            </a:pPr>
            <a:r>
              <a:rPr lang="zh-CN" altLang="en-US" sz="1400" dirty="0">
                <a:latin typeface="微软雅黑" panose="020B0503020204020204" pitchFamily="34" charset="-122"/>
                <a:ea typeface="微软雅黑" panose="020B0503020204020204" pitchFamily="34" charset="-122"/>
                <a:cs typeface="阿里巴巴普惠体 2.0 55 Regular" panose="00020600040101010101" pitchFamily="18" charset="-122"/>
              </a:rPr>
              <a:t>爱国主义有消极的一面。由于“什么才是爱国”人人看法不同，所以爱国一词显得颇为主观，</a:t>
            </a:r>
            <a:endParaRPr lang="zh-CN" altLang="en-US" sz="1400" dirty="0">
              <a:latin typeface="微软雅黑" panose="020B0503020204020204" pitchFamily="34" charset="-122"/>
              <a:ea typeface="微软雅黑" panose="020B0503020204020204" pitchFamily="34" charset="-122"/>
              <a:cs typeface="阿里巴巴普惠体 2.0 55 Regular" panose="00020600040101010101" pitchFamily="18" charset="-122"/>
            </a:endParaRPr>
          </a:p>
        </p:txBody>
      </p:sp>
      <p:sp>
        <p:nvSpPr>
          <p:cNvPr id="24" name="文本框 23"/>
          <p:cNvSpPr txBox="1"/>
          <p:nvPr/>
        </p:nvSpPr>
        <p:spPr>
          <a:xfrm>
            <a:off x="983433" y="5075486"/>
            <a:ext cx="2786011" cy="1061829"/>
          </a:xfrm>
          <a:prstGeom prst="rect">
            <a:avLst/>
          </a:prstGeom>
          <a:noFill/>
        </p:spPr>
        <p:txBody>
          <a:bodyPr wrap="square" rtlCol="0">
            <a:spAutoFit/>
          </a:bodyPr>
          <a:lstStyle/>
          <a:p>
            <a:pPr algn="r">
              <a:lnSpc>
                <a:spcPct val="150000"/>
              </a:lnSpc>
            </a:pPr>
            <a:r>
              <a:rPr lang="zh-CN" altLang="en-US" sz="1400" dirty="0">
                <a:latin typeface="微软雅黑" panose="020B0503020204020204" pitchFamily="34" charset="-122"/>
                <a:ea typeface="微软雅黑" panose="020B0503020204020204" pitchFamily="34" charset="-122"/>
                <a:cs typeface="阿里巴巴普惠体 2.0 55 Regular" panose="00020600040101010101" pitchFamily="18" charset="-122"/>
              </a:rPr>
              <a:t>莫过于有政客把爱国主义当作是攻击对手的手段之一，指控对方是不爱国的人。</a:t>
            </a:r>
            <a:endParaRPr lang="zh-CN" altLang="en-US" sz="1400" dirty="0">
              <a:latin typeface="微软雅黑" panose="020B0503020204020204" pitchFamily="34" charset="-122"/>
              <a:ea typeface="微软雅黑" panose="020B0503020204020204" pitchFamily="34" charset="-122"/>
              <a:cs typeface="阿里巴巴普惠体 2.0 55 Regular" panose="00020600040101010101" pitchFamily="18" charset="-122"/>
            </a:endParaRPr>
          </a:p>
        </p:txBody>
      </p:sp>
      <p:sp>
        <p:nvSpPr>
          <p:cNvPr id="25" name="文本框 24"/>
          <p:cNvSpPr txBox="1"/>
          <p:nvPr/>
        </p:nvSpPr>
        <p:spPr>
          <a:xfrm>
            <a:off x="8387999" y="1962384"/>
            <a:ext cx="2786011" cy="738664"/>
          </a:xfrm>
          <a:prstGeom prst="rect">
            <a:avLst/>
          </a:prstGeom>
          <a:noFill/>
        </p:spPr>
        <p:txBody>
          <a:bodyPr wrap="square" rtlCol="0">
            <a:spAutoFit/>
          </a:bodyPr>
          <a:lstStyle/>
          <a:p>
            <a:pPr>
              <a:lnSpc>
                <a:spcPct val="150000"/>
              </a:lnSpc>
            </a:pPr>
            <a:r>
              <a:rPr lang="zh-CN" altLang="en-US" sz="1400" dirty="0">
                <a:latin typeface="微软雅黑" panose="020B0503020204020204" pitchFamily="34" charset="-122"/>
                <a:ea typeface="微软雅黑" panose="020B0503020204020204" pitchFamily="34" charset="-122"/>
                <a:cs typeface="阿里巴巴普惠体 2.0 55 Regular" panose="00020600040101010101" pitchFamily="18" charset="-122"/>
              </a:rPr>
              <a:t>由于每个人都具有这种潜能，这是一股强劲的力量。</a:t>
            </a:r>
            <a:endParaRPr lang="zh-CN" altLang="en-US" sz="1400" dirty="0">
              <a:latin typeface="微软雅黑" panose="020B0503020204020204" pitchFamily="34" charset="-122"/>
              <a:ea typeface="微软雅黑" panose="020B0503020204020204" pitchFamily="34" charset="-122"/>
              <a:cs typeface="阿里巴巴普惠体 2.0 55 Regular" panose="00020600040101010101" pitchFamily="18" charset="-122"/>
            </a:endParaRPr>
          </a:p>
        </p:txBody>
      </p:sp>
      <p:sp>
        <p:nvSpPr>
          <p:cNvPr id="26" name="文本框 25"/>
          <p:cNvSpPr txBox="1"/>
          <p:nvPr/>
        </p:nvSpPr>
        <p:spPr>
          <a:xfrm>
            <a:off x="8388000" y="3516368"/>
            <a:ext cx="2786011" cy="738664"/>
          </a:xfrm>
          <a:prstGeom prst="rect">
            <a:avLst/>
          </a:prstGeom>
          <a:noFill/>
        </p:spPr>
        <p:txBody>
          <a:bodyPr wrap="square" rtlCol="0">
            <a:spAutoFit/>
          </a:bodyPr>
          <a:lstStyle/>
          <a:p>
            <a:pPr>
              <a:lnSpc>
                <a:spcPct val="150000"/>
              </a:lnSpc>
            </a:pPr>
            <a:r>
              <a:rPr lang="zh-CN" altLang="en-US" sz="1400" dirty="0">
                <a:latin typeface="微软雅黑" panose="020B0503020204020204" pitchFamily="34" charset="-122"/>
                <a:ea typeface="微软雅黑" panose="020B0503020204020204" pitchFamily="34" charset="-122"/>
                <a:cs typeface="阿里巴巴普惠体 2.0 55 Regular" panose="00020600040101010101" pitchFamily="18" charset="-122"/>
              </a:rPr>
              <a:t>因此人们对“爱国”行为的定义极具争议。当中最显著的例子，</a:t>
            </a:r>
            <a:endParaRPr lang="zh-CN" altLang="en-US" sz="1400" dirty="0">
              <a:latin typeface="微软雅黑" panose="020B0503020204020204" pitchFamily="34" charset="-122"/>
              <a:ea typeface="微软雅黑" panose="020B0503020204020204" pitchFamily="34" charset="-122"/>
              <a:cs typeface="阿里巴巴普惠体 2.0 55 Regular" panose="00020600040101010101" pitchFamily="18" charset="-122"/>
            </a:endParaRPr>
          </a:p>
        </p:txBody>
      </p:sp>
      <p:sp>
        <p:nvSpPr>
          <p:cNvPr id="27" name="文本框 26"/>
          <p:cNvSpPr txBox="1"/>
          <p:nvPr/>
        </p:nvSpPr>
        <p:spPr>
          <a:xfrm>
            <a:off x="8388000" y="5070355"/>
            <a:ext cx="2786011" cy="1061829"/>
          </a:xfrm>
          <a:prstGeom prst="rect">
            <a:avLst/>
          </a:prstGeom>
          <a:noFill/>
        </p:spPr>
        <p:txBody>
          <a:bodyPr wrap="square" rtlCol="0">
            <a:spAutoFit/>
          </a:bodyPr>
          <a:lstStyle/>
          <a:p>
            <a:pPr>
              <a:lnSpc>
                <a:spcPct val="150000"/>
              </a:lnSpc>
            </a:pPr>
            <a:r>
              <a:rPr lang="zh-CN" altLang="en-US" sz="1400" dirty="0">
                <a:latin typeface="微软雅黑" panose="020B0503020204020204" pitchFamily="34" charset="-122"/>
                <a:ea typeface="微软雅黑" panose="020B0503020204020204" pitchFamily="34" charset="-122"/>
                <a:cs typeface="阿里巴巴普惠体 2.0 55 Regular" panose="00020600040101010101" pitchFamily="18" charset="-122"/>
              </a:rPr>
              <a:t>也有人尝试把爱国标准化、表现单一化；其中安布罗斯</a:t>
            </a:r>
            <a:r>
              <a:rPr lang="en-US" altLang="zh-CN" sz="1400" dirty="0">
                <a:latin typeface="微软雅黑" panose="020B0503020204020204" pitchFamily="34" charset="-122"/>
                <a:ea typeface="微软雅黑" panose="020B0503020204020204" pitchFamily="34" charset="-122"/>
                <a:cs typeface="阿里巴巴普惠体 2.0 55 Regular" panose="00020600040101010101" pitchFamily="18" charset="-122"/>
              </a:rPr>
              <a:t>·</a:t>
            </a:r>
            <a:r>
              <a:rPr lang="zh-CN" altLang="en-US" sz="1400" dirty="0">
                <a:latin typeface="微软雅黑" panose="020B0503020204020204" pitchFamily="34" charset="-122"/>
                <a:ea typeface="微软雅黑" panose="020B0503020204020204" pitchFamily="34" charset="-122"/>
                <a:cs typeface="阿里巴巴普惠体 2.0 55 Regular" panose="00020600040101010101" pitchFamily="18" charset="-122"/>
              </a:rPr>
              <a:t>比尔斯称“爱国主义是一堆易燃的垃圾，</a:t>
            </a:r>
            <a:endParaRPr lang="zh-CN" altLang="en-US" sz="1400" dirty="0">
              <a:latin typeface="微软雅黑" panose="020B0503020204020204" pitchFamily="34" charset="-122"/>
              <a:ea typeface="微软雅黑" panose="020B0503020204020204" pitchFamily="34" charset="-122"/>
              <a:cs typeface="阿里巴巴普惠体 2.0 55 Regular" panose="00020600040101010101" pitchFamily="18" charset="-122"/>
            </a:endParaRPr>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grpId="0" nodeType="clickEffect">
                                  <p:stCondLst>
                                    <p:cond delay="0"/>
                                  </p:stCondLst>
                                  <p:childTnLst>
                                    <p:set>
                                      <p:cBhvr>
                                        <p:cTn id="13" dur="1" fill="hold">
                                          <p:stCondLst>
                                            <p:cond delay="0"/>
                                          </p:stCondLst>
                                        </p:cTn>
                                        <p:tgtEl>
                                          <p:spTgt spid="2"/>
                                        </p:tgtEl>
                                        <p:attrNameLst>
                                          <p:attrName>style.visibility</p:attrName>
                                        </p:attrNameLst>
                                      </p:cBhvr>
                                      <p:to>
                                        <p:strVal val="visible"/>
                                      </p:to>
                                    </p:set>
                                    <p:anim calcmode="lin" valueType="num">
                                      <p:cBhvr>
                                        <p:cTn id="14" dur="500" fill="hold"/>
                                        <p:tgtEl>
                                          <p:spTgt spid="2"/>
                                        </p:tgtEl>
                                        <p:attrNameLst>
                                          <p:attrName>ppt_w</p:attrName>
                                        </p:attrNameLst>
                                      </p:cBhvr>
                                      <p:tavLst>
                                        <p:tav tm="0">
                                          <p:val>
                                            <p:fltVal val="0"/>
                                          </p:val>
                                        </p:tav>
                                        <p:tav tm="100000">
                                          <p:val>
                                            <p:strVal val="#ppt_w"/>
                                          </p:val>
                                        </p:tav>
                                      </p:tavLst>
                                    </p:anim>
                                    <p:anim calcmode="lin" valueType="num">
                                      <p:cBhvr>
                                        <p:cTn id="15" dur="500" fill="hold"/>
                                        <p:tgtEl>
                                          <p:spTgt spid="2"/>
                                        </p:tgtEl>
                                        <p:attrNameLst>
                                          <p:attrName>ppt_h</p:attrName>
                                        </p:attrNameLst>
                                      </p:cBhvr>
                                      <p:tavLst>
                                        <p:tav tm="0">
                                          <p:val>
                                            <p:fltVal val="0"/>
                                          </p:val>
                                        </p:tav>
                                        <p:tav tm="100000">
                                          <p:val>
                                            <p:strVal val="#ppt_h"/>
                                          </p:val>
                                        </p:tav>
                                      </p:tavLst>
                                    </p:anim>
                                    <p:animEffect transition="in" filter="fade">
                                      <p:cBhvr>
                                        <p:cTn id="16" dur="500"/>
                                        <p:tgtEl>
                                          <p:spTgt spid="2"/>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11"/>
                                        </p:tgtEl>
                                        <p:attrNameLst>
                                          <p:attrName>style.visibility</p:attrName>
                                        </p:attrNameLst>
                                      </p:cBhvr>
                                      <p:to>
                                        <p:strVal val="visible"/>
                                      </p:to>
                                    </p:set>
                                    <p:animEffect transition="in" filter="wipe(left)">
                                      <p:cBhvr>
                                        <p:cTn id="21" dur="500"/>
                                        <p:tgtEl>
                                          <p:spTgt spid="11"/>
                                        </p:tgtEl>
                                      </p:cBhvr>
                                    </p:animEffect>
                                  </p:childTnLst>
                                </p:cTn>
                              </p:par>
                              <p:par>
                                <p:cTn id="22" presetID="22" presetClass="entr" presetSubtype="8" fill="hold" grpId="0" nodeType="with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wipe(left)">
                                      <p:cBhvr>
                                        <p:cTn id="24" dur="500"/>
                                        <p:tgtEl>
                                          <p:spTgt spid="10"/>
                                        </p:tgtEl>
                                      </p:cBhvr>
                                    </p:animEffect>
                                  </p:childTnLst>
                                </p:cTn>
                              </p:par>
                              <p:par>
                                <p:cTn id="25" presetID="22" presetClass="entr" presetSubtype="2" fill="hold" grpId="0" nodeType="withEffect">
                                  <p:stCondLst>
                                    <p:cond delay="0"/>
                                  </p:stCondLst>
                                  <p:childTnLst>
                                    <p:set>
                                      <p:cBhvr>
                                        <p:cTn id="26" dur="1" fill="hold">
                                          <p:stCondLst>
                                            <p:cond delay="0"/>
                                          </p:stCondLst>
                                        </p:cTn>
                                        <p:tgtEl>
                                          <p:spTgt spid="17"/>
                                        </p:tgtEl>
                                        <p:attrNameLst>
                                          <p:attrName>style.visibility</p:attrName>
                                        </p:attrNameLst>
                                      </p:cBhvr>
                                      <p:to>
                                        <p:strVal val="visible"/>
                                      </p:to>
                                    </p:set>
                                    <p:animEffect transition="in" filter="wipe(right)">
                                      <p:cBhvr>
                                        <p:cTn id="27" dur="500"/>
                                        <p:tgtEl>
                                          <p:spTgt spid="17"/>
                                        </p:tgtEl>
                                      </p:cBhvr>
                                    </p:animEffect>
                                  </p:childTnLst>
                                </p:cTn>
                              </p:par>
                              <p:par>
                                <p:cTn id="28" presetID="22" presetClass="entr" presetSubtype="2" fill="hold" grpId="0" nodeType="withEffect">
                                  <p:stCondLst>
                                    <p:cond delay="0"/>
                                  </p:stCondLst>
                                  <p:childTnLst>
                                    <p:set>
                                      <p:cBhvr>
                                        <p:cTn id="29" dur="1" fill="hold">
                                          <p:stCondLst>
                                            <p:cond delay="0"/>
                                          </p:stCondLst>
                                        </p:cTn>
                                        <p:tgtEl>
                                          <p:spTgt spid="16"/>
                                        </p:tgtEl>
                                        <p:attrNameLst>
                                          <p:attrName>style.visibility</p:attrName>
                                        </p:attrNameLst>
                                      </p:cBhvr>
                                      <p:to>
                                        <p:strVal val="visible"/>
                                      </p:to>
                                    </p:set>
                                    <p:animEffect transition="in" filter="wipe(right)">
                                      <p:cBhvr>
                                        <p:cTn id="30" dur="500"/>
                                        <p:tgtEl>
                                          <p:spTgt spid="16"/>
                                        </p:tgtEl>
                                      </p:cBhvr>
                                    </p:animEffect>
                                  </p:childTnLst>
                                </p:cTn>
                              </p:par>
                            </p:childTnLst>
                          </p:cTn>
                        </p:par>
                      </p:childTnLst>
                    </p:cTn>
                  </p:par>
                  <p:par>
                    <p:cTn id="31" fill="hold">
                      <p:stCondLst>
                        <p:cond delay="indefinite"/>
                      </p:stCondLst>
                      <p:childTnLst>
                        <p:par>
                          <p:cTn id="32" fill="hold">
                            <p:stCondLst>
                              <p:cond delay="0"/>
                            </p:stCondLst>
                            <p:childTnLst>
                              <p:par>
                                <p:cTn id="33" presetID="2" presetClass="entr" presetSubtype="8" fill="hold" grpId="0" nodeType="clickEffect">
                                  <p:stCondLst>
                                    <p:cond delay="0"/>
                                  </p:stCondLst>
                                  <p:childTnLst>
                                    <p:set>
                                      <p:cBhvr>
                                        <p:cTn id="34" dur="1" fill="hold">
                                          <p:stCondLst>
                                            <p:cond delay="0"/>
                                          </p:stCondLst>
                                        </p:cTn>
                                        <p:tgtEl>
                                          <p:spTgt spid="22"/>
                                        </p:tgtEl>
                                        <p:attrNameLst>
                                          <p:attrName>style.visibility</p:attrName>
                                        </p:attrNameLst>
                                      </p:cBhvr>
                                      <p:to>
                                        <p:strVal val="visible"/>
                                      </p:to>
                                    </p:set>
                                    <p:anim calcmode="lin" valueType="num">
                                      <p:cBhvr additive="base">
                                        <p:cTn id="35" dur="500" fill="hold"/>
                                        <p:tgtEl>
                                          <p:spTgt spid="22"/>
                                        </p:tgtEl>
                                        <p:attrNameLst>
                                          <p:attrName>ppt_x</p:attrName>
                                        </p:attrNameLst>
                                      </p:cBhvr>
                                      <p:tavLst>
                                        <p:tav tm="0">
                                          <p:val>
                                            <p:strVal val="0-#ppt_w/2"/>
                                          </p:val>
                                        </p:tav>
                                        <p:tav tm="100000">
                                          <p:val>
                                            <p:strVal val="#ppt_x"/>
                                          </p:val>
                                        </p:tav>
                                      </p:tavLst>
                                    </p:anim>
                                    <p:anim calcmode="lin" valueType="num">
                                      <p:cBhvr additive="base">
                                        <p:cTn id="36" dur="500" fill="hold"/>
                                        <p:tgtEl>
                                          <p:spTgt spid="22"/>
                                        </p:tgtEl>
                                        <p:attrNameLst>
                                          <p:attrName>ppt_y</p:attrName>
                                        </p:attrNameLst>
                                      </p:cBhvr>
                                      <p:tavLst>
                                        <p:tav tm="0">
                                          <p:val>
                                            <p:strVal val="#ppt_y"/>
                                          </p:val>
                                        </p:tav>
                                        <p:tav tm="100000">
                                          <p:val>
                                            <p:strVal val="#ppt_y"/>
                                          </p:val>
                                        </p:tav>
                                      </p:tavLst>
                                    </p:anim>
                                  </p:childTnLst>
                                </p:cTn>
                              </p:par>
                              <p:par>
                                <p:cTn id="37" presetID="2" presetClass="entr" presetSubtype="2" fill="hold" grpId="0" nodeType="withEffect">
                                  <p:stCondLst>
                                    <p:cond delay="0"/>
                                  </p:stCondLst>
                                  <p:childTnLst>
                                    <p:set>
                                      <p:cBhvr>
                                        <p:cTn id="38" dur="1" fill="hold">
                                          <p:stCondLst>
                                            <p:cond delay="0"/>
                                          </p:stCondLst>
                                        </p:cTn>
                                        <p:tgtEl>
                                          <p:spTgt spid="25"/>
                                        </p:tgtEl>
                                        <p:attrNameLst>
                                          <p:attrName>style.visibility</p:attrName>
                                        </p:attrNameLst>
                                      </p:cBhvr>
                                      <p:to>
                                        <p:strVal val="visible"/>
                                      </p:to>
                                    </p:set>
                                    <p:anim calcmode="lin" valueType="num">
                                      <p:cBhvr additive="base">
                                        <p:cTn id="39" dur="500" fill="hold"/>
                                        <p:tgtEl>
                                          <p:spTgt spid="25"/>
                                        </p:tgtEl>
                                        <p:attrNameLst>
                                          <p:attrName>ppt_x</p:attrName>
                                        </p:attrNameLst>
                                      </p:cBhvr>
                                      <p:tavLst>
                                        <p:tav tm="0">
                                          <p:val>
                                            <p:strVal val="1+#ppt_w/2"/>
                                          </p:val>
                                        </p:tav>
                                        <p:tav tm="100000">
                                          <p:val>
                                            <p:strVal val="#ppt_x"/>
                                          </p:val>
                                        </p:tav>
                                      </p:tavLst>
                                    </p:anim>
                                    <p:anim calcmode="lin" valueType="num">
                                      <p:cBhvr additive="base">
                                        <p:cTn id="40" dur="500" fill="hold"/>
                                        <p:tgtEl>
                                          <p:spTgt spid="25"/>
                                        </p:tgtEl>
                                        <p:attrNameLst>
                                          <p:attrName>ppt_y</p:attrName>
                                        </p:attrNameLst>
                                      </p:cBhvr>
                                      <p:tavLst>
                                        <p:tav tm="0">
                                          <p:val>
                                            <p:strVal val="#ppt_y"/>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53" presetClass="entr" presetSubtype="16" fill="hold" grpId="0" nodeType="clickEffect">
                                  <p:stCondLst>
                                    <p:cond delay="0"/>
                                  </p:stCondLst>
                                  <p:childTnLst>
                                    <p:set>
                                      <p:cBhvr>
                                        <p:cTn id="44" dur="1" fill="hold">
                                          <p:stCondLst>
                                            <p:cond delay="0"/>
                                          </p:stCondLst>
                                        </p:cTn>
                                        <p:tgtEl>
                                          <p:spTgt spid="3"/>
                                        </p:tgtEl>
                                        <p:attrNameLst>
                                          <p:attrName>style.visibility</p:attrName>
                                        </p:attrNameLst>
                                      </p:cBhvr>
                                      <p:to>
                                        <p:strVal val="visible"/>
                                      </p:to>
                                    </p:set>
                                    <p:anim calcmode="lin" valueType="num">
                                      <p:cBhvr>
                                        <p:cTn id="45" dur="500" fill="hold"/>
                                        <p:tgtEl>
                                          <p:spTgt spid="3"/>
                                        </p:tgtEl>
                                        <p:attrNameLst>
                                          <p:attrName>ppt_w</p:attrName>
                                        </p:attrNameLst>
                                      </p:cBhvr>
                                      <p:tavLst>
                                        <p:tav tm="0">
                                          <p:val>
                                            <p:fltVal val="0"/>
                                          </p:val>
                                        </p:tav>
                                        <p:tav tm="100000">
                                          <p:val>
                                            <p:strVal val="#ppt_w"/>
                                          </p:val>
                                        </p:tav>
                                      </p:tavLst>
                                    </p:anim>
                                    <p:anim calcmode="lin" valueType="num">
                                      <p:cBhvr>
                                        <p:cTn id="46" dur="500" fill="hold"/>
                                        <p:tgtEl>
                                          <p:spTgt spid="3"/>
                                        </p:tgtEl>
                                        <p:attrNameLst>
                                          <p:attrName>ppt_h</p:attrName>
                                        </p:attrNameLst>
                                      </p:cBhvr>
                                      <p:tavLst>
                                        <p:tav tm="0">
                                          <p:val>
                                            <p:fltVal val="0"/>
                                          </p:val>
                                        </p:tav>
                                        <p:tav tm="100000">
                                          <p:val>
                                            <p:strVal val="#ppt_h"/>
                                          </p:val>
                                        </p:tav>
                                      </p:tavLst>
                                    </p:anim>
                                    <p:animEffect transition="in" filter="fade">
                                      <p:cBhvr>
                                        <p:cTn id="47" dur="500"/>
                                        <p:tgtEl>
                                          <p:spTgt spid="3"/>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2" fill="hold" grpId="0" nodeType="clickEffect">
                                  <p:stCondLst>
                                    <p:cond delay="0"/>
                                  </p:stCondLst>
                                  <p:childTnLst>
                                    <p:set>
                                      <p:cBhvr>
                                        <p:cTn id="51" dur="1" fill="hold">
                                          <p:stCondLst>
                                            <p:cond delay="0"/>
                                          </p:stCondLst>
                                        </p:cTn>
                                        <p:tgtEl>
                                          <p:spTgt spid="19"/>
                                        </p:tgtEl>
                                        <p:attrNameLst>
                                          <p:attrName>style.visibility</p:attrName>
                                        </p:attrNameLst>
                                      </p:cBhvr>
                                      <p:to>
                                        <p:strVal val="visible"/>
                                      </p:to>
                                    </p:set>
                                    <p:animEffect transition="in" filter="wipe(right)">
                                      <p:cBhvr>
                                        <p:cTn id="52" dur="500"/>
                                        <p:tgtEl>
                                          <p:spTgt spid="19"/>
                                        </p:tgtEl>
                                      </p:cBhvr>
                                    </p:animEffect>
                                  </p:childTnLst>
                                </p:cTn>
                              </p:par>
                              <p:par>
                                <p:cTn id="53" presetID="22" presetClass="entr" presetSubtype="2" fill="hold" grpId="0" nodeType="withEffect">
                                  <p:stCondLst>
                                    <p:cond delay="0"/>
                                  </p:stCondLst>
                                  <p:childTnLst>
                                    <p:set>
                                      <p:cBhvr>
                                        <p:cTn id="54" dur="1" fill="hold">
                                          <p:stCondLst>
                                            <p:cond delay="0"/>
                                          </p:stCondLst>
                                        </p:cTn>
                                        <p:tgtEl>
                                          <p:spTgt spid="18"/>
                                        </p:tgtEl>
                                        <p:attrNameLst>
                                          <p:attrName>style.visibility</p:attrName>
                                        </p:attrNameLst>
                                      </p:cBhvr>
                                      <p:to>
                                        <p:strVal val="visible"/>
                                      </p:to>
                                    </p:set>
                                    <p:animEffect transition="in" filter="wipe(right)">
                                      <p:cBhvr>
                                        <p:cTn id="55" dur="500"/>
                                        <p:tgtEl>
                                          <p:spTgt spid="18"/>
                                        </p:tgtEl>
                                      </p:cBhvr>
                                    </p:animEffect>
                                  </p:childTnLst>
                                </p:cTn>
                              </p:par>
                              <p:par>
                                <p:cTn id="56" presetID="22" presetClass="entr" presetSubtype="8" fill="hold" grpId="0" nodeType="withEffect">
                                  <p:stCondLst>
                                    <p:cond delay="0"/>
                                  </p:stCondLst>
                                  <p:childTnLst>
                                    <p:set>
                                      <p:cBhvr>
                                        <p:cTn id="57" dur="1" fill="hold">
                                          <p:stCondLst>
                                            <p:cond delay="0"/>
                                          </p:stCondLst>
                                        </p:cTn>
                                        <p:tgtEl>
                                          <p:spTgt spid="13"/>
                                        </p:tgtEl>
                                        <p:attrNameLst>
                                          <p:attrName>style.visibility</p:attrName>
                                        </p:attrNameLst>
                                      </p:cBhvr>
                                      <p:to>
                                        <p:strVal val="visible"/>
                                      </p:to>
                                    </p:set>
                                    <p:animEffect transition="in" filter="wipe(left)">
                                      <p:cBhvr>
                                        <p:cTn id="58" dur="500"/>
                                        <p:tgtEl>
                                          <p:spTgt spid="13"/>
                                        </p:tgtEl>
                                      </p:cBhvr>
                                    </p:animEffect>
                                  </p:childTnLst>
                                </p:cTn>
                              </p:par>
                              <p:par>
                                <p:cTn id="59" presetID="22" presetClass="entr" presetSubtype="8" fill="hold" grpId="0" nodeType="withEffect">
                                  <p:stCondLst>
                                    <p:cond delay="0"/>
                                  </p:stCondLst>
                                  <p:childTnLst>
                                    <p:set>
                                      <p:cBhvr>
                                        <p:cTn id="60" dur="1" fill="hold">
                                          <p:stCondLst>
                                            <p:cond delay="0"/>
                                          </p:stCondLst>
                                        </p:cTn>
                                        <p:tgtEl>
                                          <p:spTgt spid="12"/>
                                        </p:tgtEl>
                                        <p:attrNameLst>
                                          <p:attrName>style.visibility</p:attrName>
                                        </p:attrNameLst>
                                      </p:cBhvr>
                                      <p:to>
                                        <p:strVal val="visible"/>
                                      </p:to>
                                    </p:set>
                                    <p:animEffect transition="in" filter="wipe(left)">
                                      <p:cBhvr>
                                        <p:cTn id="61" dur="500"/>
                                        <p:tgtEl>
                                          <p:spTgt spid="12"/>
                                        </p:tgtEl>
                                      </p:cBhvr>
                                    </p:animEffect>
                                  </p:childTnLst>
                                </p:cTn>
                              </p:par>
                            </p:childTnLst>
                          </p:cTn>
                        </p:par>
                      </p:childTnLst>
                    </p:cTn>
                  </p:par>
                  <p:par>
                    <p:cTn id="62" fill="hold">
                      <p:stCondLst>
                        <p:cond delay="indefinite"/>
                      </p:stCondLst>
                      <p:childTnLst>
                        <p:par>
                          <p:cTn id="63" fill="hold">
                            <p:stCondLst>
                              <p:cond delay="0"/>
                            </p:stCondLst>
                            <p:childTnLst>
                              <p:par>
                                <p:cTn id="64" presetID="2" presetClass="entr" presetSubtype="8" fill="hold" grpId="0" nodeType="clickEffect">
                                  <p:stCondLst>
                                    <p:cond delay="0"/>
                                  </p:stCondLst>
                                  <p:childTnLst>
                                    <p:set>
                                      <p:cBhvr>
                                        <p:cTn id="65" dur="1" fill="hold">
                                          <p:stCondLst>
                                            <p:cond delay="0"/>
                                          </p:stCondLst>
                                        </p:cTn>
                                        <p:tgtEl>
                                          <p:spTgt spid="23"/>
                                        </p:tgtEl>
                                        <p:attrNameLst>
                                          <p:attrName>style.visibility</p:attrName>
                                        </p:attrNameLst>
                                      </p:cBhvr>
                                      <p:to>
                                        <p:strVal val="visible"/>
                                      </p:to>
                                    </p:set>
                                    <p:anim calcmode="lin" valueType="num">
                                      <p:cBhvr additive="base">
                                        <p:cTn id="66" dur="500" fill="hold"/>
                                        <p:tgtEl>
                                          <p:spTgt spid="23"/>
                                        </p:tgtEl>
                                        <p:attrNameLst>
                                          <p:attrName>ppt_x</p:attrName>
                                        </p:attrNameLst>
                                      </p:cBhvr>
                                      <p:tavLst>
                                        <p:tav tm="0">
                                          <p:val>
                                            <p:strVal val="0-#ppt_w/2"/>
                                          </p:val>
                                        </p:tav>
                                        <p:tav tm="100000">
                                          <p:val>
                                            <p:strVal val="#ppt_x"/>
                                          </p:val>
                                        </p:tav>
                                      </p:tavLst>
                                    </p:anim>
                                    <p:anim calcmode="lin" valueType="num">
                                      <p:cBhvr additive="base">
                                        <p:cTn id="67" dur="500" fill="hold"/>
                                        <p:tgtEl>
                                          <p:spTgt spid="23"/>
                                        </p:tgtEl>
                                        <p:attrNameLst>
                                          <p:attrName>ppt_y</p:attrName>
                                        </p:attrNameLst>
                                      </p:cBhvr>
                                      <p:tavLst>
                                        <p:tav tm="0">
                                          <p:val>
                                            <p:strVal val="#ppt_y"/>
                                          </p:val>
                                        </p:tav>
                                        <p:tav tm="100000">
                                          <p:val>
                                            <p:strVal val="#ppt_y"/>
                                          </p:val>
                                        </p:tav>
                                      </p:tavLst>
                                    </p:anim>
                                  </p:childTnLst>
                                </p:cTn>
                              </p:par>
                              <p:par>
                                <p:cTn id="68" presetID="2" presetClass="entr" presetSubtype="2" fill="hold" grpId="0" nodeType="withEffect">
                                  <p:stCondLst>
                                    <p:cond delay="0"/>
                                  </p:stCondLst>
                                  <p:childTnLst>
                                    <p:set>
                                      <p:cBhvr>
                                        <p:cTn id="69" dur="1" fill="hold">
                                          <p:stCondLst>
                                            <p:cond delay="0"/>
                                          </p:stCondLst>
                                        </p:cTn>
                                        <p:tgtEl>
                                          <p:spTgt spid="26"/>
                                        </p:tgtEl>
                                        <p:attrNameLst>
                                          <p:attrName>style.visibility</p:attrName>
                                        </p:attrNameLst>
                                      </p:cBhvr>
                                      <p:to>
                                        <p:strVal val="visible"/>
                                      </p:to>
                                    </p:set>
                                    <p:anim calcmode="lin" valueType="num">
                                      <p:cBhvr additive="base">
                                        <p:cTn id="70" dur="500" fill="hold"/>
                                        <p:tgtEl>
                                          <p:spTgt spid="26"/>
                                        </p:tgtEl>
                                        <p:attrNameLst>
                                          <p:attrName>ppt_x</p:attrName>
                                        </p:attrNameLst>
                                      </p:cBhvr>
                                      <p:tavLst>
                                        <p:tav tm="0">
                                          <p:val>
                                            <p:strVal val="1+#ppt_w/2"/>
                                          </p:val>
                                        </p:tav>
                                        <p:tav tm="100000">
                                          <p:val>
                                            <p:strVal val="#ppt_x"/>
                                          </p:val>
                                        </p:tav>
                                      </p:tavLst>
                                    </p:anim>
                                    <p:anim calcmode="lin" valueType="num">
                                      <p:cBhvr additive="base">
                                        <p:cTn id="71" dur="500" fill="hold"/>
                                        <p:tgtEl>
                                          <p:spTgt spid="26"/>
                                        </p:tgtEl>
                                        <p:attrNameLst>
                                          <p:attrName>ppt_y</p:attrName>
                                        </p:attrNameLst>
                                      </p:cBhvr>
                                      <p:tavLst>
                                        <p:tav tm="0">
                                          <p:val>
                                            <p:strVal val="#ppt_y"/>
                                          </p:val>
                                        </p:tav>
                                        <p:tav tm="100000">
                                          <p:val>
                                            <p:strVal val="#ppt_y"/>
                                          </p:val>
                                        </p:tav>
                                      </p:tavLst>
                                    </p:anim>
                                  </p:childTnLst>
                                </p:cTn>
                              </p:par>
                            </p:childTnLst>
                          </p:cTn>
                        </p:par>
                      </p:childTnLst>
                    </p:cTn>
                  </p:par>
                  <p:par>
                    <p:cTn id="72" fill="hold">
                      <p:stCondLst>
                        <p:cond delay="indefinite"/>
                      </p:stCondLst>
                      <p:childTnLst>
                        <p:par>
                          <p:cTn id="73" fill="hold">
                            <p:stCondLst>
                              <p:cond delay="0"/>
                            </p:stCondLst>
                            <p:childTnLst>
                              <p:par>
                                <p:cTn id="74" presetID="53" presetClass="entr" presetSubtype="16" fill="hold" grpId="0" nodeType="clickEffect">
                                  <p:stCondLst>
                                    <p:cond delay="0"/>
                                  </p:stCondLst>
                                  <p:childTnLst>
                                    <p:set>
                                      <p:cBhvr>
                                        <p:cTn id="75" dur="1" fill="hold">
                                          <p:stCondLst>
                                            <p:cond delay="0"/>
                                          </p:stCondLst>
                                        </p:cTn>
                                        <p:tgtEl>
                                          <p:spTgt spid="9"/>
                                        </p:tgtEl>
                                        <p:attrNameLst>
                                          <p:attrName>style.visibility</p:attrName>
                                        </p:attrNameLst>
                                      </p:cBhvr>
                                      <p:to>
                                        <p:strVal val="visible"/>
                                      </p:to>
                                    </p:set>
                                    <p:anim calcmode="lin" valueType="num">
                                      <p:cBhvr>
                                        <p:cTn id="76" dur="500" fill="hold"/>
                                        <p:tgtEl>
                                          <p:spTgt spid="9"/>
                                        </p:tgtEl>
                                        <p:attrNameLst>
                                          <p:attrName>ppt_w</p:attrName>
                                        </p:attrNameLst>
                                      </p:cBhvr>
                                      <p:tavLst>
                                        <p:tav tm="0">
                                          <p:val>
                                            <p:fltVal val="0"/>
                                          </p:val>
                                        </p:tav>
                                        <p:tav tm="100000">
                                          <p:val>
                                            <p:strVal val="#ppt_w"/>
                                          </p:val>
                                        </p:tav>
                                      </p:tavLst>
                                    </p:anim>
                                    <p:anim calcmode="lin" valueType="num">
                                      <p:cBhvr>
                                        <p:cTn id="77" dur="500" fill="hold"/>
                                        <p:tgtEl>
                                          <p:spTgt spid="9"/>
                                        </p:tgtEl>
                                        <p:attrNameLst>
                                          <p:attrName>ppt_h</p:attrName>
                                        </p:attrNameLst>
                                      </p:cBhvr>
                                      <p:tavLst>
                                        <p:tav tm="0">
                                          <p:val>
                                            <p:fltVal val="0"/>
                                          </p:val>
                                        </p:tav>
                                        <p:tav tm="100000">
                                          <p:val>
                                            <p:strVal val="#ppt_h"/>
                                          </p:val>
                                        </p:tav>
                                      </p:tavLst>
                                    </p:anim>
                                    <p:animEffect transition="in" filter="fade">
                                      <p:cBhvr>
                                        <p:cTn id="78" dur="500"/>
                                        <p:tgtEl>
                                          <p:spTgt spid="9"/>
                                        </p:tgtEl>
                                      </p:cBhvr>
                                    </p:animEffect>
                                  </p:childTnLst>
                                </p:cTn>
                              </p:par>
                            </p:childTnLst>
                          </p:cTn>
                        </p:par>
                      </p:childTnLst>
                    </p:cTn>
                  </p:par>
                  <p:par>
                    <p:cTn id="79" fill="hold">
                      <p:stCondLst>
                        <p:cond delay="indefinite"/>
                      </p:stCondLst>
                      <p:childTnLst>
                        <p:par>
                          <p:cTn id="80" fill="hold">
                            <p:stCondLst>
                              <p:cond delay="0"/>
                            </p:stCondLst>
                            <p:childTnLst>
                              <p:par>
                                <p:cTn id="81" presetID="22" presetClass="entr" presetSubtype="2" fill="hold" grpId="0" nodeType="clickEffect">
                                  <p:stCondLst>
                                    <p:cond delay="0"/>
                                  </p:stCondLst>
                                  <p:childTnLst>
                                    <p:set>
                                      <p:cBhvr>
                                        <p:cTn id="82" dur="1" fill="hold">
                                          <p:stCondLst>
                                            <p:cond delay="0"/>
                                          </p:stCondLst>
                                        </p:cTn>
                                        <p:tgtEl>
                                          <p:spTgt spid="21"/>
                                        </p:tgtEl>
                                        <p:attrNameLst>
                                          <p:attrName>style.visibility</p:attrName>
                                        </p:attrNameLst>
                                      </p:cBhvr>
                                      <p:to>
                                        <p:strVal val="visible"/>
                                      </p:to>
                                    </p:set>
                                    <p:animEffect transition="in" filter="wipe(right)">
                                      <p:cBhvr>
                                        <p:cTn id="83" dur="500"/>
                                        <p:tgtEl>
                                          <p:spTgt spid="21"/>
                                        </p:tgtEl>
                                      </p:cBhvr>
                                    </p:animEffect>
                                  </p:childTnLst>
                                </p:cTn>
                              </p:par>
                              <p:par>
                                <p:cTn id="84" presetID="22" presetClass="entr" presetSubtype="2" fill="hold" grpId="0" nodeType="withEffect">
                                  <p:stCondLst>
                                    <p:cond delay="0"/>
                                  </p:stCondLst>
                                  <p:childTnLst>
                                    <p:set>
                                      <p:cBhvr>
                                        <p:cTn id="85" dur="1" fill="hold">
                                          <p:stCondLst>
                                            <p:cond delay="0"/>
                                          </p:stCondLst>
                                        </p:cTn>
                                        <p:tgtEl>
                                          <p:spTgt spid="20"/>
                                        </p:tgtEl>
                                        <p:attrNameLst>
                                          <p:attrName>style.visibility</p:attrName>
                                        </p:attrNameLst>
                                      </p:cBhvr>
                                      <p:to>
                                        <p:strVal val="visible"/>
                                      </p:to>
                                    </p:set>
                                    <p:animEffect transition="in" filter="wipe(right)">
                                      <p:cBhvr>
                                        <p:cTn id="86" dur="500"/>
                                        <p:tgtEl>
                                          <p:spTgt spid="20"/>
                                        </p:tgtEl>
                                      </p:cBhvr>
                                    </p:animEffect>
                                  </p:childTnLst>
                                </p:cTn>
                              </p:par>
                              <p:par>
                                <p:cTn id="87" presetID="22" presetClass="entr" presetSubtype="8" fill="hold" grpId="0" nodeType="withEffect">
                                  <p:stCondLst>
                                    <p:cond delay="0"/>
                                  </p:stCondLst>
                                  <p:childTnLst>
                                    <p:set>
                                      <p:cBhvr>
                                        <p:cTn id="88" dur="1" fill="hold">
                                          <p:stCondLst>
                                            <p:cond delay="0"/>
                                          </p:stCondLst>
                                        </p:cTn>
                                        <p:tgtEl>
                                          <p:spTgt spid="15"/>
                                        </p:tgtEl>
                                        <p:attrNameLst>
                                          <p:attrName>style.visibility</p:attrName>
                                        </p:attrNameLst>
                                      </p:cBhvr>
                                      <p:to>
                                        <p:strVal val="visible"/>
                                      </p:to>
                                    </p:set>
                                    <p:animEffect transition="in" filter="wipe(left)">
                                      <p:cBhvr>
                                        <p:cTn id="89" dur="500"/>
                                        <p:tgtEl>
                                          <p:spTgt spid="15"/>
                                        </p:tgtEl>
                                      </p:cBhvr>
                                    </p:animEffect>
                                  </p:childTnLst>
                                </p:cTn>
                              </p:par>
                              <p:par>
                                <p:cTn id="90" presetID="22" presetClass="entr" presetSubtype="8" fill="hold" grpId="0" nodeType="withEffect">
                                  <p:stCondLst>
                                    <p:cond delay="0"/>
                                  </p:stCondLst>
                                  <p:childTnLst>
                                    <p:set>
                                      <p:cBhvr>
                                        <p:cTn id="91" dur="1" fill="hold">
                                          <p:stCondLst>
                                            <p:cond delay="0"/>
                                          </p:stCondLst>
                                        </p:cTn>
                                        <p:tgtEl>
                                          <p:spTgt spid="14"/>
                                        </p:tgtEl>
                                        <p:attrNameLst>
                                          <p:attrName>style.visibility</p:attrName>
                                        </p:attrNameLst>
                                      </p:cBhvr>
                                      <p:to>
                                        <p:strVal val="visible"/>
                                      </p:to>
                                    </p:set>
                                    <p:animEffect transition="in" filter="wipe(left)">
                                      <p:cBhvr>
                                        <p:cTn id="92" dur="500"/>
                                        <p:tgtEl>
                                          <p:spTgt spid="14"/>
                                        </p:tgtEl>
                                      </p:cBhvr>
                                    </p:animEffect>
                                  </p:childTnLst>
                                </p:cTn>
                              </p:par>
                            </p:childTnLst>
                          </p:cTn>
                        </p:par>
                      </p:childTnLst>
                    </p:cTn>
                  </p:par>
                  <p:par>
                    <p:cTn id="93" fill="hold">
                      <p:stCondLst>
                        <p:cond delay="indefinite"/>
                      </p:stCondLst>
                      <p:childTnLst>
                        <p:par>
                          <p:cTn id="94" fill="hold">
                            <p:stCondLst>
                              <p:cond delay="0"/>
                            </p:stCondLst>
                            <p:childTnLst>
                              <p:par>
                                <p:cTn id="95" presetID="2" presetClass="entr" presetSubtype="8" fill="hold" grpId="0" nodeType="clickEffect">
                                  <p:stCondLst>
                                    <p:cond delay="0"/>
                                  </p:stCondLst>
                                  <p:childTnLst>
                                    <p:set>
                                      <p:cBhvr>
                                        <p:cTn id="96" dur="1" fill="hold">
                                          <p:stCondLst>
                                            <p:cond delay="0"/>
                                          </p:stCondLst>
                                        </p:cTn>
                                        <p:tgtEl>
                                          <p:spTgt spid="24"/>
                                        </p:tgtEl>
                                        <p:attrNameLst>
                                          <p:attrName>style.visibility</p:attrName>
                                        </p:attrNameLst>
                                      </p:cBhvr>
                                      <p:to>
                                        <p:strVal val="visible"/>
                                      </p:to>
                                    </p:set>
                                    <p:anim calcmode="lin" valueType="num">
                                      <p:cBhvr additive="base">
                                        <p:cTn id="97" dur="500" fill="hold"/>
                                        <p:tgtEl>
                                          <p:spTgt spid="24"/>
                                        </p:tgtEl>
                                        <p:attrNameLst>
                                          <p:attrName>ppt_x</p:attrName>
                                        </p:attrNameLst>
                                      </p:cBhvr>
                                      <p:tavLst>
                                        <p:tav tm="0">
                                          <p:val>
                                            <p:strVal val="0-#ppt_w/2"/>
                                          </p:val>
                                        </p:tav>
                                        <p:tav tm="100000">
                                          <p:val>
                                            <p:strVal val="#ppt_x"/>
                                          </p:val>
                                        </p:tav>
                                      </p:tavLst>
                                    </p:anim>
                                    <p:anim calcmode="lin" valueType="num">
                                      <p:cBhvr additive="base">
                                        <p:cTn id="98" dur="500" fill="hold"/>
                                        <p:tgtEl>
                                          <p:spTgt spid="24"/>
                                        </p:tgtEl>
                                        <p:attrNameLst>
                                          <p:attrName>ppt_y</p:attrName>
                                        </p:attrNameLst>
                                      </p:cBhvr>
                                      <p:tavLst>
                                        <p:tav tm="0">
                                          <p:val>
                                            <p:strVal val="#ppt_y"/>
                                          </p:val>
                                        </p:tav>
                                        <p:tav tm="100000">
                                          <p:val>
                                            <p:strVal val="#ppt_y"/>
                                          </p:val>
                                        </p:tav>
                                      </p:tavLst>
                                    </p:anim>
                                  </p:childTnLst>
                                </p:cTn>
                              </p:par>
                              <p:par>
                                <p:cTn id="99" presetID="2" presetClass="entr" presetSubtype="2" fill="hold" grpId="0" nodeType="withEffect">
                                  <p:stCondLst>
                                    <p:cond delay="0"/>
                                  </p:stCondLst>
                                  <p:childTnLst>
                                    <p:set>
                                      <p:cBhvr>
                                        <p:cTn id="100" dur="1" fill="hold">
                                          <p:stCondLst>
                                            <p:cond delay="0"/>
                                          </p:stCondLst>
                                        </p:cTn>
                                        <p:tgtEl>
                                          <p:spTgt spid="27"/>
                                        </p:tgtEl>
                                        <p:attrNameLst>
                                          <p:attrName>style.visibility</p:attrName>
                                        </p:attrNameLst>
                                      </p:cBhvr>
                                      <p:to>
                                        <p:strVal val="visible"/>
                                      </p:to>
                                    </p:set>
                                    <p:anim calcmode="lin" valueType="num">
                                      <p:cBhvr additive="base">
                                        <p:cTn id="101" dur="500" fill="hold"/>
                                        <p:tgtEl>
                                          <p:spTgt spid="27"/>
                                        </p:tgtEl>
                                        <p:attrNameLst>
                                          <p:attrName>ppt_x</p:attrName>
                                        </p:attrNameLst>
                                      </p:cBhvr>
                                      <p:tavLst>
                                        <p:tav tm="0">
                                          <p:val>
                                            <p:strVal val="1+#ppt_w/2"/>
                                          </p:val>
                                        </p:tav>
                                        <p:tav tm="100000">
                                          <p:val>
                                            <p:strVal val="#ppt_x"/>
                                          </p:val>
                                        </p:tav>
                                      </p:tavLst>
                                    </p:anim>
                                    <p:anim calcmode="lin" valueType="num">
                                      <p:cBhvr additive="base">
                                        <p:cTn id="102" dur="500" fill="hold"/>
                                        <p:tgtEl>
                                          <p:spTgt spid="2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p:bldP spid="23" grpId="0"/>
      <p:bldP spid="24" grpId="0"/>
      <p:bldP spid="25" grpId="0"/>
      <p:bldP spid="26" grpId="0"/>
      <p:bldP spid="27"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767408" y="620690"/>
            <a:ext cx="3960440" cy="846817"/>
            <a:chOff x="191344" y="174130"/>
            <a:chExt cx="3960440" cy="846817"/>
          </a:xfrm>
        </p:grpSpPr>
        <p:grpSp>
          <p:nvGrpSpPr>
            <p:cNvPr id="5" name="组合 4"/>
            <p:cNvGrpSpPr/>
            <p:nvPr/>
          </p:nvGrpSpPr>
          <p:grpSpPr>
            <a:xfrm>
              <a:off x="431433" y="253069"/>
              <a:ext cx="3720351" cy="767878"/>
              <a:chOff x="3402338" y="4170387"/>
              <a:chExt cx="6546490" cy="767878"/>
            </a:xfrm>
          </p:grpSpPr>
          <p:sp>
            <p:nvSpPr>
              <p:cNvPr id="7" name="文本框 6"/>
              <p:cNvSpPr txBox="1"/>
              <p:nvPr/>
            </p:nvSpPr>
            <p:spPr>
              <a:xfrm>
                <a:off x="3403381" y="4170387"/>
                <a:ext cx="6545447" cy="584775"/>
              </a:xfrm>
              <a:prstGeom prst="rect">
                <a:avLst/>
              </a:prstGeom>
              <a:noFill/>
            </p:spPr>
            <p:txBody>
              <a:bodyPr wrap="square" rtlCol="0">
                <a:spAutoFit/>
              </a:bodyPr>
              <a:lstStyle/>
              <a:p>
                <a:pPr algn="dist"/>
                <a:r>
                  <a:rPr lang="zh-CN" altLang="en-US" sz="3200" b="1" dirty="0">
                    <a:ln w="15875">
                      <a:noFill/>
                    </a:ln>
                    <a:gradFill flip="none" rotWithShape="1">
                      <a:gsLst>
                        <a:gs pos="0">
                          <a:srgbClr val="F94739"/>
                        </a:gs>
                        <a:gs pos="86000">
                          <a:srgbClr val="BF2833"/>
                        </a:gs>
                      </a:gsLst>
                      <a:lin ang="5400000" scaled="1"/>
                      <a:tileRect/>
                    </a:gradFill>
                    <a:effectLst>
                      <a:outerShdw blurRad="38100" dist="38100" dir="2700000" algn="tl">
                        <a:srgbClr val="75161B">
                          <a:alpha val="43000"/>
                        </a:srgbClr>
                      </a:outerShdw>
                    </a:effectLst>
                    <a:latin typeface="阿里巴巴普惠体 2.0 75 SemiBold" panose="00020600040101010101" pitchFamily="18" charset="-122"/>
                    <a:ea typeface="阿里巴巴普惠体 2.0 75 SemiBold" panose="00020600040101010101" pitchFamily="18" charset="-122"/>
                    <a:cs typeface="阿里巴巴普惠体 2.0 75 SemiBold" panose="00020600040101010101" pitchFamily="18" charset="-122"/>
                  </a:rPr>
                  <a:t>爱国主义教育策划</a:t>
                </a:r>
                <a:endParaRPr lang="zh-CN" altLang="en-US" sz="3200" b="1" dirty="0">
                  <a:ln w="15875">
                    <a:noFill/>
                  </a:ln>
                  <a:gradFill flip="none" rotWithShape="1">
                    <a:gsLst>
                      <a:gs pos="0">
                        <a:srgbClr val="F94739"/>
                      </a:gs>
                      <a:gs pos="86000">
                        <a:srgbClr val="BF2833"/>
                      </a:gs>
                    </a:gsLst>
                    <a:lin ang="5400000" scaled="1"/>
                    <a:tileRect/>
                  </a:gradFill>
                  <a:effectLst>
                    <a:outerShdw blurRad="38100" dist="38100" dir="2700000" algn="tl">
                      <a:srgbClr val="75161B">
                        <a:alpha val="43000"/>
                      </a:srgbClr>
                    </a:outerShdw>
                  </a:effectLst>
                  <a:latin typeface="阿里巴巴普惠体 2.0 75 SemiBold" panose="00020600040101010101" pitchFamily="18" charset="-122"/>
                  <a:ea typeface="阿里巴巴普惠体 2.0 75 SemiBold" panose="00020600040101010101" pitchFamily="18" charset="-122"/>
                  <a:cs typeface="阿里巴巴普惠体 2.0 75 SemiBold" panose="00020600040101010101" pitchFamily="18" charset="-122"/>
                </a:endParaRPr>
              </a:p>
            </p:txBody>
          </p:sp>
          <p:sp>
            <p:nvSpPr>
              <p:cNvPr id="8" name="文本框 7"/>
              <p:cNvSpPr txBox="1"/>
              <p:nvPr/>
            </p:nvSpPr>
            <p:spPr>
              <a:xfrm>
                <a:off x="3402338" y="4676655"/>
                <a:ext cx="5651078" cy="261610"/>
              </a:xfrm>
              <a:prstGeom prst="rect">
                <a:avLst/>
              </a:prstGeom>
              <a:noFill/>
            </p:spPr>
            <p:txBody>
              <a:bodyPr wrap="square" rtlCol="0">
                <a:spAutoFit/>
              </a:bodyPr>
              <a:lstStyle/>
              <a:p>
                <a:pPr algn="dist"/>
                <a:r>
                  <a:rPr lang="en-US" altLang="zh-CN" sz="1100" dirty="0">
                    <a:solidFill>
                      <a:schemeClr val="tx1">
                        <a:lumMod val="85000"/>
                        <a:lumOff val="15000"/>
                      </a:schemeClr>
                    </a:solidFill>
                    <a:latin typeface="微软雅黑" panose="020B0503020204020204" pitchFamily="34" charset="-122"/>
                    <a:ea typeface="微软雅黑" panose="020B0503020204020204" pitchFamily="34" charset="-122"/>
                    <a:cs typeface="阿里巴巴普惠体 2.0 45 Light" panose="00020600040101010101" pitchFamily="18" charset="-122"/>
                  </a:rPr>
                  <a:t>ORIGIN OF THE HOLIDAY</a:t>
                </a:r>
                <a:endParaRPr lang="zh-CN" altLang="en-US" sz="1100" dirty="0">
                  <a:solidFill>
                    <a:schemeClr val="tx1">
                      <a:lumMod val="85000"/>
                      <a:lumOff val="15000"/>
                    </a:schemeClr>
                  </a:solidFill>
                  <a:latin typeface="微软雅黑" panose="020B0503020204020204" pitchFamily="34" charset="-122"/>
                  <a:ea typeface="微软雅黑" panose="020B0503020204020204" pitchFamily="34" charset="-122"/>
                  <a:cs typeface="阿里巴巴普惠体 2.0 45 Light" panose="00020600040101010101" pitchFamily="18" charset="-122"/>
                </a:endParaRPr>
              </a:p>
            </p:txBody>
          </p:sp>
        </p:grpSp>
        <p:sp>
          <p:nvSpPr>
            <p:cNvPr id="6" name="矩形 5"/>
            <p:cNvSpPr/>
            <p:nvPr/>
          </p:nvSpPr>
          <p:spPr>
            <a:xfrm>
              <a:off x="191344" y="174130"/>
              <a:ext cx="144016" cy="792088"/>
            </a:xfrm>
            <a:prstGeom prst="rect">
              <a:avLst/>
            </a:prstGeom>
            <a:solidFill>
              <a:srgbClr val="C00000"/>
            </a:solidFill>
            <a:ln>
              <a:no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pic>
        <p:nvPicPr>
          <p:cNvPr id="2" name="图片 1"/>
          <p:cNvPicPr>
            <a:picLocks noChangeAspect="1"/>
          </p:cNvPicPr>
          <p:nvPr/>
        </p:nvPicPr>
        <p:blipFill rotWithShape="1">
          <a:blip r:embed="rId1" cstate="email"/>
          <a:srcRect/>
          <a:stretch>
            <a:fillRect/>
          </a:stretch>
        </p:blipFill>
        <p:spPr>
          <a:xfrm rot="1500277">
            <a:off x="-565705" y="1460404"/>
            <a:ext cx="7161831" cy="5160947"/>
          </a:xfrm>
          <a:prstGeom prst="ellipse">
            <a:avLst/>
          </a:prstGeom>
          <a:solidFill>
            <a:srgbClr val="FFFFFF">
              <a:shade val="85000"/>
            </a:srgbClr>
          </a:solidFill>
          <a:ln>
            <a:noFill/>
          </a:ln>
          <a:effectLst>
            <a:softEdge rad="1117600"/>
          </a:effectLst>
        </p:spPr>
      </p:pic>
      <p:grpSp>
        <p:nvGrpSpPr>
          <p:cNvPr id="3" name="组合 2"/>
          <p:cNvGrpSpPr/>
          <p:nvPr/>
        </p:nvGrpSpPr>
        <p:grpSpPr>
          <a:xfrm>
            <a:off x="5711942" y="1591539"/>
            <a:ext cx="6042121" cy="1059940"/>
            <a:chOff x="967189" y="1384605"/>
            <a:chExt cx="6042121" cy="1059940"/>
          </a:xfrm>
        </p:grpSpPr>
        <p:grpSp>
          <p:nvGrpSpPr>
            <p:cNvPr id="9" name="组合 8"/>
            <p:cNvGrpSpPr/>
            <p:nvPr/>
          </p:nvGrpSpPr>
          <p:grpSpPr>
            <a:xfrm>
              <a:off x="990050" y="1384605"/>
              <a:ext cx="1693922" cy="461665"/>
              <a:chOff x="990050" y="1384605"/>
              <a:chExt cx="1693922" cy="461665"/>
            </a:xfrm>
          </p:grpSpPr>
          <p:sp>
            <p:nvSpPr>
              <p:cNvPr id="11" name="文本框 10"/>
              <p:cNvSpPr txBox="1"/>
              <p:nvPr/>
            </p:nvSpPr>
            <p:spPr>
              <a:xfrm>
                <a:off x="990050" y="1384605"/>
                <a:ext cx="1693922" cy="461665"/>
              </a:xfrm>
              <a:prstGeom prst="rect">
                <a:avLst/>
              </a:prstGeom>
              <a:noFill/>
              <a:ln>
                <a:noFill/>
              </a:ln>
            </p:spPr>
            <p:txBody>
              <a:bodyPr wrap="square" rtlCol="0">
                <a:spAutoFit/>
              </a:bodyPr>
              <a:lstStyle/>
              <a:p>
                <a:pPr algn="ctr"/>
                <a:r>
                  <a:rPr lang="zh-CN" altLang="en-US" sz="2400" spc="400" dirty="0">
                    <a:solidFill>
                      <a:schemeClr val="tx1">
                        <a:lumMod val="85000"/>
                        <a:lumOff val="15000"/>
                      </a:schemeClr>
                    </a:solidFill>
                    <a:latin typeface="字魂59号-创粗黑" panose="00000500000000000000" pitchFamily="2" charset="-122"/>
                    <a:ea typeface="字魂59号-创粗黑" panose="00000500000000000000" pitchFamily="2" charset="-122"/>
                  </a:rPr>
                  <a:t>教育策划</a:t>
                </a:r>
                <a:endParaRPr lang="zh-CN" altLang="en-US" sz="2400" spc="400" dirty="0">
                  <a:solidFill>
                    <a:schemeClr val="tx1">
                      <a:lumMod val="85000"/>
                      <a:lumOff val="15000"/>
                    </a:schemeClr>
                  </a:solidFill>
                  <a:latin typeface="字魂59号-创粗黑" panose="00000500000000000000" pitchFamily="2" charset="-122"/>
                  <a:ea typeface="字魂59号-创粗黑" panose="00000500000000000000" pitchFamily="2" charset="-122"/>
                </a:endParaRPr>
              </a:p>
            </p:txBody>
          </p:sp>
          <p:sp>
            <p:nvSpPr>
              <p:cNvPr id="12" name="矩形: 圆角 11"/>
              <p:cNvSpPr/>
              <p:nvPr/>
            </p:nvSpPr>
            <p:spPr>
              <a:xfrm>
                <a:off x="990050" y="1393340"/>
                <a:ext cx="1693922" cy="444195"/>
              </a:xfrm>
              <a:prstGeom prst="roundRect">
                <a:avLst/>
              </a:prstGeom>
              <a:noFill/>
              <a:ln w="95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85000"/>
                      <a:lumOff val="15000"/>
                    </a:schemeClr>
                  </a:solidFill>
                </a:endParaRPr>
              </a:p>
            </p:txBody>
          </p:sp>
        </p:grpSp>
        <p:sp>
          <p:nvSpPr>
            <p:cNvPr id="10" name="文本框 9"/>
            <p:cNvSpPr txBox="1"/>
            <p:nvPr/>
          </p:nvSpPr>
          <p:spPr>
            <a:xfrm>
              <a:off x="967189" y="1921325"/>
              <a:ext cx="6042121" cy="523220"/>
            </a:xfrm>
            <a:prstGeom prst="rect">
              <a:avLst/>
            </a:prstGeom>
            <a:noFill/>
          </p:spPr>
          <p:txBody>
            <a:bodyPr wrap="square" rtlCol="0">
              <a:spAutoFit/>
            </a:bodyPr>
            <a:lstStyle/>
            <a:p>
              <a:r>
                <a:rPr lang="zh-CN" altLang="en-US" sz="1400" spc="400" dirty="0">
                  <a:solidFill>
                    <a:schemeClr val="tx1">
                      <a:lumMod val="85000"/>
                      <a:lumOff val="15000"/>
                    </a:schemeClr>
                  </a:solidFill>
                  <a:latin typeface="微软雅黑" panose="020B0503020204020204" pitchFamily="34" charset="-122"/>
                  <a:ea typeface="微软雅黑" panose="020B0503020204020204" pitchFamily="34" charset="-122"/>
                </a:rPr>
                <a:t>任何想照亮自己名字的人只要朝它丢根火柴就可以了。”</a:t>
              </a:r>
              <a:r>
                <a:rPr lang="en-US" altLang="zh-CN" sz="1400" spc="400" dirty="0">
                  <a:solidFill>
                    <a:schemeClr val="tx1">
                      <a:lumMod val="85000"/>
                      <a:lumOff val="15000"/>
                    </a:schemeClr>
                  </a:solidFill>
                  <a:latin typeface="微软雅黑" panose="020B0503020204020204" pitchFamily="34" charset="-122"/>
                  <a:ea typeface="微软雅黑" panose="020B0503020204020204" pitchFamily="34" charset="-122"/>
                </a:rPr>
                <a:t>18</a:t>
              </a:r>
              <a:r>
                <a:rPr lang="zh-CN" altLang="en-US" sz="1400" spc="400" dirty="0">
                  <a:solidFill>
                    <a:schemeClr val="tx1">
                      <a:lumMod val="85000"/>
                      <a:lumOff val="15000"/>
                    </a:schemeClr>
                  </a:solidFill>
                  <a:latin typeface="微软雅黑" panose="020B0503020204020204" pitchFamily="34" charset="-122"/>
                  <a:ea typeface="微软雅黑" panose="020B0503020204020204" pitchFamily="34" charset="-122"/>
                </a:rPr>
                <a:t>世纪的英国作家塞缪尔</a:t>
              </a:r>
              <a:r>
                <a:rPr lang="en-US" altLang="zh-CN" sz="1400" spc="400" dirty="0">
                  <a:solidFill>
                    <a:schemeClr val="tx1">
                      <a:lumMod val="85000"/>
                      <a:lumOff val="15000"/>
                    </a:schemeClr>
                  </a:solidFill>
                  <a:latin typeface="微软雅黑" panose="020B0503020204020204" pitchFamily="34" charset="-122"/>
                  <a:ea typeface="微软雅黑" panose="020B0503020204020204" pitchFamily="34" charset="-122"/>
                </a:rPr>
                <a:t>·</a:t>
              </a:r>
              <a:r>
                <a:rPr lang="zh-CN" altLang="en-US" sz="1400" spc="400" dirty="0">
                  <a:solidFill>
                    <a:schemeClr val="tx1">
                      <a:lumMod val="85000"/>
                      <a:lumOff val="15000"/>
                    </a:schemeClr>
                  </a:solidFill>
                  <a:latin typeface="微软雅黑" panose="020B0503020204020204" pitchFamily="34" charset="-122"/>
                  <a:ea typeface="微软雅黑" panose="020B0503020204020204" pitchFamily="34" charset="-122"/>
                </a:rPr>
                <a:t>约翰逊把爱国主义视为：</a:t>
              </a:r>
              <a:endParaRPr lang="zh-CN" altLang="en-US" sz="1400" spc="400" dirty="0">
                <a:solidFill>
                  <a:schemeClr val="tx1">
                    <a:lumMod val="85000"/>
                    <a:lumOff val="15000"/>
                  </a:schemeClr>
                </a:solidFill>
                <a:latin typeface="微软雅黑" panose="020B0503020204020204" pitchFamily="34" charset="-122"/>
                <a:ea typeface="微软雅黑" panose="020B0503020204020204" pitchFamily="34" charset="-122"/>
              </a:endParaRPr>
            </a:p>
          </p:txBody>
        </p:sp>
      </p:grpSp>
      <p:grpSp>
        <p:nvGrpSpPr>
          <p:cNvPr id="13" name="组合 12"/>
          <p:cNvGrpSpPr/>
          <p:nvPr/>
        </p:nvGrpSpPr>
        <p:grpSpPr>
          <a:xfrm>
            <a:off x="5711942" y="3222971"/>
            <a:ext cx="6042121" cy="1275384"/>
            <a:chOff x="967189" y="1384605"/>
            <a:chExt cx="6042121" cy="1275384"/>
          </a:xfrm>
        </p:grpSpPr>
        <p:grpSp>
          <p:nvGrpSpPr>
            <p:cNvPr id="14" name="组合 13"/>
            <p:cNvGrpSpPr/>
            <p:nvPr/>
          </p:nvGrpSpPr>
          <p:grpSpPr>
            <a:xfrm>
              <a:off x="990050" y="1384605"/>
              <a:ext cx="1693922" cy="461665"/>
              <a:chOff x="990050" y="1384605"/>
              <a:chExt cx="1693922" cy="461665"/>
            </a:xfrm>
          </p:grpSpPr>
          <p:sp>
            <p:nvSpPr>
              <p:cNvPr id="16" name="文本框 15"/>
              <p:cNvSpPr txBox="1"/>
              <p:nvPr/>
            </p:nvSpPr>
            <p:spPr>
              <a:xfrm>
                <a:off x="990050" y="1384605"/>
                <a:ext cx="1693922" cy="461665"/>
              </a:xfrm>
              <a:prstGeom prst="rect">
                <a:avLst/>
              </a:prstGeom>
              <a:noFill/>
            </p:spPr>
            <p:txBody>
              <a:bodyPr wrap="square" rtlCol="0">
                <a:spAutoFit/>
              </a:bodyPr>
              <a:lstStyle/>
              <a:p>
                <a:pPr algn="ctr"/>
                <a:r>
                  <a:rPr lang="zh-CN" altLang="en-US" sz="2400" spc="400" dirty="0">
                    <a:solidFill>
                      <a:schemeClr val="tx1">
                        <a:lumMod val="85000"/>
                        <a:lumOff val="15000"/>
                      </a:schemeClr>
                    </a:solidFill>
                    <a:latin typeface="字魂59号-创粗黑" panose="00000500000000000000" pitchFamily="2" charset="-122"/>
                    <a:ea typeface="字魂59号-创粗黑" panose="00000500000000000000" pitchFamily="2" charset="-122"/>
                  </a:rPr>
                  <a:t>教育策划</a:t>
                </a:r>
                <a:endParaRPr lang="zh-CN" altLang="en-US" sz="2400" spc="400" dirty="0">
                  <a:solidFill>
                    <a:schemeClr val="tx1">
                      <a:lumMod val="85000"/>
                      <a:lumOff val="15000"/>
                    </a:schemeClr>
                  </a:solidFill>
                  <a:latin typeface="字魂59号-创粗黑" panose="00000500000000000000" pitchFamily="2" charset="-122"/>
                  <a:ea typeface="字魂59号-创粗黑" panose="00000500000000000000" pitchFamily="2" charset="-122"/>
                </a:endParaRPr>
              </a:p>
            </p:txBody>
          </p:sp>
          <p:sp>
            <p:nvSpPr>
              <p:cNvPr id="17" name="矩形: 圆角 16"/>
              <p:cNvSpPr/>
              <p:nvPr/>
            </p:nvSpPr>
            <p:spPr>
              <a:xfrm>
                <a:off x="990050" y="1393340"/>
                <a:ext cx="1693922" cy="444195"/>
              </a:xfrm>
              <a:prstGeom prst="roundRect">
                <a:avLst/>
              </a:prstGeom>
              <a:noFill/>
              <a:ln w="95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85000"/>
                      <a:lumOff val="15000"/>
                    </a:schemeClr>
                  </a:solidFill>
                </a:endParaRPr>
              </a:p>
            </p:txBody>
          </p:sp>
        </p:grpSp>
        <p:sp>
          <p:nvSpPr>
            <p:cNvPr id="15" name="文本框 14"/>
            <p:cNvSpPr txBox="1"/>
            <p:nvPr/>
          </p:nvSpPr>
          <p:spPr>
            <a:xfrm>
              <a:off x="967189" y="1921325"/>
              <a:ext cx="6042121" cy="738664"/>
            </a:xfrm>
            <a:prstGeom prst="rect">
              <a:avLst/>
            </a:prstGeom>
            <a:noFill/>
          </p:spPr>
          <p:txBody>
            <a:bodyPr wrap="square" rtlCol="0">
              <a:spAutoFit/>
            </a:bodyPr>
            <a:lstStyle/>
            <a:p>
              <a:r>
                <a:rPr lang="zh-CN" altLang="en-US" sz="1400" spc="400" dirty="0">
                  <a:solidFill>
                    <a:schemeClr val="tx1">
                      <a:lumMod val="85000"/>
                      <a:lumOff val="15000"/>
                    </a:schemeClr>
                  </a:solidFill>
                  <a:latin typeface="微软雅黑" panose="020B0503020204020204" pitchFamily="34" charset="-122"/>
                  <a:ea typeface="微软雅黑" panose="020B0503020204020204" pitchFamily="34" charset="-122"/>
                </a:rPr>
                <a:t>“爱国主义是流氓无赖们最后的藏身之地”。这被另一些人认为是歪曲了爱国主义的本质－－不止把爱国变成了一种盲目的信仰，</a:t>
              </a:r>
              <a:endParaRPr lang="zh-CN" altLang="en-US" sz="1400" spc="400" dirty="0">
                <a:solidFill>
                  <a:schemeClr val="tx1">
                    <a:lumMod val="85000"/>
                    <a:lumOff val="15000"/>
                  </a:schemeClr>
                </a:solidFill>
                <a:latin typeface="微软雅黑" panose="020B0503020204020204" pitchFamily="34" charset="-122"/>
                <a:ea typeface="微软雅黑" panose="020B0503020204020204" pitchFamily="34" charset="-122"/>
              </a:endParaRPr>
            </a:p>
          </p:txBody>
        </p:sp>
      </p:grpSp>
      <p:grpSp>
        <p:nvGrpSpPr>
          <p:cNvPr id="18" name="组合 17"/>
          <p:cNvGrpSpPr/>
          <p:nvPr/>
        </p:nvGrpSpPr>
        <p:grpSpPr>
          <a:xfrm>
            <a:off x="5711942" y="4854402"/>
            <a:ext cx="6042121" cy="1059940"/>
            <a:chOff x="967189" y="1384605"/>
            <a:chExt cx="6042121" cy="1059940"/>
          </a:xfrm>
        </p:grpSpPr>
        <p:grpSp>
          <p:nvGrpSpPr>
            <p:cNvPr id="19" name="组合 18"/>
            <p:cNvGrpSpPr/>
            <p:nvPr/>
          </p:nvGrpSpPr>
          <p:grpSpPr>
            <a:xfrm>
              <a:off x="990050" y="1384605"/>
              <a:ext cx="1693922" cy="461665"/>
              <a:chOff x="990050" y="1384605"/>
              <a:chExt cx="1693922" cy="461665"/>
            </a:xfrm>
          </p:grpSpPr>
          <p:sp>
            <p:nvSpPr>
              <p:cNvPr id="21" name="文本框 20"/>
              <p:cNvSpPr txBox="1"/>
              <p:nvPr/>
            </p:nvSpPr>
            <p:spPr>
              <a:xfrm>
                <a:off x="990050" y="1384605"/>
                <a:ext cx="1693922" cy="461665"/>
              </a:xfrm>
              <a:prstGeom prst="rect">
                <a:avLst/>
              </a:prstGeom>
              <a:noFill/>
            </p:spPr>
            <p:txBody>
              <a:bodyPr wrap="square" rtlCol="0">
                <a:spAutoFit/>
              </a:bodyPr>
              <a:lstStyle/>
              <a:p>
                <a:pPr algn="ctr"/>
                <a:r>
                  <a:rPr lang="zh-CN" altLang="en-US" sz="2400" spc="400" dirty="0">
                    <a:solidFill>
                      <a:schemeClr val="tx1">
                        <a:lumMod val="85000"/>
                        <a:lumOff val="15000"/>
                      </a:schemeClr>
                    </a:solidFill>
                    <a:latin typeface="字魂59号-创粗黑" panose="00000500000000000000" pitchFamily="2" charset="-122"/>
                    <a:ea typeface="字魂59号-创粗黑" panose="00000500000000000000" pitchFamily="2" charset="-122"/>
                  </a:rPr>
                  <a:t>教育策划</a:t>
                </a:r>
                <a:endParaRPr lang="zh-CN" altLang="en-US" sz="2400" spc="400" dirty="0">
                  <a:solidFill>
                    <a:schemeClr val="tx1">
                      <a:lumMod val="85000"/>
                      <a:lumOff val="15000"/>
                    </a:schemeClr>
                  </a:solidFill>
                  <a:latin typeface="字魂59号-创粗黑" panose="00000500000000000000" pitchFamily="2" charset="-122"/>
                  <a:ea typeface="字魂59号-创粗黑" panose="00000500000000000000" pitchFamily="2" charset="-122"/>
                </a:endParaRPr>
              </a:p>
            </p:txBody>
          </p:sp>
          <p:sp>
            <p:nvSpPr>
              <p:cNvPr id="22" name="矩形: 圆角 21"/>
              <p:cNvSpPr/>
              <p:nvPr/>
            </p:nvSpPr>
            <p:spPr>
              <a:xfrm>
                <a:off x="990050" y="1393340"/>
                <a:ext cx="1693922" cy="444195"/>
              </a:xfrm>
              <a:prstGeom prst="roundRect">
                <a:avLst/>
              </a:prstGeom>
              <a:noFill/>
              <a:ln w="95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85000"/>
                      <a:lumOff val="15000"/>
                    </a:schemeClr>
                  </a:solidFill>
                </a:endParaRPr>
              </a:p>
            </p:txBody>
          </p:sp>
        </p:grpSp>
        <p:sp>
          <p:nvSpPr>
            <p:cNvPr id="20" name="文本框 19"/>
            <p:cNvSpPr txBox="1"/>
            <p:nvPr/>
          </p:nvSpPr>
          <p:spPr>
            <a:xfrm>
              <a:off x="967189" y="1921325"/>
              <a:ext cx="6042121" cy="523220"/>
            </a:xfrm>
            <a:prstGeom prst="rect">
              <a:avLst/>
            </a:prstGeom>
            <a:noFill/>
          </p:spPr>
          <p:txBody>
            <a:bodyPr wrap="square" rtlCol="0">
              <a:spAutoFit/>
            </a:bodyPr>
            <a:lstStyle/>
            <a:p>
              <a:r>
                <a:rPr lang="zh-CN" altLang="en-US" sz="1400" spc="400" dirty="0">
                  <a:solidFill>
                    <a:schemeClr val="tx1">
                      <a:lumMod val="85000"/>
                      <a:lumOff val="15000"/>
                    </a:schemeClr>
                  </a:solidFill>
                  <a:latin typeface="微软雅黑" panose="020B0503020204020204" pitchFamily="34" charset="-122"/>
                  <a:ea typeface="微软雅黑" panose="020B0503020204020204" pitchFamily="34" charset="-122"/>
                </a:rPr>
                <a:t>这些行为更无助民主的发展，因为社会的精力都虚耗于爱国的争论之中。</a:t>
              </a:r>
              <a:endParaRPr lang="zh-CN" altLang="en-US" sz="1400" spc="400" dirty="0">
                <a:solidFill>
                  <a:schemeClr val="tx1">
                    <a:lumMod val="85000"/>
                    <a:lumOff val="15000"/>
                  </a:schemeClr>
                </a:solidFill>
                <a:latin typeface="微软雅黑" panose="020B0503020204020204" pitchFamily="34" charset="-122"/>
                <a:ea typeface="微软雅黑" panose="020B0503020204020204" pitchFamily="34" charset="-122"/>
              </a:endParaRPr>
            </a:p>
          </p:txBody>
        </p:sp>
      </p:gr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nodeType="clickEffect">
                                  <p:stCondLst>
                                    <p:cond delay="0"/>
                                  </p:stCondLst>
                                  <p:childTnLst>
                                    <p:set>
                                      <p:cBhvr>
                                        <p:cTn id="13" dur="1" fill="hold">
                                          <p:stCondLst>
                                            <p:cond delay="0"/>
                                          </p:stCondLst>
                                        </p:cTn>
                                        <p:tgtEl>
                                          <p:spTgt spid="2"/>
                                        </p:tgtEl>
                                        <p:attrNameLst>
                                          <p:attrName>style.visibility</p:attrName>
                                        </p:attrNameLst>
                                      </p:cBhvr>
                                      <p:to>
                                        <p:strVal val="visible"/>
                                      </p:to>
                                    </p:set>
                                    <p:anim calcmode="lin" valueType="num">
                                      <p:cBhvr>
                                        <p:cTn id="14" dur="500" fill="hold"/>
                                        <p:tgtEl>
                                          <p:spTgt spid="2"/>
                                        </p:tgtEl>
                                        <p:attrNameLst>
                                          <p:attrName>ppt_w</p:attrName>
                                        </p:attrNameLst>
                                      </p:cBhvr>
                                      <p:tavLst>
                                        <p:tav tm="0">
                                          <p:val>
                                            <p:fltVal val="0"/>
                                          </p:val>
                                        </p:tav>
                                        <p:tav tm="100000">
                                          <p:val>
                                            <p:strVal val="#ppt_w"/>
                                          </p:val>
                                        </p:tav>
                                      </p:tavLst>
                                    </p:anim>
                                    <p:anim calcmode="lin" valueType="num">
                                      <p:cBhvr>
                                        <p:cTn id="15" dur="500" fill="hold"/>
                                        <p:tgtEl>
                                          <p:spTgt spid="2"/>
                                        </p:tgtEl>
                                        <p:attrNameLst>
                                          <p:attrName>ppt_h</p:attrName>
                                        </p:attrNameLst>
                                      </p:cBhvr>
                                      <p:tavLst>
                                        <p:tav tm="0">
                                          <p:val>
                                            <p:fltVal val="0"/>
                                          </p:val>
                                        </p:tav>
                                        <p:tav tm="100000">
                                          <p:val>
                                            <p:strVal val="#ppt_h"/>
                                          </p:val>
                                        </p:tav>
                                      </p:tavLst>
                                    </p:anim>
                                    <p:animEffect transition="in" filter="fade">
                                      <p:cBhvr>
                                        <p:cTn id="16" dur="500"/>
                                        <p:tgtEl>
                                          <p:spTgt spid="2"/>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nodeType="clickEffect">
                                  <p:stCondLst>
                                    <p:cond delay="0"/>
                                  </p:stCondLst>
                                  <p:childTnLst>
                                    <p:set>
                                      <p:cBhvr>
                                        <p:cTn id="20" dur="1" fill="hold">
                                          <p:stCondLst>
                                            <p:cond delay="0"/>
                                          </p:stCondLst>
                                        </p:cTn>
                                        <p:tgtEl>
                                          <p:spTgt spid="3"/>
                                        </p:tgtEl>
                                        <p:attrNameLst>
                                          <p:attrName>style.visibility</p:attrName>
                                        </p:attrNameLst>
                                      </p:cBhvr>
                                      <p:to>
                                        <p:strVal val="visible"/>
                                      </p:to>
                                    </p:set>
                                    <p:animEffect transition="in" filter="wipe(left)">
                                      <p:cBhvr>
                                        <p:cTn id="21" dur="500"/>
                                        <p:tgtEl>
                                          <p:spTgt spid="3"/>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nodeType="clickEffect">
                                  <p:stCondLst>
                                    <p:cond delay="0"/>
                                  </p:stCondLst>
                                  <p:childTnLst>
                                    <p:set>
                                      <p:cBhvr>
                                        <p:cTn id="25" dur="1" fill="hold">
                                          <p:stCondLst>
                                            <p:cond delay="0"/>
                                          </p:stCondLst>
                                        </p:cTn>
                                        <p:tgtEl>
                                          <p:spTgt spid="13"/>
                                        </p:tgtEl>
                                        <p:attrNameLst>
                                          <p:attrName>style.visibility</p:attrName>
                                        </p:attrNameLst>
                                      </p:cBhvr>
                                      <p:to>
                                        <p:strVal val="visible"/>
                                      </p:to>
                                    </p:set>
                                    <p:animEffect transition="in" filter="wipe(left)">
                                      <p:cBhvr>
                                        <p:cTn id="26" dur="500"/>
                                        <p:tgtEl>
                                          <p:spTgt spid="13"/>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nodeType="clickEffect">
                                  <p:stCondLst>
                                    <p:cond delay="0"/>
                                  </p:stCondLst>
                                  <p:childTnLst>
                                    <p:set>
                                      <p:cBhvr>
                                        <p:cTn id="30" dur="1" fill="hold">
                                          <p:stCondLst>
                                            <p:cond delay="0"/>
                                          </p:stCondLst>
                                        </p:cTn>
                                        <p:tgtEl>
                                          <p:spTgt spid="18"/>
                                        </p:tgtEl>
                                        <p:attrNameLst>
                                          <p:attrName>style.visibility</p:attrName>
                                        </p:attrNameLst>
                                      </p:cBhvr>
                                      <p:to>
                                        <p:strVal val="visible"/>
                                      </p:to>
                                    </p:set>
                                    <p:animEffect transition="in" filter="wipe(left)">
                                      <p:cBhvr>
                                        <p:cTn id="31"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767408" y="620690"/>
            <a:ext cx="3960440" cy="846817"/>
            <a:chOff x="191344" y="174130"/>
            <a:chExt cx="3960440" cy="846817"/>
          </a:xfrm>
        </p:grpSpPr>
        <p:grpSp>
          <p:nvGrpSpPr>
            <p:cNvPr id="5" name="组合 4"/>
            <p:cNvGrpSpPr/>
            <p:nvPr/>
          </p:nvGrpSpPr>
          <p:grpSpPr>
            <a:xfrm>
              <a:off x="431433" y="253069"/>
              <a:ext cx="3720351" cy="767878"/>
              <a:chOff x="3402338" y="4170387"/>
              <a:chExt cx="6546490" cy="767878"/>
            </a:xfrm>
          </p:grpSpPr>
          <p:sp>
            <p:nvSpPr>
              <p:cNvPr id="7" name="文本框 6"/>
              <p:cNvSpPr txBox="1"/>
              <p:nvPr/>
            </p:nvSpPr>
            <p:spPr>
              <a:xfrm>
                <a:off x="3403381" y="4170387"/>
                <a:ext cx="6545447" cy="584775"/>
              </a:xfrm>
              <a:prstGeom prst="rect">
                <a:avLst/>
              </a:prstGeom>
              <a:noFill/>
            </p:spPr>
            <p:txBody>
              <a:bodyPr wrap="square" rtlCol="0">
                <a:spAutoFit/>
              </a:bodyPr>
              <a:lstStyle/>
              <a:p>
                <a:pPr algn="dist"/>
                <a:r>
                  <a:rPr lang="zh-CN" altLang="en-US" sz="3200" b="1" dirty="0">
                    <a:ln w="15875">
                      <a:noFill/>
                    </a:ln>
                    <a:gradFill flip="none" rotWithShape="1">
                      <a:gsLst>
                        <a:gs pos="0">
                          <a:srgbClr val="F94739"/>
                        </a:gs>
                        <a:gs pos="86000">
                          <a:srgbClr val="BF2833"/>
                        </a:gs>
                      </a:gsLst>
                      <a:lin ang="5400000" scaled="1"/>
                      <a:tileRect/>
                    </a:gradFill>
                    <a:effectLst>
                      <a:outerShdw blurRad="38100" dist="38100" dir="2700000" algn="tl">
                        <a:srgbClr val="75161B">
                          <a:alpha val="43000"/>
                        </a:srgbClr>
                      </a:outerShdw>
                    </a:effectLst>
                    <a:latin typeface="阿里巴巴普惠体 2.0 75 SemiBold" panose="00020600040101010101" pitchFamily="18" charset="-122"/>
                    <a:ea typeface="阿里巴巴普惠体 2.0 75 SemiBold" panose="00020600040101010101" pitchFamily="18" charset="-122"/>
                    <a:cs typeface="阿里巴巴普惠体 2.0 75 SemiBold" panose="00020600040101010101" pitchFamily="18" charset="-122"/>
                  </a:rPr>
                  <a:t>爱国主义教育策划</a:t>
                </a:r>
                <a:endParaRPr lang="zh-CN" altLang="en-US" sz="3200" b="1" dirty="0">
                  <a:ln w="15875">
                    <a:noFill/>
                  </a:ln>
                  <a:gradFill flip="none" rotWithShape="1">
                    <a:gsLst>
                      <a:gs pos="0">
                        <a:srgbClr val="F94739"/>
                      </a:gs>
                      <a:gs pos="86000">
                        <a:srgbClr val="BF2833"/>
                      </a:gs>
                    </a:gsLst>
                    <a:lin ang="5400000" scaled="1"/>
                    <a:tileRect/>
                  </a:gradFill>
                  <a:effectLst>
                    <a:outerShdw blurRad="38100" dist="38100" dir="2700000" algn="tl">
                      <a:srgbClr val="75161B">
                        <a:alpha val="43000"/>
                      </a:srgbClr>
                    </a:outerShdw>
                  </a:effectLst>
                  <a:latin typeface="阿里巴巴普惠体 2.0 75 SemiBold" panose="00020600040101010101" pitchFamily="18" charset="-122"/>
                  <a:ea typeface="阿里巴巴普惠体 2.0 75 SemiBold" panose="00020600040101010101" pitchFamily="18" charset="-122"/>
                  <a:cs typeface="阿里巴巴普惠体 2.0 75 SemiBold" panose="00020600040101010101" pitchFamily="18" charset="-122"/>
                </a:endParaRPr>
              </a:p>
            </p:txBody>
          </p:sp>
          <p:sp>
            <p:nvSpPr>
              <p:cNvPr id="8" name="文本框 7"/>
              <p:cNvSpPr txBox="1"/>
              <p:nvPr/>
            </p:nvSpPr>
            <p:spPr>
              <a:xfrm>
                <a:off x="3402338" y="4676655"/>
                <a:ext cx="5651078" cy="261610"/>
              </a:xfrm>
              <a:prstGeom prst="rect">
                <a:avLst/>
              </a:prstGeom>
              <a:noFill/>
            </p:spPr>
            <p:txBody>
              <a:bodyPr wrap="square" rtlCol="0">
                <a:spAutoFit/>
              </a:bodyPr>
              <a:lstStyle/>
              <a:p>
                <a:pPr algn="dist"/>
                <a:r>
                  <a:rPr lang="en-US" altLang="zh-CN" sz="1100" dirty="0">
                    <a:solidFill>
                      <a:schemeClr val="tx1">
                        <a:lumMod val="85000"/>
                        <a:lumOff val="15000"/>
                      </a:schemeClr>
                    </a:solidFill>
                    <a:latin typeface="微软雅黑" panose="020B0503020204020204" pitchFamily="34" charset="-122"/>
                    <a:ea typeface="微软雅黑" panose="020B0503020204020204" pitchFamily="34" charset="-122"/>
                    <a:cs typeface="阿里巴巴普惠体 2.0 45 Light" panose="00020600040101010101" pitchFamily="18" charset="-122"/>
                  </a:rPr>
                  <a:t>ORIGIN OF THE HOLIDAY</a:t>
                </a:r>
                <a:endParaRPr lang="zh-CN" altLang="en-US" sz="1100" dirty="0">
                  <a:solidFill>
                    <a:schemeClr val="tx1">
                      <a:lumMod val="85000"/>
                      <a:lumOff val="15000"/>
                    </a:schemeClr>
                  </a:solidFill>
                  <a:latin typeface="微软雅黑" panose="020B0503020204020204" pitchFamily="34" charset="-122"/>
                  <a:ea typeface="微软雅黑" panose="020B0503020204020204" pitchFamily="34" charset="-122"/>
                  <a:cs typeface="阿里巴巴普惠体 2.0 45 Light" panose="00020600040101010101" pitchFamily="18" charset="-122"/>
                </a:endParaRPr>
              </a:p>
            </p:txBody>
          </p:sp>
        </p:grpSp>
        <p:sp>
          <p:nvSpPr>
            <p:cNvPr id="6" name="矩形 5"/>
            <p:cNvSpPr/>
            <p:nvPr/>
          </p:nvSpPr>
          <p:spPr>
            <a:xfrm>
              <a:off x="191344" y="174130"/>
              <a:ext cx="144016" cy="792088"/>
            </a:xfrm>
            <a:prstGeom prst="rect">
              <a:avLst/>
            </a:prstGeom>
            <a:solidFill>
              <a:srgbClr val="C00000"/>
            </a:solidFill>
            <a:ln>
              <a:no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 name="文本框 1"/>
          <p:cNvSpPr txBox="1"/>
          <p:nvPr/>
        </p:nvSpPr>
        <p:spPr>
          <a:xfrm>
            <a:off x="2878941" y="2006504"/>
            <a:ext cx="1727655" cy="461665"/>
          </a:xfrm>
          <a:prstGeom prst="rect">
            <a:avLst/>
          </a:prstGeom>
          <a:noFill/>
        </p:spPr>
        <p:txBody>
          <a:bodyPr wrap="square" rtlCol="0">
            <a:spAutoFit/>
          </a:bodyPr>
          <a:lstStyle/>
          <a:p>
            <a:pPr algn="r"/>
            <a:r>
              <a:rPr lang="zh-CN" altLang="en-US" sz="2400" dirty="0">
                <a:solidFill>
                  <a:schemeClr val="tx1">
                    <a:lumMod val="85000"/>
                    <a:lumOff val="15000"/>
                  </a:schemeClr>
                </a:solidFill>
                <a:latin typeface="字魂59号-创粗黑" panose="00000500000000000000" pitchFamily="2" charset="-122"/>
                <a:ea typeface="字魂59号-创粗黑" panose="00000500000000000000" pitchFamily="2" charset="-122"/>
              </a:rPr>
              <a:t>教育策划</a:t>
            </a:r>
            <a:endParaRPr lang="zh-CN" altLang="en-US" sz="2400" dirty="0">
              <a:solidFill>
                <a:schemeClr val="tx1">
                  <a:lumMod val="85000"/>
                  <a:lumOff val="15000"/>
                </a:schemeClr>
              </a:solidFill>
              <a:latin typeface="字魂59号-创粗黑" panose="00000500000000000000" pitchFamily="2" charset="-122"/>
              <a:ea typeface="字魂59号-创粗黑" panose="00000500000000000000" pitchFamily="2" charset="-122"/>
            </a:endParaRPr>
          </a:p>
        </p:txBody>
      </p:sp>
      <p:sp>
        <p:nvSpPr>
          <p:cNvPr id="3" name="矩形 2"/>
          <p:cNvSpPr/>
          <p:nvPr/>
        </p:nvSpPr>
        <p:spPr>
          <a:xfrm>
            <a:off x="923503" y="2468168"/>
            <a:ext cx="3683092" cy="784830"/>
          </a:xfrm>
          <a:prstGeom prst="rect">
            <a:avLst/>
          </a:prstGeom>
        </p:spPr>
        <p:txBody>
          <a:bodyPr wrap="square">
            <a:spAutoFit/>
          </a:bodyPr>
          <a:lstStyle/>
          <a:p>
            <a:pPr algn="r">
              <a:lnSpc>
                <a:spcPts val="1800"/>
              </a:lnSpc>
            </a:pPr>
            <a:r>
              <a:rPr lang="zh-CN" altLang="en-US" sz="1400" spc="400" dirty="0">
                <a:solidFill>
                  <a:schemeClr val="tx1">
                    <a:lumMod val="85000"/>
                    <a:lumOff val="15000"/>
                  </a:schemeClr>
                </a:solidFill>
                <a:latin typeface="微软雅黑" panose="020B0503020204020204" pitchFamily="34" charset="-122"/>
                <a:ea typeface="微软雅黑" panose="020B0503020204020204" pitchFamily="34" charset="-122"/>
              </a:rPr>
              <a:t>爱国主义道德规范中最重要的一条就是相比其他国家的人，你对同胞的道德责任更大。</a:t>
            </a:r>
            <a:endParaRPr lang="zh-CN" altLang="en-US" sz="1400" spc="400"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9" name="文本框 8"/>
          <p:cNvSpPr txBox="1"/>
          <p:nvPr/>
        </p:nvSpPr>
        <p:spPr>
          <a:xfrm>
            <a:off x="7585402" y="2006504"/>
            <a:ext cx="1727655" cy="461665"/>
          </a:xfrm>
          <a:prstGeom prst="rect">
            <a:avLst/>
          </a:prstGeom>
          <a:noFill/>
        </p:spPr>
        <p:txBody>
          <a:bodyPr wrap="square" rtlCol="0">
            <a:spAutoFit/>
          </a:bodyPr>
          <a:lstStyle/>
          <a:p>
            <a:r>
              <a:rPr lang="zh-CN" altLang="en-US" sz="2400" dirty="0">
                <a:solidFill>
                  <a:schemeClr val="tx1">
                    <a:lumMod val="85000"/>
                    <a:lumOff val="15000"/>
                  </a:schemeClr>
                </a:solidFill>
                <a:latin typeface="字魂59号-创粗黑" panose="00000500000000000000" pitchFamily="2" charset="-122"/>
                <a:ea typeface="字魂59号-创粗黑" panose="00000500000000000000" pitchFamily="2" charset="-122"/>
              </a:rPr>
              <a:t>教育策划</a:t>
            </a:r>
            <a:endParaRPr lang="zh-CN" altLang="en-US" sz="2400" dirty="0">
              <a:solidFill>
                <a:schemeClr val="tx1">
                  <a:lumMod val="85000"/>
                  <a:lumOff val="15000"/>
                </a:schemeClr>
              </a:solidFill>
              <a:latin typeface="字魂59号-创粗黑" panose="00000500000000000000" pitchFamily="2" charset="-122"/>
              <a:ea typeface="字魂59号-创粗黑" panose="00000500000000000000" pitchFamily="2" charset="-122"/>
            </a:endParaRPr>
          </a:p>
        </p:txBody>
      </p:sp>
      <p:sp>
        <p:nvSpPr>
          <p:cNvPr id="10" name="矩形 9"/>
          <p:cNvSpPr/>
          <p:nvPr/>
        </p:nvSpPr>
        <p:spPr>
          <a:xfrm>
            <a:off x="7585403" y="2468167"/>
            <a:ext cx="3683092" cy="553998"/>
          </a:xfrm>
          <a:prstGeom prst="rect">
            <a:avLst/>
          </a:prstGeom>
        </p:spPr>
        <p:txBody>
          <a:bodyPr wrap="square">
            <a:spAutoFit/>
          </a:bodyPr>
          <a:lstStyle/>
          <a:p>
            <a:pPr>
              <a:lnSpc>
                <a:spcPts val="1800"/>
              </a:lnSpc>
            </a:pPr>
            <a:r>
              <a:rPr lang="zh-CN" altLang="en-US" sz="1400" spc="400" dirty="0">
                <a:solidFill>
                  <a:schemeClr val="tx1">
                    <a:lumMod val="85000"/>
                    <a:lumOff val="15000"/>
                  </a:schemeClr>
                </a:solidFill>
                <a:latin typeface="微软雅黑" panose="020B0503020204020204" pitchFamily="34" charset="-122"/>
                <a:ea typeface="微软雅黑" panose="020B0503020204020204" pitchFamily="34" charset="-122"/>
              </a:rPr>
              <a:t>爱国主义中的利他主义是有选择性的。</a:t>
            </a:r>
            <a:endParaRPr lang="zh-CN" altLang="en-US" sz="1400" spc="400"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11" name="文本框 10"/>
          <p:cNvSpPr txBox="1"/>
          <p:nvPr/>
        </p:nvSpPr>
        <p:spPr>
          <a:xfrm>
            <a:off x="2878941" y="4493330"/>
            <a:ext cx="1727655" cy="461665"/>
          </a:xfrm>
          <a:prstGeom prst="rect">
            <a:avLst/>
          </a:prstGeom>
          <a:noFill/>
        </p:spPr>
        <p:txBody>
          <a:bodyPr wrap="square" rtlCol="0">
            <a:spAutoFit/>
          </a:bodyPr>
          <a:lstStyle/>
          <a:p>
            <a:pPr algn="r"/>
            <a:r>
              <a:rPr lang="zh-CN" altLang="en-US" sz="2400" dirty="0">
                <a:solidFill>
                  <a:schemeClr val="tx1">
                    <a:lumMod val="85000"/>
                    <a:lumOff val="15000"/>
                  </a:schemeClr>
                </a:solidFill>
                <a:latin typeface="字魂59号-创粗黑" panose="00000500000000000000" pitchFamily="2" charset="-122"/>
                <a:ea typeface="字魂59号-创粗黑" panose="00000500000000000000" pitchFamily="2" charset="-122"/>
              </a:rPr>
              <a:t>教育策划</a:t>
            </a:r>
            <a:endParaRPr lang="zh-CN" altLang="en-US" sz="2400" dirty="0">
              <a:solidFill>
                <a:schemeClr val="tx1">
                  <a:lumMod val="85000"/>
                  <a:lumOff val="15000"/>
                </a:schemeClr>
              </a:solidFill>
              <a:latin typeface="字魂59号-创粗黑" panose="00000500000000000000" pitchFamily="2" charset="-122"/>
              <a:ea typeface="字魂59号-创粗黑" panose="00000500000000000000" pitchFamily="2" charset="-122"/>
            </a:endParaRPr>
          </a:p>
        </p:txBody>
      </p:sp>
      <p:sp>
        <p:nvSpPr>
          <p:cNvPr id="12" name="矩形 11"/>
          <p:cNvSpPr/>
          <p:nvPr/>
        </p:nvSpPr>
        <p:spPr>
          <a:xfrm>
            <a:off x="923503" y="4954993"/>
            <a:ext cx="3683092" cy="553998"/>
          </a:xfrm>
          <a:prstGeom prst="rect">
            <a:avLst/>
          </a:prstGeom>
        </p:spPr>
        <p:txBody>
          <a:bodyPr wrap="square">
            <a:spAutoFit/>
          </a:bodyPr>
          <a:lstStyle/>
          <a:p>
            <a:pPr algn="r">
              <a:lnSpc>
                <a:spcPts val="1800"/>
              </a:lnSpc>
            </a:pPr>
            <a:r>
              <a:rPr lang="zh-CN" altLang="en-US" sz="1400" spc="400" dirty="0">
                <a:solidFill>
                  <a:schemeClr val="tx1">
                    <a:lumMod val="85000"/>
                    <a:lumOff val="15000"/>
                  </a:schemeClr>
                </a:solidFill>
                <a:latin typeface="微软雅黑" panose="020B0503020204020204" pitchFamily="34" charset="-122"/>
                <a:ea typeface="微软雅黑" panose="020B0503020204020204" pitchFamily="34" charset="-122"/>
              </a:rPr>
              <a:t>对爱国主义道德规范的批评大多集中在它的道德偏向上，</a:t>
            </a:r>
            <a:endParaRPr lang="zh-CN" altLang="en-US" sz="1400" spc="400"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13" name="文本框 12"/>
          <p:cNvSpPr txBox="1"/>
          <p:nvPr/>
        </p:nvSpPr>
        <p:spPr>
          <a:xfrm>
            <a:off x="7585402" y="4493330"/>
            <a:ext cx="1727655" cy="461665"/>
          </a:xfrm>
          <a:prstGeom prst="rect">
            <a:avLst/>
          </a:prstGeom>
          <a:noFill/>
        </p:spPr>
        <p:txBody>
          <a:bodyPr wrap="square" rtlCol="0">
            <a:spAutoFit/>
          </a:bodyPr>
          <a:lstStyle/>
          <a:p>
            <a:r>
              <a:rPr lang="zh-CN" altLang="en-US" sz="2400" dirty="0">
                <a:solidFill>
                  <a:schemeClr val="tx1">
                    <a:lumMod val="85000"/>
                    <a:lumOff val="15000"/>
                  </a:schemeClr>
                </a:solidFill>
                <a:latin typeface="字魂59号-创粗黑" panose="00000500000000000000" pitchFamily="2" charset="-122"/>
                <a:ea typeface="字魂59号-创粗黑" panose="00000500000000000000" pitchFamily="2" charset="-122"/>
              </a:rPr>
              <a:t>教育策划</a:t>
            </a:r>
            <a:endParaRPr lang="zh-CN" altLang="en-US" sz="2400" dirty="0">
              <a:solidFill>
                <a:schemeClr val="tx1">
                  <a:lumMod val="85000"/>
                  <a:lumOff val="15000"/>
                </a:schemeClr>
              </a:solidFill>
              <a:latin typeface="字魂59号-创粗黑" panose="00000500000000000000" pitchFamily="2" charset="-122"/>
              <a:ea typeface="字魂59号-创粗黑" panose="00000500000000000000" pitchFamily="2" charset="-122"/>
            </a:endParaRPr>
          </a:p>
        </p:txBody>
      </p:sp>
      <p:sp>
        <p:nvSpPr>
          <p:cNvPr id="14" name="矩形 13"/>
          <p:cNvSpPr/>
          <p:nvPr/>
        </p:nvSpPr>
        <p:spPr>
          <a:xfrm>
            <a:off x="7585403" y="4954993"/>
            <a:ext cx="3683092" cy="553998"/>
          </a:xfrm>
          <a:prstGeom prst="rect">
            <a:avLst/>
          </a:prstGeom>
        </p:spPr>
        <p:txBody>
          <a:bodyPr wrap="square">
            <a:spAutoFit/>
          </a:bodyPr>
          <a:lstStyle/>
          <a:p>
            <a:pPr>
              <a:lnSpc>
                <a:spcPts val="1800"/>
              </a:lnSpc>
            </a:pPr>
            <a:r>
              <a:rPr lang="zh-CN" altLang="en-US" sz="1400" spc="400" dirty="0">
                <a:solidFill>
                  <a:schemeClr val="tx1">
                    <a:lumMod val="85000"/>
                    <a:lumOff val="15000"/>
                  </a:schemeClr>
                </a:solidFill>
                <a:latin typeface="微软雅黑" panose="020B0503020204020204" pitchFamily="34" charset="-122"/>
                <a:ea typeface="微软雅黑" panose="020B0503020204020204" pitchFamily="34" charset="-122"/>
              </a:rPr>
              <a:t>保罗</a:t>
            </a:r>
            <a:r>
              <a:rPr lang="en-US" altLang="zh-CN" sz="1400" spc="400" dirty="0">
                <a:solidFill>
                  <a:schemeClr val="tx1">
                    <a:lumMod val="85000"/>
                    <a:lumOff val="15000"/>
                  </a:schemeClr>
                </a:solidFill>
                <a:latin typeface="微软雅黑" panose="020B0503020204020204" pitchFamily="34" charset="-122"/>
                <a:ea typeface="微软雅黑" panose="020B0503020204020204" pitchFamily="34" charset="-122"/>
              </a:rPr>
              <a:t>·</a:t>
            </a:r>
            <a:r>
              <a:rPr lang="zh-CN" altLang="en-US" sz="1400" spc="400" dirty="0">
                <a:solidFill>
                  <a:schemeClr val="tx1">
                    <a:lumMod val="85000"/>
                    <a:lumOff val="15000"/>
                  </a:schemeClr>
                </a:solidFill>
                <a:latin typeface="微软雅黑" panose="020B0503020204020204" pitchFamily="34" charset="-122"/>
                <a:ea typeface="微软雅黑" panose="020B0503020204020204" pitchFamily="34" charset="-122"/>
              </a:rPr>
              <a:t>刚伯格（</a:t>
            </a:r>
            <a:r>
              <a:rPr lang="en-US" altLang="zh-CN" sz="1400" spc="400" dirty="0">
                <a:solidFill>
                  <a:schemeClr val="tx1">
                    <a:lumMod val="85000"/>
                    <a:lumOff val="15000"/>
                  </a:schemeClr>
                </a:solidFill>
                <a:latin typeface="微软雅黑" panose="020B0503020204020204" pitchFamily="34" charset="-122"/>
                <a:ea typeface="微软雅黑" panose="020B0503020204020204" pitchFamily="34" charset="-122"/>
              </a:rPr>
              <a:t>Paul </a:t>
            </a:r>
            <a:r>
              <a:rPr lang="en-US" altLang="zh-CN" sz="1400" spc="400" dirty="0" err="1">
                <a:solidFill>
                  <a:schemeClr val="tx1">
                    <a:lumMod val="85000"/>
                    <a:lumOff val="15000"/>
                  </a:schemeClr>
                </a:solidFill>
                <a:latin typeface="微软雅黑" panose="020B0503020204020204" pitchFamily="34" charset="-122"/>
                <a:ea typeface="微软雅黑" panose="020B0503020204020204" pitchFamily="34" charset="-122"/>
              </a:rPr>
              <a:t>Gomberg</a:t>
            </a:r>
            <a:r>
              <a:rPr lang="zh-CN" altLang="en-US" sz="1400" spc="400" dirty="0">
                <a:solidFill>
                  <a:schemeClr val="tx1">
                    <a:lumMod val="85000"/>
                    <a:lumOff val="15000"/>
                  </a:schemeClr>
                </a:solidFill>
                <a:latin typeface="微软雅黑" panose="020B0503020204020204" pitchFamily="34" charset="-122"/>
                <a:ea typeface="微软雅黑" panose="020B0503020204020204" pitchFamily="34" charset="-122"/>
              </a:rPr>
              <a:t>）曾拿爱国主义和种族主义比较。</a:t>
            </a:r>
            <a:endParaRPr lang="zh-CN" altLang="en-US" sz="1400" spc="400" dirty="0">
              <a:solidFill>
                <a:schemeClr val="tx1">
                  <a:lumMod val="85000"/>
                  <a:lumOff val="15000"/>
                </a:schemeClr>
              </a:solidFill>
              <a:latin typeface="微软雅黑" panose="020B0503020204020204" pitchFamily="34" charset="-122"/>
              <a:ea typeface="微软雅黑" panose="020B0503020204020204" pitchFamily="34" charset="-122"/>
            </a:endParaRPr>
          </a:p>
        </p:txBody>
      </p:sp>
      <p:grpSp>
        <p:nvGrpSpPr>
          <p:cNvPr id="15" name="组合 14"/>
          <p:cNvGrpSpPr/>
          <p:nvPr/>
        </p:nvGrpSpPr>
        <p:grpSpPr>
          <a:xfrm>
            <a:off x="4158967" y="1903009"/>
            <a:ext cx="3874068" cy="3719925"/>
            <a:chOff x="4158967" y="1903007"/>
            <a:chExt cx="3874068" cy="3719925"/>
          </a:xfrm>
        </p:grpSpPr>
        <p:sp>
          <p:nvSpPr>
            <p:cNvPr id="16" name="矩形 15"/>
            <p:cNvSpPr/>
            <p:nvPr/>
          </p:nvSpPr>
          <p:spPr>
            <a:xfrm rot="2714886">
              <a:off x="5009062" y="2786743"/>
              <a:ext cx="2173873" cy="2173873"/>
            </a:xfrm>
            <a:prstGeom prst="rect">
              <a:avLst/>
            </a:prstGeom>
            <a:noFill/>
            <a:ln>
              <a:solidFill>
                <a:srgbClr val="1C1C2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7" name="组合 16"/>
            <p:cNvGrpSpPr/>
            <p:nvPr/>
          </p:nvGrpSpPr>
          <p:grpSpPr>
            <a:xfrm>
              <a:off x="5631176" y="1903007"/>
              <a:ext cx="981168" cy="981168"/>
              <a:chOff x="5631176" y="1903007"/>
              <a:chExt cx="981168" cy="981168"/>
            </a:xfrm>
          </p:grpSpPr>
          <p:sp>
            <p:nvSpPr>
              <p:cNvPr id="27" name="椭圆 26"/>
              <p:cNvSpPr/>
              <p:nvPr/>
            </p:nvSpPr>
            <p:spPr>
              <a:xfrm>
                <a:off x="5631176" y="1903007"/>
                <a:ext cx="981168" cy="981168"/>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pic>
            <p:nvPicPr>
              <p:cNvPr id="28" name="图片 27"/>
              <p:cNvPicPr>
                <a:picLocks noChangeAspect="1"/>
              </p:cNvPicPr>
              <p:nvPr/>
            </p:nvPicPr>
            <p:blipFill>
              <a:blip r:embed="rId1" cstate="email"/>
              <a:stretch>
                <a:fillRect/>
              </a:stretch>
            </p:blipFill>
            <p:spPr>
              <a:xfrm>
                <a:off x="5954322" y="2145388"/>
                <a:ext cx="334877" cy="496406"/>
              </a:xfrm>
              <a:prstGeom prst="rect">
                <a:avLst/>
              </a:prstGeom>
            </p:spPr>
          </p:pic>
        </p:grpSp>
        <p:grpSp>
          <p:nvGrpSpPr>
            <p:cNvPr id="18" name="组合 17"/>
            <p:cNvGrpSpPr/>
            <p:nvPr/>
          </p:nvGrpSpPr>
          <p:grpSpPr>
            <a:xfrm>
              <a:off x="4158967" y="3400327"/>
              <a:ext cx="895254" cy="895254"/>
              <a:chOff x="4158967" y="3400327"/>
              <a:chExt cx="895254" cy="895254"/>
            </a:xfrm>
          </p:grpSpPr>
          <p:sp>
            <p:nvSpPr>
              <p:cNvPr id="25" name="椭圆 24"/>
              <p:cNvSpPr/>
              <p:nvPr/>
            </p:nvSpPr>
            <p:spPr>
              <a:xfrm>
                <a:off x="4158967" y="3400327"/>
                <a:ext cx="895254" cy="895254"/>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6" name="图片 25"/>
              <p:cNvPicPr>
                <a:picLocks noChangeAspect="1"/>
              </p:cNvPicPr>
              <p:nvPr/>
            </p:nvPicPr>
            <p:blipFill>
              <a:blip r:embed="rId2" cstate="email"/>
              <a:stretch>
                <a:fillRect/>
              </a:stretch>
            </p:blipFill>
            <p:spPr>
              <a:xfrm>
                <a:off x="4346572" y="3599751"/>
                <a:ext cx="520044" cy="496406"/>
              </a:xfrm>
              <a:prstGeom prst="rect">
                <a:avLst/>
              </a:prstGeom>
            </p:spPr>
          </p:pic>
        </p:grpSp>
        <p:grpSp>
          <p:nvGrpSpPr>
            <p:cNvPr id="19" name="组合 18"/>
            <p:cNvGrpSpPr/>
            <p:nvPr/>
          </p:nvGrpSpPr>
          <p:grpSpPr>
            <a:xfrm>
              <a:off x="5631176" y="4641764"/>
              <a:ext cx="981168" cy="981168"/>
              <a:chOff x="5631176" y="4641764"/>
              <a:chExt cx="981168" cy="981168"/>
            </a:xfrm>
          </p:grpSpPr>
          <p:sp>
            <p:nvSpPr>
              <p:cNvPr id="23" name="椭圆 22"/>
              <p:cNvSpPr/>
              <p:nvPr/>
            </p:nvSpPr>
            <p:spPr>
              <a:xfrm>
                <a:off x="5631176" y="4641764"/>
                <a:ext cx="981168" cy="981168"/>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4" name="图片 23"/>
              <p:cNvPicPr>
                <a:picLocks noChangeAspect="1"/>
              </p:cNvPicPr>
              <p:nvPr/>
            </p:nvPicPr>
            <p:blipFill>
              <a:blip r:embed="rId3" cstate="email"/>
              <a:stretch>
                <a:fillRect/>
              </a:stretch>
            </p:blipFill>
            <p:spPr>
              <a:xfrm>
                <a:off x="5881170" y="4877606"/>
                <a:ext cx="481180" cy="509485"/>
              </a:xfrm>
              <a:prstGeom prst="rect">
                <a:avLst/>
              </a:prstGeom>
            </p:spPr>
          </p:pic>
        </p:grpSp>
        <p:grpSp>
          <p:nvGrpSpPr>
            <p:cNvPr id="20" name="组合 19"/>
            <p:cNvGrpSpPr/>
            <p:nvPr/>
          </p:nvGrpSpPr>
          <p:grpSpPr>
            <a:xfrm>
              <a:off x="7137781" y="3217127"/>
              <a:ext cx="895254" cy="895254"/>
              <a:chOff x="7137781" y="3636081"/>
              <a:chExt cx="895254" cy="895254"/>
            </a:xfrm>
          </p:grpSpPr>
          <p:sp>
            <p:nvSpPr>
              <p:cNvPr id="21" name="椭圆 20"/>
              <p:cNvSpPr/>
              <p:nvPr/>
            </p:nvSpPr>
            <p:spPr>
              <a:xfrm>
                <a:off x="7137781" y="3636081"/>
                <a:ext cx="895254" cy="895254"/>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pic>
            <p:nvPicPr>
              <p:cNvPr id="22" name="图片 21"/>
              <p:cNvPicPr>
                <a:picLocks noChangeAspect="1"/>
              </p:cNvPicPr>
              <p:nvPr/>
            </p:nvPicPr>
            <p:blipFill>
              <a:blip r:embed="rId4" cstate="email"/>
              <a:stretch>
                <a:fillRect/>
              </a:stretch>
            </p:blipFill>
            <p:spPr>
              <a:xfrm>
                <a:off x="7380791" y="3898937"/>
                <a:ext cx="409222" cy="393603"/>
              </a:xfrm>
              <a:prstGeom prst="rect">
                <a:avLst/>
              </a:prstGeom>
            </p:spPr>
          </p:pic>
        </p:grpSp>
      </p:gr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nodeType="clickEffect">
                                  <p:stCondLst>
                                    <p:cond delay="0"/>
                                  </p:stCondLst>
                                  <p:childTnLst>
                                    <p:set>
                                      <p:cBhvr>
                                        <p:cTn id="13" dur="1" fill="hold">
                                          <p:stCondLst>
                                            <p:cond delay="0"/>
                                          </p:stCondLst>
                                        </p:cTn>
                                        <p:tgtEl>
                                          <p:spTgt spid="15"/>
                                        </p:tgtEl>
                                        <p:attrNameLst>
                                          <p:attrName>style.visibility</p:attrName>
                                        </p:attrNameLst>
                                      </p:cBhvr>
                                      <p:to>
                                        <p:strVal val="visible"/>
                                      </p:to>
                                    </p:set>
                                    <p:anim calcmode="lin" valueType="num">
                                      <p:cBhvr>
                                        <p:cTn id="14" dur="500" fill="hold"/>
                                        <p:tgtEl>
                                          <p:spTgt spid="15"/>
                                        </p:tgtEl>
                                        <p:attrNameLst>
                                          <p:attrName>ppt_w</p:attrName>
                                        </p:attrNameLst>
                                      </p:cBhvr>
                                      <p:tavLst>
                                        <p:tav tm="0">
                                          <p:val>
                                            <p:fltVal val="0"/>
                                          </p:val>
                                        </p:tav>
                                        <p:tav tm="100000">
                                          <p:val>
                                            <p:strVal val="#ppt_w"/>
                                          </p:val>
                                        </p:tav>
                                      </p:tavLst>
                                    </p:anim>
                                    <p:anim calcmode="lin" valueType="num">
                                      <p:cBhvr>
                                        <p:cTn id="15" dur="500" fill="hold"/>
                                        <p:tgtEl>
                                          <p:spTgt spid="15"/>
                                        </p:tgtEl>
                                        <p:attrNameLst>
                                          <p:attrName>ppt_h</p:attrName>
                                        </p:attrNameLst>
                                      </p:cBhvr>
                                      <p:tavLst>
                                        <p:tav tm="0">
                                          <p:val>
                                            <p:fltVal val="0"/>
                                          </p:val>
                                        </p:tav>
                                        <p:tav tm="100000">
                                          <p:val>
                                            <p:strVal val="#ppt_h"/>
                                          </p:val>
                                        </p:tav>
                                      </p:tavLst>
                                    </p:anim>
                                    <p:animEffect transition="in" filter="fade">
                                      <p:cBhvr>
                                        <p:cTn id="16" dur="500"/>
                                        <p:tgtEl>
                                          <p:spTgt spid="15"/>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2"/>
                                        </p:tgtEl>
                                        <p:attrNameLst>
                                          <p:attrName>style.visibility</p:attrName>
                                        </p:attrNameLst>
                                      </p:cBhvr>
                                      <p:to>
                                        <p:strVal val="visible"/>
                                      </p:to>
                                    </p:set>
                                    <p:animEffect transition="in" filter="wipe(left)">
                                      <p:cBhvr>
                                        <p:cTn id="21" dur="500"/>
                                        <p:tgtEl>
                                          <p:spTgt spid="2"/>
                                        </p:tgtEl>
                                      </p:cBhvr>
                                    </p:animEffect>
                                  </p:childTnLst>
                                </p:cTn>
                              </p:par>
                              <p:par>
                                <p:cTn id="22" presetID="22" presetClass="entr" presetSubtype="8" fill="hold" grpId="0" nodeType="withEffect">
                                  <p:stCondLst>
                                    <p:cond delay="0"/>
                                  </p:stCondLst>
                                  <p:childTnLst>
                                    <p:set>
                                      <p:cBhvr>
                                        <p:cTn id="23" dur="1" fill="hold">
                                          <p:stCondLst>
                                            <p:cond delay="0"/>
                                          </p:stCondLst>
                                        </p:cTn>
                                        <p:tgtEl>
                                          <p:spTgt spid="3"/>
                                        </p:tgtEl>
                                        <p:attrNameLst>
                                          <p:attrName>style.visibility</p:attrName>
                                        </p:attrNameLst>
                                      </p:cBhvr>
                                      <p:to>
                                        <p:strVal val="visible"/>
                                      </p:to>
                                    </p:set>
                                    <p:animEffect transition="in" filter="wipe(left)">
                                      <p:cBhvr>
                                        <p:cTn id="24" dur="500"/>
                                        <p:tgtEl>
                                          <p:spTgt spid="3"/>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grpId="0" nodeType="clickEffect">
                                  <p:stCondLst>
                                    <p:cond delay="0"/>
                                  </p:stCondLst>
                                  <p:childTnLst>
                                    <p:set>
                                      <p:cBhvr>
                                        <p:cTn id="28" dur="1" fill="hold">
                                          <p:stCondLst>
                                            <p:cond delay="0"/>
                                          </p:stCondLst>
                                        </p:cTn>
                                        <p:tgtEl>
                                          <p:spTgt spid="9"/>
                                        </p:tgtEl>
                                        <p:attrNameLst>
                                          <p:attrName>style.visibility</p:attrName>
                                        </p:attrNameLst>
                                      </p:cBhvr>
                                      <p:to>
                                        <p:strVal val="visible"/>
                                      </p:to>
                                    </p:set>
                                    <p:animEffect transition="in" filter="wipe(left)">
                                      <p:cBhvr>
                                        <p:cTn id="29" dur="500"/>
                                        <p:tgtEl>
                                          <p:spTgt spid="9"/>
                                        </p:tgtEl>
                                      </p:cBhvr>
                                    </p:animEffect>
                                  </p:childTnLst>
                                </p:cTn>
                              </p:par>
                              <p:par>
                                <p:cTn id="30" presetID="22" presetClass="entr" presetSubtype="8" fill="hold" grpId="0" nodeType="withEffect">
                                  <p:stCondLst>
                                    <p:cond delay="0"/>
                                  </p:stCondLst>
                                  <p:childTnLst>
                                    <p:set>
                                      <p:cBhvr>
                                        <p:cTn id="31" dur="1" fill="hold">
                                          <p:stCondLst>
                                            <p:cond delay="0"/>
                                          </p:stCondLst>
                                        </p:cTn>
                                        <p:tgtEl>
                                          <p:spTgt spid="10"/>
                                        </p:tgtEl>
                                        <p:attrNameLst>
                                          <p:attrName>style.visibility</p:attrName>
                                        </p:attrNameLst>
                                      </p:cBhvr>
                                      <p:to>
                                        <p:strVal val="visible"/>
                                      </p:to>
                                    </p:set>
                                    <p:animEffect transition="in" filter="wipe(left)">
                                      <p:cBhvr>
                                        <p:cTn id="32" dur="500"/>
                                        <p:tgtEl>
                                          <p:spTgt spid="10"/>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11"/>
                                        </p:tgtEl>
                                        <p:attrNameLst>
                                          <p:attrName>style.visibility</p:attrName>
                                        </p:attrNameLst>
                                      </p:cBhvr>
                                      <p:to>
                                        <p:strVal val="visible"/>
                                      </p:to>
                                    </p:set>
                                    <p:animEffect transition="in" filter="wipe(left)">
                                      <p:cBhvr>
                                        <p:cTn id="37" dur="500"/>
                                        <p:tgtEl>
                                          <p:spTgt spid="11"/>
                                        </p:tgtEl>
                                      </p:cBhvr>
                                    </p:animEffect>
                                  </p:childTnLst>
                                </p:cTn>
                              </p:par>
                              <p:par>
                                <p:cTn id="38" presetID="22" presetClass="entr" presetSubtype="8" fill="hold" grpId="0" nodeType="withEffect">
                                  <p:stCondLst>
                                    <p:cond delay="0"/>
                                  </p:stCondLst>
                                  <p:childTnLst>
                                    <p:set>
                                      <p:cBhvr>
                                        <p:cTn id="39" dur="1" fill="hold">
                                          <p:stCondLst>
                                            <p:cond delay="0"/>
                                          </p:stCondLst>
                                        </p:cTn>
                                        <p:tgtEl>
                                          <p:spTgt spid="12"/>
                                        </p:tgtEl>
                                        <p:attrNameLst>
                                          <p:attrName>style.visibility</p:attrName>
                                        </p:attrNameLst>
                                      </p:cBhvr>
                                      <p:to>
                                        <p:strVal val="visible"/>
                                      </p:to>
                                    </p:set>
                                    <p:animEffect transition="in" filter="wipe(left)">
                                      <p:cBhvr>
                                        <p:cTn id="40" dur="500"/>
                                        <p:tgtEl>
                                          <p:spTgt spid="12"/>
                                        </p:tgtEl>
                                      </p:cBhvr>
                                    </p:animEffect>
                                  </p:childTnLst>
                                </p:cTn>
                              </p:par>
                            </p:childTnLst>
                          </p:cTn>
                        </p:par>
                      </p:childTnLst>
                    </p:cTn>
                  </p:par>
                  <p:par>
                    <p:cTn id="41" fill="hold">
                      <p:stCondLst>
                        <p:cond delay="indefinite"/>
                      </p:stCondLst>
                      <p:childTnLst>
                        <p:par>
                          <p:cTn id="42" fill="hold">
                            <p:stCondLst>
                              <p:cond delay="0"/>
                            </p:stCondLst>
                            <p:childTnLst>
                              <p:par>
                                <p:cTn id="43" presetID="22" presetClass="entr" presetSubtype="8" fill="hold" grpId="0" nodeType="clickEffect">
                                  <p:stCondLst>
                                    <p:cond delay="0"/>
                                  </p:stCondLst>
                                  <p:childTnLst>
                                    <p:set>
                                      <p:cBhvr>
                                        <p:cTn id="44" dur="1" fill="hold">
                                          <p:stCondLst>
                                            <p:cond delay="0"/>
                                          </p:stCondLst>
                                        </p:cTn>
                                        <p:tgtEl>
                                          <p:spTgt spid="13"/>
                                        </p:tgtEl>
                                        <p:attrNameLst>
                                          <p:attrName>style.visibility</p:attrName>
                                        </p:attrNameLst>
                                      </p:cBhvr>
                                      <p:to>
                                        <p:strVal val="visible"/>
                                      </p:to>
                                    </p:set>
                                    <p:animEffect transition="in" filter="wipe(left)">
                                      <p:cBhvr>
                                        <p:cTn id="45" dur="500"/>
                                        <p:tgtEl>
                                          <p:spTgt spid="13"/>
                                        </p:tgtEl>
                                      </p:cBhvr>
                                    </p:animEffect>
                                  </p:childTnLst>
                                </p:cTn>
                              </p:par>
                              <p:par>
                                <p:cTn id="46" presetID="22" presetClass="entr" presetSubtype="8" fill="hold" grpId="0" nodeType="withEffect">
                                  <p:stCondLst>
                                    <p:cond delay="0"/>
                                  </p:stCondLst>
                                  <p:childTnLst>
                                    <p:set>
                                      <p:cBhvr>
                                        <p:cTn id="47" dur="1" fill="hold">
                                          <p:stCondLst>
                                            <p:cond delay="0"/>
                                          </p:stCondLst>
                                        </p:cTn>
                                        <p:tgtEl>
                                          <p:spTgt spid="14"/>
                                        </p:tgtEl>
                                        <p:attrNameLst>
                                          <p:attrName>style.visibility</p:attrName>
                                        </p:attrNameLst>
                                      </p:cBhvr>
                                      <p:to>
                                        <p:strVal val="visible"/>
                                      </p:to>
                                    </p:set>
                                    <p:animEffect transition="in" filter="wipe(left)">
                                      <p:cBhvr>
                                        <p:cTn id="48"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9" grpId="0"/>
      <p:bldP spid="10" grpId="0"/>
      <p:bldP spid="11" grpId="0"/>
      <p:bldP spid="12" grpId="0"/>
      <p:bldP spid="13" grpId="0"/>
      <p:bldP spid="14"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rotWithShape="1">
          <a:blip r:embed="rId1" cstate="email"/>
          <a:srcRect/>
          <a:stretch>
            <a:fillRect/>
          </a:stretch>
        </p:blipFill>
        <p:spPr>
          <a:xfrm>
            <a:off x="-1" y="2"/>
            <a:ext cx="12192001" cy="6838861"/>
          </a:xfrm>
          <a:prstGeom prst="rect">
            <a:avLst/>
          </a:prstGeom>
        </p:spPr>
      </p:pic>
      <p:sp>
        <p:nvSpPr>
          <p:cNvPr id="3" name="文本框 2"/>
          <p:cNvSpPr txBox="1"/>
          <p:nvPr/>
        </p:nvSpPr>
        <p:spPr>
          <a:xfrm>
            <a:off x="4339993" y="1196752"/>
            <a:ext cx="3512017" cy="1107996"/>
          </a:xfrm>
          <a:prstGeom prst="rect">
            <a:avLst/>
          </a:prstGeom>
          <a:noFill/>
        </p:spPr>
        <p:txBody>
          <a:bodyPr wrap="square" rtlCol="0">
            <a:spAutoFit/>
          </a:bodyPr>
          <a:lstStyle/>
          <a:p>
            <a:pPr algn="dist"/>
            <a:r>
              <a:rPr lang="zh-CN" altLang="en-US" sz="6600" dirty="0">
                <a:ln>
                  <a:solidFill>
                    <a:srgbClr val="C00000"/>
                  </a:solidFill>
                </a:ln>
                <a:gradFill flip="none" rotWithShape="1">
                  <a:gsLst>
                    <a:gs pos="0">
                      <a:srgbClr val="FFFFFC"/>
                    </a:gs>
                    <a:gs pos="83000">
                      <a:srgbClr val="FCD273"/>
                    </a:gs>
                    <a:gs pos="100000">
                      <a:srgbClr val="FFFFFC"/>
                    </a:gs>
                  </a:gsLst>
                  <a:lin ang="5400000" scaled="1"/>
                  <a:tileRect/>
                </a:gradFill>
                <a:effectLst>
                  <a:outerShdw blurRad="38100" dist="38100" dir="2700000" algn="tl">
                    <a:srgbClr val="000000">
                      <a:alpha val="43137"/>
                    </a:srgbClr>
                  </a:outerShdw>
                </a:effectLst>
                <a:latin typeface="思源宋体 CN Heavy" panose="02020900000000000000" pitchFamily="18" charset="-122"/>
                <a:ea typeface="思源宋体 CN Heavy" panose="02020900000000000000" pitchFamily="18" charset="-122"/>
              </a:rPr>
              <a:t>第四篇</a:t>
            </a:r>
            <a:endParaRPr lang="zh-CN" altLang="en-US" sz="6600" dirty="0">
              <a:ln>
                <a:solidFill>
                  <a:srgbClr val="C00000"/>
                </a:solidFill>
              </a:ln>
              <a:gradFill flip="none" rotWithShape="1">
                <a:gsLst>
                  <a:gs pos="0">
                    <a:srgbClr val="FFFFFC"/>
                  </a:gs>
                  <a:gs pos="83000">
                    <a:srgbClr val="FCD273"/>
                  </a:gs>
                  <a:gs pos="100000">
                    <a:srgbClr val="FFFFFC"/>
                  </a:gs>
                </a:gsLst>
                <a:lin ang="5400000" scaled="1"/>
                <a:tileRect/>
              </a:gradFill>
              <a:effectLst>
                <a:outerShdw blurRad="38100" dist="38100" dir="2700000" algn="tl">
                  <a:srgbClr val="000000">
                    <a:alpha val="43137"/>
                  </a:srgbClr>
                </a:outerShdw>
              </a:effectLst>
              <a:latin typeface="思源宋体 CN Heavy" panose="02020900000000000000" pitchFamily="18" charset="-122"/>
              <a:ea typeface="思源宋体 CN Heavy" panose="02020900000000000000" pitchFamily="18" charset="-122"/>
            </a:endParaRPr>
          </a:p>
        </p:txBody>
      </p:sp>
      <p:sp>
        <p:nvSpPr>
          <p:cNvPr id="4" name="文本框 3"/>
          <p:cNvSpPr txBox="1"/>
          <p:nvPr/>
        </p:nvSpPr>
        <p:spPr>
          <a:xfrm>
            <a:off x="1559496" y="2323293"/>
            <a:ext cx="9505056" cy="1446550"/>
          </a:xfrm>
          <a:prstGeom prst="rect">
            <a:avLst/>
          </a:prstGeom>
          <a:noFill/>
        </p:spPr>
        <p:txBody>
          <a:bodyPr wrap="square" rtlCol="0">
            <a:spAutoFit/>
          </a:bodyPr>
          <a:lstStyle/>
          <a:p>
            <a:pPr algn="dist"/>
            <a:r>
              <a:rPr lang="zh-CN" altLang="en-US" sz="8800" dirty="0">
                <a:ln>
                  <a:solidFill>
                    <a:srgbClr val="C00000"/>
                  </a:solidFill>
                </a:ln>
                <a:gradFill flip="none" rotWithShape="1">
                  <a:gsLst>
                    <a:gs pos="0">
                      <a:srgbClr val="FFFFFC"/>
                    </a:gs>
                    <a:gs pos="83000">
                      <a:srgbClr val="FCD273"/>
                    </a:gs>
                    <a:gs pos="100000">
                      <a:srgbClr val="FFFFFC"/>
                    </a:gs>
                  </a:gsLst>
                  <a:lin ang="5400000" scaled="1"/>
                  <a:tileRect/>
                </a:gradFill>
                <a:effectLst>
                  <a:outerShdw blurRad="38100" dist="38100" dir="2700000" algn="tl">
                    <a:srgbClr val="000000">
                      <a:alpha val="43137"/>
                    </a:srgbClr>
                  </a:outerShdw>
                </a:effectLst>
                <a:latin typeface="思源宋体 CN Heavy" panose="02020900000000000000" pitchFamily="18" charset="-122"/>
                <a:ea typeface="思源宋体 CN Heavy" panose="02020900000000000000" pitchFamily="18" charset="-122"/>
              </a:rPr>
              <a:t>爱国主义教育意义</a:t>
            </a:r>
            <a:endParaRPr lang="zh-CN" altLang="en-US" sz="8800" dirty="0">
              <a:ln>
                <a:solidFill>
                  <a:srgbClr val="C00000"/>
                </a:solidFill>
              </a:ln>
              <a:gradFill flip="none" rotWithShape="1">
                <a:gsLst>
                  <a:gs pos="0">
                    <a:srgbClr val="FFFFFC"/>
                  </a:gs>
                  <a:gs pos="83000">
                    <a:srgbClr val="FCD273"/>
                  </a:gs>
                  <a:gs pos="100000">
                    <a:srgbClr val="FFFFFC"/>
                  </a:gs>
                </a:gsLst>
                <a:lin ang="5400000" scaled="1"/>
                <a:tileRect/>
              </a:gradFill>
              <a:effectLst>
                <a:outerShdw blurRad="38100" dist="38100" dir="2700000" algn="tl">
                  <a:srgbClr val="000000">
                    <a:alpha val="43137"/>
                  </a:srgbClr>
                </a:outerShdw>
              </a:effectLst>
              <a:latin typeface="思源宋体 CN Heavy" panose="02020900000000000000" pitchFamily="18" charset="-122"/>
              <a:ea typeface="思源宋体 CN Heavy" panose="02020900000000000000" pitchFamily="18" charset="-122"/>
            </a:endParaRPr>
          </a:p>
        </p:txBody>
      </p:sp>
      <p:sp>
        <p:nvSpPr>
          <p:cNvPr id="6" name="文本框 5"/>
          <p:cNvSpPr txBox="1"/>
          <p:nvPr/>
        </p:nvSpPr>
        <p:spPr>
          <a:xfrm>
            <a:off x="197442" y="4250985"/>
            <a:ext cx="353943" cy="2418377"/>
          </a:xfrm>
          <a:prstGeom prst="rect">
            <a:avLst/>
          </a:prstGeom>
          <a:noFill/>
          <a:ln>
            <a:noFill/>
          </a:ln>
        </p:spPr>
        <p:txBody>
          <a:bodyPr vert="eaVert" wrap="square" rtlCol="0">
            <a:spAutoFit/>
          </a:bodyPr>
          <a:lstStyle/>
          <a:p>
            <a:pPr algn="dist"/>
            <a:r>
              <a:rPr lang="zh-CN" altLang="en-US" sz="1100" dirty="0">
                <a:solidFill>
                  <a:srgbClr val="FFFFFC"/>
                </a:solidFill>
                <a:latin typeface="微软雅黑" panose="020B0503020204020204" pitchFamily="34" charset="-122"/>
                <a:ea typeface="微软雅黑" panose="020B0503020204020204" pitchFamily="34" charset="-122"/>
                <a:cs typeface="阿里巴巴普惠体 2.0 45 Light" panose="00020600040101010101" pitchFamily="18" charset="-122"/>
                <a:sym typeface="+mn-lt"/>
              </a:rPr>
              <a:t>聚能前行不负韶华</a:t>
            </a:r>
            <a:endParaRPr lang="zh-CN" altLang="en-US" sz="1100" dirty="0">
              <a:solidFill>
                <a:srgbClr val="FFFFFC"/>
              </a:solidFill>
              <a:latin typeface="微软雅黑" panose="020B0503020204020204" pitchFamily="34" charset="-122"/>
              <a:ea typeface="微软雅黑" panose="020B0503020204020204" pitchFamily="34" charset="-122"/>
              <a:cs typeface="阿里巴巴普惠体 2.0 45 Light" panose="00020600040101010101" pitchFamily="18" charset="-122"/>
              <a:sym typeface="+mn-lt"/>
            </a:endParaRPr>
          </a:p>
        </p:txBody>
      </p:sp>
      <p:sp>
        <p:nvSpPr>
          <p:cNvPr id="7" name="文本框 6"/>
          <p:cNvSpPr txBox="1"/>
          <p:nvPr/>
        </p:nvSpPr>
        <p:spPr>
          <a:xfrm>
            <a:off x="11568610" y="290545"/>
            <a:ext cx="353943" cy="2418377"/>
          </a:xfrm>
          <a:prstGeom prst="rect">
            <a:avLst/>
          </a:prstGeom>
          <a:noFill/>
          <a:ln>
            <a:noFill/>
          </a:ln>
        </p:spPr>
        <p:txBody>
          <a:bodyPr vert="eaVert" wrap="square" rtlCol="0">
            <a:spAutoFit/>
          </a:bodyPr>
          <a:lstStyle/>
          <a:p>
            <a:pPr algn="dist"/>
            <a:r>
              <a:rPr lang="zh-CN" altLang="en-US" sz="1100" dirty="0">
                <a:solidFill>
                  <a:srgbClr val="FFFFFC"/>
                </a:solidFill>
                <a:latin typeface="微软雅黑" panose="020B0503020204020204" pitchFamily="34" charset="-122"/>
                <a:ea typeface="微软雅黑" panose="020B0503020204020204" pitchFamily="34" charset="-122"/>
                <a:cs typeface="阿里巴巴普惠体 2.0 45 Light" panose="00020600040101010101" pitchFamily="18" charset="-122"/>
                <a:sym typeface="+mn-lt"/>
              </a:rPr>
              <a:t>聚能前行不负韶华</a:t>
            </a:r>
            <a:endParaRPr lang="zh-CN" altLang="en-US" sz="1100" dirty="0">
              <a:solidFill>
                <a:srgbClr val="FFFFFC"/>
              </a:solidFill>
              <a:latin typeface="微软雅黑" panose="020B0503020204020204" pitchFamily="34" charset="-122"/>
              <a:ea typeface="微软雅黑" panose="020B0503020204020204" pitchFamily="34" charset="-122"/>
              <a:cs typeface="阿里巴巴普惠体 2.0 45 Light" panose="00020600040101010101" pitchFamily="18" charset="-122"/>
              <a:sym typeface="+mn-lt"/>
            </a:endParaRPr>
          </a:p>
        </p:txBody>
      </p:sp>
      <p:sp>
        <p:nvSpPr>
          <p:cNvPr id="8" name="文本框 7"/>
          <p:cNvSpPr txBox="1"/>
          <p:nvPr/>
        </p:nvSpPr>
        <p:spPr>
          <a:xfrm>
            <a:off x="9258255" y="6270514"/>
            <a:ext cx="2664296" cy="276999"/>
          </a:xfrm>
          <a:prstGeom prst="rect">
            <a:avLst/>
          </a:prstGeom>
          <a:noFill/>
        </p:spPr>
        <p:txBody>
          <a:bodyPr wrap="square" rtlCol="0">
            <a:spAutoFit/>
          </a:bodyPr>
          <a:lstStyle/>
          <a:p>
            <a:pPr algn="dist"/>
            <a:r>
              <a:rPr lang="zh-CN" altLang="en-US" sz="1200" dirty="0">
                <a:solidFill>
                  <a:schemeClr val="bg1">
                    <a:lumMod val="95000"/>
                  </a:scheme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阿里巴巴普惠体 2.0 55 Regular" panose="00020600040101010101" pitchFamily="18" charset="-122"/>
              </a:rPr>
              <a:t>筑梦中国</a:t>
            </a:r>
            <a:r>
              <a:rPr lang="en-US" altLang="zh-CN" sz="1200" dirty="0">
                <a:solidFill>
                  <a:schemeClr val="bg1">
                    <a:lumMod val="95000"/>
                  </a:scheme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阿里巴巴普惠体 2.0 55 Regular" panose="00020600040101010101" pitchFamily="18" charset="-122"/>
              </a:rPr>
              <a:t> </a:t>
            </a:r>
            <a:r>
              <a:rPr lang="zh-CN" altLang="en-US" sz="1200" dirty="0">
                <a:solidFill>
                  <a:schemeClr val="bg1">
                    <a:lumMod val="95000"/>
                  </a:scheme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阿里巴巴普惠体 2.0 55 Regular" panose="00020600040101010101" pitchFamily="18" charset="-122"/>
              </a:rPr>
              <a:t>建功新时代</a:t>
            </a:r>
            <a:endParaRPr lang="zh-CN" altLang="en-US" sz="1200" dirty="0">
              <a:solidFill>
                <a:schemeClr val="bg1">
                  <a:lumMod val="95000"/>
                </a:scheme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阿里巴巴普惠体 2.0 55 Regular" panose="00020600040101010101" pitchFamily="18" charset="-122"/>
            </a:endParaRPr>
          </a:p>
        </p:txBody>
      </p:sp>
      <p:sp>
        <p:nvSpPr>
          <p:cNvPr id="9" name="文本框 8"/>
          <p:cNvSpPr txBox="1"/>
          <p:nvPr/>
        </p:nvSpPr>
        <p:spPr>
          <a:xfrm>
            <a:off x="2135560" y="3760980"/>
            <a:ext cx="8208912" cy="577081"/>
          </a:xfrm>
          <a:prstGeom prst="rect">
            <a:avLst/>
          </a:prstGeom>
          <a:noFill/>
        </p:spPr>
        <p:txBody>
          <a:bodyPr wrap="square" rtlCol="0">
            <a:spAutoFit/>
          </a:bodyPr>
          <a:lstStyle/>
          <a:p>
            <a:pPr algn="ctr">
              <a:lnSpc>
                <a:spcPct val="150000"/>
              </a:lnSpc>
            </a:pPr>
            <a:r>
              <a:rPr lang="zh-CN" altLang="en-US" sz="1050" spc="400" dirty="0">
                <a:solidFill>
                  <a:schemeClr val="bg1"/>
                </a:solidFill>
                <a:latin typeface="微软雅黑" panose="020B0503020204020204" pitchFamily="34" charset="-122"/>
                <a:ea typeface="微软雅黑" panose="020B0503020204020204" pitchFamily="34" charset="-122"/>
              </a:rPr>
              <a:t>爱国主义是指个人或集体对祖国的一种积极和支持的态度，揭示了个人对祖国的依存关系，是人们对自己家园以及民族和文化的归属感、认同感、尊严感与荣誉感的统一。</a:t>
            </a:r>
            <a:endParaRPr lang="zh-CN" altLang="en-US" sz="1050" spc="400" dirty="0">
              <a:solidFill>
                <a:schemeClr val="bg1"/>
              </a:solidFill>
              <a:latin typeface="微软雅黑" panose="020B0503020204020204" pitchFamily="34" charset="-122"/>
              <a:ea typeface="微软雅黑" panose="020B0503020204020204" pitchFamily="34" charset="-122"/>
            </a:endParaRPr>
          </a:p>
        </p:txBody>
      </p:sp>
      <p:pic>
        <p:nvPicPr>
          <p:cNvPr id="11" name="图片 10"/>
          <p:cNvPicPr>
            <a:picLocks noChangeAspect="1"/>
          </p:cNvPicPr>
          <p:nvPr/>
        </p:nvPicPr>
        <p:blipFill rotWithShape="1">
          <a:blip r:embed="rId2" cstate="email"/>
          <a:srcRect l="-4339"/>
          <a:stretch>
            <a:fillRect/>
          </a:stretch>
        </p:blipFill>
        <p:spPr>
          <a:xfrm>
            <a:off x="4151785" y="-386188"/>
            <a:ext cx="3512017" cy="864097"/>
          </a:xfrm>
          <a:prstGeom prst="rect">
            <a:avLst/>
          </a:prstGeom>
        </p:spPr>
      </p:pic>
      <p:pic>
        <p:nvPicPr>
          <p:cNvPr id="12" name="图片 11"/>
          <p:cNvPicPr>
            <a:picLocks noChangeAspect="1"/>
          </p:cNvPicPr>
          <p:nvPr/>
        </p:nvPicPr>
        <p:blipFill rotWithShape="1">
          <a:blip r:embed="rId3" cstate="email"/>
          <a:srcRect/>
          <a:stretch>
            <a:fillRect/>
          </a:stretch>
        </p:blipFill>
        <p:spPr>
          <a:xfrm rot="20534065">
            <a:off x="9555109" y="274132"/>
            <a:ext cx="2024955" cy="2262265"/>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1000"/>
                                        <p:tgtEl>
                                          <p:spTgt spid="9"/>
                                        </p:tgtEl>
                                      </p:cBhvr>
                                    </p:animEffect>
                                    <p:anim calcmode="lin" valueType="num">
                                      <p:cBhvr>
                                        <p:cTn id="8" dur="1000" fill="hold"/>
                                        <p:tgtEl>
                                          <p:spTgt spid="9"/>
                                        </p:tgtEl>
                                        <p:attrNameLst>
                                          <p:attrName>ppt_x</p:attrName>
                                        </p:attrNameLst>
                                      </p:cBhvr>
                                      <p:tavLst>
                                        <p:tav tm="0">
                                          <p:val>
                                            <p:strVal val="#ppt_x"/>
                                          </p:val>
                                        </p:tav>
                                        <p:tav tm="100000">
                                          <p:val>
                                            <p:strVal val="#ppt_x"/>
                                          </p:val>
                                        </p:tav>
                                      </p:tavLst>
                                    </p:anim>
                                    <p:anim calcmode="lin" valueType="num">
                                      <p:cBhvr>
                                        <p:cTn id="9" dur="10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767408" y="620690"/>
            <a:ext cx="3960440" cy="846817"/>
            <a:chOff x="191344" y="174130"/>
            <a:chExt cx="3960440" cy="846817"/>
          </a:xfrm>
        </p:grpSpPr>
        <p:grpSp>
          <p:nvGrpSpPr>
            <p:cNvPr id="5" name="组合 4"/>
            <p:cNvGrpSpPr/>
            <p:nvPr/>
          </p:nvGrpSpPr>
          <p:grpSpPr>
            <a:xfrm>
              <a:off x="431433" y="253069"/>
              <a:ext cx="3720351" cy="767878"/>
              <a:chOff x="3402338" y="4170387"/>
              <a:chExt cx="6546490" cy="767878"/>
            </a:xfrm>
          </p:grpSpPr>
          <p:sp>
            <p:nvSpPr>
              <p:cNvPr id="7" name="文本框 6"/>
              <p:cNvSpPr txBox="1"/>
              <p:nvPr/>
            </p:nvSpPr>
            <p:spPr>
              <a:xfrm>
                <a:off x="3403381" y="4170387"/>
                <a:ext cx="6545447" cy="584775"/>
              </a:xfrm>
              <a:prstGeom prst="rect">
                <a:avLst/>
              </a:prstGeom>
              <a:noFill/>
            </p:spPr>
            <p:txBody>
              <a:bodyPr wrap="square" rtlCol="0">
                <a:spAutoFit/>
              </a:bodyPr>
              <a:lstStyle/>
              <a:p>
                <a:pPr algn="dist"/>
                <a:r>
                  <a:rPr lang="zh-CN" altLang="en-US" sz="3200" b="1" dirty="0">
                    <a:ln w="15875">
                      <a:noFill/>
                    </a:ln>
                    <a:gradFill flip="none" rotWithShape="1">
                      <a:gsLst>
                        <a:gs pos="0">
                          <a:srgbClr val="F94739"/>
                        </a:gs>
                        <a:gs pos="86000">
                          <a:srgbClr val="BF2833"/>
                        </a:gs>
                      </a:gsLst>
                      <a:lin ang="5400000" scaled="1"/>
                      <a:tileRect/>
                    </a:gradFill>
                    <a:effectLst>
                      <a:outerShdw blurRad="38100" dist="38100" dir="2700000" algn="tl">
                        <a:srgbClr val="75161B">
                          <a:alpha val="43000"/>
                        </a:srgbClr>
                      </a:outerShdw>
                    </a:effectLst>
                    <a:latin typeface="阿里巴巴普惠体 2.0 75 SemiBold" panose="00020600040101010101" pitchFamily="18" charset="-122"/>
                    <a:ea typeface="阿里巴巴普惠体 2.0 75 SemiBold" panose="00020600040101010101" pitchFamily="18" charset="-122"/>
                    <a:cs typeface="阿里巴巴普惠体 2.0 75 SemiBold" panose="00020600040101010101" pitchFamily="18" charset="-122"/>
                  </a:rPr>
                  <a:t>爱国主义教育意义</a:t>
                </a:r>
                <a:endParaRPr lang="zh-CN" altLang="en-US" sz="3200" b="1" dirty="0">
                  <a:ln w="15875">
                    <a:noFill/>
                  </a:ln>
                  <a:gradFill flip="none" rotWithShape="1">
                    <a:gsLst>
                      <a:gs pos="0">
                        <a:srgbClr val="F94739"/>
                      </a:gs>
                      <a:gs pos="86000">
                        <a:srgbClr val="BF2833"/>
                      </a:gs>
                    </a:gsLst>
                    <a:lin ang="5400000" scaled="1"/>
                    <a:tileRect/>
                  </a:gradFill>
                  <a:effectLst>
                    <a:outerShdw blurRad="38100" dist="38100" dir="2700000" algn="tl">
                      <a:srgbClr val="75161B">
                        <a:alpha val="43000"/>
                      </a:srgbClr>
                    </a:outerShdw>
                  </a:effectLst>
                  <a:latin typeface="阿里巴巴普惠体 2.0 75 SemiBold" panose="00020600040101010101" pitchFamily="18" charset="-122"/>
                  <a:ea typeface="阿里巴巴普惠体 2.0 75 SemiBold" panose="00020600040101010101" pitchFamily="18" charset="-122"/>
                  <a:cs typeface="阿里巴巴普惠体 2.0 75 SemiBold" panose="00020600040101010101" pitchFamily="18" charset="-122"/>
                </a:endParaRPr>
              </a:p>
            </p:txBody>
          </p:sp>
          <p:sp>
            <p:nvSpPr>
              <p:cNvPr id="8" name="文本框 7"/>
              <p:cNvSpPr txBox="1"/>
              <p:nvPr/>
            </p:nvSpPr>
            <p:spPr>
              <a:xfrm>
                <a:off x="3402338" y="4676655"/>
                <a:ext cx="5651078" cy="261610"/>
              </a:xfrm>
              <a:prstGeom prst="rect">
                <a:avLst/>
              </a:prstGeom>
              <a:noFill/>
            </p:spPr>
            <p:txBody>
              <a:bodyPr wrap="square" rtlCol="0">
                <a:spAutoFit/>
              </a:bodyPr>
              <a:lstStyle/>
              <a:p>
                <a:pPr algn="dist"/>
                <a:r>
                  <a:rPr lang="en-US" altLang="zh-CN" sz="1100" dirty="0">
                    <a:solidFill>
                      <a:schemeClr val="tx1">
                        <a:lumMod val="85000"/>
                        <a:lumOff val="15000"/>
                      </a:schemeClr>
                    </a:solidFill>
                    <a:latin typeface="微软雅黑" panose="020B0503020204020204" pitchFamily="34" charset="-122"/>
                    <a:ea typeface="微软雅黑" panose="020B0503020204020204" pitchFamily="34" charset="-122"/>
                    <a:cs typeface="阿里巴巴普惠体 2.0 45 Light" panose="00020600040101010101" pitchFamily="18" charset="-122"/>
                  </a:rPr>
                  <a:t>ORIGIN OF THE HOLIDAY</a:t>
                </a:r>
                <a:endParaRPr lang="zh-CN" altLang="en-US" sz="1100" dirty="0">
                  <a:solidFill>
                    <a:schemeClr val="tx1">
                      <a:lumMod val="85000"/>
                      <a:lumOff val="15000"/>
                    </a:schemeClr>
                  </a:solidFill>
                  <a:latin typeface="微软雅黑" panose="020B0503020204020204" pitchFamily="34" charset="-122"/>
                  <a:ea typeface="微软雅黑" panose="020B0503020204020204" pitchFamily="34" charset="-122"/>
                  <a:cs typeface="阿里巴巴普惠体 2.0 45 Light" panose="00020600040101010101" pitchFamily="18" charset="-122"/>
                </a:endParaRPr>
              </a:p>
            </p:txBody>
          </p:sp>
        </p:grpSp>
        <p:sp>
          <p:nvSpPr>
            <p:cNvPr id="6" name="矩形 5"/>
            <p:cNvSpPr/>
            <p:nvPr/>
          </p:nvSpPr>
          <p:spPr>
            <a:xfrm>
              <a:off x="191344" y="174130"/>
              <a:ext cx="144016" cy="792088"/>
            </a:xfrm>
            <a:prstGeom prst="rect">
              <a:avLst/>
            </a:prstGeom>
            <a:solidFill>
              <a:srgbClr val="C00000"/>
            </a:solidFill>
            <a:ln>
              <a:no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 name="箭头: 右 1"/>
          <p:cNvSpPr/>
          <p:nvPr/>
        </p:nvSpPr>
        <p:spPr>
          <a:xfrm>
            <a:off x="575682" y="3011937"/>
            <a:ext cx="10944225" cy="1733550"/>
          </a:xfrm>
          <a:prstGeom prst="rightArrow">
            <a:avLst/>
          </a:prstGeom>
          <a:solidFill>
            <a:srgbClr val="A50F0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 name="文本框 2"/>
          <p:cNvSpPr txBox="1"/>
          <p:nvPr/>
        </p:nvSpPr>
        <p:spPr>
          <a:xfrm>
            <a:off x="1551994" y="1736124"/>
            <a:ext cx="1727655" cy="461665"/>
          </a:xfrm>
          <a:prstGeom prst="rect">
            <a:avLst/>
          </a:prstGeom>
          <a:noFill/>
        </p:spPr>
        <p:txBody>
          <a:bodyPr wrap="square" rtlCol="0">
            <a:spAutoFit/>
          </a:bodyPr>
          <a:lstStyle/>
          <a:p>
            <a:pPr algn="ctr"/>
            <a:r>
              <a:rPr lang="zh-CN" altLang="en-US" sz="2400" dirty="0">
                <a:solidFill>
                  <a:schemeClr val="tx1">
                    <a:lumMod val="85000"/>
                    <a:lumOff val="15000"/>
                  </a:schemeClr>
                </a:solidFill>
                <a:latin typeface="字魂59号-创粗黑" panose="00000500000000000000" pitchFamily="2" charset="-122"/>
                <a:ea typeface="字魂59号-创粗黑" panose="00000500000000000000" pitchFamily="2" charset="-122"/>
              </a:rPr>
              <a:t>教育意义</a:t>
            </a:r>
            <a:endParaRPr lang="zh-CN" altLang="en-US" sz="2400" dirty="0">
              <a:solidFill>
                <a:schemeClr val="tx1">
                  <a:lumMod val="85000"/>
                  <a:lumOff val="15000"/>
                </a:schemeClr>
              </a:solidFill>
              <a:latin typeface="字魂59号-创粗黑" panose="00000500000000000000" pitchFamily="2" charset="-122"/>
              <a:ea typeface="字魂59号-创粗黑" panose="00000500000000000000" pitchFamily="2" charset="-122"/>
            </a:endParaRPr>
          </a:p>
        </p:txBody>
      </p:sp>
      <p:sp>
        <p:nvSpPr>
          <p:cNvPr id="9" name="矩形 8"/>
          <p:cNvSpPr/>
          <p:nvPr/>
        </p:nvSpPr>
        <p:spPr>
          <a:xfrm>
            <a:off x="1131603" y="2197788"/>
            <a:ext cx="2568437" cy="784830"/>
          </a:xfrm>
          <a:prstGeom prst="rect">
            <a:avLst/>
          </a:prstGeom>
        </p:spPr>
        <p:txBody>
          <a:bodyPr wrap="square">
            <a:spAutoFit/>
          </a:bodyPr>
          <a:lstStyle/>
          <a:p>
            <a:pPr algn="ctr">
              <a:lnSpc>
                <a:spcPts val="1800"/>
              </a:lnSpc>
            </a:pPr>
            <a:r>
              <a:rPr lang="zh-CN" altLang="en-US" sz="1400" spc="400" dirty="0">
                <a:solidFill>
                  <a:schemeClr val="tx1">
                    <a:lumMod val="85000"/>
                    <a:lumOff val="15000"/>
                  </a:schemeClr>
                </a:solidFill>
                <a:latin typeface="微软雅黑" panose="020B0503020204020204" pitchFamily="34" charset="-122"/>
                <a:ea typeface="微软雅黑" panose="020B0503020204020204" pitchFamily="34" charset="-122"/>
              </a:rPr>
              <a:t>但是有一种观点认为每个人对所有人类的道德责任都一样。</a:t>
            </a:r>
            <a:endParaRPr lang="zh-CN" altLang="en-US" sz="1400" spc="400"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10" name="文本框 9"/>
          <p:cNvSpPr txBox="1"/>
          <p:nvPr/>
        </p:nvSpPr>
        <p:spPr>
          <a:xfrm>
            <a:off x="4849374" y="4812299"/>
            <a:ext cx="1727655" cy="461665"/>
          </a:xfrm>
          <a:prstGeom prst="rect">
            <a:avLst/>
          </a:prstGeom>
          <a:noFill/>
        </p:spPr>
        <p:txBody>
          <a:bodyPr wrap="square" rtlCol="0">
            <a:spAutoFit/>
          </a:bodyPr>
          <a:lstStyle/>
          <a:p>
            <a:pPr algn="ctr"/>
            <a:r>
              <a:rPr lang="zh-CN" altLang="en-US" sz="2400" dirty="0">
                <a:solidFill>
                  <a:schemeClr val="tx1">
                    <a:lumMod val="85000"/>
                    <a:lumOff val="15000"/>
                  </a:schemeClr>
                </a:solidFill>
                <a:latin typeface="字魂59号-创粗黑" panose="00000500000000000000" pitchFamily="2" charset="-122"/>
                <a:ea typeface="字魂59号-创粗黑" panose="00000500000000000000" pitchFamily="2" charset="-122"/>
              </a:rPr>
              <a:t>教育意义</a:t>
            </a:r>
            <a:endParaRPr lang="zh-CN" altLang="en-US" sz="2400" dirty="0">
              <a:solidFill>
                <a:schemeClr val="tx1">
                  <a:lumMod val="85000"/>
                  <a:lumOff val="15000"/>
                </a:schemeClr>
              </a:solidFill>
              <a:latin typeface="字魂59号-创粗黑" panose="00000500000000000000" pitchFamily="2" charset="-122"/>
              <a:ea typeface="字魂59号-创粗黑" panose="00000500000000000000" pitchFamily="2" charset="-122"/>
            </a:endParaRPr>
          </a:p>
        </p:txBody>
      </p:sp>
      <p:sp>
        <p:nvSpPr>
          <p:cNvPr id="11" name="矩形 10"/>
          <p:cNvSpPr/>
          <p:nvPr/>
        </p:nvSpPr>
        <p:spPr>
          <a:xfrm>
            <a:off x="4428984" y="5273963"/>
            <a:ext cx="2568437" cy="323165"/>
          </a:xfrm>
          <a:prstGeom prst="rect">
            <a:avLst/>
          </a:prstGeom>
        </p:spPr>
        <p:txBody>
          <a:bodyPr wrap="square">
            <a:spAutoFit/>
          </a:bodyPr>
          <a:lstStyle/>
          <a:p>
            <a:pPr algn="ctr">
              <a:lnSpc>
                <a:spcPts val="1800"/>
              </a:lnSpc>
            </a:pPr>
            <a:r>
              <a:rPr lang="zh-CN" altLang="en-US" sz="1400" spc="400" dirty="0">
                <a:solidFill>
                  <a:schemeClr val="tx1">
                    <a:lumMod val="85000"/>
                    <a:lumOff val="15000"/>
                  </a:schemeClr>
                </a:solidFill>
                <a:latin typeface="微软雅黑" panose="020B0503020204020204" pitchFamily="34" charset="-122"/>
                <a:ea typeface="微软雅黑" panose="020B0503020204020204" pitchFamily="34" charset="-122"/>
              </a:rPr>
              <a:t>这被称为世界大同主义。</a:t>
            </a:r>
            <a:endParaRPr lang="zh-CN" altLang="en-US" sz="1400" spc="400"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12" name="文本框 11"/>
          <p:cNvSpPr txBox="1"/>
          <p:nvPr/>
        </p:nvSpPr>
        <p:spPr>
          <a:xfrm>
            <a:off x="8174466" y="1762372"/>
            <a:ext cx="1727655" cy="461665"/>
          </a:xfrm>
          <a:prstGeom prst="rect">
            <a:avLst/>
          </a:prstGeom>
          <a:noFill/>
        </p:spPr>
        <p:txBody>
          <a:bodyPr wrap="square" rtlCol="0">
            <a:spAutoFit/>
          </a:bodyPr>
          <a:lstStyle/>
          <a:p>
            <a:pPr algn="ctr"/>
            <a:r>
              <a:rPr lang="zh-CN" altLang="en-US" sz="2400" dirty="0">
                <a:solidFill>
                  <a:schemeClr val="tx1">
                    <a:lumMod val="85000"/>
                    <a:lumOff val="15000"/>
                  </a:schemeClr>
                </a:solidFill>
                <a:latin typeface="字魂59号-创粗黑" panose="00000500000000000000" pitchFamily="2" charset="-122"/>
                <a:ea typeface="字魂59号-创粗黑" panose="00000500000000000000" pitchFamily="2" charset="-122"/>
              </a:rPr>
              <a:t>教育意义</a:t>
            </a:r>
            <a:endParaRPr lang="zh-CN" altLang="en-US" sz="2400" dirty="0">
              <a:solidFill>
                <a:schemeClr val="tx1">
                  <a:lumMod val="85000"/>
                  <a:lumOff val="15000"/>
                </a:schemeClr>
              </a:solidFill>
              <a:latin typeface="字魂59号-创粗黑" panose="00000500000000000000" pitchFamily="2" charset="-122"/>
              <a:ea typeface="字魂59号-创粗黑" panose="00000500000000000000" pitchFamily="2" charset="-122"/>
            </a:endParaRPr>
          </a:p>
        </p:txBody>
      </p:sp>
      <p:sp>
        <p:nvSpPr>
          <p:cNvPr id="13" name="矩形 12"/>
          <p:cNvSpPr/>
          <p:nvPr/>
        </p:nvSpPr>
        <p:spPr>
          <a:xfrm>
            <a:off x="7754075" y="2224036"/>
            <a:ext cx="2568437" cy="1015663"/>
          </a:xfrm>
          <a:prstGeom prst="rect">
            <a:avLst/>
          </a:prstGeom>
        </p:spPr>
        <p:txBody>
          <a:bodyPr wrap="square">
            <a:spAutoFit/>
          </a:bodyPr>
          <a:lstStyle/>
          <a:p>
            <a:pPr algn="ctr">
              <a:lnSpc>
                <a:spcPts val="1800"/>
              </a:lnSpc>
            </a:pPr>
            <a:r>
              <a:rPr lang="zh-CN" altLang="en-US" sz="1400" spc="400" dirty="0">
                <a:solidFill>
                  <a:schemeClr val="tx1">
                    <a:lumMod val="85000"/>
                    <a:lumOff val="15000"/>
                  </a:schemeClr>
                </a:solidFill>
                <a:latin typeface="微软雅黑" panose="020B0503020204020204" pitchFamily="34" charset="-122"/>
                <a:ea typeface="微软雅黑" panose="020B0503020204020204" pitchFamily="34" charset="-122"/>
              </a:rPr>
              <a:t>在欧盟，像哈贝马斯（</a:t>
            </a:r>
            <a:r>
              <a:rPr lang="en-US" altLang="zh-CN" sz="1400" spc="400" dirty="0" err="1">
                <a:solidFill>
                  <a:schemeClr val="tx1">
                    <a:lumMod val="85000"/>
                    <a:lumOff val="15000"/>
                  </a:schemeClr>
                </a:solidFill>
                <a:latin typeface="微软雅黑" panose="020B0503020204020204" pitchFamily="34" charset="-122"/>
                <a:ea typeface="微软雅黑" panose="020B0503020204020204" pitchFamily="34" charset="-122"/>
              </a:rPr>
              <a:t>habermas</a:t>
            </a:r>
            <a:r>
              <a:rPr lang="zh-CN" altLang="en-US" sz="1400" spc="400" dirty="0">
                <a:solidFill>
                  <a:schemeClr val="tx1">
                    <a:lumMod val="85000"/>
                    <a:lumOff val="15000"/>
                  </a:schemeClr>
                </a:solidFill>
                <a:latin typeface="微软雅黑" panose="020B0503020204020204" pitchFamily="34" charset="-122"/>
                <a:ea typeface="微软雅黑" panose="020B0503020204020204" pitchFamily="34" charset="-122"/>
              </a:rPr>
              <a:t>）这样的思考者倡导一种以欧洲为整体的爱国主义，</a:t>
            </a:r>
            <a:endParaRPr lang="zh-CN" altLang="en-US" sz="1400" spc="400" dirty="0">
              <a:solidFill>
                <a:schemeClr val="tx1">
                  <a:lumMod val="85000"/>
                  <a:lumOff val="15000"/>
                </a:schemeClr>
              </a:solidFill>
              <a:latin typeface="微软雅黑" panose="020B0503020204020204" pitchFamily="34" charset="-122"/>
              <a:ea typeface="微软雅黑" panose="020B0503020204020204" pitchFamily="34" charset="-122"/>
            </a:endParaRPr>
          </a:p>
        </p:txBody>
      </p:sp>
      <p:grpSp>
        <p:nvGrpSpPr>
          <p:cNvPr id="14" name="组合 13"/>
          <p:cNvGrpSpPr/>
          <p:nvPr/>
        </p:nvGrpSpPr>
        <p:grpSpPr>
          <a:xfrm>
            <a:off x="1551993" y="3161163"/>
            <a:ext cx="1365251" cy="1365250"/>
            <a:chOff x="1551993" y="3008757"/>
            <a:chExt cx="1365250" cy="1365250"/>
          </a:xfrm>
        </p:grpSpPr>
        <p:sp>
          <p:nvSpPr>
            <p:cNvPr id="15" name="椭圆 14"/>
            <p:cNvSpPr/>
            <p:nvPr/>
          </p:nvSpPr>
          <p:spPr>
            <a:xfrm>
              <a:off x="1551993" y="3008757"/>
              <a:ext cx="1365250" cy="1365250"/>
            </a:xfrm>
            <a:prstGeom prst="ellipse">
              <a:avLst/>
            </a:prstGeom>
            <a:solidFill>
              <a:schemeClr val="bg1"/>
            </a:solidFill>
            <a:ln w="317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6" name="文本框 15"/>
            <p:cNvSpPr txBox="1"/>
            <p:nvPr/>
          </p:nvSpPr>
          <p:spPr>
            <a:xfrm>
              <a:off x="1739969" y="3241492"/>
              <a:ext cx="989298" cy="923330"/>
            </a:xfrm>
            <a:prstGeom prst="rect">
              <a:avLst/>
            </a:prstGeom>
            <a:noFill/>
          </p:spPr>
          <p:txBody>
            <a:bodyPr wrap="square" rtlCol="0">
              <a:spAutoFit/>
            </a:bodyPr>
            <a:lstStyle/>
            <a:p>
              <a:pPr algn="ctr"/>
              <a:r>
                <a:rPr lang="en-US" altLang="zh-CN" sz="5400" dirty="0">
                  <a:solidFill>
                    <a:srgbClr val="C00000"/>
                  </a:solidFill>
                  <a:latin typeface="字魂59号-创粗黑" panose="00000500000000000000" pitchFamily="2" charset="-122"/>
                  <a:ea typeface="字魂59号-创粗黑" panose="00000500000000000000" pitchFamily="2" charset="-122"/>
                </a:rPr>
                <a:t>01</a:t>
              </a:r>
              <a:endParaRPr lang="zh-CN" altLang="en-US" sz="5400" dirty="0">
                <a:solidFill>
                  <a:srgbClr val="C00000"/>
                </a:solidFill>
                <a:latin typeface="字魂59号-创粗黑" panose="00000500000000000000" pitchFamily="2" charset="-122"/>
                <a:ea typeface="字魂59号-创粗黑" panose="00000500000000000000" pitchFamily="2" charset="-122"/>
              </a:endParaRPr>
            </a:p>
          </p:txBody>
        </p:sp>
      </p:grpSp>
      <p:grpSp>
        <p:nvGrpSpPr>
          <p:cNvPr id="17" name="组合 16"/>
          <p:cNvGrpSpPr/>
          <p:nvPr/>
        </p:nvGrpSpPr>
        <p:grpSpPr>
          <a:xfrm>
            <a:off x="5012719" y="3196087"/>
            <a:ext cx="1365251" cy="1365250"/>
            <a:chOff x="5012719" y="3043682"/>
            <a:chExt cx="1365250" cy="1365250"/>
          </a:xfrm>
        </p:grpSpPr>
        <p:sp>
          <p:nvSpPr>
            <p:cNvPr id="18" name="椭圆 17"/>
            <p:cNvSpPr/>
            <p:nvPr/>
          </p:nvSpPr>
          <p:spPr>
            <a:xfrm>
              <a:off x="5012719" y="3043682"/>
              <a:ext cx="1365250" cy="1365250"/>
            </a:xfrm>
            <a:prstGeom prst="ellipse">
              <a:avLst/>
            </a:prstGeom>
            <a:solidFill>
              <a:schemeClr val="bg1"/>
            </a:solidFill>
            <a:ln w="317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文本框 18"/>
            <p:cNvSpPr txBox="1"/>
            <p:nvPr/>
          </p:nvSpPr>
          <p:spPr>
            <a:xfrm>
              <a:off x="5200695" y="3264642"/>
              <a:ext cx="989298" cy="923330"/>
            </a:xfrm>
            <a:prstGeom prst="rect">
              <a:avLst/>
            </a:prstGeom>
            <a:noFill/>
          </p:spPr>
          <p:txBody>
            <a:bodyPr wrap="square" rtlCol="0">
              <a:spAutoFit/>
            </a:bodyPr>
            <a:lstStyle/>
            <a:p>
              <a:pPr algn="ctr"/>
              <a:r>
                <a:rPr lang="en-US" altLang="zh-CN" sz="5400" dirty="0">
                  <a:solidFill>
                    <a:srgbClr val="C00000"/>
                  </a:solidFill>
                  <a:latin typeface="字魂59号-创粗黑" panose="00000500000000000000" pitchFamily="2" charset="-122"/>
                  <a:ea typeface="字魂59号-创粗黑" panose="00000500000000000000" pitchFamily="2" charset="-122"/>
                </a:rPr>
                <a:t>02</a:t>
              </a:r>
              <a:endParaRPr lang="zh-CN" altLang="en-US" sz="5400" dirty="0">
                <a:solidFill>
                  <a:srgbClr val="C00000"/>
                </a:solidFill>
                <a:latin typeface="字魂59号-创粗黑" panose="00000500000000000000" pitchFamily="2" charset="-122"/>
                <a:ea typeface="字魂59号-创粗黑" panose="00000500000000000000" pitchFamily="2" charset="-122"/>
              </a:endParaRPr>
            </a:p>
          </p:txBody>
        </p:sp>
      </p:grpSp>
      <p:grpSp>
        <p:nvGrpSpPr>
          <p:cNvPr id="20" name="组合 19"/>
          <p:cNvGrpSpPr/>
          <p:nvPr/>
        </p:nvGrpSpPr>
        <p:grpSpPr>
          <a:xfrm>
            <a:off x="8473445" y="3161163"/>
            <a:ext cx="1365251" cy="1365250"/>
            <a:chOff x="8473445" y="3008757"/>
            <a:chExt cx="1365250" cy="1365250"/>
          </a:xfrm>
        </p:grpSpPr>
        <p:sp>
          <p:nvSpPr>
            <p:cNvPr id="21" name="椭圆 20"/>
            <p:cNvSpPr/>
            <p:nvPr/>
          </p:nvSpPr>
          <p:spPr>
            <a:xfrm>
              <a:off x="8473445" y="3008757"/>
              <a:ext cx="1365250" cy="1365250"/>
            </a:xfrm>
            <a:prstGeom prst="ellipse">
              <a:avLst/>
            </a:prstGeom>
            <a:solidFill>
              <a:schemeClr val="bg1"/>
            </a:solidFill>
            <a:ln w="317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文本框 21"/>
            <p:cNvSpPr txBox="1"/>
            <p:nvPr/>
          </p:nvSpPr>
          <p:spPr>
            <a:xfrm>
              <a:off x="8661421" y="3253250"/>
              <a:ext cx="989298" cy="923330"/>
            </a:xfrm>
            <a:prstGeom prst="rect">
              <a:avLst/>
            </a:prstGeom>
            <a:noFill/>
          </p:spPr>
          <p:txBody>
            <a:bodyPr wrap="square" rtlCol="0">
              <a:spAutoFit/>
            </a:bodyPr>
            <a:lstStyle/>
            <a:p>
              <a:pPr algn="ctr"/>
              <a:r>
                <a:rPr lang="en-US" altLang="zh-CN" sz="5400" dirty="0">
                  <a:solidFill>
                    <a:srgbClr val="C00000"/>
                  </a:solidFill>
                  <a:latin typeface="字魂59号-创粗黑" panose="00000500000000000000" pitchFamily="2" charset="-122"/>
                  <a:ea typeface="字魂59号-创粗黑" panose="00000500000000000000" pitchFamily="2" charset="-122"/>
                </a:rPr>
                <a:t>03</a:t>
              </a:r>
              <a:endParaRPr lang="zh-CN" altLang="en-US" sz="5400" dirty="0">
                <a:solidFill>
                  <a:srgbClr val="C00000"/>
                </a:solidFill>
                <a:latin typeface="字魂59号-创粗黑" panose="00000500000000000000" pitchFamily="2" charset="-122"/>
                <a:ea typeface="字魂59号-创粗黑" panose="00000500000000000000" pitchFamily="2" charset="-122"/>
              </a:endParaRPr>
            </a:p>
          </p:txBody>
        </p:sp>
      </p:gr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2" presetClass="entr" presetSubtype="8" fill="hold" grpId="0" nodeType="clickEffect">
                                  <p:stCondLst>
                                    <p:cond delay="0"/>
                                  </p:stCondLst>
                                  <p:childTnLst>
                                    <p:set>
                                      <p:cBhvr>
                                        <p:cTn id="13" dur="1" fill="hold">
                                          <p:stCondLst>
                                            <p:cond delay="0"/>
                                          </p:stCondLst>
                                        </p:cTn>
                                        <p:tgtEl>
                                          <p:spTgt spid="2"/>
                                        </p:tgtEl>
                                        <p:attrNameLst>
                                          <p:attrName>style.visibility</p:attrName>
                                        </p:attrNameLst>
                                      </p:cBhvr>
                                      <p:to>
                                        <p:strVal val="visible"/>
                                      </p:to>
                                    </p:set>
                                    <p:anim calcmode="lin" valueType="num">
                                      <p:cBhvr additive="base">
                                        <p:cTn id="14" dur="500" fill="hold"/>
                                        <p:tgtEl>
                                          <p:spTgt spid="2"/>
                                        </p:tgtEl>
                                        <p:attrNameLst>
                                          <p:attrName>ppt_x</p:attrName>
                                        </p:attrNameLst>
                                      </p:cBhvr>
                                      <p:tavLst>
                                        <p:tav tm="0">
                                          <p:val>
                                            <p:strVal val="0-#ppt_w/2"/>
                                          </p:val>
                                        </p:tav>
                                        <p:tav tm="100000">
                                          <p:val>
                                            <p:strVal val="#ppt_x"/>
                                          </p:val>
                                        </p:tav>
                                      </p:tavLst>
                                    </p:anim>
                                    <p:anim calcmode="lin" valueType="num">
                                      <p:cBhvr additive="base">
                                        <p:cTn id="15"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53" presetClass="entr" presetSubtype="16" fill="hold" nodeType="clickEffect">
                                  <p:stCondLst>
                                    <p:cond delay="0"/>
                                  </p:stCondLst>
                                  <p:childTnLst>
                                    <p:set>
                                      <p:cBhvr>
                                        <p:cTn id="19" dur="1" fill="hold">
                                          <p:stCondLst>
                                            <p:cond delay="0"/>
                                          </p:stCondLst>
                                        </p:cTn>
                                        <p:tgtEl>
                                          <p:spTgt spid="14"/>
                                        </p:tgtEl>
                                        <p:attrNameLst>
                                          <p:attrName>style.visibility</p:attrName>
                                        </p:attrNameLst>
                                      </p:cBhvr>
                                      <p:to>
                                        <p:strVal val="visible"/>
                                      </p:to>
                                    </p:set>
                                    <p:anim calcmode="lin" valueType="num">
                                      <p:cBhvr>
                                        <p:cTn id="20" dur="500" fill="hold"/>
                                        <p:tgtEl>
                                          <p:spTgt spid="14"/>
                                        </p:tgtEl>
                                        <p:attrNameLst>
                                          <p:attrName>ppt_w</p:attrName>
                                        </p:attrNameLst>
                                      </p:cBhvr>
                                      <p:tavLst>
                                        <p:tav tm="0">
                                          <p:val>
                                            <p:fltVal val="0"/>
                                          </p:val>
                                        </p:tav>
                                        <p:tav tm="100000">
                                          <p:val>
                                            <p:strVal val="#ppt_w"/>
                                          </p:val>
                                        </p:tav>
                                      </p:tavLst>
                                    </p:anim>
                                    <p:anim calcmode="lin" valueType="num">
                                      <p:cBhvr>
                                        <p:cTn id="21" dur="500" fill="hold"/>
                                        <p:tgtEl>
                                          <p:spTgt spid="14"/>
                                        </p:tgtEl>
                                        <p:attrNameLst>
                                          <p:attrName>ppt_h</p:attrName>
                                        </p:attrNameLst>
                                      </p:cBhvr>
                                      <p:tavLst>
                                        <p:tav tm="0">
                                          <p:val>
                                            <p:fltVal val="0"/>
                                          </p:val>
                                        </p:tav>
                                        <p:tav tm="100000">
                                          <p:val>
                                            <p:strVal val="#ppt_h"/>
                                          </p:val>
                                        </p:tav>
                                      </p:tavLst>
                                    </p:anim>
                                    <p:animEffect transition="in" filter="fade">
                                      <p:cBhvr>
                                        <p:cTn id="22" dur="500"/>
                                        <p:tgtEl>
                                          <p:spTgt spid="14"/>
                                        </p:tgtEl>
                                      </p:cBhvr>
                                    </p:animEffect>
                                  </p:childTnLst>
                                </p:cTn>
                              </p:par>
                              <p:par>
                                <p:cTn id="23" presetID="53" presetClass="entr" presetSubtype="16" fill="hold" nodeType="withEffect">
                                  <p:stCondLst>
                                    <p:cond delay="0"/>
                                  </p:stCondLst>
                                  <p:childTnLst>
                                    <p:set>
                                      <p:cBhvr>
                                        <p:cTn id="24" dur="1" fill="hold">
                                          <p:stCondLst>
                                            <p:cond delay="0"/>
                                          </p:stCondLst>
                                        </p:cTn>
                                        <p:tgtEl>
                                          <p:spTgt spid="17"/>
                                        </p:tgtEl>
                                        <p:attrNameLst>
                                          <p:attrName>style.visibility</p:attrName>
                                        </p:attrNameLst>
                                      </p:cBhvr>
                                      <p:to>
                                        <p:strVal val="visible"/>
                                      </p:to>
                                    </p:set>
                                    <p:anim calcmode="lin" valueType="num">
                                      <p:cBhvr>
                                        <p:cTn id="25" dur="500" fill="hold"/>
                                        <p:tgtEl>
                                          <p:spTgt spid="17"/>
                                        </p:tgtEl>
                                        <p:attrNameLst>
                                          <p:attrName>ppt_w</p:attrName>
                                        </p:attrNameLst>
                                      </p:cBhvr>
                                      <p:tavLst>
                                        <p:tav tm="0">
                                          <p:val>
                                            <p:fltVal val="0"/>
                                          </p:val>
                                        </p:tav>
                                        <p:tav tm="100000">
                                          <p:val>
                                            <p:strVal val="#ppt_w"/>
                                          </p:val>
                                        </p:tav>
                                      </p:tavLst>
                                    </p:anim>
                                    <p:anim calcmode="lin" valueType="num">
                                      <p:cBhvr>
                                        <p:cTn id="26" dur="500" fill="hold"/>
                                        <p:tgtEl>
                                          <p:spTgt spid="17"/>
                                        </p:tgtEl>
                                        <p:attrNameLst>
                                          <p:attrName>ppt_h</p:attrName>
                                        </p:attrNameLst>
                                      </p:cBhvr>
                                      <p:tavLst>
                                        <p:tav tm="0">
                                          <p:val>
                                            <p:fltVal val="0"/>
                                          </p:val>
                                        </p:tav>
                                        <p:tav tm="100000">
                                          <p:val>
                                            <p:strVal val="#ppt_h"/>
                                          </p:val>
                                        </p:tav>
                                      </p:tavLst>
                                    </p:anim>
                                    <p:animEffect transition="in" filter="fade">
                                      <p:cBhvr>
                                        <p:cTn id="27" dur="500"/>
                                        <p:tgtEl>
                                          <p:spTgt spid="17"/>
                                        </p:tgtEl>
                                      </p:cBhvr>
                                    </p:animEffect>
                                  </p:childTnLst>
                                </p:cTn>
                              </p:par>
                              <p:par>
                                <p:cTn id="28" presetID="53" presetClass="entr" presetSubtype="16" fill="hold" nodeType="withEffect">
                                  <p:stCondLst>
                                    <p:cond delay="0"/>
                                  </p:stCondLst>
                                  <p:childTnLst>
                                    <p:set>
                                      <p:cBhvr>
                                        <p:cTn id="29" dur="1" fill="hold">
                                          <p:stCondLst>
                                            <p:cond delay="0"/>
                                          </p:stCondLst>
                                        </p:cTn>
                                        <p:tgtEl>
                                          <p:spTgt spid="20"/>
                                        </p:tgtEl>
                                        <p:attrNameLst>
                                          <p:attrName>style.visibility</p:attrName>
                                        </p:attrNameLst>
                                      </p:cBhvr>
                                      <p:to>
                                        <p:strVal val="visible"/>
                                      </p:to>
                                    </p:set>
                                    <p:anim calcmode="lin" valueType="num">
                                      <p:cBhvr>
                                        <p:cTn id="30" dur="500" fill="hold"/>
                                        <p:tgtEl>
                                          <p:spTgt spid="20"/>
                                        </p:tgtEl>
                                        <p:attrNameLst>
                                          <p:attrName>ppt_w</p:attrName>
                                        </p:attrNameLst>
                                      </p:cBhvr>
                                      <p:tavLst>
                                        <p:tav tm="0">
                                          <p:val>
                                            <p:fltVal val="0"/>
                                          </p:val>
                                        </p:tav>
                                        <p:tav tm="100000">
                                          <p:val>
                                            <p:strVal val="#ppt_w"/>
                                          </p:val>
                                        </p:tav>
                                      </p:tavLst>
                                    </p:anim>
                                    <p:anim calcmode="lin" valueType="num">
                                      <p:cBhvr>
                                        <p:cTn id="31" dur="500" fill="hold"/>
                                        <p:tgtEl>
                                          <p:spTgt spid="20"/>
                                        </p:tgtEl>
                                        <p:attrNameLst>
                                          <p:attrName>ppt_h</p:attrName>
                                        </p:attrNameLst>
                                      </p:cBhvr>
                                      <p:tavLst>
                                        <p:tav tm="0">
                                          <p:val>
                                            <p:fltVal val="0"/>
                                          </p:val>
                                        </p:tav>
                                        <p:tav tm="100000">
                                          <p:val>
                                            <p:strVal val="#ppt_h"/>
                                          </p:val>
                                        </p:tav>
                                      </p:tavLst>
                                    </p:anim>
                                    <p:animEffect transition="in" filter="fade">
                                      <p:cBhvr>
                                        <p:cTn id="32" dur="500"/>
                                        <p:tgtEl>
                                          <p:spTgt spid="20"/>
                                        </p:tgtEl>
                                      </p:cBhvr>
                                    </p:animEffect>
                                  </p:childTnLst>
                                </p:cTn>
                              </p:par>
                            </p:childTnLst>
                          </p:cTn>
                        </p:par>
                      </p:childTnLst>
                    </p:cTn>
                  </p:par>
                  <p:par>
                    <p:cTn id="33" fill="hold">
                      <p:stCondLst>
                        <p:cond delay="indefinite"/>
                      </p:stCondLst>
                      <p:childTnLst>
                        <p:par>
                          <p:cTn id="34" fill="hold">
                            <p:stCondLst>
                              <p:cond delay="0"/>
                            </p:stCondLst>
                            <p:childTnLst>
                              <p:par>
                                <p:cTn id="35" presetID="16" presetClass="entr" presetSubtype="37" fill="hold" grpId="0" nodeType="clickEffect">
                                  <p:stCondLst>
                                    <p:cond delay="0"/>
                                  </p:stCondLst>
                                  <p:childTnLst>
                                    <p:set>
                                      <p:cBhvr>
                                        <p:cTn id="36" dur="1" fill="hold">
                                          <p:stCondLst>
                                            <p:cond delay="0"/>
                                          </p:stCondLst>
                                        </p:cTn>
                                        <p:tgtEl>
                                          <p:spTgt spid="9"/>
                                        </p:tgtEl>
                                        <p:attrNameLst>
                                          <p:attrName>style.visibility</p:attrName>
                                        </p:attrNameLst>
                                      </p:cBhvr>
                                      <p:to>
                                        <p:strVal val="visible"/>
                                      </p:to>
                                    </p:set>
                                    <p:animEffect transition="in" filter="barn(outVertical)">
                                      <p:cBhvr>
                                        <p:cTn id="37" dur="500"/>
                                        <p:tgtEl>
                                          <p:spTgt spid="9"/>
                                        </p:tgtEl>
                                      </p:cBhvr>
                                    </p:animEffect>
                                  </p:childTnLst>
                                </p:cTn>
                              </p:par>
                              <p:par>
                                <p:cTn id="38" presetID="16" presetClass="entr" presetSubtype="37" fill="hold" grpId="0" nodeType="withEffect">
                                  <p:stCondLst>
                                    <p:cond delay="0"/>
                                  </p:stCondLst>
                                  <p:childTnLst>
                                    <p:set>
                                      <p:cBhvr>
                                        <p:cTn id="39" dur="1" fill="hold">
                                          <p:stCondLst>
                                            <p:cond delay="0"/>
                                          </p:stCondLst>
                                        </p:cTn>
                                        <p:tgtEl>
                                          <p:spTgt spid="3"/>
                                        </p:tgtEl>
                                        <p:attrNameLst>
                                          <p:attrName>style.visibility</p:attrName>
                                        </p:attrNameLst>
                                      </p:cBhvr>
                                      <p:to>
                                        <p:strVal val="visible"/>
                                      </p:to>
                                    </p:set>
                                    <p:animEffect transition="in" filter="barn(outVertical)">
                                      <p:cBhvr>
                                        <p:cTn id="40" dur="500"/>
                                        <p:tgtEl>
                                          <p:spTgt spid="3"/>
                                        </p:tgtEl>
                                      </p:cBhvr>
                                    </p:animEffect>
                                  </p:childTnLst>
                                </p:cTn>
                              </p:par>
                              <p:par>
                                <p:cTn id="41" presetID="16" presetClass="entr" presetSubtype="37" fill="hold" grpId="0" nodeType="withEffect">
                                  <p:stCondLst>
                                    <p:cond delay="0"/>
                                  </p:stCondLst>
                                  <p:childTnLst>
                                    <p:set>
                                      <p:cBhvr>
                                        <p:cTn id="42" dur="1" fill="hold">
                                          <p:stCondLst>
                                            <p:cond delay="0"/>
                                          </p:stCondLst>
                                        </p:cTn>
                                        <p:tgtEl>
                                          <p:spTgt spid="10"/>
                                        </p:tgtEl>
                                        <p:attrNameLst>
                                          <p:attrName>style.visibility</p:attrName>
                                        </p:attrNameLst>
                                      </p:cBhvr>
                                      <p:to>
                                        <p:strVal val="visible"/>
                                      </p:to>
                                    </p:set>
                                    <p:animEffect transition="in" filter="barn(outVertical)">
                                      <p:cBhvr>
                                        <p:cTn id="43" dur="500"/>
                                        <p:tgtEl>
                                          <p:spTgt spid="10"/>
                                        </p:tgtEl>
                                      </p:cBhvr>
                                    </p:animEffect>
                                  </p:childTnLst>
                                </p:cTn>
                              </p:par>
                              <p:par>
                                <p:cTn id="44" presetID="16" presetClass="entr" presetSubtype="37" fill="hold" grpId="0" nodeType="withEffect">
                                  <p:stCondLst>
                                    <p:cond delay="0"/>
                                  </p:stCondLst>
                                  <p:childTnLst>
                                    <p:set>
                                      <p:cBhvr>
                                        <p:cTn id="45" dur="1" fill="hold">
                                          <p:stCondLst>
                                            <p:cond delay="0"/>
                                          </p:stCondLst>
                                        </p:cTn>
                                        <p:tgtEl>
                                          <p:spTgt spid="11"/>
                                        </p:tgtEl>
                                        <p:attrNameLst>
                                          <p:attrName>style.visibility</p:attrName>
                                        </p:attrNameLst>
                                      </p:cBhvr>
                                      <p:to>
                                        <p:strVal val="visible"/>
                                      </p:to>
                                    </p:set>
                                    <p:animEffect transition="in" filter="barn(outVertical)">
                                      <p:cBhvr>
                                        <p:cTn id="46" dur="500"/>
                                        <p:tgtEl>
                                          <p:spTgt spid="11"/>
                                        </p:tgtEl>
                                      </p:cBhvr>
                                    </p:animEffect>
                                  </p:childTnLst>
                                </p:cTn>
                              </p:par>
                              <p:par>
                                <p:cTn id="47" presetID="16" presetClass="entr" presetSubtype="37" fill="hold" grpId="0" nodeType="withEffect">
                                  <p:stCondLst>
                                    <p:cond delay="0"/>
                                  </p:stCondLst>
                                  <p:childTnLst>
                                    <p:set>
                                      <p:cBhvr>
                                        <p:cTn id="48" dur="1" fill="hold">
                                          <p:stCondLst>
                                            <p:cond delay="0"/>
                                          </p:stCondLst>
                                        </p:cTn>
                                        <p:tgtEl>
                                          <p:spTgt spid="13"/>
                                        </p:tgtEl>
                                        <p:attrNameLst>
                                          <p:attrName>style.visibility</p:attrName>
                                        </p:attrNameLst>
                                      </p:cBhvr>
                                      <p:to>
                                        <p:strVal val="visible"/>
                                      </p:to>
                                    </p:set>
                                    <p:animEffect transition="in" filter="barn(outVertical)">
                                      <p:cBhvr>
                                        <p:cTn id="49" dur="500"/>
                                        <p:tgtEl>
                                          <p:spTgt spid="13"/>
                                        </p:tgtEl>
                                      </p:cBhvr>
                                    </p:animEffect>
                                  </p:childTnLst>
                                </p:cTn>
                              </p:par>
                              <p:par>
                                <p:cTn id="50" presetID="16" presetClass="entr" presetSubtype="37" fill="hold" grpId="0" nodeType="withEffect">
                                  <p:stCondLst>
                                    <p:cond delay="0"/>
                                  </p:stCondLst>
                                  <p:childTnLst>
                                    <p:set>
                                      <p:cBhvr>
                                        <p:cTn id="51" dur="1" fill="hold">
                                          <p:stCondLst>
                                            <p:cond delay="0"/>
                                          </p:stCondLst>
                                        </p:cTn>
                                        <p:tgtEl>
                                          <p:spTgt spid="12"/>
                                        </p:tgtEl>
                                        <p:attrNameLst>
                                          <p:attrName>style.visibility</p:attrName>
                                        </p:attrNameLst>
                                      </p:cBhvr>
                                      <p:to>
                                        <p:strVal val="visible"/>
                                      </p:to>
                                    </p:set>
                                    <p:animEffect transition="in" filter="barn(outVertical)">
                                      <p:cBhvr>
                                        <p:cTn id="52"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p:bldP spid="9" grpId="0"/>
      <p:bldP spid="10" grpId="0"/>
      <p:bldP spid="11" grpId="0"/>
      <p:bldP spid="12" grpId="0"/>
      <p:bldP spid="13"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767408" y="620690"/>
            <a:ext cx="3960440" cy="846817"/>
            <a:chOff x="191344" y="174130"/>
            <a:chExt cx="3960440" cy="846817"/>
          </a:xfrm>
        </p:grpSpPr>
        <p:grpSp>
          <p:nvGrpSpPr>
            <p:cNvPr id="5" name="组合 4"/>
            <p:cNvGrpSpPr/>
            <p:nvPr/>
          </p:nvGrpSpPr>
          <p:grpSpPr>
            <a:xfrm>
              <a:off x="431433" y="253069"/>
              <a:ext cx="3720351" cy="767878"/>
              <a:chOff x="3402338" y="4170387"/>
              <a:chExt cx="6546490" cy="767878"/>
            </a:xfrm>
          </p:grpSpPr>
          <p:sp>
            <p:nvSpPr>
              <p:cNvPr id="7" name="文本框 6"/>
              <p:cNvSpPr txBox="1"/>
              <p:nvPr/>
            </p:nvSpPr>
            <p:spPr>
              <a:xfrm>
                <a:off x="3403381" y="4170387"/>
                <a:ext cx="6545447" cy="584775"/>
              </a:xfrm>
              <a:prstGeom prst="rect">
                <a:avLst/>
              </a:prstGeom>
              <a:noFill/>
            </p:spPr>
            <p:txBody>
              <a:bodyPr wrap="square" rtlCol="0">
                <a:spAutoFit/>
              </a:bodyPr>
              <a:lstStyle/>
              <a:p>
                <a:pPr algn="dist"/>
                <a:r>
                  <a:rPr lang="zh-CN" altLang="en-US" sz="3200" b="1" dirty="0">
                    <a:ln w="15875">
                      <a:noFill/>
                    </a:ln>
                    <a:gradFill flip="none" rotWithShape="1">
                      <a:gsLst>
                        <a:gs pos="0">
                          <a:srgbClr val="F94739"/>
                        </a:gs>
                        <a:gs pos="86000">
                          <a:srgbClr val="BF2833"/>
                        </a:gs>
                      </a:gsLst>
                      <a:lin ang="5400000" scaled="1"/>
                      <a:tileRect/>
                    </a:gradFill>
                    <a:effectLst>
                      <a:outerShdw blurRad="38100" dist="38100" dir="2700000" algn="tl">
                        <a:srgbClr val="75161B">
                          <a:alpha val="43000"/>
                        </a:srgbClr>
                      </a:outerShdw>
                    </a:effectLst>
                    <a:latin typeface="阿里巴巴普惠体 2.0 75 SemiBold" panose="00020600040101010101" pitchFamily="18" charset="-122"/>
                    <a:ea typeface="阿里巴巴普惠体 2.0 75 SemiBold" panose="00020600040101010101" pitchFamily="18" charset="-122"/>
                    <a:cs typeface="阿里巴巴普惠体 2.0 75 SemiBold" panose="00020600040101010101" pitchFamily="18" charset="-122"/>
                  </a:rPr>
                  <a:t>爱国主义教育意义</a:t>
                </a:r>
                <a:endParaRPr lang="zh-CN" altLang="en-US" sz="3200" b="1" dirty="0">
                  <a:ln w="15875">
                    <a:noFill/>
                  </a:ln>
                  <a:gradFill flip="none" rotWithShape="1">
                    <a:gsLst>
                      <a:gs pos="0">
                        <a:srgbClr val="F94739"/>
                      </a:gs>
                      <a:gs pos="86000">
                        <a:srgbClr val="BF2833"/>
                      </a:gs>
                    </a:gsLst>
                    <a:lin ang="5400000" scaled="1"/>
                    <a:tileRect/>
                  </a:gradFill>
                  <a:effectLst>
                    <a:outerShdw blurRad="38100" dist="38100" dir="2700000" algn="tl">
                      <a:srgbClr val="75161B">
                        <a:alpha val="43000"/>
                      </a:srgbClr>
                    </a:outerShdw>
                  </a:effectLst>
                  <a:latin typeface="阿里巴巴普惠体 2.0 75 SemiBold" panose="00020600040101010101" pitchFamily="18" charset="-122"/>
                  <a:ea typeface="阿里巴巴普惠体 2.0 75 SemiBold" panose="00020600040101010101" pitchFamily="18" charset="-122"/>
                  <a:cs typeface="阿里巴巴普惠体 2.0 75 SemiBold" panose="00020600040101010101" pitchFamily="18" charset="-122"/>
                </a:endParaRPr>
              </a:p>
            </p:txBody>
          </p:sp>
          <p:sp>
            <p:nvSpPr>
              <p:cNvPr id="8" name="文本框 7"/>
              <p:cNvSpPr txBox="1"/>
              <p:nvPr/>
            </p:nvSpPr>
            <p:spPr>
              <a:xfrm>
                <a:off x="3402338" y="4676655"/>
                <a:ext cx="5651078" cy="261610"/>
              </a:xfrm>
              <a:prstGeom prst="rect">
                <a:avLst/>
              </a:prstGeom>
              <a:noFill/>
            </p:spPr>
            <p:txBody>
              <a:bodyPr wrap="square" rtlCol="0">
                <a:spAutoFit/>
              </a:bodyPr>
              <a:lstStyle/>
              <a:p>
                <a:pPr algn="dist"/>
                <a:r>
                  <a:rPr lang="en-US" altLang="zh-CN" sz="1100" dirty="0">
                    <a:solidFill>
                      <a:schemeClr val="tx1">
                        <a:lumMod val="85000"/>
                        <a:lumOff val="15000"/>
                      </a:schemeClr>
                    </a:solidFill>
                    <a:latin typeface="微软雅黑" panose="020B0503020204020204" pitchFamily="34" charset="-122"/>
                    <a:ea typeface="微软雅黑" panose="020B0503020204020204" pitchFamily="34" charset="-122"/>
                    <a:cs typeface="阿里巴巴普惠体 2.0 45 Light" panose="00020600040101010101" pitchFamily="18" charset="-122"/>
                  </a:rPr>
                  <a:t>ORIGIN OF THE HOLIDAY</a:t>
                </a:r>
                <a:endParaRPr lang="zh-CN" altLang="en-US" sz="1100" dirty="0">
                  <a:solidFill>
                    <a:schemeClr val="tx1">
                      <a:lumMod val="85000"/>
                      <a:lumOff val="15000"/>
                    </a:schemeClr>
                  </a:solidFill>
                  <a:latin typeface="微软雅黑" panose="020B0503020204020204" pitchFamily="34" charset="-122"/>
                  <a:ea typeface="微软雅黑" panose="020B0503020204020204" pitchFamily="34" charset="-122"/>
                  <a:cs typeface="阿里巴巴普惠体 2.0 45 Light" panose="00020600040101010101" pitchFamily="18" charset="-122"/>
                </a:endParaRPr>
              </a:p>
            </p:txBody>
          </p:sp>
        </p:grpSp>
        <p:sp>
          <p:nvSpPr>
            <p:cNvPr id="6" name="矩形 5"/>
            <p:cNvSpPr/>
            <p:nvPr/>
          </p:nvSpPr>
          <p:spPr>
            <a:xfrm>
              <a:off x="191344" y="174130"/>
              <a:ext cx="144016" cy="792088"/>
            </a:xfrm>
            <a:prstGeom prst="rect">
              <a:avLst/>
            </a:prstGeom>
            <a:solidFill>
              <a:srgbClr val="C00000"/>
            </a:solidFill>
            <a:ln>
              <a:no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 name="文本框 1"/>
          <p:cNvSpPr txBox="1"/>
          <p:nvPr/>
        </p:nvSpPr>
        <p:spPr>
          <a:xfrm>
            <a:off x="1036011" y="1754251"/>
            <a:ext cx="2984500" cy="523220"/>
          </a:xfrm>
          <a:prstGeom prst="rect">
            <a:avLst/>
          </a:prstGeom>
          <a:noFill/>
        </p:spPr>
        <p:txBody>
          <a:bodyPr wrap="square" rtlCol="0">
            <a:spAutoFit/>
          </a:bodyPr>
          <a:lstStyle/>
          <a:p>
            <a:pPr algn="dist"/>
            <a:r>
              <a:rPr lang="zh-CN" altLang="en-US" sz="2800" dirty="0">
                <a:solidFill>
                  <a:srgbClr val="C00000"/>
                </a:solidFill>
                <a:latin typeface="字魂110号-武林江湖体" panose="00000500000000000000" pitchFamily="2" charset="-122"/>
                <a:ea typeface="字魂110号-武林江湖体" panose="00000500000000000000" pitchFamily="2" charset="-122"/>
              </a:rPr>
              <a:t>爱国主义教育</a:t>
            </a:r>
            <a:endParaRPr lang="zh-CN" altLang="en-US" sz="2800" dirty="0">
              <a:solidFill>
                <a:srgbClr val="C00000"/>
              </a:solidFill>
              <a:latin typeface="字魂110号-武林江湖体" panose="00000500000000000000" pitchFamily="2" charset="-122"/>
              <a:ea typeface="字魂110号-武林江湖体" panose="00000500000000000000" pitchFamily="2" charset="-122"/>
            </a:endParaRPr>
          </a:p>
        </p:txBody>
      </p:sp>
      <p:sp>
        <p:nvSpPr>
          <p:cNvPr id="3" name="Rectangle 11"/>
          <p:cNvSpPr>
            <a:spLocks noChangeArrowheads="1"/>
          </p:cNvSpPr>
          <p:nvPr/>
        </p:nvSpPr>
        <p:spPr bwMode="auto">
          <a:xfrm>
            <a:off x="784015" y="2792850"/>
            <a:ext cx="1173760" cy="438357"/>
          </a:xfrm>
          <a:prstGeom prst="roundRect">
            <a:avLst>
              <a:gd name="adj" fmla="val 45512"/>
            </a:avLst>
          </a:prstGeom>
          <a:solidFill>
            <a:srgbClr val="A20000"/>
          </a:solidFill>
          <a:ln>
            <a:noFill/>
          </a:ln>
          <a:effectLst>
            <a:outerShdw blurRad="254000" dist="101600" dir="5400000" algn="ctr" rotWithShape="0">
              <a:srgbClr val="C30F0F">
                <a:alpha val="23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2000" dirty="0">
                <a:ln w="19050">
                  <a:noFill/>
                </a:ln>
                <a:gradFill>
                  <a:gsLst>
                    <a:gs pos="100000">
                      <a:srgbClr val="E9BE61"/>
                    </a:gs>
                    <a:gs pos="49000">
                      <a:srgbClr val="FEEFAC"/>
                    </a:gs>
                  </a:gsLst>
                  <a:lin ang="5400000" scaled="0"/>
                </a:gradFill>
                <a:latin typeface="字魂59号-创粗黑" panose="00000500000000000000" pitchFamily="2" charset="-122"/>
                <a:ea typeface="字魂59号-创粗黑" panose="00000500000000000000" pitchFamily="2" charset="-122"/>
                <a:sym typeface="+mn-lt"/>
              </a:rPr>
              <a:t>01</a:t>
            </a:r>
            <a:endParaRPr lang="zh-CN" altLang="en-US" sz="2000" dirty="0">
              <a:ln w="19050">
                <a:noFill/>
              </a:ln>
              <a:gradFill>
                <a:gsLst>
                  <a:gs pos="100000">
                    <a:srgbClr val="E9BE61"/>
                  </a:gs>
                  <a:gs pos="49000">
                    <a:srgbClr val="FEEFAC"/>
                  </a:gs>
                </a:gsLst>
                <a:lin ang="5400000" scaled="0"/>
              </a:gradFill>
              <a:latin typeface="字魂59号-创粗黑" panose="00000500000000000000" pitchFamily="2" charset="-122"/>
              <a:ea typeface="字魂59号-创粗黑" panose="00000500000000000000" pitchFamily="2" charset="-122"/>
              <a:sym typeface="+mn-lt"/>
            </a:endParaRPr>
          </a:p>
        </p:txBody>
      </p:sp>
      <p:sp>
        <p:nvSpPr>
          <p:cNvPr id="9" name="矩形 8"/>
          <p:cNvSpPr/>
          <p:nvPr/>
        </p:nvSpPr>
        <p:spPr>
          <a:xfrm>
            <a:off x="2039097" y="2717200"/>
            <a:ext cx="4934675" cy="609398"/>
          </a:xfrm>
          <a:prstGeom prst="rect">
            <a:avLst/>
          </a:prstGeom>
        </p:spPr>
        <p:txBody>
          <a:bodyPr wrap="square">
            <a:spAutoFit/>
          </a:bodyPr>
          <a:lstStyle/>
          <a:p>
            <a:pPr lvl="0">
              <a:lnSpc>
                <a:spcPct val="120000"/>
              </a:lnSpc>
            </a:pPr>
            <a:r>
              <a:rPr lang="zh-CN" altLang="en-US" sz="1400" spc="400" dirty="0">
                <a:solidFill>
                  <a:schemeClr val="tx1">
                    <a:lumMod val="85000"/>
                    <a:lumOff val="15000"/>
                  </a:schemeClr>
                </a:solidFill>
                <a:latin typeface="微软雅黑" panose="020B0503020204020204" pitchFamily="34" charset="-122"/>
                <a:ea typeface="微软雅黑" panose="020B0503020204020204" pitchFamily="34" charset="-122"/>
              </a:rPr>
              <a:t>但是不幸的是欧洲的爱国主义大多局限在一国内，并常常带有怀疑整体欧洲的特点。</a:t>
            </a:r>
            <a:endParaRPr lang="zh-CN" altLang="en-US" sz="1400" dirty="0">
              <a:solidFill>
                <a:prstClr val="black">
                  <a:lumMod val="75000"/>
                  <a:lumOff val="25000"/>
                </a:prstClr>
              </a:solidFill>
              <a:latin typeface="微软雅黑" panose="020B0503020204020204" pitchFamily="34" charset="-122"/>
              <a:ea typeface="微软雅黑" panose="020B0503020204020204" pitchFamily="34" charset="-122"/>
            </a:endParaRPr>
          </a:p>
        </p:txBody>
      </p:sp>
      <p:sp>
        <p:nvSpPr>
          <p:cNvPr id="10" name="矩形 9"/>
          <p:cNvSpPr/>
          <p:nvPr/>
        </p:nvSpPr>
        <p:spPr>
          <a:xfrm>
            <a:off x="942910" y="1822279"/>
            <a:ext cx="93103" cy="409520"/>
          </a:xfrm>
          <a:prstGeom prst="rect">
            <a:avLst/>
          </a:prstGeom>
          <a:solidFill>
            <a:srgbClr val="C00000"/>
          </a:solidFill>
          <a:ln>
            <a:noFill/>
          </a:ln>
          <a:effectLst>
            <a:outerShdw blurRad="63500" sx="101000" sy="101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Rectangle 11"/>
          <p:cNvSpPr>
            <a:spLocks noChangeArrowheads="1"/>
          </p:cNvSpPr>
          <p:nvPr/>
        </p:nvSpPr>
        <p:spPr bwMode="auto">
          <a:xfrm>
            <a:off x="784015" y="3955985"/>
            <a:ext cx="1173760" cy="438357"/>
          </a:xfrm>
          <a:prstGeom prst="roundRect">
            <a:avLst>
              <a:gd name="adj" fmla="val 45512"/>
            </a:avLst>
          </a:prstGeom>
          <a:solidFill>
            <a:srgbClr val="A20000"/>
          </a:solidFill>
          <a:ln>
            <a:noFill/>
          </a:ln>
          <a:effectLst>
            <a:outerShdw blurRad="254000" dist="101600" dir="5400000" algn="ctr" rotWithShape="0">
              <a:srgbClr val="C30F0F">
                <a:alpha val="23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2000" dirty="0">
                <a:ln w="19050">
                  <a:noFill/>
                </a:ln>
                <a:gradFill>
                  <a:gsLst>
                    <a:gs pos="100000">
                      <a:srgbClr val="E9BE61"/>
                    </a:gs>
                    <a:gs pos="49000">
                      <a:srgbClr val="FEEFAC"/>
                    </a:gs>
                  </a:gsLst>
                  <a:lin ang="5400000" scaled="0"/>
                </a:gradFill>
                <a:latin typeface="字魂59号-创粗黑" panose="00000500000000000000" pitchFamily="2" charset="-122"/>
                <a:ea typeface="字魂59号-创粗黑" panose="00000500000000000000" pitchFamily="2" charset="-122"/>
                <a:sym typeface="+mn-lt"/>
              </a:rPr>
              <a:t>02</a:t>
            </a:r>
            <a:endParaRPr lang="zh-CN" altLang="en-US" sz="2000" dirty="0">
              <a:ln w="19050">
                <a:noFill/>
              </a:ln>
              <a:gradFill>
                <a:gsLst>
                  <a:gs pos="100000">
                    <a:srgbClr val="E9BE61"/>
                  </a:gs>
                  <a:gs pos="49000">
                    <a:srgbClr val="FEEFAC"/>
                  </a:gs>
                </a:gsLst>
                <a:lin ang="5400000" scaled="0"/>
              </a:gradFill>
              <a:latin typeface="字魂59号-创粗黑" panose="00000500000000000000" pitchFamily="2" charset="-122"/>
              <a:ea typeface="字魂59号-创粗黑" panose="00000500000000000000" pitchFamily="2" charset="-122"/>
              <a:sym typeface="+mn-lt"/>
            </a:endParaRPr>
          </a:p>
        </p:txBody>
      </p:sp>
      <p:sp>
        <p:nvSpPr>
          <p:cNvPr id="12" name="矩形 11"/>
          <p:cNvSpPr/>
          <p:nvPr/>
        </p:nvSpPr>
        <p:spPr>
          <a:xfrm>
            <a:off x="2026935" y="3861279"/>
            <a:ext cx="4934675" cy="609398"/>
          </a:xfrm>
          <a:prstGeom prst="rect">
            <a:avLst/>
          </a:prstGeom>
        </p:spPr>
        <p:txBody>
          <a:bodyPr wrap="square">
            <a:spAutoFit/>
          </a:bodyPr>
          <a:lstStyle/>
          <a:p>
            <a:pPr>
              <a:lnSpc>
                <a:spcPct val="120000"/>
              </a:lnSpc>
            </a:pPr>
            <a:r>
              <a:rPr lang="zh-CN" altLang="en-US" sz="1400" dirty="0">
                <a:solidFill>
                  <a:schemeClr val="tx1">
                    <a:lumMod val="75000"/>
                    <a:lumOff val="25000"/>
                  </a:schemeClr>
                </a:solidFill>
                <a:latin typeface="微软雅黑" panose="020B0503020204020204" pitchFamily="34" charset="-122"/>
                <a:ea typeface="微软雅黑" panose="020B0503020204020204" pitchFamily="34" charset="-122"/>
              </a:rPr>
              <a:t>一些把宗教的位置放在母国之上的信教者经常招致爱国主义者的怀疑和敌意。</a:t>
            </a:r>
            <a:endParaRPr lang="zh-CN" altLang="en-US" sz="14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13" name="Rectangle 11"/>
          <p:cNvSpPr>
            <a:spLocks noChangeArrowheads="1"/>
          </p:cNvSpPr>
          <p:nvPr/>
        </p:nvSpPr>
        <p:spPr bwMode="auto">
          <a:xfrm>
            <a:off x="784015" y="4925937"/>
            <a:ext cx="1173760" cy="438357"/>
          </a:xfrm>
          <a:prstGeom prst="roundRect">
            <a:avLst>
              <a:gd name="adj" fmla="val 45512"/>
            </a:avLst>
          </a:prstGeom>
          <a:solidFill>
            <a:srgbClr val="A20000"/>
          </a:solidFill>
          <a:ln>
            <a:noFill/>
          </a:ln>
          <a:effectLst>
            <a:outerShdw blurRad="254000" dist="101600" dir="5400000" algn="ctr" rotWithShape="0">
              <a:srgbClr val="C30F0F">
                <a:alpha val="23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2000" dirty="0">
                <a:ln w="19050">
                  <a:noFill/>
                </a:ln>
                <a:gradFill>
                  <a:gsLst>
                    <a:gs pos="100000">
                      <a:srgbClr val="E9BE61"/>
                    </a:gs>
                    <a:gs pos="49000">
                      <a:srgbClr val="FEEFAC"/>
                    </a:gs>
                  </a:gsLst>
                  <a:lin ang="5400000" scaled="0"/>
                </a:gradFill>
                <a:latin typeface="字魂59号-创粗黑" panose="00000500000000000000" pitchFamily="2" charset="-122"/>
                <a:ea typeface="字魂59号-创粗黑" panose="00000500000000000000" pitchFamily="2" charset="-122"/>
                <a:sym typeface="+mn-lt"/>
              </a:rPr>
              <a:t>03</a:t>
            </a:r>
            <a:endParaRPr lang="zh-CN" altLang="en-US" sz="2000" dirty="0">
              <a:ln w="19050">
                <a:noFill/>
              </a:ln>
              <a:gradFill>
                <a:gsLst>
                  <a:gs pos="100000">
                    <a:srgbClr val="E9BE61"/>
                  </a:gs>
                  <a:gs pos="49000">
                    <a:srgbClr val="FEEFAC"/>
                  </a:gs>
                </a:gsLst>
                <a:lin ang="5400000" scaled="0"/>
              </a:gradFill>
              <a:latin typeface="字魂59号-创粗黑" panose="00000500000000000000" pitchFamily="2" charset="-122"/>
              <a:ea typeface="字魂59号-创粗黑" panose="00000500000000000000" pitchFamily="2" charset="-122"/>
              <a:sym typeface="+mn-lt"/>
            </a:endParaRPr>
          </a:p>
        </p:txBody>
      </p:sp>
      <p:sp>
        <p:nvSpPr>
          <p:cNvPr id="14" name="矩形 13"/>
          <p:cNvSpPr/>
          <p:nvPr/>
        </p:nvSpPr>
        <p:spPr>
          <a:xfrm>
            <a:off x="2039097" y="4875253"/>
            <a:ext cx="4934675" cy="609398"/>
          </a:xfrm>
          <a:prstGeom prst="rect">
            <a:avLst/>
          </a:prstGeom>
        </p:spPr>
        <p:txBody>
          <a:bodyPr wrap="square">
            <a:spAutoFit/>
          </a:bodyPr>
          <a:lstStyle/>
          <a:p>
            <a:pPr>
              <a:lnSpc>
                <a:spcPct val="120000"/>
              </a:lnSpc>
            </a:pPr>
            <a:r>
              <a:rPr lang="zh-CN" altLang="en-US" sz="1400" dirty="0">
                <a:solidFill>
                  <a:schemeClr val="tx1">
                    <a:lumMod val="75000"/>
                    <a:lumOff val="25000"/>
                  </a:schemeClr>
                </a:solidFill>
                <a:latin typeface="微软雅黑" panose="020B0503020204020204" pitchFamily="34" charset="-122"/>
                <a:ea typeface="微软雅黑" panose="020B0503020204020204" pitchFamily="34" charset="-122"/>
              </a:rPr>
              <a:t>举个例子，作为教会得力助手的哥伦布骑士团把爱国主义当作其四项美德之一。</a:t>
            </a:r>
            <a:endParaRPr lang="zh-CN" altLang="en-US" sz="14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pic>
        <p:nvPicPr>
          <p:cNvPr id="15" name="图片 14"/>
          <p:cNvPicPr>
            <a:picLocks noChangeAspect="1"/>
          </p:cNvPicPr>
          <p:nvPr/>
        </p:nvPicPr>
        <p:blipFill>
          <a:blip r:embed="rId1" cstate="email"/>
          <a:stretch>
            <a:fillRect/>
          </a:stretch>
        </p:blipFill>
        <p:spPr>
          <a:xfrm>
            <a:off x="6639411" y="2027041"/>
            <a:ext cx="5474395" cy="3862189"/>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7" presetClass="entr" presetSubtype="0" fill="hold" grpId="0" nodeType="clickEffect">
                                  <p:stCondLst>
                                    <p:cond delay="0"/>
                                  </p:stCondLst>
                                  <p:childTnLst>
                                    <p:set>
                                      <p:cBhvr>
                                        <p:cTn id="13" dur="1" fill="hold">
                                          <p:stCondLst>
                                            <p:cond delay="0"/>
                                          </p:stCondLst>
                                        </p:cTn>
                                        <p:tgtEl>
                                          <p:spTgt spid="10"/>
                                        </p:tgtEl>
                                        <p:attrNameLst>
                                          <p:attrName>style.visibility</p:attrName>
                                        </p:attrNameLst>
                                      </p:cBhvr>
                                      <p:to>
                                        <p:strVal val="visible"/>
                                      </p:to>
                                    </p:set>
                                    <p:animEffect transition="in" filter="fade">
                                      <p:cBhvr>
                                        <p:cTn id="14" dur="1000"/>
                                        <p:tgtEl>
                                          <p:spTgt spid="10"/>
                                        </p:tgtEl>
                                      </p:cBhvr>
                                    </p:animEffect>
                                    <p:anim calcmode="lin" valueType="num">
                                      <p:cBhvr>
                                        <p:cTn id="15" dur="1000" fill="hold"/>
                                        <p:tgtEl>
                                          <p:spTgt spid="10"/>
                                        </p:tgtEl>
                                        <p:attrNameLst>
                                          <p:attrName>ppt_x</p:attrName>
                                        </p:attrNameLst>
                                      </p:cBhvr>
                                      <p:tavLst>
                                        <p:tav tm="0">
                                          <p:val>
                                            <p:strVal val="#ppt_x"/>
                                          </p:val>
                                        </p:tav>
                                        <p:tav tm="100000">
                                          <p:val>
                                            <p:strVal val="#ppt_x"/>
                                          </p:val>
                                        </p:tav>
                                      </p:tavLst>
                                    </p:anim>
                                    <p:anim calcmode="lin" valueType="num">
                                      <p:cBhvr>
                                        <p:cTn id="16"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2"/>
                                        </p:tgtEl>
                                        <p:attrNameLst>
                                          <p:attrName>style.visibility</p:attrName>
                                        </p:attrNameLst>
                                      </p:cBhvr>
                                      <p:to>
                                        <p:strVal val="visible"/>
                                      </p:to>
                                    </p:set>
                                    <p:animEffect transition="in" filter="wipe(left)">
                                      <p:cBhvr>
                                        <p:cTn id="21" dur="500"/>
                                        <p:tgtEl>
                                          <p:spTgt spid="2"/>
                                        </p:tgtEl>
                                      </p:cBhvr>
                                    </p:animEffect>
                                  </p:childTnLst>
                                </p:cTn>
                              </p:par>
                            </p:childTnLst>
                          </p:cTn>
                        </p:par>
                      </p:childTnLst>
                    </p:cTn>
                  </p:par>
                  <p:par>
                    <p:cTn id="22" fill="hold">
                      <p:stCondLst>
                        <p:cond delay="indefinite"/>
                      </p:stCondLst>
                      <p:childTnLst>
                        <p:par>
                          <p:cTn id="23" fill="hold">
                            <p:stCondLst>
                              <p:cond delay="0"/>
                            </p:stCondLst>
                            <p:childTnLst>
                              <p:par>
                                <p:cTn id="24" presetID="53" presetClass="entr" presetSubtype="16" fill="hold" grpId="0" nodeType="clickEffect">
                                  <p:stCondLst>
                                    <p:cond delay="0"/>
                                  </p:stCondLst>
                                  <p:childTnLst>
                                    <p:set>
                                      <p:cBhvr>
                                        <p:cTn id="25" dur="1" fill="hold">
                                          <p:stCondLst>
                                            <p:cond delay="0"/>
                                          </p:stCondLst>
                                        </p:cTn>
                                        <p:tgtEl>
                                          <p:spTgt spid="3"/>
                                        </p:tgtEl>
                                        <p:attrNameLst>
                                          <p:attrName>style.visibility</p:attrName>
                                        </p:attrNameLst>
                                      </p:cBhvr>
                                      <p:to>
                                        <p:strVal val="visible"/>
                                      </p:to>
                                    </p:set>
                                    <p:anim calcmode="lin" valueType="num">
                                      <p:cBhvr>
                                        <p:cTn id="26" dur="500" fill="hold"/>
                                        <p:tgtEl>
                                          <p:spTgt spid="3"/>
                                        </p:tgtEl>
                                        <p:attrNameLst>
                                          <p:attrName>ppt_w</p:attrName>
                                        </p:attrNameLst>
                                      </p:cBhvr>
                                      <p:tavLst>
                                        <p:tav tm="0">
                                          <p:val>
                                            <p:fltVal val="0"/>
                                          </p:val>
                                        </p:tav>
                                        <p:tav tm="100000">
                                          <p:val>
                                            <p:strVal val="#ppt_w"/>
                                          </p:val>
                                        </p:tav>
                                      </p:tavLst>
                                    </p:anim>
                                    <p:anim calcmode="lin" valueType="num">
                                      <p:cBhvr>
                                        <p:cTn id="27" dur="500" fill="hold"/>
                                        <p:tgtEl>
                                          <p:spTgt spid="3"/>
                                        </p:tgtEl>
                                        <p:attrNameLst>
                                          <p:attrName>ppt_h</p:attrName>
                                        </p:attrNameLst>
                                      </p:cBhvr>
                                      <p:tavLst>
                                        <p:tav tm="0">
                                          <p:val>
                                            <p:fltVal val="0"/>
                                          </p:val>
                                        </p:tav>
                                        <p:tav tm="100000">
                                          <p:val>
                                            <p:strVal val="#ppt_h"/>
                                          </p:val>
                                        </p:tav>
                                      </p:tavLst>
                                    </p:anim>
                                    <p:animEffect transition="in" filter="fade">
                                      <p:cBhvr>
                                        <p:cTn id="28" dur="500"/>
                                        <p:tgtEl>
                                          <p:spTgt spid="3"/>
                                        </p:tgtEl>
                                      </p:cBhvr>
                                    </p:animEffect>
                                  </p:childTnLst>
                                </p:cTn>
                              </p:par>
                            </p:childTnLst>
                          </p:cTn>
                        </p:par>
                      </p:childTnLst>
                    </p:cTn>
                  </p:par>
                  <p:par>
                    <p:cTn id="29" fill="hold">
                      <p:stCondLst>
                        <p:cond delay="indefinite"/>
                      </p:stCondLst>
                      <p:childTnLst>
                        <p:par>
                          <p:cTn id="30" fill="hold">
                            <p:stCondLst>
                              <p:cond delay="0"/>
                            </p:stCondLst>
                            <p:childTnLst>
                              <p:par>
                                <p:cTn id="31" presetID="14" presetClass="entr" presetSubtype="10" fill="hold" grpId="0" nodeType="clickEffect">
                                  <p:stCondLst>
                                    <p:cond delay="0"/>
                                  </p:stCondLst>
                                  <p:childTnLst>
                                    <p:set>
                                      <p:cBhvr>
                                        <p:cTn id="32" dur="1" fill="hold">
                                          <p:stCondLst>
                                            <p:cond delay="0"/>
                                          </p:stCondLst>
                                        </p:cTn>
                                        <p:tgtEl>
                                          <p:spTgt spid="9"/>
                                        </p:tgtEl>
                                        <p:attrNameLst>
                                          <p:attrName>style.visibility</p:attrName>
                                        </p:attrNameLst>
                                      </p:cBhvr>
                                      <p:to>
                                        <p:strVal val="visible"/>
                                      </p:to>
                                    </p:set>
                                    <p:animEffect transition="in" filter="randombar(horizontal)">
                                      <p:cBhvr>
                                        <p:cTn id="33" dur="500"/>
                                        <p:tgtEl>
                                          <p:spTgt spid="9"/>
                                        </p:tgtEl>
                                      </p:cBhvr>
                                    </p:animEffect>
                                  </p:childTnLst>
                                </p:cTn>
                              </p:par>
                            </p:childTnLst>
                          </p:cTn>
                        </p:par>
                      </p:childTnLst>
                    </p:cTn>
                  </p:par>
                  <p:par>
                    <p:cTn id="34" fill="hold">
                      <p:stCondLst>
                        <p:cond delay="indefinite"/>
                      </p:stCondLst>
                      <p:childTnLst>
                        <p:par>
                          <p:cTn id="35" fill="hold">
                            <p:stCondLst>
                              <p:cond delay="0"/>
                            </p:stCondLst>
                            <p:childTnLst>
                              <p:par>
                                <p:cTn id="36" presetID="53" presetClass="entr" presetSubtype="16" fill="hold" grpId="0" nodeType="clickEffect">
                                  <p:stCondLst>
                                    <p:cond delay="0"/>
                                  </p:stCondLst>
                                  <p:childTnLst>
                                    <p:set>
                                      <p:cBhvr>
                                        <p:cTn id="37" dur="1" fill="hold">
                                          <p:stCondLst>
                                            <p:cond delay="0"/>
                                          </p:stCondLst>
                                        </p:cTn>
                                        <p:tgtEl>
                                          <p:spTgt spid="11"/>
                                        </p:tgtEl>
                                        <p:attrNameLst>
                                          <p:attrName>style.visibility</p:attrName>
                                        </p:attrNameLst>
                                      </p:cBhvr>
                                      <p:to>
                                        <p:strVal val="visible"/>
                                      </p:to>
                                    </p:set>
                                    <p:anim calcmode="lin" valueType="num">
                                      <p:cBhvr>
                                        <p:cTn id="38" dur="500" fill="hold"/>
                                        <p:tgtEl>
                                          <p:spTgt spid="11"/>
                                        </p:tgtEl>
                                        <p:attrNameLst>
                                          <p:attrName>ppt_w</p:attrName>
                                        </p:attrNameLst>
                                      </p:cBhvr>
                                      <p:tavLst>
                                        <p:tav tm="0">
                                          <p:val>
                                            <p:fltVal val="0"/>
                                          </p:val>
                                        </p:tav>
                                        <p:tav tm="100000">
                                          <p:val>
                                            <p:strVal val="#ppt_w"/>
                                          </p:val>
                                        </p:tav>
                                      </p:tavLst>
                                    </p:anim>
                                    <p:anim calcmode="lin" valueType="num">
                                      <p:cBhvr>
                                        <p:cTn id="39" dur="500" fill="hold"/>
                                        <p:tgtEl>
                                          <p:spTgt spid="11"/>
                                        </p:tgtEl>
                                        <p:attrNameLst>
                                          <p:attrName>ppt_h</p:attrName>
                                        </p:attrNameLst>
                                      </p:cBhvr>
                                      <p:tavLst>
                                        <p:tav tm="0">
                                          <p:val>
                                            <p:fltVal val="0"/>
                                          </p:val>
                                        </p:tav>
                                        <p:tav tm="100000">
                                          <p:val>
                                            <p:strVal val="#ppt_h"/>
                                          </p:val>
                                        </p:tav>
                                      </p:tavLst>
                                    </p:anim>
                                    <p:animEffect transition="in" filter="fade">
                                      <p:cBhvr>
                                        <p:cTn id="40" dur="500"/>
                                        <p:tgtEl>
                                          <p:spTgt spid="11"/>
                                        </p:tgtEl>
                                      </p:cBhvr>
                                    </p:animEffect>
                                  </p:childTnLst>
                                </p:cTn>
                              </p:par>
                            </p:childTnLst>
                          </p:cTn>
                        </p:par>
                      </p:childTnLst>
                    </p:cTn>
                  </p:par>
                  <p:par>
                    <p:cTn id="41" fill="hold">
                      <p:stCondLst>
                        <p:cond delay="indefinite"/>
                      </p:stCondLst>
                      <p:childTnLst>
                        <p:par>
                          <p:cTn id="42" fill="hold">
                            <p:stCondLst>
                              <p:cond delay="0"/>
                            </p:stCondLst>
                            <p:childTnLst>
                              <p:par>
                                <p:cTn id="43" presetID="14" presetClass="entr" presetSubtype="10" fill="hold" grpId="0" nodeType="clickEffect">
                                  <p:stCondLst>
                                    <p:cond delay="0"/>
                                  </p:stCondLst>
                                  <p:childTnLst>
                                    <p:set>
                                      <p:cBhvr>
                                        <p:cTn id="44" dur="1" fill="hold">
                                          <p:stCondLst>
                                            <p:cond delay="0"/>
                                          </p:stCondLst>
                                        </p:cTn>
                                        <p:tgtEl>
                                          <p:spTgt spid="12"/>
                                        </p:tgtEl>
                                        <p:attrNameLst>
                                          <p:attrName>style.visibility</p:attrName>
                                        </p:attrNameLst>
                                      </p:cBhvr>
                                      <p:to>
                                        <p:strVal val="visible"/>
                                      </p:to>
                                    </p:set>
                                    <p:animEffect transition="in" filter="randombar(horizontal)">
                                      <p:cBhvr>
                                        <p:cTn id="45" dur="500"/>
                                        <p:tgtEl>
                                          <p:spTgt spid="12"/>
                                        </p:tgtEl>
                                      </p:cBhvr>
                                    </p:animEffect>
                                  </p:childTnLst>
                                </p:cTn>
                              </p:par>
                            </p:childTnLst>
                          </p:cTn>
                        </p:par>
                      </p:childTnLst>
                    </p:cTn>
                  </p:par>
                  <p:par>
                    <p:cTn id="46" fill="hold">
                      <p:stCondLst>
                        <p:cond delay="indefinite"/>
                      </p:stCondLst>
                      <p:childTnLst>
                        <p:par>
                          <p:cTn id="47" fill="hold">
                            <p:stCondLst>
                              <p:cond delay="0"/>
                            </p:stCondLst>
                            <p:childTnLst>
                              <p:par>
                                <p:cTn id="48" presetID="53" presetClass="entr" presetSubtype="16" fill="hold" grpId="0" nodeType="clickEffect">
                                  <p:stCondLst>
                                    <p:cond delay="0"/>
                                  </p:stCondLst>
                                  <p:childTnLst>
                                    <p:set>
                                      <p:cBhvr>
                                        <p:cTn id="49" dur="1" fill="hold">
                                          <p:stCondLst>
                                            <p:cond delay="0"/>
                                          </p:stCondLst>
                                        </p:cTn>
                                        <p:tgtEl>
                                          <p:spTgt spid="13"/>
                                        </p:tgtEl>
                                        <p:attrNameLst>
                                          <p:attrName>style.visibility</p:attrName>
                                        </p:attrNameLst>
                                      </p:cBhvr>
                                      <p:to>
                                        <p:strVal val="visible"/>
                                      </p:to>
                                    </p:set>
                                    <p:anim calcmode="lin" valueType="num">
                                      <p:cBhvr>
                                        <p:cTn id="50" dur="500" fill="hold"/>
                                        <p:tgtEl>
                                          <p:spTgt spid="13"/>
                                        </p:tgtEl>
                                        <p:attrNameLst>
                                          <p:attrName>ppt_w</p:attrName>
                                        </p:attrNameLst>
                                      </p:cBhvr>
                                      <p:tavLst>
                                        <p:tav tm="0">
                                          <p:val>
                                            <p:fltVal val="0"/>
                                          </p:val>
                                        </p:tav>
                                        <p:tav tm="100000">
                                          <p:val>
                                            <p:strVal val="#ppt_w"/>
                                          </p:val>
                                        </p:tav>
                                      </p:tavLst>
                                    </p:anim>
                                    <p:anim calcmode="lin" valueType="num">
                                      <p:cBhvr>
                                        <p:cTn id="51" dur="500" fill="hold"/>
                                        <p:tgtEl>
                                          <p:spTgt spid="13"/>
                                        </p:tgtEl>
                                        <p:attrNameLst>
                                          <p:attrName>ppt_h</p:attrName>
                                        </p:attrNameLst>
                                      </p:cBhvr>
                                      <p:tavLst>
                                        <p:tav tm="0">
                                          <p:val>
                                            <p:fltVal val="0"/>
                                          </p:val>
                                        </p:tav>
                                        <p:tav tm="100000">
                                          <p:val>
                                            <p:strVal val="#ppt_h"/>
                                          </p:val>
                                        </p:tav>
                                      </p:tavLst>
                                    </p:anim>
                                    <p:animEffect transition="in" filter="fade">
                                      <p:cBhvr>
                                        <p:cTn id="52" dur="500"/>
                                        <p:tgtEl>
                                          <p:spTgt spid="13"/>
                                        </p:tgtEl>
                                      </p:cBhvr>
                                    </p:animEffect>
                                  </p:childTnLst>
                                </p:cTn>
                              </p:par>
                            </p:childTnLst>
                          </p:cTn>
                        </p:par>
                      </p:childTnLst>
                    </p:cTn>
                  </p:par>
                  <p:par>
                    <p:cTn id="53" fill="hold">
                      <p:stCondLst>
                        <p:cond delay="indefinite"/>
                      </p:stCondLst>
                      <p:childTnLst>
                        <p:par>
                          <p:cTn id="54" fill="hold">
                            <p:stCondLst>
                              <p:cond delay="0"/>
                            </p:stCondLst>
                            <p:childTnLst>
                              <p:par>
                                <p:cTn id="55" presetID="14" presetClass="entr" presetSubtype="10" fill="hold" grpId="0" nodeType="clickEffect">
                                  <p:stCondLst>
                                    <p:cond delay="0"/>
                                  </p:stCondLst>
                                  <p:childTnLst>
                                    <p:set>
                                      <p:cBhvr>
                                        <p:cTn id="56" dur="1" fill="hold">
                                          <p:stCondLst>
                                            <p:cond delay="0"/>
                                          </p:stCondLst>
                                        </p:cTn>
                                        <p:tgtEl>
                                          <p:spTgt spid="14"/>
                                        </p:tgtEl>
                                        <p:attrNameLst>
                                          <p:attrName>style.visibility</p:attrName>
                                        </p:attrNameLst>
                                      </p:cBhvr>
                                      <p:to>
                                        <p:strVal val="visible"/>
                                      </p:to>
                                    </p:set>
                                    <p:animEffect transition="in" filter="randombar(horizontal)">
                                      <p:cBhvr>
                                        <p:cTn id="57" dur="500"/>
                                        <p:tgtEl>
                                          <p:spTgt spid="14"/>
                                        </p:tgtEl>
                                      </p:cBhvr>
                                    </p:animEffect>
                                  </p:childTnLst>
                                </p:cTn>
                              </p:par>
                            </p:childTnLst>
                          </p:cTn>
                        </p:par>
                      </p:childTnLst>
                    </p:cTn>
                  </p:par>
                  <p:par>
                    <p:cTn id="58" fill="hold">
                      <p:stCondLst>
                        <p:cond delay="indefinite"/>
                      </p:stCondLst>
                      <p:childTnLst>
                        <p:par>
                          <p:cTn id="59" fill="hold">
                            <p:stCondLst>
                              <p:cond delay="0"/>
                            </p:stCondLst>
                            <p:childTnLst>
                              <p:par>
                                <p:cTn id="60" presetID="53" presetClass="entr" presetSubtype="16" fill="hold" nodeType="clickEffect">
                                  <p:stCondLst>
                                    <p:cond delay="0"/>
                                  </p:stCondLst>
                                  <p:childTnLst>
                                    <p:set>
                                      <p:cBhvr>
                                        <p:cTn id="61" dur="1" fill="hold">
                                          <p:stCondLst>
                                            <p:cond delay="0"/>
                                          </p:stCondLst>
                                        </p:cTn>
                                        <p:tgtEl>
                                          <p:spTgt spid="15"/>
                                        </p:tgtEl>
                                        <p:attrNameLst>
                                          <p:attrName>style.visibility</p:attrName>
                                        </p:attrNameLst>
                                      </p:cBhvr>
                                      <p:to>
                                        <p:strVal val="visible"/>
                                      </p:to>
                                    </p:set>
                                    <p:anim calcmode="lin" valueType="num">
                                      <p:cBhvr>
                                        <p:cTn id="62" dur="500" fill="hold"/>
                                        <p:tgtEl>
                                          <p:spTgt spid="15"/>
                                        </p:tgtEl>
                                        <p:attrNameLst>
                                          <p:attrName>ppt_w</p:attrName>
                                        </p:attrNameLst>
                                      </p:cBhvr>
                                      <p:tavLst>
                                        <p:tav tm="0">
                                          <p:val>
                                            <p:fltVal val="0"/>
                                          </p:val>
                                        </p:tav>
                                        <p:tav tm="100000">
                                          <p:val>
                                            <p:strVal val="#ppt_w"/>
                                          </p:val>
                                        </p:tav>
                                      </p:tavLst>
                                    </p:anim>
                                    <p:anim calcmode="lin" valueType="num">
                                      <p:cBhvr>
                                        <p:cTn id="63" dur="500" fill="hold"/>
                                        <p:tgtEl>
                                          <p:spTgt spid="15"/>
                                        </p:tgtEl>
                                        <p:attrNameLst>
                                          <p:attrName>ppt_h</p:attrName>
                                        </p:attrNameLst>
                                      </p:cBhvr>
                                      <p:tavLst>
                                        <p:tav tm="0">
                                          <p:val>
                                            <p:fltVal val="0"/>
                                          </p:val>
                                        </p:tav>
                                        <p:tav tm="100000">
                                          <p:val>
                                            <p:strVal val="#ppt_h"/>
                                          </p:val>
                                        </p:tav>
                                      </p:tavLst>
                                    </p:anim>
                                    <p:animEffect transition="in" filter="fade">
                                      <p:cBhvr>
                                        <p:cTn id="64"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animBg="1"/>
      <p:bldP spid="9" grpId="0"/>
      <p:bldP spid="10" grpId="0" animBg="1"/>
      <p:bldP spid="11" grpId="0" animBg="1"/>
      <p:bldP spid="12" grpId="0"/>
      <p:bldP spid="13" grpId="0" animBg="1"/>
      <p:bldP spid="14"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767408" y="620690"/>
            <a:ext cx="3960440" cy="846817"/>
            <a:chOff x="191344" y="174130"/>
            <a:chExt cx="3960440" cy="846817"/>
          </a:xfrm>
        </p:grpSpPr>
        <p:grpSp>
          <p:nvGrpSpPr>
            <p:cNvPr id="5" name="组合 4"/>
            <p:cNvGrpSpPr/>
            <p:nvPr/>
          </p:nvGrpSpPr>
          <p:grpSpPr>
            <a:xfrm>
              <a:off x="431433" y="253069"/>
              <a:ext cx="3720351" cy="767878"/>
              <a:chOff x="3402338" y="4170387"/>
              <a:chExt cx="6546490" cy="767878"/>
            </a:xfrm>
          </p:grpSpPr>
          <p:sp>
            <p:nvSpPr>
              <p:cNvPr id="7" name="文本框 6"/>
              <p:cNvSpPr txBox="1"/>
              <p:nvPr/>
            </p:nvSpPr>
            <p:spPr>
              <a:xfrm>
                <a:off x="3403381" y="4170387"/>
                <a:ext cx="6545447" cy="584775"/>
              </a:xfrm>
              <a:prstGeom prst="rect">
                <a:avLst/>
              </a:prstGeom>
              <a:noFill/>
            </p:spPr>
            <p:txBody>
              <a:bodyPr wrap="square" rtlCol="0">
                <a:spAutoFit/>
              </a:bodyPr>
              <a:lstStyle/>
              <a:p>
                <a:pPr algn="dist"/>
                <a:r>
                  <a:rPr lang="zh-CN" altLang="en-US" sz="3200" b="1" dirty="0">
                    <a:ln w="15875">
                      <a:noFill/>
                    </a:ln>
                    <a:gradFill flip="none" rotWithShape="1">
                      <a:gsLst>
                        <a:gs pos="0">
                          <a:srgbClr val="F94739"/>
                        </a:gs>
                        <a:gs pos="86000">
                          <a:srgbClr val="BF2833"/>
                        </a:gs>
                      </a:gsLst>
                      <a:lin ang="5400000" scaled="1"/>
                      <a:tileRect/>
                    </a:gradFill>
                    <a:effectLst>
                      <a:outerShdw blurRad="38100" dist="38100" dir="2700000" algn="tl">
                        <a:srgbClr val="75161B">
                          <a:alpha val="43000"/>
                        </a:srgbClr>
                      </a:outerShdw>
                    </a:effectLst>
                    <a:latin typeface="阿里巴巴普惠体 2.0 75 SemiBold" panose="00020600040101010101" pitchFamily="18" charset="-122"/>
                    <a:ea typeface="阿里巴巴普惠体 2.0 75 SemiBold" panose="00020600040101010101" pitchFamily="18" charset="-122"/>
                    <a:cs typeface="阿里巴巴普惠体 2.0 75 SemiBold" panose="00020600040101010101" pitchFamily="18" charset="-122"/>
                  </a:rPr>
                  <a:t>爱国主义教育意义</a:t>
                </a:r>
                <a:endParaRPr lang="zh-CN" altLang="en-US" sz="3200" b="1" dirty="0">
                  <a:ln w="15875">
                    <a:noFill/>
                  </a:ln>
                  <a:gradFill flip="none" rotWithShape="1">
                    <a:gsLst>
                      <a:gs pos="0">
                        <a:srgbClr val="F94739"/>
                      </a:gs>
                      <a:gs pos="86000">
                        <a:srgbClr val="BF2833"/>
                      </a:gs>
                    </a:gsLst>
                    <a:lin ang="5400000" scaled="1"/>
                    <a:tileRect/>
                  </a:gradFill>
                  <a:effectLst>
                    <a:outerShdw blurRad="38100" dist="38100" dir="2700000" algn="tl">
                      <a:srgbClr val="75161B">
                        <a:alpha val="43000"/>
                      </a:srgbClr>
                    </a:outerShdw>
                  </a:effectLst>
                  <a:latin typeface="阿里巴巴普惠体 2.0 75 SemiBold" panose="00020600040101010101" pitchFamily="18" charset="-122"/>
                  <a:ea typeface="阿里巴巴普惠体 2.0 75 SemiBold" panose="00020600040101010101" pitchFamily="18" charset="-122"/>
                  <a:cs typeface="阿里巴巴普惠体 2.0 75 SemiBold" panose="00020600040101010101" pitchFamily="18" charset="-122"/>
                </a:endParaRPr>
              </a:p>
            </p:txBody>
          </p:sp>
          <p:sp>
            <p:nvSpPr>
              <p:cNvPr id="8" name="文本框 7"/>
              <p:cNvSpPr txBox="1"/>
              <p:nvPr/>
            </p:nvSpPr>
            <p:spPr>
              <a:xfrm>
                <a:off x="3402338" y="4676655"/>
                <a:ext cx="5651078" cy="261610"/>
              </a:xfrm>
              <a:prstGeom prst="rect">
                <a:avLst/>
              </a:prstGeom>
              <a:noFill/>
            </p:spPr>
            <p:txBody>
              <a:bodyPr wrap="square" rtlCol="0">
                <a:spAutoFit/>
              </a:bodyPr>
              <a:lstStyle/>
              <a:p>
                <a:pPr algn="dist"/>
                <a:r>
                  <a:rPr lang="en-US" altLang="zh-CN" sz="1100" dirty="0">
                    <a:solidFill>
                      <a:schemeClr val="tx1">
                        <a:lumMod val="85000"/>
                        <a:lumOff val="15000"/>
                      </a:schemeClr>
                    </a:solidFill>
                    <a:latin typeface="微软雅黑" panose="020B0503020204020204" pitchFamily="34" charset="-122"/>
                    <a:ea typeface="微软雅黑" panose="020B0503020204020204" pitchFamily="34" charset="-122"/>
                    <a:cs typeface="阿里巴巴普惠体 2.0 45 Light" panose="00020600040101010101" pitchFamily="18" charset="-122"/>
                  </a:rPr>
                  <a:t>ORIGIN OF THE HOLIDAY</a:t>
                </a:r>
                <a:endParaRPr lang="zh-CN" altLang="en-US" sz="1100" dirty="0">
                  <a:solidFill>
                    <a:schemeClr val="tx1">
                      <a:lumMod val="85000"/>
                      <a:lumOff val="15000"/>
                    </a:schemeClr>
                  </a:solidFill>
                  <a:latin typeface="微软雅黑" panose="020B0503020204020204" pitchFamily="34" charset="-122"/>
                  <a:ea typeface="微软雅黑" panose="020B0503020204020204" pitchFamily="34" charset="-122"/>
                  <a:cs typeface="阿里巴巴普惠体 2.0 45 Light" panose="00020600040101010101" pitchFamily="18" charset="-122"/>
                </a:endParaRPr>
              </a:p>
            </p:txBody>
          </p:sp>
        </p:grpSp>
        <p:sp>
          <p:nvSpPr>
            <p:cNvPr id="6" name="矩形 5"/>
            <p:cNvSpPr/>
            <p:nvPr/>
          </p:nvSpPr>
          <p:spPr>
            <a:xfrm>
              <a:off x="191344" y="174130"/>
              <a:ext cx="144016" cy="792088"/>
            </a:xfrm>
            <a:prstGeom prst="rect">
              <a:avLst/>
            </a:prstGeom>
            <a:solidFill>
              <a:srgbClr val="C00000"/>
            </a:solidFill>
            <a:ln>
              <a:no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 name="组合 1"/>
          <p:cNvGrpSpPr/>
          <p:nvPr/>
        </p:nvGrpSpPr>
        <p:grpSpPr>
          <a:xfrm>
            <a:off x="697054" y="1670903"/>
            <a:ext cx="5176268" cy="1981858"/>
            <a:chOff x="697053" y="1577766"/>
            <a:chExt cx="5176268" cy="1981858"/>
          </a:xfrm>
        </p:grpSpPr>
        <p:cxnSp>
          <p:nvCxnSpPr>
            <p:cNvPr id="3" name="Aitds6"/>
            <p:cNvCxnSpPr/>
            <p:nvPr/>
          </p:nvCxnSpPr>
          <p:spPr>
            <a:xfrm>
              <a:off x="698871" y="2191132"/>
              <a:ext cx="0" cy="775504"/>
            </a:xfrm>
            <a:prstGeom prst="line">
              <a:avLst/>
            </a:prstGeom>
            <a:ln>
              <a:solidFill>
                <a:srgbClr val="C00000"/>
              </a:solidFill>
            </a:ln>
          </p:spPr>
          <p:style>
            <a:lnRef idx="1">
              <a:schemeClr val="accent1"/>
            </a:lnRef>
            <a:fillRef idx="0">
              <a:schemeClr val="accent1"/>
            </a:fillRef>
            <a:effectRef idx="0">
              <a:schemeClr val="accent1"/>
            </a:effectRef>
            <a:fontRef idx="minor">
              <a:schemeClr val="tx1"/>
            </a:fontRef>
          </p:style>
        </p:cxnSp>
        <p:grpSp>
          <p:nvGrpSpPr>
            <p:cNvPr id="9" name="Aitds7"/>
            <p:cNvGrpSpPr/>
            <p:nvPr/>
          </p:nvGrpSpPr>
          <p:grpSpPr>
            <a:xfrm>
              <a:off x="697053" y="2115261"/>
              <a:ext cx="3230479" cy="173986"/>
              <a:chOff x="2977032" y="4682325"/>
              <a:chExt cx="3230479" cy="173986"/>
            </a:xfrm>
          </p:grpSpPr>
          <p:cxnSp>
            <p:nvCxnSpPr>
              <p:cNvPr id="15" name="Aitds7-1"/>
              <p:cNvCxnSpPr/>
              <p:nvPr/>
            </p:nvCxnSpPr>
            <p:spPr>
              <a:xfrm>
                <a:off x="2977032" y="4758196"/>
                <a:ext cx="3098648" cy="0"/>
              </a:xfrm>
              <a:prstGeom prst="line">
                <a:avLst/>
              </a:prstGeom>
              <a:ln>
                <a:solidFill>
                  <a:srgbClr val="C00000"/>
                </a:solidFill>
              </a:ln>
            </p:spPr>
            <p:style>
              <a:lnRef idx="1">
                <a:schemeClr val="accent1"/>
              </a:lnRef>
              <a:fillRef idx="0">
                <a:schemeClr val="accent1"/>
              </a:fillRef>
              <a:effectRef idx="0">
                <a:schemeClr val="accent1"/>
              </a:effectRef>
              <a:fontRef idx="minor">
                <a:schemeClr val="tx1"/>
              </a:fontRef>
            </p:style>
          </p:cxnSp>
          <p:sp>
            <p:nvSpPr>
              <p:cNvPr id="16" name="Aitds7-2"/>
              <p:cNvSpPr/>
              <p:nvPr/>
            </p:nvSpPr>
            <p:spPr>
              <a:xfrm>
                <a:off x="6033525" y="4682325"/>
                <a:ext cx="173986" cy="173986"/>
              </a:xfrm>
              <a:prstGeom prst="donu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85000"/>
                      <a:lumOff val="15000"/>
                    </a:schemeClr>
                  </a:solidFill>
                  <a:latin typeface="字魂95号-手刻宋" panose="00000500000000000000" pitchFamily="2" charset="-122"/>
                  <a:ea typeface="字魂95号-手刻宋" panose="00000500000000000000" pitchFamily="2" charset="-122"/>
                </a:endParaRPr>
              </a:p>
            </p:txBody>
          </p:sp>
        </p:grpSp>
        <p:cxnSp>
          <p:nvCxnSpPr>
            <p:cNvPr id="10" name="Aitds8"/>
            <p:cNvCxnSpPr/>
            <p:nvPr/>
          </p:nvCxnSpPr>
          <p:spPr>
            <a:xfrm>
              <a:off x="5870813" y="2672252"/>
              <a:ext cx="0" cy="887372"/>
            </a:xfrm>
            <a:prstGeom prst="line">
              <a:avLst/>
            </a:prstGeom>
            <a:ln>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1" name="Aitds9"/>
            <p:cNvCxnSpPr/>
            <p:nvPr/>
          </p:nvCxnSpPr>
          <p:spPr>
            <a:xfrm>
              <a:off x="1633771" y="3548049"/>
              <a:ext cx="4239550" cy="0"/>
            </a:xfrm>
            <a:prstGeom prst="line">
              <a:avLst/>
            </a:prstGeom>
            <a:ln>
              <a:solidFill>
                <a:srgbClr val="C00000"/>
              </a:solidFill>
            </a:ln>
          </p:spPr>
          <p:style>
            <a:lnRef idx="1">
              <a:schemeClr val="accent1"/>
            </a:lnRef>
            <a:fillRef idx="0">
              <a:schemeClr val="accent1"/>
            </a:fillRef>
            <a:effectRef idx="0">
              <a:schemeClr val="accent1"/>
            </a:effectRef>
            <a:fontRef idx="minor">
              <a:schemeClr val="tx1"/>
            </a:fontRef>
          </p:style>
        </p:cxnSp>
        <p:sp>
          <p:nvSpPr>
            <p:cNvPr id="12" name="文本框 11"/>
            <p:cNvSpPr txBox="1"/>
            <p:nvPr/>
          </p:nvSpPr>
          <p:spPr>
            <a:xfrm>
              <a:off x="1436821" y="1631353"/>
              <a:ext cx="1505783" cy="424732"/>
            </a:xfrm>
            <a:prstGeom prst="rect">
              <a:avLst/>
            </a:prstGeom>
            <a:noFill/>
          </p:spPr>
          <p:txBody>
            <a:bodyPr wrap="square" rtlCol="0">
              <a:spAutoFit/>
            </a:bodyPr>
            <a:lstStyle/>
            <a:p>
              <a:pPr algn="l">
                <a:lnSpc>
                  <a:spcPct val="90000"/>
                </a:lnSpc>
              </a:pPr>
              <a:r>
                <a:rPr lang="zh-CN" altLang="en-US" sz="2400" dirty="0">
                  <a:latin typeface="字魂59号-创粗黑" panose="00000500000000000000" pitchFamily="2" charset="-122"/>
                  <a:ea typeface="字魂59号-创粗黑" panose="00000500000000000000" pitchFamily="2" charset="-122"/>
                </a:rPr>
                <a:t>教育意义</a:t>
              </a:r>
              <a:endParaRPr lang="zh-CN" altLang="en-US" sz="2400" dirty="0">
                <a:latin typeface="字魂59号-创粗黑" panose="00000500000000000000" pitchFamily="2" charset="-122"/>
                <a:ea typeface="字魂59号-创粗黑" panose="00000500000000000000" pitchFamily="2" charset="-122"/>
              </a:endParaRPr>
            </a:p>
          </p:txBody>
        </p:sp>
        <p:sp>
          <p:nvSpPr>
            <p:cNvPr id="13" name="文本框 12"/>
            <p:cNvSpPr txBox="1"/>
            <p:nvPr/>
          </p:nvSpPr>
          <p:spPr>
            <a:xfrm>
              <a:off x="770718" y="2289247"/>
              <a:ext cx="5028248" cy="1061829"/>
            </a:xfrm>
            <a:prstGeom prst="rect">
              <a:avLst/>
            </a:prstGeom>
            <a:noFill/>
          </p:spPr>
          <p:txBody>
            <a:bodyPr wrap="square" rtlCol="0">
              <a:spAutoFit/>
            </a:bodyPr>
            <a:lstStyle/>
            <a:p>
              <a:pPr>
                <a:lnSpc>
                  <a:spcPct val="150000"/>
                </a:lnSpc>
              </a:pPr>
              <a:r>
                <a:rPr lang="zh-CN" altLang="en-US" sz="1400" spc="400" dirty="0">
                  <a:solidFill>
                    <a:schemeClr val="tx1">
                      <a:lumMod val="85000"/>
                      <a:lumOff val="15000"/>
                    </a:schemeClr>
                  </a:solidFill>
                  <a:latin typeface="微软雅黑" panose="020B0503020204020204" pitchFamily="34" charset="-122"/>
                  <a:ea typeface="微软雅黑" panose="020B0503020204020204" pitchFamily="34" charset="-122"/>
                </a:rPr>
                <a:t>而穆斯林则把高于国家的忠诚献给伊斯兰教会。其他团体发现很难在宗教信仰和爱国行为之间找平衡点。</a:t>
              </a:r>
              <a:endParaRPr lang="zh-CN" altLang="en-US" sz="1400" spc="400"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14" name="椭圆 13"/>
            <p:cNvSpPr/>
            <p:nvPr/>
          </p:nvSpPr>
          <p:spPr>
            <a:xfrm>
              <a:off x="770718" y="1577766"/>
              <a:ext cx="559702" cy="559702"/>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dirty="0">
                  <a:latin typeface="字魂59号-创粗黑" panose="00000500000000000000" pitchFamily="2" charset="-122"/>
                  <a:ea typeface="字魂59号-创粗黑" panose="00000500000000000000" pitchFamily="2" charset="-122"/>
                </a:rPr>
                <a:t>01</a:t>
              </a:r>
              <a:endParaRPr lang="zh-CN" altLang="en-US" sz="1600" dirty="0">
                <a:latin typeface="字魂59号-创粗黑" panose="00000500000000000000" pitchFamily="2" charset="-122"/>
                <a:ea typeface="字魂59号-创粗黑" panose="00000500000000000000" pitchFamily="2" charset="-122"/>
              </a:endParaRPr>
            </a:p>
          </p:txBody>
        </p:sp>
      </p:grpSp>
      <p:grpSp>
        <p:nvGrpSpPr>
          <p:cNvPr id="17" name="组合 16"/>
          <p:cNvGrpSpPr/>
          <p:nvPr/>
        </p:nvGrpSpPr>
        <p:grpSpPr>
          <a:xfrm>
            <a:off x="6350659" y="1675471"/>
            <a:ext cx="5181527" cy="1977290"/>
            <a:chOff x="6350658" y="1582334"/>
            <a:chExt cx="5181527" cy="1977290"/>
          </a:xfrm>
        </p:grpSpPr>
        <p:cxnSp>
          <p:nvCxnSpPr>
            <p:cNvPr id="18" name="Aitds6"/>
            <p:cNvCxnSpPr/>
            <p:nvPr/>
          </p:nvCxnSpPr>
          <p:spPr>
            <a:xfrm>
              <a:off x="6357735" y="2191132"/>
              <a:ext cx="0" cy="775504"/>
            </a:xfrm>
            <a:prstGeom prst="line">
              <a:avLst/>
            </a:prstGeom>
            <a:ln>
              <a:solidFill>
                <a:srgbClr val="C00000"/>
              </a:solidFill>
            </a:ln>
          </p:spPr>
          <p:style>
            <a:lnRef idx="1">
              <a:schemeClr val="accent1"/>
            </a:lnRef>
            <a:fillRef idx="0">
              <a:schemeClr val="accent1"/>
            </a:fillRef>
            <a:effectRef idx="0">
              <a:schemeClr val="accent1"/>
            </a:effectRef>
            <a:fontRef idx="minor">
              <a:schemeClr val="tx1"/>
            </a:fontRef>
          </p:style>
        </p:cxnSp>
        <p:grpSp>
          <p:nvGrpSpPr>
            <p:cNvPr id="19" name="Aitds7"/>
            <p:cNvGrpSpPr/>
            <p:nvPr/>
          </p:nvGrpSpPr>
          <p:grpSpPr>
            <a:xfrm>
              <a:off x="6355917" y="2115261"/>
              <a:ext cx="3230479" cy="173986"/>
              <a:chOff x="2977032" y="4682325"/>
              <a:chExt cx="3230479" cy="173986"/>
            </a:xfrm>
          </p:grpSpPr>
          <p:cxnSp>
            <p:nvCxnSpPr>
              <p:cNvPr id="25" name="Aitds7-1"/>
              <p:cNvCxnSpPr/>
              <p:nvPr/>
            </p:nvCxnSpPr>
            <p:spPr>
              <a:xfrm>
                <a:off x="2977032" y="4758196"/>
                <a:ext cx="3098648" cy="0"/>
              </a:xfrm>
              <a:prstGeom prst="line">
                <a:avLst/>
              </a:prstGeom>
              <a:ln>
                <a:solidFill>
                  <a:srgbClr val="C00000"/>
                </a:solidFill>
              </a:ln>
            </p:spPr>
            <p:style>
              <a:lnRef idx="1">
                <a:schemeClr val="accent1"/>
              </a:lnRef>
              <a:fillRef idx="0">
                <a:schemeClr val="accent1"/>
              </a:fillRef>
              <a:effectRef idx="0">
                <a:schemeClr val="accent1"/>
              </a:effectRef>
              <a:fontRef idx="minor">
                <a:schemeClr val="tx1"/>
              </a:fontRef>
            </p:style>
          </p:cxnSp>
          <p:sp>
            <p:nvSpPr>
              <p:cNvPr id="26" name="Aitds7-2"/>
              <p:cNvSpPr/>
              <p:nvPr/>
            </p:nvSpPr>
            <p:spPr>
              <a:xfrm>
                <a:off x="6033525" y="4682325"/>
                <a:ext cx="173986" cy="173986"/>
              </a:xfrm>
              <a:prstGeom prst="donu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85000"/>
                      <a:lumOff val="15000"/>
                    </a:schemeClr>
                  </a:solidFill>
                  <a:latin typeface="字魂95号-手刻宋" panose="00000500000000000000" pitchFamily="2" charset="-122"/>
                  <a:ea typeface="字魂95号-手刻宋" panose="00000500000000000000" pitchFamily="2" charset="-122"/>
                </a:endParaRPr>
              </a:p>
            </p:txBody>
          </p:sp>
        </p:grpSp>
        <p:cxnSp>
          <p:nvCxnSpPr>
            <p:cNvPr id="20" name="Aitds8"/>
            <p:cNvCxnSpPr/>
            <p:nvPr/>
          </p:nvCxnSpPr>
          <p:spPr>
            <a:xfrm>
              <a:off x="11529677" y="2672252"/>
              <a:ext cx="0" cy="887372"/>
            </a:xfrm>
            <a:prstGeom prst="line">
              <a:avLst/>
            </a:prstGeom>
            <a:ln>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21" name="Aitds9"/>
            <p:cNvCxnSpPr/>
            <p:nvPr/>
          </p:nvCxnSpPr>
          <p:spPr>
            <a:xfrm>
              <a:off x="7292635" y="3548049"/>
              <a:ext cx="4239550" cy="0"/>
            </a:xfrm>
            <a:prstGeom prst="line">
              <a:avLst/>
            </a:prstGeom>
            <a:ln>
              <a:solidFill>
                <a:srgbClr val="C00000"/>
              </a:solidFill>
            </a:ln>
          </p:spPr>
          <p:style>
            <a:lnRef idx="1">
              <a:schemeClr val="accent1"/>
            </a:lnRef>
            <a:fillRef idx="0">
              <a:schemeClr val="accent1"/>
            </a:fillRef>
            <a:effectRef idx="0">
              <a:schemeClr val="accent1"/>
            </a:effectRef>
            <a:fontRef idx="minor">
              <a:schemeClr val="tx1"/>
            </a:fontRef>
          </p:style>
        </p:cxnSp>
        <p:sp>
          <p:nvSpPr>
            <p:cNvPr id="22" name="文本框 21"/>
            <p:cNvSpPr txBox="1"/>
            <p:nvPr/>
          </p:nvSpPr>
          <p:spPr>
            <a:xfrm>
              <a:off x="6910359" y="1631353"/>
              <a:ext cx="1505781" cy="424732"/>
            </a:xfrm>
            <a:prstGeom prst="rect">
              <a:avLst/>
            </a:prstGeom>
            <a:noFill/>
          </p:spPr>
          <p:txBody>
            <a:bodyPr wrap="square" rtlCol="0">
              <a:spAutoFit/>
            </a:bodyPr>
            <a:lstStyle/>
            <a:p>
              <a:pPr algn="l">
                <a:lnSpc>
                  <a:spcPct val="90000"/>
                </a:lnSpc>
              </a:pPr>
              <a:r>
                <a:rPr lang="zh-CN" altLang="en-US" sz="2400" dirty="0">
                  <a:latin typeface="字魂59号-创粗黑" panose="00000500000000000000" pitchFamily="2" charset="-122"/>
                  <a:ea typeface="字魂59号-创粗黑" panose="00000500000000000000" pitchFamily="2" charset="-122"/>
                </a:rPr>
                <a:t>教育意义</a:t>
              </a:r>
              <a:endParaRPr lang="zh-CN" altLang="en-US" sz="2400" dirty="0">
                <a:latin typeface="字魂59号-创粗黑" panose="00000500000000000000" pitchFamily="2" charset="-122"/>
                <a:ea typeface="字魂59号-创粗黑" panose="00000500000000000000" pitchFamily="2" charset="-122"/>
              </a:endParaRPr>
            </a:p>
          </p:txBody>
        </p:sp>
        <p:sp>
          <p:nvSpPr>
            <p:cNvPr id="23" name="文本框 22"/>
            <p:cNvSpPr txBox="1"/>
            <p:nvPr/>
          </p:nvSpPr>
          <p:spPr>
            <a:xfrm>
              <a:off x="6429582" y="2289247"/>
              <a:ext cx="5028248" cy="738664"/>
            </a:xfrm>
            <a:prstGeom prst="rect">
              <a:avLst/>
            </a:prstGeom>
            <a:noFill/>
          </p:spPr>
          <p:txBody>
            <a:bodyPr wrap="square" rtlCol="0">
              <a:spAutoFit/>
            </a:bodyPr>
            <a:lstStyle/>
            <a:p>
              <a:pPr>
                <a:lnSpc>
                  <a:spcPct val="150000"/>
                </a:lnSpc>
              </a:pPr>
              <a:r>
                <a:rPr lang="zh-CN" altLang="en-US" sz="1400" spc="400" dirty="0">
                  <a:solidFill>
                    <a:schemeClr val="tx1">
                      <a:lumMod val="85000"/>
                      <a:lumOff val="15000"/>
                    </a:schemeClr>
                  </a:solidFill>
                  <a:latin typeface="微软雅黑" panose="020B0503020204020204" pitchFamily="34" charset="-122"/>
                  <a:ea typeface="微软雅黑" panose="020B0503020204020204" pitchFamily="34" charset="-122"/>
                </a:rPr>
                <a:t>耶和华见证人（基督教的一派）和门诺会则选择坚决抵制任何显示爱国主义象征的活动。</a:t>
              </a:r>
              <a:endParaRPr lang="zh-CN" altLang="en-US" sz="1400" spc="400"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24" name="椭圆 23"/>
            <p:cNvSpPr/>
            <p:nvPr/>
          </p:nvSpPr>
          <p:spPr>
            <a:xfrm>
              <a:off x="6350658" y="1582334"/>
              <a:ext cx="559702" cy="559702"/>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dirty="0">
                  <a:latin typeface="字魂59号-创粗黑" panose="00000500000000000000" pitchFamily="2" charset="-122"/>
                  <a:ea typeface="字魂59号-创粗黑" panose="00000500000000000000" pitchFamily="2" charset="-122"/>
                </a:rPr>
                <a:t>02</a:t>
              </a:r>
              <a:endParaRPr lang="zh-CN" altLang="en-US" sz="1400" dirty="0">
                <a:latin typeface="字魂59号-创粗黑" panose="00000500000000000000" pitchFamily="2" charset="-122"/>
                <a:ea typeface="字魂59号-创粗黑" panose="00000500000000000000" pitchFamily="2" charset="-122"/>
              </a:endParaRPr>
            </a:p>
          </p:txBody>
        </p:sp>
      </p:grpSp>
      <p:grpSp>
        <p:nvGrpSpPr>
          <p:cNvPr id="27" name="组合 26"/>
          <p:cNvGrpSpPr/>
          <p:nvPr/>
        </p:nvGrpSpPr>
        <p:grpSpPr>
          <a:xfrm>
            <a:off x="697054" y="4019983"/>
            <a:ext cx="5176268" cy="2045779"/>
            <a:chOff x="697053" y="3926845"/>
            <a:chExt cx="5176268" cy="2045779"/>
          </a:xfrm>
        </p:grpSpPr>
        <p:cxnSp>
          <p:nvCxnSpPr>
            <p:cNvPr id="28" name="Aitds6"/>
            <p:cNvCxnSpPr/>
            <p:nvPr/>
          </p:nvCxnSpPr>
          <p:spPr>
            <a:xfrm>
              <a:off x="698871" y="4604132"/>
              <a:ext cx="0" cy="775504"/>
            </a:xfrm>
            <a:prstGeom prst="line">
              <a:avLst/>
            </a:prstGeom>
            <a:ln>
              <a:solidFill>
                <a:srgbClr val="C00000"/>
              </a:solidFill>
            </a:ln>
          </p:spPr>
          <p:style>
            <a:lnRef idx="1">
              <a:schemeClr val="accent1"/>
            </a:lnRef>
            <a:fillRef idx="0">
              <a:schemeClr val="accent1"/>
            </a:fillRef>
            <a:effectRef idx="0">
              <a:schemeClr val="accent1"/>
            </a:effectRef>
            <a:fontRef idx="minor">
              <a:schemeClr val="tx1"/>
            </a:fontRef>
          </p:style>
        </p:cxnSp>
        <p:grpSp>
          <p:nvGrpSpPr>
            <p:cNvPr id="29" name="Aitds7"/>
            <p:cNvGrpSpPr/>
            <p:nvPr/>
          </p:nvGrpSpPr>
          <p:grpSpPr>
            <a:xfrm>
              <a:off x="697053" y="4528261"/>
              <a:ext cx="3230479" cy="173986"/>
              <a:chOff x="2977032" y="4682325"/>
              <a:chExt cx="3230479" cy="173986"/>
            </a:xfrm>
          </p:grpSpPr>
          <p:cxnSp>
            <p:nvCxnSpPr>
              <p:cNvPr id="35" name="Aitds7-1"/>
              <p:cNvCxnSpPr/>
              <p:nvPr/>
            </p:nvCxnSpPr>
            <p:spPr>
              <a:xfrm>
                <a:off x="2977032" y="4758196"/>
                <a:ext cx="3098648" cy="0"/>
              </a:xfrm>
              <a:prstGeom prst="line">
                <a:avLst/>
              </a:prstGeom>
              <a:ln>
                <a:solidFill>
                  <a:srgbClr val="C00000"/>
                </a:solidFill>
              </a:ln>
            </p:spPr>
            <p:style>
              <a:lnRef idx="1">
                <a:schemeClr val="accent1"/>
              </a:lnRef>
              <a:fillRef idx="0">
                <a:schemeClr val="accent1"/>
              </a:fillRef>
              <a:effectRef idx="0">
                <a:schemeClr val="accent1"/>
              </a:effectRef>
              <a:fontRef idx="minor">
                <a:schemeClr val="tx1"/>
              </a:fontRef>
            </p:style>
          </p:cxnSp>
          <p:sp>
            <p:nvSpPr>
              <p:cNvPr id="36" name="Aitds7-2"/>
              <p:cNvSpPr/>
              <p:nvPr/>
            </p:nvSpPr>
            <p:spPr>
              <a:xfrm>
                <a:off x="6033525" y="4682325"/>
                <a:ext cx="173986" cy="173986"/>
              </a:xfrm>
              <a:prstGeom prst="donu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85000"/>
                      <a:lumOff val="15000"/>
                    </a:schemeClr>
                  </a:solidFill>
                  <a:latin typeface="字魂95号-手刻宋" panose="00000500000000000000" pitchFamily="2" charset="-122"/>
                  <a:ea typeface="字魂95号-手刻宋" panose="00000500000000000000" pitchFamily="2" charset="-122"/>
                </a:endParaRPr>
              </a:p>
            </p:txBody>
          </p:sp>
        </p:grpSp>
        <p:cxnSp>
          <p:nvCxnSpPr>
            <p:cNvPr id="30" name="Aitds8"/>
            <p:cNvCxnSpPr/>
            <p:nvPr/>
          </p:nvCxnSpPr>
          <p:spPr>
            <a:xfrm>
              <a:off x="5870813" y="5085252"/>
              <a:ext cx="0" cy="887372"/>
            </a:xfrm>
            <a:prstGeom prst="line">
              <a:avLst/>
            </a:prstGeom>
            <a:ln>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31" name="Aitds9"/>
            <p:cNvCxnSpPr/>
            <p:nvPr/>
          </p:nvCxnSpPr>
          <p:spPr>
            <a:xfrm>
              <a:off x="1633771" y="5961049"/>
              <a:ext cx="4239550" cy="0"/>
            </a:xfrm>
            <a:prstGeom prst="line">
              <a:avLst/>
            </a:prstGeom>
            <a:ln>
              <a:solidFill>
                <a:srgbClr val="C00000"/>
              </a:solidFill>
            </a:ln>
          </p:spPr>
          <p:style>
            <a:lnRef idx="1">
              <a:schemeClr val="accent1"/>
            </a:lnRef>
            <a:fillRef idx="0">
              <a:schemeClr val="accent1"/>
            </a:fillRef>
            <a:effectRef idx="0">
              <a:schemeClr val="accent1"/>
            </a:effectRef>
            <a:fontRef idx="minor">
              <a:schemeClr val="tx1"/>
            </a:fontRef>
          </p:style>
        </p:cxnSp>
        <p:sp>
          <p:nvSpPr>
            <p:cNvPr id="32" name="文本框 31"/>
            <p:cNvSpPr txBox="1"/>
            <p:nvPr/>
          </p:nvSpPr>
          <p:spPr>
            <a:xfrm>
              <a:off x="1436821" y="4044353"/>
              <a:ext cx="1505783" cy="424732"/>
            </a:xfrm>
            <a:prstGeom prst="rect">
              <a:avLst/>
            </a:prstGeom>
            <a:noFill/>
          </p:spPr>
          <p:txBody>
            <a:bodyPr wrap="square" rtlCol="0">
              <a:spAutoFit/>
            </a:bodyPr>
            <a:lstStyle/>
            <a:p>
              <a:pPr algn="l">
                <a:lnSpc>
                  <a:spcPct val="90000"/>
                </a:lnSpc>
              </a:pPr>
              <a:r>
                <a:rPr lang="zh-CN" altLang="en-US" sz="2400" dirty="0">
                  <a:latin typeface="字魂59号-创粗黑" panose="00000500000000000000" pitchFamily="2" charset="-122"/>
                  <a:ea typeface="字魂59号-创粗黑" panose="00000500000000000000" pitchFamily="2" charset="-122"/>
                </a:rPr>
                <a:t>教育意义</a:t>
              </a:r>
              <a:endParaRPr lang="zh-CN" altLang="en-US" sz="2400" dirty="0">
                <a:latin typeface="字魂59号-创粗黑" panose="00000500000000000000" pitchFamily="2" charset="-122"/>
                <a:ea typeface="字魂59号-创粗黑" panose="00000500000000000000" pitchFamily="2" charset="-122"/>
              </a:endParaRPr>
            </a:p>
          </p:txBody>
        </p:sp>
        <p:sp>
          <p:nvSpPr>
            <p:cNvPr id="33" name="文本框 32"/>
            <p:cNvSpPr txBox="1"/>
            <p:nvPr/>
          </p:nvSpPr>
          <p:spPr>
            <a:xfrm>
              <a:off x="798572" y="4762037"/>
              <a:ext cx="5028248" cy="1061829"/>
            </a:xfrm>
            <a:prstGeom prst="rect">
              <a:avLst/>
            </a:prstGeom>
            <a:noFill/>
          </p:spPr>
          <p:txBody>
            <a:bodyPr wrap="square" rtlCol="0">
              <a:spAutoFit/>
            </a:bodyPr>
            <a:lstStyle/>
            <a:p>
              <a:pPr>
                <a:lnSpc>
                  <a:spcPct val="150000"/>
                </a:lnSpc>
              </a:pPr>
              <a:r>
                <a:rPr lang="zh-CN" altLang="en-US" sz="1400" spc="400" dirty="0">
                  <a:solidFill>
                    <a:schemeClr val="tx1">
                      <a:lumMod val="85000"/>
                      <a:lumOff val="15000"/>
                    </a:schemeClr>
                  </a:solidFill>
                  <a:latin typeface="微软雅黑" panose="020B0503020204020204" pitchFamily="34" charset="-122"/>
                  <a:ea typeface="微软雅黑" panose="020B0503020204020204" pitchFamily="34" charset="-122"/>
                </a:rPr>
                <a:t>爱国主义的拥护者则把它所代表的道德规范当作一种美德。在哲学家阿拉斯戴尔（</a:t>
              </a:r>
              <a:r>
                <a:rPr lang="en-US" altLang="zh-CN" sz="1400" spc="400" dirty="0">
                  <a:solidFill>
                    <a:schemeClr val="tx1">
                      <a:lumMod val="85000"/>
                      <a:lumOff val="15000"/>
                    </a:schemeClr>
                  </a:solidFill>
                  <a:latin typeface="微软雅黑" panose="020B0503020204020204" pitchFamily="34" charset="-122"/>
                  <a:ea typeface="微软雅黑" panose="020B0503020204020204" pitchFamily="34" charset="-122"/>
                </a:rPr>
                <a:t>Alasdair </a:t>
              </a:r>
              <a:r>
                <a:rPr lang="en-US" altLang="zh-CN" sz="1400" spc="400" dirty="0" err="1">
                  <a:solidFill>
                    <a:schemeClr val="tx1">
                      <a:lumMod val="85000"/>
                      <a:lumOff val="15000"/>
                    </a:schemeClr>
                  </a:solidFill>
                  <a:latin typeface="微软雅黑" panose="020B0503020204020204" pitchFamily="34" charset="-122"/>
                  <a:ea typeface="微软雅黑" panose="020B0503020204020204" pitchFamily="34" charset="-122"/>
                </a:rPr>
                <a:t>MacIntyre</a:t>
              </a:r>
              <a:r>
                <a:rPr lang="zh-CN" altLang="en-US" sz="1400" spc="400" dirty="0">
                  <a:solidFill>
                    <a:schemeClr val="tx1">
                      <a:lumMod val="85000"/>
                      <a:lumOff val="15000"/>
                    </a:schemeClr>
                  </a:solidFill>
                  <a:latin typeface="微软雅黑" panose="020B0503020204020204" pitchFamily="34" charset="-122"/>
                  <a:ea typeface="微软雅黑" panose="020B0503020204020204" pitchFamily="34" charset="-122"/>
                </a:rPr>
                <a:t>）的著作</a:t>
              </a:r>
              <a:r>
                <a:rPr lang="en-US" altLang="zh-CN" sz="1400" spc="400" dirty="0">
                  <a:solidFill>
                    <a:schemeClr val="tx1">
                      <a:lumMod val="85000"/>
                      <a:lumOff val="15000"/>
                    </a:schemeClr>
                  </a:solidFill>
                  <a:latin typeface="微软雅黑" panose="020B0503020204020204" pitchFamily="34" charset="-122"/>
                  <a:ea typeface="微软雅黑" panose="020B0503020204020204" pitchFamily="34" charset="-122"/>
                </a:rPr>
                <a:t>《</a:t>
              </a:r>
              <a:r>
                <a:rPr lang="zh-CN" altLang="en-US" sz="1400" spc="400" dirty="0">
                  <a:solidFill>
                    <a:schemeClr val="tx1">
                      <a:lumMod val="85000"/>
                      <a:lumOff val="15000"/>
                    </a:schemeClr>
                  </a:solidFill>
                  <a:latin typeface="微软雅黑" panose="020B0503020204020204" pitchFamily="34" charset="-122"/>
                  <a:ea typeface="微软雅黑" panose="020B0503020204020204" pitchFamily="34" charset="-122"/>
                </a:rPr>
                <a:t>爱国主义是美德吗？</a:t>
              </a:r>
              <a:r>
                <a:rPr lang="en-US" altLang="zh-CN" sz="1400" spc="400" dirty="0">
                  <a:solidFill>
                    <a:schemeClr val="tx1">
                      <a:lumMod val="85000"/>
                      <a:lumOff val="15000"/>
                    </a:schemeClr>
                  </a:solidFill>
                  <a:latin typeface="微软雅黑" panose="020B0503020204020204" pitchFamily="34" charset="-122"/>
                  <a:ea typeface="微软雅黑" panose="020B0503020204020204" pitchFamily="34" charset="-122"/>
                </a:rPr>
                <a:t>》</a:t>
              </a:r>
              <a:r>
                <a:rPr lang="zh-CN" altLang="en-US" sz="1400" spc="400" dirty="0">
                  <a:solidFill>
                    <a:schemeClr val="tx1">
                      <a:lumMod val="85000"/>
                      <a:lumOff val="15000"/>
                    </a:schemeClr>
                  </a:solidFill>
                  <a:latin typeface="微软雅黑" panose="020B0503020204020204" pitchFamily="34" charset="-122"/>
                  <a:ea typeface="微软雅黑" panose="020B0503020204020204" pitchFamily="34" charset="-122"/>
                </a:rPr>
                <a:t>。</a:t>
              </a:r>
              <a:endParaRPr lang="zh-CN" altLang="en-US" sz="1400" spc="400"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34" name="椭圆 33"/>
            <p:cNvSpPr/>
            <p:nvPr/>
          </p:nvSpPr>
          <p:spPr>
            <a:xfrm>
              <a:off x="770718" y="3926845"/>
              <a:ext cx="559702" cy="559702"/>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dirty="0">
                  <a:latin typeface="字魂59号-创粗黑" panose="00000500000000000000" pitchFamily="2" charset="-122"/>
                  <a:ea typeface="字魂59号-创粗黑" panose="00000500000000000000" pitchFamily="2" charset="-122"/>
                </a:rPr>
                <a:t>03</a:t>
              </a:r>
              <a:endParaRPr lang="zh-CN" altLang="en-US" sz="1400" dirty="0">
                <a:latin typeface="字魂59号-创粗黑" panose="00000500000000000000" pitchFamily="2" charset="-122"/>
                <a:ea typeface="字魂59号-创粗黑" panose="00000500000000000000" pitchFamily="2" charset="-122"/>
              </a:endParaRPr>
            </a:p>
          </p:txBody>
        </p:sp>
      </p:grpSp>
      <p:grpSp>
        <p:nvGrpSpPr>
          <p:cNvPr id="37" name="组合 36"/>
          <p:cNvGrpSpPr/>
          <p:nvPr/>
        </p:nvGrpSpPr>
        <p:grpSpPr>
          <a:xfrm>
            <a:off x="6350659" y="4055459"/>
            <a:ext cx="5181527" cy="2010302"/>
            <a:chOff x="6350658" y="3962322"/>
            <a:chExt cx="5181527" cy="2010302"/>
          </a:xfrm>
        </p:grpSpPr>
        <p:cxnSp>
          <p:nvCxnSpPr>
            <p:cNvPr id="38" name="Aitds6"/>
            <p:cNvCxnSpPr/>
            <p:nvPr/>
          </p:nvCxnSpPr>
          <p:spPr>
            <a:xfrm>
              <a:off x="6357735" y="4604132"/>
              <a:ext cx="0" cy="775504"/>
            </a:xfrm>
            <a:prstGeom prst="line">
              <a:avLst/>
            </a:prstGeom>
            <a:ln>
              <a:solidFill>
                <a:srgbClr val="C00000"/>
              </a:solidFill>
            </a:ln>
          </p:spPr>
          <p:style>
            <a:lnRef idx="1">
              <a:schemeClr val="accent1"/>
            </a:lnRef>
            <a:fillRef idx="0">
              <a:schemeClr val="accent1"/>
            </a:fillRef>
            <a:effectRef idx="0">
              <a:schemeClr val="accent1"/>
            </a:effectRef>
            <a:fontRef idx="minor">
              <a:schemeClr val="tx1"/>
            </a:fontRef>
          </p:style>
        </p:cxnSp>
        <p:grpSp>
          <p:nvGrpSpPr>
            <p:cNvPr id="39" name="Aitds7"/>
            <p:cNvGrpSpPr/>
            <p:nvPr/>
          </p:nvGrpSpPr>
          <p:grpSpPr>
            <a:xfrm>
              <a:off x="6355917" y="4528261"/>
              <a:ext cx="3230479" cy="173986"/>
              <a:chOff x="2977032" y="4682325"/>
              <a:chExt cx="3230479" cy="173986"/>
            </a:xfrm>
          </p:grpSpPr>
          <p:cxnSp>
            <p:nvCxnSpPr>
              <p:cNvPr id="45" name="Aitds7-1"/>
              <p:cNvCxnSpPr/>
              <p:nvPr/>
            </p:nvCxnSpPr>
            <p:spPr>
              <a:xfrm>
                <a:off x="2977032" y="4758196"/>
                <a:ext cx="3098648" cy="0"/>
              </a:xfrm>
              <a:prstGeom prst="line">
                <a:avLst/>
              </a:prstGeom>
              <a:ln>
                <a:solidFill>
                  <a:srgbClr val="C00000"/>
                </a:solidFill>
              </a:ln>
            </p:spPr>
            <p:style>
              <a:lnRef idx="1">
                <a:schemeClr val="accent1"/>
              </a:lnRef>
              <a:fillRef idx="0">
                <a:schemeClr val="accent1"/>
              </a:fillRef>
              <a:effectRef idx="0">
                <a:schemeClr val="accent1"/>
              </a:effectRef>
              <a:fontRef idx="minor">
                <a:schemeClr val="tx1"/>
              </a:fontRef>
            </p:style>
          </p:cxnSp>
          <p:sp>
            <p:nvSpPr>
              <p:cNvPr id="46" name="Aitds7-2"/>
              <p:cNvSpPr/>
              <p:nvPr/>
            </p:nvSpPr>
            <p:spPr>
              <a:xfrm>
                <a:off x="6033525" y="4682325"/>
                <a:ext cx="173986" cy="173986"/>
              </a:xfrm>
              <a:prstGeom prst="donu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85000"/>
                      <a:lumOff val="15000"/>
                    </a:schemeClr>
                  </a:solidFill>
                  <a:latin typeface="字魂95号-手刻宋" panose="00000500000000000000" pitchFamily="2" charset="-122"/>
                  <a:ea typeface="字魂95号-手刻宋" panose="00000500000000000000" pitchFamily="2" charset="-122"/>
                </a:endParaRPr>
              </a:p>
            </p:txBody>
          </p:sp>
        </p:grpSp>
        <p:cxnSp>
          <p:nvCxnSpPr>
            <p:cNvPr id="40" name="Aitds8"/>
            <p:cNvCxnSpPr/>
            <p:nvPr/>
          </p:nvCxnSpPr>
          <p:spPr>
            <a:xfrm>
              <a:off x="11529677" y="5085252"/>
              <a:ext cx="0" cy="887372"/>
            </a:xfrm>
            <a:prstGeom prst="line">
              <a:avLst/>
            </a:prstGeom>
            <a:ln>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41" name="Aitds9"/>
            <p:cNvCxnSpPr/>
            <p:nvPr/>
          </p:nvCxnSpPr>
          <p:spPr>
            <a:xfrm>
              <a:off x="7292635" y="5961049"/>
              <a:ext cx="4239550" cy="0"/>
            </a:xfrm>
            <a:prstGeom prst="line">
              <a:avLst/>
            </a:prstGeom>
            <a:ln>
              <a:solidFill>
                <a:srgbClr val="C00000"/>
              </a:solidFill>
            </a:ln>
          </p:spPr>
          <p:style>
            <a:lnRef idx="1">
              <a:schemeClr val="accent1"/>
            </a:lnRef>
            <a:fillRef idx="0">
              <a:schemeClr val="accent1"/>
            </a:fillRef>
            <a:effectRef idx="0">
              <a:schemeClr val="accent1"/>
            </a:effectRef>
            <a:fontRef idx="minor">
              <a:schemeClr val="tx1"/>
            </a:fontRef>
          </p:style>
        </p:cxnSp>
        <p:sp>
          <p:nvSpPr>
            <p:cNvPr id="42" name="文本框 41"/>
            <p:cNvSpPr txBox="1"/>
            <p:nvPr/>
          </p:nvSpPr>
          <p:spPr>
            <a:xfrm>
              <a:off x="6910359" y="4044353"/>
              <a:ext cx="1505781" cy="424732"/>
            </a:xfrm>
            <a:prstGeom prst="rect">
              <a:avLst/>
            </a:prstGeom>
            <a:noFill/>
          </p:spPr>
          <p:txBody>
            <a:bodyPr wrap="square" rtlCol="0">
              <a:spAutoFit/>
            </a:bodyPr>
            <a:lstStyle/>
            <a:p>
              <a:pPr algn="l">
                <a:lnSpc>
                  <a:spcPct val="90000"/>
                </a:lnSpc>
              </a:pPr>
              <a:r>
                <a:rPr lang="zh-CN" altLang="en-US" sz="2400" dirty="0">
                  <a:latin typeface="字魂59号-创粗黑" panose="00000500000000000000" pitchFamily="2" charset="-122"/>
                  <a:ea typeface="字魂59号-创粗黑" panose="00000500000000000000" pitchFamily="2" charset="-122"/>
                </a:rPr>
                <a:t>教育意义</a:t>
              </a:r>
              <a:endParaRPr lang="zh-CN" altLang="en-US" sz="2400" dirty="0">
                <a:latin typeface="字魂59号-创粗黑" panose="00000500000000000000" pitchFamily="2" charset="-122"/>
                <a:ea typeface="字魂59号-创粗黑" panose="00000500000000000000" pitchFamily="2" charset="-122"/>
              </a:endParaRPr>
            </a:p>
          </p:txBody>
        </p:sp>
        <p:sp>
          <p:nvSpPr>
            <p:cNvPr id="43" name="文本框 42"/>
            <p:cNvSpPr txBox="1"/>
            <p:nvPr/>
          </p:nvSpPr>
          <p:spPr>
            <a:xfrm>
              <a:off x="6429582" y="4762037"/>
              <a:ext cx="5028248" cy="1061829"/>
            </a:xfrm>
            <a:prstGeom prst="rect">
              <a:avLst/>
            </a:prstGeom>
            <a:noFill/>
          </p:spPr>
          <p:txBody>
            <a:bodyPr wrap="square" rtlCol="0">
              <a:spAutoFit/>
            </a:bodyPr>
            <a:lstStyle/>
            <a:p>
              <a:pPr>
                <a:lnSpc>
                  <a:spcPct val="150000"/>
                </a:lnSpc>
              </a:pPr>
              <a:r>
                <a:rPr lang="zh-CN" altLang="en-US" sz="1400" spc="400" dirty="0">
                  <a:solidFill>
                    <a:schemeClr val="tx1">
                      <a:lumMod val="85000"/>
                      <a:lumOff val="15000"/>
                    </a:schemeClr>
                  </a:solidFill>
                  <a:latin typeface="微软雅黑" panose="020B0503020204020204" pitchFamily="34" charset="-122"/>
                  <a:ea typeface="微软雅黑" panose="020B0503020204020204" pitchFamily="34" charset="-122"/>
                </a:rPr>
                <a:t>查尔斯（</a:t>
              </a:r>
              <a:r>
                <a:rPr lang="en-US" altLang="zh-CN" sz="1400" spc="400" dirty="0">
                  <a:solidFill>
                    <a:schemeClr val="tx1">
                      <a:lumMod val="85000"/>
                      <a:lumOff val="15000"/>
                    </a:schemeClr>
                  </a:solidFill>
                  <a:latin typeface="微软雅黑" panose="020B0503020204020204" pitchFamily="34" charset="-122"/>
                  <a:ea typeface="微软雅黑" panose="020B0503020204020204" pitchFamily="34" charset="-122"/>
                </a:rPr>
                <a:t>Charles </a:t>
              </a:r>
              <a:r>
                <a:rPr lang="en-US" altLang="zh-CN" sz="1400" spc="400" dirty="0" err="1">
                  <a:solidFill>
                    <a:schemeClr val="tx1">
                      <a:lumMod val="85000"/>
                      <a:lumOff val="15000"/>
                    </a:schemeClr>
                  </a:solidFill>
                  <a:latin typeface="微软雅黑" panose="020B0503020204020204" pitchFamily="34" charset="-122"/>
                  <a:ea typeface="微软雅黑" panose="020B0503020204020204" pitchFamily="34" charset="-122"/>
                </a:rPr>
                <a:t>Blattberg</a:t>
              </a:r>
              <a:r>
                <a:rPr lang="zh-CN" altLang="en-US" sz="1400" spc="400" dirty="0">
                  <a:solidFill>
                    <a:schemeClr val="tx1">
                      <a:lumMod val="85000"/>
                      <a:lumOff val="15000"/>
                    </a:schemeClr>
                  </a:solidFill>
                  <a:latin typeface="微软雅黑" panose="020B0503020204020204" pitchFamily="34" charset="-122"/>
                  <a:ea typeface="微软雅黑" panose="020B0503020204020204" pitchFamily="34" charset="-122"/>
                </a:rPr>
                <a:t>）在</a:t>
              </a:r>
              <a:r>
                <a:rPr lang="en-US" altLang="zh-CN" sz="1400" spc="400" dirty="0">
                  <a:solidFill>
                    <a:schemeClr val="tx1">
                      <a:lumMod val="85000"/>
                      <a:lumOff val="15000"/>
                    </a:schemeClr>
                  </a:solidFill>
                  <a:latin typeface="微软雅黑" panose="020B0503020204020204" pitchFamily="34" charset="-122"/>
                  <a:ea typeface="微软雅黑" panose="020B0503020204020204" pitchFamily="34" charset="-122"/>
                </a:rPr>
                <a:t>《</a:t>
              </a:r>
              <a:r>
                <a:rPr lang="zh-CN" altLang="en-US" sz="1400" spc="400" dirty="0">
                  <a:solidFill>
                    <a:schemeClr val="tx1">
                      <a:lumMod val="85000"/>
                      <a:lumOff val="15000"/>
                    </a:schemeClr>
                  </a:solidFill>
                  <a:latin typeface="微软雅黑" panose="020B0503020204020204" pitchFamily="34" charset="-122"/>
                  <a:ea typeface="微软雅黑" panose="020B0503020204020204" pitchFamily="34" charset="-122"/>
                </a:rPr>
                <a:t>从多元主义政治到爱国主义政治</a:t>
              </a:r>
              <a:r>
                <a:rPr lang="en-US" altLang="zh-CN" sz="1400" spc="400" dirty="0">
                  <a:solidFill>
                    <a:schemeClr val="tx1">
                      <a:lumMod val="85000"/>
                      <a:lumOff val="15000"/>
                    </a:schemeClr>
                  </a:solidFill>
                  <a:latin typeface="微软雅黑" panose="020B0503020204020204" pitchFamily="34" charset="-122"/>
                  <a:ea typeface="微软雅黑" panose="020B0503020204020204" pitchFamily="34" charset="-122"/>
                </a:rPr>
                <a:t>》</a:t>
              </a:r>
              <a:r>
                <a:rPr lang="zh-CN" altLang="en-US" sz="1400" spc="400" dirty="0">
                  <a:solidFill>
                    <a:schemeClr val="tx1">
                      <a:lumMod val="85000"/>
                      <a:lumOff val="15000"/>
                    </a:schemeClr>
                  </a:solidFill>
                  <a:latin typeface="微软雅黑" panose="020B0503020204020204" pitchFamily="34" charset="-122"/>
                  <a:ea typeface="微软雅黑" panose="020B0503020204020204" pitchFamily="34" charset="-122"/>
                </a:rPr>
                <a:t>中也阐述了类似的爱国主义观念。</a:t>
              </a:r>
              <a:endParaRPr lang="zh-CN" altLang="en-US" sz="1400" spc="400"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44" name="椭圆 43"/>
            <p:cNvSpPr/>
            <p:nvPr/>
          </p:nvSpPr>
          <p:spPr>
            <a:xfrm>
              <a:off x="6350658" y="3962322"/>
              <a:ext cx="559702" cy="559702"/>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dirty="0">
                  <a:latin typeface="字魂59号-创粗黑" panose="00000500000000000000" pitchFamily="2" charset="-122"/>
                  <a:ea typeface="字魂59号-创粗黑" panose="00000500000000000000" pitchFamily="2" charset="-122"/>
                </a:rPr>
                <a:t>04</a:t>
              </a:r>
              <a:endParaRPr lang="zh-CN" altLang="en-US" sz="1400" dirty="0">
                <a:latin typeface="字魂59号-创粗黑" panose="00000500000000000000" pitchFamily="2" charset="-122"/>
                <a:ea typeface="字魂59号-创粗黑" panose="00000500000000000000" pitchFamily="2" charset="-122"/>
              </a:endParaRPr>
            </a:p>
          </p:txBody>
        </p:sp>
      </p:gr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nodeType="clickEffect">
                                  <p:stCondLst>
                                    <p:cond delay="0"/>
                                  </p:stCondLst>
                                  <p:childTnLst>
                                    <p:set>
                                      <p:cBhvr>
                                        <p:cTn id="13" dur="1" fill="hold">
                                          <p:stCondLst>
                                            <p:cond delay="0"/>
                                          </p:stCondLst>
                                        </p:cTn>
                                        <p:tgtEl>
                                          <p:spTgt spid="37"/>
                                        </p:tgtEl>
                                        <p:attrNameLst>
                                          <p:attrName>style.visibility</p:attrName>
                                        </p:attrNameLst>
                                      </p:cBhvr>
                                      <p:to>
                                        <p:strVal val="visible"/>
                                      </p:to>
                                    </p:set>
                                    <p:anim calcmode="lin" valueType="num">
                                      <p:cBhvr>
                                        <p:cTn id="14" dur="500" fill="hold"/>
                                        <p:tgtEl>
                                          <p:spTgt spid="37"/>
                                        </p:tgtEl>
                                        <p:attrNameLst>
                                          <p:attrName>ppt_w</p:attrName>
                                        </p:attrNameLst>
                                      </p:cBhvr>
                                      <p:tavLst>
                                        <p:tav tm="0">
                                          <p:val>
                                            <p:fltVal val="0"/>
                                          </p:val>
                                        </p:tav>
                                        <p:tav tm="100000">
                                          <p:val>
                                            <p:strVal val="#ppt_w"/>
                                          </p:val>
                                        </p:tav>
                                      </p:tavLst>
                                    </p:anim>
                                    <p:anim calcmode="lin" valueType="num">
                                      <p:cBhvr>
                                        <p:cTn id="15" dur="500" fill="hold"/>
                                        <p:tgtEl>
                                          <p:spTgt spid="37"/>
                                        </p:tgtEl>
                                        <p:attrNameLst>
                                          <p:attrName>ppt_h</p:attrName>
                                        </p:attrNameLst>
                                      </p:cBhvr>
                                      <p:tavLst>
                                        <p:tav tm="0">
                                          <p:val>
                                            <p:fltVal val="0"/>
                                          </p:val>
                                        </p:tav>
                                        <p:tav tm="100000">
                                          <p:val>
                                            <p:strVal val="#ppt_h"/>
                                          </p:val>
                                        </p:tav>
                                      </p:tavLst>
                                    </p:anim>
                                    <p:animEffect transition="in" filter="fade">
                                      <p:cBhvr>
                                        <p:cTn id="16" dur="500"/>
                                        <p:tgtEl>
                                          <p:spTgt spid="37"/>
                                        </p:tgtEl>
                                      </p:cBhvr>
                                    </p:animEffect>
                                  </p:childTnLst>
                                </p:cTn>
                              </p:par>
                              <p:par>
                                <p:cTn id="17" presetID="53" presetClass="entr" presetSubtype="16" fill="hold" nodeType="withEffect">
                                  <p:stCondLst>
                                    <p:cond delay="0"/>
                                  </p:stCondLst>
                                  <p:childTnLst>
                                    <p:set>
                                      <p:cBhvr>
                                        <p:cTn id="18" dur="1" fill="hold">
                                          <p:stCondLst>
                                            <p:cond delay="0"/>
                                          </p:stCondLst>
                                        </p:cTn>
                                        <p:tgtEl>
                                          <p:spTgt spid="2"/>
                                        </p:tgtEl>
                                        <p:attrNameLst>
                                          <p:attrName>style.visibility</p:attrName>
                                        </p:attrNameLst>
                                      </p:cBhvr>
                                      <p:to>
                                        <p:strVal val="visible"/>
                                      </p:to>
                                    </p:set>
                                    <p:anim calcmode="lin" valueType="num">
                                      <p:cBhvr>
                                        <p:cTn id="19" dur="500" fill="hold"/>
                                        <p:tgtEl>
                                          <p:spTgt spid="2"/>
                                        </p:tgtEl>
                                        <p:attrNameLst>
                                          <p:attrName>ppt_w</p:attrName>
                                        </p:attrNameLst>
                                      </p:cBhvr>
                                      <p:tavLst>
                                        <p:tav tm="0">
                                          <p:val>
                                            <p:fltVal val="0"/>
                                          </p:val>
                                        </p:tav>
                                        <p:tav tm="100000">
                                          <p:val>
                                            <p:strVal val="#ppt_w"/>
                                          </p:val>
                                        </p:tav>
                                      </p:tavLst>
                                    </p:anim>
                                    <p:anim calcmode="lin" valueType="num">
                                      <p:cBhvr>
                                        <p:cTn id="20" dur="500" fill="hold"/>
                                        <p:tgtEl>
                                          <p:spTgt spid="2"/>
                                        </p:tgtEl>
                                        <p:attrNameLst>
                                          <p:attrName>ppt_h</p:attrName>
                                        </p:attrNameLst>
                                      </p:cBhvr>
                                      <p:tavLst>
                                        <p:tav tm="0">
                                          <p:val>
                                            <p:fltVal val="0"/>
                                          </p:val>
                                        </p:tav>
                                        <p:tav tm="100000">
                                          <p:val>
                                            <p:strVal val="#ppt_h"/>
                                          </p:val>
                                        </p:tav>
                                      </p:tavLst>
                                    </p:anim>
                                    <p:animEffect transition="in" filter="fade">
                                      <p:cBhvr>
                                        <p:cTn id="21" dur="500"/>
                                        <p:tgtEl>
                                          <p:spTgt spid="2"/>
                                        </p:tgtEl>
                                      </p:cBhvr>
                                    </p:animEffect>
                                  </p:childTnLst>
                                </p:cTn>
                              </p:par>
                              <p:par>
                                <p:cTn id="22" presetID="53" presetClass="entr" presetSubtype="16" fill="hold" nodeType="withEffect">
                                  <p:stCondLst>
                                    <p:cond delay="0"/>
                                  </p:stCondLst>
                                  <p:childTnLst>
                                    <p:set>
                                      <p:cBhvr>
                                        <p:cTn id="23" dur="1" fill="hold">
                                          <p:stCondLst>
                                            <p:cond delay="0"/>
                                          </p:stCondLst>
                                        </p:cTn>
                                        <p:tgtEl>
                                          <p:spTgt spid="17"/>
                                        </p:tgtEl>
                                        <p:attrNameLst>
                                          <p:attrName>style.visibility</p:attrName>
                                        </p:attrNameLst>
                                      </p:cBhvr>
                                      <p:to>
                                        <p:strVal val="visible"/>
                                      </p:to>
                                    </p:set>
                                    <p:anim calcmode="lin" valueType="num">
                                      <p:cBhvr>
                                        <p:cTn id="24" dur="1250" fill="hold"/>
                                        <p:tgtEl>
                                          <p:spTgt spid="17"/>
                                        </p:tgtEl>
                                        <p:attrNameLst>
                                          <p:attrName>ppt_w</p:attrName>
                                        </p:attrNameLst>
                                      </p:cBhvr>
                                      <p:tavLst>
                                        <p:tav tm="0">
                                          <p:val>
                                            <p:fltVal val="0"/>
                                          </p:val>
                                        </p:tav>
                                        <p:tav tm="100000">
                                          <p:val>
                                            <p:strVal val="#ppt_w"/>
                                          </p:val>
                                        </p:tav>
                                      </p:tavLst>
                                    </p:anim>
                                    <p:anim calcmode="lin" valueType="num">
                                      <p:cBhvr>
                                        <p:cTn id="25" dur="1250" fill="hold"/>
                                        <p:tgtEl>
                                          <p:spTgt spid="17"/>
                                        </p:tgtEl>
                                        <p:attrNameLst>
                                          <p:attrName>ppt_h</p:attrName>
                                        </p:attrNameLst>
                                      </p:cBhvr>
                                      <p:tavLst>
                                        <p:tav tm="0">
                                          <p:val>
                                            <p:fltVal val="0"/>
                                          </p:val>
                                        </p:tav>
                                        <p:tav tm="100000">
                                          <p:val>
                                            <p:strVal val="#ppt_h"/>
                                          </p:val>
                                        </p:tav>
                                      </p:tavLst>
                                    </p:anim>
                                    <p:animEffect transition="in" filter="fade">
                                      <p:cBhvr>
                                        <p:cTn id="26" dur="1250"/>
                                        <p:tgtEl>
                                          <p:spTgt spid="17"/>
                                        </p:tgtEl>
                                      </p:cBhvr>
                                    </p:animEffect>
                                  </p:childTnLst>
                                </p:cTn>
                              </p:par>
                              <p:par>
                                <p:cTn id="27" presetID="53" presetClass="entr" presetSubtype="16" fill="hold" nodeType="withEffect">
                                  <p:stCondLst>
                                    <p:cond delay="0"/>
                                  </p:stCondLst>
                                  <p:childTnLst>
                                    <p:set>
                                      <p:cBhvr>
                                        <p:cTn id="28" dur="1" fill="hold">
                                          <p:stCondLst>
                                            <p:cond delay="0"/>
                                          </p:stCondLst>
                                        </p:cTn>
                                        <p:tgtEl>
                                          <p:spTgt spid="27"/>
                                        </p:tgtEl>
                                        <p:attrNameLst>
                                          <p:attrName>style.visibility</p:attrName>
                                        </p:attrNameLst>
                                      </p:cBhvr>
                                      <p:to>
                                        <p:strVal val="visible"/>
                                      </p:to>
                                    </p:set>
                                    <p:anim calcmode="lin" valueType="num">
                                      <p:cBhvr>
                                        <p:cTn id="29" dur="1250" fill="hold"/>
                                        <p:tgtEl>
                                          <p:spTgt spid="27"/>
                                        </p:tgtEl>
                                        <p:attrNameLst>
                                          <p:attrName>ppt_w</p:attrName>
                                        </p:attrNameLst>
                                      </p:cBhvr>
                                      <p:tavLst>
                                        <p:tav tm="0">
                                          <p:val>
                                            <p:fltVal val="0"/>
                                          </p:val>
                                        </p:tav>
                                        <p:tav tm="100000">
                                          <p:val>
                                            <p:strVal val="#ppt_w"/>
                                          </p:val>
                                        </p:tav>
                                      </p:tavLst>
                                    </p:anim>
                                    <p:anim calcmode="lin" valueType="num">
                                      <p:cBhvr>
                                        <p:cTn id="30" dur="1250" fill="hold"/>
                                        <p:tgtEl>
                                          <p:spTgt spid="27"/>
                                        </p:tgtEl>
                                        <p:attrNameLst>
                                          <p:attrName>ppt_h</p:attrName>
                                        </p:attrNameLst>
                                      </p:cBhvr>
                                      <p:tavLst>
                                        <p:tav tm="0">
                                          <p:val>
                                            <p:fltVal val="0"/>
                                          </p:val>
                                        </p:tav>
                                        <p:tav tm="100000">
                                          <p:val>
                                            <p:strVal val="#ppt_h"/>
                                          </p:val>
                                        </p:tav>
                                      </p:tavLst>
                                    </p:anim>
                                    <p:animEffect transition="in" filter="fade">
                                      <p:cBhvr>
                                        <p:cTn id="31" dur="125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rotWithShape="1">
          <a:blip r:embed="rId1" cstate="email"/>
          <a:srcRect/>
          <a:stretch>
            <a:fillRect/>
          </a:stretch>
        </p:blipFill>
        <p:spPr>
          <a:xfrm>
            <a:off x="0" y="0"/>
            <a:ext cx="12192000" cy="6858000"/>
          </a:xfrm>
          <a:prstGeom prst="rect">
            <a:avLst/>
          </a:prstGeom>
        </p:spPr>
      </p:pic>
      <p:sp>
        <p:nvSpPr>
          <p:cNvPr id="6" name="文本框 5"/>
          <p:cNvSpPr txBox="1"/>
          <p:nvPr/>
        </p:nvSpPr>
        <p:spPr>
          <a:xfrm>
            <a:off x="2351584" y="1501159"/>
            <a:ext cx="7632848" cy="2215991"/>
          </a:xfrm>
          <a:prstGeom prst="rect">
            <a:avLst/>
          </a:prstGeom>
          <a:noFill/>
        </p:spPr>
        <p:txBody>
          <a:bodyPr wrap="square" rtlCol="0">
            <a:spAutoFit/>
          </a:bodyPr>
          <a:lstStyle/>
          <a:p>
            <a:pPr algn="dist"/>
            <a:r>
              <a:rPr lang="zh-CN" altLang="en-US" sz="13800" dirty="0">
                <a:ln>
                  <a:solidFill>
                    <a:srgbClr val="C00000"/>
                  </a:solidFill>
                </a:ln>
                <a:gradFill flip="none" rotWithShape="1">
                  <a:gsLst>
                    <a:gs pos="0">
                      <a:srgbClr val="FFFFFC"/>
                    </a:gs>
                    <a:gs pos="83000">
                      <a:srgbClr val="FCD273"/>
                    </a:gs>
                    <a:gs pos="100000">
                      <a:srgbClr val="FFFFFC"/>
                    </a:gs>
                  </a:gsLst>
                  <a:lin ang="5400000" scaled="1"/>
                  <a:tileRect/>
                </a:gradFill>
                <a:effectLst>
                  <a:outerShdw blurRad="38100" dist="38100" dir="2700000" algn="tl">
                    <a:srgbClr val="000000">
                      <a:alpha val="43137"/>
                    </a:srgbClr>
                  </a:outerShdw>
                </a:effectLst>
                <a:latin typeface="思源宋体 CN Heavy" panose="02020900000000000000" pitchFamily="18" charset="-122"/>
                <a:ea typeface="思源宋体 CN Heavy" panose="02020900000000000000" pitchFamily="18" charset="-122"/>
              </a:rPr>
              <a:t>谢谢观看</a:t>
            </a:r>
            <a:endParaRPr lang="zh-CN" altLang="en-US" sz="13800" dirty="0">
              <a:ln>
                <a:solidFill>
                  <a:srgbClr val="C00000"/>
                </a:solidFill>
              </a:ln>
              <a:gradFill flip="none" rotWithShape="1">
                <a:gsLst>
                  <a:gs pos="0">
                    <a:srgbClr val="FFFFFC"/>
                  </a:gs>
                  <a:gs pos="83000">
                    <a:srgbClr val="FCD273"/>
                  </a:gs>
                  <a:gs pos="100000">
                    <a:srgbClr val="FFFFFC"/>
                  </a:gs>
                </a:gsLst>
                <a:lin ang="5400000" scaled="1"/>
                <a:tileRect/>
              </a:gradFill>
              <a:effectLst>
                <a:outerShdw blurRad="38100" dist="38100" dir="2700000" algn="tl">
                  <a:srgbClr val="000000">
                    <a:alpha val="43137"/>
                  </a:srgbClr>
                </a:outerShdw>
              </a:effectLst>
              <a:latin typeface="思源宋体 CN Heavy" panose="02020900000000000000" pitchFamily="18" charset="-122"/>
              <a:ea typeface="思源宋体 CN Heavy" panose="02020900000000000000" pitchFamily="18" charset="-122"/>
            </a:endParaRPr>
          </a:p>
        </p:txBody>
      </p:sp>
      <p:sp>
        <p:nvSpPr>
          <p:cNvPr id="9" name="文本框 8"/>
          <p:cNvSpPr txBox="1"/>
          <p:nvPr/>
        </p:nvSpPr>
        <p:spPr>
          <a:xfrm>
            <a:off x="197442" y="4250985"/>
            <a:ext cx="353943" cy="2418377"/>
          </a:xfrm>
          <a:prstGeom prst="rect">
            <a:avLst/>
          </a:prstGeom>
          <a:noFill/>
          <a:ln>
            <a:noFill/>
          </a:ln>
        </p:spPr>
        <p:txBody>
          <a:bodyPr vert="eaVert" wrap="square" rtlCol="0">
            <a:spAutoFit/>
          </a:bodyPr>
          <a:lstStyle/>
          <a:p>
            <a:pPr algn="dist"/>
            <a:r>
              <a:rPr lang="zh-CN" altLang="en-US" sz="1100" dirty="0">
                <a:solidFill>
                  <a:srgbClr val="FFFFFC"/>
                </a:solidFill>
                <a:latin typeface="微软雅黑" panose="020B0503020204020204" pitchFamily="34" charset="-122"/>
                <a:ea typeface="微软雅黑" panose="020B0503020204020204" pitchFamily="34" charset="-122"/>
                <a:cs typeface="阿里巴巴普惠体 2.0 45 Light" panose="00020600040101010101" pitchFamily="18" charset="-122"/>
                <a:sym typeface="+mn-lt"/>
              </a:rPr>
              <a:t>聚能前行不负韶华</a:t>
            </a:r>
            <a:endParaRPr lang="zh-CN" altLang="en-US" sz="1100" dirty="0">
              <a:solidFill>
                <a:srgbClr val="FFFFFC"/>
              </a:solidFill>
              <a:latin typeface="微软雅黑" panose="020B0503020204020204" pitchFamily="34" charset="-122"/>
              <a:ea typeface="微软雅黑" panose="020B0503020204020204" pitchFamily="34" charset="-122"/>
              <a:cs typeface="阿里巴巴普惠体 2.0 45 Light" panose="00020600040101010101" pitchFamily="18" charset="-122"/>
              <a:sym typeface="+mn-lt"/>
            </a:endParaRPr>
          </a:p>
        </p:txBody>
      </p:sp>
      <p:sp>
        <p:nvSpPr>
          <p:cNvPr id="10" name="文本框 9"/>
          <p:cNvSpPr txBox="1"/>
          <p:nvPr/>
        </p:nvSpPr>
        <p:spPr>
          <a:xfrm>
            <a:off x="11568610" y="290545"/>
            <a:ext cx="353943" cy="2418377"/>
          </a:xfrm>
          <a:prstGeom prst="rect">
            <a:avLst/>
          </a:prstGeom>
          <a:noFill/>
          <a:ln>
            <a:noFill/>
          </a:ln>
        </p:spPr>
        <p:txBody>
          <a:bodyPr vert="eaVert" wrap="square" rtlCol="0">
            <a:spAutoFit/>
          </a:bodyPr>
          <a:lstStyle/>
          <a:p>
            <a:pPr algn="dist"/>
            <a:r>
              <a:rPr lang="zh-CN" altLang="en-US" sz="1100" dirty="0">
                <a:solidFill>
                  <a:srgbClr val="FFFFFC"/>
                </a:solidFill>
                <a:latin typeface="微软雅黑" panose="020B0503020204020204" pitchFamily="34" charset="-122"/>
                <a:ea typeface="微软雅黑" panose="020B0503020204020204" pitchFamily="34" charset="-122"/>
                <a:cs typeface="阿里巴巴普惠体 2.0 45 Light" panose="00020600040101010101" pitchFamily="18" charset="-122"/>
                <a:sym typeface="+mn-lt"/>
              </a:rPr>
              <a:t>聚能前行不负韶华</a:t>
            </a:r>
            <a:endParaRPr lang="zh-CN" altLang="en-US" sz="1100" dirty="0">
              <a:solidFill>
                <a:srgbClr val="FFFFFC"/>
              </a:solidFill>
              <a:latin typeface="微软雅黑" panose="020B0503020204020204" pitchFamily="34" charset="-122"/>
              <a:ea typeface="微软雅黑" panose="020B0503020204020204" pitchFamily="34" charset="-122"/>
              <a:cs typeface="阿里巴巴普惠体 2.0 45 Light" panose="00020600040101010101" pitchFamily="18" charset="-122"/>
              <a:sym typeface="+mn-lt"/>
            </a:endParaRPr>
          </a:p>
        </p:txBody>
      </p:sp>
      <p:sp>
        <p:nvSpPr>
          <p:cNvPr id="11" name="文本框 10"/>
          <p:cNvSpPr txBox="1"/>
          <p:nvPr/>
        </p:nvSpPr>
        <p:spPr>
          <a:xfrm>
            <a:off x="9258255" y="6270514"/>
            <a:ext cx="2664296" cy="276999"/>
          </a:xfrm>
          <a:prstGeom prst="rect">
            <a:avLst/>
          </a:prstGeom>
          <a:noFill/>
        </p:spPr>
        <p:txBody>
          <a:bodyPr wrap="square" rtlCol="0">
            <a:spAutoFit/>
          </a:bodyPr>
          <a:lstStyle/>
          <a:p>
            <a:pPr algn="dist"/>
            <a:r>
              <a:rPr lang="zh-CN" altLang="en-US" sz="1200" dirty="0">
                <a:solidFill>
                  <a:schemeClr val="bg1">
                    <a:lumMod val="95000"/>
                  </a:scheme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阿里巴巴普惠体 2.0 55 Regular" panose="00020600040101010101" pitchFamily="18" charset="-122"/>
              </a:rPr>
              <a:t>筑梦中国</a:t>
            </a:r>
            <a:r>
              <a:rPr lang="en-US" altLang="zh-CN" sz="1200" dirty="0">
                <a:solidFill>
                  <a:schemeClr val="bg1">
                    <a:lumMod val="95000"/>
                  </a:scheme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阿里巴巴普惠体 2.0 55 Regular" panose="00020600040101010101" pitchFamily="18" charset="-122"/>
              </a:rPr>
              <a:t> </a:t>
            </a:r>
            <a:r>
              <a:rPr lang="zh-CN" altLang="en-US" sz="1200" dirty="0">
                <a:solidFill>
                  <a:schemeClr val="bg1">
                    <a:lumMod val="95000"/>
                  </a:scheme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阿里巴巴普惠体 2.0 55 Regular" panose="00020600040101010101" pitchFamily="18" charset="-122"/>
              </a:rPr>
              <a:t>建功新时代</a:t>
            </a:r>
            <a:endParaRPr lang="zh-CN" altLang="en-US" sz="1200" dirty="0">
              <a:solidFill>
                <a:schemeClr val="bg1">
                  <a:lumMod val="95000"/>
                </a:scheme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阿里巴巴普惠体 2.0 55 Regular" panose="00020600040101010101" pitchFamily="18" charset="-122"/>
            </a:endParaRPr>
          </a:p>
        </p:txBody>
      </p:sp>
      <p:sp>
        <p:nvSpPr>
          <p:cNvPr id="12" name="文本框 11"/>
          <p:cNvSpPr txBox="1"/>
          <p:nvPr/>
        </p:nvSpPr>
        <p:spPr>
          <a:xfrm>
            <a:off x="1991544" y="3548364"/>
            <a:ext cx="8208912" cy="646331"/>
          </a:xfrm>
          <a:prstGeom prst="rect">
            <a:avLst/>
          </a:prstGeom>
          <a:noFill/>
        </p:spPr>
        <p:txBody>
          <a:bodyPr wrap="square" rtlCol="0">
            <a:spAutoFit/>
          </a:bodyPr>
          <a:lstStyle/>
          <a:p>
            <a:pPr algn="ctr">
              <a:lnSpc>
                <a:spcPct val="150000"/>
              </a:lnSpc>
            </a:pPr>
            <a:r>
              <a:rPr lang="zh-CN" altLang="en-US" sz="1200" spc="400" dirty="0">
                <a:solidFill>
                  <a:schemeClr val="bg1"/>
                </a:solidFill>
                <a:latin typeface="微软雅黑" panose="020B0503020204020204" pitchFamily="34" charset="-122"/>
                <a:ea typeface="微软雅黑" panose="020B0503020204020204" pitchFamily="34" charset="-122"/>
              </a:rPr>
              <a:t>爱国主义是指个人或集体对祖国的一种积极和支持的态度，揭示了个人对祖国的依存关系，是人们对自己家园以及民族和文化的归属感、认同感、尊严感与荣誉感的统一。</a:t>
            </a:r>
            <a:endParaRPr lang="zh-CN" altLang="en-US" sz="1200" spc="400" dirty="0">
              <a:solidFill>
                <a:schemeClr val="bg1"/>
              </a:solidFill>
              <a:latin typeface="微软雅黑" panose="020B0503020204020204" pitchFamily="34" charset="-122"/>
              <a:ea typeface="微软雅黑" panose="020B0503020204020204" pitchFamily="34" charset="-122"/>
            </a:endParaRPr>
          </a:p>
        </p:txBody>
      </p:sp>
      <p:pic>
        <p:nvPicPr>
          <p:cNvPr id="13" name="图片 12"/>
          <p:cNvPicPr>
            <a:picLocks noChangeAspect="1"/>
          </p:cNvPicPr>
          <p:nvPr/>
        </p:nvPicPr>
        <p:blipFill rotWithShape="1">
          <a:blip r:embed="rId2" cstate="email"/>
          <a:srcRect/>
          <a:stretch>
            <a:fillRect/>
          </a:stretch>
        </p:blipFill>
        <p:spPr>
          <a:xfrm>
            <a:off x="4165284" y="4005064"/>
            <a:ext cx="3861429" cy="936104"/>
          </a:xfrm>
          <a:prstGeom prst="rect">
            <a:avLst/>
          </a:prstGeom>
        </p:spPr>
      </p:pic>
      <p:pic>
        <p:nvPicPr>
          <p:cNvPr id="14" name="图片 13"/>
          <p:cNvPicPr>
            <a:picLocks noChangeAspect="1"/>
          </p:cNvPicPr>
          <p:nvPr/>
        </p:nvPicPr>
        <p:blipFill rotWithShape="1">
          <a:blip r:embed="rId3" cstate="email"/>
          <a:srcRect l="-4339"/>
          <a:stretch>
            <a:fillRect/>
          </a:stretch>
        </p:blipFill>
        <p:spPr>
          <a:xfrm>
            <a:off x="4151785" y="-243408"/>
            <a:ext cx="3512017" cy="864097"/>
          </a:xfrm>
          <a:prstGeom prst="rect">
            <a:avLst/>
          </a:prstGeom>
        </p:spPr>
      </p:pic>
      <p:pic>
        <p:nvPicPr>
          <p:cNvPr id="19" name="图片 18"/>
          <p:cNvPicPr>
            <a:picLocks noChangeAspect="1"/>
          </p:cNvPicPr>
          <p:nvPr/>
        </p:nvPicPr>
        <p:blipFill rotWithShape="1">
          <a:blip r:embed="rId4" cstate="email"/>
          <a:srcRect/>
          <a:stretch>
            <a:fillRect/>
          </a:stretch>
        </p:blipFill>
        <p:spPr>
          <a:xfrm rot="20534065">
            <a:off x="9521696" y="660794"/>
            <a:ext cx="2024955" cy="2262265"/>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1000"/>
                                        <p:tgtEl>
                                          <p:spTgt spid="12"/>
                                        </p:tgtEl>
                                      </p:cBhvr>
                                    </p:animEffect>
                                    <p:anim calcmode="lin" valueType="num">
                                      <p:cBhvr>
                                        <p:cTn id="8" dur="1000" fill="hold"/>
                                        <p:tgtEl>
                                          <p:spTgt spid="12"/>
                                        </p:tgtEl>
                                        <p:attrNameLst>
                                          <p:attrName>ppt_x</p:attrName>
                                        </p:attrNameLst>
                                      </p:cBhvr>
                                      <p:tavLst>
                                        <p:tav tm="0">
                                          <p:val>
                                            <p:strVal val="#ppt_x"/>
                                          </p:val>
                                        </p:tav>
                                        <p:tav tm="100000">
                                          <p:val>
                                            <p:strVal val="#ppt_x"/>
                                          </p:val>
                                        </p:tav>
                                      </p:tavLst>
                                    </p:anim>
                                    <p:anim calcmode="lin" valueType="num">
                                      <p:cBhvr>
                                        <p:cTn id="9"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tags/tag1.xml><?xml version="1.0" encoding="utf-8"?>
<p:tagLst xmlns:p="http://schemas.openxmlformats.org/presentationml/2006/main">
  <p:tag name="MH" val="20151121192522"/>
  <p:tag name="MH_LIBRARY" val="GRAPHIC"/>
  <p:tag name="MH_TYPE" val="Other"/>
  <p:tag name="MH_ORDER" val="1"/>
</p:tagLst>
</file>

<file path=ppt/tags/tag2.xml><?xml version="1.0" encoding="utf-8"?>
<p:tagLst xmlns:p="http://schemas.openxmlformats.org/presentationml/2006/main">
  <p:tag name="MH" val="20151121192522"/>
  <p:tag name="MH_LIBRARY" val="GRAPHIC"/>
  <p:tag name="MH_TYPE" val="Other"/>
  <p:tag name="MH_ORDER" val="4"/>
</p:tagLst>
</file>

<file path=ppt/tags/tag3.xml><?xml version="1.0" encoding="utf-8"?>
<p:tagLst xmlns:p="http://schemas.openxmlformats.org/presentationml/2006/main">
  <p:tag name="MH" val="20151121192522"/>
  <p:tag name="MH_LIBRARY" val="GRAPHIC"/>
  <p:tag name="MH_TYPE" val="Other"/>
  <p:tag name="MH_ORDER" val="7"/>
</p:tagLst>
</file>

<file path=ppt/tags/tag4.xml><?xml version="1.0" encoding="utf-8"?>
<p:tagLst xmlns:p="http://schemas.openxmlformats.org/presentationml/2006/main">
  <p:tag name="KSO_WM_BEAUTIFY_FLAG" val=""/>
</p:tagLst>
</file>

<file path=ppt/tags/tag5.xml><?xml version="1.0" encoding="utf-8"?>
<p:tagLst xmlns:p="http://schemas.openxmlformats.org/presentationml/2006/main">
  <p:tag name="KSO_WM_BEAUTIFY_FLAG" val=""/>
</p:tagLst>
</file>

<file path=ppt/theme/theme1.xml><?xml version="1.0" encoding="utf-8"?>
<a:theme xmlns:a="http://schemas.openxmlformats.org/drawingml/2006/main" name="第一PPT，www.1ppt.com">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自定义设计方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公众号:JTPPT">
  <a:themeElements>
    <a:clrScheme name="自定义">
      <a:dk1>
        <a:sysClr val="windowText" lastClr="000000"/>
      </a:dk1>
      <a:lt1>
        <a:sysClr val="window" lastClr="FFFFFF"/>
      </a:lt1>
      <a:dk2>
        <a:srgbClr val="2D3847"/>
      </a:dk2>
      <a:lt2>
        <a:srgbClr val="E7E6E6"/>
      </a:lt2>
      <a:accent1>
        <a:srgbClr val="EA4E40"/>
      </a:accent1>
      <a:accent2>
        <a:srgbClr val="FF9879"/>
      </a:accent2>
      <a:accent3>
        <a:srgbClr val="FF6700"/>
      </a:accent3>
      <a:accent4>
        <a:srgbClr val="A5A5A5"/>
      </a:accent4>
      <a:accent5>
        <a:srgbClr val="7F7F7F"/>
      </a:accent5>
      <a:accent6>
        <a:srgbClr val="595959"/>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3678</Words>
  <Application>WPS 演示</Application>
  <PresentationFormat>宽屏</PresentationFormat>
  <Paragraphs>401</Paragraphs>
  <Slides>20</Slides>
  <Notes>1</Notes>
  <HiddenSlides>0</HiddenSlides>
  <MMClips>0</MMClips>
  <ScaleCrop>false</ScaleCrop>
  <HeadingPairs>
    <vt:vector size="6" baseType="variant">
      <vt:variant>
        <vt:lpstr>已用的字体</vt:lpstr>
      </vt:variant>
      <vt:variant>
        <vt:i4>22</vt:i4>
      </vt:variant>
      <vt:variant>
        <vt:lpstr>主题</vt:lpstr>
      </vt:variant>
      <vt:variant>
        <vt:i4>3</vt:i4>
      </vt:variant>
      <vt:variant>
        <vt:lpstr>幻灯片标题</vt:lpstr>
      </vt:variant>
      <vt:variant>
        <vt:i4>20</vt:i4>
      </vt:variant>
    </vt:vector>
  </HeadingPairs>
  <TitlesOfParts>
    <vt:vector size="45" baseType="lpstr">
      <vt:lpstr>Arial</vt:lpstr>
      <vt:lpstr>宋体</vt:lpstr>
      <vt:lpstr>Wingdings</vt:lpstr>
      <vt:lpstr>微软雅黑</vt:lpstr>
      <vt:lpstr>思源宋体 CN Heavy</vt:lpstr>
      <vt:lpstr>阿里巴巴普惠体 2.0 45 Light</vt:lpstr>
      <vt:lpstr>阿里巴巴普惠体 2.0 55 Regular</vt:lpstr>
      <vt:lpstr>阿里巴巴普惠体 2.0 95 ExtraBold</vt:lpstr>
      <vt:lpstr>阿里巴巴普惠体 2.0 75 SemiBold</vt:lpstr>
      <vt:lpstr>字魂59号-创粗黑</vt:lpstr>
      <vt:lpstr>包图粗黑体</vt:lpstr>
      <vt:lpstr>思源宋体 CN</vt:lpstr>
      <vt:lpstr>仓耳玄三M W05</vt:lpstr>
      <vt:lpstr>阿里巴巴普惠体 2.0 65 Medium</vt:lpstr>
      <vt:lpstr>Arial Unicode MS</vt:lpstr>
      <vt:lpstr>等线 Light</vt:lpstr>
      <vt:lpstr>等线</vt:lpstr>
      <vt:lpstr>Calibri</vt:lpstr>
      <vt:lpstr>字魂58号-创中黑</vt:lpstr>
      <vt:lpstr>字魂110号-武林江湖体</vt:lpstr>
      <vt:lpstr>字魂95号-手刻宋</vt:lpstr>
      <vt:lpstr>黑体</vt:lpstr>
      <vt:lpstr>第一PPT，www.1ppt.com</vt:lpstr>
      <vt:lpstr>自定义设计方案</vt:lpstr>
      <vt:lpstr>公众号:JTPPT</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涵莜儿</cp:lastModifiedBy>
  <cp:revision>2</cp:revision>
  <dcterms:created xsi:type="dcterms:W3CDTF">2024-07-04T11:53:00Z</dcterms:created>
  <dcterms:modified xsi:type="dcterms:W3CDTF">2025-05-09T01:42:04Z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E9357D22EB3A4D93A7BFF42E36EFE696_12</vt:lpwstr>
  </property>
  <property fmtid="{D5CDD505-2E9C-101B-9397-08002B2CF9AE}" pid="3" name="KSOProductBuildVer">
    <vt:lpwstr>2052-12.1.0.21171</vt:lpwstr>
  </property>
</Properties>
</file>