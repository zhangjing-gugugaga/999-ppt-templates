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svg" ContentType="image/svg+xml"/>
  <Override PartName="/ppt/media/image13.svg" ContentType="image/svg+xml"/>
  <Override PartName="/ppt/media/image2.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 id="2147483665" r:id="rId4"/>
  </p:sldMasterIdLst>
  <p:notesMasterIdLst>
    <p:notesMasterId r:id="rId8"/>
  </p:notesMasterIdLst>
  <p:sldIdLst>
    <p:sldId id="256" r:id="rId5"/>
    <p:sldId id="257" r:id="rId6"/>
    <p:sldId id="258" r:id="rId7"/>
    <p:sldId id="259" r:id="rId9"/>
    <p:sldId id="260" r:id="rId10"/>
    <p:sldId id="261" r:id="rId11"/>
    <p:sldId id="262" r:id="rId12"/>
    <p:sldId id="264" r:id="rId13"/>
    <p:sldId id="263" r:id="rId14"/>
    <p:sldId id="265" r:id="rId15"/>
    <p:sldId id="266" r:id="rId16"/>
    <p:sldId id="268" r:id="rId17"/>
    <p:sldId id="267" r:id="rId18"/>
    <p:sldId id="269" r:id="rId19"/>
    <p:sldId id="270" r:id="rId20"/>
    <p:sldId id="272" r:id="rId21"/>
    <p:sldId id="271" r:id="rId22"/>
    <p:sldId id="273" r:id="rId23"/>
    <p:sldId id="274" r:id="rId24"/>
    <p:sldId id="275"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EF9B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showGuides="1">
      <p:cViewPr varScale="1">
        <p:scale>
          <a:sx n="70" d="100"/>
          <a:sy n="70" d="100"/>
        </p:scale>
        <p:origin x="456" y="5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notesMaster" Target="notesMasters/notesMaster1.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slide" Target="slides/slide1.xml"/><Relationship Id="rId4" Type="http://schemas.openxmlformats.org/officeDocument/2006/relationships/slideMaster" Target="slideMasters/slideMaster3.xml"/><Relationship Id="rId3" Type="http://schemas.openxmlformats.org/officeDocument/2006/relationships/slideMaster" Target="slideMasters/slideMaster2.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9EF1316-9E29-489C-B236-50D4EA495E86}"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E1D6745-AA39-4177-9923-D3BDB315262E}"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200" dirty="0">
                <a:latin typeface="微软雅黑" panose="020B0503020204020204" pitchFamily="34" charset="-122"/>
                <a:ea typeface="微软雅黑" panose="020B0503020204020204" pitchFamily="34" charset="-122"/>
              </a:rPr>
              <a:t>模板来自于：第一</a:t>
            </a:r>
            <a:r>
              <a:rPr lang="en-US" altLang="zh-CN" sz="1200" dirty="0">
                <a:latin typeface="微软雅黑" panose="020B0503020204020204" pitchFamily="34" charset="-122"/>
                <a:ea typeface="微软雅黑" panose="020B0503020204020204" pitchFamily="34" charset="-122"/>
              </a:rPr>
              <a:t>PPT</a:t>
            </a:r>
            <a:r>
              <a:rPr lang="zh-CN" altLang="en-US" sz="1200" dirty="0">
                <a:latin typeface="微软雅黑" panose="020B0503020204020204" pitchFamily="34" charset="-122"/>
                <a:ea typeface="微软雅黑" panose="020B0503020204020204" pitchFamily="34" charset="-122"/>
              </a:rPr>
              <a:t> </a:t>
            </a:r>
            <a:r>
              <a:rPr lang="en-US" altLang="zh-CN" sz="1200" dirty="0">
                <a:latin typeface="微软雅黑" panose="020B0503020204020204" pitchFamily="34" charset="-122"/>
                <a:ea typeface="微软雅黑" panose="020B0503020204020204" pitchFamily="34" charset="-122"/>
              </a:rPr>
              <a:t>https://www.1ppt.com/</a:t>
            </a:r>
            <a:endParaRPr lang="zh-CN" altLang="en-US" sz="1200"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10"/>
          </p:nvPr>
        </p:nvSpPr>
        <p:spPr/>
        <p:txBody>
          <a:bodyPr/>
          <a:lstStyle/>
          <a:p>
            <a:fld id="{9E1D6745-AA39-4177-9923-D3BDB315262E}"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www.1ppt.com/hangye/"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6771AA28-9C45-4FD2-A048-1F3C6AC3058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B9BCF53-3E74-4402-8118-773A008BDEB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6771AA28-9C45-4FD2-A048-1F3C6AC3058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B9BCF53-3E74-4402-8118-773A008BDEB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40"/>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6771AA28-9C45-4FD2-A048-1F3C6AC3058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B9BCF53-3E74-4402-8118-773A008BDEB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6771AA28-9C45-4FD2-A048-1F3C6AC3058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B9BCF53-3E74-4402-8118-773A008BDEB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7"/>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9"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1"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6771AA28-9C45-4FD2-A048-1F3C6AC3058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1B9BCF53-3E74-4402-8118-773A008BDEB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771AA28-9C45-4FD2-A048-1F3C6AC3058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B9BCF53-3E74-4402-8118-773A008BDEB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771AA28-9C45-4FD2-A048-1F3C6AC3058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1B9BCF53-3E74-4402-8118-773A008BDEB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6771AA28-9C45-4FD2-A048-1F3C6AC3058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B9BCF53-3E74-4402-8118-773A008BDEB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6771AA28-9C45-4FD2-A048-1F3C6AC3058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B9BCF53-3E74-4402-8118-773A008BDEB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6771AA28-9C45-4FD2-A048-1F3C6AC3058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B9BCF53-3E74-4402-8118-773A008BDEB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1"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1"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6771AA28-9C45-4FD2-A048-1F3C6AC3058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B9BCF53-3E74-4402-8118-773A008BDEB3}" type="slidenum">
              <a:rPr lang="zh-CN" altLang="en-US" smtClean="0"/>
            </a:fld>
            <a:endParaRPr lang="zh-CN" altLang="en-US"/>
          </a:p>
        </p:txBody>
      </p:sp>
      <p:sp>
        <p:nvSpPr>
          <p:cNvPr id="7" name="TextBox 6"/>
          <p:cNvSpPr txBox="1"/>
          <p:nvPr userDrawn="1"/>
        </p:nvSpPr>
        <p:spPr>
          <a:xfrm>
            <a:off x="11626466" y="0"/>
            <a:ext cx="540060" cy="118430"/>
          </a:xfrm>
          <a:prstGeom prst="rect">
            <a:avLst/>
          </a:prstGeom>
          <a:noFill/>
        </p:spPr>
        <p:txBody>
          <a:bodyPr wrap="square" rtlCol="0">
            <a:spAutoFit/>
          </a:bodyPr>
          <a:lstStyle/>
          <a:p>
            <a:pPr>
              <a:lnSpc>
                <a:spcPct val="200000"/>
              </a:lnSpc>
            </a:pPr>
            <a:r>
              <a:rPr lang="zh-CN" altLang="en-US" sz="100" dirty="0">
                <a:latin typeface="微软雅黑" panose="020B0503020204020204" pitchFamily="34" charset="-122"/>
                <a:ea typeface="微软雅黑" panose="020B0503020204020204" pitchFamily="34" charset="-122"/>
                <a:hlinkClick r:id="rId2"/>
              </a:rPr>
              <a:t>行业</a:t>
            </a:r>
            <a:r>
              <a:rPr lang="en-US" altLang="zh-CN" sz="100" dirty="0">
                <a:latin typeface="微软雅黑" panose="020B0503020204020204" pitchFamily="34" charset="-122"/>
                <a:ea typeface="微软雅黑" panose="020B0503020204020204" pitchFamily="34" charset="-122"/>
                <a:hlinkClick r:id="rId2"/>
              </a:rPr>
              <a:t>PPT</a:t>
            </a:r>
            <a:r>
              <a:rPr lang="zh-CN" altLang="en-US" sz="100" dirty="0">
                <a:latin typeface="微软雅黑" panose="020B0503020204020204" pitchFamily="34" charset="-122"/>
                <a:ea typeface="微软雅黑" panose="020B0503020204020204" pitchFamily="34" charset="-122"/>
                <a:hlinkClick r:id="rId2"/>
              </a:rPr>
              <a:t>模板</a:t>
            </a:r>
            <a:r>
              <a:rPr lang="en-US" altLang="zh-CN" sz="100" dirty="0">
                <a:latin typeface="微软雅黑" panose="020B0503020204020204" pitchFamily="34" charset="-122"/>
                <a:ea typeface="微软雅黑" panose="020B0503020204020204" pitchFamily="34" charset="-122"/>
              </a:rPr>
              <a:t>http://www.1ppt.com/hangye/</a:t>
            </a:r>
            <a:endParaRPr lang="en-US" altLang="zh-CN" sz="1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2_自定义版式">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1600203"/>
            <a:ext cx="109728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00" y="6356353"/>
            <a:ext cx="2844800" cy="365125"/>
          </a:xfrm>
          <a:prstGeom prst="rect">
            <a:avLst/>
          </a:prstGeom>
        </p:spPr>
        <p:txBody>
          <a:bodyPr/>
          <a:lstStyle/>
          <a:p>
            <a:fld id="{2E3AAC11-D570-4EA9-AFC0-30FB72BA45EB}"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5600" y="6356353"/>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3"/>
            <a:ext cx="2844800" cy="365125"/>
          </a:xfrm>
          <a:prstGeom prst="rect">
            <a:avLst/>
          </a:prstGeom>
        </p:spPr>
        <p:txBody>
          <a:bodyPr/>
          <a:lstStyle/>
          <a:p>
            <a:fld id="{55ECCFAA-F4FB-487C-9F1E-C8836D0C3DC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41"/>
            <a:ext cx="274320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274641"/>
            <a:ext cx="8026400"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00" y="6356353"/>
            <a:ext cx="2844800" cy="365125"/>
          </a:xfrm>
          <a:prstGeom prst="rect">
            <a:avLst/>
          </a:prstGeom>
        </p:spPr>
        <p:txBody>
          <a:bodyPr/>
          <a:lstStyle/>
          <a:p>
            <a:fld id="{2E3AAC11-D570-4EA9-AFC0-30FB72BA45EB}"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5600" y="6356353"/>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3"/>
            <a:ext cx="2844800" cy="365125"/>
          </a:xfrm>
          <a:prstGeom prst="rect">
            <a:avLst/>
          </a:prstGeom>
        </p:spPr>
        <p:txBody>
          <a:bodyPr/>
          <a:lstStyle/>
          <a:p>
            <a:fld id="{55ECCFAA-F4FB-487C-9F1E-C8836D0C3DC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2_自定义版式">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2.svg"/><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4" Type="http://schemas.openxmlformats.org/officeDocument/2006/relationships/theme" Target="../theme/theme2.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extLst>
              <a:ext uri="{96DAC541-7B7A-43D3-8B79-37D633B846F1}">
                <asvg:svgBlip xmlns:asvg="http://schemas.microsoft.com/office/drawing/2016/SVG/main" r:embed="rId14"/>
              </a:ext>
            </a:extLst>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771AA28-9C45-4FD2-A048-1F3C6AC30582}" type="datetimeFigureOut">
              <a:rPr lang="zh-CN" altLang="en-US" smtClean="0"/>
            </a:fld>
            <a:endParaRPr lang="zh-CN" altLang="en-US"/>
          </a:p>
        </p:txBody>
      </p:sp>
      <p:sp>
        <p:nvSpPr>
          <p:cNvPr id="5" name="页脚占位符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9BCF53-3E74-4402-8118-773A008BDEB3}"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6"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2" Type="http://schemas.openxmlformats.org/officeDocument/2006/relationships/slideLayout" Target="../slideLayouts/slideLayout7.xml"/><Relationship Id="rId21" Type="http://schemas.openxmlformats.org/officeDocument/2006/relationships/tags" Target="../tags/tag21.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9" Type="http://schemas.openxmlformats.org/officeDocument/2006/relationships/tags" Target="../tags/tag30.xml"/><Relationship Id="rId8" Type="http://schemas.openxmlformats.org/officeDocument/2006/relationships/tags" Target="../tags/tag29.xml"/><Relationship Id="rId7" Type="http://schemas.openxmlformats.org/officeDocument/2006/relationships/tags" Target="../tags/tag28.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 Id="rId3" Type="http://schemas.openxmlformats.org/officeDocument/2006/relationships/tags" Target="../tags/tag24.xml"/><Relationship Id="rId2" Type="http://schemas.openxmlformats.org/officeDocument/2006/relationships/tags" Target="../tags/tag23.xml"/><Relationship Id="rId14" Type="http://schemas.openxmlformats.org/officeDocument/2006/relationships/slideLayout" Target="../slideLayouts/slideLayout7.xml"/><Relationship Id="rId13" Type="http://schemas.openxmlformats.org/officeDocument/2006/relationships/image" Target="../media/image5.jpeg"/><Relationship Id="rId12" Type="http://schemas.openxmlformats.org/officeDocument/2006/relationships/tags" Target="../tags/tag33.xml"/><Relationship Id="rId11" Type="http://schemas.openxmlformats.org/officeDocument/2006/relationships/tags" Target="../tags/tag32.xml"/><Relationship Id="rId10" Type="http://schemas.openxmlformats.org/officeDocument/2006/relationships/tags" Target="../tags/tag31.xml"/><Relationship Id="rId1" Type="http://schemas.openxmlformats.org/officeDocument/2006/relationships/tags" Target="../tags/tag2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5.xml"/><Relationship Id="rId1" Type="http://schemas.openxmlformats.org/officeDocument/2006/relationships/tags" Target="../tags/tag34.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6.png"/><Relationship Id="rId2" Type="http://schemas.openxmlformats.org/officeDocument/2006/relationships/tags" Target="../tags/tag37.xml"/><Relationship Id="rId1" Type="http://schemas.openxmlformats.org/officeDocument/2006/relationships/tags" Target="../tags/tag36.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9.xml"/><Relationship Id="rId1" Type="http://schemas.openxmlformats.org/officeDocument/2006/relationships/tags" Target="../tags/tag38.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7.png"/><Relationship Id="rId2" Type="http://schemas.openxmlformats.org/officeDocument/2006/relationships/tags" Target="../tags/tag41.xml"/><Relationship Id="rId1" Type="http://schemas.openxmlformats.org/officeDocument/2006/relationships/tags" Target="../tags/tag40.xml"/></Relationships>
</file>

<file path=ppt/slides/_rels/slide11.xml.rels><?xml version="1.0" encoding="UTF-8" standalone="yes"?>
<Relationships xmlns="http://schemas.openxmlformats.org/package/2006/relationships"><Relationship Id="rId9" Type="http://schemas.openxmlformats.org/officeDocument/2006/relationships/tags" Target="../tags/tag50.xml"/><Relationship Id="rId8" Type="http://schemas.openxmlformats.org/officeDocument/2006/relationships/tags" Target="../tags/tag49.xml"/><Relationship Id="rId7" Type="http://schemas.openxmlformats.org/officeDocument/2006/relationships/tags" Target="../tags/tag48.xml"/><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7" Type="http://schemas.openxmlformats.org/officeDocument/2006/relationships/slideLayout" Target="../slideLayouts/slideLayout7.xml"/><Relationship Id="rId26" Type="http://schemas.openxmlformats.org/officeDocument/2006/relationships/image" Target="../media/image13.svg"/><Relationship Id="rId25" Type="http://schemas.openxmlformats.org/officeDocument/2006/relationships/image" Target="../media/image12.png"/><Relationship Id="rId24" Type="http://schemas.openxmlformats.org/officeDocument/2006/relationships/tags" Target="../tags/tag61.xml"/><Relationship Id="rId23" Type="http://schemas.openxmlformats.org/officeDocument/2006/relationships/image" Target="../media/image11.svg"/><Relationship Id="rId22" Type="http://schemas.openxmlformats.org/officeDocument/2006/relationships/image" Target="../media/image10.png"/><Relationship Id="rId21" Type="http://schemas.openxmlformats.org/officeDocument/2006/relationships/tags" Target="../tags/tag60.xml"/><Relationship Id="rId20" Type="http://schemas.openxmlformats.org/officeDocument/2006/relationships/image" Target="../media/image9.svg"/><Relationship Id="rId2" Type="http://schemas.openxmlformats.org/officeDocument/2006/relationships/tags" Target="../tags/tag43.xml"/><Relationship Id="rId19" Type="http://schemas.openxmlformats.org/officeDocument/2006/relationships/image" Target="../media/image8.png"/><Relationship Id="rId18" Type="http://schemas.openxmlformats.org/officeDocument/2006/relationships/tags" Target="../tags/tag59.xml"/><Relationship Id="rId17" Type="http://schemas.openxmlformats.org/officeDocument/2006/relationships/tags" Target="../tags/tag58.xml"/><Relationship Id="rId16" Type="http://schemas.openxmlformats.org/officeDocument/2006/relationships/tags" Target="../tags/tag57.xml"/><Relationship Id="rId15" Type="http://schemas.openxmlformats.org/officeDocument/2006/relationships/tags" Target="../tags/tag56.xml"/><Relationship Id="rId14" Type="http://schemas.openxmlformats.org/officeDocument/2006/relationships/tags" Target="../tags/tag55.xml"/><Relationship Id="rId13" Type="http://schemas.openxmlformats.org/officeDocument/2006/relationships/tags" Target="../tags/tag54.xml"/><Relationship Id="rId12" Type="http://schemas.openxmlformats.org/officeDocument/2006/relationships/tags" Target="../tags/tag53.xml"/><Relationship Id="rId11" Type="http://schemas.openxmlformats.org/officeDocument/2006/relationships/tags" Target="../tags/tag52.xml"/><Relationship Id="rId10" Type="http://schemas.openxmlformats.org/officeDocument/2006/relationships/tags" Target="../tags/tag51.xml"/><Relationship Id="rId1" Type="http://schemas.openxmlformats.org/officeDocument/2006/relationships/tags" Target="../tags/tag4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63.xml"/><Relationship Id="rId1" Type="http://schemas.openxmlformats.org/officeDocument/2006/relationships/tags" Target="../tags/tag62.xm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4.png"/><Relationship Id="rId2" Type="http://schemas.openxmlformats.org/officeDocument/2006/relationships/tags" Target="../tags/tag65.xml"/><Relationship Id="rId1" Type="http://schemas.openxmlformats.org/officeDocument/2006/relationships/tags" Target="../tags/tag6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67.xml"/><Relationship Id="rId1" Type="http://schemas.openxmlformats.org/officeDocument/2006/relationships/tags" Target="../tags/tag66.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5.png"/><Relationship Id="rId2" Type="http://schemas.openxmlformats.org/officeDocument/2006/relationships/tags" Target="../tags/tag69.xml"/><Relationship Id="rId1" Type="http://schemas.openxmlformats.org/officeDocument/2006/relationships/tags" Target="../tags/tag68.xml"/></Relationships>
</file>

<file path=ppt/slides/_rels/slide18.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19.emf"/><Relationship Id="rId5" Type="http://schemas.openxmlformats.org/officeDocument/2006/relationships/image" Target="../media/image18.emf"/><Relationship Id="rId4" Type="http://schemas.openxmlformats.org/officeDocument/2006/relationships/image" Target="../media/image17.emf"/><Relationship Id="rId3" Type="http://schemas.openxmlformats.org/officeDocument/2006/relationships/image" Target="../media/image16.emf"/><Relationship Id="rId2" Type="http://schemas.openxmlformats.org/officeDocument/2006/relationships/tags" Target="../tags/tag71.xml"/><Relationship Id="rId1" Type="http://schemas.openxmlformats.org/officeDocument/2006/relationships/tags" Target="../tags/tag70.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73.xml"/><Relationship Id="rId1" Type="http://schemas.openxmlformats.org/officeDocument/2006/relationships/tags" Target="../tags/tag7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1" cstate="print">
            <a:extLst>
              <a:ext uri="{28A0092B-C50C-407E-A947-70E740481C1C}">
                <a14:useLocalDpi xmlns:a14="http://schemas.microsoft.com/office/drawing/2010/main" val="0"/>
              </a:ext>
            </a:extLst>
          </a:blip>
          <a:srcRect l="5562" r="5562"/>
          <a:stretch>
            <a:fillRect/>
          </a:stretch>
        </p:blipFill>
        <p:spPr>
          <a:xfrm>
            <a:off x="0" y="0"/>
            <a:ext cx="12192000" cy="6858000"/>
          </a:xfrm>
          <a:prstGeom prst="rect">
            <a:avLst/>
          </a:prstGeom>
        </p:spPr>
      </p:pic>
      <p:sp>
        <p:nvSpPr>
          <p:cNvPr id="9" name="文本框 8"/>
          <p:cNvSpPr txBox="1"/>
          <p:nvPr/>
        </p:nvSpPr>
        <p:spPr>
          <a:xfrm>
            <a:off x="1919535" y="4293097"/>
            <a:ext cx="8352928" cy="1200329"/>
          </a:xfrm>
          <a:prstGeom prst="rect">
            <a:avLst/>
          </a:prstGeom>
          <a:noFill/>
        </p:spPr>
        <p:txBody>
          <a:bodyPr wrap="square" rtlCol="0">
            <a:spAutoFit/>
          </a:bodyPr>
          <a:lstStyle/>
          <a:p>
            <a:pPr algn="dist"/>
            <a:r>
              <a:rPr lang="zh-CN" altLang="en-US" sz="7200" dirty="0">
                <a:solidFill>
                  <a:srgbClr val="FEF9B8"/>
                </a:solidFill>
                <a:effectLst>
                  <a:outerShdw blurRad="38100" dist="38100" dir="2700000" algn="tl">
                    <a:srgbClr val="000000">
                      <a:alpha val="43137"/>
                    </a:srgbClr>
                  </a:outerShdw>
                </a:effectLst>
                <a:latin typeface="思源宋体 CN Heavy" charset="-122"/>
                <a:ea typeface="思源宋体 CN Heavy" charset="-122"/>
                <a:cs typeface="阿里巴巴普惠体 Medium"/>
                <a:sym typeface="Arial" panose="020B0604020202020204"/>
              </a:rPr>
              <a:t>党建赋能工作汇报</a:t>
            </a:r>
            <a:endParaRPr lang="zh-CN" altLang="en-US" sz="7200" dirty="0">
              <a:solidFill>
                <a:srgbClr val="FEF9B8"/>
              </a:solidFill>
              <a:effectLst>
                <a:outerShdw blurRad="38100" dist="38100" dir="2700000" algn="tl">
                  <a:srgbClr val="000000">
                    <a:alpha val="43137"/>
                  </a:srgbClr>
                </a:outerShdw>
              </a:effectLst>
              <a:latin typeface="思源宋体 CN Heavy" charset="-122"/>
              <a:ea typeface="思源宋体 CN Heavy" charset="-122"/>
              <a:cs typeface="阿里巴巴普惠体 Medium"/>
              <a:sym typeface="Arial" panose="020B0604020202020204"/>
            </a:endParaRPr>
          </a:p>
        </p:txBody>
      </p:sp>
      <p:grpSp>
        <p:nvGrpSpPr>
          <p:cNvPr id="11" name="组合 10"/>
          <p:cNvGrpSpPr/>
          <p:nvPr/>
        </p:nvGrpSpPr>
        <p:grpSpPr>
          <a:xfrm>
            <a:off x="2523994" y="3928410"/>
            <a:ext cx="7144015" cy="369332"/>
            <a:chOff x="2523993" y="1264114"/>
            <a:chExt cx="7144015" cy="369332"/>
          </a:xfrm>
        </p:grpSpPr>
        <p:grpSp>
          <p:nvGrpSpPr>
            <p:cNvPr id="12" name="组合 11"/>
            <p:cNvGrpSpPr/>
            <p:nvPr/>
          </p:nvGrpSpPr>
          <p:grpSpPr>
            <a:xfrm>
              <a:off x="2523993" y="1448780"/>
              <a:ext cx="7144015" cy="0"/>
              <a:chOff x="2495600" y="1448780"/>
              <a:chExt cx="7144015" cy="0"/>
            </a:xfrm>
          </p:grpSpPr>
          <p:cxnSp>
            <p:nvCxnSpPr>
              <p:cNvPr id="18" name="直接连接符 17"/>
              <p:cNvCxnSpPr/>
              <p:nvPr/>
            </p:nvCxnSpPr>
            <p:spPr>
              <a:xfrm>
                <a:off x="2495600" y="1448780"/>
                <a:ext cx="1728192" cy="0"/>
              </a:xfrm>
              <a:prstGeom prst="line">
                <a:avLst/>
              </a:prstGeom>
              <a:ln w="12700">
                <a:solidFill>
                  <a:srgbClr val="FEF9B8"/>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7911423" y="1448780"/>
                <a:ext cx="1728192" cy="0"/>
              </a:xfrm>
              <a:prstGeom prst="line">
                <a:avLst/>
              </a:prstGeom>
              <a:ln w="12700">
                <a:solidFill>
                  <a:srgbClr val="FEF9B8"/>
                </a:solidFill>
              </a:ln>
            </p:spPr>
            <p:style>
              <a:lnRef idx="1">
                <a:schemeClr val="accent1"/>
              </a:lnRef>
              <a:fillRef idx="0">
                <a:schemeClr val="accent1"/>
              </a:fillRef>
              <a:effectRef idx="0">
                <a:schemeClr val="accent1"/>
              </a:effectRef>
              <a:fontRef idx="minor">
                <a:schemeClr val="tx1"/>
              </a:fontRef>
            </p:style>
          </p:cxnSp>
        </p:grpSp>
        <p:sp>
          <p:nvSpPr>
            <p:cNvPr id="13" name="星形: 五角 12"/>
            <p:cNvSpPr/>
            <p:nvPr/>
          </p:nvSpPr>
          <p:spPr>
            <a:xfrm>
              <a:off x="4337536" y="1340768"/>
              <a:ext cx="198022" cy="198022"/>
            </a:xfrm>
            <a:prstGeom prst="star5">
              <a:avLst/>
            </a:prstGeom>
            <a:solidFill>
              <a:srgbClr val="FEF9B8"/>
            </a:solidFill>
            <a:ln>
              <a:noFill/>
            </a:ln>
            <a:effectLst>
              <a:outerShdw blurRad="63500" sx="101000" sy="101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EF9B8"/>
                </a:solidFill>
                <a:latin typeface="Arial" panose="020B0604020202020204"/>
                <a:ea typeface="阿里巴巴普惠体 Medium"/>
                <a:cs typeface="阿里巴巴普惠体 Medium"/>
                <a:sym typeface="Arial" panose="020B0604020202020204"/>
              </a:endParaRPr>
            </a:p>
          </p:txBody>
        </p:sp>
        <p:sp>
          <p:nvSpPr>
            <p:cNvPr id="14" name="文本框 13"/>
            <p:cNvSpPr txBox="1"/>
            <p:nvPr/>
          </p:nvSpPr>
          <p:spPr>
            <a:xfrm>
              <a:off x="4943872" y="1264114"/>
              <a:ext cx="2304257" cy="369332"/>
            </a:xfrm>
            <a:prstGeom prst="rect">
              <a:avLst/>
            </a:prstGeom>
            <a:noFill/>
          </p:spPr>
          <p:txBody>
            <a:bodyPr wrap="square" rtlCol="0">
              <a:spAutoFit/>
            </a:bodyPr>
            <a:lstStyle/>
            <a:p>
              <a:pPr algn="dist"/>
              <a:r>
                <a:rPr lang="zh-CN" altLang="en-US" dirty="0">
                  <a:solidFill>
                    <a:srgbClr val="FEF9B8"/>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rPr>
                <a:t>新时代新征程</a:t>
              </a:r>
              <a:endParaRPr lang="zh-CN" altLang="en-US" dirty="0">
                <a:solidFill>
                  <a:srgbClr val="FEF9B8"/>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endParaRPr>
            </a:p>
          </p:txBody>
        </p:sp>
        <p:sp>
          <p:nvSpPr>
            <p:cNvPr id="15" name="星形: 五角 14"/>
            <p:cNvSpPr/>
            <p:nvPr/>
          </p:nvSpPr>
          <p:spPr>
            <a:xfrm>
              <a:off x="4683379" y="1340768"/>
              <a:ext cx="198022" cy="198022"/>
            </a:xfrm>
            <a:prstGeom prst="star5">
              <a:avLst/>
            </a:prstGeom>
            <a:solidFill>
              <a:srgbClr val="FEF9B8"/>
            </a:solidFill>
            <a:ln>
              <a:noFill/>
            </a:ln>
            <a:effectLst>
              <a:outerShdw blurRad="63500" sx="101000" sy="101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EF9B8"/>
                </a:solidFill>
                <a:latin typeface="Arial" panose="020B0604020202020204"/>
                <a:ea typeface="阿里巴巴普惠体 Medium"/>
                <a:cs typeface="阿里巴巴普惠体 Medium"/>
                <a:sym typeface="Arial" panose="020B0604020202020204"/>
              </a:endParaRPr>
            </a:p>
          </p:txBody>
        </p:sp>
        <p:sp>
          <p:nvSpPr>
            <p:cNvPr id="16" name="星形: 五角 15"/>
            <p:cNvSpPr/>
            <p:nvPr/>
          </p:nvSpPr>
          <p:spPr>
            <a:xfrm>
              <a:off x="7306380" y="1340768"/>
              <a:ext cx="198022" cy="198022"/>
            </a:xfrm>
            <a:prstGeom prst="star5">
              <a:avLst/>
            </a:prstGeom>
            <a:solidFill>
              <a:srgbClr val="FEF9B8"/>
            </a:solidFill>
            <a:ln>
              <a:noFill/>
            </a:ln>
            <a:effectLst>
              <a:outerShdw blurRad="63500" sx="101000" sy="101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EF9B8"/>
                </a:solidFill>
                <a:latin typeface="Arial" panose="020B0604020202020204"/>
                <a:ea typeface="阿里巴巴普惠体 Medium"/>
                <a:cs typeface="阿里巴巴普惠体 Medium"/>
                <a:sym typeface="Arial" panose="020B0604020202020204"/>
              </a:endParaRPr>
            </a:p>
          </p:txBody>
        </p:sp>
        <p:sp>
          <p:nvSpPr>
            <p:cNvPr id="17" name="星形: 五角 16"/>
            <p:cNvSpPr/>
            <p:nvPr/>
          </p:nvSpPr>
          <p:spPr>
            <a:xfrm>
              <a:off x="7652223" y="1340768"/>
              <a:ext cx="198022" cy="198022"/>
            </a:xfrm>
            <a:prstGeom prst="star5">
              <a:avLst/>
            </a:prstGeom>
            <a:solidFill>
              <a:srgbClr val="FEF9B8"/>
            </a:solidFill>
            <a:ln>
              <a:noFill/>
            </a:ln>
            <a:effectLst>
              <a:outerShdw blurRad="63500" sx="101000" sy="101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EF9B8"/>
                </a:solidFill>
                <a:latin typeface="Arial" panose="020B0604020202020204"/>
                <a:ea typeface="阿里巴巴普惠体 Medium"/>
                <a:cs typeface="阿里巴巴普惠体 Medium"/>
                <a:sym typeface="Arial" panose="020B0604020202020204"/>
              </a:endParaRPr>
            </a:p>
          </p:txBody>
        </p:sp>
      </p:grpSp>
      <p:grpSp>
        <p:nvGrpSpPr>
          <p:cNvPr id="20" name="组合 19"/>
          <p:cNvGrpSpPr/>
          <p:nvPr/>
        </p:nvGrpSpPr>
        <p:grpSpPr>
          <a:xfrm>
            <a:off x="1955539" y="5488778"/>
            <a:ext cx="8280920" cy="316486"/>
            <a:chOff x="1955540" y="2824482"/>
            <a:chExt cx="8280920" cy="316486"/>
          </a:xfrm>
        </p:grpSpPr>
        <p:sp>
          <p:nvSpPr>
            <p:cNvPr id="21" name="文本框 20"/>
            <p:cNvSpPr txBox="1"/>
            <p:nvPr/>
          </p:nvSpPr>
          <p:spPr>
            <a:xfrm>
              <a:off x="1955540" y="2824482"/>
              <a:ext cx="8280920" cy="261610"/>
            </a:xfrm>
            <a:prstGeom prst="rect">
              <a:avLst/>
            </a:prstGeom>
            <a:noFill/>
          </p:spPr>
          <p:txBody>
            <a:bodyPr wrap="square" rtlCol="0">
              <a:spAutoFit/>
            </a:bodyPr>
            <a:lstStyle/>
            <a:p>
              <a:pPr algn="dist"/>
              <a:r>
                <a:rPr lang="en-US" altLang="zh-CN" sz="1100" dirty="0">
                  <a:solidFill>
                    <a:srgbClr val="FEF9B8"/>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rPr>
                <a:t>LEADING THE PARTY BUILDING OF AVIATION SERVICE TO THE COUNTRY</a:t>
              </a:r>
              <a:endParaRPr lang="zh-CN" altLang="en-US" sz="1100" dirty="0">
                <a:solidFill>
                  <a:srgbClr val="FEF9B8"/>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endParaRPr>
            </a:p>
          </p:txBody>
        </p:sp>
        <p:cxnSp>
          <p:nvCxnSpPr>
            <p:cNvPr id="22" name="直接连接符 21"/>
            <p:cNvCxnSpPr/>
            <p:nvPr/>
          </p:nvCxnSpPr>
          <p:spPr>
            <a:xfrm>
              <a:off x="2621614" y="3140968"/>
              <a:ext cx="6948772"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23" name="组合 22"/>
          <p:cNvGrpSpPr/>
          <p:nvPr/>
        </p:nvGrpSpPr>
        <p:grpSpPr>
          <a:xfrm>
            <a:off x="4017697" y="5970767"/>
            <a:ext cx="4156607" cy="338554"/>
            <a:chOff x="4079776" y="3280351"/>
            <a:chExt cx="4156606" cy="338554"/>
          </a:xfrm>
        </p:grpSpPr>
        <p:sp>
          <p:nvSpPr>
            <p:cNvPr id="24" name="文本框 23"/>
            <p:cNvSpPr txBox="1"/>
            <p:nvPr/>
          </p:nvSpPr>
          <p:spPr>
            <a:xfrm>
              <a:off x="4079776" y="3280351"/>
              <a:ext cx="1728192" cy="338554"/>
            </a:xfrm>
            <a:prstGeom prst="rect">
              <a:avLst/>
            </a:prstGeom>
            <a:noFill/>
          </p:spPr>
          <p:txBody>
            <a:bodyPr wrap="square" rtlCol="0">
              <a:spAutoFit/>
            </a:bodyPr>
            <a:lstStyle/>
            <a:p>
              <a:pPr algn="ctr"/>
              <a:r>
                <a:rPr lang="zh-CN" altLang="en-US" sz="1600" dirty="0">
                  <a:solidFill>
                    <a:srgbClr val="FEF9B8"/>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rPr>
                <a:t>汇报人：</a:t>
              </a:r>
              <a:r>
                <a:rPr lang="en-US" altLang="zh-CN" sz="1600" dirty="0">
                  <a:solidFill>
                    <a:srgbClr val="FEF9B8"/>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rPr>
                <a:t>XXX</a:t>
              </a:r>
              <a:endParaRPr lang="zh-CN" altLang="en-US" sz="1600" dirty="0">
                <a:solidFill>
                  <a:srgbClr val="FEF9B8"/>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endParaRPr>
            </a:p>
          </p:txBody>
        </p:sp>
        <p:sp>
          <p:nvSpPr>
            <p:cNvPr id="25" name="文本框 24"/>
            <p:cNvSpPr txBox="1"/>
            <p:nvPr/>
          </p:nvSpPr>
          <p:spPr>
            <a:xfrm>
              <a:off x="6508190" y="3280351"/>
              <a:ext cx="1728192" cy="338554"/>
            </a:xfrm>
            <a:prstGeom prst="rect">
              <a:avLst/>
            </a:prstGeom>
            <a:noFill/>
          </p:spPr>
          <p:txBody>
            <a:bodyPr wrap="square" rtlCol="0">
              <a:spAutoFit/>
            </a:bodyPr>
            <a:lstStyle/>
            <a:p>
              <a:pPr algn="ctr"/>
              <a:r>
                <a:rPr lang="zh-CN" altLang="en-US" sz="1600" dirty="0">
                  <a:solidFill>
                    <a:srgbClr val="FEF9B8"/>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rPr>
                <a:t>时间：</a:t>
              </a:r>
              <a:r>
                <a:rPr lang="en-US" altLang="zh-CN" sz="1600" dirty="0">
                  <a:solidFill>
                    <a:srgbClr val="FEF9B8"/>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rPr>
                <a:t>X</a:t>
              </a:r>
              <a:r>
                <a:rPr lang="zh-CN" altLang="en-US" sz="1600" dirty="0">
                  <a:solidFill>
                    <a:srgbClr val="FEF9B8"/>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rPr>
                <a:t>年</a:t>
              </a:r>
              <a:r>
                <a:rPr lang="en-US" altLang="zh-CN" sz="1600" dirty="0">
                  <a:solidFill>
                    <a:srgbClr val="FEF9B8"/>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rPr>
                <a:t>X</a:t>
              </a:r>
              <a:r>
                <a:rPr lang="zh-CN" altLang="en-US" sz="1600" dirty="0">
                  <a:solidFill>
                    <a:srgbClr val="FEF9B8"/>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rPr>
                <a:t>月</a:t>
              </a:r>
              <a:endParaRPr lang="zh-CN" altLang="en-US" sz="1600" dirty="0">
                <a:solidFill>
                  <a:srgbClr val="FEF9B8"/>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endParaRPr>
            </a:p>
          </p:txBody>
        </p:sp>
      </p:grpSp>
      <p:grpSp>
        <p:nvGrpSpPr>
          <p:cNvPr id="26" name="组合 25"/>
          <p:cNvGrpSpPr/>
          <p:nvPr/>
        </p:nvGrpSpPr>
        <p:grpSpPr>
          <a:xfrm>
            <a:off x="11664851" y="1084419"/>
            <a:ext cx="369332" cy="3755779"/>
            <a:chOff x="11687685" y="1908421"/>
            <a:chExt cx="369332" cy="3755779"/>
          </a:xfrm>
        </p:grpSpPr>
        <p:grpSp>
          <p:nvGrpSpPr>
            <p:cNvPr id="27" name="组合 26"/>
            <p:cNvGrpSpPr/>
            <p:nvPr/>
          </p:nvGrpSpPr>
          <p:grpSpPr>
            <a:xfrm>
              <a:off x="11687685" y="1908421"/>
              <a:ext cx="369332" cy="2518379"/>
              <a:chOff x="11687685" y="1908421"/>
              <a:chExt cx="369332" cy="2518379"/>
            </a:xfrm>
          </p:grpSpPr>
          <p:sp>
            <p:nvSpPr>
              <p:cNvPr id="29" name="文本框 28"/>
              <p:cNvSpPr txBox="1"/>
              <p:nvPr/>
            </p:nvSpPr>
            <p:spPr>
              <a:xfrm>
                <a:off x="11687685" y="1908421"/>
                <a:ext cx="369332" cy="2518379"/>
              </a:xfrm>
              <a:prstGeom prst="rect">
                <a:avLst/>
              </a:prstGeom>
              <a:noFill/>
              <a:ln>
                <a:noFill/>
              </a:ln>
            </p:spPr>
            <p:txBody>
              <a:bodyPr vert="eaVert" wrap="square" rtlCol="0">
                <a:spAutoFit/>
              </a:bodyPr>
              <a:lstStyle/>
              <a:p>
                <a:pPr algn="dist"/>
                <a:r>
                  <a:rPr lang="zh-CN" altLang="en-US" sz="1200" dirty="0">
                    <a:solidFill>
                      <a:srgbClr val="FFFEF1"/>
                    </a:solidFill>
                    <a:latin typeface="Arial" panose="020B0604020202020204"/>
                    <a:ea typeface="阿里巴巴普惠体 Medium"/>
                    <a:cs typeface="阿里巴巴普惠体 Medium"/>
                    <a:sym typeface="Arial" panose="020B0604020202020204"/>
                  </a:rPr>
                  <a:t>聚能前行不负韶华</a:t>
                </a:r>
                <a:endParaRPr lang="zh-CN" altLang="en-US" sz="1200" dirty="0">
                  <a:solidFill>
                    <a:srgbClr val="FFFEF1"/>
                  </a:solidFill>
                  <a:latin typeface="Arial" panose="020B0604020202020204"/>
                  <a:ea typeface="阿里巴巴普惠体 Medium"/>
                  <a:cs typeface="阿里巴巴普惠体 Medium"/>
                  <a:sym typeface="Arial" panose="020B0604020202020204"/>
                </a:endParaRPr>
              </a:p>
            </p:txBody>
          </p:sp>
          <p:cxnSp>
            <p:nvCxnSpPr>
              <p:cNvPr id="30" name="直接连接符 29"/>
              <p:cNvCxnSpPr/>
              <p:nvPr/>
            </p:nvCxnSpPr>
            <p:spPr>
              <a:xfrm>
                <a:off x="11790893" y="2149317"/>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11790893" y="2475938"/>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11790893" y="2802559"/>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11790893" y="3129180"/>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11790893" y="3455801"/>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11790893" y="3782422"/>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11790893" y="4109044"/>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28" name="直接连接符 27"/>
            <p:cNvCxnSpPr/>
            <p:nvPr/>
          </p:nvCxnSpPr>
          <p:spPr>
            <a:xfrm>
              <a:off x="11872351" y="4432300"/>
              <a:ext cx="0" cy="12319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7" name="组合 36"/>
          <p:cNvGrpSpPr/>
          <p:nvPr/>
        </p:nvGrpSpPr>
        <p:grpSpPr>
          <a:xfrm>
            <a:off x="150687" y="1928934"/>
            <a:ext cx="369332" cy="3837732"/>
            <a:chOff x="11687685" y="589068"/>
            <a:chExt cx="369332" cy="3837732"/>
          </a:xfrm>
        </p:grpSpPr>
        <p:grpSp>
          <p:nvGrpSpPr>
            <p:cNvPr id="38" name="组合 37"/>
            <p:cNvGrpSpPr/>
            <p:nvPr/>
          </p:nvGrpSpPr>
          <p:grpSpPr>
            <a:xfrm>
              <a:off x="11687685" y="1908421"/>
              <a:ext cx="369332" cy="2518379"/>
              <a:chOff x="11687685" y="1908421"/>
              <a:chExt cx="369332" cy="2518379"/>
            </a:xfrm>
          </p:grpSpPr>
          <p:sp>
            <p:nvSpPr>
              <p:cNvPr id="40" name="文本框 39"/>
              <p:cNvSpPr txBox="1"/>
              <p:nvPr/>
            </p:nvSpPr>
            <p:spPr>
              <a:xfrm>
                <a:off x="11687685" y="1908421"/>
                <a:ext cx="369332" cy="2518379"/>
              </a:xfrm>
              <a:prstGeom prst="rect">
                <a:avLst/>
              </a:prstGeom>
              <a:noFill/>
              <a:ln>
                <a:noFill/>
              </a:ln>
            </p:spPr>
            <p:txBody>
              <a:bodyPr vert="eaVert" wrap="square" rtlCol="0">
                <a:spAutoFit/>
              </a:bodyPr>
              <a:lstStyle/>
              <a:p>
                <a:pPr algn="dist"/>
                <a:r>
                  <a:rPr lang="zh-CN" altLang="en-US" sz="1200" dirty="0">
                    <a:solidFill>
                      <a:srgbClr val="FFFEF1"/>
                    </a:solidFill>
                    <a:latin typeface="Arial" panose="020B0604020202020204"/>
                    <a:ea typeface="阿里巴巴普惠体 Medium"/>
                    <a:cs typeface="阿里巴巴普惠体 Medium"/>
                    <a:sym typeface="Arial" panose="020B0604020202020204"/>
                  </a:rPr>
                  <a:t>聚能前行不负韶华</a:t>
                </a:r>
                <a:endParaRPr lang="zh-CN" altLang="en-US" sz="1200" dirty="0">
                  <a:solidFill>
                    <a:srgbClr val="FFFEF1"/>
                  </a:solidFill>
                  <a:latin typeface="Arial" panose="020B0604020202020204"/>
                  <a:ea typeface="阿里巴巴普惠体 Medium"/>
                  <a:cs typeface="阿里巴巴普惠体 Medium"/>
                  <a:sym typeface="Arial" panose="020B0604020202020204"/>
                </a:endParaRPr>
              </a:p>
            </p:txBody>
          </p:sp>
          <p:cxnSp>
            <p:nvCxnSpPr>
              <p:cNvPr id="41" name="直接连接符 40"/>
              <p:cNvCxnSpPr/>
              <p:nvPr/>
            </p:nvCxnSpPr>
            <p:spPr>
              <a:xfrm>
                <a:off x="11790893" y="2149317"/>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11790893" y="2475938"/>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11790893" y="2802559"/>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11790893" y="3129180"/>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11790893" y="3455801"/>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a:off x="11790893" y="3782422"/>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11790893" y="4109044"/>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39" name="直接连接符 38"/>
            <p:cNvCxnSpPr/>
            <p:nvPr/>
          </p:nvCxnSpPr>
          <p:spPr>
            <a:xfrm>
              <a:off x="11866117" y="589068"/>
              <a:ext cx="0" cy="12319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inVertic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randombar(horizontal)">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1000"/>
                                        <p:tgtEl>
                                          <p:spTgt spid="23"/>
                                        </p:tgtEl>
                                      </p:cBhvr>
                                    </p:animEffect>
                                    <p:anim calcmode="lin" valueType="num">
                                      <p:cBhvr>
                                        <p:cTn id="18" dur="1000" fill="hold"/>
                                        <p:tgtEl>
                                          <p:spTgt spid="23"/>
                                        </p:tgtEl>
                                        <p:attrNameLst>
                                          <p:attrName>ppt_x</p:attrName>
                                        </p:attrNameLst>
                                      </p:cBhvr>
                                      <p:tavLst>
                                        <p:tav tm="0">
                                          <p:val>
                                            <p:strVal val="#ppt_x"/>
                                          </p:val>
                                        </p:tav>
                                        <p:tav tm="100000">
                                          <p:val>
                                            <p:strVal val="#ppt_x"/>
                                          </p:val>
                                        </p:tav>
                                      </p:tavLst>
                                    </p:anim>
                                    <p:anim calcmode="lin" valueType="num">
                                      <p:cBhvr>
                                        <p:cTn id="19" dur="1000" fill="hold"/>
                                        <p:tgtEl>
                                          <p:spTgt spid="23"/>
                                        </p:tgtEl>
                                        <p:attrNameLst>
                                          <p:attrName>ppt_y</p:attrName>
                                        </p:attrNameLst>
                                      </p:cBhvr>
                                      <p:tavLst>
                                        <p:tav tm="0">
                                          <p:val>
                                            <p:strVal val="#ppt_y+.1"/>
                                          </p:val>
                                        </p:tav>
                                        <p:tav tm="100000">
                                          <p:val>
                                            <p:strVal val="#ppt_y"/>
                                          </p:val>
                                        </p:tav>
                                      </p:tavLst>
                                    </p:anim>
                                  </p:childTnLst>
                                </p:cTn>
                              </p:par>
                              <p:par>
                                <p:cTn id="20" presetID="14" presetClass="entr" presetSubtype="10" fill="hold" nodeType="with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randombar(horizontal)">
                                      <p:cBhvr>
                                        <p:cTn id="22" dur="500"/>
                                        <p:tgtEl>
                                          <p:spTgt spid="37"/>
                                        </p:tgtEl>
                                      </p:cBhvr>
                                    </p:animEffect>
                                  </p:childTnLst>
                                </p:cTn>
                              </p:par>
                              <p:par>
                                <p:cTn id="23" presetID="14" presetClass="entr" presetSubtype="10" fill="hold" nodeType="with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randombar(horizontal)">
                                      <p:cBhvr>
                                        <p:cTn id="25"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a:extLst>
              <a:ext uri="{28A0092B-C50C-407E-A947-70E740481C1C}">
                <a14:useLocalDpi xmlns:a14="http://schemas.microsoft.com/office/drawing/2010/main" val="0"/>
              </a:ext>
            </a:extLst>
          </a:blip>
          <a:srcRect l="16575" t="24783" r="16575"/>
          <a:stretch>
            <a:fillRect/>
          </a:stretch>
        </p:blipFill>
        <p:spPr>
          <a:xfrm>
            <a:off x="0" y="0"/>
            <a:ext cx="12192000" cy="6858000"/>
          </a:xfrm>
          <a:prstGeom prst="rect">
            <a:avLst/>
          </a:prstGeom>
        </p:spPr>
      </p:pic>
      <p:grpSp>
        <p:nvGrpSpPr>
          <p:cNvPr id="4" name="组合 3"/>
          <p:cNvGrpSpPr/>
          <p:nvPr/>
        </p:nvGrpSpPr>
        <p:grpSpPr>
          <a:xfrm>
            <a:off x="11664851" y="1084419"/>
            <a:ext cx="369332" cy="3755779"/>
            <a:chOff x="11687685" y="1908421"/>
            <a:chExt cx="369332" cy="3755779"/>
          </a:xfrm>
        </p:grpSpPr>
        <p:grpSp>
          <p:nvGrpSpPr>
            <p:cNvPr id="5" name="组合 4"/>
            <p:cNvGrpSpPr/>
            <p:nvPr/>
          </p:nvGrpSpPr>
          <p:grpSpPr>
            <a:xfrm>
              <a:off x="11687685" y="1908421"/>
              <a:ext cx="369332" cy="2518379"/>
              <a:chOff x="11687685" y="1908421"/>
              <a:chExt cx="369332" cy="2518379"/>
            </a:xfrm>
          </p:grpSpPr>
          <p:sp>
            <p:nvSpPr>
              <p:cNvPr id="7" name="文本框 6"/>
              <p:cNvSpPr txBox="1"/>
              <p:nvPr/>
            </p:nvSpPr>
            <p:spPr>
              <a:xfrm>
                <a:off x="11687685" y="1908421"/>
                <a:ext cx="369332" cy="2518379"/>
              </a:xfrm>
              <a:prstGeom prst="rect">
                <a:avLst/>
              </a:prstGeom>
              <a:noFill/>
              <a:ln>
                <a:noFill/>
              </a:ln>
            </p:spPr>
            <p:txBody>
              <a:bodyPr vert="eaVert" wrap="square" rtlCol="0">
                <a:spAutoFit/>
              </a:bodyPr>
              <a:lstStyle/>
              <a:p>
                <a:pPr algn="dist"/>
                <a:r>
                  <a:rPr lang="zh-CN" altLang="en-US" sz="1200" dirty="0">
                    <a:solidFill>
                      <a:srgbClr val="FFFEF1"/>
                    </a:solidFill>
                    <a:latin typeface="Arial" panose="020B0604020202020204"/>
                    <a:ea typeface="阿里巴巴普惠体 Medium"/>
                    <a:cs typeface="阿里巴巴普惠体 Medium"/>
                    <a:sym typeface="Arial" panose="020B0604020202020204"/>
                  </a:rPr>
                  <a:t>聚能前行不负韶华</a:t>
                </a:r>
                <a:endParaRPr lang="zh-CN" altLang="en-US" sz="1200" dirty="0">
                  <a:solidFill>
                    <a:srgbClr val="FFFEF1"/>
                  </a:solidFill>
                  <a:latin typeface="Arial" panose="020B0604020202020204"/>
                  <a:ea typeface="阿里巴巴普惠体 Medium"/>
                  <a:cs typeface="阿里巴巴普惠体 Medium"/>
                  <a:sym typeface="Arial" panose="020B0604020202020204"/>
                </a:endParaRPr>
              </a:p>
            </p:txBody>
          </p:sp>
          <p:cxnSp>
            <p:nvCxnSpPr>
              <p:cNvPr id="8" name="直接连接符 7"/>
              <p:cNvCxnSpPr/>
              <p:nvPr/>
            </p:nvCxnSpPr>
            <p:spPr>
              <a:xfrm>
                <a:off x="11790893" y="2149317"/>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11790893" y="2475938"/>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11790893" y="2802559"/>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11790893" y="3129180"/>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11790893" y="3455801"/>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11790893" y="3782422"/>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11790893" y="4109044"/>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6" name="直接连接符 5"/>
            <p:cNvCxnSpPr/>
            <p:nvPr/>
          </p:nvCxnSpPr>
          <p:spPr>
            <a:xfrm>
              <a:off x="11872351" y="4432300"/>
              <a:ext cx="0" cy="12319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150687" y="1928934"/>
            <a:ext cx="369332" cy="3837732"/>
            <a:chOff x="11687685" y="589068"/>
            <a:chExt cx="369332" cy="3837732"/>
          </a:xfrm>
        </p:grpSpPr>
        <p:grpSp>
          <p:nvGrpSpPr>
            <p:cNvPr id="16" name="组合 15"/>
            <p:cNvGrpSpPr/>
            <p:nvPr/>
          </p:nvGrpSpPr>
          <p:grpSpPr>
            <a:xfrm>
              <a:off x="11687685" y="1908421"/>
              <a:ext cx="369332" cy="2518379"/>
              <a:chOff x="11687685" y="1908421"/>
              <a:chExt cx="369332" cy="2518379"/>
            </a:xfrm>
          </p:grpSpPr>
          <p:sp>
            <p:nvSpPr>
              <p:cNvPr id="18" name="文本框 17"/>
              <p:cNvSpPr txBox="1"/>
              <p:nvPr/>
            </p:nvSpPr>
            <p:spPr>
              <a:xfrm>
                <a:off x="11687685" y="1908421"/>
                <a:ext cx="369332" cy="2518379"/>
              </a:xfrm>
              <a:prstGeom prst="rect">
                <a:avLst/>
              </a:prstGeom>
              <a:noFill/>
              <a:ln>
                <a:noFill/>
              </a:ln>
            </p:spPr>
            <p:txBody>
              <a:bodyPr vert="eaVert" wrap="square" rtlCol="0">
                <a:spAutoFit/>
              </a:bodyPr>
              <a:lstStyle/>
              <a:p>
                <a:pPr algn="dist"/>
                <a:r>
                  <a:rPr lang="zh-CN" altLang="en-US" sz="1200" dirty="0">
                    <a:solidFill>
                      <a:srgbClr val="FFFEF1"/>
                    </a:solidFill>
                    <a:latin typeface="Arial" panose="020B0604020202020204"/>
                    <a:ea typeface="阿里巴巴普惠体 Medium"/>
                    <a:cs typeface="阿里巴巴普惠体 Medium"/>
                    <a:sym typeface="Arial" panose="020B0604020202020204"/>
                  </a:rPr>
                  <a:t>聚能前行不负韶华</a:t>
                </a:r>
                <a:endParaRPr lang="zh-CN" altLang="en-US" sz="1200" dirty="0">
                  <a:solidFill>
                    <a:srgbClr val="FFFEF1"/>
                  </a:solidFill>
                  <a:latin typeface="Arial" panose="020B0604020202020204"/>
                  <a:ea typeface="阿里巴巴普惠体 Medium"/>
                  <a:cs typeface="阿里巴巴普惠体 Medium"/>
                  <a:sym typeface="Arial" panose="020B0604020202020204"/>
                </a:endParaRPr>
              </a:p>
            </p:txBody>
          </p:sp>
          <p:cxnSp>
            <p:nvCxnSpPr>
              <p:cNvPr id="19" name="直接连接符 18"/>
              <p:cNvCxnSpPr/>
              <p:nvPr/>
            </p:nvCxnSpPr>
            <p:spPr>
              <a:xfrm>
                <a:off x="11790893" y="2149317"/>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11790893" y="2475938"/>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11790893" y="2802559"/>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11790893" y="3129180"/>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11790893" y="3455801"/>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11790893" y="3782422"/>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11790893" y="4109044"/>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17" name="直接连接符 16"/>
            <p:cNvCxnSpPr/>
            <p:nvPr/>
          </p:nvCxnSpPr>
          <p:spPr>
            <a:xfrm>
              <a:off x="11866117" y="589068"/>
              <a:ext cx="0" cy="12319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26" name="组合 25"/>
          <p:cNvGrpSpPr/>
          <p:nvPr/>
        </p:nvGrpSpPr>
        <p:grpSpPr>
          <a:xfrm>
            <a:off x="4583832" y="2478847"/>
            <a:ext cx="4874807" cy="769441"/>
            <a:chOff x="956284" y="2356240"/>
            <a:chExt cx="4874806" cy="769441"/>
          </a:xfrm>
        </p:grpSpPr>
        <p:sp>
          <p:nvSpPr>
            <p:cNvPr id="27" name="文本框 26"/>
            <p:cNvSpPr txBox="1"/>
            <p:nvPr/>
          </p:nvSpPr>
          <p:spPr>
            <a:xfrm>
              <a:off x="956284" y="2356240"/>
              <a:ext cx="864779" cy="769441"/>
            </a:xfrm>
            <a:prstGeom prst="rect">
              <a:avLst/>
            </a:prstGeom>
            <a:noFill/>
          </p:spPr>
          <p:txBody>
            <a:bodyPr wrap="square" rtlCol="0">
              <a:spAutoFit/>
            </a:bodyPr>
            <a:lstStyle/>
            <a:p>
              <a:pPr algn="ctr"/>
              <a:r>
                <a:rPr lang="en-US" altLang="zh-CN" sz="4400" b="1" dirty="0">
                  <a:solidFill>
                    <a:srgbClr val="FEF9B8"/>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rPr>
                <a:t>01.</a:t>
              </a:r>
              <a:endParaRPr lang="zh-CN" altLang="en-US" sz="4400" b="1" dirty="0">
                <a:solidFill>
                  <a:srgbClr val="FEF9B8"/>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endParaRPr>
            </a:p>
          </p:txBody>
        </p:sp>
        <p:grpSp>
          <p:nvGrpSpPr>
            <p:cNvPr id="28" name="组合 27"/>
            <p:cNvGrpSpPr/>
            <p:nvPr/>
          </p:nvGrpSpPr>
          <p:grpSpPr>
            <a:xfrm>
              <a:off x="1712711" y="2391577"/>
              <a:ext cx="4118379" cy="684838"/>
              <a:chOff x="1835349" y="2472386"/>
              <a:chExt cx="4118379" cy="684838"/>
            </a:xfrm>
          </p:grpSpPr>
          <p:sp>
            <p:nvSpPr>
              <p:cNvPr id="29" name="文本框 28"/>
              <p:cNvSpPr txBox="1"/>
              <p:nvPr/>
            </p:nvSpPr>
            <p:spPr>
              <a:xfrm>
                <a:off x="1835349" y="2472386"/>
                <a:ext cx="3918679" cy="523220"/>
              </a:xfrm>
              <a:prstGeom prst="rect">
                <a:avLst/>
              </a:prstGeom>
              <a:noFill/>
            </p:spPr>
            <p:txBody>
              <a:bodyPr wrap="square" rtlCol="0">
                <a:spAutoFit/>
              </a:bodyPr>
              <a:lstStyle/>
              <a:p>
                <a:pPr algn="dist"/>
                <a:r>
                  <a:rPr lang="zh-CN" altLang="en-US" sz="2800" dirty="0">
                    <a:solidFill>
                      <a:schemeClr val="bg1"/>
                    </a:solidFill>
                    <a:effectLst>
                      <a:outerShdw blurRad="38100" dist="38100" dir="2700000" algn="tl">
                        <a:srgbClr val="000000">
                          <a:alpha val="43137"/>
                        </a:srgbClr>
                      </a:outerShdw>
                    </a:effectLst>
                    <a:latin typeface="思源宋体 CN Heavy" charset="-122"/>
                    <a:ea typeface="思源宋体 CN Heavy" charset="-122"/>
                    <a:cs typeface="阿里巴巴普惠体 Medium"/>
                    <a:sym typeface="Arial" panose="020B0604020202020204"/>
                  </a:rPr>
                  <a:t>党建工作开展情况</a:t>
                </a:r>
                <a:endParaRPr lang="zh-CN" altLang="en-US" sz="2800" dirty="0">
                  <a:solidFill>
                    <a:schemeClr val="bg1"/>
                  </a:solidFill>
                  <a:effectLst>
                    <a:outerShdw blurRad="38100" dist="38100" dir="2700000" algn="tl">
                      <a:srgbClr val="000000">
                        <a:alpha val="43137"/>
                      </a:srgbClr>
                    </a:outerShdw>
                  </a:effectLst>
                  <a:latin typeface="思源宋体 CN Heavy" charset="-122"/>
                  <a:ea typeface="思源宋体 CN Heavy" charset="-122"/>
                  <a:cs typeface="阿里巴巴普惠体 Medium"/>
                  <a:sym typeface="Arial" panose="020B0604020202020204"/>
                </a:endParaRPr>
              </a:p>
            </p:txBody>
          </p:sp>
          <p:sp>
            <p:nvSpPr>
              <p:cNvPr id="30" name="文本框 29"/>
              <p:cNvSpPr txBox="1"/>
              <p:nvPr/>
            </p:nvSpPr>
            <p:spPr>
              <a:xfrm>
                <a:off x="1888924" y="2880225"/>
                <a:ext cx="4064804" cy="276999"/>
              </a:xfrm>
              <a:prstGeom prst="rect">
                <a:avLst/>
              </a:prstGeom>
              <a:noFill/>
            </p:spPr>
            <p:txBody>
              <a:bodyPr wrap="square" rtlCol="0">
                <a:spAutoFit/>
              </a:bodyPr>
              <a:lstStyle/>
              <a:p>
                <a:pPr algn="dist"/>
                <a:r>
                  <a:rPr lang="en-US" altLang="zh-CN" sz="1200" dirty="0">
                    <a:solidFill>
                      <a:schemeClr val="bg1"/>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rPr>
                  <a:t>THE ORIGIN OF THE FOUNDING PARTY FESTIVAL</a:t>
                </a:r>
                <a:endParaRPr lang="zh-CN" altLang="en-US" sz="1200" dirty="0">
                  <a:solidFill>
                    <a:schemeClr val="bg1"/>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endParaRPr>
              </a:p>
            </p:txBody>
          </p:sp>
        </p:grpSp>
      </p:grpSp>
      <p:grpSp>
        <p:nvGrpSpPr>
          <p:cNvPr id="46" name="组合 45"/>
          <p:cNvGrpSpPr/>
          <p:nvPr/>
        </p:nvGrpSpPr>
        <p:grpSpPr>
          <a:xfrm>
            <a:off x="1708897" y="2656134"/>
            <a:ext cx="1584487" cy="3313582"/>
            <a:chOff x="1421365" y="2704964"/>
            <a:chExt cx="1584487" cy="3313582"/>
          </a:xfrm>
        </p:grpSpPr>
        <p:sp>
          <p:nvSpPr>
            <p:cNvPr id="47" name="文本框 46"/>
            <p:cNvSpPr txBox="1"/>
            <p:nvPr/>
          </p:nvSpPr>
          <p:spPr>
            <a:xfrm>
              <a:off x="1421365" y="2704964"/>
              <a:ext cx="1292662" cy="3110532"/>
            </a:xfrm>
            <a:prstGeom prst="rect">
              <a:avLst/>
            </a:prstGeom>
            <a:noFill/>
          </p:spPr>
          <p:txBody>
            <a:bodyPr vert="eaVert" wrap="square" rtlCol="0">
              <a:spAutoFit/>
            </a:bodyPr>
            <a:lstStyle/>
            <a:p>
              <a:pPr algn="ctr"/>
              <a:r>
                <a:rPr lang="zh-CN" altLang="en-US" sz="7200" dirty="0">
                  <a:solidFill>
                    <a:schemeClr val="bg1"/>
                  </a:solidFill>
                  <a:effectLst>
                    <a:outerShdw blurRad="38100" dist="38100" dir="2700000" algn="tl">
                      <a:srgbClr val="000000">
                        <a:alpha val="43137"/>
                      </a:srgbClr>
                    </a:outerShdw>
                  </a:effectLst>
                  <a:latin typeface="思源宋体 CN Heavy" charset="-122"/>
                  <a:ea typeface="思源宋体 CN Heavy" charset="-122"/>
                  <a:cs typeface="阿里巴巴普惠体 Medium"/>
                  <a:sym typeface="Arial" panose="020B0604020202020204"/>
                </a:rPr>
                <a:t>目    录</a:t>
              </a:r>
              <a:endParaRPr lang="zh-CN" altLang="en-US" sz="7200" dirty="0">
                <a:solidFill>
                  <a:schemeClr val="bg1"/>
                </a:solidFill>
                <a:effectLst>
                  <a:outerShdw blurRad="38100" dist="38100" dir="2700000" algn="tl">
                    <a:srgbClr val="000000">
                      <a:alpha val="43137"/>
                    </a:srgbClr>
                  </a:outerShdw>
                </a:effectLst>
                <a:latin typeface="思源宋体 CN Heavy" charset="-122"/>
                <a:ea typeface="思源宋体 CN Heavy" charset="-122"/>
                <a:cs typeface="阿里巴巴普惠体 Medium"/>
                <a:sym typeface="Arial" panose="020B0604020202020204"/>
              </a:endParaRPr>
            </a:p>
          </p:txBody>
        </p:sp>
        <p:sp>
          <p:nvSpPr>
            <p:cNvPr id="48" name="文本框 47"/>
            <p:cNvSpPr txBox="1"/>
            <p:nvPr/>
          </p:nvSpPr>
          <p:spPr>
            <a:xfrm rot="5400000">
              <a:off x="1334397" y="4347091"/>
              <a:ext cx="2942800" cy="400110"/>
            </a:xfrm>
            <a:prstGeom prst="rect">
              <a:avLst/>
            </a:prstGeom>
            <a:noFill/>
          </p:spPr>
          <p:txBody>
            <a:bodyPr wrap="square" rtlCol="0">
              <a:spAutoFit/>
            </a:bodyPr>
            <a:lstStyle/>
            <a:p>
              <a:pPr algn="dist"/>
              <a:r>
                <a:rPr lang="en-US" altLang="zh-CN" sz="2000" dirty="0">
                  <a:solidFill>
                    <a:schemeClr val="bg1"/>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rPr>
                <a:t>CONTENTES</a:t>
              </a:r>
              <a:endParaRPr lang="zh-CN" altLang="en-US" sz="2000" dirty="0">
                <a:solidFill>
                  <a:schemeClr val="bg1"/>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endParaRPr>
            </a:p>
          </p:txBody>
        </p:sp>
      </p:grpSp>
      <p:grpSp>
        <p:nvGrpSpPr>
          <p:cNvPr id="49" name="组合 48"/>
          <p:cNvGrpSpPr/>
          <p:nvPr/>
        </p:nvGrpSpPr>
        <p:grpSpPr>
          <a:xfrm>
            <a:off x="5613682" y="3520143"/>
            <a:ext cx="4874807" cy="769441"/>
            <a:chOff x="956284" y="2356240"/>
            <a:chExt cx="4874806" cy="769441"/>
          </a:xfrm>
        </p:grpSpPr>
        <p:sp>
          <p:nvSpPr>
            <p:cNvPr id="50" name="文本框 49"/>
            <p:cNvSpPr txBox="1"/>
            <p:nvPr/>
          </p:nvSpPr>
          <p:spPr>
            <a:xfrm>
              <a:off x="956284" y="2356240"/>
              <a:ext cx="864779" cy="769441"/>
            </a:xfrm>
            <a:prstGeom prst="rect">
              <a:avLst/>
            </a:prstGeom>
            <a:noFill/>
          </p:spPr>
          <p:txBody>
            <a:bodyPr wrap="square" rtlCol="0">
              <a:spAutoFit/>
            </a:bodyPr>
            <a:lstStyle/>
            <a:p>
              <a:pPr algn="ctr"/>
              <a:r>
                <a:rPr lang="en-US" altLang="zh-CN" sz="4400" b="1" dirty="0">
                  <a:solidFill>
                    <a:srgbClr val="FEF9B8"/>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rPr>
                <a:t>02.</a:t>
              </a:r>
              <a:endParaRPr lang="zh-CN" altLang="en-US" sz="4400" b="1" dirty="0">
                <a:solidFill>
                  <a:srgbClr val="FEF9B8"/>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endParaRPr>
            </a:p>
          </p:txBody>
        </p:sp>
        <p:grpSp>
          <p:nvGrpSpPr>
            <p:cNvPr id="51" name="组合 50"/>
            <p:cNvGrpSpPr/>
            <p:nvPr/>
          </p:nvGrpSpPr>
          <p:grpSpPr>
            <a:xfrm>
              <a:off x="1712711" y="2391577"/>
              <a:ext cx="4118379" cy="684838"/>
              <a:chOff x="1835349" y="2472386"/>
              <a:chExt cx="4118379" cy="684838"/>
            </a:xfrm>
          </p:grpSpPr>
          <p:sp>
            <p:nvSpPr>
              <p:cNvPr id="52" name="文本框 51"/>
              <p:cNvSpPr txBox="1"/>
              <p:nvPr/>
            </p:nvSpPr>
            <p:spPr>
              <a:xfrm>
                <a:off x="1835349" y="2472386"/>
                <a:ext cx="3918679" cy="523220"/>
              </a:xfrm>
              <a:prstGeom prst="rect">
                <a:avLst/>
              </a:prstGeom>
              <a:noFill/>
            </p:spPr>
            <p:txBody>
              <a:bodyPr wrap="square" rtlCol="0">
                <a:spAutoFit/>
              </a:bodyPr>
              <a:lstStyle>
                <a:defPPr>
                  <a:defRPr lang="zh-CN"/>
                </a:defPPr>
                <a:lvl1pPr algn="dist">
                  <a:defRPr sz="2800">
                    <a:solidFill>
                      <a:schemeClr val="bg1"/>
                    </a:solidFill>
                    <a:effectLst>
                      <a:outerShdw blurRad="38100" dist="38100" dir="2700000" algn="tl">
                        <a:srgbClr val="000000">
                          <a:alpha val="43137"/>
                        </a:srgbClr>
                      </a:outerShdw>
                    </a:effectLst>
                    <a:latin typeface="思源宋体 CN Heavy" charset="-122"/>
                    <a:ea typeface="思源宋体 CN Heavy" charset="-122"/>
                    <a:cs typeface="阿里巴巴普惠体 Medium"/>
                  </a:defRPr>
                </a:lvl1pPr>
              </a:lstStyle>
              <a:p>
                <a:r>
                  <a:rPr lang="zh-CN" altLang="en-US" dirty="0">
                    <a:sym typeface="Arial" panose="020B0604020202020204"/>
                  </a:rPr>
                  <a:t>成果汇报总结发表</a:t>
                </a:r>
                <a:endParaRPr lang="zh-CN" altLang="en-US" dirty="0">
                  <a:sym typeface="Arial" panose="020B0604020202020204"/>
                </a:endParaRPr>
              </a:p>
            </p:txBody>
          </p:sp>
          <p:sp>
            <p:nvSpPr>
              <p:cNvPr id="53" name="文本框 52"/>
              <p:cNvSpPr txBox="1"/>
              <p:nvPr/>
            </p:nvSpPr>
            <p:spPr>
              <a:xfrm>
                <a:off x="1888924" y="2880225"/>
                <a:ext cx="4064804" cy="276999"/>
              </a:xfrm>
              <a:prstGeom prst="rect">
                <a:avLst/>
              </a:prstGeom>
              <a:noFill/>
            </p:spPr>
            <p:txBody>
              <a:bodyPr wrap="square" rtlCol="0">
                <a:spAutoFit/>
              </a:bodyPr>
              <a:lstStyle/>
              <a:p>
                <a:pPr algn="dist"/>
                <a:r>
                  <a:rPr lang="en-US" altLang="zh-CN" sz="1200" dirty="0">
                    <a:solidFill>
                      <a:schemeClr val="bg1"/>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rPr>
                  <a:t>THE ORIGIN OF THE FOUNDING PARTY FESTIVAL</a:t>
                </a:r>
                <a:endParaRPr lang="zh-CN" altLang="en-US" sz="1200" dirty="0">
                  <a:solidFill>
                    <a:schemeClr val="bg1"/>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endParaRPr>
              </a:p>
            </p:txBody>
          </p:sp>
        </p:grpSp>
      </p:grpSp>
      <p:grpSp>
        <p:nvGrpSpPr>
          <p:cNvPr id="54" name="组合 53"/>
          <p:cNvGrpSpPr/>
          <p:nvPr/>
        </p:nvGrpSpPr>
        <p:grpSpPr>
          <a:xfrm>
            <a:off x="4583832" y="4491546"/>
            <a:ext cx="4874807" cy="769441"/>
            <a:chOff x="956284" y="2356240"/>
            <a:chExt cx="4874806" cy="769441"/>
          </a:xfrm>
        </p:grpSpPr>
        <p:sp>
          <p:nvSpPr>
            <p:cNvPr id="55" name="文本框 54"/>
            <p:cNvSpPr txBox="1"/>
            <p:nvPr/>
          </p:nvSpPr>
          <p:spPr>
            <a:xfrm>
              <a:off x="956284" y="2356240"/>
              <a:ext cx="864779" cy="769441"/>
            </a:xfrm>
            <a:prstGeom prst="rect">
              <a:avLst/>
            </a:prstGeom>
            <a:noFill/>
          </p:spPr>
          <p:txBody>
            <a:bodyPr wrap="square" rtlCol="0">
              <a:spAutoFit/>
            </a:bodyPr>
            <a:lstStyle/>
            <a:p>
              <a:pPr algn="ctr"/>
              <a:r>
                <a:rPr lang="en-US" altLang="zh-CN" sz="4400" b="1" dirty="0">
                  <a:solidFill>
                    <a:srgbClr val="FEF9B8"/>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rPr>
                <a:t>03.</a:t>
              </a:r>
              <a:endParaRPr lang="zh-CN" altLang="en-US" sz="4400" b="1" dirty="0">
                <a:solidFill>
                  <a:srgbClr val="FEF9B8"/>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endParaRPr>
            </a:p>
          </p:txBody>
        </p:sp>
        <p:grpSp>
          <p:nvGrpSpPr>
            <p:cNvPr id="56" name="组合 55"/>
            <p:cNvGrpSpPr/>
            <p:nvPr/>
          </p:nvGrpSpPr>
          <p:grpSpPr>
            <a:xfrm>
              <a:off x="1712711" y="2391577"/>
              <a:ext cx="4118379" cy="684838"/>
              <a:chOff x="1835349" y="2472386"/>
              <a:chExt cx="4118379" cy="684838"/>
            </a:xfrm>
          </p:grpSpPr>
          <p:sp>
            <p:nvSpPr>
              <p:cNvPr id="57" name="文本框 56"/>
              <p:cNvSpPr txBox="1"/>
              <p:nvPr/>
            </p:nvSpPr>
            <p:spPr>
              <a:xfrm>
                <a:off x="1835349" y="2472386"/>
                <a:ext cx="3918679" cy="523220"/>
              </a:xfrm>
              <a:prstGeom prst="rect">
                <a:avLst/>
              </a:prstGeom>
              <a:noFill/>
            </p:spPr>
            <p:txBody>
              <a:bodyPr wrap="square" rtlCol="0">
                <a:spAutoFit/>
              </a:bodyPr>
              <a:lstStyle>
                <a:defPPr>
                  <a:defRPr lang="zh-CN"/>
                </a:defPPr>
                <a:lvl1pPr algn="dist">
                  <a:defRPr sz="2800">
                    <a:solidFill>
                      <a:schemeClr val="bg1"/>
                    </a:solidFill>
                    <a:effectLst>
                      <a:outerShdw blurRad="38100" dist="38100" dir="2700000" algn="tl">
                        <a:srgbClr val="000000">
                          <a:alpha val="43137"/>
                        </a:srgbClr>
                      </a:outerShdw>
                    </a:effectLst>
                    <a:latin typeface="思源宋体 CN Heavy" charset="-122"/>
                    <a:ea typeface="思源宋体 CN Heavy" charset="-122"/>
                    <a:cs typeface="阿里巴巴普惠体 Medium"/>
                  </a:defRPr>
                </a:lvl1pPr>
              </a:lstStyle>
              <a:p>
                <a:r>
                  <a:rPr lang="zh-CN" altLang="en-US" dirty="0">
                    <a:sym typeface="Arial" panose="020B0604020202020204"/>
                  </a:rPr>
                  <a:t>未来工作开展计划</a:t>
                </a:r>
                <a:endParaRPr lang="zh-CN" altLang="en-US" dirty="0">
                  <a:sym typeface="Arial" panose="020B0604020202020204"/>
                </a:endParaRPr>
              </a:p>
            </p:txBody>
          </p:sp>
          <p:sp>
            <p:nvSpPr>
              <p:cNvPr id="58" name="文本框 57"/>
              <p:cNvSpPr txBox="1"/>
              <p:nvPr/>
            </p:nvSpPr>
            <p:spPr>
              <a:xfrm>
                <a:off x="1888924" y="2880225"/>
                <a:ext cx="4064804" cy="276999"/>
              </a:xfrm>
              <a:prstGeom prst="rect">
                <a:avLst/>
              </a:prstGeom>
              <a:noFill/>
            </p:spPr>
            <p:txBody>
              <a:bodyPr wrap="square" rtlCol="0">
                <a:spAutoFit/>
              </a:bodyPr>
              <a:lstStyle/>
              <a:p>
                <a:pPr algn="dist"/>
                <a:r>
                  <a:rPr lang="en-US" altLang="zh-CN" sz="1200" dirty="0">
                    <a:solidFill>
                      <a:schemeClr val="bg1"/>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rPr>
                  <a:t>THE ORIGIN OF THE FOUNDING PARTY FESTIVAL</a:t>
                </a:r>
                <a:endParaRPr lang="zh-CN" altLang="en-US" sz="1200" dirty="0">
                  <a:solidFill>
                    <a:schemeClr val="bg1"/>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endParaRPr>
              </a:p>
            </p:txBody>
          </p:sp>
        </p:grpSp>
      </p:grpSp>
      <p:grpSp>
        <p:nvGrpSpPr>
          <p:cNvPr id="59" name="组合 58"/>
          <p:cNvGrpSpPr/>
          <p:nvPr/>
        </p:nvGrpSpPr>
        <p:grpSpPr>
          <a:xfrm>
            <a:off x="5613682" y="5485290"/>
            <a:ext cx="4874807" cy="769441"/>
            <a:chOff x="956284" y="2356240"/>
            <a:chExt cx="4874806" cy="769441"/>
          </a:xfrm>
        </p:grpSpPr>
        <p:sp>
          <p:nvSpPr>
            <p:cNvPr id="60" name="文本框 59"/>
            <p:cNvSpPr txBox="1"/>
            <p:nvPr/>
          </p:nvSpPr>
          <p:spPr>
            <a:xfrm>
              <a:off x="956284" y="2356240"/>
              <a:ext cx="864779" cy="769441"/>
            </a:xfrm>
            <a:prstGeom prst="rect">
              <a:avLst/>
            </a:prstGeom>
            <a:noFill/>
          </p:spPr>
          <p:txBody>
            <a:bodyPr wrap="square" rtlCol="0">
              <a:spAutoFit/>
            </a:bodyPr>
            <a:lstStyle/>
            <a:p>
              <a:pPr algn="ctr"/>
              <a:r>
                <a:rPr lang="en-US" altLang="zh-CN" sz="4400" b="1" dirty="0">
                  <a:solidFill>
                    <a:srgbClr val="FEF9B8"/>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rPr>
                <a:t>04.</a:t>
              </a:r>
              <a:endParaRPr lang="zh-CN" altLang="en-US" sz="4400" b="1" dirty="0">
                <a:solidFill>
                  <a:srgbClr val="FEF9B8"/>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endParaRPr>
            </a:p>
          </p:txBody>
        </p:sp>
        <p:grpSp>
          <p:nvGrpSpPr>
            <p:cNvPr id="61" name="组合 60"/>
            <p:cNvGrpSpPr/>
            <p:nvPr/>
          </p:nvGrpSpPr>
          <p:grpSpPr>
            <a:xfrm>
              <a:off x="1712711" y="2391577"/>
              <a:ext cx="4118379" cy="684838"/>
              <a:chOff x="1835349" y="2472386"/>
              <a:chExt cx="4118379" cy="684838"/>
            </a:xfrm>
          </p:grpSpPr>
          <p:sp>
            <p:nvSpPr>
              <p:cNvPr id="62" name="文本框 61"/>
              <p:cNvSpPr txBox="1"/>
              <p:nvPr/>
            </p:nvSpPr>
            <p:spPr>
              <a:xfrm>
                <a:off x="1835349" y="2472386"/>
                <a:ext cx="3918679" cy="523220"/>
              </a:xfrm>
              <a:prstGeom prst="rect">
                <a:avLst/>
              </a:prstGeom>
              <a:noFill/>
            </p:spPr>
            <p:txBody>
              <a:bodyPr wrap="square" rtlCol="0">
                <a:spAutoFit/>
              </a:bodyPr>
              <a:lstStyle>
                <a:defPPr>
                  <a:defRPr lang="zh-CN"/>
                </a:defPPr>
                <a:lvl1pPr algn="dist">
                  <a:defRPr sz="2800">
                    <a:solidFill>
                      <a:schemeClr val="bg1"/>
                    </a:solidFill>
                    <a:effectLst>
                      <a:outerShdw blurRad="38100" dist="38100" dir="2700000" algn="tl">
                        <a:srgbClr val="000000">
                          <a:alpha val="43137"/>
                        </a:srgbClr>
                      </a:outerShdw>
                    </a:effectLst>
                    <a:latin typeface="思源宋体 CN Heavy" charset="-122"/>
                    <a:ea typeface="思源宋体 CN Heavy" charset="-122"/>
                    <a:cs typeface="阿里巴巴普惠体 Medium"/>
                  </a:defRPr>
                </a:lvl1pPr>
              </a:lstStyle>
              <a:p>
                <a:r>
                  <a:rPr lang="zh-CN" altLang="en-US" dirty="0">
                    <a:sym typeface="Arial" panose="020B0604020202020204"/>
                  </a:rPr>
                  <a:t>党建赋能开创未来</a:t>
                </a:r>
                <a:endParaRPr lang="zh-CN" altLang="en-US" dirty="0">
                  <a:sym typeface="Arial" panose="020B0604020202020204"/>
                </a:endParaRPr>
              </a:p>
            </p:txBody>
          </p:sp>
          <p:sp>
            <p:nvSpPr>
              <p:cNvPr id="63" name="文本框 62"/>
              <p:cNvSpPr txBox="1"/>
              <p:nvPr/>
            </p:nvSpPr>
            <p:spPr>
              <a:xfrm>
                <a:off x="1888924" y="2880225"/>
                <a:ext cx="4064804" cy="276999"/>
              </a:xfrm>
              <a:prstGeom prst="rect">
                <a:avLst/>
              </a:prstGeom>
              <a:noFill/>
            </p:spPr>
            <p:txBody>
              <a:bodyPr wrap="square" rtlCol="0">
                <a:spAutoFit/>
              </a:bodyPr>
              <a:lstStyle/>
              <a:p>
                <a:pPr algn="dist"/>
                <a:r>
                  <a:rPr lang="en-US" altLang="zh-CN" sz="1200" dirty="0">
                    <a:solidFill>
                      <a:schemeClr val="bg1"/>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rPr>
                  <a:t>THE ORIGIN OF THE FOUNDING PARTY FESTIVAL</a:t>
                </a:r>
                <a:endParaRPr lang="zh-CN" altLang="en-US" sz="1200" dirty="0">
                  <a:solidFill>
                    <a:schemeClr val="bg1"/>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endParaRPr>
              </a:p>
            </p:txBody>
          </p:sp>
        </p:grpSp>
      </p:grpSp>
      <p:sp>
        <p:nvSpPr>
          <p:cNvPr id="64" name="TextBox 4"/>
          <p:cNvSpPr txBox="1"/>
          <p:nvPr/>
        </p:nvSpPr>
        <p:spPr>
          <a:xfrm>
            <a:off x="5269" y="-14920"/>
            <a:ext cx="453650" cy="118430"/>
          </a:xfrm>
          <a:prstGeom prst="rect">
            <a:avLst/>
          </a:prstGeom>
          <a:noFill/>
        </p:spPr>
        <p:txBody>
          <a:bodyPr wrap="square" rtlCol="0">
            <a:spAutoFit/>
          </a:bodyPr>
          <a:lstStyle/>
          <a:p>
            <a:pPr>
              <a:lnSpc>
                <a:spcPct val="200000"/>
              </a:lnSpc>
            </a:pPr>
            <a:r>
              <a:rPr lang="zh-CN" altLang="en-US" sz="100" dirty="0">
                <a:noFill/>
                <a:latin typeface="微软雅黑" panose="020B0503020204020204" pitchFamily="34" charset="-122"/>
                <a:ea typeface="微软雅黑" panose="020B0503020204020204" pitchFamily="34" charset="-122"/>
              </a:rPr>
              <a:t>行业</a:t>
            </a:r>
            <a:r>
              <a:rPr lang="en-US" altLang="zh-CN" sz="100" dirty="0">
                <a:noFill/>
                <a:latin typeface="微软雅黑" panose="020B0503020204020204" pitchFamily="34" charset="-122"/>
                <a:ea typeface="微软雅黑" panose="020B0503020204020204" pitchFamily="34" charset="-122"/>
              </a:rPr>
              <a:t>PPT</a:t>
            </a:r>
            <a:r>
              <a:rPr lang="zh-CN" altLang="en-US" sz="100" dirty="0">
                <a:noFill/>
                <a:latin typeface="微软雅黑" panose="020B0503020204020204" pitchFamily="34" charset="-122"/>
                <a:ea typeface="微软雅黑" panose="020B0503020204020204" pitchFamily="34" charset="-122"/>
              </a:rPr>
              <a:t>模板</a:t>
            </a:r>
            <a:r>
              <a:rPr lang="en-US" altLang="zh-CN" sz="100" dirty="0">
                <a:noFill/>
                <a:latin typeface="微软雅黑" panose="020B0503020204020204" pitchFamily="34" charset="-122"/>
                <a:ea typeface="微软雅黑" panose="020B0503020204020204" pitchFamily="34" charset="-122"/>
              </a:rPr>
              <a:t>http://www.1ppt.com/hangye/</a:t>
            </a:r>
            <a:endParaRPr lang="en-US" altLang="zh-CN" sz="100" dirty="0">
              <a:no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randombar(horizontal)">
                                      <p:cBhvr>
                                        <p:cTn id="7" dur="500"/>
                                        <p:tgtEl>
                                          <p:spTgt spid="15"/>
                                        </p:tgtEl>
                                      </p:cBhvr>
                                    </p:animEffect>
                                  </p:childTnLst>
                                </p:cTn>
                              </p:par>
                              <p:par>
                                <p:cTn id="8" presetID="14" presetClass="entr" presetSubtype="1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randombar(horizontal)">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fade">
                                      <p:cBhvr>
                                        <p:cTn id="15" dur="1000"/>
                                        <p:tgtEl>
                                          <p:spTgt spid="46"/>
                                        </p:tgtEl>
                                      </p:cBhvr>
                                    </p:animEffect>
                                    <p:anim calcmode="lin" valueType="num">
                                      <p:cBhvr>
                                        <p:cTn id="16" dur="1000" fill="hold"/>
                                        <p:tgtEl>
                                          <p:spTgt spid="46"/>
                                        </p:tgtEl>
                                        <p:attrNameLst>
                                          <p:attrName>ppt_x</p:attrName>
                                        </p:attrNameLst>
                                      </p:cBhvr>
                                      <p:tavLst>
                                        <p:tav tm="0">
                                          <p:val>
                                            <p:strVal val="#ppt_x"/>
                                          </p:val>
                                        </p:tav>
                                        <p:tav tm="100000">
                                          <p:val>
                                            <p:strVal val="#ppt_x"/>
                                          </p:val>
                                        </p:tav>
                                      </p:tavLst>
                                    </p:anim>
                                    <p:anim calcmode="lin" valueType="num">
                                      <p:cBhvr>
                                        <p:cTn id="17"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26"/>
                                        </p:tgtEl>
                                        <p:attrNameLst>
                                          <p:attrName>style.visibility</p:attrName>
                                        </p:attrNameLst>
                                      </p:cBhvr>
                                      <p:to>
                                        <p:strVal val="visible"/>
                                      </p:to>
                                    </p:set>
                                    <p:anim calcmode="lin" valueType="num">
                                      <p:cBhvr additive="base">
                                        <p:cTn id="22" dur="500" fill="hold"/>
                                        <p:tgtEl>
                                          <p:spTgt spid="26"/>
                                        </p:tgtEl>
                                        <p:attrNameLst>
                                          <p:attrName>ppt_x</p:attrName>
                                        </p:attrNameLst>
                                      </p:cBhvr>
                                      <p:tavLst>
                                        <p:tav tm="0">
                                          <p:val>
                                            <p:strVal val="0-#ppt_w/2"/>
                                          </p:val>
                                        </p:tav>
                                        <p:tav tm="100000">
                                          <p:val>
                                            <p:strVal val="#ppt_x"/>
                                          </p:val>
                                        </p:tav>
                                      </p:tavLst>
                                    </p:anim>
                                    <p:anim calcmode="lin" valueType="num">
                                      <p:cBhvr additive="base">
                                        <p:cTn id="23" dur="500" fill="hold"/>
                                        <p:tgtEl>
                                          <p:spTgt spid="26"/>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8" fill="hold" nodeType="clickEffect">
                                  <p:stCondLst>
                                    <p:cond delay="0"/>
                                  </p:stCondLst>
                                  <p:childTnLst>
                                    <p:set>
                                      <p:cBhvr>
                                        <p:cTn id="27" dur="1" fill="hold">
                                          <p:stCondLst>
                                            <p:cond delay="0"/>
                                          </p:stCondLst>
                                        </p:cTn>
                                        <p:tgtEl>
                                          <p:spTgt spid="49"/>
                                        </p:tgtEl>
                                        <p:attrNameLst>
                                          <p:attrName>style.visibility</p:attrName>
                                        </p:attrNameLst>
                                      </p:cBhvr>
                                      <p:to>
                                        <p:strVal val="visible"/>
                                      </p:to>
                                    </p:set>
                                    <p:anim calcmode="lin" valueType="num">
                                      <p:cBhvr additive="base">
                                        <p:cTn id="28" dur="500" fill="hold"/>
                                        <p:tgtEl>
                                          <p:spTgt spid="49"/>
                                        </p:tgtEl>
                                        <p:attrNameLst>
                                          <p:attrName>ppt_x</p:attrName>
                                        </p:attrNameLst>
                                      </p:cBhvr>
                                      <p:tavLst>
                                        <p:tav tm="0">
                                          <p:val>
                                            <p:strVal val="0-#ppt_w/2"/>
                                          </p:val>
                                        </p:tav>
                                        <p:tav tm="100000">
                                          <p:val>
                                            <p:strVal val="#ppt_x"/>
                                          </p:val>
                                        </p:tav>
                                      </p:tavLst>
                                    </p:anim>
                                    <p:anim calcmode="lin" valueType="num">
                                      <p:cBhvr additive="base">
                                        <p:cTn id="29" dur="500" fill="hold"/>
                                        <p:tgtEl>
                                          <p:spTgt spid="49"/>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8" fill="hold" nodeType="clickEffect">
                                  <p:stCondLst>
                                    <p:cond delay="0"/>
                                  </p:stCondLst>
                                  <p:childTnLst>
                                    <p:set>
                                      <p:cBhvr>
                                        <p:cTn id="33" dur="1" fill="hold">
                                          <p:stCondLst>
                                            <p:cond delay="0"/>
                                          </p:stCondLst>
                                        </p:cTn>
                                        <p:tgtEl>
                                          <p:spTgt spid="54"/>
                                        </p:tgtEl>
                                        <p:attrNameLst>
                                          <p:attrName>style.visibility</p:attrName>
                                        </p:attrNameLst>
                                      </p:cBhvr>
                                      <p:to>
                                        <p:strVal val="visible"/>
                                      </p:to>
                                    </p:set>
                                    <p:anim calcmode="lin" valueType="num">
                                      <p:cBhvr additive="base">
                                        <p:cTn id="34" dur="500" fill="hold"/>
                                        <p:tgtEl>
                                          <p:spTgt spid="54"/>
                                        </p:tgtEl>
                                        <p:attrNameLst>
                                          <p:attrName>ppt_x</p:attrName>
                                        </p:attrNameLst>
                                      </p:cBhvr>
                                      <p:tavLst>
                                        <p:tav tm="0">
                                          <p:val>
                                            <p:strVal val="0-#ppt_w/2"/>
                                          </p:val>
                                        </p:tav>
                                        <p:tav tm="100000">
                                          <p:val>
                                            <p:strVal val="#ppt_x"/>
                                          </p:val>
                                        </p:tav>
                                      </p:tavLst>
                                    </p:anim>
                                    <p:anim calcmode="lin" valueType="num">
                                      <p:cBhvr additive="base">
                                        <p:cTn id="35" dur="500" fill="hold"/>
                                        <p:tgtEl>
                                          <p:spTgt spid="54"/>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8" fill="hold" nodeType="clickEffect">
                                  <p:stCondLst>
                                    <p:cond delay="0"/>
                                  </p:stCondLst>
                                  <p:childTnLst>
                                    <p:set>
                                      <p:cBhvr>
                                        <p:cTn id="39" dur="1" fill="hold">
                                          <p:stCondLst>
                                            <p:cond delay="0"/>
                                          </p:stCondLst>
                                        </p:cTn>
                                        <p:tgtEl>
                                          <p:spTgt spid="59"/>
                                        </p:tgtEl>
                                        <p:attrNameLst>
                                          <p:attrName>style.visibility</p:attrName>
                                        </p:attrNameLst>
                                      </p:cBhvr>
                                      <p:to>
                                        <p:strVal val="visible"/>
                                      </p:to>
                                    </p:set>
                                    <p:anim calcmode="lin" valueType="num">
                                      <p:cBhvr additive="base">
                                        <p:cTn id="40" dur="500" fill="hold"/>
                                        <p:tgtEl>
                                          <p:spTgt spid="59"/>
                                        </p:tgtEl>
                                        <p:attrNameLst>
                                          <p:attrName>ppt_x</p:attrName>
                                        </p:attrNameLst>
                                      </p:cBhvr>
                                      <p:tavLst>
                                        <p:tav tm="0">
                                          <p:val>
                                            <p:strVal val="0-#ppt_w/2"/>
                                          </p:val>
                                        </p:tav>
                                        <p:tav tm="100000">
                                          <p:val>
                                            <p:strVal val="#ppt_x"/>
                                          </p:val>
                                        </p:tav>
                                      </p:tavLst>
                                    </p:anim>
                                    <p:anim calcmode="lin" valueType="num">
                                      <p:cBhvr additive="base">
                                        <p:cTn id="41" dur="500" fill="hold"/>
                                        <p:tgtEl>
                                          <p:spTgt spid="5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cstate="print">
            <a:extLst>
              <a:ext uri="{28A0092B-C50C-407E-A947-70E740481C1C}">
                <a14:useLocalDpi xmlns:a14="http://schemas.microsoft.com/office/drawing/2010/main" val="0"/>
              </a:ext>
            </a:extLst>
          </a:blip>
          <a:srcRect l="5562" r="5562"/>
          <a:stretch>
            <a:fillRect/>
          </a:stretch>
        </p:blipFill>
        <p:spPr>
          <a:xfrm>
            <a:off x="0" y="0"/>
            <a:ext cx="12192000" cy="6858000"/>
          </a:xfrm>
          <a:prstGeom prst="rect">
            <a:avLst/>
          </a:prstGeom>
        </p:spPr>
      </p:pic>
      <p:grpSp>
        <p:nvGrpSpPr>
          <p:cNvPr id="4" name="组合 3"/>
          <p:cNvGrpSpPr/>
          <p:nvPr/>
        </p:nvGrpSpPr>
        <p:grpSpPr>
          <a:xfrm>
            <a:off x="11664851" y="1084419"/>
            <a:ext cx="369332" cy="3755779"/>
            <a:chOff x="11687685" y="1908421"/>
            <a:chExt cx="369332" cy="3755779"/>
          </a:xfrm>
        </p:grpSpPr>
        <p:grpSp>
          <p:nvGrpSpPr>
            <p:cNvPr id="5" name="组合 4"/>
            <p:cNvGrpSpPr/>
            <p:nvPr/>
          </p:nvGrpSpPr>
          <p:grpSpPr>
            <a:xfrm>
              <a:off x="11687685" y="1908421"/>
              <a:ext cx="369332" cy="2518379"/>
              <a:chOff x="11687685" y="1908421"/>
              <a:chExt cx="369332" cy="2518379"/>
            </a:xfrm>
          </p:grpSpPr>
          <p:sp>
            <p:nvSpPr>
              <p:cNvPr id="7" name="文本框 6"/>
              <p:cNvSpPr txBox="1"/>
              <p:nvPr/>
            </p:nvSpPr>
            <p:spPr>
              <a:xfrm>
                <a:off x="11687685" y="1908421"/>
                <a:ext cx="369332" cy="2518379"/>
              </a:xfrm>
              <a:prstGeom prst="rect">
                <a:avLst/>
              </a:prstGeom>
              <a:noFill/>
              <a:ln>
                <a:noFill/>
              </a:ln>
            </p:spPr>
            <p:txBody>
              <a:bodyPr vert="eaVert" wrap="square" rtlCol="0">
                <a:spAutoFit/>
              </a:bodyPr>
              <a:lstStyle/>
              <a:p>
                <a:pPr algn="dist"/>
                <a:r>
                  <a:rPr lang="zh-CN" altLang="en-US" sz="1200" dirty="0">
                    <a:solidFill>
                      <a:srgbClr val="FFFEF1"/>
                    </a:solidFill>
                    <a:latin typeface="Arial" panose="020B0604020202020204"/>
                    <a:ea typeface="阿里巴巴普惠体 Medium"/>
                    <a:cs typeface="阿里巴巴普惠体 Medium"/>
                    <a:sym typeface="Arial" panose="020B0604020202020204"/>
                  </a:rPr>
                  <a:t>聚能前行不负韶华</a:t>
                </a:r>
                <a:endParaRPr lang="zh-CN" altLang="en-US" sz="1200" dirty="0">
                  <a:solidFill>
                    <a:srgbClr val="FFFEF1"/>
                  </a:solidFill>
                  <a:latin typeface="Arial" panose="020B0604020202020204"/>
                  <a:ea typeface="阿里巴巴普惠体 Medium"/>
                  <a:cs typeface="阿里巴巴普惠体 Medium"/>
                  <a:sym typeface="Arial" panose="020B0604020202020204"/>
                </a:endParaRPr>
              </a:p>
            </p:txBody>
          </p:sp>
          <p:cxnSp>
            <p:nvCxnSpPr>
              <p:cNvPr id="8" name="直接连接符 7"/>
              <p:cNvCxnSpPr/>
              <p:nvPr/>
            </p:nvCxnSpPr>
            <p:spPr>
              <a:xfrm>
                <a:off x="11790893" y="2149317"/>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11790893" y="2475938"/>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11790893" y="2802559"/>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11790893" y="3129180"/>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11790893" y="3455801"/>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11790893" y="3782422"/>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11790893" y="4109044"/>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6" name="直接连接符 5"/>
            <p:cNvCxnSpPr/>
            <p:nvPr/>
          </p:nvCxnSpPr>
          <p:spPr>
            <a:xfrm>
              <a:off x="11872351" y="4432300"/>
              <a:ext cx="0" cy="12319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150687" y="1928934"/>
            <a:ext cx="369332" cy="3837732"/>
            <a:chOff x="11687685" y="589068"/>
            <a:chExt cx="369332" cy="3837732"/>
          </a:xfrm>
        </p:grpSpPr>
        <p:grpSp>
          <p:nvGrpSpPr>
            <p:cNvPr id="16" name="组合 15"/>
            <p:cNvGrpSpPr/>
            <p:nvPr/>
          </p:nvGrpSpPr>
          <p:grpSpPr>
            <a:xfrm>
              <a:off x="11687685" y="1908421"/>
              <a:ext cx="369332" cy="2518379"/>
              <a:chOff x="11687685" y="1908421"/>
              <a:chExt cx="369332" cy="2518379"/>
            </a:xfrm>
          </p:grpSpPr>
          <p:sp>
            <p:nvSpPr>
              <p:cNvPr id="18" name="文本框 17"/>
              <p:cNvSpPr txBox="1"/>
              <p:nvPr/>
            </p:nvSpPr>
            <p:spPr>
              <a:xfrm>
                <a:off x="11687685" y="1908421"/>
                <a:ext cx="369332" cy="2518379"/>
              </a:xfrm>
              <a:prstGeom prst="rect">
                <a:avLst/>
              </a:prstGeom>
              <a:noFill/>
              <a:ln>
                <a:noFill/>
              </a:ln>
            </p:spPr>
            <p:txBody>
              <a:bodyPr vert="eaVert" wrap="square" rtlCol="0">
                <a:spAutoFit/>
              </a:bodyPr>
              <a:lstStyle/>
              <a:p>
                <a:pPr algn="dist"/>
                <a:r>
                  <a:rPr lang="zh-CN" altLang="en-US" sz="1200" dirty="0">
                    <a:solidFill>
                      <a:srgbClr val="FFFEF1"/>
                    </a:solidFill>
                    <a:latin typeface="Arial" panose="020B0604020202020204"/>
                    <a:ea typeface="阿里巴巴普惠体 Medium"/>
                    <a:cs typeface="阿里巴巴普惠体 Medium"/>
                    <a:sym typeface="Arial" panose="020B0604020202020204"/>
                  </a:rPr>
                  <a:t>聚能前行不负韶华</a:t>
                </a:r>
                <a:endParaRPr lang="zh-CN" altLang="en-US" sz="1200" dirty="0">
                  <a:solidFill>
                    <a:srgbClr val="FFFEF1"/>
                  </a:solidFill>
                  <a:latin typeface="Arial" panose="020B0604020202020204"/>
                  <a:ea typeface="阿里巴巴普惠体 Medium"/>
                  <a:cs typeface="阿里巴巴普惠体 Medium"/>
                  <a:sym typeface="Arial" panose="020B0604020202020204"/>
                </a:endParaRPr>
              </a:p>
            </p:txBody>
          </p:sp>
          <p:cxnSp>
            <p:nvCxnSpPr>
              <p:cNvPr id="19" name="直接连接符 18"/>
              <p:cNvCxnSpPr/>
              <p:nvPr/>
            </p:nvCxnSpPr>
            <p:spPr>
              <a:xfrm>
                <a:off x="11790893" y="2149317"/>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11790893" y="2475938"/>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11790893" y="2802559"/>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11790893" y="3129180"/>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11790893" y="3455801"/>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11790893" y="3782422"/>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11790893" y="4109044"/>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17" name="直接连接符 16"/>
            <p:cNvCxnSpPr/>
            <p:nvPr/>
          </p:nvCxnSpPr>
          <p:spPr>
            <a:xfrm>
              <a:off x="11866117" y="589068"/>
              <a:ext cx="0" cy="12319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6" name="矩形: 圆角 25"/>
          <p:cNvSpPr/>
          <p:nvPr/>
        </p:nvSpPr>
        <p:spPr>
          <a:xfrm>
            <a:off x="5075930" y="3687274"/>
            <a:ext cx="1953303" cy="521368"/>
          </a:xfrm>
          <a:prstGeom prst="roundRect">
            <a:avLst>
              <a:gd name="adj" fmla="val 44690"/>
            </a:avLst>
          </a:prstGeom>
          <a:gradFill>
            <a:gsLst>
              <a:gs pos="0">
                <a:srgbClr val="FEEFAC"/>
              </a:gs>
              <a:gs pos="100000">
                <a:srgbClr val="E9BE61"/>
              </a:gs>
            </a:gsLst>
            <a:lin ang="5400000" scaled="1"/>
          </a:gradFill>
          <a:ln w="12700" cap="flat" cmpd="sng" algn="ctr">
            <a:noFill/>
            <a:prstDash val="solid"/>
          </a:ln>
          <a:effectLst/>
        </p:spPr>
        <p:txBody>
          <a:bodyPr rtlCol="0" anchor="ctr"/>
          <a:lstStyle/>
          <a:p>
            <a:pPr algn="ctr"/>
            <a:r>
              <a:rPr lang="zh-CN" altLang="en-US" sz="2400" b="1" dirty="0">
                <a:solidFill>
                  <a:srgbClr val="C00000"/>
                </a:solidFill>
                <a:latin typeface="Arial" panose="020B0604020202020204"/>
                <a:ea typeface="阿里巴巴普惠体 Medium"/>
                <a:cs typeface="阿里巴巴普惠体 Medium"/>
                <a:sym typeface="Arial" panose="020B0604020202020204"/>
              </a:rPr>
              <a:t>第一部分</a:t>
            </a:r>
            <a:endParaRPr lang="zh-CN" altLang="en-US" sz="2400" b="1" dirty="0">
              <a:solidFill>
                <a:srgbClr val="C00000"/>
              </a:solidFill>
              <a:latin typeface="Arial" panose="020B0604020202020204"/>
              <a:ea typeface="阿里巴巴普惠体 Medium"/>
              <a:cs typeface="阿里巴巴普惠体 Medium"/>
              <a:sym typeface="Arial" panose="020B0604020202020204"/>
            </a:endParaRPr>
          </a:p>
        </p:txBody>
      </p:sp>
      <p:grpSp>
        <p:nvGrpSpPr>
          <p:cNvPr id="27" name="组合 26"/>
          <p:cNvGrpSpPr/>
          <p:nvPr/>
        </p:nvGrpSpPr>
        <p:grpSpPr>
          <a:xfrm>
            <a:off x="1703513" y="4492278"/>
            <a:ext cx="8698137" cy="1384995"/>
            <a:chOff x="1392405" y="2506651"/>
            <a:chExt cx="6785826" cy="1384995"/>
          </a:xfrm>
        </p:grpSpPr>
        <p:sp>
          <p:nvSpPr>
            <p:cNvPr id="28" name="文本框 27"/>
            <p:cNvSpPr txBox="1"/>
            <p:nvPr/>
          </p:nvSpPr>
          <p:spPr>
            <a:xfrm>
              <a:off x="1779185" y="2506651"/>
              <a:ext cx="6012265" cy="1015663"/>
            </a:xfrm>
            <a:prstGeom prst="rect">
              <a:avLst/>
            </a:prstGeom>
            <a:noFill/>
          </p:spPr>
          <p:txBody>
            <a:bodyPr wrap="square" rtlCol="0">
              <a:spAutoFit/>
            </a:bodyPr>
            <a:lstStyle/>
            <a:p>
              <a:pPr algn="dist"/>
              <a:r>
                <a:rPr lang="zh-CN" altLang="en-US" sz="6000" dirty="0">
                  <a:solidFill>
                    <a:schemeClr val="bg1"/>
                  </a:solidFill>
                  <a:effectLst>
                    <a:outerShdw blurRad="38100" dist="38100" dir="2700000" algn="tl">
                      <a:srgbClr val="000000">
                        <a:alpha val="43137"/>
                      </a:srgbClr>
                    </a:outerShdw>
                  </a:effectLst>
                  <a:latin typeface="思源宋体 CN Heavy" charset="-122"/>
                  <a:ea typeface="思源宋体 CN Heavy" charset="-122"/>
                  <a:cs typeface="阿里巴巴普惠体 Medium"/>
                  <a:sym typeface="Arial" panose="020B0604020202020204"/>
                </a:rPr>
                <a:t>党建工作开展情况</a:t>
              </a:r>
              <a:endParaRPr lang="zh-CN" altLang="en-US" sz="6000" dirty="0">
                <a:solidFill>
                  <a:schemeClr val="bg1"/>
                </a:solidFill>
                <a:effectLst>
                  <a:outerShdw blurRad="38100" dist="38100" dir="2700000" algn="tl">
                    <a:srgbClr val="000000">
                      <a:alpha val="43137"/>
                    </a:srgbClr>
                  </a:outerShdw>
                </a:effectLst>
                <a:latin typeface="思源宋体 CN Heavy" charset="-122"/>
                <a:ea typeface="思源宋体 CN Heavy" charset="-122"/>
                <a:cs typeface="阿里巴巴普惠体 Medium"/>
                <a:sym typeface="Arial" panose="020B0604020202020204"/>
              </a:endParaRPr>
            </a:p>
          </p:txBody>
        </p:sp>
        <p:sp>
          <p:nvSpPr>
            <p:cNvPr id="29" name="文本框 28"/>
            <p:cNvSpPr txBox="1"/>
            <p:nvPr/>
          </p:nvSpPr>
          <p:spPr>
            <a:xfrm>
              <a:off x="1392405" y="3522314"/>
              <a:ext cx="6785826" cy="369332"/>
            </a:xfrm>
            <a:prstGeom prst="rect">
              <a:avLst/>
            </a:prstGeom>
            <a:noFill/>
          </p:spPr>
          <p:txBody>
            <a:bodyPr wrap="square" rtlCol="0">
              <a:spAutoFit/>
            </a:bodyPr>
            <a:lstStyle/>
            <a:p>
              <a:pPr algn="dist"/>
              <a:r>
                <a:rPr lang="en-US" altLang="zh-CN" dirty="0">
                  <a:solidFill>
                    <a:srgbClr val="FEF9B8"/>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rPr>
                <a:t>THE ORIGIN OF THE FOUNDING PARTY FESTIVAL</a:t>
              </a:r>
              <a:endParaRPr lang="zh-CN" altLang="en-US" dirty="0">
                <a:solidFill>
                  <a:srgbClr val="FEF9B8"/>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randombar(horizontal)">
                                      <p:cBhvr>
                                        <p:cTn id="7" dur="500"/>
                                        <p:tgtEl>
                                          <p:spTgt spid="15"/>
                                        </p:tgtEl>
                                      </p:cBhvr>
                                    </p:animEffect>
                                  </p:childTnLst>
                                </p:cTn>
                              </p:par>
                              <p:par>
                                <p:cTn id="8" presetID="14" presetClass="entr" presetSubtype="1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randombar(horizontal)">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37"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barn(outVertical)">
                                      <p:cBhvr>
                                        <p:cTn id="15" dur="500"/>
                                        <p:tgtEl>
                                          <p:spTgt spid="26"/>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27"/>
                                        </p:tgtEl>
                                        <p:attrNameLst>
                                          <p:attrName>style.visibility</p:attrName>
                                        </p:attrNameLst>
                                      </p:cBhvr>
                                      <p:to>
                                        <p:strVal val="visible"/>
                                      </p:to>
                                    </p:set>
                                    <p:animEffect transition="in" filter="fade">
                                      <p:cBhvr>
                                        <p:cTn id="20" dur="1000"/>
                                        <p:tgtEl>
                                          <p:spTgt spid="27"/>
                                        </p:tgtEl>
                                      </p:cBhvr>
                                    </p:animEffect>
                                    <p:anim calcmode="lin" valueType="num">
                                      <p:cBhvr>
                                        <p:cTn id="21" dur="1000" fill="hold"/>
                                        <p:tgtEl>
                                          <p:spTgt spid="27"/>
                                        </p:tgtEl>
                                        <p:attrNameLst>
                                          <p:attrName>ppt_x</p:attrName>
                                        </p:attrNameLst>
                                      </p:cBhvr>
                                      <p:tavLst>
                                        <p:tav tm="0">
                                          <p:val>
                                            <p:strVal val="#ppt_x"/>
                                          </p:val>
                                        </p:tav>
                                        <p:tav tm="100000">
                                          <p:val>
                                            <p:strVal val="#ppt_x"/>
                                          </p:val>
                                        </p:tav>
                                      </p:tavLst>
                                    </p:anim>
                                    <p:anim calcmode="lin" valueType="num">
                                      <p:cBhvr>
                                        <p:cTn id="22"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p:cNvGrpSpPr/>
          <p:nvPr/>
        </p:nvGrpSpPr>
        <p:grpSpPr>
          <a:xfrm>
            <a:off x="695402" y="548681"/>
            <a:ext cx="4049727" cy="584775"/>
            <a:chOff x="606113" y="404664"/>
            <a:chExt cx="4049727" cy="584775"/>
          </a:xfrm>
        </p:grpSpPr>
        <p:grpSp>
          <p:nvGrpSpPr>
            <p:cNvPr id="9" name="组合 8"/>
            <p:cNvGrpSpPr/>
            <p:nvPr/>
          </p:nvGrpSpPr>
          <p:grpSpPr>
            <a:xfrm>
              <a:off x="606113" y="443399"/>
              <a:ext cx="479425" cy="479425"/>
              <a:chOff x="7015" y="3652"/>
              <a:chExt cx="2006" cy="2006"/>
            </a:xfrm>
          </p:grpSpPr>
          <p:sp>
            <p:nvSpPr>
              <p:cNvPr id="10" name="图形"/>
              <p:cNvSpPr/>
              <p:nvPr userDrawn="1">
                <p:custDataLst>
                  <p:tags r:id="rId1"/>
                </p:custDataLst>
              </p:nvPr>
            </p:nvSpPr>
            <p:spPr bwMode="auto">
              <a:xfrm rot="660000">
                <a:off x="7015" y="3652"/>
                <a:ext cx="2007" cy="2007"/>
              </a:xfrm>
              <a:custGeom>
                <a:avLst/>
                <a:gdLst>
                  <a:gd name="T0" fmla="*/ 6963 w 6970"/>
                  <a:gd name="T1" fmla="*/ 2355 h 6970"/>
                  <a:gd name="T2" fmla="*/ 6970 w 6970"/>
                  <a:gd name="T3" fmla="*/ 2278 h 6970"/>
                  <a:gd name="T4" fmla="*/ 6968 w 6970"/>
                  <a:gd name="T5" fmla="*/ 2203 h 6970"/>
                  <a:gd name="T6" fmla="*/ 6958 w 6970"/>
                  <a:gd name="T7" fmla="*/ 2128 h 6970"/>
                  <a:gd name="T8" fmla="*/ 6940 w 6970"/>
                  <a:gd name="T9" fmla="*/ 2057 h 6970"/>
                  <a:gd name="T10" fmla="*/ 6913 w 6970"/>
                  <a:gd name="T11" fmla="*/ 1988 h 6970"/>
                  <a:gd name="T12" fmla="*/ 6878 w 6970"/>
                  <a:gd name="T13" fmla="*/ 1924 h 6970"/>
                  <a:gd name="T14" fmla="*/ 6837 w 6970"/>
                  <a:gd name="T15" fmla="*/ 1864 h 6970"/>
                  <a:gd name="T16" fmla="*/ 6787 w 6970"/>
                  <a:gd name="T17" fmla="*/ 1809 h 6970"/>
                  <a:gd name="T18" fmla="*/ 6731 w 6970"/>
                  <a:gd name="T19" fmla="*/ 1758 h 6970"/>
                  <a:gd name="T20" fmla="*/ 6668 w 6970"/>
                  <a:gd name="T21" fmla="*/ 1714 h 6970"/>
                  <a:gd name="T22" fmla="*/ 5035 w 6970"/>
                  <a:gd name="T23" fmla="*/ 880 h 6970"/>
                  <a:gd name="T24" fmla="*/ 3400 w 6970"/>
                  <a:gd name="T25" fmla="*/ 49 h 6970"/>
                  <a:gd name="T26" fmla="*/ 3327 w 6970"/>
                  <a:gd name="T27" fmla="*/ 25 h 6970"/>
                  <a:gd name="T28" fmla="*/ 3254 w 6970"/>
                  <a:gd name="T29" fmla="*/ 8 h 6970"/>
                  <a:gd name="T30" fmla="*/ 3180 w 6970"/>
                  <a:gd name="T31" fmla="*/ 0 h 6970"/>
                  <a:gd name="T32" fmla="*/ 3107 w 6970"/>
                  <a:gd name="T33" fmla="*/ 2 h 6970"/>
                  <a:gd name="T34" fmla="*/ 3034 w 6970"/>
                  <a:gd name="T35" fmla="*/ 12 h 6970"/>
                  <a:gd name="T36" fmla="*/ 2964 w 6970"/>
                  <a:gd name="T37" fmla="*/ 30 h 6970"/>
                  <a:gd name="T38" fmla="*/ 2894 w 6970"/>
                  <a:gd name="T39" fmla="*/ 57 h 6970"/>
                  <a:gd name="T40" fmla="*/ 2829 w 6970"/>
                  <a:gd name="T41" fmla="*/ 93 h 6970"/>
                  <a:gd name="T42" fmla="*/ 2766 w 6970"/>
                  <a:gd name="T43" fmla="*/ 137 h 6970"/>
                  <a:gd name="T44" fmla="*/ 2708 w 6970"/>
                  <a:gd name="T45" fmla="*/ 189 h 6970"/>
                  <a:gd name="T46" fmla="*/ 171 w 6970"/>
                  <a:gd name="T47" fmla="*/ 2727 h 6970"/>
                  <a:gd name="T48" fmla="*/ 121 w 6970"/>
                  <a:gd name="T49" fmla="*/ 2786 h 6970"/>
                  <a:gd name="T50" fmla="*/ 80 w 6970"/>
                  <a:gd name="T51" fmla="*/ 2850 h 6970"/>
                  <a:gd name="T52" fmla="*/ 47 w 6970"/>
                  <a:gd name="T53" fmla="*/ 2918 h 6970"/>
                  <a:gd name="T54" fmla="*/ 24 w 6970"/>
                  <a:gd name="T55" fmla="*/ 2987 h 6970"/>
                  <a:gd name="T56" fmla="*/ 8 w 6970"/>
                  <a:gd name="T57" fmla="*/ 3058 h 6970"/>
                  <a:gd name="T58" fmla="*/ 0 w 6970"/>
                  <a:gd name="T59" fmla="*/ 3131 h 6970"/>
                  <a:gd name="T60" fmla="*/ 2 w 6970"/>
                  <a:gd name="T61" fmla="*/ 3205 h 6970"/>
                  <a:gd name="T62" fmla="*/ 12 w 6970"/>
                  <a:gd name="T63" fmla="*/ 3279 h 6970"/>
                  <a:gd name="T64" fmla="*/ 31 w 6970"/>
                  <a:gd name="T65" fmla="*/ 3352 h 6970"/>
                  <a:gd name="T66" fmla="*/ 59 w 6970"/>
                  <a:gd name="T67" fmla="*/ 3424 h 6970"/>
                  <a:gd name="T68" fmla="*/ 1690 w 6970"/>
                  <a:gd name="T69" fmla="*/ 6622 h 6970"/>
                  <a:gd name="T70" fmla="*/ 1729 w 6970"/>
                  <a:gd name="T71" fmla="*/ 6690 h 6970"/>
                  <a:gd name="T72" fmla="*/ 1774 w 6970"/>
                  <a:gd name="T73" fmla="*/ 6750 h 6970"/>
                  <a:gd name="T74" fmla="*/ 1827 w 6970"/>
                  <a:gd name="T75" fmla="*/ 6804 h 6970"/>
                  <a:gd name="T76" fmla="*/ 1883 w 6970"/>
                  <a:gd name="T77" fmla="*/ 6851 h 6970"/>
                  <a:gd name="T78" fmla="*/ 1944 w 6970"/>
                  <a:gd name="T79" fmla="*/ 6891 h 6970"/>
                  <a:gd name="T80" fmla="*/ 2011 w 6970"/>
                  <a:gd name="T81" fmla="*/ 6923 h 6970"/>
                  <a:gd name="T82" fmla="*/ 2080 w 6970"/>
                  <a:gd name="T83" fmla="*/ 6947 h 6970"/>
                  <a:gd name="T84" fmla="*/ 2153 w 6970"/>
                  <a:gd name="T85" fmla="*/ 6963 h 6970"/>
                  <a:gd name="T86" fmla="*/ 2227 w 6970"/>
                  <a:gd name="T87" fmla="*/ 6970 h 6970"/>
                  <a:gd name="T88" fmla="*/ 2304 w 6970"/>
                  <a:gd name="T89" fmla="*/ 6968 h 6970"/>
                  <a:gd name="T90" fmla="*/ 4116 w 6970"/>
                  <a:gd name="T91" fmla="*/ 6683 h 6970"/>
                  <a:gd name="T92" fmla="*/ 5926 w 6970"/>
                  <a:gd name="T93" fmla="*/ 6394 h 6970"/>
                  <a:gd name="T94" fmla="*/ 6000 w 6970"/>
                  <a:gd name="T95" fmla="*/ 6372 h 6970"/>
                  <a:gd name="T96" fmla="*/ 6069 w 6970"/>
                  <a:gd name="T97" fmla="*/ 6343 h 6970"/>
                  <a:gd name="T98" fmla="*/ 6133 w 6970"/>
                  <a:gd name="T99" fmla="*/ 6305 h 6970"/>
                  <a:gd name="T100" fmla="*/ 6191 w 6970"/>
                  <a:gd name="T101" fmla="*/ 6261 h 6970"/>
                  <a:gd name="T102" fmla="*/ 6245 w 6970"/>
                  <a:gd name="T103" fmla="*/ 6210 h 6970"/>
                  <a:gd name="T104" fmla="*/ 6291 w 6970"/>
                  <a:gd name="T105" fmla="*/ 6153 h 6970"/>
                  <a:gd name="T106" fmla="*/ 6330 w 6970"/>
                  <a:gd name="T107" fmla="*/ 6091 h 6970"/>
                  <a:gd name="T108" fmla="*/ 6363 w 6970"/>
                  <a:gd name="T109" fmla="*/ 6024 h 6970"/>
                  <a:gd name="T110" fmla="*/ 6388 w 6970"/>
                  <a:gd name="T111" fmla="*/ 5952 h 6970"/>
                  <a:gd name="T112" fmla="*/ 6405 w 6970"/>
                  <a:gd name="T113" fmla="*/ 5876 h 6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970" h="6970">
                    <a:moveTo>
                      <a:pt x="6405" y="5876"/>
                    </a:moveTo>
                    <a:lnTo>
                      <a:pt x="6683" y="4116"/>
                    </a:lnTo>
                    <a:lnTo>
                      <a:pt x="6963" y="2355"/>
                    </a:lnTo>
                    <a:lnTo>
                      <a:pt x="6966" y="2329"/>
                    </a:lnTo>
                    <a:lnTo>
                      <a:pt x="6968" y="2304"/>
                    </a:lnTo>
                    <a:lnTo>
                      <a:pt x="6970" y="2278"/>
                    </a:lnTo>
                    <a:lnTo>
                      <a:pt x="6970" y="2253"/>
                    </a:lnTo>
                    <a:lnTo>
                      <a:pt x="6970" y="2227"/>
                    </a:lnTo>
                    <a:lnTo>
                      <a:pt x="6968" y="2203"/>
                    </a:lnTo>
                    <a:lnTo>
                      <a:pt x="6966" y="2178"/>
                    </a:lnTo>
                    <a:lnTo>
                      <a:pt x="6963" y="2153"/>
                    </a:lnTo>
                    <a:lnTo>
                      <a:pt x="6958" y="2128"/>
                    </a:lnTo>
                    <a:lnTo>
                      <a:pt x="6954" y="2104"/>
                    </a:lnTo>
                    <a:lnTo>
                      <a:pt x="6947" y="2080"/>
                    </a:lnTo>
                    <a:lnTo>
                      <a:pt x="6940" y="2057"/>
                    </a:lnTo>
                    <a:lnTo>
                      <a:pt x="6932" y="2033"/>
                    </a:lnTo>
                    <a:lnTo>
                      <a:pt x="6923" y="2011"/>
                    </a:lnTo>
                    <a:lnTo>
                      <a:pt x="6913" y="1988"/>
                    </a:lnTo>
                    <a:lnTo>
                      <a:pt x="6903" y="1967"/>
                    </a:lnTo>
                    <a:lnTo>
                      <a:pt x="6891" y="1944"/>
                    </a:lnTo>
                    <a:lnTo>
                      <a:pt x="6878" y="1924"/>
                    </a:lnTo>
                    <a:lnTo>
                      <a:pt x="6866" y="1903"/>
                    </a:lnTo>
                    <a:lnTo>
                      <a:pt x="6851" y="1883"/>
                    </a:lnTo>
                    <a:lnTo>
                      <a:pt x="6837" y="1864"/>
                    </a:lnTo>
                    <a:lnTo>
                      <a:pt x="6821" y="1844"/>
                    </a:lnTo>
                    <a:lnTo>
                      <a:pt x="6804" y="1827"/>
                    </a:lnTo>
                    <a:lnTo>
                      <a:pt x="6787" y="1809"/>
                    </a:lnTo>
                    <a:lnTo>
                      <a:pt x="6769" y="1791"/>
                    </a:lnTo>
                    <a:lnTo>
                      <a:pt x="6750" y="1774"/>
                    </a:lnTo>
                    <a:lnTo>
                      <a:pt x="6731" y="1758"/>
                    </a:lnTo>
                    <a:lnTo>
                      <a:pt x="6711" y="1743"/>
                    </a:lnTo>
                    <a:lnTo>
                      <a:pt x="6690" y="1729"/>
                    </a:lnTo>
                    <a:lnTo>
                      <a:pt x="6668" y="1714"/>
                    </a:lnTo>
                    <a:lnTo>
                      <a:pt x="6646" y="1702"/>
                    </a:lnTo>
                    <a:lnTo>
                      <a:pt x="6622" y="1690"/>
                    </a:lnTo>
                    <a:lnTo>
                      <a:pt x="5035" y="880"/>
                    </a:lnTo>
                    <a:lnTo>
                      <a:pt x="3448" y="71"/>
                    </a:lnTo>
                    <a:lnTo>
                      <a:pt x="3424" y="59"/>
                    </a:lnTo>
                    <a:lnTo>
                      <a:pt x="3400" y="49"/>
                    </a:lnTo>
                    <a:lnTo>
                      <a:pt x="3376" y="40"/>
                    </a:lnTo>
                    <a:lnTo>
                      <a:pt x="3352" y="31"/>
                    </a:lnTo>
                    <a:lnTo>
                      <a:pt x="3327" y="25"/>
                    </a:lnTo>
                    <a:lnTo>
                      <a:pt x="3303" y="18"/>
                    </a:lnTo>
                    <a:lnTo>
                      <a:pt x="3279" y="12"/>
                    </a:lnTo>
                    <a:lnTo>
                      <a:pt x="3254" y="8"/>
                    </a:lnTo>
                    <a:lnTo>
                      <a:pt x="3230" y="4"/>
                    </a:lnTo>
                    <a:lnTo>
                      <a:pt x="3205" y="2"/>
                    </a:lnTo>
                    <a:lnTo>
                      <a:pt x="3180" y="0"/>
                    </a:lnTo>
                    <a:lnTo>
                      <a:pt x="3156" y="0"/>
                    </a:lnTo>
                    <a:lnTo>
                      <a:pt x="3131" y="0"/>
                    </a:lnTo>
                    <a:lnTo>
                      <a:pt x="3107" y="2"/>
                    </a:lnTo>
                    <a:lnTo>
                      <a:pt x="3083" y="4"/>
                    </a:lnTo>
                    <a:lnTo>
                      <a:pt x="3058" y="8"/>
                    </a:lnTo>
                    <a:lnTo>
                      <a:pt x="3034" y="12"/>
                    </a:lnTo>
                    <a:lnTo>
                      <a:pt x="3011" y="17"/>
                    </a:lnTo>
                    <a:lnTo>
                      <a:pt x="2987" y="24"/>
                    </a:lnTo>
                    <a:lnTo>
                      <a:pt x="2964" y="30"/>
                    </a:lnTo>
                    <a:lnTo>
                      <a:pt x="2940" y="38"/>
                    </a:lnTo>
                    <a:lnTo>
                      <a:pt x="2918" y="47"/>
                    </a:lnTo>
                    <a:lnTo>
                      <a:pt x="2894" y="57"/>
                    </a:lnTo>
                    <a:lnTo>
                      <a:pt x="2873" y="68"/>
                    </a:lnTo>
                    <a:lnTo>
                      <a:pt x="2850" y="80"/>
                    </a:lnTo>
                    <a:lnTo>
                      <a:pt x="2829" y="93"/>
                    </a:lnTo>
                    <a:lnTo>
                      <a:pt x="2808" y="107"/>
                    </a:lnTo>
                    <a:lnTo>
                      <a:pt x="2786" y="121"/>
                    </a:lnTo>
                    <a:lnTo>
                      <a:pt x="2766" y="137"/>
                    </a:lnTo>
                    <a:lnTo>
                      <a:pt x="2747" y="153"/>
                    </a:lnTo>
                    <a:lnTo>
                      <a:pt x="2727" y="171"/>
                    </a:lnTo>
                    <a:lnTo>
                      <a:pt x="2708" y="189"/>
                    </a:lnTo>
                    <a:lnTo>
                      <a:pt x="1448" y="1448"/>
                    </a:lnTo>
                    <a:lnTo>
                      <a:pt x="189" y="2708"/>
                    </a:lnTo>
                    <a:lnTo>
                      <a:pt x="171" y="2727"/>
                    </a:lnTo>
                    <a:lnTo>
                      <a:pt x="153" y="2747"/>
                    </a:lnTo>
                    <a:lnTo>
                      <a:pt x="137" y="2766"/>
                    </a:lnTo>
                    <a:lnTo>
                      <a:pt x="121" y="2786"/>
                    </a:lnTo>
                    <a:lnTo>
                      <a:pt x="107" y="2808"/>
                    </a:lnTo>
                    <a:lnTo>
                      <a:pt x="93" y="2829"/>
                    </a:lnTo>
                    <a:lnTo>
                      <a:pt x="80" y="2850"/>
                    </a:lnTo>
                    <a:lnTo>
                      <a:pt x="68" y="2873"/>
                    </a:lnTo>
                    <a:lnTo>
                      <a:pt x="57" y="2894"/>
                    </a:lnTo>
                    <a:lnTo>
                      <a:pt x="47" y="2918"/>
                    </a:lnTo>
                    <a:lnTo>
                      <a:pt x="38" y="2940"/>
                    </a:lnTo>
                    <a:lnTo>
                      <a:pt x="30" y="2964"/>
                    </a:lnTo>
                    <a:lnTo>
                      <a:pt x="24" y="2987"/>
                    </a:lnTo>
                    <a:lnTo>
                      <a:pt x="17" y="3011"/>
                    </a:lnTo>
                    <a:lnTo>
                      <a:pt x="12" y="3034"/>
                    </a:lnTo>
                    <a:lnTo>
                      <a:pt x="8" y="3058"/>
                    </a:lnTo>
                    <a:lnTo>
                      <a:pt x="4" y="3083"/>
                    </a:lnTo>
                    <a:lnTo>
                      <a:pt x="2" y="3107"/>
                    </a:lnTo>
                    <a:lnTo>
                      <a:pt x="0" y="3131"/>
                    </a:lnTo>
                    <a:lnTo>
                      <a:pt x="0" y="3156"/>
                    </a:lnTo>
                    <a:lnTo>
                      <a:pt x="0" y="3180"/>
                    </a:lnTo>
                    <a:lnTo>
                      <a:pt x="2" y="3205"/>
                    </a:lnTo>
                    <a:lnTo>
                      <a:pt x="4" y="3230"/>
                    </a:lnTo>
                    <a:lnTo>
                      <a:pt x="8" y="3254"/>
                    </a:lnTo>
                    <a:lnTo>
                      <a:pt x="12" y="3279"/>
                    </a:lnTo>
                    <a:lnTo>
                      <a:pt x="18" y="3303"/>
                    </a:lnTo>
                    <a:lnTo>
                      <a:pt x="24" y="3327"/>
                    </a:lnTo>
                    <a:lnTo>
                      <a:pt x="31" y="3352"/>
                    </a:lnTo>
                    <a:lnTo>
                      <a:pt x="40" y="3376"/>
                    </a:lnTo>
                    <a:lnTo>
                      <a:pt x="49" y="3400"/>
                    </a:lnTo>
                    <a:lnTo>
                      <a:pt x="59" y="3424"/>
                    </a:lnTo>
                    <a:lnTo>
                      <a:pt x="71" y="3448"/>
                    </a:lnTo>
                    <a:lnTo>
                      <a:pt x="880" y="5035"/>
                    </a:lnTo>
                    <a:lnTo>
                      <a:pt x="1690" y="6622"/>
                    </a:lnTo>
                    <a:lnTo>
                      <a:pt x="1702" y="6646"/>
                    </a:lnTo>
                    <a:lnTo>
                      <a:pt x="1714" y="6668"/>
                    </a:lnTo>
                    <a:lnTo>
                      <a:pt x="1729" y="6690"/>
                    </a:lnTo>
                    <a:lnTo>
                      <a:pt x="1743" y="6711"/>
                    </a:lnTo>
                    <a:lnTo>
                      <a:pt x="1758" y="6731"/>
                    </a:lnTo>
                    <a:lnTo>
                      <a:pt x="1774" y="6750"/>
                    </a:lnTo>
                    <a:lnTo>
                      <a:pt x="1791" y="6769"/>
                    </a:lnTo>
                    <a:lnTo>
                      <a:pt x="1809" y="6787"/>
                    </a:lnTo>
                    <a:lnTo>
                      <a:pt x="1827" y="6804"/>
                    </a:lnTo>
                    <a:lnTo>
                      <a:pt x="1844" y="6821"/>
                    </a:lnTo>
                    <a:lnTo>
                      <a:pt x="1864" y="6837"/>
                    </a:lnTo>
                    <a:lnTo>
                      <a:pt x="1883" y="6851"/>
                    </a:lnTo>
                    <a:lnTo>
                      <a:pt x="1903" y="6866"/>
                    </a:lnTo>
                    <a:lnTo>
                      <a:pt x="1924" y="6878"/>
                    </a:lnTo>
                    <a:lnTo>
                      <a:pt x="1944" y="6891"/>
                    </a:lnTo>
                    <a:lnTo>
                      <a:pt x="1967" y="6903"/>
                    </a:lnTo>
                    <a:lnTo>
                      <a:pt x="1988" y="6913"/>
                    </a:lnTo>
                    <a:lnTo>
                      <a:pt x="2011" y="6923"/>
                    </a:lnTo>
                    <a:lnTo>
                      <a:pt x="2033" y="6932"/>
                    </a:lnTo>
                    <a:lnTo>
                      <a:pt x="2057" y="6940"/>
                    </a:lnTo>
                    <a:lnTo>
                      <a:pt x="2080" y="6947"/>
                    </a:lnTo>
                    <a:lnTo>
                      <a:pt x="2104" y="6954"/>
                    </a:lnTo>
                    <a:lnTo>
                      <a:pt x="2128" y="6958"/>
                    </a:lnTo>
                    <a:lnTo>
                      <a:pt x="2153" y="6963"/>
                    </a:lnTo>
                    <a:lnTo>
                      <a:pt x="2178" y="6966"/>
                    </a:lnTo>
                    <a:lnTo>
                      <a:pt x="2203" y="6968"/>
                    </a:lnTo>
                    <a:lnTo>
                      <a:pt x="2227" y="6970"/>
                    </a:lnTo>
                    <a:lnTo>
                      <a:pt x="2253" y="6970"/>
                    </a:lnTo>
                    <a:lnTo>
                      <a:pt x="2278" y="6970"/>
                    </a:lnTo>
                    <a:lnTo>
                      <a:pt x="2304" y="6968"/>
                    </a:lnTo>
                    <a:lnTo>
                      <a:pt x="2329" y="6966"/>
                    </a:lnTo>
                    <a:lnTo>
                      <a:pt x="2355" y="6963"/>
                    </a:lnTo>
                    <a:lnTo>
                      <a:pt x="4116" y="6683"/>
                    </a:lnTo>
                    <a:lnTo>
                      <a:pt x="5876" y="6405"/>
                    </a:lnTo>
                    <a:lnTo>
                      <a:pt x="5902" y="6400"/>
                    </a:lnTo>
                    <a:lnTo>
                      <a:pt x="5926" y="6394"/>
                    </a:lnTo>
                    <a:lnTo>
                      <a:pt x="5952" y="6388"/>
                    </a:lnTo>
                    <a:lnTo>
                      <a:pt x="5976" y="6381"/>
                    </a:lnTo>
                    <a:lnTo>
                      <a:pt x="6000" y="6372"/>
                    </a:lnTo>
                    <a:lnTo>
                      <a:pt x="6024" y="6363"/>
                    </a:lnTo>
                    <a:lnTo>
                      <a:pt x="6046" y="6353"/>
                    </a:lnTo>
                    <a:lnTo>
                      <a:pt x="6069" y="6343"/>
                    </a:lnTo>
                    <a:lnTo>
                      <a:pt x="6091" y="6330"/>
                    </a:lnTo>
                    <a:lnTo>
                      <a:pt x="6113" y="6318"/>
                    </a:lnTo>
                    <a:lnTo>
                      <a:pt x="6133" y="6305"/>
                    </a:lnTo>
                    <a:lnTo>
                      <a:pt x="6153" y="6291"/>
                    </a:lnTo>
                    <a:lnTo>
                      <a:pt x="6173" y="6277"/>
                    </a:lnTo>
                    <a:lnTo>
                      <a:pt x="6191" y="6261"/>
                    </a:lnTo>
                    <a:lnTo>
                      <a:pt x="6210" y="6245"/>
                    </a:lnTo>
                    <a:lnTo>
                      <a:pt x="6227" y="6227"/>
                    </a:lnTo>
                    <a:lnTo>
                      <a:pt x="6245" y="6210"/>
                    </a:lnTo>
                    <a:lnTo>
                      <a:pt x="6261" y="6191"/>
                    </a:lnTo>
                    <a:lnTo>
                      <a:pt x="6277" y="6173"/>
                    </a:lnTo>
                    <a:lnTo>
                      <a:pt x="6291" y="6153"/>
                    </a:lnTo>
                    <a:lnTo>
                      <a:pt x="6305" y="6133"/>
                    </a:lnTo>
                    <a:lnTo>
                      <a:pt x="6318" y="6113"/>
                    </a:lnTo>
                    <a:lnTo>
                      <a:pt x="6330" y="6091"/>
                    </a:lnTo>
                    <a:lnTo>
                      <a:pt x="6343" y="6069"/>
                    </a:lnTo>
                    <a:lnTo>
                      <a:pt x="6353" y="6046"/>
                    </a:lnTo>
                    <a:lnTo>
                      <a:pt x="6363" y="6024"/>
                    </a:lnTo>
                    <a:lnTo>
                      <a:pt x="6372" y="6000"/>
                    </a:lnTo>
                    <a:lnTo>
                      <a:pt x="6381" y="5976"/>
                    </a:lnTo>
                    <a:lnTo>
                      <a:pt x="6388" y="5952"/>
                    </a:lnTo>
                    <a:lnTo>
                      <a:pt x="6394" y="5926"/>
                    </a:lnTo>
                    <a:lnTo>
                      <a:pt x="6400" y="5902"/>
                    </a:lnTo>
                    <a:lnTo>
                      <a:pt x="6405" y="5876"/>
                    </a:lnTo>
                    <a:close/>
                  </a:path>
                </a:pathLst>
              </a:custGeom>
              <a:solidFill>
                <a:srgbClr val="C00000"/>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000000"/>
                  </a:solidFill>
                  <a:effectLst/>
                  <a:uLnTx/>
                  <a:uFillTx/>
                  <a:latin typeface="Arial" panose="020B0604020202020204"/>
                  <a:ea typeface="阿里巴巴普惠体 Medium"/>
                  <a:cs typeface="阿里巴巴普惠体 Medium"/>
                  <a:sym typeface="Arial" panose="020B0604020202020204"/>
                </a:endParaRPr>
              </a:p>
            </p:txBody>
          </p:sp>
          <p:sp>
            <p:nvSpPr>
              <p:cNvPr id="11" name="图形"/>
              <p:cNvSpPr/>
              <p:nvPr userDrawn="1">
                <p:custDataLst>
                  <p:tags r:id="rId2"/>
                </p:custDataLst>
              </p:nvPr>
            </p:nvSpPr>
            <p:spPr bwMode="auto">
              <a:xfrm>
                <a:off x="7564" y="4269"/>
                <a:ext cx="908" cy="857"/>
              </a:xfrm>
              <a:custGeom>
                <a:avLst/>
                <a:gdLst>
                  <a:gd name="T0" fmla="*/ 91 w 194"/>
                  <a:gd name="T1" fmla="*/ 8 h 183"/>
                  <a:gd name="T2" fmla="*/ 103 w 194"/>
                  <a:gd name="T3" fmla="*/ 8 h 183"/>
                  <a:gd name="T4" fmla="*/ 118 w 194"/>
                  <a:gd name="T5" fmla="*/ 48 h 183"/>
                  <a:gd name="T6" fmla="*/ 141 w 194"/>
                  <a:gd name="T7" fmla="*/ 64 h 183"/>
                  <a:gd name="T8" fmla="*/ 183 w 194"/>
                  <a:gd name="T9" fmla="*/ 66 h 183"/>
                  <a:gd name="T10" fmla="*/ 186 w 194"/>
                  <a:gd name="T11" fmla="*/ 78 h 183"/>
                  <a:gd name="T12" fmla="*/ 154 w 194"/>
                  <a:gd name="T13" fmla="*/ 104 h 183"/>
                  <a:gd name="T14" fmla="*/ 145 w 194"/>
                  <a:gd name="T15" fmla="*/ 131 h 183"/>
                  <a:gd name="T16" fmla="*/ 156 w 194"/>
                  <a:gd name="T17" fmla="*/ 171 h 183"/>
                  <a:gd name="T18" fmla="*/ 146 w 194"/>
                  <a:gd name="T19" fmla="*/ 178 h 183"/>
                  <a:gd name="T20" fmla="*/ 111 w 194"/>
                  <a:gd name="T21" fmla="*/ 155 h 183"/>
                  <a:gd name="T22" fmla="*/ 83 w 194"/>
                  <a:gd name="T23" fmla="*/ 155 h 183"/>
                  <a:gd name="T24" fmla="*/ 48 w 194"/>
                  <a:gd name="T25" fmla="*/ 178 h 183"/>
                  <a:gd name="T26" fmla="*/ 38 w 194"/>
                  <a:gd name="T27" fmla="*/ 171 h 183"/>
                  <a:gd name="T28" fmla="*/ 49 w 194"/>
                  <a:gd name="T29" fmla="*/ 131 h 183"/>
                  <a:gd name="T30" fmla="*/ 41 w 194"/>
                  <a:gd name="T31" fmla="*/ 104 h 183"/>
                  <a:gd name="T32" fmla="*/ 8 w 194"/>
                  <a:gd name="T33" fmla="*/ 78 h 183"/>
                  <a:gd name="T34" fmla="*/ 11 w 194"/>
                  <a:gd name="T35" fmla="*/ 66 h 183"/>
                  <a:gd name="T36" fmla="*/ 53 w 194"/>
                  <a:gd name="T37" fmla="*/ 64 h 183"/>
                  <a:gd name="T38" fmla="*/ 76 w 194"/>
                  <a:gd name="T39" fmla="*/ 48 h 183"/>
                  <a:gd name="T40" fmla="*/ 91 w 194"/>
                  <a:gd name="T41" fmla="*/ 8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4" h="183">
                    <a:moveTo>
                      <a:pt x="91" y="8"/>
                    </a:moveTo>
                    <a:cubicBezTo>
                      <a:pt x="94" y="0"/>
                      <a:pt x="100" y="0"/>
                      <a:pt x="103" y="8"/>
                    </a:cubicBezTo>
                    <a:cubicBezTo>
                      <a:pt x="118" y="48"/>
                      <a:pt x="118" y="48"/>
                      <a:pt x="118" y="48"/>
                    </a:cubicBezTo>
                    <a:cubicBezTo>
                      <a:pt x="121" y="56"/>
                      <a:pt x="132" y="64"/>
                      <a:pt x="141" y="64"/>
                    </a:cubicBezTo>
                    <a:cubicBezTo>
                      <a:pt x="183" y="66"/>
                      <a:pt x="183" y="66"/>
                      <a:pt x="183" y="66"/>
                    </a:cubicBezTo>
                    <a:cubicBezTo>
                      <a:pt x="192" y="67"/>
                      <a:pt x="194" y="72"/>
                      <a:pt x="186" y="78"/>
                    </a:cubicBezTo>
                    <a:cubicBezTo>
                      <a:pt x="154" y="104"/>
                      <a:pt x="154" y="104"/>
                      <a:pt x="154" y="104"/>
                    </a:cubicBezTo>
                    <a:cubicBezTo>
                      <a:pt x="146" y="110"/>
                      <a:pt x="142" y="122"/>
                      <a:pt x="145" y="131"/>
                    </a:cubicBezTo>
                    <a:cubicBezTo>
                      <a:pt x="156" y="171"/>
                      <a:pt x="156" y="171"/>
                      <a:pt x="156" y="171"/>
                    </a:cubicBezTo>
                    <a:cubicBezTo>
                      <a:pt x="159" y="180"/>
                      <a:pt x="154" y="183"/>
                      <a:pt x="146" y="178"/>
                    </a:cubicBezTo>
                    <a:cubicBezTo>
                      <a:pt x="111" y="155"/>
                      <a:pt x="111" y="155"/>
                      <a:pt x="111" y="155"/>
                    </a:cubicBezTo>
                    <a:cubicBezTo>
                      <a:pt x="104" y="150"/>
                      <a:pt x="91" y="150"/>
                      <a:pt x="83" y="155"/>
                    </a:cubicBezTo>
                    <a:cubicBezTo>
                      <a:pt x="48" y="178"/>
                      <a:pt x="48" y="178"/>
                      <a:pt x="48" y="178"/>
                    </a:cubicBezTo>
                    <a:cubicBezTo>
                      <a:pt x="40" y="183"/>
                      <a:pt x="36" y="180"/>
                      <a:pt x="38" y="171"/>
                    </a:cubicBezTo>
                    <a:cubicBezTo>
                      <a:pt x="49" y="131"/>
                      <a:pt x="49" y="131"/>
                      <a:pt x="49" y="131"/>
                    </a:cubicBezTo>
                    <a:cubicBezTo>
                      <a:pt x="52" y="122"/>
                      <a:pt x="48" y="110"/>
                      <a:pt x="41" y="104"/>
                    </a:cubicBezTo>
                    <a:cubicBezTo>
                      <a:pt x="8" y="78"/>
                      <a:pt x="8" y="78"/>
                      <a:pt x="8" y="78"/>
                    </a:cubicBezTo>
                    <a:cubicBezTo>
                      <a:pt x="0" y="72"/>
                      <a:pt x="2" y="67"/>
                      <a:pt x="11" y="66"/>
                    </a:cubicBezTo>
                    <a:cubicBezTo>
                      <a:pt x="53" y="64"/>
                      <a:pt x="53" y="64"/>
                      <a:pt x="53" y="64"/>
                    </a:cubicBezTo>
                    <a:cubicBezTo>
                      <a:pt x="63" y="64"/>
                      <a:pt x="73" y="56"/>
                      <a:pt x="76" y="48"/>
                    </a:cubicBezTo>
                    <a:lnTo>
                      <a:pt x="91" y="8"/>
                    </a:lnTo>
                    <a:close/>
                  </a:path>
                </a:pathLst>
              </a:custGeom>
              <a:solidFill>
                <a:srgbClr val="FFFFFF"/>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000000"/>
                  </a:solidFill>
                  <a:effectLst/>
                  <a:uLnTx/>
                  <a:uFillTx/>
                  <a:latin typeface="Arial" panose="020B0604020202020204"/>
                  <a:ea typeface="阿里巴巴普惠体 Medium"/>
                  <a:cs typeface="阿里巴巴普惠体 Medium"/>
                  <a:sym typeface="Arial" panose="020B0604020202020204"/>
                </a:endParaRPr>
              </a:p>
            </p:txBody>
          </p:sp>
        </p:grpSp>
        <p:sp>
          <p:nvSpPr>
            <p:cNvPr id="12" name="文本框 11"/>
            <p:cNvSpPr txBox="1"/>
            <p:nvPr/>
          </p:nvSpPr>
          <p:spPr>
            <a:xfrm>
              <a:off x="1127448" y="404664"/>
              <a:ext cx="3528392" cy="584775"/>
            </a:xfrm>
            <a:prstGeom prst="rect">
              <a:avLst/>
            </a:prstGeom>
            <a:noFill/>
          </p:spPr>
          <p:txBody>
            <a:bodyPr wrap="square" rtlCol="0" anchor="t">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rPr>
                <a:t>党建工作开展情况</a:t>
              </a:r>
              <a:endParaRPr kumimoji="0" lang="zh-CN" altLang="en-US" sz="3200" b="0" i="0" u="none" strike="noStrike" kern="1200" cap="none" spc="0" normalizeH="0" baseline="0" noProof="0" dirty="0">
                <a:ln>
                  <a:noFill/>
                </a:ln>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endParaRPr>
            </a:p>
          </p:txBody>
        </p:sp>
      </p:grpSp>
      <p:grpSp>
        <p:nvGrpSpPr>
          <p:cNvPr id="47" name="图形"/>
          <p:cNvGrpSpPr/>
          <p:nvPr/>
        </p:nvGrpSpPr>
        <p:grpSpPr>
          <a:xfrm>
            <a:off x="753110" y="1815465"/>
            <a:ext cx="10786111" cy="3990340"/>
            <a:chOff x="1186" y="2859"/>
            <a:chExt cx="16986" cy="6284"/>
          </a:xfrm>
        </p:grpSpPr>
        <p:grpSp>
          <p:nvGrpSpPr>
            <p:cNvPr id="48" name="组合 47"/>
            <p:cNvGrpSpPr/>
            <p:nvPr/>
          </p:nvGrpSpPr>
          <p:grpSpPr>
            <a:xfrm>
              <a:off x="1187" y="5127"/>
              <a:ext cx="8219" cy="4016"/>
              <a:chOff x="1173" y="1772"/>
              <a:chExt cx="8219" cy="4016"/>
            </a:xfrm>
            <a:effectLst>
              <a:outerShdw blurRad="228600" dir="21480000" algn="tl" rotWithShape="0">
                <a:srgbClr val="000000">
                  <a:lumMod val="50000"/>
                  <a:lumOff val="50000"/>
                  <a:alpha val="32000"/>
                </a:srgbClr>
              </a:outerShdw>
            </a:effectLst>
          </p:grpSpPr>
          <p:grpSp>
            <p:nvGrpSpPr>
              <p:cNvPr id="72" name="组合 71"/>
              <p:cNvGrpSpPr/>
              <p:nvPr/>
            </p:nvGrpSpPr>
            <p:grpSpPr>
              <a:xfrm>
                <a:off x="1173" y="1772"/>
                <a:ext cx="8048" cy="4016"/>
                <a:chOff x="1173" y="1772"/>
                <a:chExt cx="8048" cy="4016"/>
              </a:xfrm>
            </p:grpSpPr>
            <p:grpSp>
              <p:nvGrpSpPr>
                <p:cNvPr id="74" name="组合 73"/>
                <p:cNvGrpSpPr/>
                <p:nvPr/>
              </p:nvGrpSpPr>
              <p:grpSpPr>
                <a:xfrm>
                  <a:off x="1173" y="1772"/>
                  <a:ext cx="8048" cy="4016"/>
                  <a:chOff x="1096" y="1772"/>
                  <a:chExt cx="8048" cy="4016"/>
                </a:xfrm>
              </p:grpSpPr>
              <p:sp>
                <p:nvSpPr>
                  <p:cNvPr id="78" name="图形"/>
                  <p:cNvSpPr/>
                  <p:nvPr>
                    <p:custDataLst>
                      <p:tags r:id="rId3"/>
                    </p:custDataLst>
                  </p:nvPr>
                </p:nvSpPr>
                <p:spPr>
                  <a:xfrm>
                    <a:off x="1096" y="2112"/>
                    <a:ext cx="8049" cy="3676"/>
                  </a:xfrm>
                  <a:prstGeom prst="roundRect">
                    <a:avLst>
                      <a:gd name="adj" fmla="val 12023"/>
                    </a:avLst>
                  </a:prstGeom>
                  <a:solidFill>
                    <a:srgbClr val="C00000"/>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outerShdw blurRad="101600" dist="63500" dir="2700000" algn="tl" rotWithShape="0">
                          <a:srgbClr val="535597">
                            <a:alpha val="40000"/>
                          </a:srgbClr>
                        </a:outerShdw>
                      </a:effectLst>
                      <a:uLnTx/>
                      <a:uFillTx/>
                      <a:latin typeface="Arial" panose="020B0604020202020204"/>
                      <a:ea typeface="阿里巴巴普惠体 Medium"/>
                      <a:cs typeface="阿里巴巴普惠体 Medium"/>
                      <a:sym typeface="Arial" panose="020B0604020202020204"/>
                    </a:endParaRPr>
                  </a:p>
                </p:txBody>
              </p:sp>
              <p:sp>
                <p:nvSpPr>
                  <p:cNvPr id="79" name="图形"/>
                  <p:cNvSpPr/>
                  <p:nvPr>
                    <p:custDataLst>
                      <p:tags r:id="rId4"/>
                    </p:custDataLst>
                  </p:nvPr>
                </p:nvSpPr>
                <p:spPr>
                  <a:xfrm>
                    <a:off x="1096" y="1772"/>
                    <a:ext cx="8049" cy="3676"/>
                  </a:xfrm>
                  <a:prstGeom prst="roundRect">
                    <a:avLst>
                      <a:gd name="adj" fmla="val 12023"/>
                    </a:avLst>
                  </a:prstGeom>
                  <a:solidFill>
                    <a:srgbClr val="FFFFFF"/>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outerShdw blurRad="101600" dist="63500" dir="2700000" algn="tl" rotWithShape="0">
                          <a:srgbClr val="535597">
                            <a:alpha val="40000"/>
                          </a:srgbClr>
                        </a:outerShdw>
                      </a:effectLst>
                      <a:uLnTx/>
                      <a:uFillTx/>
                      <a:latin typeface="Arial" panose="020B0604020202020204"/>
                      <a:ea typeface="阿里巴巴普惠体 Medium"/>
                      <a:cs typeface="阿里巴巴普惠体 Medium"/>
                      <a:sym typeface="Arial" panose="020B0604020202020204"/>
                    </a:endParaRPr>
                  </a:p>
                </p:txBody>
              </p:sp>
            </p:grpSp>
            <p:grpSp>
              <p:nvGrpSpPr>
                <p:cNvPr id="75" name="组合 74"/>
                <p:cNvGrpSpPr/>
                <p:nvPr/>
              </p:nvGrpSpPr>
              <p:grpSpPr>
                <a:xfrm>
                  <a:off x="1448" y="2113"/>
                  <a:ext cx="7498" cy="2967"/>
                  <a:chOff x="7670" y="3834"/>
                  <a:chExt cx="7498" cy="2967"/>
                </a:xfrm>
              </p:grpSpPr>
              <p:sp>
                <p:nvSpPr>
                  <p:cNvPr id="76" name="图形"/>
                  <p:cNvSpPr txBox="1"/>
                  <p:nvPr>
                    <p:custDataLst>
                      <p:tags r:id="rId5"/>
                    </p:custDataLst>
                  </p:nvPr>
                </p:nvSpPr>
                <p:spPr>
                  <a:xfrm flipH="1">
                    <a:off x="7670" y="3834"/>
                    <a:ext cx="2808" cy="72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rPr>
                      <a:t>党建工作</a:t>
                    </a:r>
                    <a:endParaRPr kumimoji="0" lang="zh-CN" altLang="en-US" sz="2400" b="0" i="0" u="none" strike="noStrike" kern="0" cap="none" spc="0" normalizeH="0" baseline="0" noProof="0" dirty="0">
                      <a:ln>
                        <a:noFill/>
                        <a:miter lim="800000"/>
                      </a:ln>
                      <a:solidFill>
                        <a:srgbClr val="C00000"/>
                      </a:solidFill>
                      <a:effectLst>
                        <a:outerShdw blurRad="546100" dir="2700000" algn="tl" rotWithShape="0">
                          <a:srgbClr val="FFFFFF">
                            <a:alpha val="40000"/>
                          </a:srgbClr>
                        </a:outerShdw>
                      </a:effectLst>
                      <a:uLnTx/>
                      <a:uFillTx/>
                      <a:latin typeface="Arial" panose="020B0604020202020204"/>
                      <a:ea typeface="阿里巴巴普惠体 Medium"/>
                      <a:cs typeface="阿里巴巴普惠体 Medium"/>
                      <a:sym typeface="Arial" panose="020B0604020202020204"/>
                    </a:endParaRPr>
                  </a:p>
                </p:txBody>
              </p:sp>
              <p:sp>
                <p:nvSpPr>
                  <p:cNvPr id="77" name="图形"/>
                  <p:cNvSpPr txBox="1"/>
                  <p:nvPr>
                    <p:custDataLst>
                      <p:tags r:id="rId6"/>
                    </p:custDataLst>
                  </p:nvPr>
                </p:nvSpPr>
                <p:spPr>
                  <a:xfrm flipH="1">
                    <a:off x="7670" y="4620"/>
                    <a:ext cx="7498" cy="2181"/>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200000"/>
                      </a:lnSpc>
                      <a:spcBef>
                        <a:spcPts val="0"/>
                      </a:spcBef>
                      <a:spcAft>
                        <a:spcPts val="0"/>
                      </a:spcAft>
                      <a:buClrTx/>
                      <a:buSzTx/>
                      <a:buFontTx/>
                      <a:buNone/>
                      <a:defRPr/>
                    </a:pPr>
                    <a:r>
                      <a:rPr kumimoji="0" lang="zh-CN" altLang="en-US" sz="1400" b="0" i="0" u="none" strike="noStrike" kern="1200" cap="none" spc="0" normalizeH="0" baseline="0" noProof="0" dirty="0">
                        <a:ln>
                          <a:noFill/>
                        </a:ln>
                        <a:effectLst/>
                        <a:uLnTx/>
                        <a:uFillTx/>
                        <a:latin typeface="Arial" panose="020B0604020202020204"/>
                        <a:ea typeface="阿里巴巴普惠体 Medium"/>
                        <a:cs typeface="阿里巴巴普惠体 Medium"/>
                        <a:sym typeface="Arial" panose="020B0604020202020204"/>
                      </a:rPr>
                      <a:t>在此处添加您的文本内容在此处添加您的文本内容在此处添加您的文本内容在此处添加您的文本内容在此处添加文本内容添加文本内容</a:t>
                    </a:r>
                    <a:endParaRPr kumimoji="0" lang="zh-CN" altLang="en-US" sz="1400" b="0" i="0" u="none" strike="noStrike" kern="1200" cap="none" spc="0" normalizeH="0" baseline="0" noProof="0" dirty="0">
                      <a:ln>
                        <a:noFill/>
                      </a:ln>
                      <a:effectLst/>
                      <a:uLnTx/>
                      <a:uFillTx/>
                      <a:latin typeface="Arial" panose="020B0604020202020204"/>
                      <a:ea typeface="阿里巴巴普惠体 Medium"/>
                      <a:cs typeface="阿里巴巴普惠体 Medium"/>
                      <a:sym typeface="Arial" panose="020B0604020202020204"/>
                    </a:endParaRPr>
                  </a:p>
                </p:txBody>
              </p:sp>
            </p:grpSp>
          </p:grpSp>
          <p:sp>
            <p:nvSpPr>
              <p:cNvPr id="73" name="图形"/>
              <p:cNvSpPr txBox="1"/>
              <p:nvPr>
                <p:custDataLst>
                  <p:tags r:id="rId7"/>
                </p:custDataLst>
              </p:nvPr>
            </p:nvSpPr>
            <p:spPr>
              <a:xfrm flipH="1">
                <a:off x="6424" y="4001"/>
                <a:ext cx="2968" cy="1598"/>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100" normalizeH="0" baseline="0" noProof="0" dirty="0">
                    <a:ln>
                      <a:noFill/>
                      <a:miter lim="800000"/>
                    </a:ln>
                    <a:solidFill>
                      <a:srgbClr val="C70505">
                        <a:alpha val="27000"/>
                      </a:srgbClr>
                    </a:solidFill>
                    <a:effectLst>
                      <a:outerShdw blurRad="546100" dir="2700000" algn="tl" rotWithShape="0">
                        <a:srgbClr val="FFFFFF">
                          <a:alpha val="40000"/>
                        </a:srgbClr>
                      </a:outerShdw>
                    </a:effectLst>
                    <a:uLnTx/>
                    <a:uFillTx/>
                    <a:latin typeface="Arial" panose="020B0604020202020204"/>
                    <a:ea typeface="阿里巴巴普惠体 Medium"/>
                    <a:cs typeface="阿里巴巴普惠体 Medium"/>
                    <a:sym typeface="Arial" panose="020B0604020202020204"/>
                  </a:rPr>
                  <a:t>03</a:t>
                </a:r>
                <a:endParaRPr kumimoji="0" lang="en-US" altLang="zh-CN" sz="6000" b="0" i="0" u="none" strike="noStrike" kern="1200" cap="none" spc="-100" normalizeH="0" baseline="0" noProof="0" dirty="0">
                  <a:ln>
                    <a:noFill/>
                    <a:miter lim="800000"/>
                  </a:ln>
                  <a:solidFill>
                    <a:srgbClr val="C70505">
                      <a:alpha val="27000"/>
                    </a:srgbClr>
                  </a:solidFill>
                  <a:effectLst>
                    <a:outerShdw blurRad="546100" dir="2700000" algn="tl" rotWithShape="0">
                      <a:srgbClr val="FFFFFF">
                        <a:alpha val="40000"/>
                      </a:srgbClr>
                    </a:outerShdw>
                  </a:effectLst>
                  <a:uLnTx/>
                  <a:uFillTx/>
                  <a:latin typeface="Arial" panose="020B0604020202020204"/>
                  <a:ea typeface="阿里巴巴普惠体 Medium"/>
                  <a:cs typeface="阿里巴巴普惠体 Medium"/>
                  <a:sym typeface="Arial" panose="020B0604020202020204"/>
                </a:endParaRPr>
              </a:p>
            </p:txBody>
          </p:sp>
        </p:grpSp>
        <p:grpSp>
          <p:nvGrpSpPr>
            <p:cNvPr id="49" name="组合 48"/>
            <p:cNvGrpSpPr/>
            <p:nvPr/>
          </p:nvGrpSpPr>
          <p:grpSpPr>
            <a:xfrm>
              <a:off x="9953" y="5123"/>
              <a:ext cx="8219" cy="4016"/>
              <a:chOff x="1173" y="1772"/>
              <a:chExt cx="8219" cy="4016"/>
            </a:xfrm>
            <a:effectLst>
              <a:outerShdw blurRad="228600" dir="21480000" algn="tl" rotWithShape="0">
                <a:srgbClr val="000000">
                  <a:lumMod val="50000"/>
                  <a:lumOff val="50000"/>
                  <a:alpha val="32000"/>
                </a:srgbClr>
              </a:outerShdw>
            </a:effectLst>
          </p:grpSpPr>
          <p:grpSp>
            <p:nvGrpSpPr>
              <p:cNvPr id="64" name="组合 63"/>
              <p:cNvGrpSpPr/>
              <p:nvPr/>
            </p:nvGrpSpPr>
            <p:grpSpPr>
              <a:xfrm>
                <a:off x="1173" y="1772"/>
                <a:ext cx="8048" cy="4016"/>
                <a:chOff x="1173" y="1772"/>
                <a:chExt cx="8048" cy="4016"/>
              </a:xfrm>
            </p:grpSpPr>
            <p:grpSp>
              <p:nvGrpSpPr>
                <p:cNvPr id="66" name="组合 65"/>
                <p:cNvGrpSpPr/>
                <p:nvPr/>
              </p:nvGrpSpPr>
              <p:grpSpPr>
                <a:xfrm>
                  <a:off x="1173" y="1772"/>
                  <a:ext cx="8048" cy="4016"/>
                  <a:chOff x="1096" y="1772"/>
                  <a:chExt cx="8048" cy="4016"/>
                </a:xfrm>
              </p:grpSpPr>
              <p:sp>
                <p:nvSpPr>
                  <p:cNvPr id="70" name="图形"/>
                  <p:cNvSpPr/>
                  <p:nvPr>
                    <p:custDataLst>
                      <p:tags r:id="rId8"/>
                    </p:custDataLst>
                  </p:nvPr>
                </p:nvSpPr>
                <p:spPr>
                  <a:xfrm>
                    <a:off x="1096" y="2112"/>
                    <a:ext cx="8049" cy="3676"/>
                  </a:xfrm>
                  <a:prstGeom prst="roundRect">
                    <a:avLst>
                      <a:gd name="adj" fmla="val 12023"/>
                    </a:avLst>
                  </a:prstGeom>
                  <a:solidFill>
                    <a:srgbClr val="C00000"/>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outerShdw blurRad="101600" dist="63500" dir="2700000" algn="tl" rotWithShape="0">
                          <a:srgbClr val="535597">
                            <a:alpha val="40000"/>
                          </a:srgbClr>
                        </a:outerShdw>
                      </a:effectLst>
                      <a:uLnTx/>
                      <a:uFillTx/>
                      <a:latin typeface="Arial" panose="020B0604020202020204"/>
                      <a:ea typeface="阿里巴巴普惠体 Medium"/>
                      <a:cs typeface="阿里巴巴普惠体 Medium"/>
                      <a:sym typeface="Arial" panose="020B0604020202020204"/>
                    </a:endParaRPr>
                  </a:p>
                </p:txBody>
              </p:sp>
              <p:sp>
                <p:nvSpPr>
                  <p:cNvPr id="71" name="图形"/>
                  <p:cNvSpPr/>
                  <p:nvPr>
                    <p:custDataLst>
                      <p:tags r:id="rId9"/>
                    </p:custDataLst>
                  </p:nvPr>
                </p:nvSpPr>
                <p:spPr>
                  <a:xfrm>
                    <a:off x="1096" y="1772"/>
                    <a:ext cx="8049" cy="3676"/>
                  </a:xfrm>
                  <a:prstGeom prst="roundRect">
                    <a:avLst>
                      <a:gd name="adj" fmla="val 12023"/>
                    </a:avLst>
                  </a:prstGeom>
                  <a:solidFill>
                    <a:srgbClr val="FFFFFF"/>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outerShdw blurRad="101600" dist="63500" dir="2700000" algn="tl" rotWithShape="0">
                          <a:srgbClr val="535597">
                            <a:alpha val="40000"/>
                          </a:srgbClr>
                        </a:outerShdw>
                      </a:effectLst>
                      <a:uLnTx/>
                      <a:uFillTx/>
                      <a:latin typeface="Arial" panose="020B0604020202020204"/>
                      <a:ea typeface="阿里巴巴普惠体 Medium"/>
                      <a:cs typeface="阿里巴巴普惠体 Medium"/>
                      <a:sym typeface="Arial" panose="020B0604020202020204"/>
                    </a:endParaRPr>
                  </a:p>
                </p:txBody>
              </p:sp>
            </p:grpSp>
            <p:grpSp>
              <p:nvGrpSpPr>
                <p:cNvPr id="67" name="组合 66"/>
                <p:cNvGrpSpPr/>
                <p:nvPr/>
              </p:nvGrpSpPr>
              <p:grpSpPr>
                <a:xfrm>
                  <a:off x="1448" y="2113"/>
                  <a:ext cx="7498" cy="2967"/>
                  <a:chOff x="7670" y="3834"/>
                  <a:chExt cx="7498" cy="2967"/>
                </a:xfrm>
              </p:grpSpPr>
              <p:sp>
                <p:nvSpPr>
                  <p:cNvPr id="68" name="图形"/>
                  <p:cNvSpPr txBox="1"/>
                  <p:nvPr>
                    <p:custDataLst>
                      <p:tags r:id="rId10"/>
                    </p:custDataLst>
                  </p:nvPr>
                </p:nvSpPr>
                <p:spPr>
                  <a:xfrm flipH="1">
                    <a:off x="7670" y="3834"/>
                    <a:ext cx="2661" cy="72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rPr>
                      <a:t>党建工作</a:t>
                    </a:r>
                    <a:endParaRPr kumimoji="0" lang="zh-CN" altLang="en-US" sz="2400" b="0" i="0" u="none" strike="noStrike" kern="0" cap="none" spc="0" normalizeH="0" baseline="0" noProof="0" dirty="0">
                      <a:ln>
                        <a:noFill/>
                        <a:miter lim="800000"/>
                      </a:ln>
                      <a:solidFill>
                        <a:srgbClr val="C00000"/>
                      </a:solidFill>
                      <a:effectLst>
                        <a:outerShdw blurRad="546100" dir="2700000" algn="tl" rotWithShape="0">
                          <a:srgbClr val="FFFFFF">
                            <a:alpha val="40000"/>
                          </a:srgbClr>
                        </a:outerShdw>
                      </a:effectLst>
                      <a:uLnTx/>
                      <a:uFillTx/>
                      <a:latin typeface="Arial" panose="020B0604020202020204"/>
                      <a:ea typeface="阿里巴巴普惠体 Medium"/>
                      <a:cs typeface="阿里巴巴普惠体 Medium"/>
                      <a:sym typeface="Arial" panose="020B0604020202020204"/>
                    </a:endParaRPr>
                  </a:p>
                </p:txBody>
              </p:sp>
              <p:sp>
                <p:nvSpPr>
                  <p:cNvPr id="69" name="图形"/>
                  <p:cNvSpPr txBox="1"/>
                  <p:nvPr>
                    <p:custDataLst>
                      <p:tags r:id="rId11"/>
                    </p:custDataLst>
                  </p:nvPr>
                </p:nvSpPr>
                <p:spPr>
                  <a:xfrm flipH="1">
                    <a:off x="7670" y="4620"/>
                    <a:ext cx="7498" cy="2181"/>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200000"/>
                      </a:lnSpc>
                      <a:spcBef>
                        <a:spcPts val="0"/>
                      </a:spcBef>
                      <a:spcAft>
                        <a:spcPts val="0"/>
                      </a:spcAft>
                      <a:buClrTx/>
                      <a:buSzTx/>
                      <a:buFontTx/>
                      <a:buNone/>
                      <a:defRPr/>
                    </a:pPr>
                    <a:r>
                      <a:rPr kumimoji="0" lang="zh-CN" altLang="en-US" sz="1400" b="0" i="0" u="none" strike="noStrike" kern="1200" cap="none" spc="0" normalizeH="0" baseline="0" noProof="0">
                        <a:ln>
                          <a:noFill/>
                        </a:ln>
                        <a:effectLst/>
                        <a:uLnTx/>
                        <a:uFillTx/>
                        <a:latin typeface="Arial" panose="020B0604020202020204"/>
                        <a:ea typeface="阿里巴巴普惠体 Medium"/>
                        <a:cs typeface="阿里巴巴普惠体 Medium"/>
                        <a:sym typeface="Arial" panose="020B0604020202020204"/>
                      </a:rPr>
                      <a:t>在此处添加您的文本内容在此处添加您的文本内容在此处添加您的文本内容在此处添加您的文本内容在此处添加文本内容添加文本内容</a:t>
                    </a:r>
                    <a:endParaRPr kumimoji="0" lang="zh-CN" altLang="en-US" sz="1400" b="0" i="0" u="none" strike="noStrike" kern="1200" cap="none" spc="0" normalizeH="0" baseline="0" noProof="0" dirty="0">
                      <a:ln>
                        <a:noFill/>
                      </a:ln>
                      <a:effectLst/>
                      <a:uLnTx/>
                      <a:uFillTx/>
                      <a:latin typeface="Arial" panose="020B0604020202020204"/>
                      <a:ea typeface="阿里巴巴普惠体 Medium"/>
                      <a:cs typeface="阿里巴巴普惠体 Medium"/>
                      <a:sym typeface="Arial" panose="020B0604020202020204"/>
                    </a:endParaRPr>
                  </a:p>
                </p:txBody>
              </p:sp>
            </p:grpSp>
          </p:grpSp>
          <p:sp>
            <p:nvSpPr>
              <p:cNvPr id="65" name="图形"/>
              <p:cNvSpPr txBox="1"/>
              <p:nvPr>
                <p:custDataLst>
                  <p:tags r:id="rId12"/>
                </p:custDataLst>
              </p:nvPr>
            </p:nvSpPr>
            <p:spPr>
              <a:xfrm flipH="1">
                <a:off x="6424" y="4001"/>
                <a:ext cx="2968" cy="1598"/>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100" normalizeH="0" baseline="0" noProof="0" dirty="0">
                    <a:ln>
                      <a:noFill/>
                      <a:miter lim="800000"/>
                    </a:ln>
                    <a:solidFill>
                      <a:srgbClr val="C70505">
                        <a:alpha val="27000"/>
                      </a:srgbClr>
                    </a:solidFill>
                    <a:effectLst>
                      <a:outerShdw blurRad="546100" dir="2700000" algn="tl" rotWithShape="0">
                        <a:srgbClr val="FFFFFF">
                          <a:alpha val="40000"/>
                        </a:srgbClr>
                      </a:outerShdw>
                    </a:effectLst>
                    <a:uLnTx/>
                    <a:uFillTx/>
                    <a:latin typeface="Arial" panose="020B0604020202020204"/>
                    <a:ea typeface="阿里巴巴普惠体 Medium"/>
                    <a:cs typeface="阿里巴巴普惠体 Medium"/>
                    <a:sym typeface="Arial" panose="020B0604020202020204"/>
                  </a:rPr>
                  <a:t>04</a:t>
                </a:r>
                <a:endParaRPr kumimoji="0" lang="en-US" altLang="zh-CN" sz="6000" b="0" i="0" u="none" strike="noStrike" kern="1200" cap="none" spc="-100" normalizeH="0" baseline="0" noProof="0" dirty="0">
                  <a:ln>
                    <a:noFill/>
                    <a:miter lim="800000"/>
                  </a:ln>
                  <a:solidFill>
                    <a:srgbClr val="C70505">
                      <a:alpha val="27000"/>
                    </a:srgbClr>
                  </a:solidFill>
                  <a:effectLst>
                    <a:outerShdw blurRad="546100" dir="2700000" algn="tl" rotWithShape="0">
                      <a:srgbClr val="FFFFFF">
                        <a:alpha val="40000"/>
                      </a:srgbClr>
                    </a:outerShdw>
                  </a:effectLst>
                  <a:uLnTx/>
                  <a:uFillTx/>
                  <a:latin typeface="Arial" panose="020B0604020202020204"/>
                  <a:ea typeface="阿里巴巴普惠体 Medium"/>
                  <a:cs typeface="阿里巴巴普惠体 Medium"/>
                  <a:sym typeface="Arial" panose="020B0604020202020204"/>
                </a:endParaRPr>
              </a:p>
            </p:txBody>
          </p:sp>
        </p:grpSp>
        <p:grpSp>
          <p:nvGrpSpPr>
            <p:cNvPr id="50" name="组合 49"/>
            <p:cNvGrpSpPr/>
            <p:nvPr/>
          </p:nvGrpSpPr>
          <p:grpSpPr>
            <a:xfrm>
              <a:off x="1186" y="2859"/>
              <a:ext cx="16816" cy="773"/>
              <a:chOff x="874" y="5556"/>
              <a:chExt cx="17443" cy="802"/>
            </a:xfrm>
          </p:grpSpPr>
          <p:sp>
            <p:nvSpPr>
              <p:cNvPr id="51" name="图形"/>
              <p:cNvSpPr/>
              <p:nvPr>
                <p:custDataLst>
                  <p:tags r:id="rId13"/>
                </p:custDataLst>
              </p:nvPr>
            </p:nvSpPr>
            <p:spPr>
              <a:xfrm>
                <a:off x="1109" y="5556"/>
                <a:ext cx="16735" cy="802"/>
              </a:xfrm>
              <a:prstGeom prst="roundRect">
                <a:avLst>
                  <a:gd name="adj" fmla="val 50000"/>
                </a:avLst>
              </a:prstGeom>
              <a:solidFill>
                <a:srgbClr val="FFFFFF">
                  <a:lumMod val="95000"/>
                </a:srgbClr>
              </a:solidFill>
              <a:ln w="12700" cap="flat" cmpd="sng" algn="ctr">
                <a:noFill/>
                <a:prstDash val="solid"/>
                <a:miter lim="800000"/>
              </a:ln>
              <a:effectLst/>
            </p:spPr>
            <p:txBody>
              <a:bodyPr vertOverflow="overflow" horzOverflow="overflow" vert="horz" wrap="square"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outerShdw blurRad="101600" dist="63500" dir="2700000" algn="tl" rotWithShape="0">
                      <a:srgbClr val="535597">
                        <a:alpha val="40000"/>
                      </a:srgbClr>
                    </a:outerShdw>
                  </a:effectLst>
                  <a:uLnTx/>
                  <a:uFillTx/>
                  <a:latin typeface="Arial" panose="020B0604020202020204"/>
                  <a:ea typeface="阿里巴巴普惠体 Medium"/>
                  <a:cs typeface="阿里巴巴普惠体 Medium"/>
                  <a:sym typeface="Arial" panose="020B0604020202020204"/>
                </a:endParaRPr>
              </a:p>
            </p:txBody>
          </p:sp>
          <p:grpSp>
            <p:nvGrpSpPr>
              <p:cNvPr id="52" name="组合 51"/>
              <p:cNvGrpSpPr/>
              <p:nvPr/>
            </p:nvGrpSpPr>
            <p:grpSpPr>
              <a:xfrm>
                <a:off x="874" y="5556"/>
                <a:ext cx="3917" cy="802"/>
                <a:chOff x="1830" y="5501"/>
                <a:chExt cx="3917" cy="802"/>
              </a:xfrm>
            </p:grpSpPr>
            <p:sp>
              <p:nvSpPr>
                <p:cNvPr id="62" name="图形"/>
                <p:cNvSpPr/>
                <p:nvPr>
                  <p:custDataLst>
                    <p:tags r:id="rId14"/>
                  </p:custDataLst>
                </p:nvPr>
              </p:nvSpPr>
              <p:spPr>
                <a:xfrm>
                  <a:off x="1830" y="5501"/>
                  <a:ext cx="3917" cy="802"/>
                </a:xfrm>
                <a:prstGeom prst="roundRect">
                  <a:avLst>
                    <a:gd name="adj" fmla="val 50000"/>
                  </a:avLst>
                </a:prstGeom>
                <a:solidFill>
                  <a:srgbClr val="C00000"/>
                </a:solidFill>
                <a:ln w="12700" cap="flat" cmpd="sng" algn="ctr">
                  <a:solidFill>
                    <a:srgbClr val="E3351C">
                      <a:alpha val="60000"/>
                    </a:srgbClr>
                  </a:solidFill>
                  <a:prstDash val="solid"/>
                  <a:miter lim="800000"/>
                </a:ln>
                <a:effectLst/>
              </p:spPr>
              <p:txBody>
                <a:bodyPr vertOverflow="overflow" horzOverflow="overflow" vert="horz" wrap="square"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a:ln>
                      <a:noFill/>
                    </a:ln>
                    <a:solidFill>
                      <a:prstClr val="white"/>
                    </a:solidFill>
                    <a:effectLst/>
                    <a:uLnTx/>
                    <a:uFillTx/>
                    <a:latin typeface="Arial" panose="020B0604020202020204"/>
                    <a:ea typeface="阿里巴巴普惠体 Medium"/>
                    <a:cs typeface="阿里巴巴普惠体 Medium"/>
                    <a:sym typeface="Arial" panose="020B0604020202020204"/>
                  </a:endParaRPr>
                </a:p>
              </p:txBody>
            </p:sp>
            <p:sp>
              <p:nvSpPr>
                <p:cNvPr id="63" name="图形"/>
                <p:cNvSpPr txBox="1"/>
                <p:nvPr>
                  <p:custDataLst>
                    <p:tags r:id="rId15"/>
                  </p:custDataLst>
                </p:nvPr>
              </p:nvSpPr>
              <p:spPr>
                <a:xfrm>
                  <a:off x="1943" y="5520"/>
                  <a:ext cx="3708" cy="75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rPr>
                    <a:t>党建工作</a:t>
                  </a:r>
                  <a:endParaRPr kumimoji="0" lang="zh-CN" altLang="en-US" sz="2400" b="0" i="0" u="none" strike="noStrike" kern="0" cap="none" spc="0" normalizeH="0" baseline="0" noProof="0" dirty="0">
                    <a:ln>
                      <a:noFill/>
                      <a:miter lim="800000"/>
                    </a:ln>
                    <a:solidFill>
                      <a:schemeClr val="bg1"/>
                    </a:solidFill>
                    <a:effectLst>
                      <a:outerShdw blurRad="546100" dir="2700000" algn="tl" rotWithShape="0">
                        <a:srgbClr val="FFFFFF">
                          <a:alpha val="40000"/>
                        </a:srgbClr>
                      </a:outerShdw>
                    </a:effectLst>
                    <a:uLnTx/>
                    <a:uFillTx/>
                    <a:latin typeface="Arial" panose="020B0604020202020204"/>
                    <a:ea typeface="阿里巴巴普惠体 Medium"/>
                    <a:cs typeface="阿里巴巴普惠体 Medium"/>
                    <a:sym typeface="Arial" panose="020B0604020202020204"/>
                  </a:endParaRPr>
                </a:p>
              </p:txBody>
            </p:sp>
          </p:grpSp>
          <p:grpSp>
            <p:nvGrpSpPr>
              <p:cNvPr id="53" name="组合 52"/>
              <p:cNvGrpSpPr/>
              <p:nvPr/>
            </p:nvGrpSpPr>
            <p:grpSpPr>
              <a:xfrm>
                <a:off x="5398" y="5556"/>
                <a:ext cx="3917" cy="802"/>
                <a:chOff x="1830" y="5501"/>
                <a:chExt cx="3917" cy="802"/>
              </a:xfrm>
            </p:grpSpPr>
            <p:sp>
              <p:nvSpPr>
                <p:cNvPr id="60" name="图形"/>
                <p:cNvSpPr/>
                <p:nvPr>
                  <p:custDataLst>
                    <p:tags r:id="rId16"/>
                  </p:custDataLst>
                </p:nvPr>
              </p:nvSpPr>
              <p:spPr>
                <a:xfrm>
                  <a:off x="1830" y="5501"/>
                  <a:ext cx="3917" cy="802"/>
                </a:xfrm>
                <a:prstGeom prst="roundRect">
                  <a:avLst>
                    <a:gd name="adj" fmla="val 50000"/>
                  </a:avLst>
                </a:prstGeom>
                <a:solidFill>
                  <a:srgbClr val="C00000"/>
                </a:solidFill>
                <a:ln w="12700" cap="flat" cmpd="sng" algn="ctr">
                  <a:solidFill>
                    <a:srgbClr val="E3351C">
                      <a:alpha val="60000"/>
                    </a:srgbClr>
                  </a:solidFill>
                  <a:prstDash val="solid"/>
                  <a:miter lim="800000"/>
                </a:ln>
                <a:effectLst/>
              </p:spPr>
              <p:txBody>
                <a:bodyPr vertOverflow="overflow" horzOverflow="overflow" vert="horz" wrap="square"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a:ln>
                      <a:noFill/>
                    </a:ln>
                    <a:solidFill>
                      <a:prstClr val="white"/>
                    </a:solidFill>
                    <a:effectLst/>
                    <a:uLnTx/>
                    <a:uFillTx/>
                    <a:latin typeface="Arial" panose="020B0604020202020204"/>
                    <a:ea typeface="阿里巴巴普惠体 Medium"/>
                    <a:cs typeface="阿里巴巴普惠体 Medium"/>
                    <a:sym typeface="Arial" panose="020B0604020202020204"/>
                  </a:endParaRPr>
                </a:p>
              </p:txBody>
            </p:sp>
            <p:sp>
              <p:nvSpPr>
                <p:cNvPr id="61" name="图形"/>
                <p:cNvSpPr txBox="1"/>
                <p:nvPr>
                  <p:custDataLst>
                    <p:tags r:id="rId17"/>
                  </p:custDataLst>
                </p:nvPr>
              </p:nvSpPr>
              <p:spPr>
                <a:xfrm>
                  <a:off x="1943" y="5520"/>
                  <a:ext cx="3708" cy="7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rPr>
                    <a:t>党建工作</a:t>
                  </a:r>
                  <a:endParaRPr kumimoji="0" lang="zh-CN" altLang="en-US" sz="2400" b="0" i="0" u="none" strike="noStrike" kern="0" cap="none" spc="0" normalizeH="0" baseline="0" noProof="0" dirty="0">
                    <a:ln>
                      <a:noFill/>
                      <a:miter lim="800000"/>
                    </a:ln>
                    <a:solidFill>
                      <a:prstClr val="white"/>
                    </a:solidFill>
                    <a:effectLst>
                      <a:outerShdw blurRad="546100" dir="2700000" algn="tl" rotWithShape="0">
                        <a:srgbClr val="FFFFFF">
                          <a:alpha val="40000"/>
                        </a:srgbClr>
                      </a:outerShdw>
                    </a:effectLst>
                    <a:uLnTx/>
                    <a:uFillTx/>
                    <a:latin typeface="Arial" panose="020B0604020202020204"/>
                    <a:ea typeface="阿里巴巴普惠体 Medium"/>
                    <a:cs typeface="阿里巴巴普惠体 Medium"/>
                    <a:sym typeface="Arial" panose="020B0604020202020204"/>
                  </a:endParaRPr>
                </a:p>
              </p:txBody>
            </p:sp>
          </p:grpSp>
          <p:grpSp>
            <p:nvGrpSpPr>
              <p:cNvPr id="54" name="组合 53"/>
              <p:cNvGrpSpPr/>
              <p:nvPr/>
            </p:nvGrpSpPr>
            <p:grpSpPr>
              <a:xfrm>
                <a:off x="9876" y="5556"/>
                <a:ext cx="3917" cy="802"/>
                <a:chOff x="1830" y="5501"/>
                <a:chExt cx="3917" cy="802"/>
              </a:xfrm>
            </p:grpSpPr>
            <p:sp>
              <p:nvSpPr>
                <p:cNvPr id="58" name="图形"/>
                <p:cNvSpPr/>
                <p:nvPr>
                  <p:custDataLst>
                    <p:tags r:id="rId18"/>
                  </p:custDataLst>
                </p:nvPr>
              </p:nvSpPr>
              <p:spPr>
                <a:xfrm>
                  <a:off x="1830" y="5501"/>
                  <a:ext cx="3917" cy="802"/>
                </a:xfrm>
                <a:prstGeom prst="roundRect">
                  <a:avLst>
                    <a:gd name="adj" fmla="val 50000"/>
                  </a:avLst>
                </a:prstGeom>
                <a:solidFill>
                  <a:srgbClr val="C00000"/>
                </a:solidFill>
                <a:ln w="12700" cap="flat" cmpd="sng" algn="ctr">
                  <a:solidFill>
                    <a:srgbClr val="E3351C">
                      <a:alpha val="60000"/>
                    </a:srgbClr>
                  </a:solidFill>
                  <a:prstDash val="solid"/>
                  <a:miter lim="800000"/>
                </a:ln>
                <a:effectLst/>
              </p:spPr>
              <p:txBody>
                <a:bodyPr vertOverflow="overflow" horzOverflow="overflow" vert="horz" wrap="square"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a:ln>
                      <a:noFill/>
                    </a:ln>
                    <a:solidFill>
                      <a:prstClr val="white"/>
                    </a:solidFill>
                    <a:effectLst/>
                    <a:uLnTx/>
                    <a:uFillTx/>
                    <a:latin typeface="Arial" panose="020B0604020202020204"/>
                    <a:ea typeface="阿里巴巴普惠体 Medium"/>
                    <a:cs typeface="阿里巴巴普惠体 Medium"/>
                    <a:sym typeface="Arial" panose="020B0604020202020204"/>
                  </a:endParaRPr>
                </a:p>
              </p:txBody>
            </p:sp>
            <p:sp>
              <p:nvSpPr>
                <p:cNvPr id="59" name="图形"/>
                <p:cNvSpPr txBox="1"/>
                <p:nvPr>
                  <p:custDataLst>
                    <p:tags r:id="rId19"/>
                  </p:custDataLst>
                </p:nvPr>
              </p:nvSpPr>
              <p:spPr>
                <a:xfrm>
                  <a:off x="1943" y="5520"/>
                  <a:ext cx="3708" cy="754"/>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rPr>
                    <a:t>党建工作</a:t>
                  </a:r>
                  <a:endParaRPr kumimoji="0" lang="zh-CN" altLang="en-US" sz="2400" b="0" i="0" u="none" strike="noStrike" kern="0" cap="none" spc="0" normalizeH="0" baseline="0" noProof="0" dirty="0">
                    <a:ln>
                      <a:noFill/>
                      <a:miter lim="800000"/>
                    </a:ln>
                    <a:solidFill>
                      <a:schemeClr val="bg1"/>
                    </a:solidFill>
                    <a:effectLst>
                      <a:outerShdw blurRad="546100" dir="2700000" algn="tl" rotWithShape="0">
                        <a:srgbClr val="FFFFFF">
                          <a:alpha val="40000"/>
                        </a:srgbClr>
                      </a:outerShdw>
                    </a:effectLst>
                    <a:uLnTx/>
                    <a:uFillTx/>
                    <a:latin typeface="Arial" panose="020B0604020202020204"/>
                    <a:ea typeface="阿里巴巴普惠体 Medium"/>
                    <a:cs typeface="阿里巴巴普惠体 Medium"/>
                    <a:sym typeface="Arial" panose="020B0604020202020204"/>
                  </a:endParaRPr>
                </a:p>
              </p:txBody>
            </p:sp>
          </p:grpSp>
          <p:grpSp>
            <p:nvGrpSpPr>
              <p:cNvPr id="55" name="组合 54"/>
              <p:cNvGrpSpPr/>
              <p:nvPr/>
            </p:nvGrpSpPr>
            <p:grpSpPr>
              <a:xfrm>
                <a:off x="14400" y="5556"/>
                <a:ext cx="3917" cy="802"/>
                <a:chOff x="1830" y="5501"/>
                <a:chExt cx="3917" cy="802"/>
              </a:xfrm>
            </p:grpSpPr>
            <p:sp>
              <p:nvSpPr>
                <p:cNvPr id="56" name="图形"/>
                <p:cNvSpPr/>
                <p:nvPr>
                  <p:custDataLst>
                    <p:tags r:id="rId20"/>
                  </p:custDataLst>
                </p:nvPr>
              </p:nvSpPr>
              <p:spPr>
                <a:xfrm>
                  <a:off x="1830" y="5501"/>
                  <a:ext cx="3917" cy="802"/>
                </a:xfrm>
                <a:prstGeom prst="roundRect">
                  <a:avLst>
                    <a:gd name="adj" fmla="val 50000"/>
                  </a:avLst>
                </a:prstGeom>
                <a:solidFill>
                  <a:srgbClr val="C00000"/>
                </a:solidFill>
                <a:ln w="12700" cap="flat" cmpd="sng" algn="ctr">
                  <a:solidFill>
                    <a:srgbClr val="E3351C">
                      <a:alpha val="60000"/>
                    </a:srgbClr>
                  </a:solidFill>
                  <a:prstDash val="solid"/>
                  <a:miter lim="800000"/>
                </a:ln>
                <a:effectLst/>
              </p:spPr>
              <p:txBody>
                <a:bodyPr vertOverflow="overflow" horzOverflow="overflow" vert="horz" wrap="square"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a:ln>
                      <a:noFill/>
                    </a:ln>
                    <a:solidFill>
                      <a:prstClr val="white"/>
                    </a:solidFill>
                    <a:effectLst/>
                    <a:uLnTx/>
                    <a:uFillTx/>
                    <a:latin typeface="Arial" panose="020B0604020202020204"/>
                    <a:ea typeface="阿里巴巴普惠体 Medium"/>
                    <a:cs typeface="阿里巴巴普惠体 Medium"/>
                    <a:sym typeface="Arial" panose="020B0604020202020204"/>
                  </a:endParaRPr>
                </a:p>
              </p:txBody>
            </p:sp>
            <p:sp>
              <p:nvSpPr>
                <p:cNvPr id="57" name="图形"/>
                <p:cNvSpPr txBox="1"/>
                <p:nvPr>
                  <p:custDataLst>
                    <p:tags r:id="rId21"/>
                  </p:custDataLst>
                </p:nvPr>
              </p:nvSpPr>
              <p:spPr>
                <a:xfrm>
                  <a:off x="1943" y="5520"/>
                  <a:ext cx="3708" cy="75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rPr>
                    <a:t>党建工作</a:t>
                  </a:r>
                  <a:endParaRPr kumimoji="0" lang="zh-CN" altLang="en-US" sz="2400" b="0" i="0" u="none" strike="noStrike" kern="0" cap="none" spc="0" normalizeH="0" baseline="0" noProof="0" dirty="0">
                    <a:ln>
                      <a:noFill/>
                      <a:miter lim="800000"/>
                    </a:ln>
                    <a:solidFill>
                      <a:schemeClr val="bg1"/>
                    </a:solidFill>
                    <a:effectLst>
                      <a:outerShdw blurRad="546100" dir="2700000" algn="tl" rotWithShape="0">
                        <a:srgbClr val="FFFFFF">
                          <a:alpha val="40000"/>
                        </a:srgbClr>
                      </a:outerShdw>
                    </a:effectLst>
                    <a:uLnTx/>
                    <a:uFillTx/>
                    <a:latin typeface="Arial" panose="020B0604020202020204"/>
                    <a:ea typeface="阿里巴巴普惠体 Medium"/>
                    <a:cs typeface="阿里巴巴普惠体 Medium"/>
                    <a:sym typeface="Arial" panose="020B0604020202020204"/>
                  </a:endParaRPr>
                </a:p>
              </p:txBody>
            </p:sp>
          </p:grpSp>
        </p:gr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ppt_w</p:attrName>
                                        </p:attrNameLst>
                                      </p:cBhvr>
                                      <p:tavLst>
                                        <p:tav tm="0">
                                          <p:val>
                                            <p:fltVal val="0"/>
                                          </p:val>
                                        </p:tav>
                                        <p:tav tm="100000">
                                          <p:val>
                                            <p:strVal val="#ppt_w"/>
                                          </p:val>
                                        </p:tav>
                                      </p:tavLst>
                                    </p:anim>
                                    <p:anim calcmode="lin" valueType="num">
                                      <p:cBhvr>
                                        <p:cTn id="8" dur="500" fill="hold"/>
                                        <p:tgtEl>
                                          <p:spTgt spid="13"/>
                                        </p:tgtEl>
                                        <p:attrNameLst>
                                          <p:attrName>ppt_h</p:attrName>
                                        </p:attrNameLst>
                                      </p:cBhvr>
                                      <p:tavLst>
                                        <p:tav tm="0">
                                          <p:val>
                                            <p:fltVal val="0"/>
                                          </p:val>
                                        </p:tav>
                                        <p:tav tm="100000">
                                          <p:val>
                                            <p:strVal val="#ppt_h"/>
                                          </p:val>
                                        </p:tav>
                                      </p:tavLst>
                                    </p:anim>
                                    <p:animEffect transition="in" filter="fade">
                                      <p:cBhvr>
                                        <p:cTn id="9" dur="500"/>
                                        <p:tgtEl>
                                          <p:spTgt spid="13"/>
                                        </p:tgtEl>
                                      </p:cBhvr>
                                    </p:animEffect>
                                  </p:childTnLst>
                                </p:cTn>
                              </p:par>
                            </p:childTnLst>
                          </p:cTn>
                        </p:par>
                        <p:par>
                          <p:cTn id="10" fill="hold">
                            <p:stCondLst>
                              <p:cond delay="500"/>
                            </p:stCondLst>
                            <p:childTnLst>
                              <p:par>
                                <p:cTn id="11" presetID="13" presetClass="entr" presetSubtype="16" fill="hold" nodeType="afterEffect">
                                  <p:stCondLst>
                                    <p:cond delay="0"/>
                                  </p:stCondLst>
                                  <p:childTnLst>
                                    <p:set>
                                      <p:cBhvr>
                                        <p:cTn id="12" dur="500" fill="hold">
                                          <p:stCondLst>
                                            <p:cond delay="0"/>
                                          </p:stCondLst>
                                        </p:cTn>
                                        <p:tgtEl>
                                          <p:spTgt spid="47"/>
                                        </p:tgtEl>
                                        <p:attrNameLst>
                                          <p:attrName>style.visibility</p:attrName>
                                        </p:attrNameLst>
                                      </p:cBhvr>
                                      <p:to>
                                        <p:strVal val="visible"/>
                                      </p:to>
                                    </p:set>
                                    <p:animEffect transition="in" filter="plus(in)">
                                      <p:cBhvr>
                                        <p:cTn id="13"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p:cNvGrpSpPr/>
          <p:nvPr/>
        </p:nvGrpSpPr>
        <p:grpSpPr>
          <a:xfrm>
            <a:off x="695402" y="548681"/>
            <a:ext cx="4049727" cy="584775"/>
            <a:chOff x="606113" y="404664"/>
            <a:chExt cx="4049727" cy="584775"/>
          </a:xfrm>
        </p:grpSpPr>
        <p:grpSp>
          <p:nvGrpSpPr>
            <p:cNvPr id="9" name="组合 8"/>
            <p:cNvGrpSpPr/>
            <p:nvPr/>
          </p:nvGrpSpPr>
          <p:grpSpPr>
            <a:xfrm>
              <a:off x="606113" y="443399"/>
              <a:ext cx="479425" cy="479425"/>
              <a:chOff x="7015" y="3652"/>
              <a:chExt cx="2006" cy="2006"/>
            </a:xfrm>
          </p:grpSpPr>
          <p:sp>
            <p:nvSpPr>
              <p:cNvPr id="10" name="图形"/>
              <p:cNvSpPr/>
              <p:nvPr userDrawn="1">
                <p:custDataLst>
                  <p:tags r:id="rId1"/>
                </p:custDataLst>
              </p:nvPr>
            </p:nvSpPr>
            <p:spPr bwMode="auto">
              <a:xfrm rot="660000">
                <a:off x="7015" y="3652"/>
                <a:ext cx="2007" cy="2007"/>
              </a:xfrm>
              <a:custGeom>
                <a:avLst/>
                <a:gdLst>
                  <a:gd name="T0" fmla="*/ 6963 w 6970"/>
                  <a:gd name="T1" fmla="*/ 2355 h 6970"/>
                  <a:gd name="T2" fmla="*/ 6970 w 6970"/>
                  <a:gd name="T3" fmla="*/ 2278 h 6970"/>
                  <a:gd name="T4" fmla="*/ 6968 w 6970"/>
                  <a:gd name="T5" fmla="*/ 2203 h 6970"/>
                  <a:gd name="T6" fmla="*/ 6958 w 6970"/>
                  <a:gd name="T7" fmla="*/ 2128 h 6970"/>
                  <a:gd name="T8" fmla="*/ 6940 w 6970"/>
                  <a:gd name="T9" fmla="*/ 2057 h 6970"/>
                  <a:gd name="T10" fmla="*/ 6913 w 6970"/>
                  <a:gd name="T11" fmla="*/ 1988 h 6970"/>
                  <a:gd name="T12" fmla="*/ 6878 w 6970"/>
                  <a:gd name="T13" fmla="*/ 1924 h 6970"/>
                  <a:gd name="T14" fmla="*/ 6837 w 6970"/>
                  <a:gd name="T15" fmla="*/ 1864 h 6970"/>
                  <a:gd name="T16" fmla="*/ 6787 w 6970"/>
                  <a:gd name="T17" fmla="*/ 1809 h 6970"/>
                  <a:gd name="T18" fmla="*/ 6731 w 6970"/>
                  <a:gd name="T19" fmla="*/ 1758 h 6970"/>
                  <a:gd name="T20" fmla="*/ 6668 w 6970"/>
                  <a:gd name="T21" fmla="*/ 1714 h 6970"/>
                  <a:gd name="T22" fmla="*/ 5035 w 6970"/>
                  <a:gd name="T23" fmla="*/ 880 h 6970"/>
                  <a:gd name="T24" fmla="*/ 3400 w 6970"/>
                  <a:gd name="T25" fmla="*/ 49 h 6970"/>
                  <a:gd name="T26" fmla="*/ 3327 w 6970"/>
                  <a:gd name="T27" fmla="*/ 25 h 6970"/>
                  <a:gd name="T28" fmla="*/ 3254 w 6970"/>
                  <a:gd name="T29" fmla="*/ 8 h 6970"/>
                  <a:gd name="T30" fmla="*/ 3180 w 6970"/>
                  <a:gd name="T31" fmla="*/ 0 h 6970"/>
                  <a:gd name="T32" fmla="*/ 3107 w 6970"/>
                  <a:gd name="T33" fmla="*/ 2 h 6970"/>
                  <a:gd name="T34" fmla="*/ 3034 w 6970"/>
                  <a:gd name="T35" fmla="*/ 12 h 6970"/>
                  <a:gd name="T36" fmla="*/ 2964 w 6970"/>
                  <a:gd name="T37" fmla="*/ 30 h 6970"/>
                  <a:gd name="T38" fmla="*/ 2894 w 6970"/>
                  <a:gd name="T39" fmla="*/ 57 h 6970"/>
                  <a:gd name="T40" fmla="*/ 2829 w 6970"/>
                  <a:gd name="T41" fmla="*/ 93 h 6970"/>
                  <a:gd name="T42" fmla="*/ 2766 w 6970"/>
                  <a:gd name="T43" fmla="*/ 137 h 6970"/>
                  <a:gd name="T44" fmla="*/ 2708 w 6970"/>
                  <a:gd name="T45" fmla="*/ 189 h 6970"/>
                  <a:gd name="T46" fmla="*/ 171 w 6970"/>
                  <a:gd name="T47" fmla="*/ 2727 h 6970"/>
                  <a:gd name="T48" fmla="*/ 121 w 6970"/>
                  <a:gd name="T49" fmla="*/ 2786 h 6970"/>
                  <a:gd name="T50" fmla="*/ 80 w 6970"/>
                  <a:gd name="T51" fmla="*/ 2850 h 6970"/>
                  <a:gd name="T52" fmla="*/ 47 w 6970"/>
                  <a:gd name="T53" fmla="*/ 2918 h 6970"/>
                  <a:gd name="T54" fmla="*/ 24 w 6970"/>
                  <a:gd name="T55" fmla="*/ 2987 h 6970"/>
                  <a:gd name="T56" fmla="*/ 8 w 6970"/>
                  <a:gd name="T57" fmla="*/ 3058 h 6970"/>
                  <a:gd name="T58" fmla="*/ 0 w 6970"/>
                  <a:gd name="T59" fmla="*/ 3131 h 6970"/>
                  <a:gd name="T60" fmla="*/ 2 w 6970"/>
                  <a:gd name="T61" fmla="*/ 3205 h 6970"/>
                  <a:gd name="T62" fmla="*/ 12 w 6970"/>
                  <a:gd name="T63" fmla="*/ 3279 h 6970"/>
                  <a:gd name="T64" fmla="*/ 31 w 6970"/>
                  <a:gd name="T65" fmla="*/ 3352 h 6970"/>
                  <a:gd name="T66" fmla="*/ 59 w 6970"/>
                  <a:gd name="T67" fmla="*/ 3424 h 6970"/>
                  <a:gd name="T68" fmla="*/ 1690 w 6970"/>
                  <a:gd name="T69" fmla="*/ 6622 h 6970"/>
                  <a:gd name="T70" fmla="*/ 1729 w 6970"/>
                  <a:gd name="T71" fmla="*/ 6690 h 6970"/>
                  <a:gd name="T72" fmla="*/ 1774 w 6970"/>
                  <a:gd name="T73" fmla="*/ 6750 h 6970"/>
                  <a:gd name="T74" fmla="*/ 1827 w 6970"/>
                  <a:gd name="T75" fmla="*/ 6804 h 6970"/>
                  <a:gd name="T76" fmla="*/ 1883 w 6970"/>
                  <a:gd name="T77" fmla="*/ 6851 h 6970"/>
                  <a:gd name="T78" fmla="*/ 1944 w 6970"/>
                  <a:gd name="T79" fmla="*/ 6891 h 6970"/>
                  <a:gd name="T80" fmla="*/ 2011 w 6970"/>
                  <a:gd name="T81" fmla="*/ 6923 h 6970"/>
                  <a:gd name="T82" fmla="*/ 2080 w 6970"/>
                  <a:gd name="T83" fmla="*/ 6947 h 6970"/>
                  <a:gd name="T84" fmla="*/ 2153 w 6970"/>
                  <a:gd name="T85" fmla="*/ 6963 h 6970"/>
                  <a:gd name="T86" fmla="*/ 2227 w 6970"/>
                  <a:gd name="T87" fmla="*/ 6970 h 6970"/>
                  <a:gd name="T88" fmla="*/ 2304 w 6970"/>
                  <a:gd name="T89" fmla="*/ 6968 h 6970"/>
                  <a:gd name="T90" fmla="*/ 4116 w 6970"/>
                  <a:gd name="T91" fmla="*/ 6683 h 6970"/>
                  <a:gd name="T92" fmla="*/ 5926 w 6970"/>
                  <a:gd name="T93" fmla="*/ 6394 h 6970"/>
                  <a:gd name="T94" fmla="*/ 6000 w 6970"/>
                  <a:gd name="T95" fmla="*/ 6372 h 6970"/>
                  <a:gd name="T96" fmla="*/ 6069 w 6970"/>
                  <a:gd name="T97" fmla="*/ 6343 h 6970"/>
                  <a:gd name="T98" fmla="*/ 6133 w 6970"/>
                  <a:gd name="T99" fmla="*/ 6305 h 6970"/>
                  <a:gd name="T100" fmla="*/ 6191 w 6970"/>
                  <a:gd name="T101" fmla="*/ 6261 h 6970"/>
                  <a:gd name="T102" fmla="*/ 6245 w 6970"/>
                  <a:gd name="T103" fmla="*/ 6210 h 6970"/>
                  <a:gd name="T104" fmla="*/ 6291 w 6970"/>
                  <a:gd name="T105" fmla="*/ 6153 h 6970"/>
                  <a:gd name="T106" fmla="*/ 6330 w 6970"/>
                  <a:gd name="T107" fmla="*/ 6091 h 6970"/>
                  <a:gd name="T108" fmla="*/ 6363 w 6970"/>
                  <a:gd name="T109" fmla="*/ 6024 h 6970"/>
                  <a:gd name="T110" fmla="*/ 6388 w 6970"/>
                  <a:gd name="T111" fmla="*/ 5952 h 6970"/>
                  <a:gd name="T112" fmla="*/ 6405 w 6970"/>
                  <a:gd name="T113" fmla="*/ 5876 h 6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970" h="6970">
                    <a:moveTo>
                      <a:pt x="6405" y="5876"/>
                    </a:moveTo>
                    <a:lnTo>
                      <a:pt x="6683" y="4116"/>
                    </a:lnTo>
                    <a:lnTo>
                      <a:pt x="6963" y="2355"/>
                    </a:lnTo>
                    <a:lnTo>
                      <a:pt x="6966" y="2329"/>
                    </a:lnTo>
                    <a:lnTo>
                      <a:pt x="6968" y="2304"/>
                    </a:lnTo>
                    <a:lnTo>
                      <a:pt x="6970" y="2278"/>
                    </a:lnTo>
                    <a:lnTo>
                      <a:pt x="6970" y="2253"/>
                    </a:lnTo>
                    <a:lnTo>
                      <a:pt x="6970" y="2227"/>
                    </a:lnTo>
                    <a:lnTo>
                      <a:pt x="6968" y="2203"/>
                    </a:lnTo>
                    <a:lnTo>
                      <a:pt x="6966" y="2178"/>
                    </a:lnTo>
                    <a:lnTo>
                      <a:pt x="6963" y="2153"/>
                    </a:lnTo>
                    <a:lnTo>
                      <a:pt x="6958" y="2128"/>
                    </a:lnTo>
                    <a:lnTo>
                      <a:pt x="6954" y="2104"/>
                    </a:lnTo>
                    <a:lnTo>
                      <a:pt x="6947" y="2080"/>
                    </a:lnTo>
                    <a:lnTo>
                      <a:pt x="6940" y="2057"/>
                    </a:lnTo>
                    <a:lnTo>
                      <a:pt x="6932" y="2033"/>
                    </a:lnTo>
                    <a:lnTo>
                      <a:pt x="6923" y="2011"/>
                    </a:lnTo>
                    <a:lnTo>
                      <a:pt x="6913" y="1988"/>
                    </a:lnTo>
                    <a:lnTo>
                      <a:pt x="6903" y="1967"/>
                    </a:lnTo>
                    <a:lnTo>
                      <a:pt x="6891" y="1944"/>
                    </a:lnTo>
                    <a:lnTo>
                      <a:pt x="6878" y="1924"/>
                    </a:lnTo>
                    <a:lnTo>
                      <a:pt x="6866" y="1903"/>
                    </a:lnTo>
                    <a:lnTo>
                      <a:pt x="6851" y="1883"/>
                    </a:lnTo>
                    <a:lnTo>
                      <a:pt x="6837" y="1864"/>
                    </a:lnTo>
                    <a:lnTo>
                      <a:pt x="6821" y="1844"/>
                    </a:lnTo>
                    <a:lnTo>
                      <a:pt x="6804" y="1827"/>
                    </a:lnTo>
                    <a:lnTo>
                      <a:pt x="6787" y="1809"/>
                    </a:lnTo>
                    <a:lnTo>
                      <a:pt x="6769" y="1791"/>
                    </a:lnTo>
                    <a:lnTo>
                      <a:pt x="6750" y="1774"/>
                    </a:lnTo>
                    <a:lnTo>
                      <a:pt x="6731" y="1758"/>
                    </a:lnTo>
                    <a:lnTo>
                      <a:pt x="6711" y="1743"/>
                    </a:lnTo>
                    <a:lnTo>
                      <a:pt x="6690" y="1729"/>
                    </a:lnTo>
                    <a:lnTo>
                      <a:pt x="6668" y="1714"/>
                    </a:lnTo>
                    <a:lnTo>
                      <a:pt x="6646" y="1702"/>
                    </a:lnTo>
                    <a:lnTo>
                      <a:pt x="6622" y="1690"/>
                    </a:lnTo>
                    <a:lnTo>
                      <a:pt x="5035" y="880"/>
                    </a:lnTo>
                    <a:lnTo>
                      <a:pt x="3448" y="71"/>
                    </a:lnTo>
                    <a:lnTo>
                      <a:pt x="3424" y="59"/>
                    </a:lnTo>
                    <a:lnTo>
                      <a:pt x="3400" y="49"/>
                    </a:lnTo>
                    <a:lnTo>
                      <a:pt x="3376" y="40"/>
                    </a:lnTo>
                    <a:lnTo>
                      <a:pt x="3352" y="31"/>
                    </a:lnTo>
                    <a:lnTo>
                      <a:pt x="3327" y="25"/>
                    </a:lnTo>
                    <a:lnTo>
                      <a:pt x="3303" y="18"/>
                    </a:lnTo>
                    <a:lnTo>
                      <a:pt x="3279" y="12"/>
                    </a:lnTo>
                    <a:lnTo>
                      <a:pt x="3254" y="8"/>
                    </a:lnTo>
                    <a:lnTo>
                      <a:pt x="3230" y="4"/>
                    </a:lnTo>
                    <a:lnTo>
                      <a:pt x="3205" y="2"/>
                    </a:lnTo>
                    <a:lnTo>
                      <a:pt x="3180" y="0"/>
                    </a:lnTo>
                    <a:lnTo>
                      <a:pt x="3156" y="0"/>
                    </a:lnTo>
                    <a:lnTo>
                      <a:pt x="3131" y="0"/>
                    </a:lnTo>
                    <a:lnTo>
                      <a:pt x="3107" y="2"/>
                    </a:lnTo>
                    <a:lnTo>
                      <a:pt x="3083" y="4"/>
                    </a:lnTo>
                    <a:lnTo>
                      <a:pt x="3058" y="8"/>
                    </a:lnTo>
                    <a:lnTo>
                      <a:pt x="3034" y="12"/>
                    </a:lnTo>
                    <a:lnTo>
                      <a:pt x="3011" y="17"/>
                    </a:lnTo>
                    <a:lnTo>
                      <a:pt x="2987" y="24"/>
                    </a:lnTo>
                    <a:lnTo>
                      <a:pt x="2964" y="30"/>
                    </a:lnTo>
                    <a:lnTo>
                      <a:pt x="2940" y="38"/>
                    </a:lnTo>
                    <a:lnTo>
                      <a:pt x="2918" y="47"/>
                    </a:lnTo>
                    <a:lnTo>
                      <a:pt x="2894" y="57"/>
                    </a:lnTo>
                    <a:lnTo>
                      <a:pt x="2873" y="68"/>
                    </a:lnTo>
                    <a:lnTo>
                      <a:pt x="2850" y="80"/>
                    </a:lnTo>
                    <a:lnTo>
                      <a:pt x="2829" y="93"/>
                    </a:lnTo>
                    <a:lnTo>
                      <a:pt x="2808" y="107"/>
                    </a:lnTo>
                    <a:lnTo>
                      <a:pt x="2786" y="121"/>
                    </a:lnTo>
                    <a:lnTo>
                      <a:pt x="2766" y="137"/>
                    </a:lnTo>
                    <a:lnTo>
                      <a:pt x="2747" y="153"/>
                    </a:lnTo>
                    <a:lnTo>
                      <a:pt x="2727" y="171"/>
                    </a:lnTo>
                    <a:lnTo>
                      <a:pt x="2708" y="189"/>
                    </a:lnTo>
                    <a:lnTo>
                      <a:pt x="1448" y="1448"/>
                    </a:lnTo>
                    <a:lnTo>
                      <a:pt x="189" y="2708"/>
                    </a:lnTo>
                    <a:lnTo>
                      <a:pt x="171" y="2727"/>
                    </a:lnTo>
                    <a:lnTo>
                      <a:pt x="153" y="2747"/>
                    </a:lnTo>
                    <a:lnTo>
                      <a:pt x="137" y="2766"/>
                    </a:lnTo>
                    <a:lnTo>
                      <a:pt x="121" y="2786"/>
                    </a:lnTo>
                    <a:lnTo>
                      <a:pt x="107" y="2808"/>
                    </a:lnTo>
                    <a:lnTo>
                      <a:pt x="93" y="2829"/>
                    </a:lnTo>
                    <a:lnTo>
                      <a:pt x="80" y="2850"/>
                    </a:lnTo>
                    <a:lnTo>
                      <a:pt x="68" y="2873"/>
                    </a:lnTo>
                    <a:lnTo>
                      <a:pt x="57" y="2894"/>
                    </a:lnTo>
                    <a:lnTo>
                      <a:pt x="47" y="2918"/>
                    </a:lnTo>
                    <a:lnTo>
                      <a:pt x="38" y="2940"/>
                    </a:lnTo>
                    <a:lnTo>
                      <a:pt x="30" y="2964"/>
                    </a:lnTo>
                    <a:lnTo>
                      <a:pt x="24" y="2987"/>
                    </a:lnTo>
                    <a:lnTo>
                      <a:pt x="17" y="3011"/>
                    </a:lnTo>
                    <a:lnTo>
                      <a:pt x="12" y="3034"/>
                    </a:lnTo>
                    <a:lnTo>
                      <a:pt x="8" y="3058"/>
                    </a:lnTo>
                    <a:lnTo>
                      <a:pt x="4" y="3083"/>
                    </a:lnTo>
                    <a:lnTo>
                      <a:pt x="2" y="3107"/>
                    </a:lnTo>
                    <a:lnTo>
                      <a:pt x="0" y="3131"/>
                    </a:lnTo>
                    <a:lnTo>
                      <a:pt x="0" y="3156"/>
                    </a:lnTo>
                    <a:lnTo>
                      <a:pt x="0" y="3180"/>
                    </a:lnTo>
                    <a:lnTo>
                      <a:pt x="2" y="3205"/>
                    </a:lnTo>
                    <a:lnTo>
                      <a:pt x="4" y="3230"/>
                    </a:lnTo>
                    <a:lnTo>
                      <a:pt x="8" y="3254"/>
                    </a:lnTo>
                    <a:lnTo>
                      <a:pt x="12" y="3279"/>
                    </a:lnTo>
                    <a:lnTo>
                      <a:pt x="18" y="3303"/>
                    </a:lnTo>
                    <a:lnTo>
                      <a:pt x="24" y="3327"/>
                    </a:lnTo>
                    <a:lnTo>
                      <a:pt x="31" y="3352"/>
                    </a:lnTo>
                    <a:lnTo>
                      <a:pt x="40" y="3376"/>
                    </a:lnTo>
                    <a:lnTo>
                      <a:pt x="49" y="3400"/>
                    </a:lnTo>
                    <a:lnTo>
                      <a:pt x="59" y="3424"/>
                    </a:lnTo>
                    <a:lnTo>
                      <a:pt x="71" y="3448"/>
                    </a:lnTo>
                    <a:lnTo>
                      <a:pt x="880" y="5035"/>
                    </a:lnTo>
                    <a:lnTo>
                      <a:pt x="1690" y="6622"/>
                    </a:lnTo>
                    <a:lnTo>
                      <a:pt x="1702" y="6646"/>
                    </a:lnTo>
                    <a:lnTo>
                      <a:pt x="1714" y="6668"/>
                    </a:lnTo>
                    <a:lnTo>
                      <a:pt x="1729" y="6690"/>
                    </a:lnTo>
                    <a:lnTo>
                      <a:pt x="1743" y="6711"/>
                    </a:lnTo>
                    <a:lnTo>
                      <a:pt x="1758" y="6731"/>
                    </a:lnTo>
                    <a:lnTo>
                      <a:pt x="1774" y="6750"/>
                    </a:lnTo>
                    <a:lnTo>
                      <a:pt x="1791" y="6769"/>
                    </a:lnTo>
                    <a:lnTo>
                      <a:pt x="1809" y="6787"/>
                    </a:lnTo>
                    <a:lnTo>
                      <a:pt x="1827" y="6804"/>
                    </a:lnTo>
                    <a:lnTo>
                      <a:pt x="1844" y="6821"/>
                    </a:lnTo>
                    <a:lnTo>
                      <a:pt x="1864" y="6837"/>
                    </a:lnTo>
                    <a:lnTo>
                      <a:pt x="1883" y="6851"/>
                    </a:lnTo>
                    <a:lnTo>
                      <a:pt x="1903" y="6866"/>
                    </a:lnTo>
                    <a:lnTo>
                      <a:pt x="1924" y="6878"/>
                    </a:lnTo>
                    <a:lnTo>
                      <a:pt x="1944" y="6891"/>
                    </a:lnTo>
                    <a:lnTo>
                      <a:pt x="1967" y="6903"/>
                    </a:lnTo>
                    <a:lnTo>
                      <a:pt x="1988" y="6913"/>
                    </a:lnTo>
                    <a:lnTo>
                      <a:pt x="2011" y="6923"/>
                    </a:lnTo>
                    <a:lnTo>
                      <a:pt x="2033" y="6932"/>
                    </a:lnTo>
                    <a:lnTo>
                      <a:pt x="2057" y="6940"/>
                    </a:lnTo>
                    <a:lnTo>
                      <a:pt x="2080" y="6947"/>
                    </a:lnTo>
                    <a:lnTo>
                      <a:pt x="2104" y="6954"/>
                    </a:lnTo>
                    <a:lnTo>
                      <a:pt x="2128" y="6958"/>
                    </a:lnTo>
                    <a:lnTo>
                      <a:pt x="2153" y="6963"/>
                    </a:lnTo>
                    <a:lnTo>
                      <a:pt x="2178" y="6966"/>
                    </a:lnTo>
                    <a:lnTo>
                      <a:pt x="2203" y="6968"/>
                    </a:lnTo>
                    <a:lnTo>
                      <a:pt x="2227" y="6970"/>
                    </a:lnTo>
                    <a:lnTo>
                      <a:pt x="2253" y="6970"/>
                    </a:lnTo>
                    <a:lnTo>
                      <a:pt x="2278" y="6970"/>
                    </a:lnTo>
                    <a:lnTo>
                      <a:pt x="2304" y="6968"/>
                    </a:lnTo>
                    <a:lnTo>
                      <a:pt x="2329" y="6966"/>
                    </a:lnTo>
                    <a:lnTo>
                      <a:pt x="2355" y="6963"/>
                    </a:lnTo>
                    <a:lnTo>
                      <a:pt x="4116" y="6683"/>
                    </a:lnTo>
                    <a:lnTo>
                      <a:pt x="5876" y="6405"/>
                    </a:lnTo>
                    <a:lnTo>
                      <a:pt x="5902" y="6400"/>
                    </a:lnTo>
                    <a:lnTo>
                      <a:pt x="5926" y="6394"/>
                    </a:lnTo>
                    <a:lnTo>
                      <a:pt x="5952" y="6388"/>
                    </a:lnTo>
                    <a:lnTo>
                      <a:pt x="5976" y="6381"/>
                    </a:lnTo>
                    <a:lnTo>
                      <a:pt x="6000" y="6372"/>
                    </a:lnTo>
                    <a:lnTo>
                      <a:pt x="6024" y="6363"/>
                    </a:lnTo>
                    <a:lnTo>
                      <a:pt x="6046" y="6353"/>
                    </a:lnTo>
                    <a:lnTo>
                      <a:pt x="6069" y="6343"/>
                    </a:lnTo>
                    <a:lnTo>
                      <a:pt x="6091" y="6330"/>
                    </a:lnTo>
                    <a:lnTo>
                      <a:pt x="6113" y="6318"/>
                    </a:lnTo>
                    <a:lnTo>
                      <a:pt x="6133" y="6305"/>
                    </a:lnTo>
                    <a:lnTo>
                      <a:pt x="6153" y="6291"/>
                    </a:lnTo>
                    <a:lnTo>
                      <a:pt x="6173" y="6277"/>
                    </a:lnTo>
                    <a:lnTo>
                      <a:pt x="6191" y="6261"/>
                    </a:lnTo>
                    <a:lnTo>
                      <a:pt x="6210" y="6245"/>
                    </a:lnTo>
                    <a:lnTo>
                      <a:pt x="6227" y="6227"/>
                    </a:lnTo>
                    <a:lnTo>
                      <a:pt x="6245" y="6210"/>
                    </a:lnTo>
                    <a:lnTo>
                      <a:pt x="6261" y="6191"/>
                    </a:lnTo>
                    <a:lnTo>
                      <a:pt x="6277" y="6173"/>
                    </a:lnTo>
                    <a:lnTo>
                      <a:pt x="6291" y="6153"/>
                    </a:lnTo>
                    <a:lnTo>
                      <a:pt x="6305" y="6133"/>
                    </a:lnTo>
                    <a:lnTo>
                      <a:pt x="6318" y="6113"/>
                    </a:lnTo>
                    <a:lnTo>
                      <a:pt x="6330" y="6091"/>
                    </a:lnTo>
                    <a:lnTo>
                      <a:pt x="6343" y="6069"/>
                    </a:lnTo>
                    <a:lnTo>
                      <a:pt x="6353" y="6046"/>
                    </a:lnTo>
                    <a:lnTo>
                      <a:pt x="6363" y="6024"/>
                    </a:lnTo>
                    <a:lnTo>
                      <a:pt x="6372" y="6000"/>
                    </a:lnTo>
                    <a:lnTo>
                      <a:pt x="6381" y="5976"/>
                    </a:lnTo>
                    <a:lnTo>
                      <a:pt x="6388" y="5952"/>
                    </a:lnTo>
                    <a:lnTo>
                      <a:pt x="6394" y="5926"/>
                    </a:lnTo>
                    <a:lnTo>
                      <a:pt x="6400" y="5902"/>
                    </a:lnTo>
                    <a:lnTo>
                      <a:pt x="6405" y="5876"/>
                    </a:lnTo>
                    <a:close/>
                  </a:path>
                </a:pathLst>
              </a:custGeom>
              <a:solidFill>
                <a:srgbClr val="C00000"/>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000000"/>
                  </a:solidFill>
                  <a:effectLst/>
                  <a:uLnTx/>
                  <a:uFillTx/>
                  <a:latin typeface="Arial" panose="020B0604020202020204"/>
                  <a:ea typeface="阿里巴巴普惠体 Medium"/>
                  <a:cs typeface="阿里巴巴普惠体 Medium"/>
                  <a:sym typeface="Arial" panose="020B0604020202020204"/>
                </a:endParaRPr>
              </a:p>
            </p:txBody>
          </p:sp>
          <p:sp>
            <p:nvSpPr>
              <p:cNvPr id="11" name="图形"/>
              <p:cNvSpPr/>
              <p:nvPr userDrawn="1">
                <p:custDataLst>
                  <p:tags r:id="rId2"/>
                </p:custDataLst>
              </p:nvPr>
            </p:nvSpPr>
            <p:spPr bwMode="auto">
              <a:xfrm>
                <a:off x="7564" y="4269"/>
                <a:ext cx="908" cy="857"/>
              </a:xfrm>
              <a:custGeom>
                <a:avLst/>
                <a:gdLst>
                  <a:gd name="T0" fmla="*/ 91 w 194"/>
                  <a:gd name="T1" fmla="*/ 8 h 183"/>
                  <a:gd name="T2" fmla="*/ 103 w 194"/>
                  <a:gd name="T3" fmla="*/ 8 h 183"/>
                  <a:gd name="T4" fmla="*/ 118 w 194"/>
                  <a:gd name="T5" fmla="*/ 48 h 183"/>
                  <a:gd name="T6" fmla="*/ 141 w 194"/>
                  <a:gd name="T7" fmla="*/ 64 h 183"/>
                  <a:gd name="T8" fmla="*/ 183 w 194"/>
                  <a:gd name="T9" fmla="*/ 66 h 183"/>
                  <a:gd name="T10" fmla="*/ 186 w 194"/>
                  <a:gd name="T11" fmla="*/ 78 h 183"/>
                  <a:gd name="T12" fmla="*/ 154 w 194"/>
                  <a:gd name="T13" fmla="*/ 104 h 183"/>
                  <a:gd name="T14" fmla="*/ 145 w 194"/>
                  <a:gd name="T15" fmla="*/ 131 h 183"/>
                  <a:gd name="T16" fmla="*/ 156 w 194"/>
                  <a:gd name="T17" fmla="*/ 171 h 183"/>
                  <a:gd name="T18" fmla="*/ 146 w 194"/>
                  <a:gd name="T19" fmla="*/ 178 h 183"/>
                  <a:gd name="T20" fmla="*/ 111 w 194"/>
                  <a:gd name="T21" fmla="*/ 155 h 183"/>
                  <a:gd name="T22" fmla="*/ 83 w 194"/>
                  <a:gd name="T23" fmla="*/ 155 h 183"/>
                  <a:gd name="T24" fmla="*/ 48 w 194"/>
                  <a:gd name="T25" fmla="*/ 178 h 183"/>
                  <a:gd name="T26" fmla="*/ 38 w 194"/>
                  <a:gd name="T27" fmla="*/ 171 h 183"/>
                  <a:gd name="T28" fmla="*/ 49 w 194"/>
                  <a:gd name="T29" fmla="*/ 131 h 183"/>
                  <a:gd name="T30" fmla="*/ 41 w 194"/>
                  <a:gd name="T31" fmla="*/ 104 h 183"/>
                  <a:gd name="T32" fmla="*/ 8 w 194"/>
                  <a:gd name="T33" fmla="*/ 78 h 183"/>
                  <a:gd name="T34" fmla="*/ 11 w 194"/>
                  <a:gd name="T35" fmla="*/ 66 h 183"/>
                  <a:gd name="T36" fmla="*/ 53 w 194"/>
                  <a:gd name="T37" fmla="*/ 64 h 183"/>
                  <a:gd name="T38" fmla="*/ 76 w 194"/>
                  <a:gd name="T39" fmla="*/ 48 h 183"/>
                  <a:gd name="T40" fmla="*/ 91 w 194"/>
                  <a:gd name="T41" fmla="*/ 8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4" h="183">
                    <a:moveTo>
                      <a:pt x="91" y="8"/>
                    </a:moveTo>
                    <a:cubicBezTo>
                      <a:pt x="94" y="0"/>
                      <a:pt x="100" y="0"/>
                      <a:pt x="103" y="8"/>
                    </a:cubicBezTo>
                    <a:cubicBezTo>
                      <a:pt x="118" y="48"/>
                      <a:pt x="118" y="48"/>
                      <a:pt x="118" y="48"/>
                    </a:cubicBezTo>
                    <a:cubicBezTo>
                      <a:pt x="121" y="56"/>
                      <a:pt x="132" y="64"/>
                      <a:pt x="141" y="64"/>
                    </a:cubicBezTo>
                    <a:cubicBezTo>
                      <a:pt x="183" y="66"/>
                      <a:pt x="183" y="66"/>
                      <a:pt x="183" y="66"/>
                    </a:cubicBezTo>
                    <a:cubicBezTo>
                      <a:pt x="192" y="67"/>
                      <a:pt x="194" y="72"/>
                      <a:pt x="186" y="78"/>
                    </a:cubicBezTo>
                    <a:cubicBezTo>
                      <a:pt x="154" y="104"/>
                      <a:pt x="154" y="104"/>
                      <a:pt x="154" y="104"/>
                    </a:cubicBezTo>
                    <a:cubicBezTo>
                      <a:pt x="146" y="110"/>
                      <a:pt x="142" y="122"/>
                      <a:pt x="145" y="131"/>
                    </a:cubicBezTo>
                    <a:cubicBezTo>
                      <a:pt x="156" y="171"/>
                      <a:pt x="156" y="171"/>
                      <a:pt x="156" y="171"/>
                    </a:cubicBezTo>
                    <a:cubicBezTo>
                      <a:pt x="159" y="180"/>
                      <a:pt x="154" y="183"/>
                      <a:pt x="146" y="178"/>
                    </a:cubicBezTo>
                    <a:cubicBezTo>
                      <a:pt x="111" y="155"/>
                      <a:pt x="111" y="155"/>
                      <a:pt x="111" y="155"/>
                    </a:cubicBezTo>
                    <a:cubicBezTo>
                      <a:pt x="104" y="150"/>
                      <a:pt x="91" y="150"/>
                      <a:pt x="83" y="155"/>
                    </a:cubicBezTo>
                    <a:cubicBezTo>
                      <a:pt x="48" y="178"/>
                      <a:pt x="48" y="178"/>
                      <a:pt x="48" y="178"/>
                    </a:cubicBezTo>
                    <a:cubicBezTo>
                      <a:pt x="40" y="183"/>
                      <a:pt x="36" y="180"/>
                      <a:pt x="38" y="171"/>
                    </a:cubicBezTo>
                    <a:cubicBezTo>
                      <a:pt x="49" y="131"/>
                      <a:pt x="49" y="131"/>
                      <a:pt x="49" y="131"/>
                    </a:cubicBezTo>
                    <a:cubicBezTo>
                      <a:pt x="52" y="122"/>
                      <a:pt x="48" y="110"/>
                      <a:pt x="41" y="104"/>
                    </a:cubicBezTo>
                    <a:cubicBezTo>
                      <a:pt x="8" y="78"/>
                      <a:pt x="8" y="78"/>
                      <a:pt x="8" y="78"/>
                    </a:cubicBezTo>
                    <a:cubicBezTo>
                      <a:pt x="0" y="72"/>
                      <a:pt x="2" y="67"/>
                      <a:pt x="11" y="66"/>
                    </a:cubicBezTo>
                    <a:cubicBezTo>
                      <a:pt x="53" y="64"/>
                      <a:pt x="53" y="64"/>
                      <a:pt x="53" y="64"/>
                    </a:cubicBezTo>
                    <a:cubicBezTo>
                      <a:pt x="63" y="64"/>
                      <a:pt x="73" y="56"/>
                      <a:pt x="76" y="48"/>
                    </a:cubicBezTo>
                    <a:lnTo>
                      <a:pt x="91" y="8"/>
                    </a:lnTo>
                    <a:close/>
                  </a:path>
                </a:pathLst>
              </a:custGeom>
              <a:solidFill>
                <a:srgbClr val="FFFFFF"/>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000000"/>
                  </a:solidFill>
                  <a:effectLst/>
                  <a:uLnTx/>
                  <a:uFillTx/>
                  <a:latin typeface="Arial" panose="020B0604020202020204"/>
                  <a:ea typeface="阿里巴巴普惠体 Medium"/>
                  <a:cs typeface="阿里巴巴普惠体 Medium"/>
                  <a:sym typeface="Arial" panose="020B0604020202020204"/>
                </a:endParaRPr>
              </a:p>
            </p:txBody>
          </p:sp>
        </p:grpSp>
        <p:sp>
          <p:nvSpPr>
            <p:cNvPr id="12" name="文本框 11"/>
            <p:cNvSpPr txBox="1"/>
            <p:nvPr/>
          </p:nvSpPr>
          <p:spPr>
            <a:xfrm>
              <a:off x="1127448" y="404664"/>
              <a:ext cx="3528392" cy="584775"/>
            </a:xfrm>
            <a:prstGeom prst="rect">
              <a:avLst/>
            </a:prstGeom>
            <a:noFill/>
          </p:spPr>
          <p:txBody>
            <a:bodyPr wrap="square" rtlCol="0" anchor="t">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rPr>
                <a:t>党建工作开展情况</a:t>
              </a:r>
              <a:endParaRPr kumimoji="0" lang="zh-CN" altLang="en-US" sz="3200" b="0" i="0" u="none" strike="noStrike" kern="1200" cap="none" spc="0" normalizeH="0" baseline="0" noProof="0" dirty="0">
                <a:ln>
                  <a:noFill/>
                </a:ln>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endParaRPr>
            </a:p>
          </p:txBody>
        </p:sp>
      </p:grpSp>
      <p:grpSp>
        <p:nvGrpSpPr>
          <p:cNvPr id="19" name="图形"/>
          <p:cNvGrpSpPr/>
          <p:nvPr/>
        </p:nvGrpSpPr>
        <p:grpSpPr>
          <a:xfrm>
            <a:off x="817881" y="1868806"/>
            <a:ext cx="6327140" cy="3876040"/>
            <a:chOff x="1288" y="2943"/>
            <a:chExt cx="9964" cy="6104"/>
          </a:xfrm>
        </p:grpSpPr>
        <p:sp>
          <p:nvSpPr>
            <p:cNvPr id="20" name="图形"/>
            <p:cNvSpPr/>
            <p:nvPr>
              <p:custDataLst>
                <p:tags r:id="rId3"/>
              </p:custDataLst>
            </p:nvPr>
          </p:nvSpPr>
          <p:spPr>
            <a:xfrm>
              <a:off x="2285" y="2947"/>
              <a:ext cx="4663" cy="899"/>
            </a:xfrm>
            <a:prstGeom prst="roundRect">
              <a:avLst>
                <a:gd name="adj" fmla="val 50000"/>
              </a:avLst>
            </a:prstGeom>
            <a:solidFill>
              <a:srgbClr val="C00000"/>
            </a:solidFill>
            <a:ln w="12700" cap="flat" cmpd="sng" algn="ctr">
              <a:noFill/>
              <a:prstDash val="solid"/>
              <a:miter lim="800000"/>
            </a:ln>
            <a:effectLst>
              <a:outerShdw blurRad="508000" dist="444500" dir="2700000" sx="85000" sy="85000" algn="tl" rotWithShape="0">
                <a:srgbClr val="84110A">
                  <a:alpha val="30000"/>
                </a:srgbClr>
              </a:outerShdw>
            </a:effectLst>
          </p:spPr>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阿里巴巴普惠体 Medium"/>
                <a:cs typeface="阿里巴巴普惠体 Medium"/>
                <a:sym typeface="Arial" panose="020B0604020202020204"/>
              </a:endParaRPr>
            </a:p>
          </p:txBody>
        </p:sp>
        <p:sp>
          <p:nvSpPr>
            <p:cNvPr id="21" name="图形"/>
            <p:cNvSpPr/>
            <p:nvPr>
              <p:custDataLst>
                <p:tags r:id="rId4"/>
              </p:custDataLst>
            </p:nvPr>
          </p:nvSpPr>
          <p:spPr>
            <a:xfrm>
              <a:off x="2285" y="6188"/>
              <a:ext cx="4663" cy="899"/>
            </a:xfrm>
            <a:prstGeom prst="roundRect">
              <a:avLst>
                <a:gd name="adj" fmla="val 50000"/>
              </a:avLst>
            </a:prstGeom>
            <a:solidFill>
              <a:srgbClr val="C00000"/>
            </a:solidFill>
            <a:ln w="12700" cap="flat" cmpd="sng" algn="ctr">
              <a:noFill/>
              <a:prstDash val="solid"/>
              <a:miter lim="800000"/>
            </a:ln>
            <a:effectLst>
              <a:outerShdw blurRad="508000" dist="444500" dir="2700000" sx="85000" sy="85000" algn="tl" rotWithShape="0">
                <a:srgbClr val="84110A">
                  <a:alpha val="30000"/>
                </a:srgbClr>
              </a:outerShdw>
            </a:effectLst>
          </p:spPr>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阿里巴巴普惠体 Medium"/>
                <a:cs typeface="阿里巴巴普惠体 Medium"/>
                <a:sym typeface="Arial" panose="020B0604020202020204"/>
              </a:endParaRPr>
            </a:p>
          </p:txBody>
        </p:sp>
        <p:sp>
          <p:nvSpPr>
            <p:cNvPr id="22" name="图形"/>
            <p:cNvSpPr/>
            <p:nvPr>
              <p:custDataLst>
                <p:tags r:id="rId5"/>
              </p:custDataLst>
            </p:nvPr>
          </p:nvSpPr>
          <p:spPr>
            <a:xfrm>
              <a:off x="1298" y="2943"/>
              <a:ext cx="2169" cy="907"/>
            </a:xfrm>
            <a:prstGeom prst="roundRect">
              <a:avLst>
                <a:gd name="adj" fmla="val 50000"/>
              </a:avLst>
            </a:prstGeom>
            <a:solidFill>
              <a:srgbClr val="C00000"/>
            </a:solidFill>
            <a:ln w="31750" cap="flat" cmpd="sng" algn="ctr">
              <a:solidFill>
                <a:srgbClr val="FFFFFF"/>
              </a:solidFill>
              <a:prstDash val="solid"/>
              <a:miter lim="800000"/>
            </a:ln>
            <a:effectLst>
              <a:outerShdw blurRad="508000" dist="444500" dir="2700000" sx="85000" sy="85000" algn="tl" rotWithShape="0">
                <a:srgbClr val="D79445">
                  <a:alpha val="30000"/>
                </a:srgbClr>
              </a:outerShdw>
            </a:effectLst>
          </p:spPr>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阿里巴巴普惠体 Medium"/>
                <a:cs typeface="阿里巴巴普惠体 Medium"/>
                <a:sym typeface="Arial" panose="020B0604020202020204"/>
              </a:endParaRPr>
            </a:p>
          </p:txBody>
        </p:sp>
        <p:sp>
          <p:nvSpPr>
            <p:cNvPr id="23" name="图形"/>
            <p:cNvSpPr/>
            <p:nvPr>
              <p:custDataLst>
                <p:tags r:id="rId6"/>
              </p:custDataLst>
            </p:nvPr>
          </p:nvSpPr>
          <p:spPr>
            <a:xfrm>
              <a:off x="1298" y="6184"/>
              <a:ext cx="2169" cy="907"/>
            </a:xfrm>
            <a:prstGeom prst="roundRect">
              <a:avLst>
                <a:gd name="adj" fmla="val 50000"/>
              </a:avLst>
            </a:prstGeom>
            <a:solidFill>
              <a:srgbClr val="C00000"/>
            </a:solidFill>
            <a:ln w="31750" cap="flat" cmpd="sng" algn="ctr">
              <a:solidFill>
                <a:srgbClr val="FFFFFF"/>
              </a:solidFill>
              <a:prstDash val="solid"/>
              <a:miter lim="800000"/>
            </a:ln>
            <a:effectLst>
              <a:outerShdw blurRad="508000" dist="444500" dir="2700000" sx="85000" sy="85000" algn="tl" rotWithShape="0">
                <a:srgbClr val="D79445">
                  <a:alpha val="30000"/>
                </a:srgbClr>
              </a:outerShdw>
            </a:effectLst>
          </p:spPr>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阿里巴巴普惠体 Medium"/>
                <a:cs typeface="阿里巴巴普惠体 Medium"/>
                <a:sym typeface="Arial" panose="020B0604020202020204"/>
              </a:endParaRPr>
            </a:p>
          </p:txBody>
        </p:sp>
        <p:sp>
          <p:nvSpPr>
            <p:cNvPr id="24" name="图形"/>
            <p:cNvSpPr txBox="1"/>
            <p:nvPr>
              <p:custDataLst>
                <p:tags r:id="rId7"/>
              </p:custDataLst>
            </p:nvPr>
          </p:nvSpPr>
          <p:spPr>
            <a:xfrm>
              <a:off x="1288" y="4014"/>
              <a:ext cx="9964" cy="1672"/>
            </a:xfrm>
            <a:prstGeom prst="rect">
              <a:avLst/>
            </a:prstGeom>
            <a:noFill/>
          </p:spPr>
          <p:txBody>
            <a:bodyPr wrap="square" rtlCol="0" anchor="t">
              <a:spAutoFit/>
            </a:bodyPr>
            <a:lstStyle/>
            <a:p>
              <a:pPr marL="0" marR="0" lvl="0" indent="0" defTabSz="914400" eaLnBrk="1" fontAlgn="auto" latinLnBrk="0" hangingPunct="1">
                <a:lnSpc>
                  <a:spcPct val="150000"/>
                </a:lnSpc>
                <a:spcBef>
                  <a:spcPts val="0"/>
                </a:spcBef>
                <a:spcAft>
                  <a:spcPts val="1000"/>
                </a:spcAft>
                <a:buClrTx/>
                <a:buSzTx/>
                <a:buFontTx/>
                <a:buNone/>
                <a:defRPr/>
              </a:pPr>
              <a:r>
                <a:rPr kumimoji="0" lang="zh-CN" altLang="en-US" sz="1400" b="0" i="0" u="none" strike="noStrike" kern="0" cap="none" spc="100" normalizeH="0" baseline="0" noProof="0" dirty="0">
                  <a:ln>
                    <a:noFill/>
                  </a:ln>
                  <a:effectLst/>
                  <a:uLnTx/>
                  <a:uFillTx/>
                  <a:latin typeface="Arial" panose="020B0604020202020204"/>
                  <a:ea typeface="阿里巴巴普惠体 Medium"/>
                  <a:cs typeface="阿里巴巴普惠体 Medium"/>
                  <a:sym typeface="Arial" panose="020B0604020202020204"/>
                </a:rPr>
                <a:t>在此处添加您的文本内容在此处添加您的文本内容在此处添加您的文本内容在此处添加您的文本内容在此处添加您的文本内容在此处添加您的文本内容在此处添加您的文本内容在此处添加您的文本内容</a:t>
              </a:r>
              <a:endParaRPr kumimoji="0" lang="zh-CN" altLang="en-US" sz="1400" b="0" i="0" u="none" strike="noStrike" kern="0" cap="none" spc="100" normalizeH="0" baseline="0" noProof="0" dirty="0">
                <a:ln>
                  <a:noFill/>
                </a:ln>
                <a:effectLst/>
                <a:uLnTx/>
                <a:uFillTx/>
                <a:latin typeface="Arial" panose="020B0604020202020204"/>
                <a:ea typeface="阿里巴巴普惠体 Medium"/>
                <a:cs typeface="阿里巴巴普惠体 Medium"/>
                <a:sym typeface="Arial" panose="020B0604020202020204"/>
              </a:endParaRPr>
            </a:p>
          </p:txBody>
        </p:sp>
        <p:sp>
          <p:nvSpPr>
            <p:cNvPr id="25" name="图形"/>
            <p:cNvSpPr txBox="1"/>
            <p:nvPr>
              <p:custDataLst>
                <p:tags r:id="rId8"/>
              </p:custDataLst>
            </p:nvPr>
          </p:nvSpPr>
          <p:spPr>
            <a:xfrm>
              <a:off x="1288" y="7375"/>
              <a:ext cx="9964" cy="1672"/>
            </a:xfrm>
            <a:prstGeom prst="rect">
              <a:avLst/>
            </a:prstGeom>
            <a:noFill/>
          </p:spPr>
          <p:txBody>
            <a:bodyPr wrap="square" rtlCol="0" anchor="t">
              <a:spAutoFit/>
            </a:bodyPr>
            <a:lstStyle/>
            <a:p>
              <a:pPr marL="0" marR="0" lvl="0" indent="0" defTabSz="914400" eaLnBrk="1" fontAlgn="auto" latinLnBrk="0" hangingPunct="1">
                <a:lnSpc>
                  <a:spcPct val="150000"/>
                </a:lnSpc>
                <a:spcBef>
                  <a:spcPts val="0"/>
                </a:spcBef>
                <a:spcAft>
                  <a:spcPts val="1000"/>
                </a:spcAft>
                <a:buClrTx/>
                <a:buSzTx/>
                <a:buFontTx/>
                <a:buNone/>
                <a:defRPr/>
              </a:pPr>
              <a:r>
                <a:rPr kumimoji="0" lang="zh-CN" altLang="en-US" sz="1400" b="0" i="0" u="none" strike="noStrike" kern="0" cap="none" spc="100" normalizeH="0" baseline="0" noProof="0">
                  <a:ln>
                    <a:noFill/>
                  </a:ln>
                  <a:effectLst/>
                  <a:uLnTx/>
                  <a:uFillTx/>
                  <a:latin typeface="Arial" panose="020B0604020202020204"/>
                  <a:ea typeface="阿里巴巴普惠体 Medium"/>
                  <a:cs typeface="阿里巴巴普惠体 Medium"/>
                  <a:sym typeface="Arial" panose="020B0604020202020204"/>
                </a:rPr>
                <a:t>在此处添加您的文本内容在此处添加您的文本内容在此处添加您的文本内容在此处添加您的文本内容在此处添加您的文本内容在此处添加您的文本内容在此处添加您的文本内容在此处添加您的文本内容</a:t>
              </a:r>
              <a:endParaRPr kumimoji="0" lang="zh-CN" altLang="en-US" sz="1400" b="0" i="0" u="none" strike="noStrike" kern="0" cap="none" spc="100" normalizeH="0" baseline="0" noProof="0">
                <a:ln>
                  <a:noFill/>
                </a:ln>
                <a:effectLst/>
                <a:uLnTx/>
                <a:uFillTx/>
                <a:latin typeface="Arial" panose="020B0604020202020204"/>
                <a:ea typeface="阿里巴巴普惠体 Medium"/>
                <a:cs typeface="阿里巴巴普惠体 Medium"/>
                <a:sym typeface="Arial" panose="020B0604020202020204"/>
              </a:endParaRPr>
            </a:p>
          </p:txBody>
        </p:sp>
        <p:sp>
          <p:nvSpPr>
            <p:cNvPr id="26" name="图形"/>
            <p:cNvSpPr txBox="1"/>
            <p:nvPr>
              <p:custDataLst>
                <p:tags r:id="rId9"/>
              </p:custDataLst>
            </p:nvPr>
          </p:nvSpPr>
          <p:spPr>
            <a:xfrm>
              <a:off x="3771" y="3076"/>
              <a:ext cx="2428" cy="72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rPr>
                <a:t>党建工作</a:t>
              </a:r>
              <a:endParaRPr kumimoji="0" lang="zh-CN" altLang="en-US" sz="2400" b="0" i="0" u="none" strike="noStrike" kern="0" cap="none" spc="0" normalizeH="0" baseline="0" noProof="0" dirty="0">
                <a:ln>
                  <a:noFill/>
                  <a:miter lim="800000"/>
                </a:ln>
                <a:solidFill>
                  <a:schemeClr val="bg1"/>
                </a:solidFill>
                <a:effectLst>
                  <a:outerShdw blurRad="546100" dir="2700000" algn="tl" rotWithShape="0">
                    <a:srgbClr val="FFFFFF">
                      <a:alpha val="40000"/>
                    </a:srgbClr>
                  </a:outerShdw>
                </a:effectLst>
                <a:uLnTx/>
                <a:uFillTx/>
                <a:latin typeface="Arial" panose="020B0604020202020204"/>
                <a:ea typeface="阿里巴巴普惠体 Medium"/>
                <a:cs typeface="阿里巴巴普惠体 Medium"/>
                <a:sym typeface="Arial" panose="020B0604020202020204"/>
              </a:endParaRPr>
            </a:p>
          </p:txBody>
        </p:sp>
        <p:sp>
          <p:nvSpPr>
            <p:cNvPr id="27" name="图形"/>
            <p:cNvSpPr txBox="1"/>
            <p:nvPr>
              <p:custDataLst>
                <p:tags r:id="rId10"/>
              </p:custDataLst>
            </p:nvPr>
          </p:nvSpPr>
          <p:spPr>
            <a:xfrm>
              <a:off x="3771" y="6318"/>
              <a:ext cx="2428" cy="72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rPr>
                <a:t>党建工作</a:t>
              </a:r>
              <a:endParaRPr kumimoji="0" lang="zh-CN" altLang="en-US" sz="2400" b="0" i="0" u="none" strike="noStrike" kern="0" cap="none" spc="0" normalizeH="0" baseline="0" noProof="0" dirty="0">
                <a:ln>
                  <a:noFill/>
                  <a:miter lim="800000"/>
                </a:ln>
                <a:solidFill>
                  <a:prstClr val="white"/>
                </a:solidFill>
                <a:effectLst>
                  <a:outerShdw blurRad="546100" dir="2700000" algn="tl" rotWithShape="0">
                    <a:srgbClr val="FFFFFF">
                      <a:alpha val="40000"/>
                    </a:srgbClr>
                  </a:outerShdw>
                </a:effectLst>
                <a:uLnTx/>
                <a:uFillTx/>
                <a:latin typeface="Arial" panose="020B0604020202020204"/>
                <a:ea typeface="阿里巴巴普惠体 Medium"/>
                <a:cs typeface="阿里巴巴普惠体 Medium"/>
                <a:sym typeface="Arial" panose="020B0604020202020204"/>
              </a:endParaRPr>
            </a:p>
          </p:txBody>
        </p:sp>
        <p:sp>
          <p:nvSpPr>
            <p:cNvPr id="28" name="图形"/>
            <p:cNvSpPr txBox="1"/>
            <p:nvPr>
              <p:custDataLst>
                <p:tags r:id="rId11"/>
              </p:custDataLst>
            </p:nvPr>
          </p:nvSpPr>
          <p:spPr>
            <a:xfrm>
              <a:off x="1620" y="3131"/>
              <a:ext cx="1524" cy="533"/>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srgbClr val="FFFFFF"/>
                  </a:solidFill>
                  <a:effectLst/>
                  <a:uLnTx/>
                  <a:uFillTx/>
                  <a:latin typeface="Arial" panose="020B0604020202020204"/>
                  <a:ea typeface="阿里巴巴普惠体 Medium"/>
                  <a:cs typeface="阿里巴巴普惠体 Medium"/>
                  <a:sym typeface="Arial" panose="020B0604020202020204"/>
                </a:rPr>
                <a:t>第一点</a:t>
              </a:r>
              <a:endParaRPr kumimoji="0" lang="zh-CN" altLang="en-US" sz="1600" b="0" i="0" u="none" strike="noStrike" kern="0" cap="none" spc="0" normalizeH="0" baseline="0" noProof="0">
                <a:ln>
                  <a:noFill/>
                </a:ln>
                <a:solidFill>
                  <a:srgbClr val="FFFFFF"/>
                </a:solidFill>
                <a:effectLst/>
                <a:uLnTx/>
                <a:uFillTx/>
                <a:latin typeface="Arial" panose="020B0604020202020204"/>
                <a:ea typeface="阿里巴巴普惠体 Medium"/>
                <a:cs typeface="阿里巴巴普惠体 Medium"/>
                <a:sym typeface="Arial" panose="020B0604020202020204"/>
              </a:endParaRPr>
            </a:p>
          </p:txBody>
        </p:sp>
        <p:sp>
          <p:nvSpPr>
            <p:cNvPr id="29" name="图形"/>
            <p:cNvSpPr txBox="1"/>
            <p:nvPr>
              <p:custDataLst>
                <p:tags r:id="rId12"/>
              </p:custDataLst>
            </p:nvPr>
          </p:nvSpPr>
          <p:spPr>
            <a:xfrm>
              <a:off x="1620" y="6372"/>
              <a:ext cx="1524" cy="533"/>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srgbClr val="FFFFFF"/>
                  </a:solidFill>
                  <a:effectLst/>
                  <a:uLnTx/>
                  <a:uFillTx/>
                  <a:latin typeface="Arial" panose="020B0604020202020204"/>
                  <a:ea typeface="阿里巴巴普惠体 Medium"/>
                  <a:cs typeface="阿里巴巴普惠体 Medium"/>
                  <a:sym typeface="Arial" panose="020B0604020202020204"/>
                </a:rPr>
                <a:t>第二点</a:t>
              </a:r>
              <a:endParaRPr kumimoji="0" lang="zh-CN" altLang="en-US" sz="1600" b="0" i="0" u="none" strike="noStrike" kern="0" cap="none" spc="0" normalizeH="0" baseline="0" noProof="0">
                <a:ln>
                  <a:noFill/>
                </a:ln>
                <a:solidFill>
                  <a:srgbClr val="FFFFFF"/>
                </a:solidFill>
                <a:effectLst/>
                <a:uLnTx/>
                <a:uFillTx/>
                <a:latin typeface="Arial" panose="020B0604020202020204"/>
                <a:ea typeface="阿里巴巴普惠体 Medium"/>
                <a:cs typeface="阿里巴巴普惠体 Medium"/>
                <a:sym typeface="Arial" panose="020B0604020202020204"/>
              </a:endParaRPr>
            </a:p>
          </p:txBody>
        </p:sp>
      </p:grpSp>
      <p:pic>
        <p:nvPicPr>
          <p:cNvPr id="31" name="图片 30"/>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351062" y="2442212"/>
            <a:ext cx="4037519" cy="2691679"/>
          </a:xfrm>
          <a:prstGeom prst="roundRect">
            <a:avLst>
              <a:gd name="adj" fmla="val 8594"/>
            </a:avLst>
          </a:prstGeom>
          <a:solidFill>
            <a:srgbClr val="FFFFFF">
              <a:shade val="85000"/>
            </a:srgbClr>
          </a:solidFill>
          <a:ln>
            <a:noFill/>
          </a:ln>
          <a:effectLst>
            <a:outerShdw blurRad="63500" algn="ctr" rotWithShape="0">
              <a:prstClr val="black">
                <a:alpha val="40000"/>
              </a:prstClr>
            </a:outerShdw>
            <a:reflection blurRad="12700" stA="38000" endPos="28000" dist="5000" dir="5400000" sy="-100000" algn="bl" rotWithShape="0"/>
          </a:effectLst>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ppt_w</p:attrName>
                                        </p:attrNameLst>
                                      </p:cBhvr>
                                      <p:tavLst>
                                        <p:tav tm="0">
                                          <p:val>
                                            <p:fltVal val="0"/>
                                          </p:val>
                                        </p:tav>
                                        <p:tav tm="100000">
                                          <p:val>
                                            <p:strVal val="#ppt_w"/>
                                          </p:val>
                                        </p:tav>
                                      </p:tavLst>
                                    </p:anim>
                                    <p:anim calcmode="lin" valueType="num">
                                      <p:cBhvr>
                                        <p:cTn id="8" dur="500" fill="hold"/>
                                        <p:tgtEl>
                                          <p:spTgt spid="13"/>
                                        </p:tgtEl>
                                        <p:attrNameLst>
                                          <p:attrName>ppt_h</p:attrName>
                                        </p:attrNameLst>
                                      </p:cBhvr>
                                      <p:tavLst>
                                        <p:tav tm="0">
                                          <p:val>
                                            <p:fltVal val="0"/>
                                          </p:val>
                                        </p:tav>
                                        <p:tav tm="100000">
                                          <p:val>
                                            <p:strVal val="#ppt_h"/>
                                          </p:val>
                                        </p:tav>
                                      </p:tavLst>
                                    </p:anim>
                                    <p:animEffect transition="in" filter="fade">
                                      <p:cBhvr>
                                        <p:cTn id="9" dur="500"/>
                                        <p:tgtEl>
                                          <p:spTgt spid="13"/>
                                        </p:tgtEl>
                                      </p:cBhvr>
                                    </p:animEffect>
                                  </p:childTnLst>
                                </p:cTn>
                              </p:par>
                            </p:childTnLst>
                          </p:cTn>
                        </p:par>
                        <p:par>
                          <p:cTn id="10" fill="hold">
                            <p:stCondLst>
                              <p:cond delay="500"/>
                            </p:stCondLst>
                            <p:childTnLst>
                              <p:par>
                                <p:cTn id="11" presetID="5" presetClass="entr" presetSubtype="10" fill="hold" nodeType="after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checkerboard(across)">
                                      <p:cBhvr>
                                        <p:cTn id="13" dur="500"/>
                                        <p:tgtEl>
                                          <p:spTgt spid="19"/>
                                        </p:tgtEl>
                                      </p:cBhvr>
                                    </p:animEffect>
                                  </p:childTnLst>
                                </p:cTn>
                              </p:par>
                            </p:childTnLst>
                          </p:cTn>
                        </p:par>
                      </p:childTnLst>
                    </p:cTn>
                  </p:par>
                  <p:par>
                    <p:cTn id="14" fill="hold">
                      <p:stCondLst>
                        <p:cond delay="indefinite"/>
                      </p:stCondLst>
                      <p:childTnLst>
                        <p:par>
                          <p:cTn id="15" fill="hold">
                            <p:stCondLst>
                              <p:cond delay="0"/>
                            </p:stCondLst>
                            <p:childTnLst>
                              <p:par>
                                <p:cTn id="16" presetID="53" presetClass="entr" presetSubtype="16" fill="hold" nodeType="clickEffect">
                                  <p:stCondLst>
                                    <p:cond delay="0"/>
                                  </p:stCondLst>
                                  <p:childTnLst>
                                    <p:set>
                                      <p:cBhvr>
                                        <p:cTn id="17" dur="1" fill="hold">
                                          <p:stCondLst>
                                            <p:cond delay="0"/>
                                          </p:stCondLst>
                                        </p:cTn>
                                        <p:tgtEl>
                                          <p:spTgt spid="31"/>
                                        </p:tgtEl>
                                        <p:attrNameLst>
                                          <p:attrName>style.visibility</p:attrName>
                                        </p:attrNameLst>
                                      </p:cBhvr>
                                      <p:to>
                                        <p:strVal val="visible"/>
                                      </p:to>
                                    </p:set>
                                    <p:anim calcmode="lin" valueType="num">
                                      <p:cBhvr>
                                        <p:cTn id="18" dur="500" fill="hold"/>
                                        <p:tgtEl>
                                          <p:spTgt spid="31"/>
                                        </p:tgtEl>
                                        <p:attrNameLst>
                                          <p:attrName>ppt_w</p:attrName>
                                        </p:attrNameLst>
                                      </p:cBhvr>
                                      <p:tavLst>
                                        <p:tav tm="0">
                                          <p:val>
                                            <p:fltVal val="0"/>
                                          </p:val>
                                        </p:tav>
                                        <p:tav tm="100000">
                                          <p:val>
                                            <p:strVal val="#ppt_w"/>
                                          </p:val>
                                        </p:tav>
                                      </p:tavLst>
                                    </p:anim>
                                    <p:anim calcmode="lin" valueType="num">
                                      <p:cBhvr>
                                        <p:cTn id="19" dur="500" fill="hold"/>
                                        <p:tgtEl>
                                          <p:spTgt spid="31"/>
                                        </p:tgtEl>
                                        <p:attrNameLst>
                                          <p:attrName>ppt_h</p:attrName>
                                        </p:attrNameLst>
                                      </p:cBhvr>
                                      <p:tavLst>
                                        <p:tav tm="0">
                                          <p:val>
                                            <p:fltVal val="0"/>
                                          </p:val>
                                        </p:tav>
                                        <p:tav tm="100000">
                                          <p:val>
                                            <p:strVal val="#ppt_h"/>
                                          </p:val>
                                        </p:tav>
                                      </p:tavLst>
                                    </p:anim>
                                    <p:animEffect transition="in" filter="fade">
                                      <p:cBhvr>
                                        <p:cTn id="20"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p:cNvGrpSpPr/>
          <p:nvPr/>
        </p:nvGrpSpPr>
        <p:grpSpPr>
          <a:xfrm>
            <a:off x="695402" y="548681"/>
            <a:ext cx="4049727" cy="584775"/>
            <a:chOff x="606113" y="404664"/>
            <a:chExt cx="4049727" cy="584775"/>
          </a:xfrm>
        </p:grpSpPr>
        <p:grpSp>
          <p:nvGrpSpPr>
            <p:cNvPr id="9" name="组合 8"/>
            <p:cNvGrpSpPr/>
            <p:nvPr/>
          </p:nvGrpSpPr>
          <p:grpSpPr>
            <a:xfrm>
              <a:off x="606113" y="443399"/>
              <a:ext cx="479425" cy="479425"/>
              <a:chOff x="7015" y="3652"/>
              <a:chExt cx="2006" cy="2006"/>
            </a:xfrm>
          </p:grpSpPr>
          <p:sp>
            <p:nvSpPr>
              <p:cNvPr id="10" name="图形"/>
              <p:cNvSpPr/>
              <p:nvPr userDrawn="1">
                <p:custDataLst>
                  <p:tags r:id="rId1"/>
                </p:custDataLst>
              </p:nvPr>
            </p:nvSpPr>
            <p:spPr bwMode="auto">
              <a:xfrm rot="660000">
                <a:off x="7015" y="3652"/>
                <a:ext cx="2007" cy="2007"/>
              </a:xfrm>
              <a:custGeom>
                <a:avLst/>
                <a:gdLst>
                  <a:gd name="T0" fmla="*/ 6963 w 6970"/>
                  <a:gd name="T1" fmla="*/ 2355 h 6970"/>
                  <a:gd name="T2" fmla="*/ 6970 w 6970"/>
                  <a:gd name="T3" fmla="*/ 2278 h 6970"/>
                  <a:gd name="T4" fmla="*/ 6968 w 6970"/>
                  <a:gd name="T5" fmla="*/ 2203 h 6970"/>
                  <a:gd name="T6" fmla="*/ 6958 w 6970"/>
                  <a:gd name="T7" fmla="*/ 2128 h 6970"/>
                  <a:gd name="T8" fmla="*/ 6940 w 6970"/>
                  <a:gd name="T9" fmla="*/ 2057 h 6970"/>
                  <a:gd name="T10" fmla="*/ 6913 w 6970"/>
                  <a:gd name="T11" fmla="*/ 1988 h 6970"/>
                  <a:gd name="T12" fmla="*/ 6878 w 6970"/>
                  <a:gd name="T13" fmla="*/ 1924 h 6970"/>
                  <a:gd name="T14" fmla="*/ 6837 w 6970"/>
                  <a:gd name="T15" fmla="*/ 1864 h 6970"/>
                  <a:gd name="T16" fmla="*/ 6787 w 6970"/>
                  <a:gd name="T17" fmla="*/ 1809 h 6970"/>
                  <a:gd name="T18" fmla="*/ 6731 w 6970"/>
                  <a:gd name="T19" fmla="*/ 1758 h 6970"/>
                  <a:gd name="T20" fmla="*/ 6668 w 6970"/>
                  <a:gd name="T21" fmla="*/ 1714 h 6970"/>
                  <a:gd name="T22" fmla="*/ 5035 w 6970"/>
                  <a:gd name="T23" fmla="*/ 880 h 6970"/>
                  <a:gd name="T24" fmla="*/ 3400 w 6970"/>
                  <a:gd name="T25" fmla="*/ 49 h 6970"/>
                  <a:gd name="T26" fmla="*/ 3327 w 6970"/>
                  <a:gd name="T27" fmla="*/ 25 h 6970"/>
                  <a:gd name="T28" fmla="*/ 3254 w 6970"/>
                  <a:gd name="T29" fmla="*/ 8 h 6970"/>
                  <a:gd name="T30" fmla="*/ 3180 w 6970"/>
                  <a:gd name="T31" fmla="*/ 0 h 6970"/>
                  <a:gd name="T32" fmla="*/ 3107 w 6970"/>
                  <a:gd name="T33" fmla="*/ 2 h 6970"/>
                  <a:gd name="T34" fmla="*/ 3034 w 6970"/>
                  <a:gd name="T35" fmla="*/ 12 h 6970"/>
                  <a:gd name="T36" fmla="*/ 2964 w 6970"/>
                  <a:gd name="T37" fmla="*/ 30 h 6970"/>
                  <a:gd name="T38" fmla="*/ 2894 w 6970"/>
                  <a:gd name="T39" fmla="*/ 57 h 6970"/>
                  <a:gd name="T40" fmla="*/ 2829 w 6970"/>
                  <a:gd name="T41" fmla="*/ 93 h 6970"/>
                  <a:gd name="T42" fmla="*/ 2766 w 6970"/>
                  <a:gd name="T43" fmla="*/ 137 h 6970"/>
                  <a:gd name="T44" fmla="*/ 2708 w 6970"/>
                  <a:gd name="T45" fmla="*/ 189 h 6970"/>
                  <a:gd name="T46" fmla="*/ 171 w 6970"/>
                  <a:gd name="T47" fmla="*/ 2727 h 6970"/>
                  <a:gd name="T48" fmla="*/ 121 w 6970"/>
                  <a:gd name="T49" fmla="*/ 2786 h 6970"/>
                  <a:gd name="T50" fmla="*/ 80 w 6970"/>
                  <a:gd name="T51" fmla="*/ 2850 h 6970"/>
                  <a:gd name="T52" fmla="*/ 47 w 6970"/>
                  <a:gd name="T53" fmla="*/ 2918 h 6970"/>
                  <a:gd name="T54" fmla="*/ 24 w 6970"/>
                  <a:gd name="T55" fmla="*/ 2987 h 6970"/>
                  <a:gd name="T56" fmla="*/ 8 w 6970"/>
                  <a:gd name="T57" fmla="*/ 3058 h 6970"/>
                  <a:gd name="T58" fmla="*/ 0 w 6970"/>
                  <a:gd name="T59" fmla="*/ 3131 h 6970"/>
                  <a:gd name="T60" fmla="*/ 2 w 6970"/>
                  <a:gd name="T61" fmla="*/ 3205 h 6970"/>
                  <a:gd name="T62" fmla="*/ 12 w 6970"/>
                  <a:gd name="T63" fmla="*/ 3279 h 6970"/>
                  <a:gd name="T64" fmla="*/ 31 w 6970"/>
                  <a:gd name="T65" fmla="*/ 3352 h 6970"/>
                  <a:gd name="T66" fmla="*/ 59 w 6970"/>
                  <a:gd name="T67" fmla="*/ 3424 h 6970"/>
                  <a:gd name="T68" fmla="*/ 1690 w 6970"/>
                  <a:gd name="T69" fmla="*/ 6622 h 6970"/>
                  <a:gd name="T70" fmla="*/ 1729 w 6970"/>
                  <a:gd name="T71" fmla="*/ 6690 h 6970"/>
                  <a:gd name="T72" fmla="*/ 1774 w 6970"/>
                  <a:gd name="T73" fmla="*/ 6750 h 6970"/>
                  <a:gd name="T74" fmla="*/ 1827 w 6970"/>
                  <a:gd name="T75" fmla="*/ 6804 h 6970"/>
                  <a:gd name="T76" fmla="*/ 1883 w 6970"/>
                  <a:gd name="T77" fmla="*/ 6851 h 6970"/>
                  <a:gd name="T78" fmla="*/ 1944 w 6970"/>
                  <a:gd name="T79" fmla="*/ 6891 h 6970"/>
                  <a:gd name="T80" fmla="*/ 2011 w 6970"/>
                  <a:gd name="T81" fmla="*/ 6923 h 6970"/>
                  <a:gd name="T82" fmla="*/ 2080 w 6970"/>
                  <a:gd name="T83" fmla="*/ 6947 h 6970"/>
                  <a:gd name="T84" fmla="*/ 2153 w 6970"/>
                  <a:gd name="T85" fmla="*/ 6963 h 6970"/>
                  <a:gd name="T86" fmla="*/ 2227 w 6970"/>
                  <a:gd name="T87" fmla="*/ 6970 h 6970"/>
                  <a:gd name="T88" fmla="*/ 2304 w 6970"/>
                  <a:gd name="T89" fmla="*/ 6968 h 6970"/>
                  <a:gd name="T90" fmla="*/ 4116 w 6970"/>
                  <a:gd name="T91" fmla="*/ 6683 h 6970"/>
                  <a:gd name="T92" fmla="*/ 5926 w 6970"/>
                  <a:gd name="T93" fmla="*/ 6394 h 6970"/>
                  <a:gd name="T94" fmla="*/ 6000 w 6970"/>
                  <a:gd name="T95" fmla="*/ 6372 h 6970"/>
                  <a:gd name="T96" fmla="*/ 6069 w 6970"/>
                  <a:gd name="T97" fmla="*/ 6343 h 6970"/>
                  <a:gd name="T98" fmla="*/ 6133 w 6970"/>
                  <a:gd name="T99" fmla="*/ 6305 h 6970"/>
                  <a:gd name="T100" fmla="*/ 6191 w 6970"/>
                  <a:gd name="T101" fmla="*/ 6261 h 6970"/>
                  <a:gd name="T102" fmla="*/ 6245 w 6970"/>
                  <a:gd name="T103" fmla="*/ 6210 h 6970"/>
                  <a:gd name="T104" fmla="*/ 6291 w 6970"/>
                  <a:gd name="T105" fmla="*/ 6153 h 6970"/>
                  <a:gd name="T106" fmla="*/ 6330 w 6970"/>
                  <a:gd name="T107" fmla="*/ 6091 h 6970"/>
                  <a:gd name="T108" fmla="*/ 6363 w 6970"/>
                  <a:gd name="T109" fmla="*/ 6024 h 6970"/>
                  <a:gd name="T110" fmla="*/ 6388 w 6970"/>
                  <a:gd name="T111" fmla="*/ 5952 h 6970"/>
                  <a:gd name="T112" fmla="*/ 6405 w 6970"/>
                  <a:gd name="T113" fmla="*/ 5876 h 6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970" h="6970">
                    <a:moveTo>
                      <a:pt x="6405" y="5876"/>
                    </a:moveTo>
                    <a:lnTo>
                      <a:pt x="6683" y="4116"/>
                    </a:lnTo>
                    <a:lnTo>
                      <a:pt x="6963" y="2355"/>
                    </a:lnTo>
                    <a:lnTo>
                      <a:pt x="6966" y="2329"/>
                    </a:lnTo>
                    <a:lnTo>
                      <a:pt x="6968" y="2304"/>
                    </a:lnTo>
                    <a:lnTo>
                      <a:pt x="6970" y="2278"/>
                    </a:lnTo>
                    <a:lnTo>
                      <a:pt x="6970" y="2253"/>
                    </a:lnTo>
                    <a:lnTo>
                      <a:pt x="6970" y="2227"/>
                    </a:lnTo>
                    <a:lnTo>
                      <a:pt x="6968" y="2203"/>
                    </a:lnTo>
                    <a:lnTo>
                      <a:pt x="6966" y="2178"/>
                    </a:lnTo>
                    <a:lnTo>
                      <a:pt x="6963" y="2153"/>
                    </a:lnTo>
                    <a:lnTo>
                      <a:pt x="6958" y="2128"/>
                    </a:lnTo>
                    <a:lnTo>
                      <a:pt x="6954" y="2104"/>
                    </a:lnTo>
                    <a:lnTo>
                      <a:pt x="6947" y="2080"/>
                    </a:lnTo>
                    <a:lnTo>
                      <a:pt x="6940" y="2057"/>
                    </a:lnTo>
                    <a:lnTo>
                      <a:pt x="6932" y="2033"/>
                    </a:lnTo>
                    <a:lnTo>
                      <a:pt x="6923" y="2011"/>
                    </a:lnTo>
                    <a:lnTo>
                      <a:pt x="6913" y="1988"/>
                    </a:lnTo>
                    <a:lnTo>
                      <a:pt x="6903" y="1967"/>
                    </a:lnTo>
                    <a:lnTo>
                      <a:pt x="6891" y="1944"/>
                    </a:lnTo>
                    <a:lnTo>
                      <a:pt x="6878" y="1924"/>
                    </a:lnTo>
                    <a:lnTo>
                      <a:pt x="6866" y="1903"/>
                    </a:lnTo>
                    <a:lnTo>
                      <a:pt x="6851" y="1883"/>
                    </a:lnTo>
                    <a:lnTo>
                      <a:pt x="6837" y="1864"/>
                    </a:lnTo>
                    <a:lnTo>
                      <a:pt x="6821" y="1844"/>
                    </a:lnTo>
                    <a:lnTo>
                      <a:pt x="6804" y="1827"/>
                    </a:lnTo>
                    <a:lnTo>
                      <a:pt x="6787" y="1809"/>
                    </a:lnTo>
                    <a:lnTo>
                      <a:pt x="6769" y="1791"/>
                    </a:lnTo>
                    <a:lnTo>
                      <a:pt x="6750" y="1774"/>
                    </a:lnTo>
                    <a:lnTo>
                      <a:pt x="6731" y="1758"/>
                    </a:lnTo>
                    <a:lnTo>
                      <a:pt x="6711" y="1743"/>
                    </a:lnTo>
                    <a:lnTo>
                      <a:pt x="6690" y="1729"/>
                    </a:lnTo>
                    <a:lnTo>
                      <a:pt x="6668" y="1714"/>
                    </a:lnTo>
                    <a:lnTo>
                      <a:pt x="6646" y="1702"/>
                    </a:lnTo>
                    <a:lnTo>
                      <a:pt x="6622" y="1690"/>
                    </a:lnTo>
                    <a:lnTo>
                      <a:pt x="5035" y="880"/>
                    </a:lnTo>
                    <a:lnTo>
                      <a:pt x="3448" y="71"/>
                    </a:lnTo>
                    <a:lnTo>
                      <a:pt x="3424" y="59"/>
                    </a:lnTo>
                    <a:lnTo>
                      <a:pt x="3400" y="49"/>
                    </a:lnTo>
                    <a:lnTo>
                      <a:pt x="3376" y="40"/>
                    </a:lnTo>
                    <a:lnTo>
                      <a:pt x="3352" y="31"/>
                    </a:lnTo>
                    <a:lnTo>
                      <a:pt x="3327" y="25"/>
                    </a:lnTo>
                    <a:lnTo>
                      <a:pt x="3303" y="18"/>
                    </a:lnTo>
                    <a:lnTo>
                      <a:pt x="3279" y="12"/>
                    </a:lnTo>
                    <a:lnTo>
                      <a:pt x="3254" y="8"/>
                    </a:lnTo>
                    <a:lnTo>
                      <a:pt x="3230" y="4"/>
                    </a:lnTo>
                    <a:lnTo>
                      <a:pt x="3205" y="2"/>
                    </a:lnTo>
                    <a:lnTo>
                      <a:pt x="3180" y="0"/>
                    </a:lnTo>
                    <a:lnTo>
                      <a:pt x="3156" y="0"/>
                    </a:lnTo>
                    <a:lnTo>
                      <a:pt x="3131" y="0"/>
                    </a:lnTo>
                    <a:lnTo>
                      <a:pt x="3107" y="2"/>
                    </a:lnTo>
                    <a:lnTo>
                      <a:pt x="3083" y="4"/>
                    </a:lnTo>
                    <a:lnTo>
                      <a:pt x="3058" y="8"/>
                    </a:lnTo>
                    <a:lnTo>
                      <a:pt x="3034" y="12"/>
                    </a:lnTo>
                    <a:lnTo>
                      <a:pt x="3011" y="17"/>
                    </a:lnTo>
                    <a:lnTo>
                      <a:pt x="2987" y="24"/>
                    </a:lnTo>
                    <a:lnTo>
                      <a:pt x="2964" y="30"/>
                    </a:lnTo>
                    <a:lnTo>
                      <a:pt x="2940" y="38"/>
                    </a:lnTo>
                    <a:lnTo>
                      <a:pt x="2918" y="47"/>
                    </a:lnTo>
                    <a:lnTo>
                      <a:pt x="2894" y="57"/>
                    </a:lnTo>
                    <a:lnTo>
                      <a:pt x="2873" y="68"/>
                    </a:lnTo>
                    <a:lnTo>
                      <a:pt x="2850" y="80"/>
                    </a:lnTo>
                    <a:lnTo>
                      <a:pt x="2829" y="93"/>
                    </a:lnTo>
                    <a:lnTo>
                      <a:pt x="2808" y="107"/>
                    </a:lnTo>
                    <a:lnTo>
                      <a:pt x="2786" y="121"/>
                    </a:lnTo>
                    <a:lnTo>
                      <a:pt x="2766" y="137"/>
                    </a:lnTo>
                    <a:lnTo>
                      <a:pt x="2747" y="153"/>
                    </a:lnTo>
                    <a:lnTo>
                      <a:pt x="2727" y="171"/>
                    </a:lnTo>
                    <a:lnTo>
                      <a:pt x="2708" y="189"/>
                    </a:lnTo>
                    <a:lnTo>
                      <a:pt x="1448" y="1448"/>
                    </a:lnTo>
                    <a:lnTo>
                      <a:pt x="189" y="2708"/>
                    </a:lnTo>
                    <a:lnTo>
                      <a:pt x="171" y="2727"/>
                    </a:lnTo>
                    <a:lnTo>
                      <a:pt x="153" y="2747"/>
                    </a:lnTo>
                    <a:lnTo>
                      <a:pt x="137" y="2766"/>
                    </a:lnTo>
                    <a:lnTo>
                      <a:pt x="121" y="2786"/>
                    </a:lnTo>
                    <a:lnTo>
                      <a:pt x="107" y="2808"/>
                    </a:lnTo>
                    <a:lnTo>
                      <a:pt x="93" y="2829"/>
                    </a:lnTo>
                    <a:lnTo>
                      <a:pt x="80" y="2850"/>
                    </a:lnTo>
                    <a:lnTo>
                      <a:pt x="68" y="2873"/>
                    </a:lnTo>
                    <a:lnTo>
                      <a:pt x="57" y="2894"/>
                    </a:lnTo>
                    <a:lnTo>
                      <a:pt x="47" y="2918"/>
                    </a:lnTo>
                    <a:lnTo>
                      <a:pt x="38" y="2940"/>
                    </a:lnTo>
                    <a:lnTo>
                      <a:pt x="30" y="2964"/>
                    </a:lnTo>
                    <a:lnTo>
                      <a:pt x="24" y="2987"/>
                    </a:lnTo>
                    <a:lnTo>
                      <a:pt x="17" y="3011"/>
                    </a:lnTo>
                    <a:lnTo>
                      <a:pt x="12" y="3034"/>
                    </a:lnTo>
                    <a:lnTo>
                      <a:pt x="8" y="3058"/>
                    </a:lnTo>
                    <a:lnTo>
                      <a:pt x="4" y="3083"/>
                    </a:lnTo>
                    <a:lnTo>
                      <a:pt x="2" y="3107"/>
                    </a:lnTo>
                    <a:lnTo>
                      <a:pt x="0" y="3131"/>
                    </a:lnTo>
                    <a:lnTo>
                      <a:pt x="0" y="3156"/>
                    </a:lnTo>
                    <a:lnTo>
                      <a:pt x="0" y="3180"/>
                    </a:lnTo>
                    <a:lnTo>
                      <a:pt x="2" y="3205"/>
                    </a:lnTo>
                    <a:lnTo>
                      <a:pt x="4" y="3230"/>
                    </a:lnTo>
                    <a:lnTo>
                      <a:pt x="8" y="3254"/>
                    </a:lnTo>
                    <a:lnTo>
                      <a:pt x="12" y="3279"/>
                    </a:lnTo>
                    <a:lnTo>
                      <a:pt x="18" y="3303"/>
                    </a:lnTo>
                    <a:lnTo>
                      <a:pt x="24" y="3327"/>
                    </a:lnTo>
                    <a:lnTo>
                      <a:pt x="31" y="3352"/>
                    </a:lnTo>
                    <a:lnTo>
                      <a:pt x="40" y="3376"/>
                    </a:lnTo>
                    <a:lnTo>
                      <a:pt x="49" y="3400"/>
                    </a:lnTo>
                    <a:lnTo>
                      <a:pt x="59" y="3424"/>
                    </a:lnTo>
                    <a:lnTo>
                      <a:pt x="71" y="3448"/>
                    </a:lnTo>
                    <a:lnTo>
                      <a:pt x="880" y="5035"/>
                    </a:lnTo>
                    <a:lnTo>
                      <a:pt x="1690" y="6622"/>
                    </a:lnTo>
                    <a:lnTo>
                      <a:pt x="1702" y="6646"/>
                    </a:lnTo>
                    <a:lnTo>
                      <a:pt x="1714" y="6668"/>
                    </a:lnTo>
                    <a:lnTo>
                      <a:pt x="1729" y="6690"/>
                    </a:lnTo>
                    <a:lnTo>
                      <a:pt x="1743" y="6711"/>
                    </a:lnTo>
                    <a:lnTo>
                      <a:pt x="1758" y="6731"/>
                    </a:lnTo>
                    <a:lnTo>
                      <a:pt x="1774" y="6750"/>
                    </a:lnTo>
                    <a:lnTo>
                      <a:pt x="1791" y="6769"/>
                    </a:lnTo>
                    <a:lnTo>
                      <a:pt x="1809" y="6787"/>
                    </a:lnTo>
                    <a:lnTo>
                      <a:pt x="1827" y="6804"/>
                    </a:lnTo>
                    <a:lnTo>
                      <a:pt x="1844" y="6821"/>
                    </a:lnTo>
                    <a:lnTo>
                      <a:pt x="1864" y="6837"/>
                    </a:lnTo>
                    <a:lnTo>
                      <a:pt x="1883" y="6851"/>
                    </a:lnTo>
                    <a:lnTo>
                      <a:pt x="1903" y="6866"/>
                    </a:lnTo>
                    <a:lnTo>
                      <a:pt x="1924" y="6878"/>
                    </a:lnTo>
                    <a:lnTo>
                      <a:pt x="1944" y="6891"/>
                    </a:lnTo>
                    <a:lnTo>
                      <a:pt x="1967" y="6903"/>
                    </a:lnTo>
                    <a:lnTo>
                      <a:pt x="1988" y="6913"/>
                    </a:lnTo>
                    <a:lnTo>
                      <a:pt x="2011" y="6923"/>
                    </a:lnTo>
                    <a:lnTo>
                      <a:pt x="2033" y="6932"/>
                    </a:lnTo>
                    <a:lnTo>
                      <a:pt x="2057" y="6940"/>
                    </a:lnTo>
                    <a:lnTo>
                      <a:pt x="2080" y="6947"/>
                    </a:lnTo>
                    <a:lnTo>
                      <a:pt x="2104" y="6954"/>
                    </a:lnTo>
                    <a:lnTo>
                      <a:pt x="2128" y="6958"/>
                    </a:lnTo>
                    <a:lnTo>
                      <a:pt x="2153" y="6963"/>
                    </a:lnTo>
                    <a:lnTo>
                      <a:pt x="2178" y="6966"/>
                    </a:lnTo>
                    <a:lnTo>
                      <a:pt x="2203" y="6968"/>
                    </a:lnTo>
                    <a:lnTo>
                      <a:pt x="2227" y="6970"/>
                    </a:lnTo>
                    <a:lnTo>
                      <a:pt x="2253" y="6970"/>
                    </a:lnTo>
                    <a:lnTo>
                      <a:pt x="2278" y="6970"/>
                    </a:lnTo>
                    <a:lnTo>
                      <a:pt x="2304" y="6968"/>
                    </a:lnTo>
                    <a:lnTo>
                      <a:pt x="2329" y="6966"/>
                    </a:lnTo>
                    <a:lnTo>
                      <a:pt x="2355" y="6963"/>
                    </a:lnTo>
                    <a:lnTo>
                      <a:pt x="4116" y="6683"/>
                    </a:lnTo>
                    <a:lnTo>
                      <a:pt x="5876" y="6405"/>
                    </a:lnTo>
                    <a:lnTo>
                      <a:pt x="5902" y="6400"/>
                    </a:lnTo>
                    <a:lnTo>
                      <a:pt x="5926" y="6394"/>
                    </a:lnTo>
                    <a:lnTo>
                      <a:pt x="5952" y="6388"/>
                    </a:lnTo>
                    <a:lnTo>
                      <a:pt x="5976" y="6381"/>
                    </a:lnTo>
                    <a:lnTo>
                      <a:pt x="6000" y="6372"/>
                    </a:lnTo>
                    <a:lnTo>
                      <a:pt x="6024" y="6363"/>
                    </a:lnTo>
                    <a:lnTo>
                      <a:pt x="6046" y="6353"/>
                    </a:lnTo>
                    <a:lnTo>
                      <a:pt x="6069" y="6343"/>
                    </a:lnTo>
                    <a:lnTo>
                      <a:pt x="6091" y="6330"/>
                    </a:lnTo>
                    <a:lnTo>
                      <a:pt x="6113" y="6318"/>
                    </a:lnTo>
                    <a:lnTo>
                      <a:pt x="6133" y="6305"/>
                    </a:lnTo>
                    <a:lnTo>
                      <a:pt x="6153" y="6291"/>
                    </a:lnTo>
                    <a:lnTo>
                      <a:pt x="6173" y="6277"/>
                    </a:lnTo>
                    <a:lnTo>
                      <a:pt x="6191" y="6261"/>
                    </a:lnTo>
                    <a:lnTo>
                      <a:pt x="6210" y="6245"/>
                    </a:lnTo>
                    <a:lnTo>
                      <a:pt x="6227" y="6227"/>
                    </a:lnTo>
                    <a:lnTo>
                      <a:pt x="6245" y="6210"/>
                    </a:lnTo>
                    <a:lnTo>
                      <a:pt x="6261" y="6191"/>
                    </a:lnTo>
                    <a:lnTo>
                      <a:pt x="6277" y="6173"/>
                    </a:lnTo>
                    <a:lnTo>
                      <a:pt x="6291" y="6153"/>
                    </a:lnTo>
                    <a:lnTo>
                      <a:pt x="6305" y="6133"/>
                    </a:lnTo>
                    <a:lnTo>
                      <a:pt x="6318" y="6113"/>
                    </a:lnTo>
                    <a:lnTo>
                      <a:pt x="6330" y="6091"/>
                    </a:lnTo>
                    <a:lnTo>
                      <a:pt x="6343" y="6069"/>
                    </a:lnTo>
                    <a:lnTo>
                      <a:pt x="6353" y="6046"/>
                    </a:lnTo>
                    <a:lnTo>
                      <a:pt x="6363" y="6024"/>
                    </a:lnTo>
                    <a:lnTo>
                      <a:pt x="6372" y="6000"/>
                    </a:lnTo>
                    <a:lnTo>
                      <a:pt x="6381" y="5976"/>
                    </a:lnTo>
                    <a:lnTo>
                      <a:pt x="6388" y="5952"/>
                    </a:lnTo>
                    <a:lnTo>
                      <a:pt x="6394" y="5926"/>
                    </a:lnTo>
                    <a:lnTo>
                      <a:pt x="6400" y="5902"/>
                    </a:lnTo>
                    <a:lnTo>
                      <a:pt x="6405" y="5876"/>
                    </a:lnTo>
                    <a:close/>
                  </a:path>
                </a:pathLst>
              </a:custGeom>
              <a:solidFill>
                <a:srgbClr val="C00000"/>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000000"/>
                  </a:solidFill>
                  <a:effectLst/>
                  <a:uLnTx/>
                  <a:uFillTx/>
                  <a:latin typeface="Arial" panose="020B0604020202020204"/>
                  <a:ea typeface="阿里巴巴普惠体 Medium"/>
                  <a:cs typeface="阿里巴巴普惠体 Medium"/>
                  <a:sym typeface="Arial" panose="020B0604020202020204"/>
                </a:endParaRPr>
              </a:p>
            </p:txBody>
          </p:sp>
          <p:sp>
            <p:nvSpPr>
              <p:cNvPr id="11" name="图形"/>
              <p:cNvSpPr/>
              <p:nvPr userDrawn="1">
                <p:custDataLst>
                  <p:tags r:id="rId2"/>
                </p:custDataLst>
              </p:nvPr>
            </p:nvSpPr>
            <p:spPr bwMode="auto">
              <a:xfrm>
                <a:off x="7564" y="4269"/>
                <a:ext cx="908" cy="857"/>
              </a:xfrm>
              <a:custGeom>
                <a:avLst/>
                <a:gdLst>
                  <a:gd name="T0" fmla="*/ 91 w 194"/>
                  <a:gd name="T1" fmla="*/ 8 h 183"/>
                  <a:gd name="T2" fmla="*/ 103 w 194"/>
                  <a:gd name="T3" fmla="*/ 8 h 183"/>
                  <a:gd name="T4" fmla="*/ 118 w 194"/>
                  <a:gd name="T5" fmla="*/ 48 h 183"/>
                  <a:gd name="T6" fmla="*/ 141 w 194"/>
                  <a:gd name="T7" fmla="*/ 64 h 183"/>
                  <a:gd name="T8" fmla="*/ 183 w 194"/>
                  <a:gd name="T9" fmla="*/ 66 h 183"/>
                  <a:gd name="T10" fmla="*/ 186 w 194"/>
                  <a:gd name="T11" fmla="*/ 78 h 183"/>
                  <a:gd name="T12" fmla="*/ 154 w 194"/>
                  <a:gd name="T13" fmla="*/ 104 h 183"/>
                  <a:gd name="T14" fmla="*/ 145 w 194"/>
                  <a:gd name="T15" fmla="*/ 131 h 183"/>
                  <a:gd name="T16" fmla="*/ 156 w 194"/>
                  <a:gd name="T17" fmla="*/ 171 h 183"/>
                  <a:gd name="T18" fmla="*/ 146 w 194"/>
                  <a:gd name="T19" fmla="*/ 178 h 183"/>
                  <a:gd name="T20" fmla="*/ 111 w 194"/>
                  <a:gd name="T21" fmla="*/ 155 h 183"/>
                  <a:gd name="T22" fmla="*/ 83 w 194"/>
                  <a:gd name="T23" fmla="*/ 155 h 183"/>
                  <a:gd name="T24" fmla="*/ 48 w 194"/>
                  <a:gd name="T25" fmla="*/ 178 h 183"/>
                  <a:gd name="T26" fmla="*/ 38 w 194"/>
                  <a:gd name="T27" fmla="*/ 171 h 183"/>
                  <a:gd name="T28" fmla="*/ 49 w 194"/>
                  <a:gd name="T29" fmla="*/ 131 h 183"/>
                  <a:gd name="T30" fmla="*/ 41 w 194"/>
                  <a:gd name="T31" fmla="*/ 104 h 183"/>
                  <a:gd name="T32" fmla="*/ 8 w 194"/>
                  <a:gd name="T33" fmla="*/ 78 h 183"/>
                  <a:gd name="T34" fmla="*/ 11 w 194"/>
                  <a:gd name="T35" fmla="*/ 66 h 183"/>
                  <a:gd name="T36" fmla="*/ 53 w 194"/>
                  <a:gd name="T37" fmla="*/ 64 h 183"/>
                  <a:gd name="T38" fmla="*/ 76 w 194"/>
                  <a:gd name="T39" fmla="*/ 48 h 183"/>
                  <a:gd name="T40" fmla="*/ 91 w 194"/>
                  <a:gd name="T41" fmla="*/ 8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4" h="183">
                    <a:moveTo>
                      <a:pt x="91" y="8"/>
                    </a:moveTo>
                    <a:cubicBezTo>
                      <a:pt x="94" y="0"/>
                      <a:pt x="100" y="0"/>
                      <a:pt x="103" y="8"/>
                    </a:cubicBezTo>
                    <a:cubicBezTo>
                      <a:pt x="118" y="48"/>
                      <a:pt x="118" y="48"/>
                      <a:pt x="118" y="48"/>
                    </a:cubicBezTo>
                    <a:cubicBezTo>
                      <a:pt x="121" y="56"/>
                      <a:pt x="132" y="64"/>
                      <a:pt x="141" y="64"/>
                    </a:cubicBezTo>
                    <a:cubicBezTo>
                      <a:pt x="183" y="66"/>
                      <a:pt x="183" y="66"/>
                      <a:pt x="183" y="66"/>
                    </a:cubicBezTo>
                    <a:cubicBezTo>
                      <a:pt x="192" y="67"/>
                      <a:pt x="194" y="72"/>
                      <a:pt x="186" y="78"/>
                    </a:cubicBezTo>
                    <a:cubicBezTo>
                      <a:pt x="154" y="104"/>
                      <a:pt x="154" y="104"/>
                      <a:pt x="154" y="104"/>
                    </a:cubicBezTo>
                    <a:cubicBezTo>
                      <a:pt x="146" y="110"/>
                      <a:pt x="142" y="122"/>
                      <a:pt x="145" y="131"/>
                    </a:cubicBezTo>
                    <a:cubicBezTo>
                      <a:pt x="156" y="171"/>
                      <a:pt x="156" y="171"/>
                      <a:pt x="156" y="171"/>
                    </a:cubicBezTo>
                    <a:cubicBezTo>
                      <a:pt x="159" y="180"/>
                      <a:pt x="154" y="183"/>
                      <a:pt x="146" y="178"/>
                    </a:cubicBezTo>
                    <a:cubicBezTo>
                      <a:pt x="111" y="155"/>
                      <a:pt x="111" y="155"/>
                      <a:pt x="111" y="155"/>
                    </a:cubicBezTo>
                    <a:cubicBezTo>
                      <a:pt x="104" y="150"/>
                      <a:pt x="91" y="150"/>
                      <a:pt x="83" y="155"/>
                    </a:cubicBezTo>
                    <a:cubicBezTo>
                      <a:pt x="48" y="178"/>
                      <a:pt x="48" y="178"/>
                      <a:pt x="48" y="178"/>
                    </a:cubicBezTo>
                    <a:cubicBezTo>
                      <a:pt x="40" y="183"/>
                      <a:pt x="36" y="180"/>
                      <a:pt x="38" y="171"/>
                    </a:cubicBezTo>
                    <a:cubicBezTo>
                      <a:pt x="49" y="131"/>
                      <a:pt x="49" y="131"/>
                      <a:pt x="49" y="131"/>
                    </a:cubicBezTo>
                    <a:cubicBezTo>
                      <a:pt x="52" y="122"/>
                      <a:pt x="48" y="110"/>
                      <a:pt x="41" y="104"/>
                    </a:cubicBezTo>
                    <a:cubicBezTo>
                      <a:pt x="8" y="78"/>
                      <a:pt x="8" y="78"/>
                      <a:pt x="8" y="78"/>
                    </a:cubicBezTo>
                    <a:cubicBezTo>
                      <a:pt x="0" y="72"/>
                      <a:pt x="2" y="67"/>
                      <a:pt x="11" y="66"/>
                    </a:cubicBezTo>
                    <a:cubicBezTo>
                      <a:pt x="53" y="64"/>
                      <a:pt x="53" y="64"/>
                      <a:pt x="53" y="64"/>
                    </a:cubicBezTo>
                    <a:cubicBezTo>
                      <a:pt x="63" y="64"/>
                      <a:pt x="73" y="56"/>
                      <a:pt x="76" y="48"/>
                    </a:cubicBezTo>
                    <a:lnTo>
                      <a:pt x="91" y="8"/>
                    </a:lnTo>
                    <a:close/>
                  </a:path>
                </a:pathLst>
              </a:custGeom>
              <a:solidFill>
                <a:srgbClr val="FFFFFF"/>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000000"/>
                  </a:solidFill>
                  <a:effectLst/>
                  <a:uLnTx/>
                  <a:uFillTx/>
                  <a:latin typeface="Arial" panose="020B0604020202020204"/>
                  <a:ea typeface="阿里巴巴普惠体 Medium"/>
                  <a:cs typeface="阿里巴巴普惠体 Medium"/>
                  <a:sym typeface="Arial" panose="020B0604020202020204"/>
                </a:endParaRPr>
              </a:p>
            </p:txBody>
          </p:sp>
        </p:grpSp>
        <p:sp>
          <p:nvSpPr>
            <p:cNvPr id="12" name="文本框 11"/>
            <p:cNvSpPr txBox="1"/>
            <p:nvPr/>
          </p:nvSpPr>
          <p:spPr>
            <a:xfrm>
              <a:off x="1127448" y="404664"/>
              <a:ext cx="3528392" cy="584775"/>
            </a:xfrm>
            <a:prstGeom prst="rect">
              <a:avLst/>
            </a:prstGeom>
            <a:noFill/>
          </p:spPr>
          <p:txBody>
            <a:bodyPr wrap="square" rtlCol="0" anchor="t">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rPr>
                <a:t>党建工作开展情况</a:t>
              </a:r>
              <a:endParaRPr kumimoji="0" lang="zh-CN" altLang="en-US" sz="3200" b="0" i="0" u="none" strike="noStrike" kern="1200" cap="none" spc="0" normalizeH="0" baseline="0" noProof="0" dirty="0">
                <a:ln>
                  <a:noFill/>
                </a:ln>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endParaRPr>
            </a:p>
          </p:txBody>
        </p:sp>
      </p:grpSp>
      <p:sp>
        <p:nvSpPr>
          <p:cNvPr id="2" name="矩形: 圆顶角 1"/>
          <p:cNvSpPr/>
          <p:nvPr/>
        </p:nvSpPr>
        <p:spPr>
          <a:xfrm>
            <a:off x="654045" y="1773441"/>
            <a:ext cx="10986572" cy="4535879"/>
          </a:xfrm>
          <a:prstGeom prst="round2SameRect">
            <a:avLst>
              <a:gd name="adj1" fmla="val 6600"/>
              <a:gd name="adj2" fmla="val 0"/>
            </a:avLst>
          </a:prstGeom>
          <a:solidFill>
            <a:schemeClr val="bg1"/>
          </a:solidFill>
          <a:ln>
            <a:noFill/>
          </a:ln>
          <a:effectLst>
            <a:outerShdw blurRad="762000" algn="ctr" rotWithShape="0">
              <a:schemeClr val="bg1">
                <a:lumMod val="5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Arial" panose="020B0604020202020204"/>
              <a:ea typeface="阿里巴巴普惠体 Medium"/>
              <a:cs typeface="阿里巴巴普惠体 Medium"/>
              <a:sym typeface="Arial" panose="020B0604020202020204"/>
            </a:endParaRPr>
          </a:p>
        </p:txBody>
      </p:sp>
      <p:grpSp>
        <p:nvGrpSpPr>
          <p:cNvPr id="3" name="组合 2"/>
          <p:cNvGrpSpPr/>
          <p:nvPr/>
        </p:nvGrpSpPr>
        <p:grpSpPr>
          <a:xfrm>
            <a:off x="959365" y="1461669"/>
            <a:ext cx="9721080" cy="2091543"/>
            <a:chOff x="1041276" y="1435249"/>
            <a:chExt cx="9721080" cy="2091543"/>
          </a:xfrm>
        </p:grpSpPr>
        <p:grpSp>
          <p:nvGrpSpPr>
            <p:cNvPr id="4" name="组合 3"/>
            <p:cNvGrpSpPr/>
            <p:nvPr/>
          </p:nvGrpSpPr>
          <p:grpSpPr>
            <a:xfrm>
              <a:off x="1041276" y="1453078"/>
              <a:ext cx="1744047" cy="2073714"/>
              <a:chOff x="1269876" y="1710253"/>
              <a:chExt cx="1744047" cy="2073714"/>
            </a:xfrm>
          </p:grpSpPr>
          <p:grpSp>
            <p:nvGrpSpPr>
              <p:cNvPr id="25" name="组合 24"/>
              <p:cNvGrpSpPr/>
              <p:nvPr/>
            </p:nvGrpSpPr>
            <p:grpSpPr>
              <a:xfrm>
                <a:off x="1269876" y="1710253"/>
                <a:ext cx="1744047" cy="2073714"/>
                <a:chOff x="1487052" y="1862653"/>
                <a:chExt cx="1744047" cy="2073714"/>
              </a:xfrm>
            </p:grpSpPr>
            <p:sp>
              <p:nvSpPr>
                <p:cNvPr id="27" name="Freeform 7"/>
                <p:cNvSpPr/>
                <p:nvPr/>
              </p:nvSpPr>
              <p:spPr bwMode="auto">
                <a:xfrm>
                  <a:off x="1487052" y="1862653"/>
                  <a:ext cx="469097" cy="307069"/>
                </a:xfrm>
                <a:custGeom>
                  <a:avLst/>
                  <a:gdLst>
                    <a:gd name="T0" fmla="*/ 283 w 283"/>
                    <a:gd name="T1" fmla="*/ 142 h 250"/>
                    <a:gd name="T2" fmla="*/ 141 w 283"/>
                    <a:gd name="T3" fmla="*/ 0 h 250"/>
                    <a:gd name="T4" fmla="*/ 0 w 283"/>
                    <a:gd name="T5" fmla="*/ 142 h 250"/>
                    <a:gd name="T6" fmla="*/ 0 w 283"/>
                    <a:gd name="T7" fmla="*/ 250 h 250"/>
                    <a:gd name="T8" fmla="*/ 283 w 283"/>
                    <a:gd name="T9" fmla="*/ 250 h 250"/>
                    <a:gd name="T10" fmla="*/ 283 w 283"/>
                    <a:gd name="T11" fmla="*/ 142 h 250"/>
                  </a:gdLst>
                  <a:ahLst/>
                  <a:cxnLst>
                    <a:cxn ang="0">
                      <a:pos x="T0" y="T1"/>
                    </a:cxn>
                    <a:cxn ang="0">
                      <a:pos x="T2" y="T3"/>
                    </a:cxn>
                    <a:cxn ang="0">
                      <a:pos x="T4" y="T5"/>
                    </a:cxn>
                    <a:cxn ang="0">
                      <a:pos x="T6" y="T7"/>
                    </a:cxn>
                    <a:cxn ang="0">
                      <a:pos x="T8" y="T9"/>
                    </a:cxn>
                    <a:cxn ang="0">
                      <a:pos x="T10" y="T11"/>
                    </a:cxn>
                  </a:cxnLst>
                  <a:rect l="0" t="0" r="r" b="b"/>
                  <a:pathLst>
                    <a:path w="283" h="250">
                      <a:moveTo>
                        <a:pt x="283" y="142"/>
                      </a:moveTo>
                      <a:cubicBezTo>
                        <a:pt x="283" y="63"/>
                        <a:pt x="219" y="0"/>
                        <a:pt x="141" y="0"/>
                      </a:cubicBezTo>
                      <a:cubicBezTo>
                        <a:pt x="63" y="0"/>
                        <a:pt x="0" y="63"/>
                        <a:pt x="0" y="142"/>
                      </a:cubicBezTo>
                      <a:cubicBezTo>
                        <a:pt x="0" y="250"/>
                        <a:pt x="0" y="250"/>
                        <a:pt x="0" y="250"/>
                      </a:cubicBezTo>
                      <a:cubicBezTo>
                        <a:pt x="283" y="250"/>
                        <a:pt x="283" y="250"/>
                        <a:pt x="283" y="250"/>
                      </a:cubicBezTo>
                      <a:lnTo>
                        <a:pt x="283" y="142"/>
                      </a:lnTo>
                      <a:close/>
                    </a:path>
                  </a:pathLst>
                </a:custGeom>
                <a:solidFill>
                  <a:srgbClr val="504945"/>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dirty="0">
                    <a:ln>
                      <a:noFill/>
                    </a:ln>
                    <a:solidFill>
                      <a:prstClr val="black"/>
                    </a:solidFill>
                    <a:effectLst/>
                    <a:uLnTx/>
                    <a:uFillTx/>
                    <a:latin typeface="Arial" panose="020B0604020202020204"/>
                    <a:ea typeface="阿里巴巴普惠体 Medium"/>
                    <a:cs typeface="阿里巴巴普惠体 Medium"/>
                    <a:sym typeface="Arial" panose="020B0604020202020204"/>
                  </a:endParaRPr>
                </a:p>
              </p:txBody>
            </p:sp>
            <p:sp>
              <p:nvSpPr>
                <p:cNvPr id="28" name="Freeform 11"/>
                <p:cNvSpPr/>
                <p:nvPr/>
              </p:nvSpPr>
              <p:spPr bwMode="auto">
                <a:xfrm>
                  <a:off x="1719828" y="1862653"/>
                  <a:ext cx="1511271" cy="2073714"/>
                </a:xfrm>
                <a:custGeom>
                  <a:avLst/>
                  <a:gdLst>
                    <a:gd name="T0" fmla="*/ 911 w 911"/>
                    <a:gd name="T1" fmla="*/ 142 h 1248"/>
                    <a:gd name="T2" fmla="*/ 770 w 911"/>
                    <a:gd name="T3" fmla="*/ 0 h 1248"/>
                    <a:gd name="T4" fmla="*/ 0 w 911"/>
                    <a:gd name="T5" fmla="*/ 0 h 1248"/>
                    <a:gd name="T6" fmla="*/ 142 w 911"/>
                    <a:gd name="T7" fmla="*/ 142 h 1248"/>
                    <a:gd name="T8" fmla="*/ 142 w 911"/>
                    <a:gd name="T9" fmla="*/ 1050 h 1248"/>
                    <a:gd name="T10" fmla="*/ 532 w 911"/>
                    <a:gd name="T11" fmla="*/ 1248 h 1248"/>
                    <a:gd name="T12" fmla="*/ 911 w 911"/>
                    <a:gd name="T13" fmla="*/ 1050 h 1248"/>
                    <a:gd name="T14" fmla="*/ 911 w 911"/>
                    <a:gd name="T15" fmla="*/ 142 h 124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11" h="1248">
                      <a:moveTo>
                        <a:pt x="911" y="142"/>
                      </a:moveTo>
                      <a:cubicBezTo>
                        <a:pt x="911" y="63"/>
                        <a:pt x="848" y="0"/>
                        <a:pt x="770" y="0"/>
                      </a:cubicBezTo>
                      <a:cubicBezTo>
                        <a:pt x="0" y="0"/>
                        <a:pt x="0" y="0"/>
                        <a:pt x="0" y="0"/>
                      </a:cubicBezTo>
                      <a:cubicBezTo>
                        <a:pt x="78" y="0"/>
                        <a:pt x="142" y="63"/>
                        <a:pt x="142" y="142"/>
                      </a:cubicBezTo>
                      <a:cubicBezTo>
                        <a:pt x="142" y="1050"/>
                        <a:pt x="142" y="1050"/>
                        <a:pt x="142" y="1050"/>
                      </a:cubicBezTo>
                      <a:cubicBezTo>
                        <a:pt x="532" y="1248"/>
                        <a:pt x="532" y="1248"/>
                        <a:pt x="532" y="1248"/>
                      </a:cubicBezTo>
                      <a:cubicBezTo>
                        <a:pt x="911" y="1050"/>
                        <a:pt x="911" y="1050"/>
                        <a:pt x="911" y="1050"/>
                      </a:cubicBezTo>
                      <a:lnTo>
                        <a:pt x="911" y="142"/>
                      </a:lnTo>
                      <a:close/>
                    </a:path>
                  </a:pathLst>
                </a:custGeom>
                <a:solidFill>
                  <a:srgbClr val="C00000"/>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dirty="0">
                    <a:ln>
                      <a:noFill/>
                    </a:ln>
                    <a:solidFill>
                      <a:prstClr val="black"/>
                    </a:solidFill>
                    <a:effectLst/>
                    <a:uLnTx/>
                    <a:uFillTx/>
                    <a:latin typeface="Arial" panose="020B0604020202020204"/>
                    <a:ea typeface="阿里巴巴普惠体 Medium"/>
                    <a:cs typeface="阿里巴巴普惠体 Medium"/>
                    <a:sym typeface="Arial" panose="020B0604020202020204"/>
                  </a:endParaRPr>
                </a:p>
              </p:txBody>
            </p:sp>
          </p:grpSp>
          <p:sp>
            <p:nvSpPr>
              <p:cNvPr id="26" name="文本框 40"/>
              <p:cNvSpPr txBox="1"/>
              <p:nvPr/>
            </p:nvSpPr>
            <p:spPr>
              <a:xfrm>
                <a:off x="1915929" y="2394718"/>
                <a:ext cx="813043" cy="769441"/>
              </a:xfrm>
              <a:prstGeom prst="rect">
                <a:avLst/>
              </a:prstGeom>
              <a:noFill/>
            </p:spPr>
            <p:txBody>
              <a:bodyPr wrap="none" rtlCol="0" anchor="ctr">
                <a:spAutoFit/>
              </a:bodyPr>
              <a:lstStyle/>
              <a:p>
                <a:r>
                  <a:rPr lang="en-US" altLang="zh-CN" sz="4400" dirty="0">
                    <a:solidFill>
                      <a:prstClr val="white"/>
                    </a:solidFill>
                    <a:latin typeface="Arial" panose="020B0604020202020204"/>
                    <a:ea typeface="阿里巴巴普惠体 Medium"/>
                    <a:cs typeface="阿里巴巴普惠体 Medium"/>
                    <a:sym typeface="Arial" panose="020B0604020202020204"/>
                  </a:rPr>
                  <a:t>01</a:t>
                </a:r>
                <a:endParaRPr lang="en-US" altLang="zh-CN" sz="4400" dirty="0">
                  <a:solidFill>
                    <a:prstClr val="white"/>
                  </a:solidFill>
                  <a:latin typeface="Arial" panose="020B0604020202020204"/>
                  <a:ea typeface="阿里巴巴普惠体 Medium"/>
                  <a:cs typeface="阿里巴巴普惠体 Medium"/>
                  <a:sym typeface="Arial" panose="020B0604020202020204"/>
                </a:endParaRPr>
              </a:p>
            </p:txBody>
          </p:sp>
        </p:grpSp>
        <p:grpSp>
          <p:nvGrpSpPr>
            <p:cNvPr id="5" name="组合 4"/>
            <p:cNvGrpSpPr/>
            <p:nvPr/>
          </p:nvGrpSpPr>
          <p:grpSpPr>
            <a:xfrm>
              <a:off x="3698711" y="1453078"/>
              <a:ext cx="1744047" cy="2073714"/>
              <a:chOff x="3862164" y="1710253"/>
              <a:chExt cx="1744047" cy="2073714"/>
            </a:xfrm>
          </p:grpSpPr>
          <p:grpSp>
            <p:nvGrpSpPr>
              <p:cNvPr id="21" name="组合 20"/>
              <p:cNvGrpSpPr/>
              <p:nvPr/>
            </p:nvGrpSpPr>
            <p:grpSpPr>
              <a:xfrm>
                <a:off x="3862164" y="1710253"/>
                <a:ext cx="1744047" cy="2073714"/>
                <a:chOff x="4026329" y="1862653"/>
                <a:chExt cx="1744047" cy="2073714"/>
              </a:xfrm>
            </p:grpSpPr>
            <p:sp>
              <p:nvSpPr>
                <p:cNvPr id="23" name="Freeform 6"/>
                <p:cNvSpPr/>
                <p:nvPr/>
              </p:nvSpPr>
              <p:spPr bwMode="auto">
                <a:xfrm>
                  <a:off x="4026329" y="1862653"/>
                  <a:ext cx="469097" cy="307069"/>
                </a:xfrm>
                <a:custGeom>
                  <a:avLst/>
                  <a:gdLst>
                    <a:gd name="T0" fmla="*/ 283 w 283"/>
                    <a:gd name="T1" fmla="*/ 142 h 250"/>
                    <a:gd name="T2" fmla="*/ 141 w 283"/>
                    <a:gd name="T3" fmla="*/ 0 h 250"/>
                    <a:gd name="T4" fmla="*/ 0 w 283"/>
                    <a:gd name="T5" fmla="*/ 142 h 250"/>
                    <a:gd name="T6" fmla="*/ 0 w 283"/>
                    <a:gd name="T7" fmla="*/ 250 h 250"/>
                    <a:gd name="T8" fmla="*/ 283 w 283"/>
                    <a:gd name="T9" fmla="*/ 250 h 250"/>
                    <a:gd name="T10" fmla="*/ 283 w 283"/>
                    <a:gd name="T11" fmla="*/ 142 h 250"/>
                  </a:gdLst>
                  <a:ahLst/>
                  <a:cxnLst>
                    <a:cxn ang="0">
                      <a:pos x="T0" y="T1"/>
                    </a:cxn>
                    <a:cxn ang="0">
                      <a:pos x="T2" y="T3"/>
                    </a:cxn>
                    <a:cxn ang="0">
                      <a:pos x="T4" y="T5"/>
                    </a:cxn>
                    <a:cxn ang="0">
                      <a:pos x="T6" y="T7"/>
                    </a:cxn>
                    <a:cxn ang="0">
                      <a:pos x="T8" y="T9"/>
                    </a:cxn>
                    <a:cxn ang="0">
                      <a:pos x="T10" y="T11"/>
                    </a:cxn>
                  </a:cxnLst>
                  <a:rect l="0" t="0" r="r" b="b"/>
                  <a:pathLst>
                    <a:path w="283" h="250">
                      <a:moveTo>
                        <a:pt x="283" y="142"/>
                      </a:moveTo>
                      <a:cubicBezTo>
                        <a:pt x="283" y="63"/>
                        <a:pt x="220" y="0"/>
                        <a:pt x="141" y="0"/>
                      </a:cubicBezTo>
                      <a:cubicBezTo>
                        <a:pt x="63" y="0"/>
                        <a:pt x="0" y="63"/>
                        <a:pt x="0" y="142"/>
                      </a:cubicBezTo>
                      <a:cubicBezTo>
                        <a:pt x="0" y="250"/>
                        <a:pt x="0" y="250"/>
                        <a:pt x="0" y="250"/>
                      </a:cubicBezTo>
                      <a:cubicBezTo>
                        <a:pt x="283" y="250"/>
                        <a:pt x="283" y="250"/>
                        <a:pt x="283" y="250"/>
                      </a:cubicBezTo>
                      <a:lnTo>
                        <a:pt x="283" y="142"/>
                      </a:lnTo>
                      <a:close/>
                    </a:path>
                  </a:pathLst>
                </a:custGeom>
                <a:solidFill>
                  <a:srgbClr val="504945"/>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dirty="0">
                    <a:ln>
                      <a:noFill/>
                    </a:ln>
                    <a:solidFill>
                      <a:prstClr val="black"/>
                    </a:solidFill>
                    <a:effectLst/>
                    <a:uLnTx/>
                    <a:uFillTx/>
                    <a:latin typeface="Arial" panose="020B0604020202020204"/>
                    <a:ea typeface="阿里巴巴普惠体 Medium"/>
                    <a:cs typeface="阿里巴巴普惠体 Medium"/>
                    <a:sym typeface="Arial" panose="020B0604020202020204"/>
                  </a:endParaRPr>
                </a:p>
              </p:txBody>
            </p:sp>
            <p:sp>
              <p:nvSpPr>
                <p:cNvPr id="24" name="Freeform 10"/>
                <p:cNvSpPr/>
                <p:nvPr/>
              </p:nvSpPr>
              <p:spPr bwMode="auto">
                <a:xfrm>
                  <a:off x="4260287" y="1862653"/>
                  <a:ext cx="1510089" cy="2073714"/>
                </a:xfrm>
                <a:custGeom>
                  <a:avLst/>
                  <a:gdLst>
                    <a:gd name="T0" fmla="*/ 911 w 911"/>
                    <a:gd name="T1" fmla="*/ 142 h 1248"/>
                    <a:gd name="T2" fmla="*/ 770 w 911"/>
                    <a:gd name="T3" fmla="*/ 0 h 1248"/>
                    <a:gd name="T4" fmla="*/ 0 w 911"/>
                    <a:gd name="T5" fmla="*/ 0 h 1248"/>
                    <a:gd name="T6" fmla="*/ 142 w 911"/>
                    <a:gd name="T7" fmla="*/ 142 h 1248"/>
                    <a:gd name="T8" fmla="*/ 142 w 911"/>
                    <a:gd name="T9" fmla="*/ 1050 h 1248"/>
                    <a:gd name="T10" fmla="*/ 533 w 911"/>
                    <a:gd name="T11" fmla="*/ 1248 h 1248"/>
                    <a:gd name="T12" fmla="*/ 911 w 911"/>
                    <a:gd name="T13" fmla="*/ 1050 h 1248"/>
                    <a:gd name="T14" fmla="*/ 911 w 911"/>
                    <a:gd name="T15" fmla="*/ 142 h 124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11" h="1248">
                      <a:moveTo>
                        <a:pt x="911" y="142"/>
                      </a:moveTo>
                      <a:cubicBezTo>
                        <a:pt x="911" y="63"/>
                        <a:pt x="848" y="0"/>
                        <a:pt x="770" y="0"/>
                      </a:cubicBezTo>
                      <a:cubicBezTo>
                        <a:pt x="0" y="0"/>
                        <a:pt x="0" y="0"/>
                        <a:pt x="0" y="0"/>
                      </a:cubicBezTo>
                      <a:cubicBezTo>
                        <a:pt x="79" y="0"/>
                        <a:pt x="142" y="63"/>
                        <a:pt x="142" y="142"/>
                      </a:cubicBezTo>
                      <a:cubicBezTo>
                        <a:pt x="142" y="1050"/>
                        <a:pt x="142" y="1050"/>
                        <a:pt x="142" y="1050"/>
                      </a:cubicBezTo>
                      <a:cubicBezTo>
                        <a:pt x="533" y="1248"/>
                        <a:pt x="533" y="1248"/>
                        <a:pt x="533" y="1248"/>
                      </a:cubicBezTo>
                      <a:cubicBezTo>
                        <a:pt x="911" y="1050"/>
                        <a:pt x="911" y="1050"/>
                        <a:pt x="911" y="1050"/>
                      </a:cubicBezTo>
                      <a:lnTo>
                        <a:pt x="911" y="142"/>
                      </a:lnTo>
                      <a:close/>
                    </a:path>
                  </a:pathLst>
                </a:custGeom>
                <a:solidFill>
                  <a:srgbClr val="C00000"/>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dirty="0">
                    <a:ln>
                      <a:noFill/>
                    </a:ln>
                    <a:solidFill>
                      <a:prstClr val="white"/>
                    </a:solidFill>
                    <a:effectLst/>
                    <a:uLnTx/>
                    <a:uFillTx/>
                    <a:latin typeface="Arial" panose="020B0604020202020204"/>
                    <a:ea typeface="阿里巴巴普惠体 Medium"/>
                    <a:cs typeface="阿里巴巴普惠体 Medium"/>
                    <a:sym typeface="Arial" panose="020B0604020202020204"/>
                  </a:endParaRPr>
                </a:p>
              </p:txBody>
            </p:sp>
          </p:grpSp>
          <p:sp>
            <p:nvSpPr>
              <p:cNvPr id="22" name="文本框 48"/>
              <p:cNvSpPr txBox="1"/>
              <p:nvPr/>
            </p:nvSpPr>
            <p:spPr>
              <a:xfrm>
                <a:off x="4492477" y="2394718"/>
                <a:ext cx="813043" cy="769441"/>
              </a:xfrm>
              <a:prstGeom prst="rect">
                <a:avLst/>
              </a:prstGeom>
              <a:noFill/>
            </p:spPr>
            <p:txBody>
              <a:bodyPr wrap="none" rtlCol="0" anchor="ctr">
                <a:spAutoFit/>
              </a:bodyPr>
              <a:lstStyle/>
              <a:p>
                <a:r>
                  <a:rPr lang="en-US" altLang="zh-CN" sz="4400" dirty="0">
                    <a:solidFill>
                      <a:prstClr val="white"/>
                    </a:solidFill>
                    <a:latin typeface="Arial" panose="020B0604020202020204"/>
                    <a:ea typeface="阿里巴巴普惠体 Medium"/>
                    <a:cs typeface="阿里巴巴普惠体 Medium"/>
                    <a:sym typeface="Arial" panose="020B0604020202020204"/>
                  </a:rPr>
                  <a:t>02</a:t>
                </a:r>
                <a:endParaRPr lang="en-US" altLang="zh-CN" sz="4400" dirty="0">
                  <a:solidFill>
                    <a:prstClr val="white"/>
                  </a:solidFill>
                  <a:latin typeface="Arial" panose="020B0604020202020204"/>
                  <a:ea typeface="阿里巴巴普惠体 Medium"/>
                  <a:cs typeface="阿里巴巴普惠体 Medium"/>
                  <a:sym typeface="Arial" panose="020B0604020202020204"/>
                </a:endParaRPr>
              </a:p>
            </p:txBody>
          </p:sp>
        </p:grpSp>
        <p:grpSp>
          <p:nvGrpSpPr>
            <p:cNvPr id="6" name="组合 5"/>
            <p:cNvGrpSpPr/>
            <p:nvPr/>
          </p:nvGrpSpPr>
          <p:grpSpPr>
            <a:xfrm>
              <a:off x="6356146" y="1453078"/>
              <a:ext cx="1746411" cy="2073714"/>
              <a:chOff x="6580249" y="1710253"/>
              <a:chExt cx="1746411" cy="2073714"/>
            </a:xfrm>
          </p:grpSpPr>
          <p:grpSp>
            <p:nvGrpSpPr>
              <p:cNvPr id="17" name="组合 16"/>
              <p:cNvGrpSpPr/>
              <p:nvPr/>
            </p:nvGrpSpPr>
            <p:grpSpPr>
              <a:xfrm>
                <a:off x="6580249" y="1710253"/>
                <a:ext cx="1746411" cy="2073714"/>
                <a:chOff x="6442809" y="1862653"/>
                <a:chExt cx="1746411" cy="2073714"/>
              </a:xfrm>
            </p:grpSpPr>
            <p:sp>
              <p:nvSpPr>
                <p:cNvPr id="19" name="Freeform 5"/>
                <p:cNvSpPr/>
                <p:nvPr/>
              </p:nvSpPr>
              <p:spPr bwMode="auto">
                <a:xfrm>
                  <a:off x="6442809" y="1862653"/>
                  <a:ext cx="469097" cy="307069"/>
                </a:xfrm>
                <a:custGeom>
                  <a:avLst/>
                  <a:gdLst>
                    <a:gd name="T0" fmla="*/ 283 w 283"/>
                    <a:gd name="T1" fmla="*/ 142 h 250"/>
                    <a:gd name="T2" fmla="*/ 142 w 283"/>
                    <a:gd name="T3" fmla="*/ 0 h 250"/>
                    <a:gd name="T4" fmla="*/ 0 w 283"/>
                    <a:gd name="T5" fmla="*/ 142 h 250"/>
                    <a:gd name="T6" fmla="*/ 0 w 283"/>
                    <a:gd name="T7" fmla="*/ 250 h 250"/>
                    <a:gd name="T8" fmla="*/ 283 w 283"/>
                    <a:gd name="T9" fmla="*/ 250 h 250"/>
                    <a:gd name="T10" fmla="*/ 283 w 283"/>
                    <a:gd name="T11" fmla="*/ 142 h 250"/>
                  </a:gdLst>
                  <a:ahLst/>
                  <a:cxnLst>
                    <a:cxn ang="0">
                      <a:pos x="T0" y="T1"/>
                    </a:cxn>
                    <a:cxn ang="0">
                      <a:pos x="T2" y="T3"/>
                    </a:cxn>
                    <a:cxn ang="0">
                      <a:pos x="T4" y="T5"/>
                    </a:cxn>
                    <a:cxn ang="0">
                      <a:pos x="T6" y="T7"/>
                    </a:cxn>
                    <a:cxn ang="0">
                      <a:pos x="T8" y="T9"/>
                    </a:cxn>
                    <a:cxn ang="0">
                      <a:pos x="T10" y="T11"/>
                    </a:cxn>
                  </a:cxnLst>
                  <a:rect l="0" t="0" r="r" b="b"/>
                  <a:pathLst>
                    <a:path w="283" h="250">
                      <a:moveTo>
                        <a:pt x="283" y="142"/>
                      </a:moveTo>
                      <a:cubicBezTo>
                        <a:pt x="283" y="63"/>
                        <a:pt x="220" y="0"/>
                        <a:pt x="142" y="0"/>
                      </a:cubicBezTo>
                      <a:cubicBezTo>
                        <a:pt x="64" y="0"/>
                        <a:pt x="0" y="63"/>
                        <a:pt x="0" y="142"/>
                      </a:cubicBezTo>
                      <a:cubicBezTo>
                        <a:pt x="0" y="250"/>
                        <a:pt x="0" y="250"/>
                        <a:pt x="0" y="250"/>
                      </a:cubicBezTo>
                      <a:cubicBezTo>
                        <a:pt x="283" y="250"/>
                        <a:pt x="283" y="250"/>
                        <a:pt x="283" y="250"/>
                      </a:cubicBezTo>
                      <a:lnTo>
                        <a:pt x="283" y="142"/>
                      </a:lnTo>
                      <a:close/>
                    </a:path>
                  </a:pathLst>
                </a:custGeom>
                <a:solidFill>
                  <a:srgbClr val="504945"/>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dirty="0">
                    <a:ln>
                      <a:noFill/>
                    </a:ln>
                    <a:solidFill>
                      <a:prstClr val="black"/>
                    </a:solidFill>
                    <a:effectLst/>
                    <a:uLnTx/>
                    <a:uFillTx/>
                    <a:latin typeface="Arial" panose="020B0604020202020204"/>
                    <a:ea typeface="阿里巴巴普惠体 Medium"/>
                    <a:cs typeface="阿里巴巴普惠体 Medium"/>
                    <a:sym typeface="Arial" panose="020B0604020202020204"/>
                  </a:endParaRPr>
                </a:p>
              </p:txBody>
            </p:sp>
            <p:sp>
              <p:nvSpPr>
                <p:cNvPr id="20" name="Freeform 9"/>
                <p:cNvSpPr/>
                <p:nvPr/>
              </p:nvSpPr>
              <p:spPr bwMode="auto">
                <a:xfrm>
                  <a:off x="6677949" y="1862653"/>
                  <a:ext cx="1511271" cy="2073714"/>
                </a:xfrm>
                <a:custGeom>
                  <a:avLst/>
                  <a:gdLst>
                    <a:gd name="T0" fmla="*/ 911 w 911"/>
                    <a:gd name="T1" fmla="*/ 142 h 1248"/>
                    <a:gd name="T2" fmla="*/ 769 w 911"/>
                    <a:gd name="T3" fmla="*/ 0 h 1248"/>
                    <a:gd name="T4" fmla="*/ 0 w 911"/>
                    <a:gd name="T5" fmla="*/ 0 h 1248"/>
                    <a:gd name="T6" fmla="*/ 141 w 911"/>
                    <a:gd name="T7" fmla="*/ 142 h 1248"/>
                    <a:gd name="T8" fmla="*/ 141 w 911"/>
                    <a:gd name="T9" fmla="*/ 1050 h 1248"/>
                    <a:gd name="T10" fmla="*/ 532 w 911"/>
                    <a:gd name="T11" fmla="*/ 1248 h 1248"/>
                    <a:gd name="T12" fmla="*/ 911 w 911"/>
                    <a:gd name="T13" fmla="*/ 1050 h 1248"/>
                    <a:gd name="T14" fmla="*/ 911 w 911"/>
                    <a:gd name="T15" fmla="*/ 142 h 124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11" h="1248">
                      <a:moveTo>
                        <a:pt x="911" y="142"/>
                      </a:moveTo>
                      <a:cubicBezTo>
                        <a:pt x="911" y="63"/>
                        <a:pt x="847" y="0"/>
                        <a:pt x="769" y="0"/>
                      </a:cubicBezTo>
                      <a:cubicBezTo>
                        <a:pt x="0" y="0"/>
                        <a:pt x="0" y="0"/>
                        <a:pt x="0" y="0"/>
                      </a:cubicBezTo>
                      <a:cubicBezTo>
                        <a:pt x="78" y="0"/>
                        <a:pt x="141" y="63"/>
                        <a:pt x="141" y="142"/>
                      </a:cubicBezTo>
                      <a:cubicBezTo>
                        <a:pt x="141" y="1050"/>
                        <a:pt x="141" y="1050"/>
                        <a:pt x="141" y="1050"/>
                      </a:cubicBezTo>
                      <a:cubicBezTo>
                        <a:pt x="532" y="1248"/>
                        <a:pt x="532" y="1248"/>
                        <a:pt x="532" y="1248"/>
                      </a:cubicBezTo>
                      <a:cubicBezTo>
                        <a:pt x="911" y="1050"/>
                        <a:pt x="911" y="1050"/>
                        <a:pt x="911" y="1050"/>
                      </a:cubicBezTo>
                      <a:lnTo>
                        <a:pt x="911" y="142"/>
                      </a:lnTo>
                      <a:close/>
                    </a:path>
                  </a:pathLst>
                </a:custGeom>
                <a:solidFill>
                  <a:srgbClr val="C00000"/>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dirty="0">
                    <a:ln>
                      <a:noFill/>
                    </a:ln>
                    <a:solidFill>
                      <a:prstClr val="black"/>
                    </a:solidFill>
                    <a:effectLst/>
                    <a:uLnTx/>
                    <a:uFillTx/>
                    <a:latin typeface="Arial" panose="020B0604020202020204"/>
                    <a:ea typeface="阿里巴巴普惠体 Medium"/>
                    <a:cs typeface="阿里巴巴普惠体 Medium"/>
                    <a:sym typeface="Arial" panose="020B0604020202020204"/>
                  </a:endParaRPr>
                </a:p>
              </p:txBody>
            </p:sp>
          </p:grpSp>
          <p:sp>
            <p:nvSpPr>
              <p:cNvPr id="18" name="文本框 56"/>
              <p:cNvSpPr txBox="1"/>
              <p:nvPr/>
            </p:nvSpPr>
            <p:spPr>
              <a:xfrm>
                <a:off x="7194821" y="2394718"/>
                <a:ext cx="813043" cy="769441"/>
              </a:xfrm>
              <a:prstGeom prst="rect">
                <a:avLst/>
              </a:prstGeom>
              <a:noFill/>
            </p:spPr>
            <p:txBody>
              <a:bodyPr wrap="none" rtlCol="0" anchor="ctr">
                <a:spAutoFit/>
              </a:bodyPr>
              <a:lstStyle/>
              <a:p>
                <a:r>
                  <a:rPr lang="en-US" altLang="zh-CN" sz="4400" dirty="0">
                    <a:solidFill>
                      <a:prstClr val="white"/>
                    </a:solidFill>
                    <a:latin typeface="Arial" panose="020B0604020202020204"/>
                    <a:ea typeface="阿里巴巴普惠体 Medium"/>
                    <a:cs typeface="阿里巴巴普惠体 Medium"/>
                    <a:sym typeface="Arial" panose="020B0604020202020204"/>
                  </a:rPr>
                  <a:t>03</a:t>
                </a:r>
                <a:endParaRPr lang="en-US" altLang="zh-CN" sz="4400" dirty="0">
                  <a:solidFill>
                    <a:prstClr val="white"/>
                  </a:solidFill>
                  <a:latin typeface="Arial" panose="020B0604020202020204"/>
                  <a:ea typeface="阿里巴巴普惠体 Medium"/>
                  <a:cs typeface="阿里巴巴普惠体 Medium"/>
                  <a:sym typeface="Arial" panose="020B0604020202020204"/>
                </a:endParaRPr>
              </a:p>
            </p:txBody>
          </p:sp>
        </p:grpSp>
        <p:grpSp>
          <p:nvGrpSpPr>
            <p:cNvPr id="7" name="组合 6"/>
            <p:cNvGrpSpPr/>
            <p:nvPr/>
          </p:nvGrpSpPr>
          <p:grpSpPr>
            <a:xfrm>
              <a:off x="9015945" y="1435249"/>
              <a:ext cx="1746411" cy="2073714"/>
              <a:chOff x="9244545" y="1692424"/>
              <a:chExt cx="1746411" cy="2073714"/>
            </a:xfrm>
          </p:grpSpPr>
          <p:grpSp>
            <p:nvGrpSpPr>
              <p:cNvPr id="8" name="组合 7"/>
              <p:cNvGrpSpPr/>
              <p:nvPr/>
            </p:nvGrpSpPr>
            <p:grpSpPr>
              <a:xfrm>
                <a:off x="9244545" y="1692424"/>
                <a:ext cx="1746411" cy="2073714"/>
                <a:chOff x="8951882" y="1844824"/>
                <a:chExt cx="1746411" cy="2073714"/>
              </a:xfrm>
            </p:grpSpPr>
            <p:sp>
              <p:nvSpPr>
                <p:cNvPr id="15" name="Freeform 5"/>
                <p:cNvSpPr/>
                <p:nvPr/>
              </p:nvSpPr>
              <p:spPr bwMode="auto">
                <a:xfrm>
                  <a:off x="8951882" y="1844824"/>
                  <a:ext cx="469097" cy="324898"/>
                </a:xfrm>
                <a:custGeom>
                  <a:avLst/>
                  <a:gdLst>
                    <a:gd name="T0" fmla="*/ 283 w 283"/>
                    <a:gd name="T1" fmla="*/ 142 h 250"/>
                    <a:gd name="T2" fmla="*/ 142 w 283"/>
                    <a:gd name="T3" fmla="*/ 0 h 250"/>
                    <a:gd name="T4" fmla="*/ 0 w 283"/>
                    <a:gd name="T5" fmla="*/ 142 h 250"/>
                    <a:gd name="T6" fmla="*/ 0 w 283"/>
                    <a:gd name="T7" fmla="*/ 250 h 250"/>
                    <a:gd name="T8" fmla="*/ 283 w 283"/>
                    <a:gd name="T9" fmla="*/ 250 h 250"/>
                    <a:gd name="T10" fmla="*/ 283 w 283"/>
                    <a:gd name="T11" fmla="*/ 142 h 250"/>
                  </a:gdLst>
                  <a:ahLst/>
                  <a:cxnLst>
                    <a:cxn ang="0">
                      <a:pos x="T0" y="T1"/>
                    </a:cxn>
                    <a:cxn ang="0">
                      <a:pos x="T2" y="T3"/>
                    </a:cxn>
                    <a:cxn ang="0">
                      <a:pos x="T4" y="T5"/>
                    </a:cxn>
                    <a:cxn ang="0">
                      <a:pos x="T6" y="T7"/>
                    </a:cxn>
                    <a:cxn ang="0">
                      <a:pos x="T8" y="T9"/>
                    </a:cxn>
                    <a:cxn ang="0">
                      <a:pos x="T10" y="T11"/>
                    </a:cxn>
                  </a:cxnLst>
                  <a:rect l="0" t="0" r="r" b="b"/>
                  <a:pathLst>
                    <a:path w="283" h="250">
                      <a:moveTo>
                        <a:pt x="283" y="142"/>
                      </a:moveTo>
                      <a:cubicBezTo>
                        <a:pt x="283" y="63"/>
                        <a:pt x="220" y="0"/>
                        <a:pt x="142" y="0"/>
                      </a:cubicBezTo>
                      <a:cubicBezTo>
                        <a:pt x="64" y="0"/>
                        <a:pt x="0" y="63"/>
                        <a:pt x="0" y="142"/>
                      </a:cubicBezTo>
                      <a:cubicBezTo>
                        <a:pt x="0" y="250"/>
                        <a:pt x="0" y="250"/>
                        <a:pt x="0" y="250"/>
                      </a:cubicBezTo>
                      <a:cubicBezTo>
                        <a:pt x="283" y="250"/>
                        <a:pt x="283" y="250"/>
                        <a:pt x="283" y="250"/>
                      </a:cubicBezTo>
                      <a:lnTo>
                        <a:pt x="283" y="142"/>
                      </a:lnTo>
                      <a:close/>
                    </a:path>
                  </a:pathLst>
                </a:custGeom>
                <a:solidFill>
                  <a:srgbClr val="504945"/>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dirty="0">
                    <a:ln>
                      <a:noFill/>
                    </a:ln>
                    <a:solidFill>
                      <a:prstClr val="black"/>
                    </a:solidFill>
                    <a:effectLst/>
                    <a:uLnTx/>
                    <a:uFillTx/>
                    <a:latin typeface="Arial" panose="020B0604020202020204"/>
                    <a:ea typeface="阿里巴巴普惠体 Medium"/>
                    <a:cs typeface="阿里巴巴普惠体 Medium"/>
                    <a:sym typeface="Arial" panose="020B0604020202020204"/>
                  </a:endParaRPr>
                </a:p>
              </p:txBody>
            </p:sp>
            <p:sp>
              <p:nvSpPr>
                <p:cNvPr id="16" name="Freeform 9"/>
                <p:cNvSpPr/>
                <p:nvPr/>
              </p:nvSpPr>
              <p:spPr bwMode="auto">
                <a:xfrm>
                  <a:off x="9187022" y="1844824"/>
                  <a:ext cx="1511271" cy="2073714"/>
                </a:xfrm>
                <a:custGeom>
                  <a:avLst/>
                  <a:gdLst>
                    <a:gd name="T0" fmla="*/ 911 w 911"/>
                    <a:gd name="T1" fmla="*/ 142 h 1248"/>
                    <a:gd name="T2" fmla="*/ 769 w 911"/>
                    <a:gd name="T3" fmla="*/ 0 h 1248"/>
                    <a:gd name="T4" fmla="*/ 0 w 911"/>
                    <a:gd name="T5" fmla="*/ 0 h 1248"/>
                    <a:gd name="T6" fmla="*/ 141 w 911"/>
                    <a:gd name="T7" fmla="*/ 142 h 1248"/>
                    <a:gd name="T8" fmla="*/ 141 w 911"/>
                    <a:gd name="T9" fmla="*/ 1050 h 1248"/>
                    <a:gd name="T10" fmla="*/ 532 w 911"/>
                    <a:gd name="T11" fmla="*/ 1248 h 1248"/>
                    <a:gd name="T12" fmla="*/ 911 w 911"/>
                    <a:gd name="T13" fmla="*/ 1050 h 1248"/>
                    <a:gd name="T14" fmla="*/ 911 w 911"/>
                    <a:gd name="T15" fmla="*/ 142 h 124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11" h="1248">
                      <a:moveTo>
                        <a:pt x="911" y="142"/>
                      </a:moveTo>
                      <a:cubicBezTo>
                        <a:pt x="911" y="63"/>
                        <a:pt x="847" y="0"/>
                        <a:pt x="769" y="0"/>
                      </a:cubicBezTo>
                      <a:cubicBezTo>
                        <a:pt x="0" y="0"/>
                        <a:pt x="0" y="0"/>
                        <a:pt x="0" y="0"/>
                      </a:cubicBezTo>
                      <a:cubicBezTo>
                        <a:pt x="78" y="0"/>
                        <a:pt x="141" y="63"/>
                        <a:pt x="141" y="142"/>
                      </a:cubicBezTo>
                      <a:cubicBezTo>
                        <a:pt x="141" y="1050"/>
                        <a:pt x="141" y="1050"/>
                        <a:pt x="141" y="1050"/>
                      </a:cubicBezTo>
                      <a:cubicBezTo>
                        <a:pt x="532" y="1248"/>
                        <a:pt x="532" y="1248"/>
                        <a:pt x="532" y="1248"/>
                      </a:cubicBezTo>
                      <a:cubicBezTo>
                        <a:pt x="911" y="1050"/>
                        <a:pt x="911" y="1050"/>
                        <a:pt x="911" y="1050"/>
                      </a:cubicBezTo>
                      <a:lnTo>
                        <a:pt x="911" y="142"/>
                      </a:lnTo>
                      <a:close/>
                    </a:path>
                  </a:pathLst>
                </a:custGeom>
                <a:solidFill>
                  <a:srgbClr val="C80000"/>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dirty="0">
                    <a:ln>
                      <a:noFill/>
                    </a:ln>
                    <a:solidFill>
                      <a:prstClr val="black"/>
                    </a:solidFill>
                    <a:effectLst/>
                    <a:uLnTx/>
                    <a:uFillTx/>
                    <a:latin typeface="Arial" panose="020B0604020202020204"/>
                    <a:ea typeface="阿里巴巴普惠体 Medium"/>
                    <a:cs typeface="阿里巴巴普惠体 Medium"/>
                    <a:sym typeface="Arial" panose="020B0604020202020204"/>
                  </a:endParaRPr>
                </a:p>
              </p:txBody>
            </p:sp>
          </p:grpSp>
          <p:sp>
            <p:nvSpPr>
              <p:cNvPr id="14" name="文本框 64"/>
              <p:cNvSpPr txBox="1"/>
              <p:nvPr/>
            </p:nvSpPr>
            <p:spPr>
              <a:xfrm>
                <a:off x="9868642" y="2376889"/>
                <a:ext cx="813043" cy="769441"/>
              </a:xfrm>
              <a:prstGeom prst="rect">
                <a:avLst/>
              </a:prstGeom>
              <a:noFill/>
            </p:spPr>
            <p:txBody>
              <a:bodyPr wrap="none" rtlCol="0" anchor="ctr">
                <a:spAutoFit/>
              </a:bodyPr>
              <a:lstStyle/>
              <a:p>
                <a:r>
                  <a:rPr lang="en-US" altLang="zh-CN" sz="4400" dirty="0">
                    <a:solidFill>
                      <a:prstClr val="white"/>
                    </a:solidFill>
                    <a:latin typeface="Arial" panose="020B0604020202020204"/>
                    <a:ea typeface="阿里巴巴普惠体 Medium"/>
                    <a:cs typeface="阿里巴巴普惠体 Medium"/>
                    <a:sym typeface="Arial" panose="020B0604020202020204"/>
                  </a:rPr>
                  <a:t>04</a:t>
                </a:r>
                <a:endParaRPr lang="en-US" altLang="zh-CN" sz="4400" dirty="0">
                  <a:solidFill>
                    <a:prstClr val="white"/>
                  </a:solidFill>
                  <a:latin typeface="Arial" panose="020B0604020202020204"/>
                  <a:ea typeface="阿里巴巴普惠体 Medium"/>
                  <a:cs typeface="阿里巴巴普惠体 Medium"/>
                  <a:sym typeface="Arial" panose="020B0604020202020204"/>
                </a:endParaRPr>
              </a:p>
            </p:txBody>
          </p:sp>
        </p:grpSp>
      </p:grpSp>
      <p:sp>
        <p:nvSpPr>
          <p:cNvPr id="29" name="Text Placeholder 6"/>
          <p:cNvSpPr txBox="1"/>
          <p:nvPr/>
        </p:nvSpPr>
        <p:spPr>
          <a:xfrm>
            <a:off x="959366" y="3680996"/>
            <a:ext cx="2394007" cy="256566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50000"/>
              </a:lnSpc>
              <a:spcBef>
                <a:spcPts val="0"/>
              </a:spcBef>
              <a:buNone/>
              <a:defRPr/>
            </a:pPr>
            <a:r>
              <a:rPr lang="zh-CN" altLang="en-US" sz="2400" dirty="0">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rPr>
              <a:t>党建工作</a:t>
            </a:r>
            <a:endParaRPr lang="en-US" altLang="zh-CN" sz="2400" dirty="0">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endParaRPr>
          </a:p>
          <a:p>
            <a:pPr marL="0" indent="0" algn="ctr">
              <a:lnSpc>
                <a:spcPct val="150000"/>
              </a:lnSpc>
              <a:spcBef>
                <a:spcPts val="0"/>
              </a:spcBef>
              <a:buNone/>
              <a:defRPr/>
            </a:pPr>
            <a:r>
              <a:rPr lang="zh-CN" altLang="en-US" sz="1400" dirty="0">
                <a:latin typeface="Arial" panose="020B0604020202020204"/>
                <a:ea typeface="阿里巴巴普惠体 Medium"/>
                <a:cs typeface="阿里巴巴普惠体 Medium"/>
                <a:sym typeface="Arial" panose="020B0604020202020204"/>
              </a:rPr>
              <a:t>在此处添加您的文本内容在此处添加您的文本内容在此处添加您的文本内容在此处添加您的在此处添加您的文本内容在此处</a:t>
            </a:r>
            <a:endParaRPr lang="zh-CN" altLang="en-US" sz="1400" dirty="0">
              <a:latin typeface="Arial" panose="020B0604020202020204"/>
              <a:ea typeface="阿里巴巴普惠体 Medium"/>
              <a:cs typeface="阿里巴巴普惠体 Medium"/>
              <a:sym typeface="Arial" panose="020B0604020202020204"/>
            </a:endParaRPr>
          </a:p>
        </p:txBody>
      </p:sp>
      <p:sp>
        <p:nvSpPr>
          <p:cNvPr id="30" name="Text Placeholder 6"/>
          <p:cNvSpPr txBox="1"/>
          <p:nvPr/>
        </p:nvSpPr>
        <p:spPr>
          <a:xfrm>
            <a:off x="3618462" y="3680995"/>
            <a:ext cx="2394007" cy="207490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50000"/>
              </a:lnSpc>
              <a:spcBef>
                <a:spcPts val="0"/>
              </a:spcBef>
              <a:buNone/>
              <a:defRPr/>
            </a:pPr>
            <a:r>
              <a:rPr lang="zh-CN" altLang="en-US" sz="2400" dirty="0">
                <a:solidFill>
                  <a:prstClr val="black"/>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rPr>
              <a:t>党建工作</a:t>
            </a:r>
            <a:endParaRPr lang="en-US" altLang="zh-CN" sz="2400" dirty="0">
              <a:solidFill>
                <a:prstClr val="black"/>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endParaRPr>
          </a:p>
          <a:p>
            <a:pPr marL="0" lvl="0" indent="0" algn="ctr">
              <a:lnSpc>
                <a:spcPct val="150000"/>
              </a:lnSpc>
              <a:spcBef>
                <a:spcPts val="0"/>
              </a:spcBef>
              <a:buNone/>
              <a:defRPr/>
            </a:pPr>
            <a:r>
              <a:rPr lang="zh-CN" altLang="en-US" sz="1400" dirty="0">
                <a:solidFill>
                  <a:prstClr val="black"/>
                </a:solidFill>
                <a:latin typeface="Arial" panose="020B0604020202020204"/>
                <a:ea typeface="阿里巴巴普惠体 Medium"/>
                <a:cs typeface="阿里巴巴普惠体 Medium"/>
                <a:sym typeface="Arial" panose="020B0604020202020204"/>
              </a:rPr>
              <a:t>在此处添加您的文本内容在此处添加您的文本内容在此处添加您的文本内容在此处添加您的在此处添加您的文本内容在此处</a:t>
            </a:r>
            <a:endParaRPr lang="zh-CN" altLang="en-US" sz="1400" dirty="0">
              <a:solidFill>
                <a:prstClr val="black"/>
              </a:solidFill>
              <a:latin typeface="Arial" panose="020B0604020202020204"/>
              <a:ea typeface="阿里巴巴普惠体 Medium"/>
              <a:cs typeface="阿里巴巴普惠体 Medium"/>
              <a:sym typeface="Arial" panose="020B0604020202020204"/>
            </a:endParaRPr>
          </a:p>
        </p:txBody>
      </p:sp>
      <p:sp>
        <p:nvSpPr>
          <p:cNvPr id="31" name="Text Placeholder 6"/>
          <p:cNvSpPr txBox="1"/>
          <p:nvPr/>
        </p:nvSpPr>
        <p:spPr>
          <a:xfrm>
            <a:off x="6277559" y="3680995"/>
            <a:ext cx="2394007" cy="207490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50000"/>
              </a:lnSpc>
              <a:spcBef>
                <a:spcPts val="0"/>
              </a:spcBef>
              <a:buNone/>
              <a:defRPr/>
            </a:pPr>
            <a:r>
              <a:rPr lang="zh-CN" altLang="en-US" sz="2400" dirty="0">
                <a:solidFill>
                  <a:prstClr val="black"/>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rPr>
              <a:t>党建工作</a:t>
            </a:r>
            <a:endParaRPr lang="en-US" altLang="zh-CN" sz="2400" dirty="0">
              <a:solidFill>
                <a:prstClr val="black"/>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endParaRPr>
          </a:p>
          <a:p>
            <a:pPr marL="0" lvl="0" indent="0" algn="ctr">
              <a:lnSpc>
                <a:spcPct val="150000"/>
              </a:lnSpc>
              <a:spcBef>
                <a:spcPts val="0"/>
              </a:spcBef>
              <a:buNone/>
              <a:defRPr/>
            </a:pPr>
            <a:r>
              <a:rPr lang="zh-CN" altLang="en-US" sz="1400" dirty="0">
                <a:solidFill>
                  <a:prstClr val="black"/>
                </a:solidFill>
                <a:latin typeface="Arial" panose="020B0604020202020204"/>
                <a:ea typeface="阿里巴巴普惠体 Medium"/>
                <a:cs typeface="阿里巴巴普惠体 Medium"/>
                <a:sym typeface="Arial" panose="020B0604020202020204"/>
              </a:rPr>
              <a:t>在此处添加您的文本内容在此处添加您的文本内容在此处添加您的文本内容在此处添加您的在此处添加您的文本内容在此处</a:t>
            </a:r>
            <a:endParaRPr lang="zh-CN" altLang="en-US" sz="1400" dirty="0">
              <a:solidFill>
                <a:prstClr val="black"/>
              </a:solidFill>
              <a:latin typeface="Arial" panose="020B0604020202020204"/>
              <a:ea typeface="阿里巴巴普惠体 Medium"/>
              <a:cs typeface="阿里巴巴普惠体 Medium"/>
              <a:sym typeface="Arial" panose="020B0604020202020204"/>
            </a:endParaRPr>
          </a:p>
        </p:txBody>
      </p:sp>
      <p:sp>
        <p:nvSpPr>
          <p:cNvPr id="32" name="Text Placeholder 6"/>
          <p:cNvSpPr txBox="1"/>
          <p:nvPr/>
        </p:nvSpPr>
        <p:spPr>
          <a:xfrm>
            <a:off x="8936657" y="3680995"/>
            <a:ext cx="2394007" cy="207490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50000"/>
              </a:lnSpc>
              <a:spcBef>
                <a:spcPts val="0"/>
              </a:spcBef>
              <a:buNone/>
              <a:defRPr/>
            </a:pPr>
            <a:r>
              <a:rPr lang="zh-CN" altLang="en-US" sz="2400" dirty="0">
                <a:solidFill>
                  <a:prstClr val="black"/>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rPr>
              <a:t>党建工作</a:t>
            </a:r>
            <a:endParaRPr lang="en-US" altLang="zh-CN" sz="2400" dirty="0">
              <a:solidFill>
                <a:prstClr val="black"/>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endParaRPr>
          </a:p>
          <a:p>
            <a:pPr marL="0" lvl="0" indent="0" algn="ctr">
              <a:lnSpc>
                <a:spcPct val="150000"/>
              </a:lnSpc>
              <a:spcBef>
                <a:spcPts val="0"/>
              </a:spcBef>
              <a:buNone/>
              <a:defRPr/>
            </a:pPr>
            <a:r>
              <a:rPr lang="zh-CN" altLang="en-US" sz="1400" dirty="0">
                <a:solidFill>
                  <a:prstClr val="black"/>
                </a:solidFill>
                <a:latin typeface="Arial" panose="020B0604020202020204"/>
                <a:ea typeface="阿里巴巴普惠体 Medium"/>
                <a:cs typeface="阿里巴巴普惠体 Medium"/>
                <a:sym typeface="Arial" panose="020B0604020202020204"/>
              </a:rPr>
              <a:t>在此处添加您的文本内容在此处添加您的文本内容在此处添加您的文本内容在此处添加您的在此处添加您的文本内容在此处</a:t>
            </a:r>
            <a:endParaRPr lang="zh-CN" altLang="en-US" sz="1400" dirty="0">
              <a:solidFill>
                <a:prstClr val="black"/>
              </a:solidFill>
              <a:latin typeface="Arial" panose="020B0604020202020204"/>
              <a:ea typeface="阿里巴巴普惠体 Medium"/>
              <a:cs typeface="阿里巴巴普惠体 Medium"/>
              <a:sym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ppt_w</p:attrName>
                                        </p:attrNameLst>
                                      </p:cBhvr>
                                      <p:tavLst>
                                        <p:tav tm="0">
                                          <p:val>
                                            <p:fltVal val="0"/>
                                          </p:val>
                                        </p:tav>
                                        <p:tav tm="100000">
                                          <p:val>
                                            <p:strVal val="#ppt_w"/>
                                          </p:val>
                                        </p:tav>
                                      </p:tavLst>
                                    </p:anim>
                                    <p:anim calcmode="lin" valueType="num">
                                      <p:cBhvr>
                                        <p:cTn id="8" dur="500" fill="hold"/>
                                        <p:tgtEl>
                                          <p:spTgt spid="13"/>
                                        </p:tgtEl>
                                        <p:attrNameLst>
                                          <p:attrName>ppt_h</p:attrName>
                                        </p:attrNameLst>
                                      </p:cBhvr>
                                      <p:tavLst>
                                        <p:tav tm="0">
                                          <p:val>
                                            <p:fltVal val="0"/>
                                          </p:val>
                                        </p:tav>
                                        <p:tav tm="100000">
                                          <p:val>
                                            <p:strVal val="#ppt_h"/>
                                          </p:val>
                                        </p:tav>
                                      </p:tavLst>
                                    </p:anim>
                                    <p:animEffect transition="in" filter="fade">
                                      <p:cBhvr>
                                        <p:cTn id="9" dur="500"/>
                                        <p:tgtEl>
                                          <p:spTgt spid="13"/>
                                        </p:tgtEl>
                                      </p:cBhvr>
                                    </p:animEffect>
                                  </p:childTnLst>
                                </p:cTn>
                              </p:par>
                            </p:childTnLst>
                          </p:cTn>
                        </p:par>
                        <p:par>
                          <p:cTn id="10" fill="hold">
                            <p:stCondLst>
                              <p:cond delay="500"/>
                            </p:stCondLst>
                            <p:childTnLst>
                              <p:par>
                                <p:cTn id="11" presetID="2" presetClass="entr" presetSubtype="2" decel="100000" fill="hold" nodeType="after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1500" fill="hold"/>
                                        <p:tgtEl>
                                          <p:spTgt spid="3"/>
                                        </p:tgtEl>
                                        <p:attrNameLst>
                                          <p:attrName>ppt_x</p:attrName>
                                        </p:attrNameLst>
                                      </p:cBhvr>
                                      <p:tavLst>
                                        <p:tav tm="0">
                                          <p:val>
                                            <p:strVal val="1+#ppt_w/2"/>
                                          </p:val>
                                        </p:tav>
                                        <p:tav tm="100000">
                                          <p:val>
                                            <p:strVal val="#ppt_x"/>
                                          </p:val>
                                        </p:tav>
                                      </p:tavLst>
                                    </p:anim>
                                    <p:anim calcmode="lin" valueType="num">
                                      <p:cBhvr additive="base">
                                        <p:cTn id="14" dur="1500" fill="hold"/>
                                        <p:tgtEl>
                                          <p:spTgt spid="3"/>
                                        </p:tgtEl>
                                        <p:attrNameLst>
                                          <p:attrName>ppt_y</p:attrName>
                                        </p:attrNameLst>
                                      </p:cBhvr>
                                      <p:tavLst>
                                        <p:tav tm="0">
                                          <p:val>
                                            <p:strVal val="#ppt_y"/>
                                          </p:val>
                                        </p:tav>
                                        <p:tav tm="100000">
                                          <p:val>
                                            <p:strVal val="#ppt_y"/>
                                          </p:val>
                                        </p:tav>
                                      </p:tavLst>
                                    </p:anim>
                                  </p:childTnLst>
                                </p:cTn>
                              </p:par>
                            </p:childTnLst>
                          </p:cTn>
                        </p:par>
                        <p:par>
                          <p:cTn id="15" fill="hold">
                            <p:stCondLst>
                              <p:cond delay="2000"/>
                            </p:stCondLst>
                            <p:childTnLst>
                              <p:par>
                                <p:cTn id="16" presetID="2" presetClass="entr" presetSubtype="4" decel="100000" fill="hold" grpId="0" nodeType="afterEffect">
                                  <p:stCondLst>
                                    <p:cond delay="0"/>
                                  </p:stCondLst>
                                  <p:childTnLst>
                                    <p:set>
                                      <p:cBhvr>
                                        <p:cTn id="17" dur="1" fill="hold">
                                          <p:stCondLst>
                                            <p:cond delay="0"/>
                                          </p:stCondLst>
                                        </p:cTn>
                                        <p:tgtEl>
                                          <p:spTgt spid="29"/>
                                        </p:tgtEl>
                                        <p:attrNameLst>
                                          <p:attrName>style.visibility</p:attrName>
                                        </p:attrNameLst>
                                      </p:cBhvr>
                                      <p:to>
                                        <p:strVal val="visible"/>
                                      </p:to>
                                    </p:set>
                                    <p:anim calcmode="lin" valueType="num">
                                      <p:cBhvr additive="base">
                                        <p:cTn id="18" dur="1500" fill="hold"/>
                                        <p:tgtEl>
                                          <p:spTgt spid="29"/>
                                        </p:tgtEl>
                                        <p:attrNameLst>
                                          <p:attrName>ppt_x</p:attrName>
                                        </p:attrNameLst>
                                      </p:cBhvr>
                                      <p:tavLst>
                                        <p:tav tm="0">
                                          <p:val>
                                            <p:strVal val="#ppt_x"/>
                                          </p:val>
                                        </p:tav>
                                        <p:tav tm="100000">
                                          <p:val>
                                            <p:strVal val="#ppt_x"/>
                                          </p:val>
                                        </p:tav>
                                      </p:tavLst>
                                    </p:anim>
                                    <p:anim calcmode="lin" valueType="num">
                                      <p:cBhvr additive="base">
                                        <p:cTn id="19" dur="1500" fill="hold"/>
                                        <p:tgtEl>
                                          <p:spTgt spid="29"/>
                                        </p:tgtEl>
                                        <p:attrNameLst>
                                          <p:attrName>ppt_y</p:attrName>
                                        </p:attrNameLst>
                                      </p:cBhvr>
                                      <p:tavLst>
                                        <p:tav tm="0">
                                          <p:val>
                                            <p:strVal val="1+#ppt_h/2"/>
                                          </p:val>
                                        </p:tav>
                                        <p:tav tm="100000">
                                          <p:val>
                                            <p:strVal val="#ppt_y"/>
                                          </p:val>
                                        </p:tav>
                                      </p:tavLst>
                                    </p:anim>
                                  </p:childTnLst>
                                </p:cTn>
                              </p:par>
                            </p:childTnLst>
                          </p:cTn>
                        </p:par>
                        <p:par>
                          <p:cTn id="20" fill="hold">
                            <p:stCondLst>
                              <p:cond delay="3500"/>
                            </p:stCondLst>
                            <p:childTnLst>
                              <p:par>
                                <p:cTn id="21" presetID="2" presetClass="entr" presetSubtype="4" decel="100000" fill="hold" grpId="0" nodeType="afterEffect">
                                  <p:stCondLst>
                                    <p:cond delay="0"/>
                                  </p:stCondLst>
                                  <p:childTnLst>
                                    <p:set>
                                      <p:cBhvr>
                                        <p:cTn id="22" dur="1" fill="hold">
                                          <p:stCondLst>
                                            <p:cond delay="0"/>
                                          </p:stCondLst>
                                        </p:cTn>
                                        <p:tgtEl>
                                          <p:spTgt spid="30"/>
                                        </p:tgtEl>
                                        <p:attrNameLst>
                                          <p:attrName>style.visibility</p:attrName>
                                        </p:attrNameLst>
                                      </p:cBhvr>
                                      <p:to>
                                        <p:strVal val="visible"/>
                                      </p:to>
                                    </p:set>
                                    <p:anim calcmode="lin" valueType="num">
                                      <p:cBhvr additive="base">
                                        <p:cTn id="23" dur="1500" fill="hold"/>
                                        <p:tgtEl>
                                          <p:spTgt spid="30"/>
                                        </p:tgtEl>
                                        <p:attrNameLst>
                                          <p:attrName>ppt_x</p:attrName>
                                        </p:attrNameLst>
                                      </p:cBhvr>
                                      <p:tavLst>
                                        <p:tav tm="0">
                                          <p:val>
                                            <p:strVal val="#ppt_x"/>
                                          </p:val>
                                        </p:tav>
                                        <p:tav tm="100000">
                                          <p:val>
                                            <p:strVal val="#ppt_x"/>
                                          </p:val>
                                        </p:tav>
                                      </p:tavLst>
                                    </p:anim>
                                    <p:anim calcmode="lin" valueType="num">
                                      <p:cBhvr additive="base">
                                        <p:cTn id="24" dur="1500" fill="hold"/>
                                        <p:tgtEl>
                                          <p:spTgt spid="30"/>
                                        </p:tgtEl>
                                        <p:attrNameLst>
                                          <p:attrName>ppt_y</p:attrName>
                                        </p:attrNameLst>
                                      </p:cBhvr>
                                      <p:tavLst>
                                        <p:tav tm="0">
                                          <p:val>
                                            <p:strVal val="1+#ppt_h/2"/>
                                          </p:val>
                                        </p:tav>
                                        <p:tav tm="100000">
                                          <p:val>
                                            <p:strVal val="#ppt_y"/>
                                          </p:val>
                                        </p:tav>
                                      </p:tavLst>
                                    </p:anim>
                                  </p:childTnLst>
                                </p:cTn>
                              </p:par>
                            </p:childTnLst>
                          </p:cTn>
                        </p:par>
                        <p:par>
                          <p:cTn id="25" fill="hold">
                            <p:stCondLst>
                              <p:cond delay="5000"/>
                            </p:stCondLst>
                            <p:childTnLst>
                              <p:par>
                                <p:cTn id="26" presetID="2" presetClass="entr" presetSubtype="4" decel="100000" fill="hold" grpId="0" nodeType="afterEffect">
                                  <p:stCondLst>
                                    <p:cond delay="0"/>
                                  </p:stCondLst>
                                  <p:childTnLst>
                                    <p:set>
                                      <p:cBhvr>
                                        <p:cTn id="27" dur="1" fill="hold">
                                          <p:stCondLst>
                                            <p:cond delay="0"/>
                                          </p:stCondLst>
                                        </p:cTn>
                                        <p:tgtEl>
                                          <p:spTgt spid="31"/>
                                        </p:tgtEl>
                                        <p:attrNameLst>
                                          <p:attrName>style.visibility</p:attrName>
                                        </p:attrNameLst>
                                      </p:cBhvr>
                                      <p:to>
                                        <p:strVal val="visible"/>
                                      </p:to>
                                    </p:set>
                                    <p:anim calcmode="lin" valueType="num">
                                      <p:cBhvr additive="base">
                                        <p:cTn id="28" dur="1500" fill="hold"/>
                                        <p:tgtEl>
                                          <p:spTgt spid="31"/>
                                        </p:tgtEl>
                                        <p:attrNameLst>
                                          <p:attrName>ppt_x</p:attrName>
                                        </p:attrNameLst>
                                      </p:cBhvr>
                                      <p:tavLst>
                                        <p:tav tm="0">
                                          <p:val>
                                            <p:strVal val="#ppt_x"/>
                                          </p:val>
                                        </p:tav>
                                        <p:tav tm="100000">
                                          <p:val>
                                            <p:strVal val="#ppt_x"/>
                                          </p:val>
                                        </p:tav>
                                      </p:tavLst>
                                    </p:anim>
                                    <p:anim calcmode="lin" valueType="num">
                                      <p:cBhvr additive="base">
                                        <p:cTn id="29" dur="1500" fill="hold"/>
                                        <p:tgtEl>
                                          <p:spTgt spid="31"/>
                                        </p:tgtEl>
                                        <p:attrNameLst>
                                          <p:attrName>ppt_y</p:attrName>
                                        </p:attrNameLst>
                                      </p:cBhvr>
                                      <p:tavLst>
                                        <p:tav tm="0">
                                          <p:val>
                                            <p:strVal val="1+#ppt_h/2"/>
                                          </p:val>
                                        </p:tav>
                                        <p:tav tm="100000">
                                          <p:val>
                                            <p:strVal val="#ppt_y"/>
                                          </p:val>
                                        </p:tav>
                                      </p:tavLst>
                                    </p:anim>
                                  </p:childTnLst>
                                </p:cTn>
                              </p:par>
                            </p:childTnLst>
                          </p:cTn>
                        </p:par>
                        <p:par>
                          <p:cTn id="30" fill="hold">
                            <p:stCondLst>
                              <p:cond delay="6500"/>
                            </p:stCondLst>
                            <p:childTnLst>
                              <p:par>
                                <p:cTn id="31" presetID="2" presetClass="entr" presetSubtype="4" decel="100000" fill="hold" grpId="0" nodeType="afterEffect">
                                  <p:stCondLst>
                                    <p:cond delay="0"/>
                                  </p:stCondLst>
                                  <p:childTnLst>
                                    <p:set>
                                      <p:cBhvr>
                                        <p:cTn id="32" dur="1" fill="hold">
                                          <p:stCondLst>
                                            <p:cond delay="0"/>
                                          </p:stCondLst>
                                        </p:cTn>
                                        <p:tgtEl>
                                          <p:spTgt spid="32"/>
                                        </p:tgtEl>
                                        <p:attrNameLst>
                                          <p:attrName>style.visibility</p:attrName>
                                        </p:attrNameLst>
                                      </p:cBhvr>
                                      <p:to>
                                        <p:strVal val="visible"/>
                                      </p:to>
                                    </p:set>
                                    <p:anim calcmode="lin" valueType="num">
                                      <p:cBhvr additive="base">
                                        <p:cTn id="33" dur="1500" fill="hold"/>
                                        <p:tgtEl>
                                          <p:spTgt spid="32"/>
                                        </p:tgtEl>
                                        <p:attrNameLst>
                                          <p:attrName>ppt_x</p:attrName>
                                        </p:attrNameLst>
                                      </p:cBhvr>
                                      <p:tavLst>
                                        <p:tav tm="0">
                                          <p:val>
                                            <p:strVal val="#ppt_x"/>
                                          </p:val>
                                        </p:tav>
                                        <p:tav tm="100000">
                                          <p:val>
                                            <p:strVal val="#ppt_x"/>
                                          </p:val>
                                        </p:tav>
                                      </p:tavLst>
                                    </p:anim>
                                    <p:anim calcmode="lin" valueType="num">
                                      <p:cBhvr additive="base">
                                        <p:cTn id="34" dur="1500" fill="hold"/>
                                        <p:tgtEl>
                                          <p:spTgt spid="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p:bldP spid="31" grpId="0"/>
      <p:bldP spid="3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p:cNvGrpSpPr/>
          <p:nvPr/>
        </p:nvGrpSpPr>
        <p:grpSpPr>
          <a:xfrm>
            <a:off x="695402" y="548681"/>
            <a:ext cx="4049727" cy="584775"/>
            <a:chOff x="606113" y="404664"/>
            <a:chExt cx="4049727" cy="584775"/>
          </a:xfrm>
        </p:grpSpPr>
        <p:grpSp>
          <p:nvGrpSpPr>
            <p:cNvPr id="9" name="组合 8"/>
            <p:cNvGrpSpPr/>
            <p:nvPr/>
          </p:nvGrpSpPr>
          <p:grpSpPr>
            <a:xfrm>
              <a:off x="606113" y="443399"/>
              <a:ext cx="479425" cy="479425"/>
              <a:chOff x="7015" y="3652"/>
              <a:chExt cx="2006" cy="2006"/>
            </a:xfrm>
          </p:grpSpPr>
          <p:sp>
            <p:nvSpPr>
              <p:cNvPr id="10" name="图形"/>
              <p:cNvSpPr/>
              <p:nvPr userDrawn="1">
                <p:custDataLst>
                  <p:tags r:id="rId1"/>
                </p:custDataLst>
              </p:nvPr>
            </p:nvSpPr>
            <p:spPr bwMode="auto">
              <a:xfrm rot="660000">
                <a:off x="7015" y="3652"/>
                <a:ext cx="2007" cy="2007"/>
              </a:xfrm>
              <a:custGeom>
                <a:avLst/>
                <a:gdLst>
                  <a:gd name="T0" fmla="*/ 6963 w 6970"/>
                  <a:gd name="T1" fmla="*/ 2355 h 6970"/>
                  <a:gd name="T2" fmla="*/ 6970 w 6970"/>
                  <a:gd name="T3" fmla="*/ 2278 h 6970"/>
                  <a:gd name="T4" fmla="*/ 6968 w 6970"/>
                  <a:gd name="T5" fmla="*/ 2203 h 6970"/>
                  <a:gd name="T6" fmla="*/ 6958 w 6970"/>
                  <a:gd name="T7" fmla="*/ 2128 h 6970"/>
                  <a:gd name="T8" fmla="*/ 6940 w 6970"/>
                  <a:gd name="T9" fmla="*/ 2057 h 6970"/>
                  <a:gd name="T10" fmla="*/ 6913 w 6970"/>
                  <a:gd name="T11" fmla="*/ 1988 h 6970"/>
                  <a:gd name="T12" fmla="*/ 6878 w 6970"/>
                  <a:gd name="T13" fmla="*/ 1924 h 6970"/>
                  <a:gd name="T14" fmla="*/ 6837 w 6970"/>
                  <a:gd name="T15" fmla="*/ 1864 h 6970"/>
                  <a:gd name="T16" fmla="*/ 6787 w 6970"/>
                  <a:gd name="T17" fmla="*/ 1809 h 6970"/>
                  <a:gd name="T18" fmla="*/ 6731 w 6970"/>
                  <a:gd name="T19" fmla="*/ 1758 h 6970"/>
                  <a:gd name="T20" fmla="*/ 6668 w 6970"/>
                  <a:gd name="T21" fmla="*/ 1714 h 6970"/>
                  <a:gd name="T22" fmla="*/ 5035 w 6970"/>
                  <a:gd name="T23" fmla="*/ 880 h 6970"/>
                  <a:gd name="T24" fmla="*/ 3400 w 6970"/>
                  <a:gd name="T25" fmla="*/ 49 h 6970"/>
                  <a:gd name="T26" fmla="*/ 3327 w 6970"/>
                  <a:gd name="T27" fmla="*/ 25 h 6970"/>
                  <a:gd name="T28" fmla="*/ 3254 w 6970"/>
                  <a:gd name="T29" fmla="*/ 8 h 6970"/>
                  <a:gd name="T30" fmla="*/ 3180 w 6970"/>
                  <a:gd name="T31" fmla="*/ 0 h 6970"/>
                  <a:gd name="T32" fmla="*/ 3107 w 6970"/>
                  <a:gd name="T33" fmla="*/ 2 h 6970"/>
                  <a:gd name="T34" fmla="*/ 3034 w 6970"/>
                  <a:gd name="T35" fmla="*/ 12 h 6970"/>
                  <a:gd name="T36" fmla="*/ 2964 w 6970"/>
                  <a:gd name="T37" fmla="*/ 30 h 6970"/>
                  <a:gd name="T38" fmla="*/ 2894 w 6970"/>
                  <a:gd name="T39" fmla="*/ 57 h 6970"/>
                  <a:gd name="T40" fmla="*/ 2829 w 6970"/>
                  <a:gd name="T41" fmla="*/ 93 h 6970"/>
                  <a:gd name="T42" fmla="*/ 2766 w 6970"/>
                  <a:gd name="T43" fmla="*/ 137 h 6970"/>
                  <a:gd name="T44" fmla="*/ 2708 w 6970"/>
                  <a:gd name="T45" fmla="*/ 189 h 6970"/>
                  <a:gd name="T46" fmla="*/ 171 w 6970"/>
                  <a:gd name="T47" fmla="*/ 2727 h 6970"/>
                  <a:gd name="T48" fmla="*/ 121 w 6970"/>
                  <a:gd name="T49" fmla="*/ 2786 h 6970"/>
                  <a:gd name="T50" fmla="*/ 80 w 6970"/>
                  <a:gd name="T51" fmla="*/ 2850 h 6970"/>
                  <a:gd name="T52" fmla="*/ 47 w 6970"/>
                  <a:gd name="T53" fmla="*/ 2918 h 6970"/>
                  <a:gd name="T54" fmla="*/ 24 w 6970"/>
                  <a:gd name="T55" fmla="*/ 2987 h 6970"/>
                  <a:gd name="T56" fmla="*/ 8 w 6970"/>
                  <a:gd name="T57" fmla="*/ 3058 h 6970"/>
                  <a:gd name="T58" fmla="*/ 0 w 6970"/>
                  <a:gd name="T59" fmla="*/ 3131 h 6970"/>
                  <a:gd name="T60" fmla="*/ 2 w 6970"/>
                  <a:gd name="T61" fmla="*/ 3205 h 6970"/>
                  <a:gd name="T62" fmla="*/ 12 w 6970"/>
                  <a:gd name="T63" fmla="*/ 3279 h 6970"/>
                  <a:gd name="T64" fmla="*/ 31 w 6970"/>
                  <a:gd name="T65" fmla="*/ 3352 h 6970"/>
                  <a:gd name="T66" fmla="*/ 59 w 6970"/>
                  <a:gd name="T67" fmla="*/ 3424 h 6970"/>
                  <a:gd name="T68" fmla="*/ 1690 w 6970"/>
                  <a:gd name="T69" fmla="*/ 6622 h 6970"/>
                  <a:gd name="T70" fmla="*/ 1729 w 6970"/>
                  <a:gd name="T71" fmla="*/ 6690 h 6970"/>
                  <a:gd name="T72" fmla="*/ 1774 w 6970"/>
                  <a:gd name="T73" fmla="*/ 6750 h 6970"/>
                  <a:gd name="T74" fmla="*/ 1827 w 6970"/>
                  <a:gd name="T75" fmla="*/ 6804 h 6970"/>
                  <a:gd name="T76" fmla="*/ 1883 w 6970"/>
                  <a:gd name="T77" fmla="*/ 6851 h 6970"/>
                  <a:gd name="T78" fmla="*/ 1944 w 6970"/>
                  <a:gd name="T79" fmla="*/ 6891 h 6970"/>
                  <a:gd name="T80" fmla="*/ 2011 w 6970"/>
                  <a:gd name="T81" fmla="*/ 6923 h 6970"/>
                  <a:gd name="T82" fmla="*/ 2080 w 6970"/>
                  <a:gd name="T83" fmla="*/ 6947 h 6970"/>
                  <a:gd name="T84" fmla="*/ 2153 w 6970"/>
                  <a:gd name="T85" fmla="*/ 6963 h 6970"/>
                  <a:gd name="T86" fmla="*/ 2227 w 6970"/>
                  <a:gd name="T87" fmla="*/ 6970 h 6970"/>
                  <a:gd name="T88" fmla="*/ 2304 w 6970"/>
                  <a:gd name="T89" fmla="*/ 6968 h 6970"/>
                  <a:gd name="T90" fmla="*/ 4116 w 6970"/>
                  <a:gd name="T91" fmla="*/ 6683 h 6970"/>
                  <a:gd name="T92" fmla="*/ 5926 w 6970"/>
                  <a:gd name="T93" fmla="*/ 6394 h 6970"/>
                  <a:gd name="T94" fmla="*/ 6000 w 6970"/>
                  <a:gd name="T95" fmla="*/ 6372 h 6970"/>
                  <a:gd name="T96" fmla="*/ 6069 w 6970"/>
                  <a:gd name="T97" fmla="*/ 6343 h 6970"/>
                  <a:gd name="T98" fmla="*/ 6133 w 6970"/>
                  <a:gd name="T99" fmla="*/ 6305 h 6970"/>
                  <a:gd name="T100" fmla="*/ 6191 w 6970"/>
                  <a:gd name="T101" fmla="*/ 6261 h 6970"/>
                  <a:gd name="T102" fmla="*/ 6245 w 6970"/>
                  <a:gd name="T103" fmla="*/ 6210 h 6970"/>
                  <a:gd name="T104" fmla="*/ 6291 w 6970"/>
                  <a:gd name="T105" fmla="*/ 6153 h 6970"/>
                  <a:gd name="T106" fmla="*/ 6330 w 6970"/>
                  <a:gd name="T107" fmla="*/ 6091 h 6970"/>
                  <a:gd name="T108" fmla="*/ 6363 w 6970"/>
                  <a:gd name="T109" fmla="*/ 6024 h 6970"/>
                  <a:gd name="T110" fmla="*/ 6388 w 6970"/>
                  <a:gd name="T111" fmla="*/ 5952 h 6970"/>
                  <a:gd name="T112" fmla="*/ 6405 w 6970"/>
                  <a:gd name="T113" fmla="*/ 5876 h 6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970" h="6970">
                    <a:moveTo>
                      <a:pt x="6405" y="5876"/>
                    </a:moveTo>
                    <a:lnTo>
                      <a:pt x="6683" y="4116"/>
                    </a:lnTo>
                    <a:lnTo>
                      <a:pt x="6963" y="2355"/>
                    </a:lnTo>
                    <a:lnTo>
                      <a:pt x="6966" y="2329"/>
                    </a:lnTo>
                    <a:lnTo>
                      <a:pt x="6968" y="2304"/>
                    </a:lnTo>
                    <a:lnTo>
                      <a:pt x="6970" y="2278"/>
                    </a:lnTo>
                    <a:lnTo>
                      <a:pt x="6970" y="2253"/>
                    </a:lnTo>
                    <a:lnTo>
                      <a:pt x="6970" y="2227"/>
                    </a:lnTo>
                    <a:lnTo>
                      <a:pt x="6968" y="2203"/>
                    </a:lnTo>
                    <a:lnTo>
                      <a:pt x="6966" y="2178"/>
                    </a:lnTo>
                    <a:lnTo>
                      <a:pt x="6963" y="2153"/>
                    </a:lnTo>
                    <a:lnTo>
                      <a:pt x="6958" y="2128"/>
                    </a:lnTo>
                    <a:lnTo>
                      <a:pt x="6954" y="2104"/>
                    </a:lnTo>
                    <a:lnTo>
                      <a:pt x="6947" y="2080"/>
                    </a:lnTo>
                    <a:lnTo>
                      <a:pt x="6940" y="2057"/>
                    </a:lnTo>
                    <a:lnTo>
                      <a:pt x="6932" y="2033"/>
                    </a:lnTo>
                    <a:lnTo>
                      <a:pt x="6923" y="2011"/>
                    </a:lnTo>
                    <a:lnTo>
                      <a:pt x="6913" y="1988"/>
                    </a:lnTo>
                    <a:lnTo>
                      <a:pt x="6903" y="1967"/>
                    </a:lnTo>
                    <a:lnTo>
                      <a:pt x="6891" y="1944"/>
                    </a:lnTo>
                    <a:lnTo>
                      <a:pt x="6878" y="1924"/>
                    </a:lnTo>
                    <a:lnTo>
                      <a:pt x="6866" y="1903"/>
                    </a:lnTo>
                    <a:lnTo>
                      <a:pt x="6851" y="1883"/>
                    </a:lnTo>
                    <a:lnTo>
                      <a:pt x="6837" y="1864"/>
                    </a:lnTo>
                    <a:lnTo>
                      <a:pt x="6821" y="1844"/>
                    </a:lnTo>
                    <a:lnTo>
                      <a:pt x="6804" y="1827"/>
                    </a:lnTo>
                    <a:lnTo>
                      <a:pt x="6787" y="1809"/>
                    </a:lnTo>
                    <a:lnTo>
                      <a:pt x="6769" y="1791"/>
                    </a:lnTo>
                    <a:lnTo>
                      <a:pt x="6750" y="1774"/>
                    </a:lnTo>
                    <a:lnTo>
                      <a:pt x="6731" y="1758"/>
                    </a:lnTo>
                    <a:lnTo>
                      <a:pt x="6711" y="1743"/>
                    </a:lnTo>
                    <a:lnTo>
                      <a:pt x="6690" y="1729"/>
                    </a:lnTo>
                    <a:lnTo>
                      <a:pt x="6668" y="1714"/>
                    </a:lnTo>
                    <a:lnTo>
                      <a:pt x="6646" y="1702"/>
                    </a:lnTo>
                    <a:lnTo>
                      <a:pt x="6622" y="1690"/>
                    </a:lnTo>
                    <a:lnTo>
                      <a:pt x="5035" y="880"/>
                    </a:lnTo>
                    <a:lnTo>
                      <a:pt x="3448" y="71"/>
                    </a:lnTo>
                    <a:lnTo>
                      <a:pt x="3424" y="59"/>
                    </a:lnTo>
                    <a:lnTo>
                      <a:pt x="3400" y="49"/>
                    </a:lnTo>
                    <a:lnTo>
                      <a:pt x="3376" y="40"/>
                    </a:lnTo>
                    <a:lnTo>
                      <a:pt x="3352" y="31"/>
                    </a:lnTo>
                    <a:lnTo>
                      <a:pt x="3327" y="25"/>
                    </a:lnTo>
                    <a:lnTo>
                      <a:pt x="3303" y="18"/>
                    </a:lnTo>
                    <a:lnTo>
                      <a:pt x="3279" y="12"/>
                    </a:lnTo>
                    <a:lnTo>
                      <a:pt x="3254" y="8"/>
                    </a:lnTo>
                    <a:lnTo>
                      <a:pt x="3230" y="4"/>
                    </a:lnTo>
                    <a:lnTo>
                      <a:pt x="3205" y="2"/>
                    </a:lnTo>
                    <a:lnTo>
                      <a:pt x="3180" y="0"/>
                    </a:lnTo>
                    <a:lnTo>
                      <a:pt x="3156" y="0"/>
                    </a:lnTo>
                    <a:lnTo>
                      <a:pt x="3131" y="0"/>
                    </a:lnTo>
                    <a:lnTo>
                      <a:pt x="3107" y="2"/>
                    </a:lnTo>
                    <a:lnTo>
                      <a:pt x="3083" y="4"/>
                    </a:lnTo>
                    <a:lnTo>
                      <a:pt x="3058" y="8"/>
                    </a:lnTo>
                    <a:lnTo>
                      <a:pt x="3034" y="12"/>
                    </a:lnTo>
                    <a:lnTo>
                      <a:pt x="3011" y="17"/>
                    </a:lnTo>
                    <a:lnTo>
                      <a:pt x="2987" y="24"/>
                    </a:lnTo>
                    <a:lnTo>
                      <a:pt x="2964" y="30"/>
                    </a:lnTo>
                    <a:lnTo>
                      <a:pt x="2940" y="38"/>
                    </a:lnTo>
                    <a:lnTo>
                      <a:pt x="2918" y="47"/>
                    </a:lnTo>
                    <a:lnTo>
                      <a:pt x="2894" y="57"/>
                    </a:lnTo>
                    <a:lnTo>
                      <a:pt x="2873" y="68"/>
                    </a:lnTo>
                    <a:lnTo>
                      <a:pt x="2850" y="80"/>
                    </a:lnTo>
                    <a:lnTo>
                      <a:pt x="2829" y="93"/>
                    </a:lnTo>
                    <a:lnTo>
                      <a:pt x="2808" y="107"/>
                    </a:lnTo>
                    <a:lnTo>
                      <a:pt x="2786" y="121"/>
                    </a:lnTo>
                    <a:lnTo>
                      <a:pt x="2766" y="137"/>
                    </a:lnTo>
                    <a:lnTo>
                      <a:pt x="2747" y="153"/>
                    </a:lnTo>
                    <a:lnTo>
                      <a:pt x="2727" y="171"/>
                    </a:lnTo>
                    <a:lnTo>
                      <a:pt x="2708" y="189"/>
                    </a:lnTo>
                    <a:lnTo>
                      <a:pt x="1448" y="1448"/>
                    </a:lnTo>
                    <a:lnTo>
                      <a:pt x="189" y="2708"/>
                    </a:lnTo>
                    <a:lnTo>
                      <a:pt x="171" y="2727"/>
                    </a:lnTo>
                    <a:lnTo>
                      <a:pt x="153" y="2747"/>
                    </a:lnTo>
                    <a:lnTo>
                      <a:pt x="137" y="2766"/>
                    </a:lnTo>
                    <a:lnTo>
                      <a:pt x="121" y="2786"/>
                    </a:lnTo>
                    <a:lnTo>
                      <a:pt x="107" y="2808"/>
                    </a:lnTo>
                    <a:lnTo>
                      <a:pt x="93" y="2829"/>
                    </a:lnTo>
                    <a:lnTo>
                      <a:pt x="80" y="2850"/>
                    </a:lnTo>
                    <a:lnTo>
                      <a:pt x="68" y="2873"/>
                    </a:lnTo>
                    <a:lnTo>
                      <a:pt x="57" y="2894"/>
                    </a:lnTo>
                    <a:lnTo>
                      <a:pt x="47" y="2918"/>
                    </a:lnTo>
                    <a:lnTo>
                      <a:pt x="38" y="2940"/>
                    </a:lnTo>
                    <a:lnTo>
                      <a:pt x="30" y="2964"/>
                    </a:lnTo>
                    <a:lnTo>
                      <a:pt x="24" y="2987"/>
                    </a:lnTo>
                    <a:lnTo>
                      <a:pt x="17" y="3011"/>
                    </a:lnTo>
                    <a:lnTo>
                      <a:pt x="12" y="3034"/>
                    </a:lnTo>
                    <a:lnTo>
                      <a:pt x="8" y="3058"/>
                    </a:lnTo>
                    <a:lnTo>
                      <a:pt x="4" y="3083"/>
                    </a:lnTo>
                    <a:lnTo>
                      <a:pt x="2" y="3107"/>
                    </a:lnTo>
                    <a:lnTo>
                      <a:pt x="0" y="3131"/>
                    </a:lnTo>
                    <a:lnTo>
                      <a:pt x="0" y="3156"/>
                    </a:lnTo>
                    <a:lnTo>
                      <a:pt x="0" y="3180"/>
                    </a:lnTo>
                    <a:lnTo>
                      <a:pt x="2" y="3205"/>
                    </a:lnTo>
                    <a:lnTo>
                      <a:pt x="4" y="3230"/>
                    </a:lnTo>
                    <a:lnTo>
                      <a:pt x="8" y="3254"/>
                    </a:lnTo>
                    <a:lnTo>
                      <a:pt x="12" y="3279"/>
                    </a:lnTo>
                    <a:lnTo>
                      <a:pt x="18" y="3303"/>
                    </a:lnTo>
                    <a:lnTo>
                      <a:pt x="24" y="3327"/>
                    </a:lnTo>
                    <a:lnTo>
                      <a:pt x="31" y="3352"/>
                    </a:lnTo>
                    <a:lnTo>
                      <a:pt x="40" y="3376"/>
                    </a:lnTo>
                    <a:lnTo>
                      <a:pt x="49" y="3400"/>
                    </a:lnTo>
                    <a:lnTo>
                      <a:pt x="59" y="3424"/>
                    </a:lnTo>
                    <a:lnTo>
                      <a:pt x="71" y="3448"/>
                    </a:lnTo>
                    <a:lnTo>
                      <a:pt x="880" y="5035"/>
                    </a:lnTo>
                    <a:lnTo>
                      <a:pt x="1690" y="6622"/>
                    </a:lnTo>
                    <a:lnTo>
                      <a:pt x="1702" y="6646"/>
                    </a:lnTo>
                    <a:lnTo>
                      <a:pt x="1714" y="6668"/>
                    </a:lnTo>
                    <a:lnTo>
                      <a:pt x="1729" y="6690"/>
                    </a:lnTo>
                    <a:lnTo>
                      <a:pt x="1743" y="6711"/>
                    </a:lnTo>
                    <a:lnTo>
                      <a:pt x="1758" y="6731"/>
                    </a:lnTo>
                    <a:lnTo>
                      <a:pt x="1774" y="6750"/>
                    </a:lnTo>
                    <a:lnTo>
                      <a:pt x="1791" y="6769"/>
                    </a:lnTo>
                    <a:lnTo>
                      <a:pt x="1809" y="6787"/>
                    </a:lnTo>
                    <a:lnTo>
                      <a:pt x="1827" y="6804"/>
                    </a:lnTo>
                    <a:lnTo>
                      <a:pt x="1844" y="6821"/>
                    </a:lnTo>
                    <a:lnTo>
                      <a:pt x="1864" y="6837"/>
                    </a:lnTo>
                    <a:lnTo>
                      <a:pt x="1883" y="6851"/>
                    </a:lnTo>
                    <a:lnTo>
                      <a:pt x="1903" y="6866"/>
                    </a:lnTo>
                    <a:lnTo>
                      <a:pt x="1924" y="6878"/>
                    </a:lnTo>
                    <a:lnTo>
                      <a:pt x="1944" y="6891"/>
                    </a:lnTo>
                    <a:lnTo>
                      <a:pt x="1967" y="6903"/>
                    </a:lnTo>
                    <a:lnTo>
                      <a:pt x="1988" y="6913"/>
                    </a:lnTo>
                    <a:lnTo>
                      <a:pt x="2011" y="6923"/>
                    </a:lnTo>
                    <a:lnTo>
                      <a:pt x="2033" y="6932"/>
                    </a:lnTo>
                    <a:lnTo>
                      <a:pt x="2057" y="6940"/>
                    </a:lnTo>
                    <a:lnTo>
                      <a:pt x="2080" y="6947"/>
                    </a:lnTo>
                    <a:lnTo>
                      <a:pt x="2104" y="6954"/>
                    </a:lnTo>
                    <a:lnTo>
                      <a:pt x="2128" y="6958"/>
                    </a:lnTo>
                    <a:lnTo>
                      <a:pt x="2153" y="6963"/>
                    </a:lnTo>
                    <a:lnTo>
                      <a:pt x="2178" y="6966"/>
                    </a:lnTo>
                    <a:lnTo>
                      <a:pt x="2203" y="6968"/>
                    </a:lnTo>
                    <a:lnTo>
                      <a:pt x="2227" y="6970"/>
                    </a:lnTo>
                    <a:lnTo>
                      <a:pt x="2253" y="6970"/>
                    </a:lnTo>
                    <a:lnTo>
                      <a:pt x="2278" y="6970"/>
                    </a:lnTo>
                    <a:lnTo>
                      <a:pt x="2304" y="6968"/>
                    </a:lnTo>
                    <a:lnTo>
                      <a:pt x="2329" y="6966"/>
                    </a:lnTo>
                    <a:lnTo>
                      <a:pt x="2355" y="6963"/>
                    </a:lnTo>
                    <a:lnTo>
                      <a:pt x="4116" y="6683"/>
                    </a:lnTo>
                    <a:lnTo>
                      <a:pt x="5876" y="6405"/>
                    </a:lnTo>
                    <a:lnTo>
                      <a:pt x="5902" y="6400"/>
                    </a:lnTo>
                    <a:lnTo>
                      <a:pt x="5926" y="6394"/>
                    </a:lnTo>
                    <a:lnTo>
                      <a:pt x="5952" y="6388"/>
                    </a:lnTo>
                    <a:lnTo>
                      <a:pt x="5976" y="6381"/>
                    </a:lnTo>
                    <a:lnTo>
                      <a:pt x="6000" y="6372"/>
                    </a:lnTo>
                    <a:lnTo>
                      <a:pt x="6024" y="6363"/>
                    </a:lnTo>
                    <a:lnTo>
                      <a:pt x="6046" y="6353"/>
                    </a:lnTo>
                    <a:lnTo>
                      <a:pt x="6069" y="6343"/>
                    </a:lnTo>
                    <a:lnTo>
                      <a:pt x="6091" y="6330"/>
                    </a:lnTo>
                    <a:lnTo>
                      <a:pt x="6113" y="6318"/>
                    </a:lnTo>
                    <a:lnTo>
                      <a:pt x="6133" y="6305"/>
                    </a:lnTo>
                    <a:lnTo>
                      <a:pt x="6153" y="6291"/>
                    </a:lnTo>
                    <a:lnTo>
                      <a:pt x="6173" y="6277"/>
                    </a:lnTo>
                    <a:lnTo>
                      <a:pt x="6191" y="6261"/>
                    </a:lnTo>
                    <a:lnTo>
                      <a:pt x="6210" y="6245"/>
                    </a:lnTo>
                    <a:lnTo>
                      <a:pt x="6227" y="6227"/>
                    </a:lnTo>
                    <a:lnTo>
                      <a:pt x="6245" y="6210"/>
                    </a:lnTo>
                    <a:lnTo>
                      <a:pt x="6261" y="6191"/>
                    </a:lnTo>
                    <a:lnTo>
                      <a:pt x="6277" y="6173"/>
                    </a:lnTo>
                    <a:lnTo>
                      <a:pt x="6291" y="6153"/>
                    </a:lnTo>
                    <a:lnTo>
                      <a:pt x="6305" y="6133"/>
                    </a:lnTo>
                    <a:lnTo>
                      <a:pt x="6318" y="6113"/>
                    </a:lnTo>
                    <a:lnTo>
                      <a:pt x="6330" y="6091"/>
                    </a:lnTo>
                    <a:lnTo>
                      <a:pt x="6343" y="6069"/>
                    </a:lnTo>
                    <a:lnTo>
                      <a:pt x="6353" y="6046"/>
                    </a:lnTo>
                    <a:lnTo>
                      <a:pt x="6363" y="6024"/>
                    </a:lnTo>
                    <a:lnTo>
                      <a:pt x="6372" y="6000"/>
                    </a:lnTo>
                    <a:lnTo>
                      <a:pt x="6381" y="5976"/>
                    </a:lnTo>
                    <a:lnTo>
                      <a:pt x="6388" y="5952"/>
                    </a:lnTo>
                    <a:lnTo>
                      <a:pt x="6394" y="5926"/>
                    </a:lnTo>
                    <a:lnTo>
                      <a:pt x="6400" y="5902"/>
                    </a:lnTo>
                    <a:lnTo>
                      <a:pt x="6405" y="5876"/>
                    </a:lnTo>
                    <a:close/>
                  </a:path>
                </a:pathLst>
              </a:custGeom>
              <a:solidFill>
                <a:srgbClr val="C00000"/>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000000"/>
                  </a:solidFill>
                  <a:effectLst/>
                  <a:uLnTx/>
                  <a:uFillTx/>
                  <a:latin typeface="Arial" panose="020B0604020202020204"/>
                  <a:ea typeface="阿里巴巴普惠体 Medium"/>
                  <a:cs typeface="阿里巴巴普惠体 Medium"/>
                  <a:sym typeface="Arial" panose="020B0604020202020204"/>
                </a:endParaRPr>
              </a:p>
            </p:txBody>
          </p:sp>
          <p:sp>
            <p:nvSpPr>
              <p:cNvPr id="11" name="图形"/>
              <p:cNvSpPr/>
              <p:nvPr userDrawn="1">
                <p:custDataLst>
                  <p:tags r:id="rId2"/>
                </p:custDataLst>
              </p:nvPr>
            </p:nvSpPr>
            <p:spPr bwMode="auto">
              <a:xfrm>
                <a:off x="7564" y="4269"/>
                <a:ext cx="908" cy="857"/>
              </a:xfrm>
              <a:custGeom>
                <a:avLst/>
                <a:gdLst>
                  <a:gd name="T0" fmla="*/ 91 w 194"/>
                  <a:gd name="T1" fmla="*/ 8 h 183"/>
                  <a:gd name="T2" fmla="*/ 103 w 194"/>
                  <a:gd name="T3" fmla="*/ 8 h 183"/>
                  <a:gd name="T4" fmla="*/ 118 w 194"/>
                  <a:gd name="T5" fmla="*/ 48 h 183"/>
                  <a:gd name="T6" fmla="*/ 141 w 194"/>
                  <a:gd name="T7" fmla="*/ 64 h 183"/>
                  <a:gd name="T8" fmla="*/ 183 w 194"/>
                  <a:gd name="T9" fmla="*/ 66 h 183"/>
                  <a:gd name="T10" fmla="*/ 186 w 194"/>
                  <a:gd name="T11" fmla="*/ 78 h 183"/>
                  <a:gd name="T12" fmla="*/ 154 w 194"/>
                  <a:gd name="T13" fmla="*/ 104 h 183"/>
                  <a:gd name="T14" fmla="*/ 145 w 194"/>
                  <a:gd name="T15" fmla="*/ 131 h 183"/>
                  <a:gd name="T16" fmla="*/ 156 w 194"/>
                  <a:gd name="T17" fmla="*/ 171 h 183"/>
                  <a:gd name="T18" fmla="*/ 146 w 194"/>
                  <a:gd name="T19" fmla="*/ 178 h 183"/>
                  <a:gd name="T20" fmla="*/ 111 w 194"/>
                  <a:gd name="T21" fmla="*/ 155 h 183"/>
                  <a:gd name="T22" fmla="*/ 83 w 194"/>
                  <a:gd name="T23" fmla="*/ 155 h 183"/>
                  <a:gd name="T24" fmla="*/ 48 w 194"/>
                  <a:gd name="T25" fmla="*/ 178 h 183"/>
                  <a:gd name="T26" fmla="*/ 38 w 194"/>
                  <a:gd name="T27" fmla="*/ 171 h 183"/>
                  <a:gd name="T28" fmla="*/ 49 w 194"/>
                  <a:gd name="T29" fmla="*/ 131 h 183"/>
                  <a:gd name="T30" fmla="*/ 41 w 194"/>
                  <a:gd name="T31" fmla="*/ 104 h 183"/>
                  <a:gd name="T32" fmla="*/ 8 w 194"/>
                  <a:gd name="T33" fmla="*/ 78 h 183"/>
                  <a:gd name="T34" fmla="*/ 11 w 194"/>
                  <a:gd name="T35" fmla="*/ 66 h 183"/>
                  <a:gd name="T36" fmla="*/ 53 w 194"/>
                  <a:gd name="T37" fmla="*/ 64 h 183"/>
                  <a:gd name="T38" fmla="*/ 76 w 194"/>
                  <a:gd name="T39" fmla="*/ 48 h 183"/>
                  <a:gd name="T40" fmla="*/ 91 w 194"/>
                  <a:gd name="T41" fmla="*/ 8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4" h="183">
                    <a:moveTo>
                      <a:pt x="91" y="8"/>
                    </a:moveTo>
                    <a:cubicBezTo>
                      <a:pt x="94" y="0"/>
                      <a:pt x="100" y="0"/>
                      <a:pt x="103" y="8"/>
                    </a:cubicBezTo>
                    <a:cubicBezTo>
                      <a:pt x="118" y="48"/>
                      <a:pt x="118" y="48"/>
                      <a:pt x="118" y="48"/>
                    </a:cubicBezTo>
                    <a:cubicBezTo>
                      <a:pt x="121" y="56"/>
                      <a:pt x="132" y="64"/>
                      <a:pt x="141" y="64"/>
                    </a:cubicBezTo>
                    <a:cubicBezTo>
                      <a:pt x="183" y="66"/>
                      <a:pt x="183" y="66"/>
                      <a:pt x="183" y="66"/>
                    </a:cubicBezTo>
                    <a:cubicBezTo>
                      <a:pt x="192" y="67"/>
                      <a:pt x="194" y="72"/>
                      <a:pt x="186" y="78"/>
                    </a:cubicBezTo>
                    <a:cubicBezTo>
                      <a:pt x="154" y="104"/>
                      <a:pt x="154" y="104"/>
                      <a:pt x="154" y="104"/>
                    </a:cubicBezTo>
                    <a:cubicBezTo>
                      <a:pt x="146" y="110"/>
                      <a:pt x="142" y="122"/>
                      <a:pt x="145" y="131"/>
                    </a:cubicBezTo>
                    <a:cubicBezTo>
                      <a:pt x="156" y="171"/>
                      <a:pt x="156" y="171"/>
                      <a:pt x="156" y="171"/>
                    </a:cubicBezTo>
                    <a:cubicBezTo>
                      <a:pt x="159" y="180"/>
                      <a:pt x="154" y="183"/>
                      <a:pt x="146" y="178"/>
                    </a:cubicBezTo>
                    <a:cubicBezTo>
                      <a:pt x="111" y="155"/>
                      <a:pt x="111" y="155"/>
                      <a:pt x="111" y="155"/>
                    </a:cubicBezTo>
                    <a:cubicBezTo>
                      <a:pt x="104" y="150"/>
                      <a:pt x="91" y="150"/>
                      <a:pt x="83" y="155"/>
                    </a:cubicBezTo>
                    <a:cubicBezTo>
                      <a:pt x="48" y="178"/>
                      <a:pt x="48" y="178"/>
                      <a:pt x="48" y="178"/>
                    </a:cubicBezTo>
                    <a:cubicBezTo>
                      <a:pt x="40" y="183"/>
                      <a:pt x="36" y="180"/>
                      <a:pt x="38" y="171"/>
                    </a:cubicBezTo>
                    <a:cubicBezTo>
                      <a:pt x="49" y="131"/>
                      <a:pt x="49" y="131"/>
                      <a:pt x="49" y="131"/>
                    </a:cubicBezTo>
                    <a:cubicBezTo>
                      <a:pt x="52" y="122"/>
                      <a:pt x="48" y="110"/>
                      <a:pt x="41" y="104"/>
                    </a:cubicBezTo>
                    <a:cubicBezTo>
                      <a:pt x="8" y="78"/>
                      <a:pt x="8" y="78"/>
                      <a:pt x="8" y="78"/>
                    </a:cubicBezTo>
                    <a:cubicBezTo>
                      <a:pt x="0" y="72"/>
                      <a:pt x="2" y="67"/>
                      <a:pt x="11" y="66"/>
                    </a:cubicBezTo>
                    <a:cubicBezTo>
                      <a:pt x="53" y="64"/>
                      <a:pt x="53" y="64"/>
                      <a:pt x="53" y="64"/>
                    </a:cubicBezTo>
                    <a:cubicBezTo>
                      <a:pt x="63" y="64"/>
                      <a:pt x="73" y="56"/>
                      <a:pt x="76" y="48"/>
                    </a:cubicBezTo>
                    <a:lnTo>
                      <a:pt x="91" y="8"/>
                    </a:lnTo>
                    <a:close/>
                  </a:path>
                </a:pathLst>
              </a:custGeom>
              <a:solidFill>
                <a:srgbClr val="FFFFFF"/>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000000"/>
                  </a:solidFill>
                  <a:effectLst/>
                  <a:uLnTx/>
                  <a:uFillTx/>
                  <a:latin typeface="Arial" panose="020B0604020202020204"/>
                  <a:ea typeface="阿里巴巴普惠体 Medium"/>
                  <a:cs typeface="阿里巴巴普惠体 Medium"/>
                  <a:sym typeface="Arial" panose="020B0604020202020204"/>
                </a:endParaRPr>
              </a:p>
            </p:txBody>
          </p:sp>
        </p:grpSp>
        <p:sp>
          <p:nvSpPr>
            <p:cNvPr id="12" name="文本框 11"/>
            <p:cNvSpPr txBox="1"/>
            <p:nvPr/>
          </p:nvSpPr>
          <p:spPr>
            <a:xfrm>
              <a:off x="1127448" y="404664"/>
              <a:ext cx="3528392" cy="584775"/>
            </a:xfrm>
            <a:prstGeom prst="rect">
              <a:avLst/>
            </a:prstGeom>
            <a:noFill/>
          </p:spPr>
          <p:txBody>
            <a:bodyPr wrap="square" rtlCol="0" anchor="t">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rPr>
                <a:t>党建工作开展情况</a:t>
              </a:r>
              <a:endParaRPr kumimoji="0" lang="zh-CN" altLang="en-US" sz="3200" b="0" i="0" u="none" strike="noStrike" kern="1200" cap="none" spc="0" normalizeH="0" baseline="0" noProof="0" dirty="0">
                <a:ln>
                  <a:noFill/>
                </a:ln>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endParaRPr>
            </a:p>
          </p:txBody>
        </p:sp>
      </p:grpSp>
      <p:grpSp>
        <p:nvGrpSpPr>
          <p:cNvPr id="2" name="组合 1"/>
          <p:cNvGrpSpPr/>
          <p:nvPr/>
        </p:nvGrpSpPr>
        <p:grpSpPr>
          <a:xfrm>
            <a:off x="695401" y="1700808"/>
            <a:ext cx="5176268" cy="1981858"/>
            <a:chOff x="697053" y="1577766"/>
            <a:chExt cx="5176268" cy="1981858"/>
          </a:xfrm>
        </p:grpSpPr>
        <p:cxnSp>
          <p:nvCxnSpPr>
            <p:cNvPr id="3" name="Aitds6"/>
            <p:cNvCxnSpPr/>
            <p:nvPr/>
          </p:nvCxnSpPr>
          <p:spPr>
            <a:xfrm>
              <a:off x="698871" y="2191132"/>
              <a:ext cx="0" cy="775504"/>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4" name="Aitds7"/>
            <p:cNvGrpSpPr/>
            <p:nvPr/>
          </p:nvGrpSpPr>
          <p:grpSpPr>
            <a:xfrm>
              <a:off x="697053" y="2115261"/>
              <a:ext cx="3230479" cy="173986"/>
              <a:chOff x="2977032" y="4682325"/>
              <a:chExt cx="3230479" cy="173986"/>
            </a:xfrm>
          </p:grpSpPr>
          <p:cxnSp>
            <p:nvCxnSpPr>
              <p:cNvPr id="17" name="Aitds7-1"/>
              <p:cNvCxnSpPr/>
              <p:nvPr/>
            </p:nvCxnSpPr>
            <p:spPr>
              <a:xfrm>
                <a:off x="2977032" y="4758196"/>
                <a:ext cx="3098648"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8" name="Aitds7-2"/>
              <p:cNvSpPr/>
              <p:nvPr/>
            </p:nvSpPr>
            <p:spPr>
              <a:xfrm>
                <a:off x="6033525" y="4682325"/>
                <a:ext cx="173986" cy="173986"/>
              </a:xfrm>
              <a:prstGeom prst="donu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latin typeface="Arial" panose="020B0604020202020204"/>
                  <a:ea typeface="阿里巴巴普惠体 Medium"/>
                  <a:cs typeface="阿里巴巴普惠体 Medium"/>
                  <a:sym typeface="Arial" panose="020B0604020202020204"/>
                </a:endParaRPr>
              </a:p>
            </p:txBody>
          </p:sp>
        </p:grpSp>
        <p:cxnSp>
          <p:nvCxnSpPr>
            <p:cNvPr id="5" name="Aitds8"/>
            <p:cNvCxnSpPr/>
            <p:nvPr/>
          </p:nvCxnSpPr>
          <p:spPr>
            <a:xfrm>
              <a:off x="5870813" y="2672252"/>
              <a:ext cx="0" cy="887372"/>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 name="Aitds9"/>
            <p:cNvCxnSpPr/>
            <p:nvPr/>
          </p:nvCxnSpPr>
          <p:spPr>
            <a:xfrm>
              <a:off x="1633771" y="3548049"/>
              <a:ext cx="4239550"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1436821" y="1631353"/>
              <a:ext cx="1505783" cy="461665"/>
            </a:xfrm>
            <a:prstGeom prst="rect">
              <a:avLst/>
            </a:prstGeom>
            <a:noFill/>
          </p:spPr>
          <p:txBody>
            <a:bodyPr wrap="square" rtlCol="0">
              <a:spAutoFit/>
            </a:bodyPr>
            <a:lstStyle/>
            <a:p>
              <a:pPr marL="0" lvl="0" indent="0" algn="ctr">
                <a:spcBef>
                  <a:spcPts val="0"/>
                </a:spcBef>
                <a:buNone/>
                <a:defRPr/>
              </a:pPr>
              <a:r>
                <a:rPr lang="zh-CN" altLang="en-US" sz="2400" dirty="0">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rPr>
                <a:t>党建工作</a:t>
              </a:r>
              <a:endParaRPr lang="en-US" altLang="zh-CN" sz="2400" dirty="0">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endParaRPr>
            </a:p>
          </p:txBody>
        </p:sp>
        <p:sp>
          <p:nvSpPr>
            <p:cNvPr id="8" name="文本框 7"/>
            <p:cNvSpPr txBox="1"/>
            <p:nvPr/>
          </p:nvSpPr>
          <p:spPr>
            <a:xfrm>
              <a:off x="770718" y="2289247"/>
              <a:ext cx="5028248" cy="1061829"/>
            </a:xfrm>
            <a:prstGeom prst="rect">
              <a:avLst/>
            </a:prstGeom>
            <a:noFill/>
          </p:spPr>
          <p:txBody>
            <a:bodyPr wrap="square" rtlCol="0">
              <a:spAutoFit/>
            </a:bodyPr>
            <a:lstStyle/>
            <a:p>
              <a:pPr>
                <a:lnSpc>
                  <a:spcPct val="150000"/>
                </a:lnSpc>
                <a:defRPr/>
              </a:pPr>
              <a:r>
                <a:rPr lang="zh-CN" altLang="en-US" sz="1400" dirty="0">
                  <a:latin typeface="Arial" panose="020B0604020202020204"/>
                  <a:ea typeface="阿里巴巴普惠体 Medium"/>
                  <a:cs typeface="阿里巴巴普惠体 Medium"/>
                  <a:sym typeface="Arial" panose="020B0604020202020204"/>
                </a:rPr>
                <a:t>在此处添加您的文本内容在此处添加您的文本内容在此处添加您的文本内容在此处添加您的在此处添加您的文本内容在此处在此处添加您的文本</a:t>
              </a:r>
              <a:endParaRPr lang="zh-CN" altLang="en-US" sz="1400" dirty="0">
                <a:latin typeface="Arial" panose="020B0604020202020204"/>
                <a:ea typeface="阿里巴巴普惠体 Medium"/>
                <a:cs typeface="阿里巴巴普惠体 Medium"/>
                <a:sym typeface="Arial" panose="020B0604020202020204"/>
              </a:endParaRPr>
            </a:p>
          </p:txBody>
        </p:sp>
        <p:grpSp>
          <p:nvGrpSpPr>
            <p:cNvPr id="14" name="组合 13"/>
            <p:cNvGrpSpPr/>
            <p:nvPr/>
          </p:nvGrpSpPr>
          <p:grpSpPr>
            <a:xfrm>
              <a:off x="770718" y="1577766"/>
              <a:ext cx="559702" cy="559702"/>
              <a:chOff x="809068" y="1577766"/>
              <a:chExt cx="559702" cy="559702"/>
            </a:xfrm>
          </p:grpSpPr>
          <p:sp>
            <p:nvSpPr>
              <p:cNvPr id="15" name="椭圆 14"/>
              <p:cNvSpPr/>
              <p:nvPr/>
            </p:nvSpPr>
            <p:spPr>
              <a:xfrm>
                <a:off x="809068" y="1577766"/>
                <a:ext cx="559702" cy="559702"/>
              </a:xfrm>
              <a:prstGeom prst="ellipse">
                <a:avLst/>
              </a:prstGeom>
              <a:solidFill>
                <a:srgbClr val="CE35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阿里巴巴普惠体 Medium"/>
                  <a:cs typeface="阿里巴巴普惠体 Medium"/>
                  <a:sym typeface="Arial" panose="020B0604020202020204"/>
                </a:endParaRPr>
              </a:p>
            </p:txBody>
          </p:sp>
          <p:pic>
            <p:nvPicPr>
              <p:cNvPr id="16" name="图片 15"/>
              <p:cNvPicPr>
                <a:picLocks noChangeAspect="1"/>
              </p:cNvPicPr>
              <p:nvPr/>
            </p:nvPicPr>
            <p:blipFill rotWithShape="1">
              <a:blip r:embed="rId3" cstate="print">
                <a:duotone>
                  <a:prstClr val="black"/>
                  <a:schemeClr val="accent4">
                    <a:tint val="45000"/>
                    <a:satMod val="400000"/>
                  </a:schemeClr>
                </a:duotone>
                <a:extLst>
                  <a:ext uri="{28A0092B-C50C-407E-A947-70E740481C1C}">
                    <a14:useLocalDpi xmlns:a14="http://schemas.microsoft.com/office/drawing/2010/main" val="0"/>
                  </a:ext>
                </a:extLst>
              </a:blip>
              <a:srcRect l="4545" t="36338" r="54874" b="45741"/>
              <a:stretch>
                <a:fillRect/>
              </a:stretch>
            </p:blipFill>
            <p:spPr>
              <a:xfrm>
                <a:off x="893398" y="1709981"/>
                <a:ext cx="391042" cy="307166"/>
              </a:xfrm>
              <a:prstGeom prst="rect">
                <a:avLst/>
              </a:prstGeom>
              <a:effectLst>
                <a:outerShdw blurRad="63500" sx="101000" sy="101000" algn="ctr" rotWithShape="0">
                  <a:prstClr val="black">
                    <a:alpha val="40000"/>
                  </a:prstClr>
                </a:outerShdw>
              </a:effectLst>
            </p:spPr>
          </p:pic>
        </p:grpSp>
      </p:grpSp>
      <p:grpSp>
        <p:nvGrpSpPr>
          <p:cNvPr id="19" name="组合 18"/>
          <p:cNvGrpSpPr/>
          <p:nvPr/>
        </p:nvGrpSpPr>
        <p:grpSpPr>
          <a:xfrm>
            <a:off x="695401" y="4021433"/>
            <a:ext cx="5176268" cy="1981858"/>
            <a:chOff x="697053" y="1577766"/>
            <a:chExt cx="5176268" cy="1981858"/>
          </a:xfrm>
        </p:grpSpPr>
        <p:cxnSp>
          <p:nvCxnSpPr>
            <p:cNvPr id="20" name="Aitds6"/>
            <p:cNvCxnSpPr/>
            <p:nvPr/>
          </p:nvCxnSpPr>
          <p:spPr>
            <a:xfrm>
              <a:off x="698871" y="2191132"/>
              <a:ext cx="0" cy="775504"/>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21" name="Aitds7"/>
            <p:cNvGrpSpPr/>
            <p:nvPr/>
          </p:nvGrpSpPr>
          <p:grpSpPr>
            <a:xfrm>
              <a:off x="697053" y="2115261"/>
              <a:ext cx="3230479" cy="173986"/>
              <a:chOff x="2977032" y="4682325"/>
              <a:chExt cx="3230479" cy="173986"/>
            </a:xfrm>
          </p:grpSpPr>
          <p:cxnSp>
            <p:nvCxnSpPr>
              <p:cNvPr id="29" name="Aitds7-1"/>
              <p:cNvCxnSpPr/>
              <p:nvPr/>
            </p:nvCxnSpPr>
            <p:spPr>
              <a:xfrm>
                <a:off x="2977032" y="4758196"/>
                <a:ext cx="3098648"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30" name="Aitds7-2"/>
              <p:cNvSpPr/>
              <p:nvPr/>
            </p:nvSpPr>
            <p:spPr>
              <a:xfrm>
                <a:off x="6033525" y="4682325"/>
                <a:ext cx="173986" cy="173986"/>
              </a:xfrm>
              <a:prstGeom prst="donu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latin typeface="Arial" panose="020B0604020202020204"/>
                  <a:ea typeface="阿里巴巴普惠体 Medium"/>
                  <a:cs typeface="阿里巴巴普惠体 Medium"/>
                  <a:sym typeface="Arial" panose="020B0604020202020204"/>
                </a:endParaRPr>
              </a:p>
            </p:txBody>
          </p:sp>
        </p:grpSp>
        <p:cxnSp>
          <p:nvCxnSpPr>
            <p:cNvPr id="22" name="Aitds8"/>
            <p:cNvCxnSpPr/>
            <p:nvPr/>
          </p:nvCxnSpPr>
          <p:spPr>
            <a:xfrm>
              <a:off x="5870813" y="2672252"/>
              <a:ext cx="0" cy="887372"/>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3" name="Aitds9"/>
            <p:cNvCxnSpPr/>
            <p:nvPr/>
          </p:nvCxnSpPr>
          <p:spPr>
            <a:xfrm>
              <a:off x="1633771" y="3548049"/>
              <a:ext cx="4239550"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1436821" y="1631353"/>
              <a:ext cx="1505783" cy="461665"/>
            </a:xfrm>
            <a:prstGeom prst="rect">
              <a:avLst/>
            </a:prstGeom>
            <a:noFill/>
          </p:spPr>
          <p:txBody>
            <a:bodyPr wrap="square" rtlCol="0">
              <a:spAutoFit/>
            </a:bodyPr>
            <a:lstStyle/>
            <a:p>
              <a:pPr marL="0" lvl="0" indent="0" algn="ctr">
                <a:spcBef>
                  <a:spcPts val="0"/>
                </a:spcBef>
                <a:buNone/>
                <a:defRPr/>
              </a:pPr>
              <a:r>
                <a:rPr lang="zh-CN" altLang="en-US" sz="2400" dirty="0">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rPr>
                <a:t>党建工作</a:t>
              </a:r>
              <a:endParaRPr lang="en-US" altLang="zh-CN" sz="2400" dirty="0">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endParaRPr>
            </a:p>
          </p:txBody>
        </p:sp>
        <p:sp>
          <p:nvSpPr>
            <p:cNvPr id="25" name="文本框 24"/>
            <p:cNvSpPr txBox="1"/>
            <p:nvPr/>
          </p:nvSpPr>
          <p:spPr>
            <a:xfrm>
              <a:off x="770718" y="2289247"/>
              <a:ext cx="5028248" cy="1061829"/>
            </a:xfrm>
            <a:prstGeom prst="rect">
              <a:avLst/>
            </a:prstGeom>
            <a:noFill/>
          </p:spPr>
          <p:txBody>
            <a:bodyPr wrap="square" rtlCol="0">
              <a:spAutoFit/>
            </a:bodyPr>
            <a:lstStyle/>
            <a:p>
              <a:pPr>
                <a:lnSpc>
                  <a:spcPct val="150000"/>
                </a:lnSpc>
                <a:defRPr/>
              </a:pPr>
              <a:r>
                <a:rPr lang="zh-CN" altLang="en-US" sz="1400" dirty="0">
                  <a:latin typeface="Arial" panose="020B0604020202020204"/>
                  <a:ea typeface="阿里巴巴普惠体 Medium"/>
                  <a:cs typeface="阿里巴巴普惠体 Medium"/>
                  <a:sym typeface="Arial" panose="020B0604020202020204"/>
                </a:rPr>
                <a:t>在此处添加您的文本内容在此处添加您的文本内容在此处添加您的文本内容在此处添加您的在此处添加您的文本内容在此处在此处添加您的文本</a:t>
              </a:r>
              <a:endParaRPr lang="zh-CN" altLang="en-US" sz="1400" dirty="0">
                <a:latin typeface="Arial" panose="020B0604020202020204"/>
                <a:ea typeface="阿里巴巴普惠体 Medium"/>
                <a:cs typeface="阿里巴巴普惠体 Medium"/>
                <a:sym typeface="Arial" panose="020B0604020202020204"/>
              </a:endParaRPr>
            </a:p>
          </p:txBody>
        </p:sp>
        <p:grpSp>
          <p:nvGrpSpPr>
            <p:cNvPr id="26" name="组合 25"/>
            <p:cNvGrpSpPr/>
            <p:nvPr/>
          </p:nvGrpSpPr>
          <p:grpSpPr>
            <a:xfrm>
              <a:off x="770718" y="1577766"/>
              <a:ext cx="559702" cy="559702"/>
              <a:chOff x="809068" y="1577766"/>
              <a:chExt cx="559702" cy="559702"/>
            </a:xfrm>
          </p:grpSpPr>
          <p:sp>
            <p:nvSpPr>
              <p:cNvPr id="27" name="椭圆 26"/>
              <p:cNvSpPr/>
              <p:nvPr/>
            </p:nvSpPr>
            <p:spPr>
              <a:xfrm>
                <a:off x="809068" y="1577766"/>
                <a:ext cx="559702" cy="559702"/>
              </a:xfrm>
              <a:prstGeom prst="ellipse">
                <a:avLst/>
              </a:prstGeom>
              <a:solidFill>
                <a:srgbClr val="CE35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阿里巴巴普惠体 Medium"/>
                  <a:cs typeface="阿里巴巴普惠体 Medium"/>
                  <a:sym typeface="Arial" panose="020B0604020202020204"/>
                </a:endParaRPr>
              </a:p>
            </p:txBody>
          </p:sp>
          <p:pic>
            <p:nvPicPr>
              <p:cNvPr id="28" name="图片 27"/>
              <p:cNvPicPr>
                <a:picLocks noChangeAspect="1"/>
              </p:cNvPicPr>
              <p:nvPr/>
            </p:nvPicPr>
            <p:blipFill rotWithShape="1">
              <a:blip r:embed="rId3" cstate="print">
                <a:duotone>
                  <a:prstClr val="black"/>
                  <a:schemeClr val="accent4">
                    <a:tint val="45000"/>
                    <a:satMod val="400000"/>
                  </a:schemeClr>
                </a:duotone>
                <a:extLst>
                  <a:ext uri="{28A0092B-C50C-407E-A947-70E740481C1C}">
                    <a14:useLocalDpi xmlns:a14="http://schemas.microsoft.com/office/drawing/2010/main" val="0"/>
                  </a:ext>
                </a:extLst>
              </a:blip>
              <a:srcRect l="4545" t="36338" r="54874" b="45741"/>
              <a:stretch>
                <a:fillRect/>
              </a:stretch>
            </p:blipFill>
            <p:spPr>
              <a:xfrm>
                <a:off x="893398" y="1709981"/>
                <a:ext cx="391042" cy="307166"/>
              </a:xfrm>
              <a:prstGeom prst="rect">
                <a:avLst/>
              </a:prstGeom>
              <a:effectLst>
                <a:outerShdw blurRad="63500" sx="101000" sy="101000" algn="ctr" rotWithShape="0">
                  <a:prstClr val="black">
                    <a:alpha val="40000"/>
                  </a:prstClr>
                </a:outerShdw>
              </a:effectLst>
            </p:spPr>
          </p:pic>
        </p:grpSp>
      </p:grpSp>
      <p:grpSp>
        <p:nvGrpSpPr>
          <p:cNvPr id="31" name="组合 30"/>
          <p:cNvGrpSpPr/>
          <p:nvPr/>
        </p:nvGrpSpPr>
        <p:grpSpPr>
          <a:xfrm>
            <a:off x="6562165" y="1700808"/>
            <a:ext cx="5176268" cy="1981858"/>
            <a:chOff x="697053" y="1577766"/>
            <a:chExt cx="5176268" cy="1981858"/>
          </a:xfrm>
        </p:grpSpPr>
        <p:cxnSp>
          <p:nvCxnSpPr>
            <p:cNvPr id="32" name="Aitds6"/>
            <p:cNvCxnSpPr/>
            <p:nvPr/>
          </p:nvCxnSpPr>
          <p:spPr>
            <a:xfrm>
              <a:off x="698871" y="2191132"/>
              <a:ext cx="0" cy="775504"/>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33" name="Aitds7"/>
            <p:cNvGrpSpPr/>
            <p:nvPr/>
          </p:nvGrpSpPr>
          <p:grpSpPr>
            <a:xfrm>
              <a:off x="697053" y="2115261"/>
              <a:ext cx="3230479" cy="173986"/>
              <a:chOff x="2977032" y="4682325"/>
              <a:chExt cx="3230479" cy="173986"/>
            </a:xfrm>
          </p:grpSpPr>
          <p:cxnSp>
            <p:nvCxnSpPr>
              <p:cNvPr id="41" name="Aitds7-1"/>
              <p:cNvCxnSpPr/>
              <p:nvPr/>
            </p:nvCxnSpPr>
            <p:spPr>
              <a:xfrm>
                <a:off x="2977032" y="4758196"/>
                <a:ext cx="3098648"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42" name="Aitds7-2"/>
              <p:cNvSpPr/>
              <p:nvPr/>
            </p:nvSpPr>
            <p:spPr>
              <a:xfrm>
                <a:off x="6033525" y="4682325"/>
                <a:ext cx="173986" cy="173986"/>
              </a:xfrm>
              <a:prstGeom prst="donu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latin typeface="Arial" panose="020B0604020202020204"/>
                  <a:ea typeface="阿里巴巴普惠体 Medium"/>
                  <a:cs typeface="阿里巴巴普惠体 Medium"/>
                  <a:sym typeface="Arial" panose="020B0604020202020204"/>
                </a:endParaRPr>
              </a:p>
            </p:txBody>
          </p:sp>
        </p:grpSp>
        <p:cxnSp>
          <p:nvCxnSpPr>
            <p:cNvPr id="34" name="Aitds8"/>
            <p:cNvCxnSpPr/>
            <p:nvPr/>
          </p:nvCxnSpPr>
          <p:spPr>
            <a:xfrm>
              <a:off x="5870813" y="2672252"/>
              <a:ext cx="0" cy="887372"/>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5" name="Aitds9"/>
            <p:cNvCxnSpPr/>
            <p:nvPr/>
          </p:nvCxnSpPr>
          <p:spPr>
            <a:xfrm>
              <a:off x="1633771" y="3548049"/>
              <a:ext cx="4239550"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36" name="文本框 35"/>
            <p:cNvSpPr txBox="1"/>
            <p:nvPr/>
          </p:nvSpPr>
          <p:spPr>
            <a:xfrm>
              <a:off x="1436821" y="1631353"/>
              <a:ext cx="1505783" cy="461665"/>
            </a:xfrm>
            <a:prstGeom prst="rect">
              <a:avLst/>
            </a:prstGeom>
            <a:noFill/>
          </p:spPr>
          <p:txBody>
            <a:bodyPr wrap="square" rtlCol="0">
              <a:spAutoFit/>
            </a:bodyPr>
            <a:lstStyle/>
            <a:p>
              <a:pPr marL="0" lvl="0" indent="0" algn="ctr">
                <a:spcBef>
                  <a:spcPts val="0"/>
                </a:spcBef>
                <a:buNone/>
                <a:defRPr/>
              </a:pPr>
              <a:r>
                <a:rPr lang="zh-CN" altLang="en-US" sz="2400" dirty="0">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rPr>
                <a:t>党建工作</a:t>
              </a:r>
              <a:endParaRPr lang="en-US" altLang="zh-CN" sz="2400" dirty="0">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endParaRPr>
            </a:p>
          </p:txBody>
        </p:sp>
        <p:sp>
          <p:nvSpPr>
            <p:cNvPr id="37" name="文本框 36"/>
            <p:cNvSpPr txBox="1"/>
            <p:nvPr/>
          </p:nvSpPr>
          <p:spPr>
            <a:xfrm>
              <a:off x="770718" y="2289247"/>
              <a:ext cx="5028248" cy="1061829"/>
            </a:xfrm>
            <a:prstGeom prst="rect">
              <a:avLst/>
            </a:prstGeom>
            <a:noFill/>
          </p:spPr>
          <p:txBody>
            <a:bodyPr wrap="square" rtlCol="0">
              <a:spAutoFit/>
            </a:bodyPr>
            <a:lstStyle/>
            <a:p>
              <a:pPr>
                <a:lnSpc>
                  <a:spcPct val="150000"/>
                </a:lnSpc>
                <a:defRPr/>
              </a:pPr>
              <a:r>
                <a:rPr lang="zh-CN" altLang="en-US" sz="1400" dirty="0">
                  <a:latin typeface="Arial" panose="020B0604020202020204"/>
                  <a:ea typeface="阿里巴巴普惠体 Medium"/>
                  <a:cs typeface="阿里巴巴普惠体 Medium"/>
                  <a:sym typeface="Arial" panose="020B0604020202020204"/>
                </a:rPr>
                <a:t>在此处添加您的文本内容在此处添加您的文本内容在此处添加您的文本内容在此处添加您的在此处添加您的文本内容在此处在此处添加您的文本</a:t>
              </a:r>
              <a:endParaRPr lang="zh-CN" altLang="en-US" sz="1400" dirty="0">
                <a:latin typeface="Arial" panose="020B0604020202020204"/>
                <a:ea typeface="阿里巴巴普惠体 Medium"/>
                <a:cs typeface="阿里巴巴普惠体 Medium"/>
                <a:sym typeface="Arial" panose="020B0604020202020204"/>
              </a:endParaRPr>
            </a:p>
          </p:txBody>
        </p:sp>
        <p:grpSp>
          <p:nvGrpSpPr>
            <p:cNvPr id="38" name="组合 37"/>
            <p:cNvGrpSpPr/>
            <p:nvPr/>
          </p:nvGrpSpPr>
          <p:grpSpPr>
            <a:xfrm>
              <a:off x="770718" y="1577766"/>
              <a:ext cx="559702" cy="559702"/>
              <a:chOff x="809068" y="1577766"/>
              <a:chExt cx="559702" cy="559702"/>
            </a:xfrm>
          </p:grpSpPr>
          <p:sp>
            <p:nvSpPr>
              <p:cNvPr id="39" name="椭圆 38"/>
              <p:cNvSpPr/>
              <p:nvPr/>
            </p:nvSpPr>
            <p:spPr>
              <a:xfrm>
                <a:off x="809068" y="1577766"/>
                <a:ext cx="559702" cy="559702"/>
              </a:xfrm>
              <a:prstGeom prst="ellipse">
                <a:avLst/>
              </a:prstGeom>
              <a:solidFill>
                <a:srgbClr val="CE35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阿里巴巴普惠体 Medium"/>
                  <a:cs typeface="阿里巴巴普惠体 Medium"/>
                  <a:sym typeface="Arial" panose="020B0604020202020204"/>
                </a:endParaRPr>
              </a:p>
            </p:txBody>
          </p:sp>
          <p:pic>
            <p:nvPicPr>
              <p:cNvPr id="40" name="图片 39"/>
              <p:cNvPicPr>
                <a:picLocks noChangeAspect="1"/>
              </p:cNvPicPr>
              <p:nvPr/>
            </p:nvPicPr>
            <p:blipFill rotWithShape="1">
              <a:blip r:embed="rId3" cstate="print">
                <a:duotone>
                  <a:prstClr val="black"/>
                  <a:schemeClr val="accent4">
                    <a:tint val="45000"/>
                    <a:satMod val="400000"/>
                  </a:schemeClr>
                </a:duotone>
                <a:extLst>
                  <a:ext uri="{28A0092B-C50C-407E-A947-70E740481C1C}">
                    <a14:useLocalDpi xmlns:a14="http://schemas.microsoft.com/office/drawing/2010/main" val="0"/>
                  </a:ext>
                </a:extLst>
              </a:blip>
              <a:srcRect l="4545" t="36338" r="54874" b="45741"/>
              <a:stretch>
                <a:fillRect/>
              </a:stretch>
            </p:blipFill>
            <p:spPr>
              <a:xfrm>
                <a:off x="893398" y="1709981"/>
                <a:ext cx="391042" cy="307166"/>
              </a:xfrm>
              <a:prstGeom prst="rect">
                <a:avLst/>
              </a:prstGeom>
              <a:effectLst>
                <a:outerShdw blurRad="63500" sx="101000" sy="101000" algn="ctr" rotWithShape="0">
                  <a:prstClr val="black">
                    <a:alpha val="40000"/>
                  </a:prstClr>
                </a:outerShdw>
              </a:effectLst>
            </p:spPr>
          </p:pic>
        </p:grpSp>
      </p:grpSp>
      <p:grpSp>
        <p:nvGrpSpPr>
          <p:cNvPr id="43" name="组合 42"/>
          <p:cNvGrpSpPr/>
          <p:nvPr/>
        </p:nvGrpSpPr>
        <p:grpSpPr>
          <a:xfrm>
            <a:off x="6562165" y="4021433"/>
            <a:ext cx="5176268" cy="1981858"/>
            <a:chOff x="697053" y="1577766"/>
            <a:chExt cx="5176268" cy="1981858"/>
          </a:xfrm>
        </p:grpSpPr>
        <p:cxnSp>
          <p:nvCxnSpPr>
            <p:cNvPr id="44" name="Aitds6"/>
            <p:cNvCxnSpPr/>
            <p:nvPr/>
          </p:nvCxnSpPr>
          <p:spPr>
            <a:xfrm>
              <a:off x="698871" y="2191132"/>
              <a:ext cx="0" cy="775504"/>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45" name="Aitds7"/>
            <p:cNvGrpSpPr/>
            <p:nvPr/>
          </p:nvGrpSpPr>
          <p:grpSpPr>
            <a:xfrm>
              <a:off x="697053" y="2115261"/>
              <a:ext cx="3230479" cy="173986"/>
              <a:chOff x="2977032" y="4682325"/>
              <a:chExt cx="3230479" cy="173986"/>
            </a:xfrm>
          </p:grpSpPr>
          <p:cxnSp>
            <p:nvCxnSpPr>
              <p:cNvPr id="53" name="Aitds7-1"/>
              <p:cNvCxnSpPr/>
              <p:nvPr/>
            </p:nvCxnSpPr>
            <p:spPr>
              <a:xfrm>
                <a:off x="2977032" y="4758196"/>
                <a:ext cx="3098648"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54" name="Aitds7-2"/>
              <p:cNvSpPr/>
              <p:nvPr/>
            </p:nvSpPr>
            <p:spPr>
              <a:xfrm>
                <a:off x="6033525" y="4682325"/>
                <a:ext cx="173986" cy="173986"/>
              </a:xfrm>
              <a:prstGeom prst="donu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latin typeface="Arial" panose="020B0604020202020204"/>
                  <a:ea typeface="阿里巴巴普惠体 Medium"/>
                  <a:cs typeface="阿里巴巴普惠体 Medium"/>
                  <a:sym typeface="Arial" panose="020B0604020202020204"/>
                </a:endParaRPr>
              </a:p>
            </p:txBody>
          </p:sp>
        </p:grpSp>
        <p:cxnSp>
          <p:nvCxnSpPr>
            <p:cNvPr id="46" name="Aitds8"/>
            <p:cNvCxnSpPr/>
            <p:nvPr/>
          </p:nvCxnSpPr>
          <p:spPr>
            <a:xfrm>
              <a:off x="5870813" y="2672252"/>
              <a:ext cx="0" cy="887372"/>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7" name="Aitds9"/>
            <p:cNvCxnSpPr/>
            <p:nvPr/>
          </p:nvCxnSpPr>
          <p:spPr>
            <a:xfrm>
              <a:off x="1633771" y="3548049"/>
              <a:ext cx="4239550"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a:xfrm>
              <a:off x="1436821" y="1631353"/>
              <a:ext cx="1505783" cy="461665"/>
            </a:xfrm>
            <a:prstGeom prst="rect">
              <a:avLst/>
            </a:prstGeom>
            <a:noFill/>
          </p:spPr>
          <p:txBody>
            <a:bodyPr wrap="square" rtlCol="0">
              <a:spAutoFit/>
            </a:bodyPr>
            <a:lstStyle/>
            <a:p>
              <a:pPr marL="0" lvl="0" indent="0" algn="ctr">
                <a:spcBef>
                  <a:spcPts val="0"/>
                </a:spcBef>
                <a:buNone/>
                <a:defRPr/>
              </a:pPr>
              <a:r>
                <a:rPr lang="zh-CN" altLang="en-US" sz="2400" dirty="0">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rPr>
                <a:t>党建工作</a:t>
              </a:r>
              <a:endParaRPr lang="en-US" altLang="zh-CN" sz="2400" dirty="0">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endParaRPr>
            </a:p>
          </p:txBody>
        </p:sp>
        <p:sp>
          <p:nvSpPr>
            <p:cNvPr id="49" name="文本框 48"/>
            <p:cNvSpPr txBox="1"/>
            <p:nvPr/>
          </p:nvSpPr>
          <p:spPr>
            <a:xfrm>
              <a:off x="770718" y="2289247"/>
              <a:ext cx="5028248" cy="1061829"/>
            </a:xfrm>
            <a:prstGeom prst="rect">
              <a:avLst/>
            </a:prstGeom>
            <a:noFill/>
          </p:spPr>
          <p:txBody>
            <a:bodyPr wrap="square" rtlCol="0">
              <a:spAutoFit/>
            </a:bodyPr>
            <a:lstStyle/>
            <a:p>
              <a:pPr>
                <a:lnSpc>
                  <a:spcPct val="150000"/>
                </a:lnSpc>
                <a:defRPr/>
              </a:pPr>
              <a:r>
                <a:rPr lang="zh-CN" altLang="en-US" sz="1400" dirty="0">
                  <a:latin typeface="Arial" panose="020B0604020202020204"/>
                  <a:ea typeface="阿里巴巴普惠体 Medium"/>
                  <a:cs typeface="阿里巴巴普惠体 Medium"/>
                  <a:sym typeface="Arial" panose="020B0604020202020204"/>
                </a:rPr>
                <a:t>在此处添加您的文本内容在此处添加您的文本内容在此处添加您的文本内容在此处添加您的在此处添加您的文本内容在此处在此处添加您的文本</a:t>
              </a:r>
              <a:endParaRPr lang="zh-CN" altLang="en-US" sz="1400" dirty="0">
                <a:latin typeface="Arial" panose="020B0604020202020204"/>
                <a:ea typeface="阿里巴巴普惠体 Medium"/>
                <a:cs typeface="阿里巴巴普惠体 Medium"/>
                <a:sym typeface="Arial" panose="020B0604020202020204"/>
              </a:endParaRPr>
            </a:p>
          </p:txBody>
        </p:sp>
        <p:grpSp>
          <p:nvGrpSpPr>
            <p:cNvPr id="50" name="组合 49"/>
            <p:cNvGrpSpPr/>
            <p:nvPr/>
          </p:nvGrpSpPr>
          <p:grpSpPr>
            <a:xfrm>
              <a:off x="770718" y="1577766"/>
              <a:ext cx="559702" cy="559702"/>
              <a:chOff x="809068" y="1577766"/>
              <a:chExt cx="559702" cy="559702"/>
            </a:xfrm>
          </p:grpSpPr>
          <p:sp>
            <p:nvSpPr>
              <p:cNvPr id="51" name="椭圆 50"/>
              <p:cNvSpPr/>
              <p:nvPr/>
            </p:nvSpPr>
            <p:spPr>
              <a:xfrm>
                <a:off x="809068" y="1577766"/>
                <a:ext cx="559702" cy="559702"/>
              </a:xfrm>
              <a:prstGeom prst="ellipse">
                <a:avLst/>
              </a:prstGeom>
              <a:solidFill>
                <a:srgbClr val="CE35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阿里巴巴普惠体 Medium"/>
                  <a:cs typeface="阿里巴巴普惠体 Medium"/>
                  <a:sym typeface="Arial" panose="020B0604020202020204"/>
                </a:endParaRPr>
              </a:p>
            </p:txBody>
          </p:sp>
          <p:pic>
            <p:nvPicPr>
              <p:cNvPr id="52" name="图片 51"/>
              <p:cNvPicPr>
                <a:picLocks noChangeAspect="1"/>
              </p:cNvPicPr>
              <p:nvPr/>
            </p:nvPicPr>
            <p:blipFill rotWithShape="1">
              <a:blip r:embed="rId3" cstate="print">
                <a:duotone>
                  <a:prstClr val="black"/>
                  <a:schemeClr val="accent4">
                    <a:tint val="45000"/>
                    <a:satMod val="400000"/>
                  </a:schemeClr>
                </a:duotone>
                <a:extLst>
                  <a:ext uri="{28A0092B-C50C-407E-A947-70E740481C1C}">
                    <a14:useLocalDpi xmlns:a14="http://schemas.microsoft.com/office/drawing/2010/main" val="0"/>
                  </a:ext>
                </a:extLst>
              </a:blip>
              <a:srcRect l="4545" t="36338" r="54874" b="45741"/>
              <a:stretch>
                <a:fillRect/>
              </a:stretch>
            </p:blipFill>
            <p:spPr>
              <a:xfrm>
                <a:off x="893398" y="1709981"/>
                <a:ext cx="391042" cy="307166"/>
              </a:xfrm>
              <a:prstGeom prst="rect">
                <a:avLst/>
              </a:prstGeom>
              <a:effectLst>
                <a:outerShdw blurRad="63500" sx="101000" sy="101000" algn="ctr" rotWithShape="0">
                  <a:prstClr val="black">
                    <a:alpha val="40000"/>
                  </a:prstClr>
                </a:outerShdw>
              </a:effectLst>
            </p:spPr>
          </p:pic>
        </p:gr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ppt_w</p:attrName>
                                        </p:attrNameLst>
                                      </p:cBhvr>
                                      <p:tavLst>
                                        <p:tav tm="0">
                                          <p:val>
                                            <p:fltVal val="0"/>
                                          </p:val>
                                        </p:tav>
                                        <p:tav tm="100000">
                                          <p:val>
                                            <p:strVal val="#ppt_w"/>
                                          </p:val>
                                        </p:tav>
                                      </p:tavLst>
                                    </p:anim>
                                    <p:anim calcmode="lin" valueType="num">
                                      <p:cBhvr>
                                        <p:cTn id="8" dur="500" fill="hold"/>
                                        <p:tgtEl>
                                          <p:spTgt spid="13"/>
                                        </p:tgtEl>
                                        <p:attrNameLst>
                                          <p:attrName>ppt_h</p:attrName>
                                        </p:attrNameLst>
                                      </p:cBhvr>
                                      <p:tavLst>
                                        <p:tav tm="0">
                                          <p:val>
                                            <p:fltVal val="0"/>
                                          </p:val>
                                        </p:tav>
                                        <p:tav tm="100000">
                                          <p:val>
                                            <p:strVal val="#ppt_h"/>
                                          </p:val>
                                        </p:tav>
                                      </p:tavLst>
                                    </p:anim>
                                    <p:animEffect transition="in" filter="fade">
                                      <p:cBhvr>
                                        <p:cTn id="9" dur="500"/>
                                        <p:tgtEl>
                                          <p:spTgt spid="13"/>
                                        </p:tgtEl>
                                      </p:cBhvr>
                                    </p:animEffect>
                                  </p:childTnLst>
                                </p:cTn>
                              </p:par>
                              <p:par>
                                <p:cTn id="10" presetID="53" presetClass="entr" presetSubtype="16" fill="hold" nodeType="with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par>
                                <p:cTn id="15" presetID="53" presetClass="entr" presetSubtype="16" fill="hold" nodeType="withEffect">
                                  <p:stCondLst>
                                    <p:cond delay="0"/>
                                  </p:stCondLst>
                                  <p:childTnLst>
                                    <p:set>
                                      <p:cBhvr>
                                        <p:cTn id="16" dur="1" fill="hold">
                                          <p:stCondLst>
                                            <p:cond delay="0"/>
                                          </p:stCondLst>
                                        </p:cTn>
                                        <p:tgtEl>
                                          <p:spTgt spid="19"/>
                                        </p:tgtEl>
                                        <p:attrNameLst>
                                          <p:attrName>style.visibility</p:attrName>
                                        </p:attrNameLst>
                                      </p:cBhvr>
                                      <p:to>
                                        <p:strVal val="visible"/>
                                      </p:to>
                                    </p:set>
                                    <p:anim calcmode="lin" valueType="num">
                                      <p:cBhvr>
                                        <p:cTn id="17" dur="500" fill="hold"/>
                                        <p:tgtEl>
                                          <p:spTgt spid="19"/>
                                        </p:tgtEl>
                                        <p:attrNameLst>
                                          <p:attrName>ppt_w</p:attrName>
                                        </p:attrNameLst>
                                      </p:cBhvr>
                                      <p:tavLst>
                                        <p:tav tm="0">
                                          <p:val>
                                            <p:fltVal val="0"/>
                                          </p:val>
                                        </p:tav>
                                        <p:tav tm="100000">
                                          <p:val>
                                            <p:strVal val="#ppt_w"/>
                                          </p:val>
                                        </p:tav>
                                      </p:tavLst>
                                    </p:anim>
                                    <p:anim calcmode="lin" valueType="num">
                                      <p:cBhvr>
                                        <p:cTn id="18" dur="500" fill="hold"/>
                                        <p:tgtEl>
                                          <p:spTgt spid="19"/>
                                        </p:tgtEl>
                                        <p:attrNameLst>
                                          <p:attrName>ppt_h</p:attrName>
                                        </p:attrNameLst>
                                      </p:cBhvr>
                                      <p:tavLst>
                                        <p:tav tm="0">
                                          <p:val>
                                            <p:fltVal val="0"/>
                                          </p:val>
                                        </p:tav>
                                        <p:tav tm="100000">
                                          <p:val>
                                            <p:strVal val="#ppt_h"/>
                                          </p:val>
                                        </p:tav>
                                      </p:tavLst>
                                    </p:anim>
                                    <p:animEffect transition="in" filter="fade">
                                      <p:cBhvr>
                                        <p:cTn id="19" dur="500"/>
                                        <p:tgtEl>
                                          <p:spTgt spid="19"/>
                                        </p:tgtEl>
                                      </p:cBhvr>
                                    </p:animEffect>
                                  </p:childTnLst>
                                </p:cTn>
                              </p:par>
                              <p:par>
                                <p:cTn id="20" presetID="53" presetClass="entr" presetSubtype="16" fill="hold" nodeType="withEffect">
                                  <p:stCondLst>
                                    <p:cond delay="0"/>
                                  </p:stCondLst>
                                  <p:childTnLst>
                                    <p:set>
                                      <p:cBhvr>
                                        <p:cTn id="21" dur="1" fill="hold">
                                          <p:stCondLst>
                                            <p:cond delay="0"/>
                                          </p:stCondLst>
                                        </p:cTn>
                                        <p:tgtEl>
                                          <p:spTgt spid="31"/>
                                        </p:tgtEl>
                                        <p:attrNameLst>
                                          <p:attrName>style.visibility</p:attrName>
                                        </p:attrNameLst>
                                      </p:cBhvr>
                                      <p:to>
                                        <p:strVal val="visible"/>
                                      </p:to>
                                    </p:set>
                                    <p:anim calcmode="lin" valueType="num">
                                      <p:cBhvr>
                                        <p:cTn id="22" dur="500" fill="hold"/>
                                        <p:tgtEl>
                                          <p:spTgt spid="31"/>
                                        </p:tgtEl>
                                        <p:attrNameLst>
                                          <p:attrName>ppt_w</p:attrName>
                                        </p:attrNameLst>
                                      </p:cBhvr>
                                      <p:tavLst>
                                        <p:tav tm="0">
                                          <p:val>
                                            <p:fltVal val="0"/>
                                          </p:val>
                                        </p:tav>
                                        <p:tav tm="100000">
                                          <p:val>
                                            <p:strVal val="#ppt_w"/>
                                          </p:val>
                                        </p:tav>
                                      </p:tavLst>
                                    </p:anim>
                                    <p:anim calcmode="lin" valueType="num">
                                      <p:cBhvr>
                                        <p:cTn id="23" dur="500" fill="hold"/>
                                        <p:tgtEl>
                                          <p:spTgt spid="31"/>
                                        </p:tgtEl>
                                        <p:attrNameLst>
                                          <p:attrName>ppt_h</p:attrName>
                                        </p:attrNameLst>
                                      </p:cBhvr>
                                      <p:tavLst>
                                        <p:tav tm="0">
                                          <p:val>
                                            <p:fltVal val="0"/>
                                          </p:val>
                                        </p:tav>
                                        <p:tav tm="100000">
                                          <p:val>
                                            <p:strVal val="#ppt_h"/>
                                          </p:val>
                                        </p:tav>
                                      </p:tavLst>
                                    </p:anim>
                                    <p:animEffect transition="in" filter="fade">
                                      <p:cBhvr>
                                        <p:cTn id="24" dur="500"/>
                                        <p:tgtEl>
                                          <p:spTgt spid="31"/>
                                        </p:tgtEl>
                                      </p:cBhvr>
                                    </p:animEffect>
                                  </p:childTnLst>
                                </p:cTn>
                              </p:par>
                              <p:par>
                                <p:cTn id="25" presetID="53" presetClass="entr" presetSubtype="16" fill="hold" nodeType="withEffect">
                                  <p:stCondLst>
                                    <p:cond delay="0"/>
                                  </p:stCondLst>
                                  <p:childTnLst>
                                    <p:set>
                                      <p:cBhvr>
                                        <p:cTn id="26" dur="1" fill="hold">
                                          <p:stCondLst>
                                            <p:cond delay="0"/>
                                          </p:stCondLst>
                                        </p:cTn>
                                        <p:tgtEl>
                                          <p:spTgt spid="43"/>
                                        </p:tgtEl>
                                        <p:attrNameLst>
                                          <p:attrName>style.visibility</p:attrName>
                                        </p:attrNameLst>
                                      </p:cBhvr>
                                      <p:to>
                                        <p:strVal val="visible"/>
                                      </p:to>
                                    </p:set>
                                    <p:anim calcmode="lin" valueType="num">
                                      <p:cBhvr>
                                        <p:cTn id="27" dur="500" fill="hold"/>
                                        <p:tgtEl>
                                          <p:spTgt spid="43"/>
                                        </p:tgtEl>
                                        <p:attrNameLst>
                                          <p:attrName>ppt_w</p:attrName>
                                        </p:attrNameLst>
                                      </p:cBhvr>
                                      <p:tavLst>
                                        <p:tav tm="0">
                                          <p:val>
                                            <p:fltVal val="0"/>
                                          </p:val>
                                        </p:tav>
                                        <p:tav tm="100000">
                                          <p:val>
                                            <p:strVal val="#ppt_w"/>
                                          </p:val>
                                        </p:tav>
                                      </p:tavLst>
                                    </p:anim>
                                    <p:anim calcmode="lin" valueType="num">
                                      <p:cBhvr>
                                        <p:cTn id="28" dur="500" fill="hold"/>
                                        <p:tgtEl>
                                          <p:spTgt spid="43"/>
                                        </p:tgtEl>
                                        <p:attrNameLst>
                                          <p:attrName>ppt_h</p:attrName>
                                        </p:attrNameLst>
                                      </p:cBhvr>
                                      <p:tavLst>
                                        <p:tav tm="0">
                                          <p:val>
                                            <p:fltVal val="0"/>
                                          </p:val>
                                        </p:tav>
                                        <p:tav tm="100000">
                                          <p:val>
                                            <p:strVal val="#ppt_h"/>
                                          </p:val>
                                        </p:tav>
                                      </p:tavLst>
                                    </p:anim>
                                    <p:animEffect transition="in" filter="fade">
                                      <p:cBhvr>
                                        <p:cTn id="29"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cstate="print">
            <a:extLst>
              <a:ext uri="{28A0092B-C50C-407E-A947-70E740481C1C}">
                <a14:useLocalDpi xmlns:a14="http://schemas.microsoft.com/office/drawing/2010/main" val="0"/>
              </a:ext>
            </a:extLst>
          </a:blip>
          <a:srcRect l="5562" r="5562"/>
          <a:stretch>
            <a:fillRect/>
          </a:stretch>
        </p:blipFill>
        <p:spPr>
          <a:xfrm>
            <a:off x="0" y="0"/>
            <a:ext cx="12192000" cy="6858000"/>
          </a:xfrm>
          <a:prstGeom prst="rect">
            <a:avLst/>
          </a:prstGeom>
        </p:spPr>
      </p:pic>
      <p:grpSp>
        <p:nvGrpSpPr>
          <p:cNvPr id="4" name="组合 3"/>
          <p:cNvGrpSpPr/>
          <p:nvPr/>
        </p:nvGrpSpPr>
        <p:grpSpPr>
          <a:xfrm>
            <a:off x="11664851" y="1084419"/>
            <a:ext cx="369332" cy="3755779"/>
            <a:chOff x="11687685" y="1908421"/>
            <a:chExt cx="369332" cy="3755779"/>
          </a:xfrm>
        </p:grpSpPr>
        <p:grpSp>
          <p:nvGrpSpPr>
            <p:cNvPr id="5" name="组合 4"/>
            <p:cNvGrpSpPr/>
            <p:nvPr/>
          </p:nvGrpSpPr>
          <p:grpSpPr>
            <a:xfrm>
              <a:off x="11687685" y="1908421"/>
              <a:ext cx="369332" cy="2518379"/>
              <a:chOff x="11687685" y="1908421"/>
              <a:chExt cx="369332" cy="2518379"/>
            </a:xfrm>
          </p:grpSpPr>
          <p:sp>
            <p:nvSpPr>
              <p:cNvPr id="7" name="文本框 6"/>
              <p:cNvSpPr txBox="1"/>
              <p:nvPr/>
            </p:nvSpPr>
            <p:spPr>
              <a:xfrm>
                <a:off x="11687685" y="1908421"/>
                <a:ext cx="369332" cy="2518379"/>
              </a:xfrm>
              <a:prstGeom prst="rect">
                <a:avLst/>
              </a:prstGeom>
              <a:noFill/>
              <a:ln>
                <a:noFill/>
              </a:ln>
            </p:spPr>
            <p:txBody>
              <a:bodyPr vert="eaVert" wrap="square" rtlCol="0">
                <a:spAutoFit/>
              </a:bodyPr>
              <a:lstStyle/>
              <a:p>
                <a:pPr algn="dist"/>
                <a:r>
                  <a:rPr lang="zh-CN" altLang="en-US" sz="1200" dirty="0">
                    <a:solidFill>
                      <a:srgbClr val="FFFEF1"/>
                    </a:solidFill>
                    <a:latin typeface="Arial" panose="020B0604020202020204"/>
                    <a:ea typeface="阿里巴巴普惠体 Medium"/>
                    <a:cs typeface="阿里巴巴普惠体 Medium"/>
                    <a:sym typeface="Arial" panose="020B0604020202020204"/>
                  </a:rPr>
                  <a:t>聚能前行不负韶华</a:t>
                </a:r>
                <a:endParaRPr lang="zh-CN" altLang="en-US" sz="1200" dirty="0">
                  <a:solidFill>
                    <a:srgbClr val="FFFEF1"/>
                  </a:solidFill>
                  <a:latin typeface="Arial" panose="020B0604020202020204"/>
                  <a:ea typeface="阿里巴巴普惠体 Medium"/>
                  <a:cs typeface="阿里巴巴普惠体 Medium"/>
                  <a:sym typeface="Arial" panose="020B0604020202020204"/>
                </a:endParaRPr>
              </a:p>
            </p:txBody>
          </p:sp>
          <p:cxnSp>
            <p:nvCxnSpPr>
              <p:cNvPr id="8" name="直接连接符 7"/>
              <p:cNvCxnSpPr/>
              <p:nvPr/>
            </p:nvCxnSpPr>
            <p:spPr>
              <a:xfrm>
                <a:off x="11790893" y="2149317"/>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11790893" y="2475938"/>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11790893" y="2802559"/>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11790893" y="3129180"/>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11790893" y="3455801"/>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11790893" y="3782422"/>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11790893" y="4109044"/>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6" name="直接连接符 5"/>
            <p:cNvCxnSpPr/>
            <p:nvPr/>
          </p:nvCxnSpPr>
          <p:spPr>
            <a:xfrm>
              <a:off x="11872351" y="4432300"/>
              <a:ext cx="0" cy="12319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150687" y="1928934"/>
            <a:ext cx="369332" cy="3837732"/>
            <a:chOff x="11687685" y="589068"/>
            <a:chExt cx="369332" cy="3837732"/>
          </a:xfrm>
        </p:grpSpPr>
        <p:grpSp>
          <p:nvGrpSpPr>
            <p:cNvPr id="16" name="组合 15"/>
            <p:cNvGrpSpPr/>
            <p:nvPr/>
          </p:nvGrpSpPr>
          <p:grpSpPr>
            <a:xfrm>
              <a:off x="11687685" y="1908421"/>
              <a:ext cx="369332" cy="2518379"/>
              <a:chOff x="11687685" y="1908421"/>
              <a:chExt cx="369332" cy="2518379"/>
            </a:xfrm>
          </p:grpSpPr>
          <p:sp>
            <p:nvSpPr>
              <p:cNvPr id="18" name="文本框 17"/>
              <p:cNvSpPr txBox="1"/>
              <p:nvPr/>
            </p:nvSpPr>
            <p:spPr>
              <a:xfrm>
                <a:off x="11687685" y="1908421"/>
                <a:ext cx="369332" cy="2518379"/>
              </a:xfrm>
              <a:prstGeom prst="rect">
                <a:avLst/>
              </a:prstGeom>
              <a:noFill/>
              <a:ln>
                <a:noFill/>
              </a:ln>
            </p:spPr>
            <p:txBody>
              <a:bodyPr vert="eaVert" wrap="square" rtlCol="0">
                <a:spAutoFit/>
              </a:bodyPr>
              <a:lstStyle/>
              <a:p>
                <a:pPr algn="dist"/>
                <a:r>
                  <a:rPr lang="zh-CN" altLang="en-US" sz="1200" dirty="0">
                    <a:solidFill>
                      <a:srgbClr val="FFFEF1"/>
                    </a:solidFill>
                    <a:latin typeface="Arial" panose="020B0604020202020204"/>
                    <a:ea typeface="阿里巴巴普惠体 Medium"/>
                    <a:cs typeface="阿里巴巴普惠体 Medium"/>
                    <a:sym typeface="Arial" panose="020B0604020202020204"/>
                  </a:rPr>
                  <a:t>聚能前行不负韶华</a:t>
                </a:r>
                <a:endParaRPr lang="zh-CN" altLang="en-US" sz="1200" dirty="0">
                  <a:solidFill>
                    <a:srgbClr val="FFFEF1"/>
                  </a:solidFill>
                  <a:latin typeface="Arial" panose="020B0604020202020204"/>
                  <a:ea typeface="阿里巴巴普惠体 Medium"/>
                  <a:cs typeface="阿里巴巴普惠体 Medium"/>
                  <a:sym typeface="Arial" panose="020B0604020202020204"/>
                </a:endParaRPr>
              </a:p>
            </p:txBody>
          </p:sp>
          <p:cxnSp>
            <p:nvCxnSpPr>
              <p:cNvPr id="19" name="直接连接符 18"/>
              <p:cNvCxnSpPr/>
              <p:nvPr/>
            </p:nvCxnSpPr>
            <p:spPr>
              <a:xfrm>
                <a:off x="11790893" y="2149317"/>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11790893" y="2475938"/>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11790893" y="2802559"/>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11790893" y="3129180"/>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11790893" y="3455801"/>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11790893" y="3782422"/>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11790893" y="4109044"/>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17" name="直接连接符 16"/>
            <p:cNvCxnSpPr/>
            <p:nvPr/>
          </p:nvCxnSpPr>
          <p:spPr>
            <a:xfrm>
              <a:off x="11866117" y="589068"/>
              <a:ext cx="0" cy="12319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6" name="矩形: 圆角 25"/>
          <p:cNvSpPr/>
          <p:nvPr/>
        </p:nvSpPr>
        <p:spPr>
          <a:xfrm>
            <a:off x="5075930" y="3687274"/>
            <a:ext cx="1953303" cy="521368"/>
          </a:xfrm>
          <a:prstGeom prst="roundRect">
            <a:avLst>
              <a:gd name="adj" fmla="val 44690"/>
            </a:avLst>
          </a:prstGeom>
          <a:gradFill>
            <a:gsLst>
              <a:gs pos="0">
                <a:srgbClr val="FEEFAC"/>
              </a:gs>
              <a:gs pos="100000">
                <a:srgbClr val="E9BE61"/>
              </a:gs>
            </a:gsLst>
            <a:lin ang="5400000" scaled="1"/>
          </a:gradFill>
          <a:ln w="12700" cap="flat" cmpd="sng" algn="ctr">
            <a:noFill/>
            <a:prstDash val="solid"/>
          </a:ln>
          <a:effectLst/>
        </p:spPr>
        <p:txBody>
          <a:bodyPr rtlCol="0" anchor="ctr"/>
          <a:lstStyle/>
          <a:p>
            <a:pPr algn="ctr"/>
            <a:r>
              <a:rPr lang="zh-CN" altLang="en-US" sz="2400" b="1" dirty="0">
                <a:solidFill>
                  <a:srgbClr val="C00000"/>
                </a:solidFill>
                <a:latin typeface="Arial" panose="020B0604020202020204"/>
                <a:ea typeface="阿里巴巴普惠体 Medium"/>
                <a:cs typeface="阿里巴巴普惠体 Medium"/>
                <a:sym typeface="Arial" panose="020B0604020202020204"/>
              </a:rPr>
              <a:t>第二部分</a:t>
            </a:r>
            <a:endParaRPr lang="zh-CN" altLang="en-US" sz="2400" b="1" dirty="0">
              <a:solidFill>
                <a:srgbClr val="C00000"/>
              </a:solidFill>
              <a:latin typeface="Arial" panose="020B0604020202020204"/>
              <a:ea typeface="阿里巴巴普惠体 Medium"/>
              <a:cs typeface="阿里巴巴普惠体 Medium"/>
              <a:sym typeface="Arial" panose="020B0604020202020204"/>
            </a:endParaRPr>
          </a:p>
        </p:txBody>
      </p:sp>
      <p:grpSp>
        <p:nvGrpSpPr>
          <p:cNvPr id="27" name="组合 26"/>
          <p:cNvGrpSpPr/>
          <p:nvPr/>
        </p:nvGrpSpPr>
        <p:grpSpPr>
          <a:xfrm>
            <a:off x="1703513" y="4492278"/>
            <a:ext cx="8698137" cy="1384995"/>
            <a:chOff x="1392405" y="2506651"/>
            <a:chExt cx="6785826" cy="1384995"/>
          </a:xfrm>
        </p:grpSpPr>
        <p:sp>
          <p:nvSpPr>
            <p:cNvPr id="28" name="文本框 27"/>
            <p:cNvSpPr txBox="1"/>
            <p:nvPr/>
          </p:nvSpPr>
          <p:spPr>
            <a:xfrm>
              <a:off x="1779185" y="2506651"/>
              <a:ext cx="6012265" cy="1015663"/>
            </a:xfrm>
            <a:prstGeom prst="rect">
              <a:avLst/>
            </a:prstGeom>
            <a:noFill/>
          </p:spPr>
          <p:txBody>
            <a:bodyPr wrap="square" rtlCol="0">
              <a:spAutoFit/>
            </a:bodyPr>
            <a:lstStyle>
              <a:defPPr>
                <a:defRPr lang="zh-CN"/>
              </a:defPPr>
              <a:lvl1pPr algn="dist">
                <a:defRPr sz="6000">
                  <a:solidFill>
                    <a:schemeClr val="bg1"/>
                  </a:solidFill>
                  <a:effectLst>
                    <a:outerShdw blurRad="38100" dist="38100" dir="2700000" algn="tl">
                      <a:srgbClr val="000000">
                        <a:alpha val="43137"/>
                      </a:srgbClr>
                    </a:outerShdw>
                  </a:effectLst>
                  <a:latin typeface="思源宋体 CN Heavy" charset="-122"/>
                  <a:ea typeface="思源宋体 CN Heavy" charset="-122"/>
                  <a:cs typeface="阿里巴巴普惠体 Medium"/>
                </a:defRPr>
              </a:lvl1pPr>
            </a:lstStyle>
            <a:p>
              <a:r>
                <a:rPr lang="zh-CN" altLang="en-US" dirty="0">
                  <a:sym typeface="Arial" panose="020B0604020202020204"/>
                </a:rPr>
                <a:t>成果汇报总结发表</a:t>
              </a:r>
              <a:endParaRPr lang="zh-CN" altLang="en-US" dirty="0">
                <a:sym typeface="Arial" panose="020B0604020202020204"/>
              </a:endParaRPr>
            </a:p>
          </p:txBody>
        </p:sp>
        <p:sp>
          <p:nvSpPr>
            <p:cNvPr id="29" name="文本框 28"/>
            <p:cNvSpPr txBox="1"/>
            <p:nvPr/>
          </p:nvSpPr>
          <p:spPr>
            <a:xfrm>
              <a:off x="1392405" y="3522314"/>
              <a:ext cx="6785826" cy="369332"/>
            </a:xfrm>
            <a:prstGeom prst="rect">
              <a:avLst/>
            </a:prstGeom>
            <a:noFill/>
          </p:spPr>
          <p:txBody>
            <a:bodyPr wrap="square" rtlCol="0">
              <a:spAutoFit/>
            </a:bodyPr>
            <a:lstStyle/>
            <a:p>
              <a:pPr algn="dist"/>
              <a:r>
                <a:rPr lang="en-US" altLang="zh-CN" dirty="0">
                  <a:solidFill>
                    <a:srgbClr val="FEF9B8"/>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rPr>
                <a:t>THE ORIGIN OF THE FOUNDING PARTY FESTIVAL</a:t>
              </a:r>
              <a:endParaRPr lang="zh-CN" altLang="en-US" dirty="0">
                <a:solidFill>
                  <a:srgbClr val="FEF9B8"/>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randombar(horizontal)">
                                      <p:cBhvr>
                                        <p:cTn id="7" dur="500"/>
                                        <p:tgtEl>
                                          <p:spTgt spid="15"/>
                                        </p:tgtEl>
                                      </p:cBhvr>
                                    </p:animEffect>
                                  </p:childTnLst>
                                </p:cTn>
                              </p:par>
                              <p:par>
                                <p:cTn id="8" presetID="14" presetClass="entr" presetSubtype="1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randombar(horizontal)">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37"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barn(outVertical)">
                                      <p:cBhvr>
                                        <p:cTn id="15" dur="500"/>
                                        <p:tgtEl>
                                          <p:spTgt spid="26"/>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27"/>
                                        </p:tgtEl>
                                        <p:attrNameLst>
                                          <p:attrName>style.visibility</p:attrName>
                                        </p:attrNameLst>
                                      </p:cBhvr>
                                      <p:to>
                                        <p:strVal val="visible"/>
                                      </p:to>
                                    </p:set>
                                    <p:animEffect transition="in" filter="fade">
                                      <p:cBhvr>
                                        <p:cTn id="20" dur="1000"/>
                                        <p:tgtEl>
                                          <p:spTgt spid="27"/>
                                        </p:tgtEl>
                                      </p:cBhvr>
                                    </p:animEffect>
                                    <p:anim calcmode="lin" valueType="num">
                                      <p:cBhvr>
                                        <p:cTn id="21" dur="1000" fill="hold"/>
                                        <p:tgtEl>
                                          <p:spTgt spid="27"/>
                                        </p:tgtEl>
                                        <p:attrNameLst>
                                          <p:attrName>ppt_x</p:attrName>
                                        </p:attrNameLst>
                                      </p:cBhvr>
                                      <p:tavLst>
                                        <p:tav tm="0">
                                          <p:val>
                                            <p:strVal val="#ppt_x"/>
                                          </p:val>
                                        </p:tav>
                                        <p:tav tm="100000">
                                          <p:val>
                                            <p:strVal val="#ppt_x"/>
                                          </p:val>
                                        </p:tav>
                                      </p:tavLst>
                                    </p:anim>
                                    <p:anim calcmode="lin" valueType="num">
                                      <p:cBhvr>
                                        <p:cTn id="22"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p:cNvGrpSpPr/>
          <p:nvPr/>
        </p:nvGrpSpPr>
        <p:grpSpPr>
          <a:xfrm>
            <a:off x="695402" y="548681"/>
            <a:ext cx="4049727" cy="584775"/>
            <a:chOff x="606113" y="404664"/>
            <a:chExt cx="4049727" cy="584775"/>
          </a:xfrm>
        </p:grpSpPr>
        <p:grpSp>
          <p:nvGrpSpPr>
            <p:cNvPr id="9" name="组合 8"/>
            <p:cNvGrpSpPr/>
            <p:nvPr/>
          </p:nvGrpSpPr>
          <p:grpSpPr>
            <a:xfrm>
              <a:off x="606113" y="443399"/>
              <a:ext cx="479425" cy="479425"/>
              <a:chOff x="7015" y="3652"/>
              <a:chExt cx="2006" cy="2006"/>
            </a:xfrm>
          </p:grpSpPr>
          <p:sp>
            <p:nvSpPr>
              <p:cNvPr id="10" name="图形"/>
              <p:cNvSpPr/>
              <p:nvPr userDrawn="1">
                <p:custDataLst>
                  <p:tags r:id="rId1"/>
                </p:custDataLst>
              </p:nvPr>
            </p:nvSpPr>
            <p:spPr bwMode="auto">
              <a:xfrm rot="660000">
                <a:off x="7015" y="3652"/>
                <a:ext cx="2007" cy="2007"/>
              </a:xfrm>
              <a:custGeom>
                <a:avLst/>
                <a:gdLst>
                  <a:gd name="T0" fmla="*/ 6963 w 6970"/>
                  <a:gd name="T1" fmla="*/ 2355 h 6970"/>
                  <a:gd name="T2" fmla="*/ 6970 w 6970"/>
                  <a:gd name="T3" fmla="*/ 2278 h 6970"/>
                  <a:gd name="T4" fmla="*/ 6968 w 6970"/>
                  <a:gd name="T5" fmla="*/ 2203 h 6970"/>
                  <a:gd name="T6" fmla="*/ 6958 w 6970"/>
                  <a:gd name="T7" fmla="*/ 2128 h 6970"/>
                  <a:gd name="T8" fmla="*/ 6940 w 6970"/>
                  <a:gd name="T9" fmla="*/ 2057 h 6970"/>
                  <a:gd name="T10" fmla="*/ 6913 w 6970"/>
                  <a:gd name="T11" fmla="*/ 1988 h 6970"/>
                  <a:gd name="T12" fmla="*/ 6878 w 6970"/>
                  <a:gd name="T13" fmla="*/ 1924 h 6970"/>
                  <a:gd name="T14" fmla="*/ 6837 w 6970"/>
                  <a:gd name="T15" fmla="*/ 1864 h 6970"/>
                  <a:gd name="T16" fmla="*/ 6787 w 6970"/>
                  <a:gd name="T17" fmla="*/ 1809 h 6970"/>
                  <a:gd name="T18" fmla="*/ 6731 w 6970"/>
                  <a:gd name="T19" fmla="*/ 1758 h 6970"/>
                  <a:gd name="T20" fmla="*/ 6668 w 6970"/>
                  <a:gd name="T21" fmla="*/ 1714 h 6970"/>
                  <a:gd name="T22" fmla="*/ 5035 w 6970"/>
                  <a:gd name="T23" fmla="*/ 880 h 6970"/>
                  <a:gd name="T24" fmla="*/ 3400 w 6970"/>
                  <a:gd name="T25" fmla="*/ 49 h 6970"/>
                  <a:gd name="T26" fmla="*/ 3327 w 6970"/>
                  <a:gd name="T27" fmla="*/ 25 h 6970"/>
                  <a:gd name="T28" fmla="*/ 3254 w 6970"/>
                  <a:gd name="T29" fmla="*/ 8 h 6970"/>
                  <a:gd name="T30" fmla="*/ 3180 w 6970"/>
                  <a:gd name="T31" fmla="*/ 0 h 6970"/>
                  <a:gd name="T32" fmla="*/ 3107 w 6970"/>
                  <a:gd name="T33" fmla="*/ 2 h 6970"/>
                  <a:gd name="T34" fmla="*/ 3034 w 6970"/>
                  <a:gd name="T35" fmla="*/ 12 h 6970"/>
                  <a:gd name="T36" fmla="*/ 2964 w 6970"/>
                  <a:gd name="T37" fmla="*/ 30 h 6970"/>
                  <a:gd name="T38" fmla="*/ 2894 w 6970"/>
                  <a:gd name="T39" fmla="*/ 57 h 6970"/>
                  <a:gd name="T40" fmla="*/ 2829 w 6970"/>
                  <a:gd name="T41" fmla="*/ 93 h 6970"/>
                  <a:gd name="T42" fmla="*/ 2766 w 6970"/>
                  <a:gd name="T43" fmla="*/ 137 h 6970"/>
                  <a:gd name="T44" fmla="*/ 2708 w 6970"/>
                  <a:gd name="T45" fmla="*/ 189 h 6970"/>
                  <a:gd name="T46" fmla="*/ 171 w 6970"/>
                  <a:gd name="T47" fmla="*/ 2727 h 6970"/>
                  <a:gd name="T48" fmla="*/ 121 w 6970"/>
                  <a:gd name="T49" fmla="*/ 2786 h 6970"/>
                  <a:gd name="T50" fmla="*/ 80 w 6970"/>
                  <a:gd name="T51" fmla="*/ 2850 h 6970"/>
                  <a:gd name="T52" fmla="*/ 47 w 6970"/>
                  <a:gd name="T53" fmla="*/ 2918 h 6970"/>
                  <a:gd name="T54" fmla="*/ 24 w 6970"/>
                  <a:gd name="T55" fmla="*/ 2987 h 6970"/>
                  <a:gd name="T56" fmla="*/ 8 w 6970"/>
                  <a:gd name="T57" fmla="*/ 3058 h 6970"/>
                  <a:gd name="T58" fmla="*/ 0 w 6970"/>
                  <a:gd name="T59" fmla="*/ 3131 h 6970"/>
                  <a:gd name="T60" fmla="*/ 2 w 6970"/>
                  <a:gd name="T61" fmla="*/ 3205 h 6970"/>
                  <a:gd name="T62" fmla="*/ 12 w 6970"/>
                  <a:gd name="T63" fmla="*/ 3279 h 6970"/>
                  <a:gd name="T64" fmla="*/ 31 w 6970"/>
                  <a:gd name="T65" fmla="*/ 3352 h 6970"/>
                  <a:gd name="T66" fmla="*/ 59 w 6970"/>
                  <a:gd name="T67" fmla="*/ 3424 h 6970"/>
                  <a:gd name="T68" fmla="*/ 1690 w 6970"/>
                  <a:gd name="T69" fmla="*/ 6622 h 6970"/>
                  <a:gd name="T70" fmla="*/ 1729 w 6970"/>
                  <a:gd name="T71" fmla="*/ 6690 h 6970"/>
                  <a:gd name="T72" fmla="*/ 1774 w 6970"/>
                  <a:gd name="T73" fmla="*/ 6750 h 6970"/>
                  <a:gd name="T74" fmla="*/ 1827 w 6970"/>
                  <a:gd name="T75" fmla="*/ 6804 h 6970"/>
                  <a:gd name="T76" fmla="*/ 1883 w 6970"/>
                  <a:gd name="T77" fmla="*/ 6851 h 6970"/>
                  <a:gd name="T78" fmla="*/ 1944 w 6970"/>
                  <a:gd name="T79" fmla="*/ 6891 h 6970"/>
                  <a:gd name="T80" fmla="*/ 2011 w 6970"/>
                  <a:gd name="T81" fmla="*/ 6923 h 6970"/>
                  <a:gd name="T82" fmla="*/ 2080 w 6970"/>
                  <a:gd name="T83" fmla="*/ 6947 h 6970"/>
                  <a:gd name="T84" fmla="*/ 2153 w 6970"/>
                  <a:gd name="T85" fmla="*/ 6963 h 6970"/>
                  <a:gd name="T86" fmla="*/ 2227 w 6970"/>
                  <a:gd name="T87" fmla="*/ 6970 h 6970"/>
                  <a:gd name="T88" fmla="*/ 2304 w 6970"/>
                  <a:gd name="T89" fmla="*/ 6968 h 6970"/>
                  <a:gd name="T90" fmla="*/ 4116 w 6970"/>
                  <a:gd name="T91" fmla="*/ 6683 h 6970"/>
                  <a:gd name="T92" fmla="*/ 5926 w 6970"/>
                  <a:gd name="T93" fmla="*/ 6394 h 6970"/>
                  <a:gd name="T94" fmla="*/ 6000 w 6970"/>
                  <a:gd name="T95" fmla="*/ 6372 h 6970"/>
                  <a:gd name="T96" fmla="*/ 6069 w 6970"/>
                  <a:gd name="T97" fmla="*/ 6343 h 6970"/>
                  <a:gd name="T98" fmla="*/ 6133 w 6970"/>
                  <a:gd name="T99" fmla="*/ 6305 h 6970"/>
                  <a:gd name="T100" fmla="*/ 6191 w 6970"/>
                  <a:gd name="T101" fmla="*/ 6261 h 6970"/>
                  <a:gd name="T102" fmla="*/ 6245 w 6970"/>
                  <a:gd name="T103" fmla="*/ 6210 h 6970"/>
                  <a:gd name="T104" fmla="*/ 6291 w 6970"/>
                  <a:gd name="T105" fmla="*/ 6153 h 6970"/>
                  <a:gd name="T106" fmla="*/ 6330 w 6970"/>
                  <a:gd name="T107" fmla="*/ 6091 h 6970"/>
                  <a:gd name="T108" fmla="*/ 6363 w 6970"/>
                  <a:gd name="T109" fmla="*/ 6024 h 6970"/>
                  <a:gd name="T110" fmla="*/ 6388 w 6970"/>
                  <a:gd name="T111" fmla="*/ 5952 h 6970"/>
                  <a:gd name="T112" fmla="*/ 6405 w 6970"/>
                  <a:gd name="T113" fmla="*/ 5876 h 6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970" h="6970">
                    <a:moveTo>
                      <a:pt x="6405" y="5876"/>
                    </a:moveTo>
                    <a:lnTo>
                      <a:pt x="6683" y="4116"/>
                    </a:lnTo>
                    <a:lnTo>
                      <a:pt x="6963" y="2355"/>
                    </a:lnTo>
                    <a:lnTo>
                      <a:pt x="6966" y="2329"/>
                    </a:lnTo>
                    <a:lnTo>
                      <a:pt x="6968" y="2304"/>
                    </a:lnTo>
                    <a:lnTo>
                      <a:pt x="6970" y="2278"/>
                    </a:lnTo>
                    <a:lnTo>
                      <a:pt x="6970" y="2253"/>
                    </a:lnTo>
                    <a:lnTo>
                      <a:pt x="6970" y="2227"/>
                    </a:lnTo>
                    <a:lnTo>
                      <a:pt x="6968" y="2203"/>
                    </a:lnTo>
                    <a:lnTo>
                      <a:pt x="6966" y="2178"/>
                    </a:lnTo>
                    <a:lnTo>
                      <a:pt x="6963" y="2153"/>
                    </a:lnTo>
                    <a:lnTo>
                      <a:pt x="6958" y="2128"/>
                    </a:lnTo>
                    <a:lnTo>
                      <a:pt x="6954" y="2104"/>
                    </a:lnTo>
                    <a:lnTo>
                      <a:pt x="6947" y="2080"/>
                    </a:lnTo>
                    <a:lnTo>
                      <a:pt x="6940" y="2057"/>
                    </a:lnTo>
                    <a:lnTo>
                      <a:pt x="6932" y="2033"/>
                    </a:lnTo>
                    <a:lnTo>
                      <a:pt x="6923" y="2011"/>
                    </a:lnTo>
                    <a:lnTo>
                      <a:pt x="6913" y="1988"/>
                    </a:lnTo>
                    <a:lnTo>
                      <a:pt x="6903" y="1967"/>
                    </a:lnTo>
                    <a:lnTo>
                      <a:pt x="6891" y="1944"/>
                    </a:lnTo>
                    <a:lnTo>
                      <a:pt x="6878" y="1924"/>
                    </a:lnTo>
                    <a:lnTo>
                      <a:pt x="6866" y="1903"/>
                    </a:lnTo>
                    <a:lnTo>
                      <a:pt x="6851" y="1883"/>
                    </a:lnTo>
                    <a:lnTo>
                      <a:pt x="6837" y="1864"/>
                    </a:lnTo>
                    <a:lnTo>
                      <a:pt x="6821" y="1844"/>
                    </a:lnTo>
                    <a:lnTo>
                      <a:pt x="6804" y="1827"/>
                    </a:lnTo>
                    <a:lnTo>
                      <a:pt x="6787" y="1809"/>
                    </a:lnTo>
                    <a:lnTo>
                      <a:pt x="6769" y="1791"/>
                    </a:lnTo>
                    <a:lnTo>
                      <a:pt x="6750" y="1774"/>
                    </a:lnTo>
                    <a:lnTo>
                      <a:pt x="6731" y="1758"/>
                    </a:lnTo>
                    <a:lnTo>
                      <a:pt x="6711" y="1743"/>
                    </a:lnTo>
                    <a:lnTo>
                      <a:pt x="6690" y="1729"/>
                    </a:lnTo>
                    <a:lnTo>
                      <a:pt x="6668" y="1714"/>
                    </a:lnTo>
                    <a:lnTo>
                      <a:pt x="6646" y="1702"/>
                    </a:lnTo>
                    <a:lnTo>
                      <a:pt x="6622" y="1690"/>
                    </a:lnTo>
                    <a:lnTo>
                      <a:pt x="5035" y="880"/>
                    </a:lnTo>
                    <a:lnTo>
                      <a:pt x="3448" y="71"/>
                    </a:lnTo>
                    <a:lnTo>
                      <a:pt x="3424" y="59"/>
                    </a:lnTo>
                    <a:lnTo>
                      <a:pt x="3400" y="49"/>
                    </a:lnTo>
                    <a:lnTo>
                      <a:pt x="3376" y="40"/>
                    </a:lnTo>
                    <a:lnTo>
                      <a:pt x="3352" y="31"/>
                    </a:lnTo>
                    <a:lnTo>
                      <a:pt x="3327" y="25"/>
                    </a:lnTo>
                    <a:lnTo>
                      <a:pt x="3303" y="18"/>
                    </a:lnTo>
                    <a:lnTo>
                      <a:pt x="3279" y="12"/>
                    </a:lnTo>
                    <a:lnTo>
                      <a:pt x="3254" y="8"/>
                    </a:lnTo>
                    <a:lnTo>
                      <a:pt x="3230" y="4"/>
                    </a:lnTo>
                    <a:lnTo>
                      <a:pt x="3205" y="2"/>
                    </a:lnTo>
                    <a:lnTo>
                      <a:pt x="3180" y="0"/>
                    </a:lnTo>
                    <a:lnTo>
                      <a:pt x="3156" y="0"/>
                    </a:lnTo>
                    <a:lnTo>
                      <a:pt x="3131" y="0"/>
                    </a:lnTo>
                    <a:lnTo>
                      <a:pt x="3107" y="2"/>
                    </a:lnTo>
                    <a:lnTo>
                      <a:pt x="3083" y="4"/>
                    </a:lnTo>
                    <a:lnTo>
                      <a:pt x="3058" y="8"/>
                    </a:lnTo>
                    <a:lnTo>
                      <a:pt x="3034" y="12"/>
                    </a:lnTo>
                    <a:lnTo>
                      <a:pt x="3011" y="17"/>
                    </a:lnTo>
                    <a:lnTo>
                      <a:pt x="2987" y="24"/>
                    </a:lnTo>
                    <a:lnTo>
                      <a:pt x="2964" y="30"/>
                    </a:lnTo>
                    <a:lnTo>
                      <a:pt x="2940" y="38"/>
                    </a:lnTo>
                    <a:lnTo>
                      <a:pt x="2918" y="47"/>
                    </a:lnTo>
                    <a:lnTo>
                      <a:pt x="2894" y="57"/>
                    </a:lnTo>
                    <a:lnTo>
                      <a:pt x="2873" y="68"/>
                    </a:lnTo>
                    <a:lnTo>
                      <a:pt x="2850" y="80"/>
                    </a:lnTo>
                    <a:lnTo>
                      <a:pt x="2829" y="93"/>
                    </a:lnTo>
                    <a:lnTo>
                      <a:pt x="2808" y="107"/>
                    </a:lnTo>
                    <a:lnTo>
                      <a:pt x="2786" y="121"/>
                    </a:lnTo>
                    <a:lnTo>
                      <a:pt x="2766" y="137"/>
                    </a:lnTo>
                    <a:lnTo>
                      <a:pt x="2747" y="153"/>
                    </a:lnTo>
                    <a:lnTo>
                      <a:pt x="2727" y="171"/>
                    </a:lnTo>
                    <a:lnTo>
                      <a:pt x="2708" y="189"/>
                    </a:lnTo>
                    <a:lnTo>
                      <a:pt x="1448" y="1448"/>
                    </a:lnTo>
                    <a:lnTo>
                      <a:pt x="189" y="2708"/>
                    </a:lnTo>
                    <a:lnTo>
                      <a:pt x="171" y="2727"/>
                    </a:lnTo>
                    <a:lnTo>
                      <a:pt x="153" y="2747"/>
                    </a:lnTo>
                    <a:lnTo>
                      <a:pt x="137" y="2766"/>
                    </a:lnTo>
                    <a:lnTo>
                      <a:pt x="121" y="2786"/>
                    </a:lnTo>
                    <a:lnTo>
                      <a:pt x="107" y="2808"/>
                    </a:lnTo>
                    <a:lnTo>
                      <a:pt x="93" y="2829"/>
                    </a:lnTo>
                    <a:lnTo>
                      <a:pt x="80" y="2850"/>
                    </a:lnTo>
                    <a:lnTo>
                      <a:pt x="68" y="2873"/>
                    </a:lnTo>
                    <a:lnTo>
                      <a:pt x="57" y="2894"/>
                    </a:lnTo>
                    <a:lnTo>
                      <a:pt x="47" y="2918"/>
                    </a:lnTo>
                    <a:lnTo>
                      <a:pt x="38" y="2940"/>
                    </a:lnTo>
                    <a:lnTo>
                      <a:pt x="30" y="2964"/>
                    </a:lnTo>
                    <a:lnTo>
                      <a:pt x="24" y="2987"/>
                    </a:lnTo>
                    <a:lnTo>
                      <a:pt x="17" y="3011"/>
                    </a:lnTo>
                    <a:lnTo>
                      <a:pt x="12" y="3034"/>
                    </a:lnTo>
                    <a:lnTo>
                      <a:pt x="8" y="3058"/>
                    </a:lnTo>
                    <a:lnTo>
                      <a:pt x="4" y="3083"/>
                    </a:lnTo>
                    <a:lnTo>
                      <a:pt x="2" y="3107"/>
                    </a:lnTo>
                    <a:lnTo>
                      <a:pt x="0" y="3131"/>
                    </a:lnTo>
                    <a:lnTo>
                      <a:pt x="0" y="3156"/>
                    </a:lnTo>
                    <a:lnTo>
                      <a:pt x="0" y="3180"/>
                    </a:lnTo>
                    <a:lnTo>
                      <a:pt x="2" y="3205"/>
                    </a:lnTo>
                    <a:lnTo>
                      <a:pt x="4" y="3230"/>
                    </a:lnTo>
                    <a:lnTo>
                      <a:pt x="8" y="3254"/>
                    </a:lnTo>
                    <a:lnTo>
                      <a:pt x="12" y="3279"/>
                    </a:lnTo>
                    <a:lnTo>
                      <a:pt x="18" y="3303"/>
                    </a:lnTo>
                    <a:lnTo>
                      <a:pt x="24" y="3327"/>
                    </a:lnTo>
                    <a:lnTo>
                      <a:pt x="31" y="3352"/>
                    </a:lnTo>
                    <a:lnTo>
                      <a:pt x="40" y="3376"/>
                    </a:lnTo>
                    <a:lnTo>
                      <a:pt x="49" y="3400"/>
                    </a:lnTo>
                    <a:lnTo>
                      <a:pt x="59" y="3424"/>
                    </a:lnTo>
                    <a:lnTo>
                      <a:pt x="71" y="3448"/>
                    </a:lnTo>
                    <a:lnTo>
                      <a:pt x="880" y="5035"/>
                    </a:lnTo>
                    <a:lnTo>
                      <a:pt x="1690" y="6622"/>
                    </a:lnTo>
                    <a:lnTo>
                      <a:pt x="1702" y="6646"/>
                    </a:lnTo>
                    <a:lnTo>
                      <a:pt x="1714" y="6668"/>
                    </a:lnTo>
                    <a:lnTo>
                      <a:pt x="1729" y="6690"/>
                    </a:lnTo>
                    <a:lnTo>
                      <a:pt x="1743" y="6711"/>
                    </a:lnTo>
                    <a:lnTo>
                      <a:pt x="1758" y="6731"/>
                    </a:lnTo>
                    <a:lnTo>
                      <a:pt x="1774" y="6750"/>
                    </a:lnTo>
                    <a:lnTo>
                      <a:pt x="1791" y="6769"/>
                    </a:lnTo>
                    <a:lnTo>
                      <a:pt x="1809" y="6787"/>
                    </a:lnTo>
                    <a:lnTo>
                      <a:pt x="1827" y="6804"/>
                    </a:lnTo>
                    <a:lnTo>
                      <a:pt x="1844" y="6821"/>
                    </a:lnTo>
                    <a:lnTo>
                      <a:pt x="1864" y="6837"/>
                    </a:lnTo>
                    <a:lnTo>
                      <a:pt x="1883" y="6851"/>
                    </a:lnTo>
                    <a:lnTo>
                      <a:pt x="1903" y="6866"/>
                    </a:lnTo>
                    <a:lnTo>
                      <a:pt x="1924" y="6878"/>
                    </a:lnTo>
                    <a:lnTo>
                      <a:pt x="1944" y="6891"/>
                    </a:lnTo>
                    <a:lnTo>
                      <a:pt x="1967" y="6903"/>
                    </a:lnTo>
                    <a:lnTo>
                      <a:pt x="1988" y="6913"/>
                    </a:lnTo>
                    <a:lnTo>
                      <a:pt x="2011" y="6923"/>
                    </a:lnTo>
                    <a:lnTo>
                      <a:pt x="2033" y="6932"/>
                    </a:lnTo>
                    <a:lnTo>
                      <a:pt x="2057" y="6940"/>
                    </a:lnTo>
                    <a:lnTo>
                      <a:pt x="2080" y="6947"/>
                    </a:lnTo>
                    <a:lnTo>
                      <a:pt x="2104" y="6954"/>
                    </a:lnTo>
                    <a:lnTo>
                      <a:pt x="2128" y="6958"/>
                    </a:lnTo>
                    <a:lnTo>
                      <a:pt x="2153" y="6963"/>
                    </a:lnTo>
                    <a:lnTo>
                      <a:pt x="2178" y="6966"/>
                    </a:lnTo>
                    <a:lnTo>
                      <a:pt x="2203" y="6968"/>
                    </a:lnTo>
                    <a:lnTo>
                      <a:pt x="2227" y="6970"/>
                    </a:lnTo>
                    <a:lnTo>
                      <a:pt x="2253" y="6970"/>
                    </a:lnTo>
                    <a:lnTo>
                      <a:pt x="2278" y="6970"/>
                    </a:lnTo>
                    <a:lnTo>
                      <a:pt x="2304" y="6968"/>
                    </a:lnTo>
                    <a:lnTo>
                      <a:pt x="2329" y="6966"/>
                    </a:lnTo>
                    <a:lnTo>
                      <a:pt x="2355" y="6963"/>
                    </a:lnTo>
                    <a:lnTo>
                      <a:pt x="4116" y="6683"/>
                    </a:lnTo>
                    <a:lnTo>
                      <a:pt x="5876" y="6405"/>
                    </a:lnTo>
                    <a:lnTo>
                      <a:pt x="5902" y="6400"/>
                    </a:lnTo>
                    <a:lnTo>
                      <a:pt x="5926" y="6394"/>
                    </a:lnTo>
                    <a:lnTo>
                      <a:pt x="5952" y="6388"/>
                    </a:lnTo>
                    <a:lnTo>
                      <a:pt x="5976" y="6381"/>
                    </a:lnTo>
                    <a:lnTo>
                      <a:pt x="6000" y="6372"/>
                    </a:lnTo>
                    <a:lnTo>
                      <a:pt x="6024" y="6363"/>
                    </a:lnTo>
                    <a:lnTo>
                      <a:pt x="6046" y="6353"/>
                    </a:lnTo>
                    <a:lnTo>
                      <a:pt x="6069" y="6343"/>
                    </a:lnTo>
                    <a:lnTo>
                      <a:pt x="6091" y="6330"/>
                    </a:lnTo>
                    <a:lnTo>
                      <a:pt x="6113" y="6318"/>
                    </a:lnTo>
                    <a:lnTo>
                      <a:pt x="6133" y="6305"/>
                    </a:lnTo>
                    <a:lnTo>
                      <a:pt x="6153" y="6291"/>
                    </a:lnTo>
                    <a:lnTo>
                      <a:pt x="6173" y="6277"/>
                    </a:lnTo>
                    <a:lnTo>
                      <a:pt x="6191" y="6261"/>
                    </a:lnTo>
                    <a:lnTo>
                      <a:pt x="6210" y="6245"/>
                    </a:lnTo>
                    <a:lnTo>
                      <a:pt x="6227" y="6227"/>
                    </a:lnTo>
                    <a:lnTo>
                      <a:pt x="6245" y="6210"/>
                    </a:lnTo>
                    <a:lnTo>
                      <a:pt x="6261" y="6191"/>
                    </a:lnTo>
                    <a:lnTo>
                      <a:pt x="6277" y="6173"/>
                    </a:lnTo>
                    <a:lnTo>
                      <a:pt x="6291" y="6153"/>
                    </a:lnTo>
                    <a:lnTo>
                      <a:pt x="6305" y="6133"/>
                    </a:lnTo>
                    <a:lnTo>
                      <a:pt x="6318" y="6113"/>
                    </a:lnTo>
                    <a:lnTo>
                      <a:pt x="6330" y="6091"/>
                    </a:lnTo>
                    <a:lnTo>
                      <a:pt x="6343" y="6069"/>
                    </a:lnTo>
                    <a:lnTo>
                      <a:pt x="6353" y="6046"/>
                    </a:lnTo>
                    <a:lnTo>
                      <a:pt x="6363" y="6024"/>
                    </a:lnTo>
                    <a:lnTo>
                      <a:pt x="6372" y="6000"/>
                    </a:lnTo>
                    <a:lnTo>
                      <a:pt x="6381" y="5976"/>
                    </a:lnTo>
                    <a:lnTo>
                      <a:pt x="6388" y="5952"/>
                    </a:lnTo>
                    <a:lnTo>
                      <a:pt x="6394" y="5926"/>
                    </a:lnTo>
                    <a:lnTo>
                      <a:pt x="6400" y="5902"/>
                    </a:lnTo>
                    <a:lnTo>
                      <a:pt x="6405" y="5876"/>
                    </a:lnTo>
                    <a:close/>
                  </a:path>
                </a:pathLst>
              </a:custGeom>
              <a:solidFill>
                <a:srgbClr val="C00000"/>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000000"/>
                  </a:solidFill>
                  <a:effectLst/>
                  <a:uLnTx/>
                  <a:uFillTx/>
                  <a:latin typeface="Arial" panose="020B0604020202020204"/>
                  <a:ea typeface="阿里巴巴普惠体 Medium"/>
                  <a:cs typeface="阿里巴巴普惠体 Medium"/>
                  <a:sym typeface="Arial" panose="020B0604020202020204"/>
                </a:endParaRPr>
              </a:p>
            </p:txBody>
          </p:sp>
          <p:sp>
            <p:nvSpPr>
              <p:cNvPr id="11" name="图形"/>
              <p:cNvSpPr/>
              <p:nvPr userDrawn="1">
                <p:custDataLst>
                  <p:tags r:id="rId2"/>
                </p:custDataLst>
              </p:nvPr>
            </p:nvSpPr>
            <p:spPr bwMode="auto">
              <a:xfrm>
                <a:off x="7564" y="4269"/>
                <a:ext cx="908" cy="857"/>
              </a:xfrm>
              <a:custGeom>
                <a:avLst/>
                <a:gdLst>
                  <a:gd name="T0" fmla="*/ 91 w 194"/>
                  <a:gd name="T1" fmla="*/ 8 h 183"/>
                  <a:gd name="T2" fmla="*/ 103 w 194"/>
                  <a:gd name="T3" fmla="*/ 8 h 183"/>
                  <a:gd name="T4" fmla="*/ 118 w 194"/>
                  <a:gd name="T5" fmla="*/ 48 h 183"/>
                  <a:gd name="T6" fmla="*/ 141 w 194"/>
                  <a:gd name="T7" fmla="*/ 64 h 183"/>
                  <a:gd name="T8" fmla="*/ 183 w 194"/>
                  <a:gd name="T9" fmla="*/ 66 h 183"/>
                  <a:gd name="T10" fmla="*/ 186 w 194"/>
                  <a:gd name="T11" fmla="*/ 78 h 183"/>
                  <a:gd name="T12" fmla="*/ 154 w 194"/>
                  <a:gd name="T13" fmla="*/ 104 h 183"/>
                  <a:gd name="T14" fmla="*/ 145 w 194"/>
                  <a:gd name="T15" fmla="*/ 131 h 183"/>
                  <a:gd name="T16" fmla="*/ 156 w 194"/>
                  <a:gd name="T17" fmla="*/ 171 h 183"/>
                  <a:gd name="T18" fmla="*/ 146 w 194"/>
                  <a:gd name="T19" fmla="*/ 178 h 183"/>
                  <a:gd name="T20" fmla="*/ 111 w 194"/>
                  <a:gd name="T21" fmla="*/ 155 h 183"/>
                  <a:gd name="T22" fmla="*/ 83 w 194"/>
                  <a:gd name="T23" fmla="*/ 155 h 183"/>
                  <a:gd name="T24" fmla="*/ 48 w 194"/>
                  <a:gd name="T25" fmla="*/ 178 h 183"/>
                  <a:gd name="T26" fmla="*/ 38 w 194"/>
                  <a:gd name="T27" fmla="*/ 171 h 183"/>
                  <a:gd name="T28" fmla="*/ 49 w 194"/>
                  <a:gd name="T29" fmla="*/ 131 h 183"/>
                  <a:gd name="T30" fmla="*/ 41 w 194"/>
                  <a:gd name="T31" fmla="*/ 104 h 183"/>
                  <a:gd name="T32" fmla="*/ 8 w 194"/>
                  <a:gd name="T33" fmla="*/ 78 h 183"/>
                  <a:gd name="T34" fmla="*/ 11 w 194"/>
                  <a:gd name="T35" fmla="*/ 66 h 183"/>
                  <a:gd name="T36" fmla="*/ 53 w 194"/>
                  <a:gd name="T37" fmla="*/ 64 h 183"/>
                  <a:gd name="T38" fmla="*/ 76 w 194"/>
                  <a:gd name="T39" fmla="*/ 48 h 183"/>
                  <a:gd name="T40" fmla="*/ 91 w 194"/>
                  <a:gd name="T41" fmla="*/ 8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4" h="183">
                    <a:moveTo>
                      <a:pt x="91" y="8"/>
                    </a:moveTo>
                    <a:cubicBezTo>
                      <a:pt x="94" y="0"/>
                      <a:pt x="100" y="0"/>
                      <a:pt x="103" y="8"/>
                    </a:cubicBezTo>
                    <a:cubicBezTo>
                      <a:pt x="118" y="48"/>
                      <a:pt x="118" y="48"/>
                      <a:pt x="118" y="48"/>
                    </a:cubicBezTo>
                    <a:cubicBezTo>
                      <a:pt x="121" y="56"/>
                      <a:pt x="132" y="64"/>
                      <a:pt x="141" y="64"/>
                    </a:cubicBezTo>
                    <a:cubicBezTo>
                      <a:pt x="183" y="66"/>
                      <a:pt x="183" y="66"/>
                      <a:pt x="183" y="66"/>
                    </a:cubicBezTo>
                    <a:cubicBezTo>
                      <a:pt x="192" y="67"/>
                      <a:pt x="194" y="72"/>
                      <a:pt x="186" y="78"/>
                    </a:cubicBezTo>
                    <a:cubicBezTo>
                      <a:pt x="154" y="104"/>
                      <a:pt x="154" y="104"/>
                      <a:pt x="154" y="104"/>
                    </a:cubicBezTo>
                    <a:cubicBezTo>
                      <a:pt x="146" y="110"/>
                      <a:pt x="142" y="122"/>
                      <a:pt x="145" y="131"/>
                    </a:cubicBezTo>
                    <a:cubicBezTo>
                      <a:pt x="156" y="171"/>
                      <a:pt x="156" y="171"/>
                      <a:pt x="156" y="171"/>
                    </a:cubicBezTo>
                    <a:cubicBezTo>
                      <a:pt x="159" y="180"/>
                      <a:pt x="154" y="183"/>
                      <a:pt x="146" y="178"/>
                    </a:cubicBezTo>
                    <a:cubicBezTo>
                      <a:pt x="111" y="155"/>
                      <a:pt x="111" y="155"/>
                      <a:pt x="111" y="155"/>
                    </a:cubicBezTo>
                    <a:cubicBezTo>
                      <a:pt x="104" y="150"/>
                      <a:pt x="91" y="150"/>
                      <a:pt x="83" y="155"/>
                    </a:cubicBezTo>
                    <a:cubicBezTo>
                      <a:pt x="48" y="178"/>
                      <a:pt x="48" y="178"/>
                      <a:pt x="48" y="178"/>
                    </a:cubicBezTo>
                    <a:cubicBezTo>
                      <a:pt x="40" y="183"/>
                      <a:pt x="36" y="180"/>
                      <a:pt x="38" y="171"/>
                    </a:cubicBezTo>
                    <a:cubicBezTo>
                      <a:pt x="49" y="131"/>
                      <a:pt x="49" y="131"/>
                      <a:pt x="49" y="131"/>
                    </a:cubicBezTo>
                    <a:cubicBezTo>
                      <a:pt x="52" y="122"/>
                      <a:pt x="48" y="110"/>
                      <a:pt x="41" y="104"/>
                    </a:cubicBezTo>
                    <a:cubicBezTo>
                      <a:pt x="8" y="78"/>
                      <a:pt x="8" y="78"/>
                      <a:pt x="8" y="78"/>
                    </a:cubicBezTo>
                    <a:cubicBezTo>
                      <a:pt x="0" y="72"/>
                      <a:pt x="2" y="67"/>
                      <a:pt x="11" y="66"/>
                    </a:cubicBezTo>
                    <a:cubicBezTo>
                      <a:pt x="53" y="64"/>
                      <a:pt x="53" y="64"/>
                      <a:pt x="53" y="64"/>
                    </a:cubicBezTo>
                    <a:cubicBezTo>
                      <a:pt x="63" y="64"/>
                      <a:pt x="73" y="56"/>
                      <a:pt x="76" y="48"/>
                    </a:cubicBezTo>
                    <a:lnTo>
                      <a:pt x="91" y="8"/>
                    </a:lnTo>
                    <a:close/>
                  </a:path>
                </a:pathLst>
              </a:custGeom>
              <a:solidFill>
                <a:srgbClr val="FFFFFF"/>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000000"/>
                  </a:solidFill>
                  <a:effectLst/>
                  <a:uLnTx/>
                  <a:uFillTx/>
                  <a:latin typeface="Arial" panose="020B0604020202020204"/>
                  <a:ea typeface="阿里巴巴普惠体 Medium"/>
                  <a:cs typeface="阿里巴巴普惠体 Medium"/>
                  <a:sym typeface="Arial" panose="020B0604020202020204"/>
                </a:endParaRPr>
              </a:p>
            </p:txBody>
          </p:sp>
        </p:grpSp>
        <p:sp>
          <p:nvSpPr>
            <p:cNvPr id="12" name="文本框 11"/>
            <p:cNvSpPr txBox="1"/>
            <p:nvPr/>
          </p:nvSpPr>
          <p:spPr>
            <a:xfrm>
              <a:off x="1127448" y="404664"/>
              <a:ext cx="3528392" cy="584775"/>
            </a:xfrm>
            <a:prstGeom prst="rect">
              <a:avLst/>
            </a:prstGeom>
            <a:noFill/>
          </p:spPr>
          <p:txBody>
            <a:bodyPr wrap="square" rtlCol="0" anchor="t">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rPr>
                <a:t>成果汇报总结发表</a:t>
              </a:r>
              <a:endParaRPr kumimoji="0" lang="zh-CN" altLang="en-US" sz="3200" b="0" i="0" u="none" strike="noStrike" kern="1200" cap="none" spc="0" normalizeH="0" baseline="0" noProof="0" dirty="0">
                <a:ln>
                  <a:noFill/>
                </a:ln>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endParaRPr>
            </a:p>
          </p:txBody>
        </p:sp>
      </p:grpSp>
      <p:cxnSp>
        <p:nvCxnSpPr>
          <p:cNvPr id="2" name="直接连接符 1"/>
          <p:cNvCxnSpPr/>
          <p:nvPr/>
        </p:nvCxnSpPr>
        <p:spPr>
          <a:xfrm flipH="1">
            <a:off x="290514" y="3735691"/>
            <a:ext cx="11610975" cy="0"/>
          </a:xfrm>
          <a:prstGeom prst="line">
            <a:avLst/>
          </a:prstGeom>
          <a:ln w="12700" cap="rnd">
            <a:solidFill>
              <a:srgbClr val="E70105"/>
            </a:solidFill>
            <a:prstDash val="dash"/>
            <a:headEnd type="oval"/>
            <a:tailEnd type="triangle" w="lg" len="lg"/>
          </a:ln>
        </p:spPr>
        <p:style>
          <a:lnRef idx="1">
            <a:schemeClr val="accent1"/>
          </a:lnRef>
          <a:fillRef idx="0">
            <a:schemeClr val="accent1"/>
          </a:fillRef>
          <a:effectRef idx="0">
            <a:schemeClr val="accent1"/>
          </a:effectRef>
          <a:fontRef idx="minor">
            <a:schemeClr val="tx1"/>
          </a:fontRef>
        </p:style>
      </p:cxnSp>
      <p:sp>
        <p:nvSpPr>
          <p:cNvPr id="3" name="椭圆 2"/>
          <p:cNvSpPr/>
          <p:nvPr/>
        </p:nvSpPr>
        <p:spPr>
          <a:xfrm>
            <a:off x="1508525" y="3248727"/>
            <a:ext cx="973929" cy="973929"/>
          </a:xfrm>
          <a:prstGeom prst="ellipse">
            <a:avLst/>
          </a:prstGeom>
          <a:solidFill>
            <a:srgbClr val="C00000"/>
          </a:solidFill>
          <a:ln w="12700" cap="flat" cmpd="sng" algn="ctr">
            <a:noFill/>
            <a:prstDash val="solid"/>
            <a:miter lim="800000"/>
          </a:ln>
          <a:effectLst>
            <a:outerShdw blurRad="762000" dist="63500" dir="5400000" algn="t" rotWithShape="0">
              <a:srgbClr val="C5E3E3">
                <a:alpha val="15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rPr>
              <a:t>01</a:t>
            </a:r>
            <a:endParaRPr kumimoji="0" lang="zh-CN" altLang="en-US" sz="2800" b="1"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endParaRPr>
          </a:p>
        </p:txBody>
      </p:sp>
      <p:sp>
        <p:nvSpPr>
          <p:cNvPr id="4" name="椭圆 3"/>
          <p:cNvSpPr/>
          <p:nvPr/>
        </p:nvSpPr>
        <p:spPr>
          <a:xfrm>
            <a:off x="4242200" y="3248727"/>
            <a:ext cx="973929" cy="973929"/>
          </a:xfrm>
          <a:prstGeom prst="ellipse">
            <a:avLst/>
          </a:prstGeom>
          <a:solidFill>
            <a:srgbClr val="C00000"/>
          </a:solidFill>
          <a:ln w="12700" cap="flat" cmpd="sng" algn="ctr">
            <a:noFill/>
            <a:prstDash val="solid"/>
            <a:miter lim="800000"/>
          </a:ln>
          <a:effectLst>
            <a:outerShdw blurRad="762000" dist="63500" dir="5400000" algn="t" rotWithShape="0">
              <a:srgbClr val="C5E3E3">
                <a:alpha val="15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rPr>
              <a:t>02</a:t>
            </a:r>
            <a:endParaRPr kumimoji="0" lang="zh-CN" altLang="en-US" sz="2800" b="1"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endParaRPr>
          </a:p>
        </p:txBody>
      </p:sp>
      <p:sp>
        <p:nvSpPr>
          <p:cNvPr id="5" name="椭圆 4"/>
          <p:cNvSpPr/>
          <p:nvPr/>
        </p:nvSpPr>
        <p:spPr>
          <a:xfrm>
            <a:off x="6975873" y="3248727"/>
            <a:ext cx="973929" cy="973929"/>
          </a:xfrm>
          <a:prstGeom prst="ellipse">
            <a:avLst/>
          </a:prstGeom>
          <a:solidFill>
            <a:srgbClr val="C00000"/>
          </a:solidFill>
          <a:ln w="12700" cap="flat" cmpd="sng" algn="ctr">
            <a:noFill/>
            <a:prstDash val="solid"/>
            <a:miter lim="800000"/>
          </a:ln>
          <a:effectLst>
            <a:outerShdw blurRad="762000" dist="63500" dir="5400000" algn="t" rotWithShape="0">
              <a:srgbClr val="C5E3E3">
                <a:alpha val="15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rPr>
              <a:t>03</a:t>
            </a:r>
            <a:endParaRPr kumimoji="0" lang="zh-CN" altLang="en-US" sz="2800" b="1"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endParaRPr>
          </a:p>
        </p:txBody>
      </p:sp>
      <p:sp>
        <p:nvSpPr>
          <p:cNvPr id="6" name="椭圆 5"/>
          <p:cNvSpPr/>
          <p:nvPr/>
        </p:nvSpPr>
        <p:spPr>
          <a:xfrm>
            <a:off x="9709549" y="3248727"/>
            <a:ext cx="973929" cy="973929"/>
          </a:xfrm>
          <a:prstGeom prst="ellipse">
            <a:avLst/>
          </a:prstGeom>
          <a:solidFill>
            <a:srgbClr val="C00000"/>
          </a:solidFill>
          <a:ln w="12700" cap="flat" cmpd="sng" algn="ctr">
            <a:noFill/>
            <a:prstDash val="solid"/>
            <a:miter lim="800000"/>
          </a:ln>
          <a:effectLst>
            <a:outerShdw blurRad="762000" dist="63500" dir="5400000" algn="t" rotWithShape="0">
              <a:srgbClr val="C5E3E3">
                <a:alpha val="15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rPr>
              <a:t>04</a:t>
            </a:r>
            <a:endParaRPr kumimoji="0" lang="zh-CN" altLang="en-US" sz="2800" b="1"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endParaRPr>
          </a:p>
        </p:txBody>
      </p:sp>
      <p:sp>
        <p:nvSpPr>
          <p:cNvPr id="7" name="矩形: 圆角 6"/>
          <p:cNvSpPr/>
          <p:nvPr/>
        </p:nvSpPr>
        <p:spPr>
          <a:xfrm>
            <a:off x="1243793" y="2368891"/>
            <a:ext cx="1503391" cy="493693"/>
          </a:xfrm>
          <a:prstGeom prst="roundRect">
            <a:avLst>
              <a:gd name="adj" fmla="val 50000"/>
            </a:avLst>
          </a:prstGeom>
          <a:solidFill>
            <a:srgbClr val="C00000"/>
          </a:solidFill>
          <a:ln w="12700" cap="flat" cmpd="sng" algn="ctr">
            <a:noFill/>
            <a:prstDash val="solid"/>
            <a:miter lim="800000"/>
          </a:ln>
          <a:effectLst/>
        </p:spPr>
        <p:txBody>
          <a:bodyPr rtlCol="0" anchor="ctr"/>
          <a:lstStyle/>
          <a:p>
            <a:pPr algn="ctr"/>
            <a:r>
              <a:rPr lang="zh-CN" altLang="en-US" sz="2000" b="1" dirty="0">
                <a:solidFill>
                  <a:schemeClr val="bg1"/>
                </a:solidFill>
                <a:latin typeface="Arial" panose="020B0604020202020204"/>
                <a:ea typeface="阿里巴巴普惠体 Medium"/>
                <a:cs typeface="阿里巴巴普惠体 Medium"/>
                <a:sym typeface="Arial" panose="020B0604020202020204"/>
              </a:rPr>
              <a:t>成果汇报</a:t>
            </a:r>
            <a:endParaRPr kumimoji="0" lang="zh-CN" altLang="en-US" sz="2000" b="1" i="0" u="none" strike="noStrike" kern="1200" cap="none" spc="0" normalizeH="0" baseline="0" noProof="0" dirty="0">
              <a:ln>
                <a:noFill/>
              </a:ln>
              <a:solidFill>
                <a:schemeClr val="bg1"/>
              </a:solidFill>
              <a:effectLst/>
              <a:uLnTx/>
              <a:uFillTx/>
              <a:latin typeface="Arial" panose="020B0604020202020204"/>
              <a:ea typeface="阿里巴巴普惠体 Medium"/>
              <a:cs typeface="阿里巴巴普惠体 Medium"/>
              <a:sym typeface="Arial" panose="020B0604020202020204"/>
            </a:endParaRPr>
          </a:p>
        </p:txBody>
      </p:sp>
      <p:sp>
        <p:nvSpPr>
          <p:cNvPr id="8" name="矩形: 圆角 7"/>
          <p:cNvSpPr/>
          <p:nvPr/>
        </p:nvSpPr>
        <p:spPr>
          <a:xfrm>
            <a:off x="3977467" y="4462775"/>
            <a:ext cx="1503391" cy="493693"/>
          </a:xfrm>
          <a:prstGeom prst="roundRect">
            <a:avLst>
              <a:gd name="adj" fmla="val 50000"/>
            </a:avLst>
          </a:prstGeom>
          <a:solidFill>
            <a:srgbClr val="C00000"/>
          </a:solidFill>
          <a:ln w="12700" cap="flat" cmpd="sng" algn="ctr">
            <a:noFill/>
            <a:prstDash val="solid"/>
            <a:miter lim="800000"/>
          </a:ln>
          <a:effectLst/>
        </p:spPr>
        <p:txBody>
          <a:bodyPr rtlCol="0" anchor="ctr"/>
          <a:lstStyle/>
          <a:p>
            <a:pPr algn="ctr"/>
            <a:r>
              <a:rPr lang="zh-CN" altLang="en-US" sz="2000" b="1" dirty="0">
                <a:solidFill>
                  <a:schemeClr val="bg1"/>
                </a:solidFill>
                <a:latin typeface="Arial" panose="020B0604020202020204"/>
                <a:ea typeface="阿里巴巴普惠体 Medium"/>
                <a:cs typeface="阿里巴巴普惠体 Medium"/>
                <a:sym typeface="Arial" panose="020B0604020202020204"/>
              </a:rPr>
              <a:t>成果汇报</a:t>
            </a:r>
            <a:endParaRPr lang="zh-CN" altLang="en-US" sz="2000" b="1" dirty="0">
              <a:solidFill>
                <a:schemeClr val="bg1"/>
              </a:solidFill>
              <a:latin typeface="Arial" panose="020B0604020202020204"/>
              <a:ea typeface="阿里巴巴普惠体 Medium"/>
              <a:cs typeface="阿里巴巴普惠体 Medium"/>
              <a:sym typeface="Arial" panose="020B0604020202020204"/>
            </a:endParaRPr>
          </a:p>
        </p:txBody>
      </p:sp>
      <p:sp>
        <p:nvSpPr>
          <p:cNvPr id="14" name="矩形: 圆角 13"/>
          <p:cNvSpPr/>
          <p:nvPr/>
        </p:nvSpPr>
        <p:spPr>
          <a:xfrm>
            <a:off x="6711142" y="2368891"/>
            <a:ext cx="1503391" cy="493693"/>
          </a:xfrm>
          <a:prstGeom prst="roundRect">
            <a:avLst>
              <a:gd name="adj" fmla="val 50000"/>
            </a:avLst>
          </a:prstGeom>
          <a:solidFill>
            <a:srgbClr val="C00000"/>
          </a:solidFill>
          <a:ln w="12700" cap="flat" cmpd="sng" algn="ctr">
            <a:noFill/>
            <a:prstDash val="solid"/>
            <a:miter lim="800000"/>
          </a:ln>
          <a:effectLst/>
        </p:spPr>
        <p:txBody>
          <a:bodyPr rtlCol="0" anchor="ctr"/>
          <a:lstStyle/>
          <a:p>
            <a:pPr algn="ctr"/>
            <a:r>
              <a:rPr lang="zh-CN" altLang="en-US" sz="2000" b="1" dirty="0">
                <a:solidFill>
                  <a:schemeClr val="bg1"/>
                </a:solidFill>
                <a:latin typeface="Arial" panose="020B0604020202020204"/>
                <a:ea typeface="阿里巴巴普惠体 Medium"/>
                <a:cs typeface="阿里巴巴普惠体 Medium"/>
                <a:sym typeface="Arial" panose="020B0604020202020204"/>
              </a:rPr>
              <a:t>成果汇报</a:t>
            </a:r>
            <a:endParaRPr lang="zh-CN" altLang="en-US" sz="2000" b="1" dirty="0">
              <a:solidFill>
                <a:schemeClr val="bg1"/>
              </a:solidFill>
              <a:latin typeface="Arial" panose="020B0604020202020204"/>
              <a:ea typeface="阿里巴巴普惠体 Medium"/>
              <a:cs typeface="阿里巴巴普惠体 Medium"/>
              <a:sym typeface="Arial" panose="020B0604020202020204"/>
            </a:endParaRPr>
          </a:p>
        </p:txBody>
      </p:sp>
      <p:sp>
        <p:nvSpPr>
          <p:cNvPr id="15" name="矩形: 圆角 14"/>
          <p:cNvSpPr/>
          <p:nvPr/>
        </p:nvSpPr>
        <p:spPr>
          <a:xfrm>
            <a:off x="9444818" y="4462775"/>
            <a:ext cx="1503391" cy="493693"/>
          </a:xfrm>
          <a:prstGeom prst="roundRect">
            <a:avLst>
              <a:gd name="adj" fmla="val 50000"/>
            </a:avLst>
          </a:prstGeom>
          <a:solidFill>
            <a:srgbClr val="C00000"/>
          </a:solidFill>
          <a:ln w="12700" cap="flat" cmpd="sng" algn="ctr">
            <a:noFill/>
            <a:prstDash val="solid"/>
            <a:miter lim="800000"/>
          </a:ln>
          <a:effectLst/>
        </p:spPr>
        <p:txBody>
          <a:bodyPr rtlCol="0" anchor="ctr"/>
          <a:lstStyle/>
          <a:p>
            <a:pPr algn="ctr"/>
            <a:r>
              <a:rPr lang="zh-CN" altLang="en-US" sz="2000" b="1" dirty="0">
                <a:solidFill>
                  <a:schemeClr val="bg1"/>
                </a:solidFill>
                <a:latin typeface="Arial" panose="020B0604020202020204"/>
                <a:ea typeface="阿里巴巴普惠体 Medium"/>
                <a:cs typeface="阿里巴巴普惠体 Medium"/>
                <a:sym typeface="Arial" panose="020B0604020202020204"/>
              </a:rPr>
              <a:t>成果汇报</a:t>
            </a:r>
            <a:endParaRPr lang="zh-CN" altLang="en-US" sz="2000" b="1" dirty="0">
              <a:solidFill>
                <a:schemeClr val="bg1"/>
              </a:solidFill>
              <a:latin typeface="Arial" panose="020B0604020202020204"/>
              <a:ea typeface="阿里巴巴普惠体 Medium"/>
              <a:cs typeface="阿里巴巴普惠体 Medium"/>
              <a:sym typeface="Arial" panose="020B0604020202020204"/>
            </a:endParaRPr>
          </a:p>
        </p:txBody>
      </p:sp>
      <p:sp>
        <p:nvSpPr>
          <p:cNvPr id="16" name="文本框 15"/>
          <p:cNvSpPr txBox="1"/>
          <p:nvPr/>
        </p:nvSpPr>
        <p:spPr>
          <a:xfrm>
            <a:off x="762600" y="4350958"/>
            <a:ext cx="2465773" cy="1384995"/>
          </a:xfrm>
          <a:prstGeom prst="rect">
            <a:avLst/>
          </a:prstGeom>
          <a:noFill/>
        </p:spPr>
        <p:txBody>
          <a:bodyPr wrap="square" rtlCol="0">
            <a:spAutoFit/>
          </a:bodyPr>
          <a:lstStyle>
            <a:defPPr>
              <a:defRPr lang="zh-CN"/>
            </a:defPPr>
            <a:lvl1pPr>
              <a:lnSpc>
                <a:spcPct val="120000"/>
              </a:lnSpc>
              <a:defRPr sz="1600">
                <a:solidFill>
                  <a:schemeClr val="tx1">
                    <a:lumMod val="75000"/>
                    <a:lumOff val="25000"/>
                  </a:schemeClr>
                </a:solidFill>
              </a:defRPr>
            </a:lvl1p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0" cap="none" spc="0" normalizeH="0" baseline="0" noProof="0" dirty="0">
                <a:ln>
                  <a:noFill/>
                </a:ln>
                <a:solidFill>
                  <a:schemeClr val="tx1"/>
                </a:solidFill>
                <a:effectLst/>
                <a:uLnTx/>
                <a:uFillTx/>
                <a:latin typeface="Arial" panose="020B0604020202020204"/>
                <a:ea typeface="阿里巴巴普惠体 Medium"/>
                <a:cs typeface="阿里巴巴普惠体 Medium"/>
                <a:sym typeface="Arial" panose="020B0604020202020204"/>
              </a:rPr>
              <a:t>请您单击此处添加合适文字加以说明，可根据自己的需要适当地调整文字大小或者颜色等属性。</a:t>
            </a:r>
            <a:endParaRPr kumimoji="0" lang="zh-CN" altLang="en-US" sz="1400" b="0" i="0" u="none" strike="noStrike" kern="0" cap="none" spc="0" normalizeH="0" baseline="0" noProof="0" dirty="0">
              <a:ln>
                <a:noFill/>
              </a:ln>
              <a:solidFill>
                <a:schemeClr val="tx1"/>
              </a:solidFill>
              <a:effectLst/>
              <a:uLnTx/>
              <a:uFillTx/>
              <a:latin typeface="Arial" panose="020B0604020202020204"/>
              <a:ea typeface="阿里巴巴普惠体 Medium"/>
              <a:cs typeface="阿里巴巴普惠体 Medium"/>
              <a:sym typeface="Arial" panose="020B0604020202020204"/>
            </a:endParaRPr>
          </a:p>
        </p:txBody>
      </p:sp>
      <p:sp>
        <p:nvSpPr>
          <p:cNvPr id="17" name="文本框 16"/>
          <p:cNvSpPr txBox="1"/>
          <p:nvPr/>
        </p:nvSpPr>
        <p:spPr>
          <a:xfrm>
            <a:off x="3496276" y="1602481"/>
            <a:ext cx="2465773" cy="1384995"/>
          </a:xfrm>
          <a:prstGeom prst="rect">
            <a:avLst/>
          </a:prstGeom>
          <a:noFill/>
        </p:spPr>
        <p:txBody>
          <a:bodyPr wrap="square" rtlCol="0">
            <a:spAutoFit/>
          </a:bodyPr>
          <a:lstStyle>
            <a:defPPr>
              <a:defRPr lang="zh-CN"/>
            </a:defPPr>
            <a:lvl1pPr>
              <a:lnSpc>
                <a:spcPct val="120000"/>
              </a:lnSpc>
              <a:defRPr sz="1600">
                <a:solidFill>
                  <a:schemeClr val="tx1">
                    <a:lumMod val="75000"/>
                    <a:lumOff val="25000"/>
                  </a:schemeClr>
                </a:solidFill>
              </a:defRPr>
            </a:lvl1p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0" cap="none" spc="0" normalizeH="0" baseline="0" noProof="0" dirty="0">
                <a:ln>
                  <a:noFill/>
                </a:ln>
                <a:solidFill>
                  <a:schemeClr val="tx1"/>
                </a:solidFill>
                <a:effectLst/>
                <a:uLnTx/>
                <a:uFillTx/>
                <a:latin typeface="Arial" panose="020B0604020202020204"/>
                <a:ea typeface="阿里巴巴普惠体 Medium"/>
                <a:cs typeface="阿里巴巴普惠体 Medium"/>
                <a:sym typeface="Arial" panose="020B0604020202020204"/>
              </a:rPr>
              <a:t>请您单击此处添加合适文字加以说明，可根据自己的需要适当地调整文字大小或者颜色等属性。</a:t>
            </a:r>
            <a:endParaRPr kumimoji="0" lang="zh-CN" altLang="en-US" sz="1400" b="0" i="0" u="none" strike="noStrike" kern="0" cap="none" spc="0" normalizeH="0" baseline="0" noProof="0" dirty="0">
              <a:ln>
                <a:noFill/>
              </a:ln>
              <a:solidFill>
                <a:schemeClr val="tx1"/>
              </a:solidFill>
              <a:effectLst/>
              <a:uLnTx/>
              <a:uFillTx/>
              <a:latin typeface="Arial" panose="020B0604020202020204"/>
              <a:ea typeface="阿里巴巴普惠体 Medium"/>
              <a:cs typeface="阿里巴巴普惠体 Medium"/>
              <a:sym typeface="Arial" panose="020B0604020202020204"/>
            </a:endParaRPr>
          </a:p>
        </p:txBody>
      </p:sp>
      <p:sp>
        <p:nvSpPr>
          <p:cNvPr id="18" name="文本框 17"/>
          <p:cNvSpPr txBox="1"/>
          <p:nvPr/>
        </p:nvSpPr>
        <p:spPr>
          <a:xfrm>
            <a:off x="6229950" y="4350958"/>
            <a:ext cx="2465773" cy="1384995"/>
          </a:xfrm>
          <a:prstGeom prst="rect">
            <a:avLst/>
          </a:prstGeom>
          <a:noFill/>
        </p:spPr>
        <p:txBody>
          <a:bodyPr wrap="square" rtlCol="0">
            <a:spAutoFit/>
          </a:bodyPr>
          <a:lstStyle>
            <a:defPPr>
              <a:defRPr lang="zh-CN"/>
            </a:defPPr>
            <a:lvl1pPr>
              <a:lnSpc>
                <a:spcPct val="120000"/>
              </a:lnSpc>
              <a:defRPr sz="1600">
                <a:solidFill>
                  <a:schemeClr val="tx1">
                    <a:lumMod val="75000"/>
                    <a:lumOff val="25000"/>
                  </a:schemeClr>
                </a:solidFill>
              </a:defRPr>
            </a:lvl1p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0" cap="none" spc="0" normalizeH="0" baseline="0" noProof="0" dirty="0">
                <a:ln>
                  <a:noFill/>
                </a:ln>
                <a:solidFill>
                  <a:schemeClr val="tx1"/>
                </a:solidFill>
                <a:effectLst/>
                <a:uLnTx/>
                <a:uFillTx/>
                <a:latin typeface="Arial" panose="020B0604020202020204"/>
                <a:ea typeface="阿里巴巴普惠体 Medium"/>
                <a:cs typeface="阿里巴巴普惠体 Medium"/>
                <a:sym typeface="Arial" panose="020B0604020202020204"/>
              </a:rPr>
              <a:t>请您单击此处添加合适文字加以说明，可根据自己的需要适当地调整文字大小或者颜色等属性。</a:t>
            </a:r>
            <a:endParaRPr kumimoji="0" lang="zh-CN" altLang="en-US" sz="1400" b="0" i="0" u="none" strike="noStrike" kern="0" cap="none" spc="0" normalizeH="0" baseline="0" noProof="0" dirty="0">
              <a:ln>
                <a:noFill/>
              </a:ln>
              <a:solidFill>
                <a:schemeClr val="tx1"/>
              </a:solidFill>
              <a:effectLst/>
              <a:uLnTx/>
              <a:uFillTx/>
              <a:latin typeface="Arial" panose="020B0604020202020204"/>
              <a:ea typeface="阿里巴巴普惠体 Medium"/>
              <a:cs typeface="阿里巴巴普惠体 Medium"/>
              <a:sym typeface="Arial" panose="020B0604020202020204"/>
            </a:endParaRPr>
          </a:p>
        </p:txBody>
      </p:sp>
      <p:sp>
        <p:nvSpPr>
          <p:cNvPr id="19" name="文本框 18"/>
          <p:cNvSpPr txBox="1"/>
          <p:nvPr/>
        </p:nvSpPr>
        <p:spPr>
          <a:xfrm>
            <a:off x="8963626" y="1602481"/>
            <a:ext cx="2465773" cy="1384995"/>
          </a:xfrm>
          <a:prstGeom prst="rect">
            <a:avLst/>
          </a:prstGeom>
          <a:noFill/>
        </p:spPr>
        <p:txBody>
          <a:bodyPr wrap="square" rtlCol="0">
            <a:spAutoFit/>
          </a:bodyPr>
          <a:lstStyle>
            <a:defPPr>
              <a:defRPr lang="zh-CN"/>
            </a:defPPr>
            <a:lvl1pPr>
              <a:lnSpc>
                <a:spcPct val="120000"/>
              </a:lnSpc>
              <a:defRPr sz="1600">
                <a:solidFill>
                  <a:schemeClr val="tx1">
                    <a:lumMod val="75000"/>
                    <a:lumOff val="25000"/>
                  </a:schemeClr>
                </a:solidFill>
              </a:defRPr>
            </a:lvl1p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0" cap="none" spc="0" normalizeH="0" baseline="0" noProof="0" dirty="0">
                <a:ln>
                  <a:noFill/>
                </a:ln>
                <a:solidFill>
                  <a:schemeClr val="tx1"/>
                </a:solidFill>
                <a:effectLst/>
                <a:uLnTx/>
                <a:uFillTx/>
                <a:latin typeface="Arial" panose="020B0604020202020204"/>
                <a:ea typeface="阿里巴巴普惠体 Medium"/>
                <a:cs typeface="阿里巴巴普惠体 Medium"/>
                <a:sym typeface="Arial" panose="020B0604020202020204"/>
              </a:rPr>
              <a:t>请您单击此处添加合适文字加以说明，可根据自己的需要适当地调整文字大小或者颜色等属性。</a:t>
            </a:r>
            <a:endParaRPr kumimoji="0" lang="zh-CN" altLang="en-US" sz="1400" b="0" i="0" u="none" strike="noStrike" kern="0" cap="none" spc="0" normalizeH="0" baseline="0" noProof="0" dirty="0">
              <a:ln>
                <a:noFill/>
              </a:ln>
              <a:solidFill>
                <a:schemeClr val="tx1"/>
              </a:solidFill>
              <a:effectLst/>
              <a:uLnTx/>
              <a:uFillTx/>
              <a:latin typeface="Arial" panose="020B0604020202020204"/>
              <a:ea typeface="阿里巴巴普惠体 Medium"/>
              <a:cs typeface="阿里巴巴普惠体 Medium"/>
              <a:sym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ppt_w</p:attrName>
                                        </p:attrNameLst>
                                      </p:cBhvr>
                                      <p:tavLst>
                                        <p:tav tm="0">
                                          <p:val>
                                            <p:fltVal val="0"/>
                                          </p:val>
                                        </p:tav>
                                        <p:tav tm="100000">
                                          <p:val>
                                            <p:strVal val="#ppt_w"/>
                                          </p:val>
                                        </p:tav>
                                      </p:tavLst>
                                    </p:anim>
                                    <p:anim calcmode="lin" valueType="num">
                                      <p:cBhvr>
                                        <p:cTn id="8" dur="500" fill="hold"/>
                                        <p:tgtEl>
                                          <p:spTgt spid="13"/>
                                        </p:tgtEl>
                                        <p:attrNameLst>
                                          <p:attrName>ppt_h</p:attrName>
                                        </p:attrNameLst>
                                      </p:cBhvr>
                                      <p:tavLst>
                                        <p:tav tm="0">
                                          <p:val>
                                            <p:fltVal val="0"/>
                                          </p:val>
                                        </p:tav>
                                        <p:tav tm="100000">
                                          <p:val>
                                            <p:strVal val="#ppt_h"/>
                                          </p:val>
                                        </p:tav>
                                      </p:tavLst>
                                    </p:anim>
                                    <p:animEffect transition="in" filter="fade">
                                      <p:cBhvr>
                                        <p:cTn id="9" dur="500"/>
                                        <p:tgtEl>
                                          <p:spTgt spid="13"/>
                                        </p:tgtEl>
                                      </p:cBhvr>
                                    </p:animEffect>
                                  </p:childTnLst>
                                </p:cTn>
                              </p:par>
                            </p:childTnLst>
                          </p:cTn>
                        </p:par>
                        <p:par>
                          <p:cTn id="10" fill="hold">
                            <p:stCondLst>
                              <p:cond delay="500"/>
                            </p:stCondLst>
                            <p:childTnLst>
                              <p:par>
                                <p:cTn id="11" presetID="22" presetClass="entr" presetSubtype="2" fill="hold" nodeType="after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right)">
                                      <p:cBhvr>
                                        <p:cTn id="13" dur="500"/>
                                        <p:tgtEl>
                                          <p:spTgt spid="2"/>
                                        </p:tgtEl>
                                      </p:cBhvr>
                                    </p:animEffect>
                                  </p:childTnLst>
                                </p:cTn>
                              </p:par>
                              <p:par>
                                <p:cTn id="14" presetID="53" presetClass="entr" presetSubtype="16" fill="hold" grpId="0" nodeType="withEffect">
                                  <p:stCondLst>
                                    <p:cond delay="400"/>
                                  </p:stCondLst>
                                  <p:childTnLst>
                                    <p:set>
                                      <p:cBhvr>
                                        <p:cTn id="15" dur="1" fill="hold">
                                          <p:stCondLst>
                                            <p:cond delay="0"/>
                                          </p:stCondLst>
                                        </p:cTn>
                                        <p:tgtEl>
                                          <p:spTgt spid="3"/>
                                        </p:tgtEl>
                                        <p:attrNameLst>
                                          <p:attrName>style.visibility</p:attrName>
                                        </p:attrNameLst>
                                      </p:cBhvr>
                                      <p:to>
                                        <p:strVal val="visible"/>
                                      </p:to>
                                    </p:set>
                                    <p:anim calcmode="lin" valueType="num">
                                      <p:cBhvr>
                                        <p:cTn id="16" dur="500" fill="hold"/>
                                        <p:tgtEl>
                                          <p:spTgt spid="3"/>
                                        </p:tgtEl>
                                        <p:attrNameLst>
                                          <p:attrName>ppt_w</p:attrName>
                                        </p:attrNameLst>
                                      </p:cBhvr>
                                      <p:tavLst>
                                        <p:tav tm="0">
                                          <p:val>
                                            <p:fltVal val="0"/>
                                          </p:val>
                                        </p:tav>
                                        <p:tav tm="100000">
                                          <p:val>
                                            <p:strVal val="#ppt_w"/>
                                          </p:val>
                                        </p:tav>
                                      </p:tavLst>
                                    </p:anim>
                                    <p:anim calcmode="lin" valueType="num">
                                      <p:cBhvr>
                                        <p:cTn id="17" dur="500" fill="hold"/>
                                        <p:tgtEl>
                                          <p:spTgt spid="3"/>
                                        </p:tgtEl>
                                        <p:attrNameLst>
                                          <p:attrName>ppt_h</p:attrName>
                                        </p:attrNameLst>
                                      </p:cBhvr>
                                      <p:tavLst>
                                        <p:tav tm="0">
                                          <p:val>
                                            <p:fltVal val="0"/>
                                          </p:val>
                                        </p:tav>
                                        <p:tav tm="100000">
                                          <p:val>
                                            <p:strVal val="#ppt_h"/>
                                          </p:val>
                                        </p:tav>
                                      </p:tavLst>
                                    </p:anim>
                                    <p:animEffect transition="in" filter="fade">
                                      <p:cBhvr>
                                        <p:cTn id="18" dur="500"/>
                                        <p:tgtEl>
                                          <p:spTgt spid="3"/>
                                        </p:tgtEl>
                                      </p:cBhvr>
                                    </p:animEffect>
                                  </p:childTnLst>
                                </p:cTn>
                              </p:par>
                            </p:childTnLst>
                          </p:cTn>
                        </p:par>
                        <p:par>
                          <p:cTn id="19" fill="hold">
                            <p:stCondLst>
                              <p:cond delay="1000"/>
                            </p:stCondLst>
                            <p:childTnLst>
                              <p:par>
                                <p:cTn id="20" presetID="10"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par>
                          <p:cTn id="23" fill="hold">
                            <p:stCondLst>
                              <p:cond delay="1500"/>
                            </p:stCondLst>
                            <p:childTnLst>
                              <p:par>
                                <p:cTn id="24" presetID="42" presetClass="entr" presetSubtype="0" fill="hold" grpId="0" nodeType="after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1000"/>
                                        <p:tgtEl>
                                          <p:spTgt spid="16"/>
                                        </p:tgtEl>
                                      </p:cBhvr>
                                    </p:animEffect>
                                    <p:anim calcmode="lin" valueType="num">
                                      <p:cBhvr>
                                        <p:cTn id="27" dur="1000" fill="hold"/>
                                        <p:tgtEl>
                                          <p:spTgt spid="16"/>
                                        </p:tgtEl>
                                        <p:attrNameLst>
                                          <p:attrName>ppt_x</p:attrName>
                                        </p:attrNameLst>
                                      </p:cBhvr>
                                      <p:tavLst>
                                        <p:tav tm="0">
                                          <p:val>
                                            <p:strVal val="#ppt_x"/>
                                          </p:val>
                                        </p:tav>
                                        <p:tav tm="100000">
                                          <p:val>
                                            <p:strVal val="#ppt_x"/>
                                          </p:val>
                                        </p:tav>
                                      </p:tavLst>
                                    </p:anim>
                                    <p:anim calcmode="lin" valueType="num">
                                      <p:cBhvr>
                                        <p:cTn id="28" dur="1000" fill="hold"/>
                                        <p:tgtEl>
                                          <p:spTgt spid="16"/>
                                        </p:tgtEl>
                                        <p:attrNameLst>
                                          <p:attrName>ppt_y</p:attrName>
                                        </p:attrNameLst>
                                      </p:cBhvr>
                                      <p:tavLst>
                                        <p:tav tm="0">
                                          <p:val>
                                            <p:strVal val="#ppt_y+.1"/>
                                          </p:val>
                                        </p:tav>
                                        <p:tav tm="100000">
                                          <p:val>
                                            <p:strVal val="#ppt_y"/>
                                          </p:val>
                                        </p:tav>
                                      </p:tavLst>
                                    </p:anim>
                                  </p:childTnLst>
                                </p:cTn>
                              </p:par>
                            </p:childTnLst>
                          </p:cTn>
                        </p:par>
                        <p:par>
                          <p:cTn id="29" fill="hold">
                            <p:stCondLst>
                              <p:cond delay="2500"/>
                            </p:stCondLst>
                            <p:childTnLst>
                              <p:par>
                                <p:cTn id="30" presetID="53" presetClass="entr" presetSubtype="16" fill="hold" grpId="0" nodeType="afterEffect">
                                  <p:stCondLst>
                                    <p:cond delay="0"/>
                                  </p:stCondLst>
                                  <p:childTnLst>
                                    <p:set>
                                      <p:cBhvr>
                                        <p:cTn id="31" dur="1" fill="hold">
                                          <p:stCondLst>
                                            <p:cond delay="0"/>
                                          </p:stCondLst>
                                        </p:cTn>
                                        <p:tgtEl>
                                          <p:spTgt spid="4"/>
                                        </p:tgtEl>
                                        <p:attrNameLst>
                                          <p:attrName>style.visibility</p:attrName>
                                        </p:attrNameLst>
                                      </p:cBhvr>
                                      <p:to>
                                        <p:strVal val="visible"/>
                                      </p:to>
                                    </p:set>
                                    <p:anim calcmode="lin" valueType="num">
                                      <p:cBhvr>
                                        <p:cTn id="32" dur="500" fill="hold"/>
                                        <p:tgtEl>
                                          <p:spTgt spid="4"/>
                                        </p:tgtEl>
                                        <p:attrNameLst>
                                          <p:attrName>ppt_w</p:attrName>
                                        </p:attrNameLst>
                                      </p:cBhvr>
                                      <p:tavLst>
                                        <p:tav tm="0">
                                          <p:val>
                                            <p:fltVal val="0"/>
                                          </p:val>
                                        </p:tav>
                                        <p:tav tm="100000">
                                          <p:val>
                                            <p:strVal val="#ppt_w"/>
                                          </p:val>
                                        </p:tav>
                                      </p:tavLst>
                                    </p:anim>
                                    <p:anim calcmode="lin" valueType="num">
                                      <p:cBhvr>
                                        <p:cTn id="33" dur="500" fill="hold"/>
                                        <p:tgtEl>
                                          <p:spTgt spid="4"/>
                                        </p:tgtEl>
                                        <p:attrNameLst>
                                          <p:attrName>ppt_h</p:attrName>
                                        </p:attrNameLst>
                                      </p:cBhvr>
                                      <p:tavLst>
                                        <p:tav tm="0">
                                          <p:val>
                                            <p:fltVal val="0"/>
                                          </p:val>
                                        </p:tav>
                                        <p:tav tm="100000">
                                          <p:val>
                                            <p:strVal val="#ppt_h"/>
                                          </p:val>
                                        </p:tav>
                                      </p:tavLst>
                                    </p:anim>
                                    <p:animEffect transition="in" filter="fade">
                                      <p:cBhvr>
                                        <p:cTn id="34" dur="500"/>
                                        <p:tgtEl>
                                          <p:spTgt spid="4"/>
                                        </p:tgtEl>
                                      </p:cBhvr>
                                    </p:animEffect>
                                  </p:childTnLst>
                                </p:cTn>
                              </p:par>
                            </p:childTnLst>
                          </p:cTn>
                        </p:par>
                        <p:par>
                          <p:cTn id="35" fill="hold">
                            <p:stCondLst>
                              <p:cond delay="3000"/>
                            </p:stCondLst>
                            <p:childTnLst>
                              <p:par>
                                <p:cTn id="36" presetID="10" presetClass="entr" presetSubtype="0" fill="hold" grpId="0" nodeType="after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fade">
                                      <p:cBhvr>
                                        <p:cTn id="38" dur="500"/>
                                        <p:tgtEl>
                                          <p:spTgt spid="8"/>
                                        </p:tgtEl>
                                      </p:cBhvr>
                                    </p:animEffect>
                                  </p:childTnLst>
                                </p:cTn>
                              </p:par>
                            </p:childTnLst>
                          </p:cTn>
                        </p:par>
                        <p:par>
                          <p:cTn id="39" fill="hold">
                            <p:stCondLst>
                              <p:cond delay="3500"/>
                            </p:stCondLst>
                            <p:childTnLst>
                              <p:par>
                                <p:cTn id="40" presetID="47" presetClass="entr" presetSubtype="0" fill="hold" grpId="0" nodeType="after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1000"/>
                                        <p:tgtEl>
                                          <p:spTgt spid="17"/>
                                        </p:tgtEl>
                                      </p:cBhvr>
                                    </p:animEffect>
                                    <p:anim calcmode="lin" valueType="num">
                                      <p:cBhvr>
                                        <p:cTn id="43" dur="1000" fill="hold"/>
                                        <p:tgtEl>
                                          <p:spTgt spid="17"/>
                                        </p:tgtEl>
                                        <p:attrNameLst>
                                          <p:attrName>ppt_x</p:attrName>
                                        </p:attrNameLst>
                                      </p:cBhvr>
                                      <p:tavLst>
                                        <p:tav tm="0">
                                          <p:val>
                                            <p:strVal val="#ppt_x"/>
                                          </p:val>
                                        </p:tav>
                                        <p:tav tm="100000">
                                          <p:val>
                                            <p:strVal val="#ppt_x"/>
                                          </p:val>
                                        </p:tav>
                                      </p:tavLst>
                                    </p:anim>
                                    <p:anim calcmode="lin" valueType="num">
                                      <p:cBhvr>
                                        <p:cTn id="44" dur="1000" fill="hold"/>
                                        <p:tgtEl>
                                          <p:spTgt spid="17"/>
                                        </p:tgtEl>
                                        <p:attrNameLst>
                                          <p:attrName>ppt_y</p:attrName>
                                        </p:attrNameLst>
                                      </p:cBhvr>
                                      <p:tavLst>
                                        <p:tav tm="0">
                                          <p:val>
                                            <p:strVal val="#ppt_y-.1"/>
                                          </p:val>
                                        </p:tav>
                                        <p:tav tm="100000">
                                          <p:val>
                                            <p:strVal val="#ppt_y"/>
                                          </p:val>
                                        </p:tav>
                                      </p:tavLst>
                                    </p:anim>
                                  </p:childTnLst>
                                </p:cTn>
                              </p:par>
                            </p:childTnLst>
                          </p:cTn>
                        </p:par>
                        <p:par>
                          <p:cTn id="45" fill="hold">
                            <p:stCondLst>
                              <p:cond delay="4500"/>
                            </p:stCondLst>
                            <p:childTnLst>
                              <p:par>
                                <p:cTn id="46" presetID="53" presetClass="entr" presetSubtype="16" fill="hold" grpId="0" nodeType="afterEffect">
                                  <p:stCondLst>
                                    <p:cond delay="0"/>
                                  </p:stCondLst>
                                  <p:childTnLst>
                                    <p:set>
                                      <p:cBhvr>
                                        <p:cTn id="47" dur="1" fill="hold">
                                          <p:stCondLst>
                                            <p:cond delay="0"/>
                                          </p:stCondLst>
                                        </p:cTn>
                                        <p:tgtEl>
                                          <p:spTgt spid="5"/>
                                        </p:tgtEl>
                                        <p:attrNameLst>
                                          <p:attrName>style.visibility</p:attrName>
                                        </p:attrNameLst>
                                      </p:cBhvr>
                                      <p:to>
                                        <p:strVal val="visible"/>
                                      </p:to>
                                    </p:set>
                                    <p:anim calcmode="lin" valueType="num">
                                      <p:cBhvr>
                                        <p:cTn id="48" dur="500" fill="hold"/>
                                        <p:tgtEl>
                                          <p:spTgt spid="5"/>
                                        </p:tgtEl>
                                        <p:attrNameLst>
                                          <p:attrName>ppt_w</p:attrName>
                                        </p:attrNameLst>
                                      </p:cBhvr>
                                      <p:tavLst>
                                        <p:tav tm="0">
                                          <p:val>
                                            <p:fltVal val="0"/>
                                          </p:val>
                                        </p:tav>
                                        <p:tav tm="100000">
                                          <p:val>
                                            <p:strVal val="#ppt_w"/>
                                          </p:val>
                                        </p:tav>
                                      </p:tavLst>
                                    </p:anim>
                                    <p:anim calcmode="lin" valueType="num">
                                      <p:cBhvr>
                                        <p:cTn id="49" dur="500" fill="hold"/>
                                        <p:tgtEl>
                                          <p:spTgt spid="5"/>
                                        </p:tgtEl>
                                        <p:attrNameLst>
                                          <p:attrName>ppt_h</p:attrName>
                                        </p:attrNameLst>
                                      </p:cBhvr>
                                      <p:tavLst>
                                        <p:tav tm="0">
                                          <p:val>
                                            <p:fltVal val="0"/>
                                          </p:val>
                                        </p:tav>
                                        <p:tav tm="100000">
                                          <p:val>
                                            <p:strVal val="#ppt_h"/>
                                          </p:val>
                                        </p:tav>
                                      </p:tavLst>
                                    </p:anim>
                                    <p:animEffect transition="in" filter="fade">
                                      <p:cBhvr>
                                        <p:cTn id="50" dur="500"/>
                                        <p:tgtEl>
                                          <p:spTgt spid="5"/>
                                        </p:tgtEl>
                                      </p:cBhvr>
                                    </p:animEffect>
                                  </p:childTnLst>
                                </p:cTn>
                              </p:par>
                            </p:childTnLst>
                          </p:cTn>
                        </p:par>
                        <p:par>
                          <p:cTn id="51" fill="hold">
                            <p:stCondLst>
                              <p:cond delay="5000"/>
                            </p:stCondLst>
                            <p:childTnLst>
                              <p:par>
                                <p:cTn id="52" presetID="10" presetClass="entr" presetSubtype="0" fill="hold" grpId="0" nodeType="after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500"/>
                                        <p:tgtEl>
                                          <p:spTgt spid="14"/>
                                        </p:tgtEl>
                                      </p:cBhvr>
                                    </p:animEffect>
                                  </p:childTnLst>
                                </p:cTn>
                              </p:par>
                            </p:childTnLst>
                          </p:cTn>
                        </p:par>
                        <p:par>
                          <p:cTn id="55" fill="hold">
                            <p:stCondLst>
                              <p:cond delay="5500"/>
                            </p:stCondLst>
                            <p:childTnLst>
                              <p:par>
                                <p:cTn id="56" presetID="42" presetClass="entr" presetSubtype="0" fill="hold" grpId="0"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1000"/>
                                        <p:tgtEl>
                                          <p:spTgt spid="18"/>
                                        </p:tgtEl>
                                      </p:cBhvr>
                                    </p:animEffect>
                                    <p:anim calcmode="lin" valueType="num">
                                      <p:cBhvr>
                                        <p:cTn id="59" dur="1000" fill="hold"/>
                                        <p:tgtEl>
                                          <p:spTgt spid="18"/>
                                        </p:tgtEl>
                                        <p:attrNameLst>
                                          <p:attrName>ppt_x</p:attrName>
                                        </p:attrNameLst>
                                      </p:cBhvr>
                                      <p:tavLst>
                                        <p:tav tm="0">
                                          <p:val>
                                            <p:strVal val="#ppt_x"/>
                                          </p:val>
                                        </p:tav>
                                        <p:tav tm="100000">
                                          <p:val>
                                            <p:strVal val="#ppt_x"/>
                                          </p:val>
                                        </p:tav>
                                      </p:tavLst>
                                    </p:anim>
                                    <p:anim calcmode="lin" valueType="num">
                                      <p:cBhvr>
                                        <p:cTn id="60" dur="1000" fill="hold"/>
                                        <p:tgtEl>
                                          <p:spTgt spid="18"/>
                                        </p:tgtEl>
                                        <p:attrNameLst>
                                          <p:attrName>ppt_y</p:attrName>
                                        </p:attrNameLst>
                                      </p:cBhvr>
                                      <p:tavLst>
                                        <p:tav tm="0">
                                          <p:val>
                                            <p:strVal val="#ppt_y+.1"/>
                                          </p:val>
                                        </p:tav>
                                        <p:tav tm="100000">
                                          <p:val>
                                            <p:strVal val="#ppt_y"/>
                                          </p:val>
                                        </p:tav>
                                      </p:tavLst>
                                    </p:anim>
                                  </p:childTnLst>
                                </p:cTn>
                              </p:par>
                            </p:childTnLst>
                          </p:cTn>
                        </p:par>
                        <p:par>
                          <p:cTn id="61" fill="hold">
                            <p:stCondLst>
                              <p:cond delay="6500"/>
                            </p:stCondLst>
                            <p:childTnLst>
                              <p:par>
                                <p:cTn id="62" presetID="53" presetClass="entr" presetSubtype="16" fill="hold" grpId="0" nodeType="afterEffect">
                                  <p:stCondLst>
                                    <p:cond delay="0"/>
                                  </p:stCondLst>
                                  <p:childTnLst>
                                    <p:set>
                                      <p:cBhvr>
                                        <p:cTn id="63" dur="1" fill="hold">
                                          <p:stCondLst>
                                            <p:cond delay="0"/>
                                          </p:stCondLst>
                                        </p:cTn>
                                        <p:tgtEl>
                                          <p:spTgt spid="6"/>
                                        </p:tgtEl>
                                        <p:attrNameLst>
                                          <p:attrName>style.visibility</p:attrName>
                                        </p:attrNameLst>
                                      </p:cBhvr>
                                      <p:to>
                                        <p:strVal val="visible"/>
                                      </p:to>
                                    </p:set>
                                    <p:anim calcmode="lin" valueType="num">
                                      <p:cBhvr>
                                        <p:cTn id="64" dur="500" fill="hold"/>
                                        <p:tgtEl>
                                          <p:spTgt spid="6"/>
                                        </p:tgtEl>
                                        <p:attrNameLst>
                                          <p:attrName>ppt_w</p:attrName>
                                        </p:attrNameLst>
                                      </p:cBhvr>
                                      <p:tavLst>
                                        <p:tav tm="0">
                                          <p:val>
                                            <p:fltVal val="0"/>
                                          </p:val>
                                        </p:tav>
                                        <p:tav tm="100000">
                                          <p:val>
                                            <p:strVal val="#ppt_w"/>
                                          </p:val>
                                        </p:tav>
                                      </p:tavLst>
                                    </p:anim>
                                    <p:anim calcmode="lin" valueType="num">
                                      <p:cBhvr>
                                        <p:cTn id="65" dur="500" fill="hold"/>
                                        <p:tgtEl>
                                          <p:spTgt spid="6"/>
                                        </p:tgtEl>
                                        <p:attrNameLst>
                                          <p:attrName>ppt_h</p:attrName>
                                        </p:attrNameLst>
                                      </p:cBhvr>
                                      <p:tavLst>
                                        <p:tav tm="0">
                                          <p:val>
                                            <p:fltVal val="0"/>
                                          </p:val>
                                        </p:tav>
                                        <p:tav tm="100000">
                                          <p:val>
                                            <p:strVal val="#ppt_h"/>
                                          </p:val>
                                        </p:tav>
                                      </p:tavLst>
                                    </p:anim>
                                    <p:animEffect transition="in" filter="fade">
                                      <p:cBhvr>
                                        <p:cTn id="66" dur="500"/>
                                        <p:tgtEl>
                                          <p:spTgt spid="6"/>
                                        </p:tgtEl>
                                      </p:cBhvr>
                                    </p:animEffect>
                                  </p:childTnLst>
                                </p:cTn>
                              </p:par>
                            </p:childTnLst>
                          </p:cTn>
                        </p:par>
                        <p:par>
                          <p:cTn id="67" fill="hold">
                            <p:stCondLst>
                              <p:cond delay="7000"/>
                            </p:stCondLst>
                            <p:childTnLst>
                              <p:par>
                                <p:cTn id="68" presetID="10" presetClass="entr" presetSubtype="0" fill="hold" grpId="0" nodeType="afterEffect">
                                  <p:stCondLst>
                                    <p:cond delay="0"/>
                                  </p:stCondLst>
                                  <p:childTnLst>
                                    <p:set>
                                      <p:cBhvr>
                                        <p:cTn id="69" dur="1" fill="hold">
                                          <p:stCondLst>
                                            <p:cond delay="0"/>
                                          </p:stCondLst>
                                        </p:cTn>
                                        <p:tgtEl>
                                          <p:spTgt spid="15"/>
                                        </p:tgtEl>
                                        <p:attrNameLst>
                                          <p:attrName>style.visibility</p:attrName>
                                        </p:attrNameLst>
                                      </p:cBhvr>
                                      <p:to>
                                        <p:strVal val="visible"/>
                                      </p:to>
                                    </p:set>
                                    <p:animEffect transition="in" filter="fade">
                                      <p:cBhvr>
                                        <p:cTn id="70" dur="500"/>
                                        <p:tgtEl>
                                          <p:spTgt spid="15"/>
                                        </p:tgtEl>
                                      </p:cBhvr>
                                    </p:animEffect>
                                  </p:childTnLst>
                                </p:cTn>
                              </p:par>
                            </p:childTnLst>
                          </p:cTn>
                        </p:par>
                        <p:par>
                          <p:cTn id="71" fill="hold">
                            <p:stCondLst>
                              <p:cond delay="7500"/>
                            </p:stCondLst>
                            <p:childTnLst>
                              <p:par>
                                <p:cTn id="72" presetID="47" presetClass="entr" presetSubtype="0" fill="hold" grpId="0" nodeType="afterEffect">
                                  <p:stCondLst>
                                    <p:cond delay="0"/>
                                  </p:stCondLst>
                                  <p:childTnLst>
                                    <p:set>
                                      <p:cBhvr>
                                        <p:cTn id="73" dur="1" fill="hold">
                                          <p:stCondLst>
                                            <p:cond delay="0"/>
                                          </p:stCondLst>
                                        </p:cTn>
                                        <p:tgtEl>
                                          <p:spTgt spid="19"/>
                                        </p:tgtEl>
                                        <p:attrNameLst>
                                          <p:attrName>style.visibility</p:attrName>
                                        </p:attrNameLst>
                                      </p:cBhvr>
                                      <p:to>
                                        <p:strVal val="visible"/>
                                      </p:to>
                                    </p:set>
                                    <p:animEffect transition="in" filter="fade">
                                      <p:cBhvr>
                                        <p:cTn id="74" dur="1000"/>
                                        <p:tgtEl>
                                          <p:spTgt spid="19"/>
                                        </p:tgtEl>
                                      </p:cBhvr>
                                    </p:animEffect>
                                    <p:anim calcmode="lin" valueType="num">
                                      <p:cBhvr>
                                        <p:cTn id="75" dur="1000" fill="hold"/>
                                        <p:tgtEl>
                                          <p:spTgt spid="19"/>
                                        </p:tgtEl>
                                        <p:attrNameLst>
                                          <p:attrName>ppt_x</p:attrName>
                                        </p:attrNameLst>
                                      </p:cBhvr>
                                      <p:tavLst>
                                        <p:tav tm="0">
                                          <p:val>
                                            <p:strVal val="#ppt_x"/>
                                          </p:val>
                                        </p:tav>
                                        <p:tav tm="100000">
                                          <p:val>
                                            <p:strVal val="#ppt_x"/>
                                          </p:val>
                                        </p:tav>
                                      </p:tavLst>
                                    </p:anim>
                                    <p:anim calcmode="lin" valueType="num">
                                      <p:cBhvr>
                                        <p:cTn id="76"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14" grpId="0" animBg="1"/>
      <p:bldP spid="15" grpId="0" animBg="1"/>
      <p:bldP spid="16" grpId="0"/>
      <p:bldP spid="17" grpId="0"/>
      <p:bldP spid="18" grpId="0"/>
      <p:bldP spid="1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p:cNvGrpSpPr/>
          <p:nvPr/>
        </p:nvGrpSpPr>
        <p:grpSpPr>
          <a:xfrm>
            <a:off x="695402" y="548681"/>
            <a:ext cx="4049727" cy="584775"/>
            <a:chOff x="606113" y="404664"/>
            <a:chExt cx="4049727" cy="584775"/>
          </a:xfrm>
        </p:grpSpPr>
        <p:grpSp>
          <p:nvGrpSpPr>
            <p:cNvPr id="9" name="组合 8"/>
            <p:cNvGrpSpPr/>
            <p:nvPr/>
          </p:nvGrpSpPr>
          <p:grpSpPr>
            <a:xfrm>
              <a:off x="606113" y="443399"/>
              <a:ext cx="479425" cy="479425"/>
              <a:chOff x="7015" y="3652"/>
              <a:chExt cx="2006" cy="2006"/>
            </a:xfrm>
          </p:grpSpPr>
          <p:sp>
            <p:nvSpPr>
              <p:cNvPr id="10" name="图形"/>
              <p:cNvSpPr/>
              <p:nvPr userDrawn="1">
                <p:custDataLst>
                  <p:tags r:id="rId1"/>
                </p:custDataLst>
              </p:nvPr>
            </p:nvSpPr>
            <p:spPr bwMode="auto">
              <a:xfrm rot="660000">
                <a:off x="7015" y="3652"/>
                <a:ext cx="2007" cy="2007"/>
              </a:xfrm>
              <a:custGeom>
                <a:avLst/>
                <a:gdLst>
                  <a:gd name="T0" fmla="*/ 6963 w 6970"/>
                  <a:gd name="T1" fmla="*/ 2355 h 6970"/>
                  <a:gd name="T2" fmla="*/ 6970 w 6970"/>
                  <a:gd name="T3" fmla="*/ 2278 h 6970"/>
                  <a:gd name="T4" fmla="*/ 6968 w 6970"/>
                  <a:gd name="T5" fmla="*/ 2203 h 6970"/>
                  <a:gd name="T6" fmla="*/ 6958 w 6970"/>
                  <a:gd name="T7" fmla="*/ 2128 h 6970"/>
                  <a:gd name="T8" fmla="*/ 6940 w 6970"/>
                  <a:gd name="T9" fmla="*/ 2057 h 6970"/>
                  <a:gd name="T10" fmla="*/ 6913 w 6970"/>
                  <a:gd name="T11" fmla="*/ 1988 h 6970"/>
                  <a:gd name="T12" fmla="*/ 6878 w 6970"/>
                  <a:gd name="T13" fmla="*/ 1924 h 6970"/>
                  <a:gd name="T14" fmla="*/ 6837 w 6970"/>
                  <a:gd name="T15" fmla="*/ 1864 h 6970"/>
                  <a:gd name="T16" fmla="*/ 6787 w 6970"/>
                  <a:gd name="T17" fmla="*/ 1809 h 6970"/>
                  <a:gd name="T18" fmla="*/ 6731 w 6970"/>
                  <a:gd name="T19" fmla="*/ 1758 h 6970"/>
                  <a:gd name="T20" fmla="*/ 6668 w 6970"/>
                  <a:gd name="T21" fmla="*/ 1714 h 6970"/>
                  <a:gd name="T22" fmla="*/ 5035 w 6970"/>
                  <a:gd name="T23" fmla="*/ 880 h 6970"/>
                  <a:gd name="T24" fmla="*/ 3400 w 6970"/>
                  <a:gd name="T25" fmla="*/ 49 h 6970"/>
                  <a:gd name="T26" fmla="*/ 3327 w 6970"/>
                  <a:gd name="T27" fmla="*/ 25 h 6970"/>
                  <a:gd name="T28" fmla="*/ 3254 w 6970"/>
                  <a:gd name="T29" fmla="*/ 8 h 6970"/>
                  <a:gd name="T30" fmla="*/ 3180 w 6970"/>
                  <a:gd name="T31" fmla="*/ 0 h 6970"/>
                  <a:gd name="T32" fmla="*/ 3107 w 6970"/>
                  <a:gd name="T33" fmla="*/ 2 h 6970"/>
                  <a:gd name="T34" fmla="*/ 3034 w 6970"/>
                  <a:gd name="T35" fmla="*/ 12 h 6970"/>
                  <a:gd name="T36" fmla="*/ 2964 w 6970"/>
                  <a:gd name="T37" fmla="*/ 30 h 6970"/>
                  <a:gd name="T38" fmla="*/ 2894 w 6970"/>
                  <a:gd name="T39" fmla="*/ 57 h 6970"/>
                  <a:gd name="T40" fmla="*/ 2829 w 6970"/>
                  <a:gd name="T41" fmla="*/ 93 h 6970"/>
                  <a:gd name="T42" fmla="*/ 2766 w 6970"/>
                  <a:gd name="T43" fmla="*/ 137 h 6970"/>
                  <a:gd name="T44" fmla="*/ 2708 w 6970"/>
                  <a:gd name="T45" fmla="*/ 189 h 6970"/>
                  <a:gd name="T46" fmla="*/ 171 w 6970"/>
                  <a:gd name="T47" fmla="*/ 2727 h 6970"/>
                  <a:gd name="T48" fmla="*/ 121 w 6970"/>
                  <a:gd name="T49" fmla="*/ 2786 h 6970"/>
                  <a:gd name="T50" fmla="*/ 80 w 6970"/>
                  <a:gd name="T51" fmla="*/ 2850 h 6970"/>
                  <a:gd name="T52" fmla="*/ 47 w 6970"/>
                  <a:gd name="T53" fmla="*/ 2918 h 6970"/>
                  <a:gd name="T54" fmla="*/ 24 w 6970"/>
                  <a:gd name="T55" fmla="*/ 2987 h 6970"/>
                  <a:gd name="T56" fmla="*/ 8 w 6970"/>
                  <a:gd name="T57" fmla="*/ 3058 h 6970"/>
                  <a:gd name="T58" fmla="*/ 0 w 6970"/>
                  <a:gd name="T59" fmla="*/ 3131 h 6970"/>
                  <a:gd name="T60" fmla="*/ 2 w 6970"/>
                  <a:gd name="T61" fmla="*/ 3205 h 6970"/>
                  <a:gd name="T62" fmla="*/ 12 w 6970"/>
                  <a:gd name="T63" fmla="*/ 3279 h 6970"/>
                  <a:gd name="T64" fmla="*/ 31 w 6970"/>
                  <a:gd name="T65" fmla="*/ 3352 h 6970"/>
                  <a:gd name="T66" fmla="*/ 59 w 6970"/>
                  <a:gd name="T67" fmla="*/ 3424 h 6970"/>
                  <a:gd name="T68" fmla="*/ 1690 w 6970"/>
                  <a:gd name="T69" fmla="*/ 6622 h 6970"/>
                  <a:gd name="T70" fmla="*/ 1729 w 6970"/>
                  <a:gd name="T71" fmla="*/ 6690 h 6970"/>
                  <a:gd name="T72" fmla="*/ 1774 w 6970"/>
                  <a:gd name="T73" fmla="*/ 6750 h 6970"/>
                  <a:gd name="T74" fmla="*/ 1827 w 6970"/>
                  <a:gd name="T75" fmla="*/ 6804 h 6970"/>
                  <a:gd name="T76" fmla="*/ 1883 w 6970"/>
                  <a:gd name="T77" fmla="*/ 6851 h 6970"/>
                  <a:gd name="T78" fmla="*/ 1944 w 6970"/>
                  <a:gd name="T79" fmla="*/ 6891 h 6970"/>
                  <a:gd name="T80" fmla="*/ 2011 w 6970"/>
                  <a:gd name="T81" fmla="*/ 6923 h 6970"/>
                  <a:gd name="T82" fmla="*/ 2080 w 6970"/>
                  <a:gd name="T83" fmla="*/ 6947 h 6970"/>
                  <a:gd name="T84" fmla="*/ 2153 w 6970"/>
                  <a:gd name="T85" fmla="*/ 6963 h 6970"/>
                  <a:gd name="T86" fmla="*/ 2227 w 6970"/>
                  <a:gd name="T87" fmla="*/ 6970 h 6970"/>
                  <a:gd name="T88" fmla="*/ 2304 w 6970"/>
                  <a:gd name="T89" fmla="*/ 6968 h 6970"/>
                  <a:gd name="T90" fmla="*/ 4116 w 6970"/>
                  <a:gd name="T91" fmla="*/ 6683 h 6970"/>
                  <a:gd name="T92" fmla="*/ 5926 w 6970"/>
                  <a:gd name="T93" fmla="*/ 6394 h 6970"/>
                  <a:gd name="T94" fmla="*/ 6000 w 6970"/>
                  <a:gd name="T95" fmla="*/ 6372 h 6970"/>
                  <a:gd name="T96" fmla="*/ 6069 w 6970"/>
                  <a:gd name="T97" fmla="*/ 6343 h 6970"/>
                  <a:gd name="T98" fmla="*/ 6133 w 6970"/>
                  <a:gd name="T99" fmla="*/ 6305 h 6970"/>
                  <a:gd name="T100" fmla="*/ 6191 w 6970"/>
                  <a:gd name="T101" fmla="*/ 6261 h 6970"/>
                  <a:gd name="T102" fmla="*/ 6245 w 6970"/>
                  <a:gd name="T103" fmla="*/ 6210 h 6970"/>
                  <a:gd name="T104" fmla="*/ 6291 w 6970"/>
                  <a:gd name="T105" fmla="*/ 6153 h 6970"/>
                  <a:gd name="T106" fmla="*/ 6330 w 6970"/>
                  <a:gd name="T107" fmla="*/ 6091 h 6970"/>
                  <a:gd name="T108" fmla="*/ 6363 w 6970"/>
                  <a:gd name="T109" fmla="*/ 6024 h 6970"/>
                  <a:gd name="T110" fmla="*/ 6388 w 6970"/>
                  <a:gd name="T111" fmla="*/ 5952 h 6970"/>
                  <a:gd name="T112" fmla="*/ 6405 w 6970"/>
                  <a:gd name="T113" fmla="*/ 5876 h 6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970" h="6970">
                    <a:moveTo>
                      <a:pt x="6405" y="5876"/>
                    </a:moveTo>
                    <a:lnTo>
                      <a:pt x="6683" y="4116"/>
                    </a:lnTo>
                    <a:lnTo>
                      <a:pt x="6963" y="2355"/>
                    </a:lnTo>
                    <a:lnTo>
                      <a:pt x="6966" y="2329"/>
                    </a:lnTo>
                    <a:lnTo>
                      <a:pt x="6968" y="2304"/>
                    </a:lnTo>
                    <a:lnTo>
                      <a:pt x="6970" y="2278"/>
                    </a:lnTo>
                    <a:lnTo>
                      <a:pt x="6970" y="2253"/>
                    </a:lnTo>
                    <a:lnTo>
                      <a:pt x="6970" y="2227"/>
                    </a:lnTo>
                    <a:lnTo>
                      <a:pt x="6968" y="2203"/>
                    </a:lnTo>
                    <a:lnTo>
                      <a:pt x="6966" y="2178"/>
                    </a:lnTo>
                    <a:lnTo>
                      <a:pt x="6963" y="2153"/>
                    </a:lnTo>
                    <a:lnTo>
                      <a:pt x="6958" y="2128"/>
                    </a:lnTo>
                    <a:lnTo>
                      <a:pt x="6954" y="2104"/>
                    </a:lnTo>
                    <a:lnTo>
                      <a:pt x="6947" y="2080"/>
                    </a:lnTo>
                    <a:lnTo>
                      <a:pt x="6940" y="2057"/>
                    </a:lnTo>
                    <a:lnTo>
                      <a:pt x="6932" y="2033"/>
                    </a:lnTo>
                    <a:lnTo>
                      <a:pt x="6923" y="2011"/>
                    </a:lnTo>
                    <a:lnTo>
                      <a:pt x="6913" y="1988"/>
                    </a:lnTo>
                    <a:lnTo>
                      <a:pt x="6903" y="1967"/>
                    </a:lnTo>
                    <a:lnTo>
                      <a:pt x="6891" y="1944"/>
                    </a:lnTo>
                    <a:lnTo>
                      <a:pt x="6878" y="1924"/>
                    </a:lnTo>
                    <a:lnTo>
                      <a:pt x="6866" y="1903"/>
                    </a:lnTo>
                    <a:lnTo>
                      <a:pt x="6851" y="1883"/>
                    </a:lnTo>
                    <a:lnTo>
                      <a:pt x="6837" y="1864"/>
                    </a:lnTo>
                    <a:lnTo>
                      <a:pt x="6821" y="1844"/>
                    </a:lnTo>
                    <a:lnTo>
                      <a:pt x="6804" y="1827"/>
                    </a:lnTo>
                    <a:lnTo>
                      <a:pt x="6787" y="1809"/>
                    </a:lnTo>
                    <a:lnTo>
                      <a:pt x="6769" y="1791"/>
                    </a:lnTo>
                    <a:lnTo>
                      <a:pt x="6750" y="1774"/>
                    </a:lnTo>
                    <a:lnTo>
                      <a:pt x="6731" y="1758"/>
                    </a:lnTo>
                    <a:lnTo>
                      <a:pt x="6711" y="1743"/>
                    </a:lnTo>
                    <a:lnTo>
                      <a:pt x="6690" y="1729"/>
                    </a:lnTo>
                    <a:lnTo>
                      <a:pt x="6668" y="1714"/>
                    </a:lnTo>
                    <a:lnTo>
                      <a:pt x="6646" y="1702"/>
                    </a:lnTo>
                    <a:lnTo>
                      <a:pt x="6622" y="1690"/>
                    </a:lnTo>
                    <a:lnTo>
                      <a:pt x="5035" y="880"/>
                    </a:lnTo>
                    <a:lnTo>
                      <a:pt x="3448" y="71"/>
                    </a:lnTo>
                    <a:lnTo>
                      <a:pt x="3424" y="59"/>
                    </a:lnTo>
                    <a:lnTo>
                      <a:pt x="3400" y="49"/>
                    </a:lnTo>
                    <a:lnTo>
                      <a:pt x="3376" y="40"/>
                    </a:lnTo>
                    <a:lnTo>
                      <a:pt x="3352" y="31"/>
                    </a:lnTo>
                    <a:lnTo>
                      <a:pt x="3327" y="25"/>
                    </a:lnTo>
                    <a:lnTo>
                      <a:pt x="3303" y="18"/>
                    </a:lnTo>
                    <a:lnTo>
                      <a:pt x="3279" y="12"/>
                    </a:lnTo>
                    <a:lnTo>
                      <a:pt x="3254" y="8"/>
                    </a:lnTo>
                    <a:lnTo>
                      <a:pt x="3230" y="4"/>
                    </a:lnTo>
                    <a:lnTo>
                      <a:pt x="3205" y="2"/>
                    </a:lnTo>
                    <a:lnTo>
                      <a:pt x="3180" y="0"/>
                    </a:lnTo>
                    <a:lnTo>
                      <a:pt x="3156" y="0"/>
                    </a:lnTo>
                    <a:lnTo>
                      <a:pt x="3131" y="0"/>
                    </a:lnTo>
                    <a:lnTo>
                      <a:pt x="3107" y="2"/>
                    </a:lnTo>
                    <a:lnTo>
                      <a:pt x="3083" y="4"/>
                    </a:lnTo>
                    <a:lnTo>
                      <a:pt x="3058" y="8"/>
                    </a:lnTo>
                    <a:lnTo>
                      <a:pt x="3034" y="12"/>
                    </a:lnTo>
                    <a:lnTo>
                      <a:pt x="3011" y="17"/>
                    </a:lnTo>
                    <a:lnTo>
                      <a:pt x="2987" y="24"/>
                    </a:lnTo>
                    <a:lnTo>
                      <a:pt x="2964" y="30"/>
                    </a:lnTo>
                    <a:lnTo>
                      <a:pt x="2940" y="38"/>
                    </a:lnTo>
                    <a:lnTo>
                      <a:pt x="2918" y="47"/>
                    </a:lnTo>
                    <a:lnTo>
                      <a:pt x="2894" y="57"/>
                    </a:lnTo>
                    <a:lnTo>
                      <a:pt x="2873" y="68"/>
                    </a:lnTo>
                    <a:lnTo>
                      <a:pt x="2850" y="80"/>
                    </a:lnTo>
                    <a:lnTo>
                      <a:pt x="2829" y="93"/>
                    </a:lnTo>
                    <a:lnTo>
                      <a:pt x="2808" y="107"/>
                    </a:lnTo>
                    <a:lnTo>
                      <a:pt x="2786" y="121"/>
                    </a:lnTo>
                    <a:lnTo>
                      <a:pt x="2766" y="137"/>
                    </a:lnTo>
                    <a:lnTo>
                      <a:pt x="2747" y="153"/>
                    </a:lnTo>
                    <a:lnTo>
                      <a:pt x="2727" y="171"/>
                    </a:lnTo>
                    <a:lnTo>
                      <a:pt x="2708" y="189"/>
                    </a:lnTo>
                    <a:lnTo>
                      <a:pt x="1448" y="1448"/>
                    </a:lnTo>
                    <a:lnTo>
                      <a:pt x="189" y="2708"/>
                    </a:lnTo>
                    <a:lnTo>
                      <a:pt x="171" y="2727"/>
                    </a:lnTo>
                    <a:lnTo>
                      <a:pt x="153" y="2747"/>
                    </a:lnTo>
                    <a:lnTo>
                      <a:pt x="137" y="2766"/>
                    </a:lnTo>
                    <a:lnTo>
                      <a:pt x="121" y="2786"/>
                    </a:lnTo>
                    <a:lnTo>
                      <a:pt x="107" y="2808"/>
                    </a:lnTo>
                    <a:lnTo>
                      <a:pt x="93" y="2829"/>
                    </a:lnTo>
                    <a:lnTo>
                      <a:pt x="80" y="2850"/>
                    </a:lnTo>
                    <a:lnTo>
                      <a:pt x="68" y="2873"/>
                    </a:lnTo>
                    <a:lnTo>
                      <a:pt x="57" y="2894"/>
                    </a:lnTo>
                    <a:lnTo>
                      <a:pt x="47" y="2918"/>
                    </a:lnTo>
                    <a:lnTo>
                      <a:pt x="38" y="2940"/>
                    </a:lnTo>
                    <a:lnTo>
                      <a:pt x="30" y="2964"/>
                    </a:lnTo>
                    <a:lnTo>
                      <a:pt x="24" y="2987"/>
                    </a:lnTo>
                    <a:lnTo>
                      <a:pt x="17" y="3011"/>
                    </a:lnTo>
                    <a:lnTo>
                      <a:pt x="12" y="3034"/>
                    </a:lnTo>
                    <a:lnTo>
                      <a:pt x="8" y="3058"/>
                    </a:lnTo>
                    <a:lnTo>
                      <a:pt x="4" y="3083"/>
                    </a:lnTo>
                    <a:lnTo>
                      <a:pt x="2" y="3107"/>
                    </a:lnTo>
                    <a:lnTo>
                      <a:pt x="0" y="3131"/>
                    </a:lnTo>
                    <a:lnTo>
                      <a:pt x="0" y="3156"/>
                    </a:lnTo>
                    <a:lnTo>
                      <a:pt x="0" y="3180"/>
                    </a:lnTo>
                    <a:lnTo>
                      <a:pt x="2" y="3205"/>
                    </a:lnTo>
                    <a:lnTo>
                      <a:pt x="4" y="3230"/>
                    </a:lnTo>
                    <a:lnTo>
                      <a:pt x="8" y="3254"/>
                    </a:lnTo>
                    <a:lnTo>
                      <a:pt x="12" y="3279"/>
                    </a:lnTo>
                    <a:lnTo>
                      <a:pt x="18" y="3303"/>
                    </a:lnTo>
                    <a:lnTo>
                      <a:pt x="24" y="3327"/>
                    </a:lnTo>
                    <a:lnTo>
                      <a:pt x="31" y="3352"/>
                    </a:lnTo>
                    <a:lnTo>
                      <a:pt x="40" y="3376"/>
                    </a:lnTo>
                    <a:lnTo>
                      <a:pt x="49" y="3400"/>
                    </a:lnTo>
                    <a:lnTo>
                      <a:pt x="59" y="3424"/>
                    </a:lnTo>
                    <a:lnTo>
                      <a:pt x="71" y="3448"/>
                    </a:lnTo>
                    <a:lnTo>
                      <a:pt x="880" y="5035"/>
                    </a:lnTo>
                    <a:lnTo>
                      <a:pt x="1690" y="6622"/>
                    </a:lnTo>
                    <a:lnTo>
                      <a:pt x="1702" y="6646"/>
                    </a:lnTo>
                    <a:lnTo>
                      <a:pt x="1714" y="6668"/>
                    </a:lnTo>
                    <a:lnTo>
                      <a:pt x="1729" y="6690"/>
                    </a:lnTo>
                    <a:lnTo>
                      <a:pt x="1743" y="6711"/>
                    </a:lnTo>
                    <a:lnTo>
                      <a:pt x="1758" y="6731"/>
                    </a:lnTo>
                    <a:lnTo>
                      <a:pt x="1774" y="6750"/>
                    </a:lnTo>
                    <a:lnTo>
                      <a:pt x="1791" y="6769"/>
                    </a:lnTo>
                    <a:lnTo>
                      <a:pt x="1809" y="6787"/>
                    </a:lnTo>
                    <a:lnTo>
                      <a:pt x="1827" y="6804"/>
                    </a:lnTo>
                    <a:lnTo>
                      <a:pt x="1844" y="6821"/>
                    </a:lnTo>
                    <a:lnTo>
                      <a:pt x="1864" y="6837"/>
                    </a:lnTo>
                    <a:lnTo>
                      <a:pt x="1883" y="6851"/>
                    </a:lnTo>
                    <a:lnTo>
                      <a:pt x="1903" y="6866"/>
                    </a:lnTo>
                    <a:lnTo>
                      <a:pt x="1924" y="6878"/>
                    </a:lnTo>
                    <a:lnTo>
                      <a:pt x="1944" y="6891"/>
                    </a:lnTo>
                    <a:lnTo>
                      <a:pt x="1967" y="6903"/>
                    </a:lnTo>
                    <a:lnTo>
                      <a:pt x="1988" y="6913"/>
                    </a:lnTo>
                    <a:lnTo>
                      <a:pt x="2011" y="6923"/>
                    </a:lnTo>
                    <a:lnTo>
                      <a:pt x="2033" y="6932"/>
                    </a:lnTo>
                    <a:lnTo>
                      <a:pt x="2057" y="6940"/>
                    </a:lnTo>
                    <a:lnTo>
                      <a:pt x="2080" y="6947"/>
                    </a:lnTo>
                    <a:lnTo>
                      <a:pt x="2104" y="6954"/>
                    </a:lnTo>
                    <a:lnTo>
                      <a:pt x="2128" y="6958"/>
                    </a:lnTo>
                    <a:lnTo>
                      <a:pt x="2153" y="6963"/>
                    </a:lnTo>
                    <a:lnTo>
                      <a:pt x="2178" y="6966"/>
                    </a:lnTo>
                    <a:lnTo>
                      <a:pt x="2203" y="6968"/>
                    </a:lnTo>
                    <a:lnTo>
                      <a:pt x="2227" y="6970"/>
                    </a:lnTo>
                    <a:lnTo>
                      <a:pt x="2253" y="6970"/>
                    </a:lnTo>
                    <a:lnTo>
                      <a:pt x="2278" y="6970"/>
                    </a:lnTo>
                    <a:lnTo>
                      <a:pt x="2304" y="6968"/>
                    </a:lnTo>
                    <a:lnTo>
                      <a:pt x="2329" y="6966"/>
                    </a:lnTo>
                    <a:lnTo>
                      <a:pt x="2355" y="6963"/>
                    </a:lnTo>
                    <a:lnTo>
                      <a:pt x="4116" y="6683"/>
                    </a:lnTo>
                    <a:lnTo>
                      <a:pt x="5876" y="6405"/>
                    </a:lnTo>
                    <a:lnTo>
                      <a:pt x="5902" y="6400"/>
                    </a:lnTo>
                    <a:lnTo>
                      <a:pt x="5926" y="6394"/>
                    </a:lnTo>
                    <a:lnTo>
                      <a:pt x="5952" y="6388"/>
                    </a:lnTo>
                    <a:lnTo>
                      <a:pt x="5976" y="6381"/>
                    </a:lnTo>
                    <a:lnTo>
                      <a:pt x="6000" y="6372"/>
                    </a:lnTo>
                    <a:lnTo>
                      <a:pt x="6024" y="6363"/>
                    </a:lnTo>
                    <a:lnTo>
                      <a:pt x="6046" y="6353"/>
                    </a:lnTo>
                    <a:lnTo>
                      <a:pt x="6069" y="6343"/>
                    </a:lnTo>
                    <a:lnTo>
                      <a:pt x="6091" y="6330"/>
                    </a:lnTo>
                    <a:lnTo>
                      <a:pt x="6113" y="6318"/>
                    </a:lnTo>
                    <a:lnTo>
                      <a:pt x="6133" y="6305"/>
                    </a:lnTo>
                    <a:lnTo>
                      <a:pt x="6153" y="6291"/>
                    </a:lnTo>
                    <a:lnTo>
                      <a:pt x="6173" y="6277"/>
                    </a:lnTo>
                    <a:lnTo>
                      <a:pt x="6191" y="6261"/>
                    </a:lnTo>
                    <a:lnTo>
                      <a:pt x="6210" y="6245"/>
                    </a:lnTo>
                    <a:lnTo>
                      <a:pt x="6227" y="6227"/>
                    </a:lnTo>
                    <a:lnTo>
                      <a:pt x="6245" y="6210"/>
                    </a:lnTo>
                    <a:lnTo>
                      <a:pt x="6261" y="6191"/>
                    </a:lnTo>
                    <a:lnTo>
                      <a:pt x="6277" y="6173"/>
                    </a:lnTo>
                    <a:lnTo>
                      <a:pt x="6291" y="6153"/>
                    </a:lnTo>
                    <a:lnTo>
                      <a:pt x="6305" y="6133"/>
                    </a:lnTo>
                    <a:lnTo>
                      <a:pt x="6318" y="6113"/>
                    </a:lnTo>
                    <a:lnTo>
                      <a:pt x="6330" y="6091"/>
                    </a:lnTo>
                    <a:lnTo>
                      <a:pt x="6343" y="6069"/>
                    </a:lnTo>
                    <a:lnTo>
                      <a:pt x="6353" y="6046"/>
                    </a:lnTo>
                    <a:lnTo>
                      <a:pt x="6363" y="6024"/>
                    </a:lnTo>
                    <a:lnTo>
                      <a:pt x="6372" y="6000"/>
                    </a:lnTo>
                    <a:lnTo>
                      <a:pt x="6381" y="5976"/>
                    </a:lnTo>
                    <a:lnTo>
                      <a:pt x="6388" y="5952"/>
                    </a:lnTo>
                    <a:lnTo>
                      <a:pt x="6394" y="5926"/>
                    </a:lnTo>
                    <a:lnTo>
                      <a:pt x="6400" y="5902"/>
                    </a:lnTo>
                    <a:lnTo>
                      <a:pt x="6405" y="5876"/>
                    </a:lnTo>
                    <a:close/>
                  </a:path>
                </a:pathLst>
              </a:custGeom>
              <a:solidFill>
                <a:srgbClr val="C00000"/>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000000"/>
                  </a:solidFill>
                  <a:effectLst/>
                  <a:uLnTx/>
                  <a:uFillTx/>
                  <a:latin typeface="Arial" panose="020B0604020202020204"/>
                  <a:ea typeface="阿里巴巴普惠体 Medium"/>
                  <a:cs typeface="阿里巴巴普惠体 Medium"/>
                  <a:sym typeface="Arial" panose="020B0604020202020204"/>
                </a:endParaRPr>
              </a:p>
            </p:txBody>
          </p:sp>
          <p:sp>
            <p:nvSpPr>
              <p:cNvPr id="11" name="图形"/>
              <p:cNvSpPr/>
              <p:nvPr userDrawn="1">
                <p:custDataLst>
                  <p:tags r:id="rId2"/>
                </p:custDataLst>
              </p:nvPr>
            </p:nvSpPr>
            <p:spPr bwMode="auto">
              <a:xfrm>
                <a:off x="7564" y="4269"/>
                <a:ext cx="908" cy="857"/>
              </a:xfrm>
              <a:custGeom>
                <a:avLst/>
                <a:gdLst>
                  <a:gd name="T0" fmla="*/ 91 w 194"/>
                  <a:gd name="T1" fmla="*/ 8 h 183"/>
                  <a:gd name="T2" fmla="*/ 103 w 194"/>
                  <a:gd name="T3" fmla="*/ 8 h 183"/>
                  <a:gd name="T4" fmla="*/ 118 w 194"/>
                  <a:gd name="T5" fmla="*/ 48 h 183"/>
                  <a:gd name="T6" fmla="*/ 141 w 194"/>
                  <a:gd name="T7" fmla="*/ 64 h 183"/>
                  <a:gd name="T8" fmla="*/ 183 w 194"/>
                  <a:gd name="T9" fmla="*/ 66 h 183"/>
                  <a:gd name="T10" fmla="*/ 186 w 194"/>
                  <a:gd name="T11" fmla="*/ 78 h 183"/>
                  <a:gd name="T12" fmla="*/ 154 w 194"/>
                  <a:gd name="T13" fmla="*/ 104 h 183"/>
                  <a:gd name="T14" fmla="*/ 145 w 194"/>
                  <a:gd name="T15" fmla="*/ 131 h 183"/>
                  <a:gd name="T16" fmla="*/ 156 w 194"/>
                  <a:gd name="T17" fmla="*/ 171 h 183"/>
                  <a:gd name="T18" fmla="*/ 146 w 194"/>
                  <a:gd name="T19" fmla="*/ 178 h 183"/>
                  <a:gd name="T20" fmla="*/ 111 w 194"/>
                  <a:gd name="T21" fmla="*/ 155 h 183"/>
                  <a:gd name="T22" fmla="*/ 83 w 194"/>
                  <a:gd name="T23" fmla="*/ 155 h 183"/>
                  <a:gd name="T24" fmla="*/ 48 w 194"/>
                  <a:gd name="T25" fmla="*/ 178 h 183"/>
                  <a:gd name="T26" fmla="*/ 38 w 194"/>
                  <a:gd name="T27" fmla="*/ 171 h 183"/>
                  <a:gd name="T28" fmla="*/ 49 w 194"/>
                  <a:gd name="T29" fmla="*/ 131 h 183"/>
                  <a:gd name="T30" fmla="*/ 41 w 194"/>
                  <a:gd name="T31" fmla="*/ 104 h 183"/>
                  <a:gd name="T32" fmla="*/ 8 w 194"/>
                  <a:gd name="T33" fmla="*/ 78 h 183"/>
                  <a:gd name="T34" fmla="*/ 11 w 194"/>
                  <a:gd name="T35" fmla="*/ 66 h 183"/>
                  <a:gd name="T36" fmla="*/ 53 w 194"/>
                  <a:gd name="T37" fmla="*/ 64 h 183"/>
                  <a:gd name="T38" fmla="*/ 76 w 194"/>
                  <a:gd name="T39" fmla="*/ 48 h 183"/>
                  <a:gd name="T40" fmla="*/ 91 w 194"/>
                  <a:gd name="T41" fmla="*/ 8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4" h="183">
                    <a:moveTo>
                      <a:pt x="91" y="8"/>
                    </a:moveTo>
                    <a:cubicBezTo>
                      <a:pt x="94" y="0"/>
                      <a:pt x="100" y="0"/>
                      <a:pt x="103" y="8"/>
                    </a:cubicBezTo>
                    <a:cubicBezTo>
                      <a:pt x="118" y="48"/>
                      <a:pt x="118" y="48"/>
                      <a:pt x="118" y="48"/>
                    </a:cubicBezTo>
                    <a:cubicBezTo>
                      <a:pt x="121" y="56"/>
                      <a:pt x="132" y="64"/>
                      <a:pt x="141" y="64"/>
                    </a:cubicBezTo>
                    <a:cubicBezTo>
                      <a:pt x="183" y="66"/>
                      <a:pt x="183" y="66"/>
                      <a:pt x="183" y="66"/>
                    </a:cubicBezTo>
                    <a:cubicBezTo>
                      <a:pt x="192" y="67"/>
                      <a:pt x="194" y="72"/>
                      <a:pt x="186" y="78"/>
                    </a:cubicBezTo>
                    <a:cubicBezTo>
                      <a:pt x="154" y="104"/>
                      <a:pt x="154" y="104"/>
                      <a:pt x="154" y="104"/>
                    </a:cubicBezTo>
                    <a:cubicBezTo>
                      <a:pt x="146" y="110"/>
                      <a:pt x="142" y="122"/>
                      <a:pt x="145" y="131"/>
                    </a:cubicBezTo>
                    <a:cubicBezTo>
                      <a:pt x="156" y="171"/>
                      <a:pt x="156" y="171"/>
                      <a:pt x="156" y="171"/>
                    </a:cubicBezTo>
                    <a:cubicBezTo>
                      <a:pt x="159" y="180"/>
                      <a:pt x="154" y="183"/>
                      <a:pt x="146" y="178"/>
                    </a:cubicBezTo>
                    <a:cubicBezTo>
                      <a:pt x="111" y="155"/>
                      <a:pt x="111" y="155"/>
                      <a:pt x="111" y="155"/>
                    </a:cubicBezTo>
                    <a:cubicBezTo>
                      <a:pt x="104" y="150"/>
                      <a:pt x="91" y="150"/>
                      <a:pt x="83" y="155"/>
                    </a:cubicBezTo>
                    <a:cubicBezTo>
                      <a:pt x="48" y="178"/>
                      <a:pt x="48" y="178"/>
                      <a:pt x="48" y="178"/>
                    </a:cubicBezTo>
                    <a:cubicBezTo>
                      <a:pt x="40" y="183"/>
                      <a:pt x="36" y="180"/>
                      <a:pt x="38" y="171"/>
                    </a:cubicBezTo>
                    <a:cubicBezTo>
                      <a:pt x="49" y="131"/>
                      <a:pt x="49" y="131"/>
                      <a:pt x="49" y="131"/>
                    </a:cubicBezTo>
                    <a:cubicBezTo>
                      <a:pt x="52" y="122"/>
                      <a:pt x="48" y="110"/>
                      <a:pt x="41" y="104"/>
                    </a:cubicBezTo>
                    <a:cubicBezTo>
                      <a:pt x="8" y="78"/>
                      <a:pt x="8" y="78"/>
                      <a:pt x="8" y="78"/>
                    </a:cubicBezTo>
                    <a:cubicBezTo>
                      <a:pt x="0" y="72"/>
                      <a:pt x="2" y="67"/>
                      <a:pt x="11" y="66"/>
                    </a:cubicBezTo>
                    <a:cubicBezTo>
                      <a:pt x="53" y="64"/>
                      <a:pt x="53" y="64"/>
                      <a:pt x="53" y="64"/>
                    </a:cubicBezTo>
                    <a:cubicBezTo>
                      <a:pt x="63" y="64"/>
                      <a:pt x="73" y="56"/>
                      <a:pt x="76" y="48"/>
                    </a:cubicBezTo>
                    <a:lnTo>
                      <a:pt x="91" y="8"/>
                    </a:lnTo>
                    <a:close/>
                  </a:path>
                </a:pathLst>
              </a:custGeom>
              <a:solidFill>
                <a:srgbClr val="FFFFFF"/>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000000"/>
                  </a:solidFill>
                  <a:effectLst/>
                  <a:uLnTx/>
                  <a:uFillTx/>
                  <a:latin typeface="Arial" panose="020B0604020202020204"/>
                  <a:ea typeface="阿里巴巴普惠体 Medium"/>
                  <a:cs typeface="阿里巴巴普惠体 Medium"/>
                  <a:sym typeface="Arial" panose="020B0604020202020204"/>
                </a:endParaRPr>
              </a:p>
            </p:txBody>
          </p:sp>
        </p:grpSp>
        <p:sp>
          <p:nvSpPr>
            <p:cNvPr id="12" name="文本框 11"/>
            <p:cNvSpPr txBox="1"/>
            <p:nvPr/>
          </p:nvSpPr>
          <p:spPr>
            <a:xfrm>
              <a:off x="1127448" y="404664"/>
              <a:ext cx="3528392" cy="584775"/>
            </a:xfrm>
            <a:prstGeom prst="rect">
              <a:avLst/>
            </a:prstGeom>
            <a:noFill/>
          </p:spPr>
          <p:txBody>
            <a:bodyPr wrap="square" rtlCol="0" anchor="t">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rPr>
                <a:t>成果汇报总结发表</a:t>
              </a:r>
              <a:endParaRPr kumimoji="0" lang="zh-CN" altLang="en-US" sz="3200" b="0" i="0" u="none" strike="noStrike" kern="1200" cap="none" spc="0" normalizeH="0" baseline="0" noProof="0" dirty="0">
                <a:ln>
                  <a:noFill/>
                </a:ln>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endParaRPr>
            </a:p>
          </p:txBody>
        </p:sp>
      </p:grpSp>
      <p:pic>
        <p:nvPicPr>
          <p:cNvPr id="2" name="图片 1"/>
          <p:cNvPicPr>
            <a:picLocks noChangeAspect="1"/>
          </p:cNvPicPr>
          <p:nvPr/>
        </p:nvPicPr>
        <p:blipFill rotWithShape="1">
          <a:blip r:embed="rId3" cstate="print">
            <a:extLst>
              <a:ext uri="{28A0092B-C50C-407E-A947-70E740481C1C}">
                <a14:useLocalDpi xmlns:a14="http://schemas.microsoft.com/office/drawing/2010/main" val="0"/>
              </a:ext>
            </a:extLst>
          </a:blip>
          <a:srcRect l="32640" r="31228"/>
          <a:stretch>
            <a:fillRect/>
          </a:stretch>
        </p:blipFill>
        <p:spPr>
          <a:xfrm>
            <a:off x="7643691" y="915461"/>
            <a:ext cx="3503184" cy="6847007"/>
          </a:xfrm>
          <a:prstGeom prst="rect">
            <a:avLst/>
          </a:prstGeom>
        </p:spPr>
      </p:pic>
      <p:grpSp>
        <p:nvGrpSpPr>
          <p:cNvPr id="3" name="组合 2"/>
          <p:cNvGrpSpPr/>
          <p:nvPr/>
        </p:nvGrpSpPr>
        <p:grpSpPr>
          <a:xfrm>
            <a:off x="1045126" y="2188542"/>
            <a:ext cx="6359383" cy="593698"/>
            <a:chOff x="638319" y="2248302"/>
            <a:chExt cx="6359382" cy="593698"/>
          </a:xfrm>
        </p:grpSpPr>
        <p:grpSp>
          <p:nvGrpSpPr>
            <p:cNvPr id="4" name="组合 3"/>
            <p:cNvGrpSpPr/>
            <p:nvPr/>
          </p:nvGrpSpPr>
          <p:grpSpPr>
            <a:xfrm>
              <a:off x="638319" y="2248302"/>
              <a:ext cx="665793" cy="543412"/>
              <a:chOff x="1119038" y="3785339"/>
              <a:chExt cx="665793" cy="543412"/>
            </a:xfrm>
          </p:grpSpPr>
          <p:sp>
            <p:nvSpPr>
              <p:cNvPr id="6" name="箭头: 五边形 5"/>
              <p:cNvSpPr/>
              <p:nvPr/>
            </p:nvSpPr>
            <p:spPr bwMode="auto">
              <a:xfrm>
                <a:off x="1119038" y="3785339"/>
                <a:ext cx="665793" cy="543412"/>
              </a:xfrm>
              <a:prstGeom prst="homePlate">
                <a:avLst>
                  <a:gd name="adj" fmla="val 19976"/>
                </a:avLst>
              </a:prstGeom>
              <a:solidFill>
                <a:srgbClr val="CE350A"/>
              </a:solidFill>
              <a:ln>
                <a:noFill/>
              </a:ln>
              <a:effectLst>
                <a:outerShdw blurRad="254000" dist="101600" dir="5400000" algn="ctr" rotWithShape="0">
                  <a:srgbClr val="C30F0F">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468000" rtlCol="0" anchor="ctr"/>
              <a:lstStyle/>
              <a:p>
                <a:endParaRPr lang="zh-CN" altLang="en-US" sz="2400">
                  <a:ln w="19050">
                    <a:noFill/>
                  </a:ln>
                  <a:gradFill>
                    <a:gsLst>
                      <a:gs pos="100000">
                        <a:srgbClr val="E9BE61"/>
                      </a:gs>
                      <a:gs pos="49000">
                        <a:srgbClr val="FEEFAC"/>
                      </a:gs>
                    </a:gsLst>
                    <a:lin ang="5400000" scaled="0"/>
                  </a:gradFill>
                  <a:latin typeface="Arial" panose="020B0604020202020204"/>
                  <a:ea typeface="阿里巴巴普惠体 Medium"/>
                  <a:cs typeface="阿里巴巴普惠体 Medium"/>
                  <a:sym typeface="Arial" panose="020B0604020202020204"/>
                </a:endParaRPr>
              </a:p>
            </p:txBody>
          </p:sp>
          <p:sp>
            <p:nvSpPr>
              <p:cNvPr id="7" name="文本框 6"/>
              <p:cNvSpPr txBox="1"/>
              <p:nvPr/>
            </p:nvSpPr>
            <p:spPr>
              <a:xfrm>
                <a:off x="1236431" y="3826213"/>
                <a:ext cx="431007" cy="461665"/>
              </a:xfrm>
              <a:prstGeom prst="rect">
                <a:avLst/>
              </a:prstGeom>
            </p:spPr>
            <p:txBody>
              <a:bodyPr wrap="square">
                <a:spAutoFit/>
              </a:bodyPr>
              <a:lstStyle>
                <a:defPPr>
                  <a:defRPr lang="zh-CN"/>
                </a:defPPr>
                <a:lvl1pPr>
                  <a:defRPr sz="5000">
                    <a:ln w="19050">
                      <a:noFill/>
                    </a:ln>
                    <a:gradFill>
                      <a:gsLst>
                        <a:gs pos="100000">
                          <a:srgbClr val="E9BE61"/>
                        </a:gs>
                        <a:gs pos="49000">
                          <a:srgbClr val="FEEFAC"/>
                        </a:gs>
                      </a:gsLst>
                      <a:lin ang="5400000" scaled="0"/>
                    </a:gradFill>
                    <a:latin typeface="思源宋体 CN Heavy" charset="-122"/>
                    <a:ea typeface="思源宋体 CN Heavy" charset="-122"/>
                  </a:defRPr>
                </a:lvl1pPr>
              </a:lstStyle>
              <a:p>
                <a:pPr algn="ctr"/>
                <a:r>
                  <a:rPr lang="en-US" altLang="zh-CN" sz="2400" b="1" dirty="0">
                    <a:solidFill>
                      <a:schemeClr val="bg1"/>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rPr>
                  <a:t>1</a:t>
                </a:r>
                <a:endParaRPr lang="zh-CN" altLang="en-US" sz="2400" b="1" dirty="0">
                  <a:solidFill>
                    <a:schemeClr val="bg1"/>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endParaRPr>
              </a:p>
            </p:txBody>
          </p:sp>
        </p:grpSp>
        <p:sp>
          <p:nvSpPr>
            <p:cNvPr id="5" name="矩形 4"/>
            <p:cNvSpPr/>
            <p:nvPr/>
          </p:nvSpPr>
          <p:spPr>
            <a:xfrm>
              <a:off x="1421506" y="2275691"/>
              <a:ext cx="5576195" cy="566309"/>
            </a:xfrm>
            <a:prstGeom prst="rect">
              <a:avLst/>
            </a:prstGeom>
          </p:spPr>
          <p:txBody>
            <a:bodyPr wrap="square">
              <a:spAutoFit/>
            </a:bodyPr>
            <a:lstStyle/>
            <a:p>
              <a:pPr>
                <a:lnSpc>
                  <a:spcPct val="110000"/>
                </a:lnSpc>
              </a:pPr>
              <a:r>
                <a:rPr lang="zh-CN" altLang="en-US" sz="1400" spc="400" dirty="0">
                  <a:latin typeface="Arial" panose="020B0604020202020204"/>
                  <a:ea typeface="阿里巴巴普惠体 Medium"/>
                  <a:cs typeface="阿里巴巴普惠体 Medium"/>
                  <a:sym typeface="Arial" panose="020B0604020202020204"/>
                </a:rPr>
                <a:t>在此处添加您的文本内容在此处添加您的文本内容在此处添加您的文本内容在此处添加</a:t>
              </a:r>
              <a:endParaRPr lang="zh-CN" altLang="en-US" sz="1400" spc="400" dirty="0">
                <a:latin typeface="Arial" panose="020B0604020202020204"/>
                <a:ea typeface="阿里巴巴普惠体 Medium"/>
                <a:cs typeface="阿里巴巴普惠体 Medium"/>
                <a:sym typeface="Arial" panose="020B0604020202020204"/>
              </a:endParaRPr>
            </a:p>
          </p:txBody>
        </p:sp>
      </p:grpSp>
      <p:grpSp>
        <p:nvGrpSpPr>
          <p:cNvPr id="8" name="组合 7"/>
          <p:cNvGrpSpPr/>
          <p:nvPr/>
        </p:nvGrpSpPr>
        <p:grpSpPr>
          <a:xfrm>
            <a:off x="1045127" y="3451326"/>
            <a:ext cx="5964411" cy="566309"/>
            <a:chOff x="560238" y="3323298"/>
            <a:chExt cx="5964411" cy="566309"/>
          </a:xfrm>
        </p:grpSpPr>
        <p:grpSp>
          <p:nvGrpSpPr>
            <p:cNvPr id="14" name="组合 13"/>
            <p:cNvGrpSpPr/>
            <p:nvPr/>
          </p:nvGrpSpPr>
          <p:grpSpPr>
            <a:xfrm>
              <a:off x="560238" y="3331284"/>
              <a:ext cx="665793" cy="543412"/>
              <a:chOff x="1119038" y="4648936"/>
              <a:chExt cx="665793" cy="543412"/>
            </a:xfrm>
          </p:grpSpPr>
          <p:sp>
            <p:nvSpPr>
              <p:cNvPr id="16" name="箭头: 五边形 15"/>
              <p:cNvSpPr/>
              <p:nvPr/>
            </p:nvSpPr>
            <p:spPr bwMode="auto">
              <a:xfrm>
                <a:off x="1119038" y="4648936"/>
                <a:ext cx="665793" cy="543412"/>
              </a:xfrm>
              <a:prstGeom prst="homePlate">
                <a:avLst>
                  <a:gd name="adj" fmla="val 19976"/>
                </a:avLst>
              </a:prstGeom>
              <a:solidFill>
                <a:srgbClr val="CE350A"/>
              </a:solidFill>
              <a:ln>
                <a:noFill/>
              </a:ln>
              <a:effectLst>
                <a:outerShdw blurRad="254000" dist="101600" dir="5400000" algn="ctr" rotWithShape="0">
                  <a:srgbClr val="C30F0F">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468000" rtlCol="0" anchor="ctr"/>
              <a:lstStyle/>
              <a:p>
                <a:endParaRPr lang="zh-CN" altLang="en-US" sz="2400">
                  <a:ln w="19050">
                    <a:noFill/>
                  </a:ln>
                  <a:gradFill>
                    <a:gsLst>
                      <a:gs pos="100000">
                        <a:srgbClr val="E9BE61"/>
                      </a:gs>
                      <a:gs pos="49000">
                        <a:srgbClr val="FEEFAC"/>
                      </a:gs>
                    </a:gsLst>
                    <a:lin ang="5400000" scaled="0"/>
                  </a:gradFill>
                  <a:latin typeface="Arial" panose="020B0604020202020204"/>
                  <a:ea typeface="阿里巴巴普惠体 Medium"/>
                  <a:cs typeface="阿里巴巴普惠体 Medium"/>
                  <a:sym typeface="Arial" panose="020B0604020202020204"/>
                </a:endParaRPr>
              </a:p>
            </p:txBody>
          </p:sp>
          <p:sp>
            <p:nvSpPr>
              <p:cNvPr id="17" name="文本框 16"/>
              <p:cNvSpPr txBox="1"/>
              <p:nvPr/>
            </p:nvSpPr>
            <p:spPr>
              <a:xfrm>
                <a:off x="1236431" y="4689810"/>
                <a:ext cx="431007" cy="461665"/>
              </a:xfrm>
              <a:prstGeom prst="rect">
                <a:avLst/>
              </a:prstGeom>
            </p:spPr>
            <p:txBody>
              <a:bodyPr wrap="square">
                <a:spAutoFit/>
              </a:bodyPr>
              <a:lstStyle>
                <a:defPPr>
                  <a:defRPr lang="zh-CN"/>
                </a:defPPr>
                <a:lvl1pPr>
                  <a:defRPr sz="5000">
                    <a:ln w="19050">
                      <a:noFill/>
                    </a:ln>
                    <a:gradFill>
                      <a:gsLst>
                        <a:gs pos="100000">
                          <a:srgbClr val="E9BE61"/>
                        </a:gs>
                        <a:gs pos="49000">
                          <a:srgbClr val="FEEFAC"/>
                        </a:gs>
                      </a:gsLst>
                      <a:lin ang="5400000" scaled="0"/>
                    </a:gradFill>
                    <a:latin typeface="思源宋体 CN Heavy" charset="-122"/>
                    <a:ea typeface="思源宋体 CN Heavy" charset="-122"/>
                  </a:defRPr>
                </a:lvl1pPr>
              </a:lstStyle>
              <a:p>
                <a:pPr algn="ctr"/>
                <a:r>
                  <a:rPr lang="en-US" altLang="zh-CN" sz="2400" b="1" dirty="0">
                    <a:solidFill>
                      <a:schemeClr val="bg1"/>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rPr>
                  <a:t>2</a:t>
                </a:r>
                <a:endParaRPr lang="zh-CN" altLang="en-US" sz="2400" b="1" dirty="0">
                  <a:solidFill>
                    <a:schemeClr val="bg1"/>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endParaRPr>
              </a:p>
            </p:txBody>
          </p:sp>
        </p:grpSp>
        <p:sp>
          <p:nvSpPr>
            <p:cNvPr id="15" name="矩形 14"/>
            <p:cNvSpPr/>
            <p:nvPr/>
          </p:nvSpPr>
          <p:spPr>
            <a:xfrm>
              <a:off x="1402334" y="3323298"/>
              <a:ext cx="5122315" cy="566309"/>
            </a:xfrm>
            <a:prstGeom prst="rect">
              <a:avLst/>
            </a:prstGeom>
          </p:spPr>
          <p:txBody>
            <a:bodyPr wrap="square">
              <a:spAutoFit/>
            </a:bodyPr>
            <a:lstStyle/>
            <a:p>
              <a:pPr>
                <a:lnSpc>
                  <a:spcPct val="110000"/>
                </a:lnSpc>
              </a:pPr>
              <a:r>
                <a:rPr lang="zh-CN" altLang="en-US" sz="1400" spc="400" dirty="0">
                  <a:solidFill>
                    <a:schemeClr val="tx1">
                      <a:lumMod val="75000"/>
                      <a:lumOff val="25000"/>
                    </a:schemeClr>
                  </a:solidFill>
                  <a:latin typeface="Arial" panose="020B0604020202020204"/>
                  <a:ea typeface="阿里巴巴普惠体 Medium"/>
                  <a:cs typeface="阿里巴巴普惠体 Medium"/>
                  <a:sym typeface="Arial" panose="020B0604020202020204"/>
                </a:rPr>
                <a:t>在此处添加您的文本内容在此处添加您的文本内容在此处添加您的文本内容在此处添加</a:t>
              </a:r>
              <a:endParaRPr lang="zh-CN" altLang="en-US" sz="1400" spc="400" dirty="0">
                <a:solidFill>
                  <a:schemeClr val="tx1">
                    <a:lumMod val="75000"/>
                    <a:lumOff val="25000"/>
                  </a:schemeClr>
                </a:solidFill>
                <a:latin typeface="Arial" panose="020B0604020202020204"/>
                <a:ea typeface="阿里巴巴普惠体 Medium"/>
                <a:cs typeface="阿里巴巴普惠体 Medium"/>
                <a:sym typeface="Arial" panose="020B0604020202020204"/>
              </a:endParaRPr>
            </a:p>
          </p:txBody>
        </p:sp>
      </p:grpSp>
      <p:grpSp>
        <p:nvGrpSpPr>
          <p:cNvPr id="18" name="组合 17"/>
          <p:cNvGrpSpPr/>
          <p:nvPr/>
        </p:nvGrpSpPr>
        <p:grpSpPr>
          <a:xfrm>
            <a:off x="1045127" y="4714108"/>
            <a:ext cx="6418292" cy="566309"/>
            <a:chOff x="560238" y="4241642"/>
            <a:chExt cx="6418292" cy="566309"/>
          </a:xfrm>
        </p:grpSpPr>
        <p:grpSp>
          <p:nvGrpSpPr>
            <p:cNvPr id="19" name="组合 18"/>
            <p:cNvGrpSpPr/>
            <p:nvPr/>
          </p:nvGrpSpPr>
          <p:grpSpPr>
            <a:xfrm>
              <a:off x="560238" y="4257614"/>
              <a:ext cx="665793" cy="543412"/>
              <a:chOff x="1119038" y="5512532"/>
              <a:chExt cx="665793" cy="543412"/>
            </a:xfrm>
          </p:grpSpPr>
          <p:sp>
            <p:nvSpPr>
              <p:cNvPr id="21" name="箭头: 五边形 20"/>
              <p:cNvSpPr/>
              <p:nvPr/>
            </p:nvSpPr>
            <p:spPr bwMode="auto">
              <a:xfrm>
                <a:off x="1119038" y="5512532"/>
                <a:ext cx="665793" cy="543412"/>
              </a:xfrm>
              <a:prstGeom prst="homePlate">
                <a:avLst>
                  <a:gd name="adj" fmla="val 19976"/>
                </a:avLst>
              </a:prstGeom>
              <a:solidFill>
                <a:srgbClr val="CE350A"/>
              </a:solidFill>
              <a:ln>
                <a:noFill/>
              </a:ln>
              <a:effectLst>
                <a:outerShdw blurRad="254000" dist="101600" dir="5400000" algn="ctr" rotWithShape="0">
                  <a:srgbClr val="C30F0F">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468000" rtlCol="0" anchor="ctr"/>
              <a:lstStyle/>
              <a:p>
                <a:endParaRPr lang="zh-CN" altLang="en-US" sz="2400">
                  <a:ln w="19050">
                    <a:noFill/>
                  </a:ln>
                  <a:gradFill>
                    <a:gsLst>
                      <a:gs pos="100000">
                        <a:srgbClr val="E9BE61"/>
                      </a:gs>
                      <a:gs pos="49000">
                        <a:srgbClr val="FEEFAC"/>
                      </a:gs>
                    </a:gsLst>
                    <a:lin ang="5400000" scaled="0"/>
                  </a:gradFill>
                  <a:latin typeface="Arial" panose="020B0604020202020204"/>
                  <a:ea typeface="阿里巴巴普惠体 Medium"/>
                  <a:cs typeface="阿里巴巴普惠体 Medium"/>
                  <a:sym typeface="Arial" panose="020B0604020202020204"/>
                </a:endParaRPr>
              </a:p>
            </p:txBody>
          </p:sp>
          <p:sp>
            <p:nvSpPr>
              <p:cNvPr id="22" name="文本框 21"/>
              <p:cNvSpPr txBox="1"/>
              <p:nvPr/>
            </p:nvSpPr>
            <p:spPr>
              <a:xfrm>
                <a:off x="1236431" y="5553406"/>
                <a:ext cx="431007" cy="461665"/>
              </a:xfrm>
              <a:prstGeom prst="rect">
                <a:avLst/>
              </a:prstGeom>
            </p:spPr>
            <p:txBody>
              <a:bodyPr wrap="square">
                <a:spAutoFit/>
              </a:bodyPr>
              <a:lstStyle>
                <a:defPPr>
                  <a:defRPr lang="zh-CN"/>
                </a:defPPr>
                <a:lvl1pPr>
                  <a:defRPr sz="5000">
                    <a:ln w="19050">
                      <a:noFill/>
                    </a:ln>
                    <a:gradFill>
                      <a:gsLst>
                        <a:gs pos="100000">
                          <a:srgbClr val="E9BE61"/>
                        </a:gs>
                        <a:gs pos="49000">
                          <a:srgbClr val="FEEFAC"/>
                        </a:gs>
                      </a:gsLst>
                      <a:lin ang="5400000" scaled="0"/>
                    </a:gradFill>
                    <a:latin typeface="思源宋体 CN Heavy" charset="-122"/>
                    <a:ea typeface="思源宋体 CN Heavy" charset="-122"/>
                  </a:defRPr>
                </a:lvl1pPr>
              </a:lstStyle>
              <a:p>
                <a:pPr algn="ctr"/>
                <a:r>
                  <a:rPr lang="en-US" altLang="zh-CN" sz="2400" b="1" dirty="0">
                    <a:solidFill>
                      <a:schemeClr val="bg1"/>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rPr>
                  <a:t>3</a:t>
                </a:r>
                <a:endParaRPr lang="zh-CN" altLang="en-US" sz="2400" b="1" dirty="0">
                  <a:solidFill>
                    <a:schemeClr val="bg1"/>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endParaRPr>
              </a:p>
            </p:txBody>
          </p:sp>
        </p:grpSp>
        <p:sp>
          <p:nvSpPr>
            <p:cNvPr id="20" name="矩形 19"/>
            <p:cNvSpPr/>
            <p:nvPr/>
          </p:nvSpPr>
          <p:spPr>
            <a:xfrm>
              <a:off x="1402334" y="4241642"/>
              <a:ext cx="5576196" cy="566309"/>
            </a:xfrm>
            <a:prstGeom prst="rect">
              <a:avLst/>
            </a:prstGeom>
          </p:spPr>
          <p:txBody>
            <a:bodyPr wrap="square">
              <a:spAutoFit/>
            </a:bodyPr>
            <a:lstStyle/>
            <a:p>
              <a:pPr>
                <a:lnSpc>
                  <a:spcPct val="110000"/>
                </a:lnSpc>
              </a:pPr>
              <a:r>
                <a:rPr lang="zh-CN" altLang="en-US" sz="1400" spc="400" dirty="0">
                  <a:solidFill>
                    <a:schemeClr val="tx1">
                      <a:lumMod val="75000"/>
                      <a:lumOff val="25000"/>
                    </a:schemeClr>
                  </a:solidFill>
                  <a:latin typeface="Arial" panose="020B0604020202020204"/>
                  <a:ea typeface="阿里巴巴普惠体 Medium"/>
                  <a:cs typeface="阿里巴巴普惠体 Medium"/>
                  <a:sym typeface="Arial" panose="020B0604020202020204"/>
                </a:rPr>
                <a:t>在此处添加您的文本内容在此处添加您的文本内容在此处添加您的文本内容在此处添加</a:t>
              </a:r>
              <a:endParaRPr lang="zh-CN" altLang="en-US" sz="1400" spc="400" dirty="0">
                <a:solidFill>
                  <a:schemeClr val="tx1">
                    <a:lumMod val="75000"/>
                    <a:lumOff val="25000"/>
                  </a:schemeClr>
                </a:solidFill>
                <a:latin typeface="Arial" panose="020B0604020202020204"/>
                <a:ea typeface="阿里巴巴普惠体 Medium"/>
                <a:cs typeface="阿里巴巴普惠体 Medium"/>
                <a:sym typeface="Arial" panose="020B0604020202020204"/>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ppt_w</p:attrName>
                                        </p:attrNameLst>
                                      </p:cBhvr>
                                      <p:tavLst>
                                        <p:tav tm="0">
                                          <p:val>
                                            <p:fltVal val="0"/>
                                          </p:val>
                                        </p:tav>
                                        <p:tav tm="100000">
                                          <p:val>
                                            <p:strVal val="#ppt_w"/>
                                          </p:val>
                                        </p:tav>
                                      </p:tavLst>
                                    </p:anim>
                                    <p:anim calcmode="lin" valueType="num">
                                      <p:cBhvr>
                                        <p:cTn id="8" dur="500" fill="hold"/>
                                        <p:tgtEl>
                                          <p:spTgt spid="13"/>
                                        </p:tgtEl>
                                        <p:attrNameLst>
                                          <p:attrName>ppt_h</p:attrName>
                                        </p:attrNameLst>
                                      </p:cBhvr>
                                      <p:tavLst>
                                        <p:tav tm="0">
                                          <p:val>
                                            <p:fltVal val="0"/>
                                          </p:val>
                                        </p:tav>
                                        <p:tav tm="100000">
                                          <p:val>
                                            <p:strVal val="#ppt_h"/>
                                          </p:val>
                                        </p:tav>
                                      </p:tavLst>
                                    </p:anim>
                                    <p:animEffect transition="in" filter="fade">
                                      <p:cBhvr>
                                        <p:cTn id="9" dur="500"/>
                                        <p:tgtEl>
                                          <p:spTgt spid="13"/>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ipe(down)">
                                      <p:cBhvr>
                                        <p:cTn id="1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p:cNvGrpSpPr/>
          <p:nvPr/>
        </p:nvGrpSpPr>
        <p:grpSpPr>
          <a:xfrm>
            <a:off x="695402" y="548681"/>
            <a:ext cx="4049727" cy="584775"/>
            <a:chOff x="606113" y="404664"/>
            <a:chExt cx="4049727" cy="584775"/>
          </a:xfrm>
        </p:grpSpPr>
        <p:grpSp>
          <p:nvGrpSpPr>
            <p:cNvPr id="9" name="组合 8"/>
            <p:cNvGrpSpPr/>
            <p:nvPr/>
          </p:nvGrpSpPr>
          <p:grpSpPr>
            <a:xfrm>
              <a:off x="606113" y="443399"/>
              <a:ext cx="479425" cy="479425"/>
              <a:chOff x="7015" y="3652"/>
              <a:chExt cx="2006" cy="2006"/>
            </a:xfrm>
          </p:grpSpPr>
          <p:sp>
            <p:nvSpPr>
              <p:cNvPr id="10" name="图形"/>
              <p:cNvSpPr/>
              <p:nvPr userDrawn="1">
                <p:custDataLst>
                  <p:tags r:id="rId1"/>
                </p:custDataLst>
              </p:nvPr>
            </p:nvSpPr>
            <p:spPr bwMode="auto">
              <a:xfrm rot="660000">
                <a:off x="7015" y="3652"/>
                <a:ext cx="2007" cy="2007"/>
              </a:xfrm>
              <a:custGeom>
                <a:avLst/>
                <a:gdLst>
                  <a:gd name="T0" fmla="*/ 6963 w 6970"/>
                  <a:gd name="T1" fmla="*/ 2355 h 6970"/>
                  <a:gd name="T2" fmla="*/ 6970 w 6970"/>
                  <a:gd name="T3" fmla="*/ 2278 h 6970"/>
                  <a:gd name="T4" fmla="*/ 6968 w 6970"/>
                  <a:gd name="T5" fmla="*/ 2203 h 6970"/>
                  <a:gd name="T6" fmla="*/ 6958 w 6970"/>
                  <a:gd name="T7" fmla="*/ 2128 h 6970"/>
                  <a:gd name="T8" fmla="*/ 6940 w 6970"/>
                  <a:gd name="T9" fmla="*/ 2057 h 6970"/>
                  <a:gd name="T10" fmla="*/ 6913 w 6970"/>
                  <a:gd name="T11" fmla="*/ 1988 h 6970"/>
                  <a:gd name="T12" fmla="*/ 6878 w 6970"/>
                  <a:gd name="T13" fmla="*/ 1924 h 6970"/>
                  <a:gd name="T14" fmla="*/ 6837 w 6970"/>
                  <a:gd name="T15" fmla="*/ 1864 h 6970"/>
                  <a:gd name="T16" fmla="*/ 6787 w 6970"/>
                  <a:gd name="T17" fmla="*/ 1809 h 6970"/>
                  <a:gd name="T18" fmla="*/ 6731 w 6970"/>
                  <a:gd name="T19" fmla="*/ 1758 h 6970"/>
                  <a:gd name="T20" fmla="*/ 6668 w 6970"/>
                  <a:gd name="T21" fmla="*/ 1714 h 6970"/>
                  <a:gd name="T22" fmla="*/ 5035 w 6970"/>
                  <a:gd name="T23" fmla="*/ 880 h 6970"/>
                  <a:gd name="T24" fmla="*/ 3400 w 6970"/>
                  <a:gd name="T25" fmla="*/ 49 h 6970"/>
                  <a:gd name="T26" fmla="*/ 3327 w 6970"/>
                  <a:gd name="T27" fmla="*/ 25 h 6970"/>
                  <a:gd name="T28" fmla="*/ 3254 w 6970"/>
                  <a:gd name="T29" fmla="*/ 8 h 6970"/>
                  <a:gd name="T30" fmla="*/ 3180 w 6970"/>
                  <a:gd name="T31" fmla="*/ 0 h 6970"/>
                  <a:gd name="T32" fmla="*/ 3107 w 6970"/>
                  <a:gd name="T33" fmla="*/ 2 h 6970"/>
                  <a:gd name="T34" fmla="*/ 3034 w 6970"/>
                  <a:gd name="T35" fmla="*/ 12 h 6970"/>
                  <a:gd name="T36" fmla="*/ 2964 w 6970"/>
                  <a:gd name="T37" fmla="*/ 30 h 6970"/>
                  <a:gd name="T38" fmla="*/ 2894 w 6970"/>
                  <a:gd name="T39" fmla="*/ 57 h 6970"/>
                  <a:gd name="T40" fmla="*/ 2829 w 6970"/>
                  <a:gd name="T41" fmla="*/ 93 h 6970"/>
                  <a:gd name="T42" fmla="*/ 2766 w 6970"/>
                  <a:gd name="T43" fmla="*/ 137 h 6970"/>
                  <a:gd name="T44" fmla="*/ 2708 w 6970"/>
                  <a:gd name="T45" fmla="*/ 189 h 6970"/>
                  <a:gd name="T46" fmla="*/ 171 w 6970"/>
                  <a:gd name="T47" fmla="*/ 2727 h 6970"/>
                  <a:gd name="T48" fmla="*/ 121 w 6970"/>
                  <a:gd name="T49" fmla="*/ 2786 h 6970"/>
                  <a:gd name="T50" fmla="*/ 80 w 6970"/>
                  <a:gd name="T51" fmla="*/ 2850 h 6970"/>
                  <a:gd name="T52" fmla="*/ 47 w 6970"/>
                  <a:gd name="T53" fmla="*/ 2918 h 6970"/>
                  <a:gd name="T54" fmla="*/ 24 w 6970"/>
                  <a:gd name="T55" fmla="*/ 2987 h 6970"/>
                  <a:gd name="T56" fmla="*/ 8 w 6970"/>
                  <a:gd name="T57" fmla="*/ 3058 h 6970"/>
                  <a:gd name="T58" fmla="*/ 0 w 6970"/>
                  <a:gd name="T59" fmla="*/ 3131 h 6970"/>
                  <a:gd name="T60" fmla="*/ 2 w 6970"/>
                  <a:gd name="T61" fmla="*/ 3205 h 6970"/>
                  <a:gd name="T62" fmla="*/ 12 w 6970"/>
                  <a:gd name="T63" fmla="*/ 3279 h 6970"/>
                  <a:gd name="T64" fmla="*/ 31 w 6970"/>
                  <a:gd name="T65" fmla="*/ 3352 h 6970"/>
                  <a:gd name="T66" fmla="*/ 59 w 6970"/>
                  <a:gd name="T67" fmla="*/ 3424 h 6970"/>
                  <a:gd name="T68" fmla="*/ 1690 w 6970"/>
                  <a:gd name="T69" fmla="*/ 6622 h 6970"/>
                  <a:gd name="T70" fmla="*/ 1729 w 6970"/>
                  <a:gd name="T71" fmla="*/ 6690 h 6970"/>
                  <a:gd name="T72" fmla="*/ 1774 w 6970"/>
                  <a:gd name="T73" fmla="*/ 6750 h 6970"/>
                  <a:gd name="T74" fmla="*/ 1827 w 6970"/>
                  <a:gd name="T75" fmla="*/ 6804 h 6970"/>
                  <a:gd name="T76" fmla="*/ 1883 w 6970"/>
                  <a:gd name="T77" fmla="*/ 6851 h 6970"/>
                  <a:gd name="T78" fmla="*/ 1944 w 6970"/>
                  <a:gd name="T79" fmla="*/ 6891 h 6970"/>
                  <a:gd name="T80" fmla="*/ 2011 w 6970"/>
                  <a:gd name="T81" fmla="*/ 6923 h 6970"/>
                  <a:gd name="T82" fmla="*/ 2080 w 6970"/>
                  <a:gd name="T83" fmla="*/ 6947 h 6970"/>
                  <a:gd name="T84" fmla="*/ 2153 w 6970"/>
                  <a:gd name="T85" fmla="*/ 6963 h 6970"/>
                  <a:gd name="T86" fmla="*/ 2227 w 6970"/>
                  <a:gd name="T87" fmla="*/ 6970 h 6970"/>
                  <a:gd name="T88" fmla="*/ 2304 w 6970"/>
                  <a:gd name="T89" fmla="*/ 6968 h 6970"/>
                  <a:gd name="T90" fmla="*/ 4116 w 6970"/>
                  <a:gd name="T91" fmla="*/ 6683 h 6970"/>
                  <a:gd name="T92" fmla="*/ 5926 w 6970"/>
                  <a:gd name="T93" fmla="*/ 6394 h 6970"/>
                  <a:gd name="T94" fmla="*/ 6000 w 6970"/>
                  <a:gd name="T95" fmla="*/ 6372 h 6970"/>
                  <a:gd name="T96" fmla="*/ 6069 w 6970"/>
                  <a:gd name="T97" fmla="*/ 6343 h 6970"/>
                  <a:gd name="T98" fmla="*/ 6133 w 6970"/>
                  <a:gd name="T99" fmla="*/ 6305 h 6970"/>
                  <a:gd name="T100" fmla="*/ 6191 w 6970"/>
                  <a:gd name="T101" fmla="*/ 6261 h 6970"/>
                  <a:gd name="T102" fmla="*/ 6245 w 6970"/>
                  <a:gd name="T103" fmla="*/ 6210 h 6970"/>
                  <a:gd name="T104" fmla="*/ 6291 w 6970"/>
                  <a:gd name="T105" fmla="*/ 6153 h 6970"/>
                  <a:gd name="T106" fmla="*/ 6330 w 6970"/>
                  <a:gd name="T107" fmla="*/ 6091 h 6970"/>
                  <a:gd name="T108" fmla="*/ 6363 w 6970"/>
                  <a:gd name="T109" fmla="*/ 6024 h 6970"/>
                  <a:gd name="T110" fmla="*/ 6388 w 6970"/>
                  <a:gd name="T111" fmla="*/ 5952 h 6970"/>
                  <a:gd name="T112" fmla="*/ 6405 w 6970"/>
                  <a:gd name="T113" fmla="*/ 5876 h 6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970" h="6970">
                    <a:moveTo>
                      <a:pt x="6405" y="5876"/>
                    </a:moveTo>
                    <a:lnTo>
                      <a:pt x="6683" y="4116"/>
                    </a:lnTo>
                    <a:lnTo>
                      <a:pt x="6963" y="2355"/>
                    </a:lnTo>
                    <a:lnTo>
                      <a:pt x="6966" y="2329"/>
                    </a:lnTo>
                    <a:lnTo>
                      <a:pt x="6968" y="2304"/>
                    </a:lnTo>
                    <a:lnTo>
                      <a:pt x="6970" y="2278"/>
                    </a:lnTo>
                    <a:lnTo>
                      <a:pt x="6970" y="2253"/>
                    </a:lnTo>
                    <a:lnTo>
                      <a:pt x="6970" y="2227"/>
                    </a:lnTo>
                    <a:lnTo>
                      <a:pt x="6968" y="2203"/>
                    </a:lnTo>
                    <a:lnTo>
                      <a:pt x="6966" y="2178"/>
                    </a:lnTo>
                    <a:lnTo>
                      <a:pt x="6963" y="2153"/>
                    </a:lnTo>
                    <a:lnTo>
                      <a:pt x="6958" y="2128"/>
                    </a:lnTo>
                    <a:lnTo>
                      <a:pt x="6954" y="2104"/>
                    </a:lnTo>
                    <a:lnTo>
                      <a:pt x="6947" y="2080"/>
                    </a:lnTo>
                    <a:lnTo>
                      <a:pt x="6940" y="2057"/>
                    </a:lnTo>
                    <a:lnTo>
                      <a:pt x="6932" y="2033"/>
                    </a:lnTo>
                    <a:lnTo>
                      <a:pt x="6923" y="2011"/>
                    </a:lnTo>
                    <a:lnTo>
                      <a:pt x="6913" y="1988"/>
                    </a:lnTo>
                    <a:lnTo>
                      <a:pt x="6903" y="1967"/>
                    </a:lnTo>
                    <a:lnTo>
                      <a:pt x="6891" y="1944"/>
                    </a:lnTo>
                    <a:lnTo>
                      <a:pt x="6878" y="1924"/>
                    </a:lnTo>
                    <a:lnTo>
                      <a:pt x="6866" y="1903"/>
                    </a:lnTo>
                    <a:lnTo>
                      <a:pt x="6851" y="1883"/>
                    </a:lnTo>
                    <a:lnTo>
                      <a:pt x="6837" y="1864"/>
                    </a:lnTo>
                    <a:lnTo>
                      <a:pt x="6821" y="1844"/>
                    </a:lnTo>
                    <a:lnTo>
                      <a:pt x="6804" y="1827"/>
                    </a:lnTo>
                    <a:lnTo>
                      <a:pt x="6787" y="1809"/>
                    </a:lnTo>
                    <a:lnTo>
                      <a:pt x="6769" y="1791"/>
                    </a:lnTo>
                    <a:lnTo>
                      <a:pt x="6750" y="1774"/>
                    </a:lnTo>
                    <a:lnTo>
                      <a:pt x="6731" y="1758"/>
                    </a:lnTo>
                    <a:lnTo>
                      <a:pt x="6711" y="1743"/>
                    </a:lnTo>
                    <a:lnTo>
                      <a:pt x="6690" y="1729"/>
                    </a:lnTo>
                    <a:lnTo>
                      <a:pt x="6668" y="1714"/>
                    </a:lnTo>
                    <a:lnTo>
                      <a:pt x="6646" y="1702"/>
                    </a:lnTo>
                    <a:lnTo>
                      <a:pt x="6622" y="1690"/>
                    </a:lnTo>
                    <a:lnTo>
                      <a:pt x="5035" y="880"/>
                    </a:lnTo>
                    <a:lnTo>
                      <a:pt x="3448" y="71"/>
                    </a:lnTo>
                    <a:lnTo>
                      <a:pt x="3424" y="59"/>
                    </a:lnTo>
                    <a:lnTo>
                      <a:pt x="3400" y="49"/>
                    </a:lnTo>
                    <a:lnTo>
                      <a:pt x="3376" y="40"/>
                    </a:lnTo>
                    <a:lnTo>
                      <a:pt x="3352" y="31"/>
                    </a:lnTo>
                    <a:lnTo>
                      <a:pt x="3327" y="25"/>
                    </a:lnTo>
                    <a:lnTo>
                      <a:pt x="3303" y="18"/>
                    </a:lnTo>
                    <a:lnTo>
                      <a:pt x="3279" y="12"/>
                    </a:lnTo>
                    <a:lnTo>
                      <a:pt x="3254" y="8"/>
                    </a:lnTo>
                    <a:lnTo>
                      <a:pt x="3230" y="4"/>
                    </a:lnTo>
                    <a:lnTo>
                      <a:pt x="3205" y="2"/>
                    </a:lnTo>
                    <a:lnTo>
                      <a:pt x="3180" y="0"/>
                    </a:lnTo>
                    <a:lnTo>
                      <a:pt x="3156" y="0"/>
                    </a:lnTo>
                    <a:lnTo>
                      <a:pt x="3131" y="0"/>
                    </a:lnTo>
                    <a:lnTo>
                      <a:pt x="3107" y="2"/>
                    </a:lnTo>
                    <a:lnTo>
                      <a:pt x="3083" y="4"/>
                    </a:lnTo>
                    <a:lnTo>
                      <a:pt x="3058" y="8"/>
                    </a:lnTo>
                    <a:lnTo>
                      <a:pt x="3034" y="12"/>
                    </a:lnTo>
                    <a:lnTo>
                      <a:pt x="3011" y="17"/>
                    </a:lnTo>
                    <a:lnTo>
                      <a:pt x="2987" y="24"/>
                    </a:lnTo>
                    <a:lnTo>
                      <a:pt x="2964" y="30"/>
                    </a:lnTo>
                    <a:lnTo>
                      <a:pt x="2940" y="38"/>
                    </a:lnTo>
                    <a:lnTo>
                      <a:pt x="2918" y="47"/>
                    </a:lnTo>
                    <a:lnTo>
                      <a:pt x="2894" y="57"/>
                    </a:lnTo>
                    <a:lnTo>
                      <a:pt x="2873" y="68"/>
                    </a:lnTo>
                    <a:lnTo>
                      <a:pt x="2850" y="80"/>
                    </a:lnTo>
                    <a:lnTo>
                      <a:pt x="2829" y="93"/>
                    </a:lnTo>
                    <a:lnTo>
                      <a:pt x="2808" y="107"/>
                    </a:lnTo>
                    <a:lnTo>
                      <a:pt x="2786" y="121"/>
                    </a:lnTo>
                    <a:lnTo>
                      <a:pt x="2766" y="137"/>
                    </a:lnTo>
                    <a:lnTo>
                      <a:pt x="2747" y="153"/>
                    </a:lnTo>
                    <a:lnTo>
                      <a:pt x="2727" y="171"/>
                    </a:lnTo>
                    <a:lnTo>
                      <a:pt x="2708" y="189"/>
                    </a:lnTo>
                    <a:lnTo>
                      <a:pt x="1448" y="1448"/>
                    </a:lnTo>
                    <a:lnTo>
                      <a:pt x="189" y="2708"/>
                    </a:lnTo>
                    <a:lnTo>
                      <a:pt x="171" y="2727"/>
                    </a:lnTo>
                    <a:lnTo>
                      <a:pt x="153" y="2747"/>
                    </a:lnTo>
                    <a:lnTo>
                      <a:pt x="137" y="2766"/>
                    </a:lnTo>
                    <a:lnTo>
                      <a:pt x="121" y="2786"/>
                    </a:lnTo>
                    <a:lnTo>
                      <a:pt x="107" y="2808"/>
                    </a:lnTo>
                    <a:lnTo>
                      <a:pt x="93" y="2829"/>
                    </a:lnTo>
                    <a:lnTo>
                      <a:pt x="80" y="2850"/>
                    </a:lnTo>
                    <a:lnTo>
                      <a:pt x="68" y="2873"/>
                    </a:lnTo>
                    <a:lnTo>
                      <a:pt x="57" y="2894"/>
                    </a:lnTo>
                    <a:lnTo>
                      <a:pt x="47" y="2918"/>
                    </a:lnTo>
                    <a:lnTo>
                      <a:pt x="38" y="2940"/>
                    </a:lnTo>
                    <a:lnTo>
                      <a:pt x="30" y="2964"/>
                    </a:lnTo>
                    <a:lnTo>
                      <a:pt x="24" y="2987"/>
                    </a:lnTo>
                    <a:lnTo>
                      <a:pt x="17" y="3011"/>
                    </a:lnTo>
                    <a:lnTo>
                      <a:pt x="12" y="3034"/>
                    </a:lnTo>
                    <a:lnTo>
                      <a:pt x="8" y="3058"/>
                    </a:lnTo>
                    <a:lnTo>
                      <a:pt x="4" y="3083"/>
                    </a:lnTo>
                    <a:lnTo>
                      <a:pt x="2" y="3107"/>
                    </a:lnTo>
                    <a:lnTo>
                      <a:pt x="0" y="3131"/>
                    </a:lnTo>
                    <a:lnTo>
                      <a:pt x="0" y="3156"/>
                    </a:lnTo>
                    <a:lnTo>
                      <a:pt x="0" y="3180"/>
                    </a:lnTo>
                    <a:lnTo>
                      <a:pt x="2" y="3205"/>
                    </a:lnTo>
                    <a:lnTo>
                      <a:pt x="4" y="3230"/>
                    </a:lnTo>
                    <a:lnTo>
                      <a:pt x="8" y="3254"/>
                    </a:lnTo>
                    <a:lnTo>
                      <a:pt x="12" y="3279"/>
                    </a:lnTo>
                    <a:lnTo>
                      <a:pt x="18" y="3303"/>
                    </a:lnTo>
                    <a:lnTo>
                      <a:pt x="24" y="3327"/>
                    </a:lnTo>
                    <a:lnTo>
                      <a:pt x="31" y="3352"/>
                    </a:lnTo>
                    <a:lnTo>
                      <a:pt x="40" y="3376"/>
                    </a:lnTo>
                    <a:lnTo>
                      <a:pt x="49" y="3400"/>
                    </a:lnTo>
                    <a:lnTo>
                      <a:pt x="59" y="3424"/>
                    </a:lnTo>
                    <a:lnTo>
                      <a:pt x="71" y="3448"/>
                    </a:lnTo>
                    <a:lnTo>
                      <a:pt x="880" y="5035"/>
                    </a:lnTo>
                    <a:lnTo>
                      <a:pt x="1690" y="6622"/>
                    </a:lnTo>
                    <a:lnTo>
                      <a:pt x="1702" y="6646"/>
                    </a:lnTo>
                    <a:lnTo>
                      <a:pt x="1714" y="6668"/>
                    </a:lnTo>
                    <a:lnTo>
                      <a:pt x="1729" y="6690"/>
                    </a:lnTo>
                    <a:lnTo>
                      <a:pt x="1743" y="6711"/>
                    </a:lnTo>
                    <a:lnTo>
                      <a:pt x="1758" y="6731"/>
                    </a:lnTo>
                    <a:lnTo>
                      <a:pt x="1774" y="6750"/>
                    </a:lnTo>
                    <a:lnTo>
                      <a:pt x="1791" y="6769"/>
                    </a:lnTo>
                    <a:lnTo>
                      <a:pt x="1809" y="6787"/>
                    </a:lnTo>
                    <a:lnTo>
                      <a:pt x="1827" y="6804"/>
                    </a:lnTo>
                    <a:lnTo>
                      <a:pt x="1844" y="6821"/>
                    </a:lnTo>
                    <a:lnTo>
                      <a:pt x="1864" y="6837"/>
                    </a:lnTo>
                    <a:lnTo>
                      <a:pt x="1883" y="6851"/>
                    </a:lnTo>
                    <a:lnTo>
                      <a:pt x="1903" y="6866"/>
                    </a:lnTo>
                    <a:lnTo>
                      <a:pt x="1924" y="6878"/>
                    </a:lnTo>
                    <a:lnTo>
                      <a:pt x="1944" y="6891"/>
                    </a:lnTo>
                    <a:lnTo>
                      <a:pt x="1967" y="6903"/>
                    </a:lnTo>
                    <a:lnTo>
                      <a:pt x="1988" y="6913"/>
                    </a:lnTo>
                    <a:lnTo>
                      <a:pt x="2011" y="6923"/>
                    </a:lnTo>
                    <a:lnTo>
                      <a:pt x="2033" y="6932"/>
                    </a:lnTo>
                    <a:lnTo>
                      <a:pt x="2057" y="6940"/>
                    </a:lnTo>
                    <a:lnTo>
                      <a:pt x="2080" y="6947"/>
                    </a:lnTo>
                    <a:lnTo>
                      <a:pt x="2104" y="6954"/>
                    </a:lnTo>
                    <a:lnTo>
                      <a:pt x="2128" y="6958"/>
                    </a:lnTo>
                    <a:lnTo>
                      <a:pt x="2153" y="6963"/>
                    </a:lnTo>
                    <a:lnTo>
                      <a:pt x="2178" y="6966"/>
                    </a:lnTo>
                    <a:lnTo>
                      <a:pt x="2203" y="6968"/>
                    </a:lnTo>
                    <a:lnTo>
                      <a:pt x="2227" y="6970"/>
                    </a:lnTo>
                    <a:lnTo>
                      <a:pt x="2253" y="6970"/>
                    </a:lnTo>
                    <a:lnTo>
                      <a:pt x="2278" y="6970"/>
                    </a:lnTo>
                    <a:lnTo>
                      <a:pt x="2304" y="6968"/>
                    </a:lnTo>
                    <a:lnTo>
                      <a:pt x="2329" y="6966"/>
                    </a:lnTo>
                    <a:lnTo>
                      <a:pt x="2355" y="6963"/>
                    </a:lnTo>
                    <a:lnTo>
                      <a:pt x="4116" y="6683"/>
                    </a:lnTo>
                    <a:lnTo>
                      <a:pt x="5876" y="6405"/>
                    </a:lnTo>
                    <a:lnTo>
                      <a:pt x="5902" y="6400"/>
                    </a:lnTo>
                    <a:lnTo>
                      <a:pt x="5926" y="6394"/>
                    </a:lnTo>
                    <a:lnTo>
                      <a:pt x="5952" y="6388"/>
                    </a:lnTo>
                    <a:lnTo>
                      <a:pt x="5976" y="6381"/>
                    </a:lnTo>
                    <a:lnTo>
                      <a:pt x="6000" y="6372"/>
                    </a:lnTo>
                    <a:lnTo>
                      <a:pt x="6024" y="6363"/>
                    </a:lnTo>
                    <a:lnTo>
                      <a:pt x="6046" y="6353"/>
                    </a:lnTo>
                    <a:lnTo>
                      <a:pt x="6069" y="6343"/>
                    </a:lnTo>
                    <a:lnTo>
                      <a:pt x="6091" y="6330"/>
                    </a:lnTo>
                    <a:lnTo>
                      <a:pt x="6113" y="6318"/>
                    </a:lnTo>
                    <a:lnTo>
                      <a:pt x="6133" y="6305"/>
                    </a:lnTo>
                    <a:lnTo>
                      <a:pt x="6153" y="6291"/>
                    </a:lnTo>
                    <a:lnTo>
                      <a:pt x="6173" y="6277"/>
                    </a:lnTo>
                    <a:lnTo>
                      <a:pt x="6191" y="6261"/>
                    </a:lnTo>
                    <a:lnTo>
                      <a:pt x="6210" y="6245"/>
                    </a:lnTo>
                    <a:lnTo>
                      <a:pt x="6227" y="6227"/>
                    </a:lnTo>
                    <a:lnTo>
                      <a:pt x="6245" y="6210"/>
                    </a:lnTo>
                    <a:lnTo>
                      <a:pt x="6261" y="6191"/>
                    </a:lnTo>
                    <a:lnTo>
                      <a:pt x="6277" y="6173"/>
                    </a:lnTo>
                    <a:lnTo>
                      <a:pt x="6291" y="6153"/>
                    </a:lnTo>
                    <a:lnTo>
                      <a:pt x="6305" y="6133"/>
                    </a:lnTo>
                    <a:lnTo>
                      <a:pt x="6318" y="6113"/>
                    </a:lnTo>
                    <a:lnTo>
                      <a:pt x="6330" y="6091"/>
                    </a:lnTo>
                    <a:lnTo>
                      <a:pt x="6343" y="6069"/>
                    </a:lnTo>
                    <a:lnTo>
                      <a:pt x="6353" y="6046"/>
                    </a:lnTo>
                    <a:lnTo>
                      <a:pt x="6363" y="6024"/>
                    </a:lnTo>
                    <a:lnTo>
                      <a:pt x="6372" y="6000"/>
                    </a:lnTo>
                    <a:lnTo>
                      <a:pt x="6381" y="5976"/>
                    </a:lnTo>
                    <a:lnTo>
                      <a:pt x="6388" y="5952"/>
                    </a:lnTo>
                    <a:lnTo>
                      <a:pt x="6394" y="5926"/>
                    </a:lnTo>
                    <a:lnTo>
                      <a:pt x="6400" y="5902"/>
                    </a:lnTo>
                    <a:lnTo>
                      <a:pt x="6405" y="5876"/>
                    </a:lnTo>
                    <a:close/>
                  </a:path>
                </a:pathLst>
              </a:custGeom>
              <a:solidFill>
                <a:srgbClr val="C00000"/>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000000"/>
                  </a:solidFill>
                  <a:effectLst/>
                  <a:uLnTx/>
                  <a:uFillTx/>
                  <a:latin typeface="Arial" panose="020B0604020202020204"/>
                  <a:ea typeface="阿里巴巴普惠体 Medium"/>
                  <a:cs typeface="阿里巴巴普惠体 Medium"/>
                  <a:sym typeface="Arial" panose="020B0604020202020204"/>
                </a:endParaRPr>
              </a:p>
            </p:txBody>
          </p:sp>
          <p:sp>
            <p:nvSpPr>
              <p:cNvPr id="11" name="图形"/>
              <p:cNvSpPr/>
              <p:nvPr userDrawn="1">
                <p:custDataLst>
                  <p:tags r:id="rId2"/>
                </p:custDataLst>
              </p:nvPr>
            </p:nvSpPr>
            <p:spPr bwMode="auto">
              <a:xfrm>
                <a:off x="7564" y="4269"/>
                <a:ext cx="908" cy="857"/>
              </a:xfrm>
              <a:custGeom>
                <a:avLst/>
                <a:gdLst>
                  <a:gd name="T0" fmla="*/ 91 w 194"/>
                  <a:gd name="T1" fmla="*/ 8 h 183"/>
                  <a:gd name="T2" fmla="*/ 103 w 194"/>
                  <a:gd name="T3" fmla="*/ 8 h 183"/>
                  <a:gd name="T4" fmla="*/ 118 w 194"/>
                  <a:gd name="T5" fmla="*/ 48 h 183"/>
                  <a:gd name="T6" fmla="*/ 141 w 194"/>
                  <a:gd name="T7" fmla="*/ 64 h 183"/>
                  <a:gd name="T8" fmla="*/ 183 w 194"/>
                  <a:gd name="T9" fmla="*/ 66 h 183"/>
                  <a:gd name="T10" fmla="*/ 186 w 194"/>
                  <a:gd name="T11" fmla="*/ 78 h 183"/>
                  <a:gd name="T12" fmla="*/ 154 w 194"/>
                  <a:gd name="T13" fmla="*/ 104 h 183"/>
                  <a:gd name="T14" fmla="*/ 145 w 194"/>
                  <a:gd name="T15" fmla="*/ 131 h 183"/>
                  <a:gd name="T16" fmla="*/ 156 w 194"/>
                  <a:gd name="T17" fmla="*/ 171 h 183"/>
                  <a:gd name="T18" fmla="*/ 146 w 194"/>
                  <a:gd name="T19" fmla="*/ 178 h 183"/>
                  <a:gd name="T20" fmla="*/ 111 w 194"/>
                  <a:gd name="T21" fmla="*/ 155 h 183"/>
                  <a:gd name="T22" fmla="*/ 83 w 194"/>
                  <a:gd name="T23" fmla="*/ 155 h 183"/>
                  <a:gd name="T24" fmla="*/ 48 w 194"/>
                  <a:gd name="T25" fmla="*/ 178 h 183"/>
                  <a:gd name="T26" fmla="*/ 38 w 194"/>
                  <a:gd name="T27" fmla="*/ 171 h 183"/>
                  <a:gd name="T28" fmla="*/ 49 w 194"/>
                  <a:gd name="T29" fmla="*/ 131 h 183"/>
                  <a:gd name="T30" fmla="*/ 41 w 194"/>
                  <a:gd name="T31" fmla="*/ 104 h 183"/>
                  <a:gd name="T32" fmla="*/ 8 w 194"/>
                  <a:gd name="T33" fmla="*/ 78 h 183"/>
                  <a:gd name="T34" fmla="*/ 11 w 194"/>
                  <a:gd name="T35" fmla="*/ 66 h 183"/>
                  <a:gd name="T36" fmla="*/ 53 w 194"/>
                  <a:gd name="T37" fmla="*/ 64 h 183"/>
                  <a:gd name="T38" fmla="*/ 76 w 194"/>
                  <a:gd name="T39" fmla="*/ 48 h 183"/>
                  <a:gd name="T40" fmla="*/ 91 w 194"/>
                  <a:gd name="T41" fmla="*/ 8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4" h="183">
                    <a:moveTo>
                      <a:pt x="91" y="8"/>
                    </a:moveTo>
                    <a:cubicBezTo>
                      <a:pt x="94" y="0"/>
                      <a:pt x="100" y="0"/>
                      <a:pt x="103" y="8"/>
                    </a:cubicBezTo>
                    <a:cubicBezTo>
                      <a:pt x="118" y="48"/>
                      <a:pt x="118" y="48"/>
                      <a:pt x="118" y="48"/>
                    </a:cubicBezTo>
                    <a:cubicBezTo>
                      <a:pt x="121" y="56"/>
                      <a:pt x="132" y="64"/>
                      <a:pt x="141" y="64"/>
                    </a:cubicBezTo>
                    <a:cubicBezTo>
                      <a:pt x="183" y="66"/>
                      <a:pt x="183" y="66"/>
                      <a:pt x="183" y="66"/>
                    </a:cubicBezTo>
                    <a:cubicBezTo>
                      <a:pt x="192" y="67"/>
                      <a:pt x="194" y="72"/>
                      <a:pt x="186" y="78"/>
                    </a:cubicBezTo>
                    <a:cubicBezTo>
                      <a:pt x="154" y="104"/>
                      <a:pt x="154" y="104"/>
                      <a:pt x="154" y="104"/>
                    </a:cubicBezTo>
                    <a:cubicBezTo>
                      <a:pt x="146" y="110"/>
                      <a:pt x="142" y="122"/>
                      <a:pt x="145" y="131"/>
                    </a:cubicBezTo>
                    <a:cubicBezTo>
                      <a:pt x="156" y="171"/>
                      <a:pt x="156" y="171"/>
                      <a:pt x="156" y="171"/>
                    </a:cubicBezTo>
                    <a:cubicBezTo>
                      <a:pt x="159" y="180"/>
                      <a:pt x="154" y="183"/>
                      <a:pt x="146" y="178"/>
                    </a:cubicBezTo>
                    <a:cubicBezTo>
                      <a:pt x="111" y="155"/>
                      <a:pt x="111" y="155"/>
                      <a:pt x="111" y="155"/>
                    </a:cubicBezTo>
                    <a:cubicBezTo>
                      <a:pt x="104" y="150"/>
                      <a:pt x="91" y="150"/>
                      <a:pt x="83" y="155"/>
                    </a:cubicBezTo>
                    <a:cubicBezTo>
                      <a:pt x="48" y="178"/>
                      <a:pt x="48" y="178"/>
                      <a:pt x="48" y="178"/>
                    </a:cubicBezTo>
                    <a:cubicBezTo>
                      <a:pt x="40" y="183"/>
                      <a:pt x="36" y="180"/>
                      <a:pt x="38" y="171"/>
                    </a:cubicBezTo>
                    <a:cubicBezTo>
                      <a:pt x="49" y="131"/>
                      <a:pt x="49" y="131"/>
                      <a:pt x="49" y="131"/>
                    </a:cubicBezTo>
                    <a:cubicBezTo>
                      <a:pt x="52" y="122"/>
                      <a:pt x="48" y="110"/>
                      <a:pt x="41" y="104"/>
                    </a:cubicBezTo>
                    <a:cubicBezTo>
                      <a:pt x="8" y="78"/>
                      <a:pt x="8" y="78"/>
                      <a:pt x="8" y="78"/>
                    </a:cubicBezTo>
                    <a:cubicBezTo>
                      <a:pt x="0" y="72"/>
                      <a:pt x="2" y="67"/>
                      <a:pt x="11" y="66"/>
                    </a:cubicBezTo>
                    <a:cubicBezTo>
                      <a:pt x="53" y="64"/>
                      <a:pt x="53" y="64"/>
                      <a:pt x="53" y="64"/>
                    </a:cubicBezTo>
                    <a:cubicBezTo>
                      <a:pt x="63" y="64"/>
                      <a:pt x="73" y="56"/>
                      <a:pt x="76" y="48"/>
                    </a:cubicBezTo>
                    <a:lnTo>
                      <a:pt x="91" y="8"/>
                    </a:lnTo>
                    <a:close/>
                  </a:path>
                </a:pathLst>
              </a:custGeom>
              <a:solidFill>
                <a:srgbClr val="FFFFFF"/>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000000"/>
                  </a:solidFill>
                  <a:effectLst/>
                  <a:uLnTx/>
                  <a:uFillTx/>
                  <a:latin typeface="Arial" panose="020B0604020202020204"/>
                  <a:ea typeface="阿里巴巴普惠体 Medium"/>
                  <a:cs typeface="阿里巴巴普惠体 Medium"/>
                  <a:sym typeface="Arial" panose="020B0604020202020204"/>
                </a:endParaRPr>
              </a:p>
            </p:txBody>
          </p:sp>
        </p:grpSp>
        <p:sp>
          <p:nvSpPr>
            <p:cNvPr id="12" name="文本框 11"/>
            <p:cNvSpPr txBox="1"/>
            <p:nvPr/>
          </p:nvSpPr>
          <p:spPr>
            <a:xfrm>
              <a:off x="1127448" y="404664"/>
              <a:ext cx="3528392" cy="584775"/>
            </a:xfrm>
            <a:prstGeom prst="rect">
              <a:avLst/>
            </a:prstGeom>
            <a:noFill/>
          </p:spPr>
          <p:txBody>
            <a:bodyPr wrap="square" rtlCol="0" anchor="t">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rPr>
                <a:t>成果汇报总结发表</a:t>
              </a:r>
              <a:endParaRPr kumimoji="0" lang="zh-CN" altLang="en-US" sz="3200" b="0" i="0" u="none" strike="noStrike" kern="1200" cap="none" spc="0" normalizeH="0" baseline="0" noProof="0" dirty="0">
                <a:ln>
                  <a:noFill/>
                </a:ln>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endParaRPr>
            </a:p>
          </p:txBody>
        </p:sp>
      </p:grpSp>
      <p:grpSp>
        <p:nvGrpSpPr>
          <p:cNvPr id="34" name="图形"/>
          <p:cNvGrpSpPr/>
          <p:nvPr/>
        </p:nvGrpSpPr>
        <p:grpSpPr>
          <a:xfrm>
            <a:off x="864235" y="1902461"/>
            <a:ext cx="10463531" cy="3769308"/>
            <a:chOff x="1946" y="3302"/>
            <a:chExt cx="15161" cy="5462"/>
          </a:xfrm>
        </p:grpSpPr>
        <p:grpSp>
          <p:nvGrpSpPr>
            <p:cNvPr id="35" name="组合 34"/>
            <p:cNvGrpSpPr/>
            <p:nvPr/>
          </p:nvGrpSpPr>
          <p:grpSpPr>
            <a:xfrm>
              <a:off x="1946" y="3302"/>
              <a:ext cx="15161" cy="5462"/>
              <a:chOff x="1946" y="3087"/>
              <a:chExt cx="15161" cy="5462"/>
            </a:xfrm>
          </p:grpSpPr>
          <p:grpSp>
            <p:nvGrpSpPr>
              <p:cNvPr id="39" name="组合 38"/>
              <p:cNvGrpSpPr/>
              <p:nvPr/>
            </p:nvGrpSpPr>
            <p:grpSpPr>
              <a:xfrm>
                <a:off x="6401" y="3948"/>
                <a:ext cx="6398" cy="3614"/>
                <a:chOff x="6377" y="3250"/>
                <a:chExt cx="6398" cy="3614"/>
              </a:xfrm>
            </p:grpSpPr>
            <p:sp>
              <p:nvSpPr>
                <p:cNvPr id="54" name="图形"/>
                <p:cNvSpPr/>
                <p:nvPr>
                  <p:custDataLst>
                    <p:tags r:id="rId3"/>
                  </p:custDataLst>
                </p:nvPr>
              </p:nvSpPr>
              <p:spPr>
                <a:xfrm>
                  <a:off x="6492" y="3630"/>
                  <a:ext cx="6216" cy="2948"/>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6217" h="2951">
                      <a:moveTo>
                        <a:pt x="3925" y="247"/>
                      </a:moveTo>
                      <a:cubicBezTo>
                        <a:pt x="4107" y="105"/>
                        <a:pt x="4516" y="-15"/>
                        <a:pt x="4742" y="0"/>
                      </a:cubicBezTo>
                      <a:cubicBezTo>
                        <a:pt x="5569" y="-25"/>
                        <a:pt x="6236" y="732"/>
                        <a:pt x="6216" y="1474"/>
                      </a:cubicBezTo>
                      <a:cubicBezTo>
                        <a:pt x="6241" y="2301"/>
                        <a:pt x="5484" y="2968"/>
                        <a:pt x="4742" y="2948"/>
                      </a:cubicBezTo>
                      <a:cubicBezTo>
                        <a:pt x="4447" y="2968"/>
                        <a:pt x="4061" y="2803"/>
                        <a:pt x="3925" y="2701"/>
                      </a:cubicBezTo>
                      <a:cubicBezTo>
                        <a:pt x="3743" y="2843"/>
                        <a:pt x="3334" y="2963"/>
                        <a:pt x="3108" y="2948"/>
                      </a:cubicBezTo>
                      <a:cubicBezTo>
                        <a:pt x="2813" y="2968"/>
                        <a:pt x="2427" y="2803"/>
                        <a:pt x="2291" y="2701"/>
                      </a:cubicBezTo>
                      <a:cubicBezTo>
                        <a:pt x="2109" y="2843"/>
                        <a:pt x="1700" y="2963"/>
                        <a:pt x="1474" y="2948"/>
                      </a:cubicBezTo>
                      <a:cubicBezTo>
                        <a:pt x="647" y="2973"/>
                        <a:pt x="-20" y="2216"/>
                        <a:pt x="0" y="1474"/>
                      </a:cubicBezTo>
                      <a:cubicBezTo>
                        <a:pt x="-25" y="647"/>
                        <a:pt x="732" y="-20"/>
                        <a:pt x="1474" y="0"/>
                      </a:cubicBezTo>
                      <a:cubicBezTo>
                        <a:pt x="1769" y="-20"/>
                        <a:pt x="2155" y="145"/>
                        <a:pt x="2291" y="247"/>
                      </a:cubicBezTo>
                      <a:cubicBezTo>
                        <a:pt x="2473" y="105"/>
                        <a:pt x="2882" y="-15"/>
                        <a:pt x="3108" y="0"/>
                      </a:cubicBezTo>
                      <a:cubicBezTo>
                        <a:pt x="3403" y="-20"/>
                        <a:pt x="3789" y="145"/>
                        <a:pt x="3925" y="247"/>
                      </a:cubicBezTo>
                      <a:close/>
                    </a:path>
                  </a:pathLst>
                </a:custGeom>
                <a:solidFill>
                  <a:srgbClr val="B2B2B2">
                    <a:alpha val="30000"/>
                  </a:srgbClr>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阿里巴巴普惠体 Medium"/>
                    <a:cs typeface="阿里巴巴普惠体 Medium"/>
                    <a:sym typeface="Arial" panose="020B0604020202020204"/>
                  </a:endParaRPr>
                </a:p>
              </p:txBody>
            </p:sp>
            <p:sp>
              <p:nvSpPr>
                <p:cNvPr id="55" name="图形"/>
                <p:cNvSpPr/>
                <p:nvPr>
                  <p:custDataLst>
                    <p:tags r:id="rId4"/>
                  </p:custDataLst>
                </p:nvPr>
              </p:nvSpPr>
              <p:spPr>
                <a:xfrm>
                  <a:off x="6835" y="3912"/>
                  <a:ext cx="2324" cy="2324"/>
                </a:xfrm>
                <a:prstGeom prst="ellipse">
                  <a:avLst/>
                </a:prstGeom>
                <a:solidFill>
                  <a:srgbClr val="C00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阿里巴巴普惠体 Medium"/>
                    <a:cs typeface="阿里巴巴普惠体 Medium"/>
                    <a:sym typeface="Arial" panose="020B0604020202020204"/>
                  </a:endParaRPr>
                </a:p>
              </p:txBody>
            </p:sp>
            <p:sp>
              <p:nvSpPr>
                <p:cNvPr id="56" name="图形"/>
                <p:cNvSpPr/>
                <p:nvPr>
                  <p:custDataLst>
                    <p:tags r:id="rId5"/>
                  </p:custDataLst>
                </p:nvPr>
              </p:nvSpPr>
              <p:spPr>
                <a:xfrm>
                  <a:off x="10041" y="3912"/>
                  <a:ext cx="2324" cy="2324"/>
                </a:xfrm>
                <a:prstGeom prst="ellipse">
                  <a:avLst/>
                </a:prstGeom>
                <a:solidFill>
                  <a:srgbClr val="C00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阿里巴巴普惠体 Medium"/>
                    <a:cs typeface="阿里巴巴普惠体 Medium"/>
                    <a:sym typeface="Arial" panose="020B0604020202020204"/>
                  </a:endParaRPr>
                </a:p>
              </p:txBody>
            </p:sp>
            <p:sp>
              <p:nvSpPr>
                <p:cNvPr id="57" name="图形"/>
                <p:cNvSpPr/>
                <p:nvPr>
                  <p:custDataLst>
                    <p:tags r:id="rId6"/>
                  </p:custDataLst>
                </p:nvPr>
              </p:nvSpPr>
              <p:spPr>
                <a:xfrm>
                  <a:off x="8438" y="3912"/>
                  <a:ext cx="2324" cy="2324"/>
                </a:xfrm>
                <a:prstGeom prst="ellipse">
                  <a:avLst/>
                </a:prstGeom>
                <a:solidFill>
                  <a:srgbClr val="C00000"/>
                </a:solidFill>
                <a:ln w="73025"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阿里巴巴普惠体 Medium"/>
                    <a:cs typeface="阿里巴巴普惠体 Medium"/>
                    <a:sym typeface="Arial" panose="020B0604020202020204"/>
                  </a:endParaRPr>
                </a:p>
              </p:txBody>
            </p:sp>
            <p:sp>
              <p:nvSpPr>
                <p:cNvPr id="58" name="图形"/>
                <p:cNvSpPr/>
                <p:nvPr>
                  <p:custDataLst>
                    <p:tags r:id="rId7"/>
                  </p:custDataLst>
                </p:nvPr>
              </p:nvSpPr>
              <p:spPr>
                <a:xfrm>
                  <a:off x="8126" y="3250"/>
                  <a:ext cx="2948" cy="2438"/>
                </a:xfrm>
                <a:prstGeom prst="arc">
                  <a:avLst>
                    <a:gd name="adj1" fmla="val 13402206"/>
                    <a:gd name="adj2" fmla="val 18863739"/>
                  </a:avLst>
                </a:prstGeom>
                <a:noFill/>
                <a:ln w="19050" cap="flat" cmpd="sng" algn="ctr">
                  <a:solidFill>
                    <a:srgbClr val="DB0912"/>
                  </a:solidFill>
                  <a:prstDash val="solid"/>
                  <a:miter lim="800000"/>
                  <a:tailEnd type="stealth"/>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a:ea typeface="阿里巴巴普惠体 Medium"/>
                    <a:cs typeface="阿里巴巴普惠体 Medium"/>
                    <a:sym typeface="Arial" panose="020B0604020202020204"/>
                  </a:endParaRPr>
                </a:p>
              </p:txBody>
            </p:sp>
            <p:sp>
              <p:nvSpPr>
                <p:cNvPr id="59" name="图形"/>
                <p:cNvSpPr/>
                <p:nvPr>
                  <p:custDataLst>
                    <p:tags r:id="rId8"/>
                  </p:custDataLst>
                </p:nvPr>
              </p:nvSpPr>
              <p:spPr>
                <a:xfrm flipV="1">
                  <a:off x="6377" y="4426"/>
                  <a:ext cx="2948" cy="2438"/>
                </a:xfrm>
                <a:prstGeom prst="arc">
                  <a:avLst>
                    <a:gd name="adj1" fmla="val 13402206"/>
                    <a:gd name="adj2" fmla="val 18863739"/>
                  </a:avLst>
                </a:prstGeom>
                <a:noFill/>
                <a:ln w="19050" cap="flat" cmpd="sng" algn="ctr">
                  <a:solidFill>
                    <a:srgbClr val="DB0912"/>
                  </a:solidFill>
                  <a:prstDash val="solid"/>
                  <a:miter lim="800000"/>
                  <a:tailEnd type="stealth"/>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a:ea typeface="阿里巴巴普惠体 Medium"/>
                    <a:cs typeface="阿里巴巴普惠体 Medium"/>
                    <a:sym typeface="Arial" panose="020B0604020202020204"/>
                  </a:endParaRPr>
                </a:p>
              </p:txBody>
            </p:sp>
            <p:sp>
              <p:nvSpPr>
                <p:cNvPr id="60" name="图形"/>
                <p:cNvSpPr/>
                <p:nvPr>
                  <p:custDataLst>
                    <p:tags r:id="rId9"/>
                  </p:custDataLst>
                </p:nvPr>
              </p:nvSpPr>
              <p:spPr>
                <a:xfrm rot="21240000" flipV="1">
                  <a:off x="9827" y="4378"/>
                  <a:ext cx="2948" cy="2438"/>
                </a:xfrm>
                <a:prstGeom prst="arc">
                  <a:avLst>
                    <a:gd name="adj1" fmla="val 13402206"/>
                    <a:gd name="adj2" fmla="val 18863739"/>
                  </a:avLst>
                </a:prstGeom>
                <a:noFill/>
                <a:ln w="19050" cap="flat" cmpd="sng" algn="ctr">
                  <a:solidFill>
                    <a:srgbClr val="DB0912"/>
                  </a:solidFill>
                  <a:prstDash val="solid"/>
                  <a:miter lim="800000"/>
                  <a:tailEnd type="stealth"/>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a:ea typeface="阿里巴巴普惠体 Medium"/>
                    <a:cs typeface="阿里巴巴普惠体 Medium"/>
                    <a:sym typeface="Arial" panose="020B0604020202020204"/>
                  </a:endParaRPr>
                </a:p>
              </p:txBody>
            </p:sp>
          </p:grpSp>
          <p:grpSp>
            <p:nvGrpSpPr>
              <p:cNvPr id="40" name="组合 39"/>
              <p:cNvGrpSpPr/>
              <p:nvPr/>
            </p:nvGrpSpPr>
            <p:grpSpPr>
              <a:xfrm>
                <a:off x="1946" y="3087"/>
                <a:ext cx="4570" cy="5462"/>
                <a:chOff x="1946" y="3087"/>
                <a:chExt cx="4570" cy="5462"/>
              </a:xfrm>
            </p:grpSpPr>
            <p:grpSp>
              <p:nvGrpSpPr>
                <p:cNvPr id="48" name="组合 47"/>
                <p:cNvGrpSpPr/>
                <p:nvPr/>
              </p:nvGrpSpPr>
              <p:grpSpPr>
                <a:xfrm>
                  <a:off x="1946" y="3087"/>
                  <a:ext cx="4570" cy="2186"/>
                  <a:chOff x="3104" y="2968"/>
                  <a:chExt cx="4570" cy="2186"/>
                </a:xfrm>
              </p:grpSpPr>
              <p:sp>
                <p:nvSpPr>
                  <p:cNvPr id="52" name="图形"/>
                  <p:cNvSpPr txBox="1"/>
                  <p:nvPr>
                    <p:custDataLst>
                      <p:tags r:id="rId10"/>
                    </p:custDataLst>
                  </p:nvPr>
                </p:nvSpPr>
                <p:spPr>
                  <a:xfrm flipH="1">
                    <a:off x="3117" y="2968"/>
                    <a:ext cx="3168" cy="669"/>
                  </a:xfrm>
                  <a:prstGeom prst="rect">
                    <a:avLst/>
                  </a:prstGeom>
                  <a:noFill/>
                </p:spPr>
                <p:txBody>
                  <a:bodyPr wrap="square" rtlCol="0">
                    <a:spAutoFit/>
                  </a:bodyPr>
                  <a:lstStyle/>
                  <a:p>
                    <a:r>
                      <a:rPr lang="zh-CN" altLang="en-US" sz="2400" b="1" dirty="0">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rPr>
                      <a:t>成果汇报</a:t>
                    </a:r>
                    <a:endParaRPr kumimoji="0" lang="zh-CN" altLang="en-US" sz="2400" b="1" i="0" u="none" strike="noStrike" kern="1200" cap="none" spc="0" normalizeH="0" baseline="0" noProof="0" dirty="0">
                      <a:ln>
                        <a:noFill/>
                      </a:ln>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endParaRPr>
                  </a:p>
                </p:txBody>
              </p:sp>
              <p:sp>
                <p:nvSpPr>
                  <p:cNvPr id="53" name="图形"/>
                  <p:cNvSpPr txBox="1"/>
                  <p:nvPr>
                    <p:custDataLst>
                      <p:tags r:id="rId11"/>
                    </p:custDataLst>
                  </p:nvPr>
                </p:nvSpPr>
                <p:spPr>
                  <a:xfrm>
                    <a:off x="3104" y="3615"/>
                    <a:ext cx="4570" cy="1539"/>
                  </a:xfrm>
                  <a:prstGeom prst="rect">
                    <a:avLst/>
                  </a:prstGeom>
                  <a:noFill/>
                </p:spPr>
                <p:txBody>
                  <a:bodyPr wrap="square" rtlCol="0">
                    <a:spAutoFit/>
                  </a:bodyPr>
                  <a:lstStyle/>
                  <a:p>
                    <a:pPr marL="0" marR="0" lvl="0" indent="0" defTabSz="914400" eaLnBrk="1" fontAlgn="auto" latinLnBrk="0" hangingPunct="1">
                      <a:lnSpc>
                        <a:spcPct val="150000"/>
                      </a:lnSpc>
                      <a:spcBef>
                        <a:spcPts val="0"/>
                      </a:spcBef>
                      <a:spcAft>
                        <a:spcPts val="0"/>
                      </a:spcAft>
                      <a:buClrTx/>
                      <a:buSzTx/>
                      <a:buFontTx/>
                      <a:buNone/>
                      <a:defRPr/>
                    </a:pPr>
                    <a:r>
                      <a:rPr kumimoji="0" lang="zh-CN" altLang="en-US" sz="1400" b="0" i="0" u="none" strike="noStrike" kern="0" cap="none" spc="0" normalizeH="0" baseline="0" noProof="0" dirty="0">
                        <a:ln>
                          <a:noFill/>
                        </a:ln>
                        <a:effectLst/>
                        <a:uLnTx/>
                        <a:uFillTx/>
                        <a:latin typeface="Arial" panose="020B0604020202020204"/>
                        <a:ea typeface="阿里巴巴普惠体 Medium"/>
                        <a:cs typeface="阿里巴巴普惠体 Medium"/>
                        <a:sym typeface="Arial" panose="020B0604020202020204"/>
                      </a:rPr>
                      <a:t>在此处添加您的文本内容在此处添加您的文本内容在此处添加您的文本内容在此处添加您的文本内容</a:t>
                    </a:r>
                    <a:endParaRPr kumimoji="0" lang="zh-CN" altLang="en-US" sz="1400" b="0" i="0" u="none" strike="noStrike" kern="0" cap="none" spc="0" normalizeH="0" baseline="0" noProof="0" dirty="0">
                      <a:ln>
                        <a:noFill/>
                      </a:ln>
                      <a:effectLst/>
                      <a:uLnTx/>
                      <a:uFillTx/>
                      <a:latin typeface="Arial" panose="020B0604020202020204"/>
                      <a:ea typeface="阿里巴巴普惠体 Medium"/>
                      <a:cs typeface="阿里巴巴普惠体 Medium"/>
                      <a:sym typeface="Arial" panose="020B0604020202020204"/>
                    </a:endParaRPr>
                  </a:p>
                </p:txBody>
              </p:sp>
            </p:grpSp>
            <p:grpSp>
              <p:nvGrpSpPr>
                <p:cNvPr id="49" name="组合 48"/>
                <p:cNvGrpSpPr/>
                <p:nvPr/>
              </p:nvGrpSpPr>
              <p:grpSpPr>
                <a:xfrm>
                  <a:off x="1946" y="6363"/>
                  <a:ext cx="4570" cy="2186"/>
                  <a:chOff x="3104" y="2968"/>
                  <a:chExt cx="4570" cy="2186"/>
                </a:xfrm>
              </p:grpSpPr>
              <p:sp>
                <p:nvSpPr>
                  <p:cNvPr id="50" name="图形"/>
                  <p:cNvSpPr txBox="1"/>
                  <p:nvPr>
                    <p:custDataLst>
                      <p:tags r:id="rId12"/>
                    </p:custDataLst>
                  </p:nvPr>
                </p:nvSpPr>
                <p:spPr>
                  <a:xfrm flipH="1">
                    <a:off x="3117" y="2968"/>
                    <a:ext cx="3168" cy="66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rPr>
                      <a:t>成果汇报</a:t>
                    </a:r>
                    <a:endParaRPr kumimoji="0" lang="zh-CN" altLang="en-US" sz="2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endParaRPr>
                  </a:p>
                </p:txBody>
              </p:sp>
              <p:sp>
                <p:nvSpPr>
                  <p:cNvPr id="51" name="图形"/>
                  <p:cNvSpPr txBox="1"/>
                  <p:nvPr>
                    <p:custDataLst>
                      <p:tags r:id="rId13"/>
                    </p:custDataLst>
                  </p:nvPr>
                </p:nvSpPr>
                <p:spPr>
                  <a:xfrm>
                    <a:off x="3104" y="3615"/>
                    <a:ext cx="4570" cy="1539"/>
                  </a:xfrm>
                  <a:prstGeom prst="rect">
                    <a:avLst/>
                  </a:prstGeom>
                  <a:noFill/>
                </p:spPr>
                <p:txBody>
                  <a:bodyPr wrap="square" rtlCol="0">
                    <a:spAutoFit/>
                  </a:bodyPr>
                  <a:lstStyle/>
                  <a:p>
                    <a:pPr marL="0" marR="0" lvl="0" indent="0" defTabSz="914400" eaLnBrk="1" fontAlgn="auto" latinLnBrk="0" hangingPunct="1">
                      <a:lnSpc>
                        <a:spcPct val="150000"/>
                      </a:lnSpc>
                      <a:spcBef>
                        <a:spcPts val="0"/>
                      </a:spcBef>
                      <a:spcAft>
                        <a:spcPts val="0"/>
                      </a:spcAft>
                      <a:buClrTx/>
                      <a:buSzTx/>
                      <a:buFontTx/>
                      <a:buNone/>
                      <a:defRPr/>
                    </a:pPr>
                    <a:r>
                      <a:rPr kumimoji="0" lang="zh-CN" altLang="en-US" sz="1400" b="0" i="0" u="none" strike="noStrike" kern="0" cap="none" spc="0" normalizeH="0" baseline="0" noProof="0">
                        <a:ln>
                          <a:noFill/>
                        </a:ln>
                        <a:effectLst/>
                        <a:uLnTx/>
                        <a:uFillTx/>
                        <a:latin typeface="Arial" panose="020B0604020202020204"/>
                        <a:ea typeface="阿里巴巴普惠体 Medium"/>
                        <a:cs typeface="阿里巴巴普惠体 Medium"/>
                        <a:sym typeface="Arial" panose="020B0604020202020204"/>
                      </a:rPr>
                      <a:t>在此处添加您的文本内容在此处添加您的文本内容在此处添加您的文本内容在此处添加您的文本内容</a:t>
                    </a:r>
                    <a:endParaRPr kumimoji="0" lang="zh-CN" altLang="en-US" sz="1400" b="0" i="0" u="none" strike="noStrike" kern="0" cap="none" spc="0" normalizeH="0" baseline="0" noProof="0">
                      <a:ln>
                        <a:noFill/>
                      </a:ln>
                      <a:effectLst/>
                      <a:uLnTx/>
                      <a:uFillTx/>
                      <a:latin typeface="Arial" panose="020B0604020202020204"/>
                      <a:ea typeface="阿里巴巴普惠体 Medium"/>
                      <a:cs typeface="阿里巴巴普惠体 Medium"/>
                      <a:sym typeface="Arial" panose="020B0604020202020204"/>
                    </a:endParaRPr>
                  </a:p>
                </p:txBody>
              </p:sp>
            </p:grpSp>
          </p:grpSp>
          <p:grpSp>
            <p:nvGrpSpPr>
              <p:cNvPr id="41" name="组合 40"/>
              <p:cNvGrpSpPr/>
              <p:nvPr/>
            </p:nvGrpSpPr>
            <p:grpSpPr>
              <a:xfrm flipH="1">
                <a:off x="12537" y="3087"/>
                <a:ext cx="4570" cy="5462"/>
                <a:chOff x="1946" y="3087"/>
                <a:chExt cx="4570" cy="5462"/>
              </a:xfrm>
            </p:grpSpPr>
            <p:grpSp>
              <p:nvGrpSpPr>
                <p:cNvPr id="42" name="组合 41"/>
                <p:cNvGrpSpPr/>
                <p:nvPr/>
              </p:nvGrpSpPr>
              <p:grpSpPr>
                <a:xfrm>
                  <a:off x="1946" y="3087"/>
                  <a:ext cx="4570" cy="2186"/>
                  <a:chOff x="3104" y="2968"/>
                  <a:chExt cx="4570" cy="2186"/>
                </a:xfrm>
              </p:grpSpPr>
              <p:sp>
                <p:nvSpPr>
                  <p:cNvPr id="46" name="图形"/>
                  <p:cNvSpPr txBox="1"/>
                  <p:nvPr>
                    <p:custDataLst>
                      <p:tags r:id="rId14"/>
                    </p:custDataLst>
                  </p:nvPr>
                </p:nvSpPr>
                <p:spPr>
                  <a:xfrm flipH="1">
                    <a:off x="3117" y="2968"/>
                    <a:ext cx="3168" cy="66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rPr>
                      <a:t>成果汇报</a:t>
                    </a:r>
                    <a:endParaRPr kumimoji="0" lang="zh-CN" altLang="en-US" sz="2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endParaRPr>
                  </a:p>
                </p:txBody>
              </p:sp>
              <p:sp>
                <p:nvSpPr>
                  <p:cNvPr id="47" name="图形"/>
                  <p:cNvSpPr txBox="1"/>
                  <p:nvPr>
                    <p:custDataLst>
                      <p:tags r:id="rId15"/>
                    </p:custDataLst>
                  </p:nvPr>
                </p:nvSpPr>
                <p:spPr>
                  <a:xfrm>
                    <a:off x="3104" y="3615"/>
                    <a:ext cx="4570" cy="1539"/>
                  </a:xfrm>
                  <a:prstGeom prst="rect">
                    <a:avLst/>
                  </a:prstGeom>
                  <a:noFill/>
                </p:spPr>
                <p:txBody>
                  <a:bodyPr wrap="square" rtlCol="0">
                    <a:spAutoFit/>
                  </a:bodyPr>
                  <a:lstStyle/>
                  <a:p>
                    <a:pPr marL="0" marR="0" lvl="0" indent="0" algn="r" defTabSz="914400" eaLnBrk="1" fontAlgn="auto" latinLnBrk="0" hangingPunct="1">
                      <a:lnSpc>
                        <a:spcPct val="150000"/>
                      </a:lnSpc>
                      <a:spcBef>
                        <a:spcPts val="0"/>
                      </a:spcBef>
                      <a:spcAft>
                        <a:spcPts val="0"/>
                      </a:spcAft>
                      <a:buClrTx/>
                      <a:buSzTx/>
                      <a:buFontTx/>
                      <a:buNone/>
                      <a:defRPr/>
                    </a:pPr>
                    <a:r>
                      <a:rPr kumimoji="0" lang="zh-CN" altLang="en-US" sz="1400" b="0" i="0" u="none" strike="noStrike" kern="0" cap="none" spc="0" normalizeH="0" baseline="0" noProof="0">
                        <a:ln>
                          <a:noFill/>
                        </a:ln>
                        <a:effectLst/>
                        <a:uLnTx/>
                        <a:uFillTx/>
                        <a:latin typeface="Arial" panose="020B0604020202020204"/>
                        <a:ea typeface="阿里巴巴普惠体 Medium"/>
                        <a:cs typeface="阿里巴巴普惠体 Medium"/>
                        <a:sym typeface="Arial" panose="020B0604020202020204"/>
                      </a:rPr>
                      <a:t>在此处添加您的文本内容在此处添加您的文本内容在此处添加您的文本内容在此处添加您的文本内容</a:t>
                    </a:r>
                    <a:endParaRPr kumimoji="0" lang="zh-CN" altLang="en-US" sz="1400" b="0" i="0" u="none" strike="noStrike" kern="0" cap="none" spc="0" normalizeH="0" baseline="0" noProof="0">
                      <a:ln>
                        <a:noFill/>
                      </a:ln>
                      <a:effectLst/>
                      <a:uLnTx/>
                      <a:uFillTx/>
                      <a:latin typeface="Arial" panose="020B0604020202020204"/>
                      <a:ea typeface="阿里巴巴普惠体 Medium"/>
                      <a:cs typeface="阿里巴巴普惠体 Medium"/>
                      <a:sym typeface="Arial" panose="020B0604020202020204"/>
                    </a:endParaRPr>
                  </a:p>
                </p:txBody>
              </p:sp>
            </p:grpSp>
            <p:grpSp>
              <p:nvGrpSpPr>
                <p:cNvPr id="43" name="组合 42"/>
                <p:cNvGrpSpPr/>
                <p:nvPr/>
              </p:nvGrpSpPr>
              <p:grpSpPr>
                <a:xfrm>
                  <a:off x="1946" y="6363"/>
                  <a:ext cx="4570" cy="2186"/>
                  <a:chOff x="3104" y="2968"/>
                  <a:chExt cx="4570" cy="2186"/>
                </a:xfrm>
              </p:grpSpPr>
              <p:sp>
                <p:nvSpPr>
                  <p:cNvPr id="44" name="图形"/>
                  <p:cNvSpPr txBox="1"/>
                  <p:nvPr>
                    <p:custDataLst>
                      <p:tags r:id="rId16"/>
                    </p:custDataLst>
                  </p:nvPr>
                </p:nvSpPr>
                <p:spPr>
                  <a:xfrm flipH="1">
                    <a:off x="3117" y="2968"/>
                    <a:ext cx="3168" cy="66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rPr>
                      <a:t>成果汇报</a:t>
                    </a:r>
                    <a:endParaRPr kumimoji="0" lang="zh-CN" altLang="en-US" sz="2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endParaRPr>
                  </a:p>
                </p:txBody>
              </p:sp>
              <p:sp>
                <p:nvSpPr>
                  <p:cNvPr id="45" name="图形"/>
                  <p:cNvSpPr txBox="1"/>
                  <p:nvPr>
                    <p:custDataLst>
                      <p:tags r:id="rId17"/>
                    </p:custDataLst>
                  </p:nvPr>
                </p:nvSpPr>
                <p:spPr>
                  <a:xfrm>
                    <a:off x="3104" y="3615"/>
                    <a:ext cx="4570" cy="1539"/>
                  </a:xfrm>
                  <a:prstGeom prst="rect">
                    <a:avLst/>
                  </a:prstGeom>
                  <a:noFill/>
                </p:spPr>
                <p:txBody>
                  <a:bodyPr wrap="square" rtlCol="0">
                    <a:spAutoFit/>
                  </a:bodyPr>
                  <a:lstStyle/>
                  <a:p>
                    <a:pPr marL="0" marR="0" lvl="0" indent="0" algn="r" defTabSz="914400" eaLnBrk="1" fontAlgn="auto" latinLnBrk="0" hangingPunct="1">
                      <a:lnSpc>
                        <a:spcPct val="150000"/>
                      </a:lnSpc>
                      <a:spcBef>
                        <a:spcPts val="0"/>
                      </a:spcBef>
                      <a:spcAft>
                        <a:spcPts val="0"/>
                      </a:spcAft>
                      <a:buClrTx/>
                      <a:buSzTx/>
                      <a:buFontTx/>
                      <a:buNone/>
                      <a:defRPr/>
                    </a:pPr>
                    <a:r>
                      <a:rPr kumimoji="0" lang="zh-CN" altLang="en-US" sz="1400" b="0" i="0" u="none" strike="noStrike" kern="0" cap="none" spc="0" normalizeH="0" baseline="0" noProof="0" dirty="0">
                        <a:ln>
                          <a:noFill/>
                        </a:ln>
                        <a:effectLst/>
                        <a:uLnTx/>
                        <a:uFillTx/>
                        <a:latin typeface="Arial" panose="020B0604020202020204"/>
                        <a:ea typeface="阿里巴巴普惠体 Medium"/>
                        <a:cs typeface="阿里巴巴普惠体 Medium"/>
                        <a:sym typeface="Arial" panose="020B0604020202020204"/>
                      </a:rPr>
                      <a:t>在此处添加您的文本内容在此处添加您的文本内容在此处添加您的文本内容在此处添加您的文本内容</a:t>
                    </a:r>
                    <a:endParaRPr kumimoji="0" lang="zh-CN" altLang="en-US" sz="1400" b="0" i="0" u="none" strike="noStrike" kern="0" cap="none" spc="0" normalizeH="0" baseline="0" noProof="0" dirty="0">
                      <a:ln>
                        <a:noFill/>
                      </a:ln>
                      <a:effectLst/>
                      <a:uLnTx/>
                      <a:uFillTx/>
                      <a:latin typeface="Arial" panose="020B0604020202020204"/>
                      <a:ea typeface="阿里巴巴普惠体 Medium"/>
                      <a:cs typeface="阿里巴巴普惠体 Medium"/>
                      <a:sym typeface="Arial" panose="020B0604020202020204"/>
                    </a:endParaRPr>
                  </a:p>
                </p:txBody>
              </p:sp>
            </p:grpSp>
          </p:grpSp>
        </p:grpSp>
        <p:pic>
          <p:nvPicPr>
            <p:cNvPr id="36" name="图形" descr="3658925"/>
            <p:cNvPicPr>
              <a:picLocks noChangeAspect="1"/>
            </p:cNvPicPr>
            <p:nvPr>
              <p:custDataLst>
                <p:tags r:id="rId18"/>
              </p:custDataLst>
            </p:nvPr>
          </p:nvPicPr>
          <p:blipFill>
            <a:blip r:embed="rId19">
              <a:extLst>
                <a:ext uri="{96DAC541-7B7A-43D3-8B79-37D633B846F1}">
                  <asvg:svgBlip xmlns:asvg="http://schemas.microsoft.com/office/drawing/2016/SVG/main" r:embed="rId20"/>
                </a:ext>
              </a:extLst>
            </a:blip>
            <a:stretch>
              <a:fillRect/>
            </a:stretch>
          </p:blipFill>
          <p:spPr>
            <a:xfrm>
              <a:off x="9253" y="5639"/>
              <a:ext cx="696" cy="696"/>
            </a:xfrm>
            <a:prstGeom prst="rect">
              <a:avLst/>
            </a:prstGeom>
          </p:spPr>
        </p:pic>
        <p:pic>
          <p:nvPicPr>
            <p:cNvPr id="37" name="图形" descr="3658929"/>
            <p:cNvPicPr>
              <a:picLocks noChangeAspect="1"/>
            </p:cNvPicPr>
            <p:nvPr>
              <p:custDataLst>
                <p:tags r:id="rId21"/>
              </p:custDataLst>
            </p:nvPr>
          </p:nvPicPr>
          <p:blipFill>
            <a:blip r:embed="rId22">
              <a:extLst>
                <a:ext uri="{96DAC541-7B7A-43D3-8B79-37D633B846F1}">
                  <asvg:svgBlip xmlns:asvg="http://schemas.microsoft.com/office/drawing/2016/SVG/main" r:embed="rId23"/>
                </a:ext>
              </a:extLst>
            </a:blip>
            <a:stretch>
              <a:fillRect/>
            </a:stretch>
          </p:blipFill>
          <p:spPr>
            <a:xfrm>
              <a:off x="7527" y="5639"/>
              <a:ext cx="696" cy="696"/>
            </a:xfrm>
            <a:prstGeom prst="rect">
              <a:avLst/>
            </a:prstGeom>
          </p:spPr>
        </p:pic>
        <p:pic>
          <p:nvPicPr>
            <p:cNvPr id="38" name="图形" descr="4523849"/>
            <p:cNvPicPr>
              <a:picLocks noChangeAspect="1"/>
            </p:cNvPicPr>
            <p:nvPr>
              <p:custDataLst>
                <p:tags r:id="rId24"/>
              </p:custDataLst>
            </p:nvPr>
          </p:nvPicPr>
          <p:blipFill>
            <a:blip r:embed="rId25">
              <a:extLst>
                <a:ext uri="{96DAC541-7B7A-43D3-8B79-37D633B846F1}">
                  <asvg:svgBlip xmlns:asvg="http://schemas.microsoft.com/office/drawing/2016/SVG/main" r:embed="rId26"/>
                </a:ext>
              </a:extLst>
            </a:blip>
            <a:stretch>
              <a:fillRect/>
            </a:stretch>
          </p:blipFill>
          <p:spPr>
            <a:xfrm>
              <a:off x="10979" y="5617"/>
              <a:ext cx="737" cy="737"/>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ppt_w</p:attrName>
                                        </p:attrNameLst>
                                      </p:cBhvr>
                                      <p:tavLst>
                                        <p:tav tm="0">
                                          <p:val>
                                            <p:fltVal val="0"/>
                                          </p:val>
                                        </p:tav>
                                        <p:tav tm="100000">
                                          <p:val>
                                            <p:strVal val="#ppt_w"/>
                                          </p:val>
                                        </p:tav>
                                      </p:tavLst>
                                    </p:anim>
                                    <p:anim calcmode="lin" valueType="num">
                                      <p:cBhvr>
                                        <p:cTn id="8" dur="500" fill="hold"/>
                                        <p:tgtEl>
                                          <p:spTgt spid="13"/>
                                        </p:tgtEl>
                                        <p:attrNameLst>
                                          <p:attrName>ppt_h</p:attrName>
                                        </p:attrNameLst>
                                      </p:cBhvr>
                                      <p:tavLst>
                                        <p:tav tm="0">
                                          <p:val>
                                            <p:fltVal val="0"/>
                                          </p:val>
                                        </p:tav>
                                        <p:tav tm="100000">
                                          <p:val>
                                            <p:strVal val="#ppt_h"/>
                                          </p:val>
                                        </p:tav>
                                      </p:tavLst>
                                    </p:anim>
                                    <p:animEffect transition="in" filter="fade">
                                      <p:cBhvr>
                                        <p:cTn id="9" dur="500"/>
                                        <p:tgtEl>
                                          <p:spTgt spid="13"/>
                                        </p:tgtEl>
                                      </p:cBhvr>
                                    </p:animEffect>
                                  </p:childTnLst>
                                </p:cTn>
                              </p:par>
                            </p:childTnLst>
                          </p:cTn>
                        </p:par>
                        <p:par>
                          <p:cTn id="10" fill="hold">
                            <p:stCondLst>
                              <p:cond delay="500"/>
                            </p:stCondLst>
                            <p:childTnLst>
                              <p:par>
                                <p:cTn id="11" presetID="13" presetClass="entr" presetSubtype="16" fill="hold" nodeType="afterEffect">
                                  <p:stCondLst>
                                    <p:cond delay="0"/>
                                  </p:stCondLst>
                                  <p:childTnLst>
                                    <p:set>
                                      <p:cBhvr>
                                        <p:cTn id="12" dur="500" fill="hold">
                                          <p:stCondLst>
                                            <p:cond delay="0"/>
                                          </p:stCondLst>
                                        </p:cTn>
                                        <p:tgtEl>
                                          <p:spTgt spid="34"/>
                                        </p:tgtEl>
                                        <p:attrNameLst>
                                          <p:attrName>style.visibility</p:attrName>
                                        </p:attrNameLst>
                                      </p:cBhvr>
                                      <p:to>
                                        <p:strVal val="visible"/>
                                      </p:to>
                                    </p:set>
                                    <p:animEffect transition="in" filter="plus(in)">
                                      <p:cBhvr>
                                        <p:cTn id="13"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cstate="print">
            <a:extLst>
              <a:ext uri="{28A0092B-C50C-407E-A947-70E740481C1C}">
                <a14:useLocalDpi xmlns:a14="http://schemas.microsoft.com/office/drawing/2010/main" val="0"/>
              </a:ext>
            </a:extLst>
          </a:blip>
          <a:srcRect l="5562" r="5562"/>
          <a:stretch>
            <a:fillRect/>
          </a:stretch>
        </p:blipFill>
        <p:spPr>
          <a:xfrm>
            <a:off x="0" y="0"/>
            <a:ext cx="12192000" cy="6858000"/>
          </a:xfrm>
          <a:prstGeom prst="rect">
            <a:avLst/>
          </a:prstGeom>
        </p:spPr>
      </p:pic>
      <p:grpSp>
        <p:nvGrpSpPr>
          <p:cNvPr id="4" name="组合 3"/>
          <p:cNvGrpSpPr/>
          <p:nvPr/>
        </p:nvGrpSpPr>
        <p:grpSpPr>
          <a:xfrm>
            <a:off x="11664851" y="1084419"/>
            <a:ext cx="369332" cy="3755779"/>
            <a:chOff x="11687685" y="1908421"/>
            <a:chExt cx="369332" cy="3755779"/>
          </a:xfrm>
        </p:grpSpPr>
        <p:grpSp>
          <p:nvGrpSpPr>
            <p:cNvPr id="5" name="组合 4"/>
            <p:cNvGrpSpPr/>
            <p:nvPr/>
          </p:nvGrpSpPr>
          <p:grpSpPr>
            <a:xfrm>
              <a:off x="11687685" y="1908421"/>
              <a:ext cx="369332" cy="2518379"/>
              <a:chOff x="11687685" y="1908421"/>
              <a:chExt cx="369332" cy="2518379"/>
            </a:xfrm>
          </p:grpSpPr>
          <p:sp>
            <p:nvSpPr>
              <p:cNvPr id="7" name="文本框 6"/>
              <p:cNvSpPr txBox="1"/>
              <p:nvPr/>
            </p:nvSpPr>
            <p:spPr>
              <a:xfrm>
                <a:off x="11687685" y="1908421"/>
                <a:ext cx="369332" cy="2518379"/>
              </a:xfrm>
              <a:prstGeom prst="rect">
                <a:avLst/>
              </a:prstGeom>
              <a:noFill/>
              <a:ln>
                <a:noFill/>
              </a:ln>
            </p:spPr>
            <p:txBody>
              <a:bodyPr vert="eaVert" wrap="square" rtlCol="0">
                <a:spAutoFit/>
              </a:bodyPr>
              <a:lstStyle/>
              <a:p>
                <a:pPr algn="dist"/>
                <a:r>
                  <a:rPr lang="zh-CN" altLang="en-US" sz="1200" dirty="0">
                    <a:solidFill>
                      <a:srgbClr val="FFFEF1"/>
                    </a:solidFill>
                    <a:latin typeface="Arial" panose="020B0604020202020204"/>
                    <a:ea typeface="阿里巴巴普惠体 Medium"/>
                    <a:cs typeface="阿里巴巴普惠体 Medium"/>
                    <a:sym typeface="Arial" panose="020B0604020202020204"/>
                  </a:rPr>
                  <a:t>聚能前行不负韶华</a:t>
                </a:r>
                <a:endParaRPr lang="zh-CN" altLang="en-US" sz="1200" dirty="0">
                  <a:solidFill>
                    <a:srgbClr val="FFFEF1"/>
                  </a:solidFill>
                  <a:latin typeface="Arial" panose="020B0604020202020204"/>
                  <a:ea typeface="阿里巴巴普惠体 Medium"/>
                  <a:cs typeface="阿里巴巴普惠体 Medium"/>
                  <a:sym typeface="Arial" panose="020B0604020202020204"/>
                </a:endParaRPr>
              </a:p>
            </p:txBody>
          </p:sp>
          <p:cxnSp>
            <p:nvCxnSpPr>
              <p:cNvPr id="8" name="直接连接符 7"/>
              <p:cNvCxnSpPr/>
              <p:nvPr/>
            </p:nvCxnSpPr>
            <p:spPr>
              <a:xfrm>
                <a:off x="11790893" y="2149317"/>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11790893" y="2475938"/>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11790893" y="2802559"/>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11790893" y="3129180"/>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11790893" y="3455801"/>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11790893" y="3782422"/>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11790893" y="4109044"/>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6" name="直接连接符 5"/>
            <p:cNvCxnSpPr/>
            <p:nvPr/>
          </p:nvCxnSpPr>
          <p:spPr>
            <a:xfrm>
              <a:off x="11872351" y="4432300"/>
              <a:ext cx="0" cy="12319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150687" y="1928934"/>
            <a:ext cx="369332" cy="3837732"/>
            <a:chOff x="11687685" y="589068"/>
            <a:chExt cx="369332" cy="3837732"/>
          </a:xfrm>
        </p:grpSpPr>
        <p:grpSp>
          <p:nvGrpSpPr>
            <p:cNvPr id="16" name="组合 15"/>
            <p:cNvGrpSpPr/>
            <p:nvPr/>
          </p:nvGrpSpPr>
          <p:grpSpPr>
            <a:xfrm>
              <a:off x="11687685" y="1908421"/>
              <a:ext cx="369332" cy="2518379"/>
              <a:chOff x="11687685" y="1908421"/>
              <a:chExt cx="369332" cy="2518379"/>
            </a:xfrm>
          </p:grpSpPr>
          <p:sp>
            <p:nvSpPr>
              <p:cNvPr id="18" name="文本框 17"/>
              <p:cNvSpPr txBox="1"/>
              <p:nvPr/>
            </p:nvSpPr>
            <p:spPr>
              <a:xfrm>
                <a:off x="11687685" y="1908421"/>
                <a:ext cx="369332" cy="2518379"/>
              </a:xfrm>
              <a:prstGeom prst="rect">
                <a:avLst/>
              </a:prstGeom>
              <a:noFill/>
              <a:ln>
                <a:noFill/>
              </a:ln>
            </p:spPr>
            <p:txBody>
              <a:bodyPr vert="eaVert" wrap="square" rtlCol="0">
                <a:spAutoFit/>
              </a:bodyPr>
              <a:lstStyle/>
              <a:p>
                <a:pPr algn="dist"/>
                <a:r>
                  <a:rPr lang="zh-CN" altLang="en-US" sz="1200" dirty="0">
                    <a:solidFill>
                      <a:srgbClr val="FFFEF1"/>
                    </a:solidFill>
                    <a:latin typeface="Arial" panose="020B0604020202020204"/>
                    <a:ea typeface="阿里巴巴普惠体 Medium"/>
                    <a:cs typeface="阿里巴巴普惠体 Medium"/>
                    <a:sym typeface="Arial" panose="020B0604020202020204"/>
                  </a:rPr>
                  <a:t>聚能前行不负韶华</a:t>
                </a:r>
                <a:endParaRPr lang="zh-CN" altLang="en-US" sz="1200" dirty="0">
                  <a:solidFill>
                    <a:srgbClr val="FFFEF1"/>
                  </a:solidFill>
                  <a:latin typeface="Arial" panose="020B0604020202020204"/>
                  <a:ea typeface="阿里巴巴普惠体 Medium"/>
                  <a:cs typeface="阿里巴巴普惠体 Medium"/>
                  <a:sym typeface="Arial" panose="020B0604020202020204"/>
                </a:endParaRPr>
              </a:p>
            </p:txBody>
          </p:sp>
          <p:cxnSp>
            <p:nvCxnSpPr>
              <p:cNvPr id="19" name="直接连接符 18"/>
              <p:cNvCxnSpPr/>
              <p:nvPr/>
            </p:nvCxnSpPr>
            <p:spPr>
              <a:xfrm>
                <a:off x="11790893" y="2149317"/>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11790893" y="2475938"/>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11790893" y="2802559"/>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11790893" y="3129180"/>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11790893" y="3455801"/>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11790893" y="3782422"/>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11790893" y="4109044"/>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17" name="直接连接符 16"/>
            <p:cNvCxnSpPr/>
            <p:nvPr/>
          </p:nvCxnSpPr>
          <p:spPr>
            <a:xfrm>
              <a:off x="11866117" y="589068"/>
              <a:ext cx="0" cy="12319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6" name="矩形: 圆角 25"/>
          <p:cNvSpPr/>
          <p:nvPr/>
        </p:nvSpPr>
        <p:spPr>
          <a:xfrm>
            <a:off x="5075930" y="3687274"/>
            <a:ext cx="1953303" cy="521368"/>
          </a:xfrm>
          <a:prstGeom prst="roundRect">
            <a:avLst>
              <a:gd name="adj" fmla="val 44690"/>
            </a:avLst>
          </a:prstGeom>
          <a:gradFill>
            <a:gsLst>
              <a:gs pos="0">
                <a:srgbClr val="FEEFAC"/>
              </a:gs>
              <a:gs pos="100000">
                <a:srgbClr val="E9BE61"/>
              </a:gs>
            </a:gsLst>
            <a:lin ang="5400000" scaled="1"/>
          </a:gradFill>
          <a:ln w="12700" cap="flat" cmpd="sng" algn="ctr">
            <a:noFill/>
            <a:prstDash val="solid"/>
          </a:ln>
          <a:effectLst/>
        </p:spPr>
        <p:txBody>
          <a:bodyPr rtlCol="0" anchor="ctr"/>
          <a:lstStyle/>
          <a:p>
            <a:pPr algn="ctr"/>
            <a:r>
              <a:rPr lang="zh-CN" altLang="en-US" sz="2400" b="1" dirty="0">
                <a:solidFill>
                  <a:srgbClr val="C00000"/>
                </a:solidFill>
                <a:latin typeface="Arial" panose="020B0604020202020204"/>
                <a:ea typeface="阿里巴巴普惠体 Medium"/>
                <a:cs typeface="阿里巴巴普惠体 Medium"/>
                <a:sym typeface="Arial" panose="020B0604020202020204"/>
              </a:rPr>
              <a:t>第三部分</a:t>
            </a:r>
            <a:endParaRPr lang="zh-CN" altLang="en-US" sz="2400" b="1" dirty="0">
              <a:solidFill>
                <a:srgbClr val="C00000"/>
              </a:solidFill>
              <a:latin typeface="Arial" panose="020B0604020202020204"/>
              <a:ea typeface="阿里巴巴普惠体 Medium"/>
              <a:cs typeface="阿里巴巴普惠体 Medium"/>
              <a:sym typeface="Arial" panose="020B0604020202020204"/>
            </a:endParaRPr>
          </a:p>
        </p:txBody>
      </p:sp>
      <p:grpSp>
        <p:nvGrpSpPr>
          <p:cNvPr id="27" name="组合 26"/>
          <p:cNvGrpSpPr/>
          <p:nvPr/>
        </p:nvGrpSpPr>
        <p:grpSpPr>
          <a:xfrm>
            <a:off x="1703513" y="4492278"/>
            <a:ext cx="8698137" cy="1384995"/>
            <a:chOff x="1392405" y="2506651"/>
            <a:chExt cx="6785826" cy="1384995"/>
          </a:xfrm>
        </p:grpSpPr>
        <p:sp>
          <p:nvSpPr>
            <p:cNvPr id="28" name="文本框 27"/>
            <p:cNvSpPr txBox="1"/>
            <p:nvPr/>
          </p:nvSpPr>
          <p:spPr>
            <a:xfrm>
              <a:off x="1779185" y="2506651"/>
              <a:ext cx="6012265" cy="1015663"/>
            </a:xfrm>
            <a:prstGeom prst="rect">
              <a:avLst/>
            </a:prstGeom>
            <a:noFill/>
          </p:spPr>
          <p:txBody>
            <a:bodyPr wrap="square" rtlCol="0">
              <a:spAutoFit/>
            </a:bodyPr>
            <a:lstStyle/>
            <a:p>
              <a:pPr algn="dist"/>
              <a:r>
                <a:rPr lang="zh-CN" altLang="en-US" sz="6000" dirty="0">
                  <a:solidFill>
                    <a:schemeClr val="bg1"/>
                  </a:solidFill>
                  <a:effectLst>
                    <a:outerShdw blurRad="38100" dist="38100" dir="2700000" algn="tl">
                      <a:srgbClr val="000000">
                        <a:alpha val="43137"/>
                      </a:srgbClr>
                    </a:outerShdw>
                  </a:effectLst>
                  <a:latin typeface="思源宋体 CN Heavy" charset="-122"/>
                  <a:ea typeface="思源宋体 CN Heavy" charset="-122"/>
                  <a:cs typeface="阿里巴巴普惠体 Medium"/>
                  <a:sym typeface="Arial" panose="020B0604020202020204"/>
                </a:rPr>
                <a:t>未来工作开展计划</a:t>
              </a:r>
              <a:endParaRPr lang="zh-CN" altLang="en-US" sz="6000" dirty="0">
                <a:solidFill>
                  <a:schemeClr val="bg1"/>
                </a:solidFill>
                <a:effectLst>
                  <a:outerShdw blurRad="38100" dist="38100" dir="2700000" algn="tl">
                    <a:srgbClr val="000000">
                      <a:alpha val="43137"/>
                    </a:srgbClr>
                  </a:outerShdw>
                </a:effectLst>
                <a:latin typeface="思源宋体 CN Heavy" charset="-122"/>
                <a:ea typeface="思源宋体 CN Heavy" charset="-122"/>
                <a:cs typeface="阿里巴巴普惠体 Medium"/>
                <a:sym typeface="Arial" panose="020B0604020202020204"/>
              </a:endParaRPr>
            </a:p>
          </p:txBody>
        </p:sp>
        <p:sp>
          <p:nvSpPr>
            <p:cNvPr id="29" name="文本框 28"/>
            <p:cNvSpPr txBox="1"/>
            <p:nvPr/>
          </p:nvSpPr>
          <p:spPr>
            <a:xfrm>
              <a:off x="1392405" y="3522314"/>
              <a:ext cx="6785826" cy="369332"/>
            </a:xfrm>
            <a:prstGeom prst="rect">
              <a:avLst/>
            </a:prstGeom>
            <a:noFill/>
          </p:spPr>
          <p:txBody>
            <a:bodyPr wrap="square" rtlCol="0">
              <a:spAutoFit/>
            </a:bodyPr>
            <a:lstStyle/>
            <a:p>
              <a:pPr algn="dist"/>
              <a:r>
                <a:rPr lang="en-US" altLang="zh-CN" dirty="0">
                  <a:solidFill>
                    <a:srgbClr val="FEF9B8"/>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rPr>
                <a:t>THE ORIGIN OF THE FOUNDING PARTY FESTIVAL</a:t>
              </a:r>
              <a:endParaRPr lang="zh-CN" altLang="en-US" dirty="0">
                <a:solidFill>
                  <a:srgbClr val="FEF9B8"/>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randombar(horizontal)">
                                      <p:cBhvr>
                                        <p:cTn id="7" dur="500"/>
                                        <p:tgtEl>
                                          <p:spTgt spid="15"/>
                                        </p:tgtEl>
                                      </p:cBhvr>
                                    </p:animEffect>
                                  </p:childTnLst>
                                </p:cTn>
                              </p:par>
                              <p:par>
                                <p:cTn id="8" presetID="14" presetClass="entr" presetSubtype="1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randombar(horizontal)">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37"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barn(outVertical)">
                                      <p:cBhvr>
                                        <p:cTn id="15" dur="500"/>
                                        <p:tgtEl>
                                          <p:spTgt spid="26"/>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27"/>
                                        </p:tgtEl>
                                        <p:attrNameLst>
                                          <p:attrName>style.visibility</p:attrName>
                                        </p:attrNameLst>
                                      </p:cBhvr>
                                      <p:to>
                                        <p:strVal val="visible"/>
                                      </p:to>
                                    </p:set>
                                    <p:animEffect transition="in" filter="fade">
                                      <p:cBhvr>
                                        <p:cTn id="20" dur="1000"/>
                                        <p:tgtEl>
                                          <p:spTgt spid="27"/>
                                        </p:tgtEl>
                                      </p:cBhvr>
                                    </p:animEffect>
                                    <p:anim calcmode="lin" valueType="num">
                                      <p:cBhvr>
                                        <p:cTn id="21" dur="1000" fill="hold"/>
                                        <p:tgtEl>
                                          <p:spTgt spid="27"/>
                                        </p:tgtEl>
                                        <p:attrNameLst>
                                          <p:attrName>ppt_x</p:attrName>
                                        </p:attrNameLst>
                                      </p:cBhvr>
                                      <p:tavLst>
                                        <p:tav tm="0">
                                          <p:val>
                                            <p:strVal val="#ppt_x"/>
                                          </p:val>
                                        </p:tav>
                                        <p:tav tm="100000">
                                          <p:val>
                                            <p:strVal val="#ppt_x"/>
                                          </p:val>
                                        </p:tav>
                                      </p:tavLst>
                                    </p:anim>
                                    <p:anim calcmode="lin" valueType="num">
                                      <p:cBhvr>
                                        <p:cTn id="22"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p:cNvGrpSpPr/>
          <p:nvPr/>
        </p:nvGrpSpPr>
        <p:grpSpPr>
          <a:xfrm>
            <a:off x="695402" y="548681"/>
            <a:ext cx="4049727" cy="584775"/>
            <a:chOff x="606113" y="404664"/>
            <a:chExt cx="4049727" cy="584775"/>
          </a:xfrm>
        </p:grpSpPr>
        <p:grpSp>
          <p:nvGrpSpPr>
            <p:cNvPr id="9" name="组合 8"/>
            <p:cNvGrpSpPr/>
            <p:nvPr/>
          </p:nvGrpSpPr>
          <p:grpSpPr>
            <a:xfrm>
              <a:off x="606113" y="443399"/>
              <a:ext cx="479425" cy="479425"/>
              <a:chOff x="7015" y="3652"/>
              <a:chExt cx="2006" cy="2006"/>
            </a:xfrm>
          </p:grpSpPr>
          <p:sp>
            <p:nvSpPr>
              <p:cNvPr id="10" name="图形"/>
              <p:cNvSpPr/>
              <p:nvPr userDrawn="1">
                <p:custDataLst>
                  <p:tags r:id="rId1"/>
                </p:custDataLst>
              </p:nvPr>
            </p:nvSpPr>
            <p:spPr bwMode="auto">
              <a:xfrm rot="660000">
                <a:off x="7015" y="3652"/>
                <a:ext cx="2007" cy="2007"/>
              </a:xfrm>
              <a:custGeom>
                <a:avLst/>
                <a:gdLst>
                  <a:gd name="T0" fmla="*/ 6963 w 6970"/>
                  <a:gd name="T1" fmla="*/ 2355 h 6970"/>
                  <a:gd name="T2" fmla="*/ 6970 w 6970"/>
                  <a:gd name="T3" fmla="*/ 2278 h 6970"/>
                  <a:gd name="T4" fmla="*/ 6968 w 6970"/>
                  <a:gd name="T5" fmla="*/ 2203 h 6970"/>
                  <a:gd name="T6" fmla="*/ 6958 w 6970"/>
                  <a:gd name="T7" fmla="*/ 2128 h 6970"/>
                  <a:gd name="T8" fmla="*/ 6940 w 6970"/>
                  <a:gd name="T9" fmla="*/ 2057 h 6970"/>
                  <a:gd name="T10" fmla="*/ 6913 w 6970"/>
                  <a:gd name="T11" fmla="*/ 1988 h 6970"/>
                  <a:gd name="T12" fmla="*/ 6878 w 6970"/>
                  <a:gd name="T13" fmla="*/ 1924 h 6970"/>
                  <a:gd name="T14" fmla="*/ 6837 w 6970"/>
                  <a:gd name="T15" fmla="*/ 1864 h 6970"/>
                  <a:gd name="T16" fmla="*/ 6787 w 6970"/>
                  <a:gd name="T17" fmla="*/ 1809 h 6970"/>
                  <a:gd name="T18" fmla="*/ 6731 w 6970"/>
                  <a:gd name="T19" fmla="*/ 1758 h 6970"/>
                  <a:gd name="T20" fmla="*/ 6668 w 6970"/>
                  <a:gd name="T21" fmla="*/ 1714 h 6970"/>
                  <a:gd name="T22" fmla="*/ 5035 w 6970"/>
                  <a:gd name="T23" fmla="*/ 880 h 6970"/>
                  <a:gd name="T24" fmla="*/ 3400 w 6970"/>
                  <a:gd name="T25" fmla="*/ 49 h 6970"/>
                  <a:gd name="T26" fmla="*/ 3327 w 6970"/>
                  <a:gd name="T27" fmla="*/ 25 h 6970"/>
                  <a:gd name="T28" fmla="*/ 3254 w 6970"/>
                  <a:gd name="T29" fmla="*/ 8 h 6970"/>
                  <a:gd name="T30" fmla="*/ 3180 w 6970"/>
                  <a:gd name="T31" fmla="*/ 0 h 6970"/>
                  <a:gd name="T32" fmla="*/ 3107 w 6970"/>
                  <a:gd name="T33" fmla="*/ 2 h 6970"/>
                  <a:gd name="T34" fmla="*/ 3034 w 6970"/>
                  <a:gd name="T35" fmla="*/ 12 h 6970"/>
                  <a:gd name="T36" fmla="*/ 2964 w 6970"/>
                  <a:gd name="T37" fmla="*/ 30 h 6970"/>
                  <a:gd name="T38" fmla="*/ 2894 w 6970"/>
                  <a:gd name="T39" fmla="*/ 57 h 6970"/>
                  <a:gd name="T40" fmla="*/ 2829 w 6970"/>
                  <a:gd name="T41" fmla="*/ 93 h 6970"/>
                  <a:gd name="T42" fmla="*/ 2766 w 6970"/>
                  <a:gd name="T43" fmla="*/ 137 h 6970"/>
                  <a:gd name="T44" fmla="*/ 2708 w 6970"/>
                  <a:gd name="T45" fmla="*/ 189 h 6970"/>
                  <a:gd name="T46" fmla="*/ 171 w 6970"/>
                  <a:gd name="T47" fmla="*/ 2727 h 6970"/>
                  <a:gd name="T48" fmla="*/ 121 w 6970"/>
                  <a:gd name="T49" fmla="*/ 2786 h 6970"/>
                  <a:gd name="T50" fmla="*/ 80 w 6970"/>
                  <a:gd name="T51" fmla="*/ 2850 h 6970"/>
                  <a:gd name="T52" fmla="*/ 47 w 6970"/>
                  <a:gd name="T53" fmla="*/ 2918 h 6970"/>
                  <a:gd name="T54" fmla="*/ 24 w 6970"/>
                  <a:gd name="T55" fmla="*/ 2987 h 6970"/>
                  <a:gd name="T56" fmla="*/ 8 w 6970"/>
                  <a:gd name="T57" fmla="*/ 3058 h 6970"/>
                  <a:gd name="T58" fmla="*/ 0 w 6970"/>
                  <a:gd name="T59" fmla="*/ 3131 h 6970"/>
                  <a:gd name="T60" fmla="*/ 2 w 6970"/>
                  <a:gd name="T61" fmla="*/ 3205 h 6970"/>
                  <a:gd name="T62" fmla="*/ 12 w 6970"/>
                  <a:gd name="T63" fmla="*/ 3279 h 6970"/>
                  <a:gd name="T64" fmla="*/ 31 w 6970"/>
                  <a:gd name="T65" fmla="*/ 3352 h 6970"/>
                  <a:gd name="T66" fmla="*/ 59 w 6970"/>
                  <a:gd name="T67" fmla="*/ 3424 h 6970"/>
                  <a:gd name="T68" fmla="*/ 1690 w 6970"/>
                  <a:gd name="T69" fmla="*/ 6622 h 6970"/>
                  <a:gd name="T70" fmla="*/ 1729 w 6970"/>
                  <a:gd name="T71" fmla="*/ 6690 h 6970"/>
                  <a:gd name="T72" fmla="*/ 1774 w 6970"/>
                  <a:gd name="T73" fmla="*/ 6750 h 6970"/>
                  <a:gd name="T74" fmla="*/ 1827 w 6970"/>
                  <a:gd name="T75" fmla="*/ 6804 h 6970"/>
                  <a:gd name="T76" fmla="*/ 1883 w 6970"/>
                  <a:gd name="T77" fmla="*/ 6851 h 6970"/>
                  <a:gd name="T78" fmla="*/ 1944 w 6970"/>
                  <a:gd name="T79" fmla="*/ 6891 h 6970"/>
                  <a:gd name="T80" fmla="*/ 2011 w 6970"/>
                  <a:gd name="T81" fmla="*/ 6923 h 6970"/>
                  <a:gd name="T82" fmla="*/ 2080 w 6970"/>
                  <a:gd name="T83" fmla="*/ 6947 h 6970"/>
                  <a:gd name="T84" fmla="*/ 2153 w 6970"/>
                  <a:gd name="T85" fmla="*/ 6963 h 6970"/>
                  <a:gd name="T86" fmla="*/ 2227 w 6970"/>
                  <a:gd name="T87" fmla="*/ 6970 h 6970"/>
                  <a:gd name="T88" fmla="*/ 2304 w 6970"/>
                  <a:gd name="T89" fmla="*/ 6968 h 6970"/>
                  <a:gd name="T90" fmla="*/ 4116 w 6970"/>
                  <a:gd name="T91" fmla="*/ 6683 h 6970"/>
                  <a:gd name="T92" fmla="*/ 5926 w 6970"/>
                  <a:gd name="T93" fmla="*/ 6394 h 6970"/>
                  <a:gd name="T94" fmla="*/ 6000 w 6970"/>
                  <a:gd name="T95" fmla="*/ 6372 h 6970"/>
                  <a:gd name="T96" fmla="*/ 6069 w 6970"/>
                  <a:gd name="T97" fmla="*/ 6343 h 6970"/>
                  <a:gd name="T98" fmla="*/ 6133 w 6970"/>
                  <a:gd name="T99" fmla="*/ 6305 h 6970"/>
                  <a:gd name="T100" fmla="*/ 6191 w 6970"/>
                  <a:gd name="T101" fmla="*/ 6261 h 6970"/>
                  <a:gd name="T102" fmla="*/ 6245 w 6970"/>
                  <a:gd name="T103" fmla="*/ 6210 h 6970"/>
                  <a:gd name="T104" fmla="*/ 6291 w 6970"/>
                  <a:gd name="T105" fmla="*/ 6153 h 6970"/>
                  <a:gd name="T106" fmla="*/ 6330 w 6970"/>
                  <a:gd name="T107" fmla="*/ 6091 h 6970"/>
                  <a:gd name="T108" fmla="*/ 6363 w 6970"/>
                  <a:gd name="T109" fmla="*/ 6024 h 6970"/>
                  <a:gd name="T110" fmla="*/ 6388 w 6970"/>
                  <a:gd name="T111" fmla="*/ 5952 h 6970"/>
                  <a:gd name="T112" fmla="*/ 6405 w 6970"/>
                  <a:gd name="T113" fmla="*/ 5876 h 6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970" h="6970">
                    <a:moveTo>
                      <a:pt x="6405" y="5876"/>
                    </a:moveTo>
                    <a:lnTo>
                      <a:pt x="6683" y="4116"/>
                    </a:lnTo>
                    <a:lnTo>
                      <a:pt x="6963" y="2355"/>
                    </a:lnTo>
                    <a:lnTo>
                      <a:pt x="6966" y="2329"/>
                    </a:lnTo>
                    <a:lnTo>
                      <a:pt x="6968" y="2304"/>
                    </a:lnTo>
                    <a:lnTo>
                      <a:pt x="6970" y="2278"/>
                    </a:lnTo>
                    <a:lnTo>
                      <a:pt x="6970" y="2253"/>
                    </a:lnTo>
                    <a:lnTo>
                      <a:pt x="6970" y="2227"/>
                    </a:lnTo>
                    <a:lnTo>
                      <a:pt x="6968" y="2203"/>
                    </a:lnTo>
                    <a:lnTo>
                      <a:pt x="6966" y="2178"/>
                    </a:lnTo>
                    <a:lnTo>
                      <a:pt x="6963" y="2153"/>
                    </a:lnTo>
                    <a:lnTo>
                      <a:pt x="6958" y="2128"/>
                    </a:lnTo>
                    <a:lnTo>
                      <a:pt x="6954" y="2104"/>
                    </a:lnTo>
                    <a:lnTo>
                      <a:pt x="6947" y="2080"/>
                    </a:lnTo>
                    <a:lnTo>
                      <a:pt x="6940" y="2057"/>
                    </a:lnTo>
                    <a:lnTo>
                      <a:pt x="6932" y="2033"/>
                    </a:lnTo>
                    <a:lnTo>
                      <a:pt x="6923" y="2011"/>
                    </a:lnTo>
                    <a:lnTo>
                      <a:pt x="6913" y="1988"/>
                    </a:lnTo>
                    <a:lnTo>
                      <a:pt x="6903" y="1967"/>
                    </a:lnTo>
                    <a:lnTo>
                      <a:pt x="6891" y="1944"/>
                    </a:lnTo>
                    <a:lnTo>
                      <a:pt x="6878" y="1924"/>
                    </a:lnTo>
                    <a:lnTo>
                      <a:pt x="6866" y="1903"/>
                    </a:lnTo>
                    <a:lnTo>
                      <a:pt x="6851" y="1883"/>
                    </a:lnTo>
                    <a:lnTo>
                      <a:pt x="6837" y="1864"/>
                    </a:lnTo>
                    <a:lnTo>
                      <a:pt x="6821" y="1844"/>
                    </a:lnTo>
                    <a:lnTo>
                      <a:pt x="6804" y="1827"/>
                    </a:lnTo>
                    <a:lnTo>
                      <a:pt x="6787" y="1809"/>
                    </a:lnTo>
                    <a:lnTo>
                      <a:pt x="6769" y="1791"/>
                    </a:lnTo>
                    <a:lnTo>
                      <a:pt x="6750" y="1774"/>
                    </a:lnTo>
                    <a:lnTo>
                      <a:pt x="6731" y="1758"/>
                    </a:lnTo>
                    <a:lnTo>
                      <a:pt x="6711" y="1743"/>
                    </a:lnTo>
                    <a:lnTo>
                      <a:pt x="6690" y="1729"/>
                    </a:lnTo>
                    <a:lnTo>
                      <a:pt x="6668" y="1714"/>
                    </a:lnTo>
                    <a:lnTo>
                      <a:pt x="6646" y="1702"/>
                    </a:lnTo>
                    <a:lnTo>
                      <a:pt x="6622" y="1690"/>
                    </a:lnTo>
                    <a:lnTo>
                      <a:pt x="5035" y="880"/>
                    </a:lnTo>
                    <a:lnTo>
                      <a:pt x="3448" y="71"/>
                    </a:lnTo>
                    <a:lnTo>
                      <a:pt x="3424" y="59"/>
                    </a:lnTo>
                    <a:lnTo>
                      <a:pt x="3400" y="49"/>
                    </a:lnTo>
                    <a:lnTo>
                      <a:pt x="3376" y="40"/>
                    </a:lnTo>
                    <a:lnTo>
                      <a:pt x="3352" y="31"/>
                    </a:lnTo>
                    <a:lnTo>
                      <a:pt x="3327" y="25"/>
                    </a:lnTo>
                    <a:lnTo>
                      <a:pt x="3303" y="18"/>
                    </a:lnTo>
                    <a:lnTo>
                      <a:pt x="3279" y="12"/>
                    </a:lnTo>
                    <a:lnTo>
                      <a:pt x="3254" y="8"/>
                    </a:lnTo>
                    <a:lnTo>
                      <a:pt x="3230" y="4"/>
                    </a:lnTo>
                    <a:lnTo>
                      <a:pt x="3205" y="2"/>
                    </a:lnTo>
                    <a:lnTo>
                      <a:pt x="3180" y="0"/>
                    </a:lnTo>
                    <a:lnTo>
                      <a:pt x="3156" y="0"/>
                    </a:lnTo>
                    <a:lnTo>
                      <a:pt x="3131" y="0"/>
                    </a:lnTo>
                    <a:lnTo>
                      <a:pt x="3107" y="2"/>
                    </a:lnTo>
                    <a:lnTo>
                      <a:pt x="3083" y="4"/>
                    </a:lnTo>
                    <a:lnTo>
                      <a:pt x="3058" y="8"/>
                    </a:lnTo>
                    <a:lnTo>
                      <a:pt x="3034" y="12"/>
                    </a:lnTo>
                    <a:lnTo>
                      <a:pt x="3011" y="17"/>
                    </a:lnTo>
                    <a:lnTo>
                      <a:pt x="2987" y="24"/>
                    </a:lnTo>
                    <a:lnTo>
                      <a:pt x="2964" y="30"/>
                    </a:lnTo>
                    <a:lnTo>
                      <a:pt x="2940" y="38"/>
                    </a:lnTo>
                    <a:lnTo>
                      <a:pt x="2918" y="47"/>
                    </a:lnTo>
                    <a:lnTo>
                      <a:pt x="2894" y="57"/>
                    </a:lnTo>
                    <a:lnTo>
                      <a:pt x="2873" y="68"/>
                    </a:lnTo>
                    <a:lnTo>
                      <a:pt x="2850" y="80"/>
                    </a:lnTo>
                    <a:lnTo>
                      <a:pt x="2829" y="93"/>
                    </a:lnTo>
                    <a:lnTo>
                      <a:pt x="2808" y="107"/>
                    </a:lnTo>
                    <a:lnTo>
                      <a:pt x="2786" y="121"/>
                    </a:lnTo>
                    <a:lnTo>
                      <a:pt x="2766" y="137"/>
                    </a:lnTo>
                    <a:lnTo>
                      <a:pt x="2747" y="153"/>
                    </a:lnTo>
                    <a:lnTo>
                      <a:pt x="2727" y="171"/>
                    </a:lnTo>
                    <a:lnTo>
                      <a:pt x="2708" y="189"/>
                    </a:lnTo>
                    <a:lnTo>
                      <a:pt x="1448" y="1448"/>
                    </a:lnTo>
                    <a:lnTo>
                      <a:pt x="189" y="2708"/>
                    </a:lnTo>
                    <a:lnTo>
                      <a:pt x="171" y="2727"/>
                    </a:lnTo>
                    <a:lnTo>
                      <a:pt x="153" y="2747"/>
                    </a:lnTo>
                    <a:lnTo>
                      <a:pt x="137" y="2766"/>
                    </a:lnTo>
                    <a:lnTo>
                      <a:pt x="121" y="2786"/>
                    </a:lnTo>
                    <a:lnTo>
                      <a:pt x="107" y="2808"/>
                    </a:lnTo>
                    <a:lnTo>
                      <a:pt x="93" y="2829"/>
                    </a:lnTo>
                    <a:lnTo>
                      <a:pt x="80" y="2850"/>
                    </a:lnTo>
                    <a:lnTo>
                      <a:pt x="68" y="2873"/>
                    </a:lnTo>
                    <a:lnTo>
                      <a:pt x="57" y="2894"/>
                    </a:lnTo>
                    <a:lnTo>
                      <a:pt x="47" y="2918"/>
                    </a:lnTo>
                    <a:lnTo>
                      <a:pt x="38" y="2940"/>
                    </a:lnTo>
                    <a:lnTo>
                      <a:pt x="30" y="2964"/>
                    </a:lnTo>
                    <a:lnTo>
                      <a:pt x="24" y="2987"/>
                    </a:lnTo>
                    <a:lnTo>
                      <a:pt x="17" y="3011"/>
                    </a:lnTo>
                    <a:lnTo>
                      <a:pt x="12" y="3034"/>
                    </a:lnTo>
                    <a:lnTo>
                      <a:pt x="8" y="3058"/>
                    </a:lnTo>
                    <a:lnTo>
                      <a:pt x="4" y="3083"/>
                    </a:lnTo>
                    <a:lnTo>
                      <a:pt x="2" y="3107"/>
                    </a:lnTo>
                    <a:lnTo>
                      <a:pt x="0" y="3131"/>
                    </a:lnTo>
                    <a:lnTo>
                      <a:pt x="0" y="3156"/>
                    </a:lnTo>
                    <a:lnTo>
                      <a:pt x="0" y="3180"/>
                    </a:lnTo>
                    <a:lnTo>
                      <a:pt x="2" y="3205"/>
                    </a:lnTo>
                    <a:lnTo>
                      <a:pt x="4" y="3230"/>
                    </a:lnTo>
                    <a:lnTo>
                      <a:pt x="8" y="3254"/>
                    </a:lnTo>
                    <a:lnTo>
                      <a:pt x="12" y="3279"/>
                    </a:lnTo>
                    <a:lnTo>
                      <a:pt x="18" y="3303"/>
                    </a:lnTo>
                    <a:lnTo>
                      <a:pt x="24" y="3327"/>
                    </a:lnTo>
                    <a:lnTo>
                      <a:pt x="31" y="3352"/>
                    </a:lnTo>
                    <a:lnTo>
                      <a:pt x="40" y="3376"/>
                    </a:lnTo>
                    <a:lnTo>
                      <a:pt x="49" y="3400"/>
                    </a:lnTo>
                    <a:lnTo>
                      <a:pt x="59" y="3424"/>
                    </a:lnTo>
                    <a:lnTo>
                      <a:pt x="71" y="3448"/>
                    </a:lnTo>
                    <a:lnTo>
                      <a:pt x="880" y="5035"/>
                    </a:lnTo>
                    <a:lnTo>
                      <a:pt x="1690" y="6622"/>
                    </a:lnTo>
                    <a:lnTo>
                      <a:pt x="1702" y="6646"/>
                    </a:lnTo>
                    <a:lnTo>
                      <a:pt x="1714" y="6668"/>
                    </a:lnTo>
                    <a:lnTo>
                      <a:pt x="1729" y="6690"/>
                    </a:lnTo>
                    <a:lnTo>
                      <a:pt x="1743" y="6711"/>
                    </a:lnTo>
                    <a:lnTo>
                      <a:pt x="1758" y="6731"/>
                    </a:lnTo>
                    <a:lnTo>
                      <a:pt x="1774" y="6750"/>
                    </a:lnTo>
                    <a:lnTo>
                      <a:pt x="1791" y="6769"/>
                    </a:lnTo>
                    <a:lnTo>
                      <a:pt x="1809" y="6787"/>
                    </a:lnTo>
                    <a:lnTo>
                      <a:pt x="1827" y="6804"/>
                    </a:lnTo>
                    <a:lnTo>
                      <a:pt x="1844" y="6821"/>
                    </a:lnTo>
                    <a:lnTo>
                      <a:pt x="1864" y="6837"/>
                    </a:lnTo>
                    <a:lnTo>
                      <a:pt x="1883" y="6851"/>
                    </a:lnTo>
                    <a:lnTo>
                      <a:pt x="1903" y="6866"/>
                    </a:lnTo>
                    <a:lnTo>
                      <a:pt x="1924" y="6878"/>
                    </a:lnTo>
                    <a:lnTo>
                      <a:pt x="1944" y="6891"/>
                    </a:lnTo>
                    <a:lnTo>
                      <a:pt x="1967" y="6903"/>
                    </a:lnTo>
                    <a:lnTo>
                      <a:pt x="1988" y="6913"/>
                    </a:lnTo>
                    <a:lnTo>
                      <a:pt x="2011" y="6923"/>
                    </a:lnTo>
                    <a:lnTo>
                      <a:pt x="2033" y="6932"/>
                    </a:lnTo>
                    <a:lnTo>
                      <a:pt x="2057" y="6940"/>
                    </a:lnTo>
                    <a:lnTo>
                      <a:pt x="2080" y="6947"/>
                    </a:lnTo>
                    <a:lnTo>
                      <a:pt x="2104" y="6954"/>
                    </a:lnTo>
                    <a:lnTo>
                      <a:pt x="2128" y="6958"/>
                    </a:lnTo>
                    <a:lnTo>
                      <a:pt x="2153" y="6963"/>
                    </a:lnTo>
                    <a:lnTo>
                      <a:pt x="2178" y="6966"/>
                    </a:lnTo>
                    <a:lnTo>
                      <a:pt x="2203" y="6968"/>
                    </a:lnTo>
                    <a:lnTo>
                      <a:pt x="2227" y="6970"/>
                    </a:lnTo>
                    <a:lnTo>
                      <a:pt x="2253" y="6970"/>
                    </a:lnTo>
                    <a:lnTo>
                      <a:pt x="2278" y="6970"/>
                    </a:lnTo>
                    <a:lnTo>
                      <a:pt x="2304" y="6968"/>
                    </a:lnTo>
                    <a:lnTo>
                      <a:pt x="2329" y="6966"/>
                    </a:lnTo>
                    <a:lnTo>
                      <a:pt x="2355" y="6963"/>
                    </a:lnTo>
                    <a:lnTo>
                      <a:pt x="4116" y="6683"/>
                    </a:lnTo>
                    <a:lnTo>
                      <a:pt x="5876" y="6405"/>
                    </a:lnTo>
                    <a:lnTo>
                      <a:pt x="5902" y="6400"/>
                    </a:lnTo>
                    <a:lnTo>
                      <a:pt x="5926" y="6394"/>
                    </a:lnTo>
                    <a:lnTo>
                      <a:pt x="5952" y="6388"/>
                    </a:lnTo>
                    <a:lnTo>
                      <a:pt x="5976" y="6381"/>
                    </a:lnTo>
                    <a:lnTo>
                      <a:pt x="6000" y="6372"/>
                    </a:lnTo>
                    <a:lnTo>
                      <a:pt x="6024" y="6363"/>
                    </a:lnTo>
                    <a:lnTo>
                      <a:pt x="6046" y="6353"/>
                    </a:lnTo>
                    <a:lnTo>
                      <a:pt x="6069" y="6343"/>
                    </a:lnTo>
                    <a:lnTo>
                      <a:pt x="6091" y="6330"/>
                    </a:lnTo>
                    <a:lnTo>
                      <a:pt x="6113" y="6318"/>
                    </a:lnTo>
                    <a:lnTo>
                      <a:pt x="6133" y="6305"/>
                    </a:lnTo>
                    <a:lnTo>
                      <a:pt x="6153" y="6291"/>
                    </a:lnTo>
                    <a:lnTo>
                      <a:pt x="6173" y="6277"/>
                    </a:lnTo>
                    <a:lnTo>
                      <a:pt x="6191" y="6261"/>
                    </a:lnTo>
                    <a:lnTo>
                      <a:pt x="6210" y="6245"/>
                    </a:lnTo>
                    <a:lnTo>
                      <a:pt x="6227" y="6227"/>
                    </a:lnTo>
                    <a:lnTo>
                      <a:pt x="6245" y="6210"/>
                    </a:lnTo>
                    <a:lnTo>
                      <a:pt x="6261" y="6191"/>
                    </a:lnTo>
                    <a:lnTo>
                      <a:pt x="6277" y="6173"/>
                    </a:lnTo>
                    <a:lnTo>
                      <a:pt x="6291" y="6153"/>
                    </a:lnTo>
                    <a:lnTo>
                      <a:pt x="6305" y="6133"/>
                    </a:lnTo>
                    <a:lnTo>
                      <a:pt x="6318" y="6113"/>
                    </a:lnTo>
                    <a:lnTo>
                      <a:pt x="6330" y="6091"/>
                    </a:lnTo>
                    <a:lnTo>
                      <a:pt x="6343" y="6069"/>
                    </a:lnTo>
                    <a:lnTo>
                      <a:pt x="6353" y="6046"/>
                    </a:lnTo>
                    <a:lnTo>
                      <a:pt x="6363" y="6024"/>
                    </a:lnTo>
                    <a:lnTo>
                      <a:pt x="6372" y="6000"/>
                    </a:lnTo>
                    <a:lnTo>
                      <a:pt x="6381" y="5976"/>
                    </a:lnTo>
                    <a:lnTo>
                      <a:pt x="6388" y="5952"/>
                    </a:lnTo>
                    <a:lnTo>
                      <a:pt x="6394" y="5926"/>
                    </a:lnTo>
                    <a:lnTo>
                      <a:pt x="6400" y="5902"/>
                    </a:lnTo>
                    <a:lnTo>
                      <a:pt x="6405" y="5876"/>
                    </a:lnTo>
                    <a:close/>
                  </a:path>
                </a:pathLst>
              </a:custGeom>
              <a:solidFill>
                <a:srgbClr val="C00000"/>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000000"/>
                  </a:solidFill>
                  <a:effectLst/>
                  <a:uLnTx/>
                  <a:uFillTx/>
                  <a:latin typeface="Arial" panose="020B0604020202020204"/>
                  <a:ea typeface="阿里巴巴普惠体 Medium"/>
                  <a:cs typeface="阿里巴巴普惠体 Medium"/>
                  <a:sym typeface="Arial" panose="020B0604020202020204"/>
                </a:endParaRPr>
              </a:p>
            </p:txBody>
          </p:sp>
          <p:sp>
            <p:nvSpPr>
              <p:cNvPr id="11" name="图形"/>
              <p:cNvSpPr/>
              <p:nvPr userDrawn="1">
                <p:custDataLst>
                  <p:tags r:id="rId2"/>
                </p:custDataLst>
              </p:nvPr>
            </p:nvSpPr>
            <p:spPr bwMode="auto">
              <a:xfrm>
                <a:off x="7564" y="4269"/>
                <a:ext cx="908" cy="857"/>
              </a:xfrm>
              <a:custGeom>
                <a:avLst/>
                <a:gdLst>
                  <a:gd name="T0" fmla="*/ 91 w 194"/>
                  <a:gd name="T1" fmla="*/ 8 h 183"/>
                  <a:gd name="T2" fmla="*/ 103 w 194"/>
                  <a:gd name="T3" fmla="*/ 8 h 183"/>
                  <a:gd name="T4" fmla="*/ 118 w 194"/>
                  <a:gd name="T5" fmla="*/ 48 h 183"/>
                  <a:gd name="T6" fmla="*/ 141 w 194"/>
                  <a:gd name="T7" fmla="*/ 64 h 183"/>
                  <a:gd name="T8" fmla="*/ 183 w 194"/>
                  <a:gd name="T9" fmla="*/ 66 h 183"/>
                  <a:gd name="T10" fmla="*/ 186 w 194"/>
                  <a:gd name="T11" fmla="*/ 78 h 183"/>
                  <a:gd name="T12" fmla="*/ 154 w 194"/>
                  <a:gd name="T13" fmla="*/ 104 h 183"/>
                  <a:gd name="T14" fmla="*/ 145 w 194"/>
                  <a:gd name="T15" fmla="*/ 131 h 183"/>
                  <a:gd name="T16" fmla="*/ 156 w 194"/>
                  <a:gd name="T17" fmla="*/ 171 h 183"/>
                  <a:gd name="T18" fmla="*/ 146 w 194"/>
                  <a:gd name="T19" fmla="*/ 178 h 183"/>
                  <a:gd name="T20" fmla="*/ 111 w 194"/>
                  <a:gd name="T21" fmla="*/ 155 h 183"/>
                  <a:gd name="T22" fmla="*/ 83 w 194"/>
                  <a:gd name="T23" fmla="*/ 155 h 183"/>
                  <a:gd name="T24" fmla="*/ 48 w 194"/>
                  <a:gd name="T25" fmla="*/ 178 h 183"/>
                  <a:gd name="T26" fmla="*/ 38 w 194"/>
                  <a:gd name="T27" fmla="*/ 171 h 183"/>
                  <a:gd name="T28" fmla="*/ 49 w 194"/>
                  <a:gd name="T29" fmla="*/ 131 h 183"/>
                  <a:gd name="T30" fmla="*/ 41 w 194"/>
                  <a:gd name="T31" fmla="*/ 104 h 183"/>
                  <a:gd name="T32" fmla="*/ 8 w 194"/>
                  <a:gd name="T33" fmla="*/ 78 h 183"/>
                  <a:gd name="T34" fmla="*/ 11 w 194"/>
                  <a:gd name="T35" fmla="*/ 66 h 183"/>
                  <a:gd name="T36" fmla="*/ 53 w 194"/>
                  <a:gd name="T37" fmla="*/ 64 h 183"/>
                  <a:gd name="T38" fmla="*/ 76 w 194"/>
                  <a:gd name="T39" fmla="*/ 48 h 183"/>
                  <a:gd name="T40" fmla="*/ 91 w 194"/>
                  <a:gd name="T41" fmla="*/ 8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4" h="183">
                    <a:moveTo>
                      <a:pt x="91" y="8"/>
                    </a:moveTo>
                    <a:cubicBezTo>
                      <a:pt x="94" y="0"/>
                      <a:pt x="100" y="0"/>
                      <a:pt x="103" y="8"/>
                    </a:cubicBezTo>
                    <a:cubicBezTo>
                      <a:pt x="118" y="48"/>
                      <a:pt x="118" y="48"/>
                      <a:pt x="118" y="48"/>
                    </a:cubicBezTo>
                    <a:cubicBezTo>
                      <a:pt x="121" y="56"/>
                      <a:pt x="132" y="64"/>
                      <a:pt x="141" y="64"/>
                    </a:cubicBezTo>
                    <a:cubicBezTo>
                      <a:pt x="183" y="66"/>
                      <a:pt x="183" y="66"/>
                      <a:pt x="183" y="66"/>
                    </a:cubicBezTo>
                    <a:cubicBezTo>
                      <a:pt x="192" y="67"/>
                      <a:pt x="194" y="72"/>
                      <a:pt x="186" y="78"/>
                    </a:cubicBezTo>
                    <a:cubicBezTo>
                      <a:pt x="154" y="104"/>
                      <a:pt x="154" y="104"/>
                      <a:pt x="154" y="104"/>
                    </a:cubicBezTo>
                    <a:cubicBezTo>
                      <a:pt x="146" y="110"/>
                      <a:pt x="142" y="122"/>
                      <a:pt x="145" y="131"/>
                    </a:cubicBezTo>
                    <a:cubicBezTo>
                      <a:pt x="156" y="171"/>
                      <a:pt x="156" y="171"/>
                      <a:pt x="156" y="171"/>
                    </a:cubicBezTo>
                    <a:cubicBezTo>
                      <a:pt x="159" y="180"/>
                      <a:pt x="154" y="183"/>
                      <a:pt x="146" y="178"/>
                    </a:cubicBezTo>
                    <a:cubicBezTo>
                      <a:pt x="111" y="155"/>
                      <a:pt x="111" y="155"/>
                      <a:pt x="111" y="155"/>
                    </a:cubicBezTo>
                    <a:cubicBezTo>
                      <a:pt x="104" y="150"/>
                      <a:pt x="91" y="150"/>
                      <a:pt x="83" y="155"/>
                    </a:cubicBezTo>
                    <a:cubicBezTo>
                      <a:pt x="48" y="178"/>
                      <a:pt x="48" y="178"/>
                      <a:pt x="48" y="178"/>
                    </a:cubicBezTo>
                    <a:cubicBezTo>
                      <a:pt x="40" y="183"/>
                      <a:pt x="36" y="180"/>
                      <a:pt x="38" y="171"/>
                    </a:cubicBezTo>
                    <a:cubicBezTo>
                      <a:pt x="49" y="131"/>
                      <a:pt x="49" y="131"/>
                      <a:pt x="49" y="131"/>
                    </a:cubicBezTo>
                    <a:cubicBezTo>
                      <a:pt x="52" y="122"/>
                      <a:pt x="48" y="110"/>
                      <a:pt x="41" y="104"/>
                    </a:cubicBezTo>
                    <a:cubicBezTo>
                      <a:pt x="8" y="78"/>
                      <a:pt x="8" y="78"/>
                      <a:pt x="8" y="78"/>
                    </a:cubicBezTo>
                    <a:cubicBezTo>
                      <a:pt x="0" y="72"/>
                      <a:pt x="2" y="67"/>
                      <a:pt x="11" y="66"/>
                    </a:cubicBezTo>
                    <a:cubicBezTo>
                      <a:pt x="53" y="64"/>
                      <a:pt x="53" y="64"/>
                      <a:pt x="53" y="64"/>
                    </a:cubicBezTo>
                    <a:cubicBezTo>
                      <a:pt x="63" y="64"/>
                      <a:pt x="73" y="56"/>
                      <a:pt x="76" y="48"/>
                    </a:cubicBezTo>
                    <a:lnTo>
                      <a:pt x="91" y="8"/>
                    </a:lnTo>
                    <a:close/>
                  </a:path>
                </a:pathLst>
              </a:custGeom>
              <a:solidFill>
                <a:srgbClr val="FFFFFF"/>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000000"/>
                  </a:solidFill>
                  <a:effectLst/>
                  <a:uLnTx/>
                  <a:uFillTx/>
                  <a:latin typeface="Arial" panose="020B0604020202020204"/>
                  <a:ea typeface="阿里巴巴普惠体 Medium"/>
                  <a:cs typeface="阿里巴巴普惠体 Medium"/>
                  <a:sym typeface="Arial" panose="020B0604020202020204"/>
                </a:endParaRPr>
              </a:p>
            </p:txBody>
          </p:sp>
        </p:grpSp>
        <p:sp>
          <p:nvSpPr>
            <p:cNvPr id="12" name="文本框 11"/>
            <p:cNvSpPr txBox="1"/>
            <p:nvPr/>
          </p:nvSpPr>
          <p:spPr>
            <a:xfrm>
              <a:off x="1127448" y="404664"/>
              <a:ext cx="3528392" cy="584775"/>
            </a:xfrm>
            <a:prstGeom prst="rect">
              <a:avLst/>
            </a:prstGeom>
            <a:noFill/>
          </p:spPr>
          <p:txBody>
            <a:bodyPr wrap="square" rtlCol="0" anchor="t">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rPr>
                <a:t>未来工作开展计划</a:t>
              </a:r>
              <a:endParaRPr kumimoji="0" lang="zh-CN" altLang="en-US" sz="3200" b="0" i="0" u="none" strike="noStrike" kern="1200" cap="none" spc="0" normalizeH="0" baseline="0" noProof="0" dirty="0">
                <a:ln>
                  <a:noFill/>
                </a:ln>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endParaRPr>
            </a:p>
          </p:txBody>
        </p:sp>
      </p:grpSp>
      <p:grpSp>
        <p:nvGrpSpPr>
          <p:cNvPr id="2" name="组合 1"/>
          <p:cNvGrpSpPr/>
          <p:nvPr/>
        </p:nvGrpSpPr>
        <p:grpSpPr>
          <a:xfrm>
            <a:off x="590550" y="1677360"/>
            <a:ext cx="3251879" cy="4487944"/>
            <a:chOff x="590550" y="1436606"/>
            <a:chExt cx="3251878" cy="4487944"/>
          </a:xfrm>
        </p:grpSpPr>
        <p:grpSp>
          <p:nvGrpSpPr>
            <p:cNvPr id="3" name="组合 2"/>
            <p:cNvGrpSpPr/>
            <p:nvPr/>
          </p:nvGrpSpPr>
          <p:grpSpPr>
            <a:xfrm>
              <a:off x="590550" y="1436606"/>
              <a:ext cx="3251878" cy="4487944"/>
              <a:chOff x="590550" y="1436606"/>
              <a:chExt cx="3251878" cy="4487944"/>
            </a:xfrm>
          </p:grpSpPr>
          <p:grpSp>
            <p:nvGrpSpPr>
              <p:cNvPr id="5" name="组合 4"/>
              <p:cNvGrpSpPr/>
              <p:nvPr/>
            </p:nvGrpSpPr>
            <p:grpSpPr>
              <a:xfrm>
                <a:off x="1806879" y="1836671"/>
                <a:ext cx="894204" cy="894203"/>
                <a:chOff x="2435268" y="2003681"/>
                <a:chExt cx="731534" cy="731534"/>
              </a:xfrm>
            </p:grpSpPr>
            <p:sp>
              <p:nvSpPr>
                <p:cNvPr id="14" name="椭圆 13"/>
                <p:cNvSpPr/>
                <p:nvPr/>
              </p:nvSpPr>
              <p:spPr>
                <a:xfrm>
                  <a:off x="2435268" y="2003681"/>
                  <a:ext cx="731534" cy="731534"/>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a:ea typeface="阿里巴巴普惠体 Medium"/>
                    <a:cs typeface="阿里巴巴普惠体 Medium"/>
                    <a:sym typeface="Arial" panose="020B0604020202020204"/>
                  </a:endParaRPr>
                </a:p>
              </p:txBody>
            </p:sp>
            <p:grpSp>
              <p:nvGrpSpPr>
                <p:cNvPr id="15" name="组合 14"/>
                <p:cNvGrpSpPr/>
                <p:nvPr/>
              </p:nvGrpSpPr>
              <p:grpSpPr>
                <a:xfrm>
                  <a:off x="2594004" y="2161800"/>
                  <a:ext cx="414063" cy="415297"/>
                  <a:chOff x="3996012" y="960439"/>
                  <a:chExt cx="557140" cy="558801"/>
                </a:xfrm>
                <a:solidFill>
                  <a:schemeClr val="bg1"/>
                </a:solidFill>
              </p:grpSpPr>
              <p:sp>
                <p:nvSpPr>
                  <p:cNvPr id="16" name="Freeform 30"/>
                  <p:cNvSpPr/>
                  <p:nvPr/>
                </p:nvSpPr>
                <p:spPr bwMode="auto">
                  <a:xfrm>
                    <a:off x="3996012" y="1263652"/>
                    <a:ext cx="557140" cy="255588"/>
                  </a:xfrm>
                  <a:custGeom>
                    <a:avLst/>
                    <a:gdLst>
                      <a:gd name="T0" fmla="*/ 187 w 191"/>
                      <a:gd name="T1" fmla="*/ 3 h 88"/>
                      <a:gd name="T2" fmla="*/ 183 w 191"/>
                      <a:gd name="T3" fmla="*/ 6 h 88"/>
                      <a:gd name="T4" fmla="*/ 96 w 191"/>
                      <a:gd name="T5" fmla="*/ 81 h 88"/>
                      <a:gd name="T6" fmla="*/ 8 w 191"/>
                      <a:gd name="T7" fmla="*/ 4 h 88"/>
                      <a:gd name="T8" fmla="*/ 4 w 191"/>
                      <a:gd name="T9" fmla="*/ 0 h 88"/>
                      <a:gd name="T10" fmla="*/ 0 w 191"/>
                      <a:gd name="T11" fmla="*/ 5 h 88"/>
                      <a:gd name="T12" fmla="*/ 96 w 191"/>
                      <a:gd name="T13" fmla="*/ 88 h 88"/>
                      <a:gd name="T14" fmla="*/ 190 w 191"/>
                      <a:gd name="T15" fmla="*/ 7 h 88"/>
                      <a:gd name="T16" fmla="*/ 187 w 191"/>
                      <a:gd name="T17" fmla="*/ 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1" h="88">
                        <a:moveTo>
                          <a:pt x="187" y="3"/>
                        </a:moveTo>
                        <a:cubicBezTo>
                          <a:pt x="185" y="3"/>
                          <a:pt x="183" y="4"/>
                          <a:pt x="183" y="6"/>
                        </a:cubicBezTo>
                        <a:cubicBezTo>
                          <a:pt x="176" y="49"/>
                          <a:pt x="139" y="81"/>
                          <a:pt x="96" y="81"/>
                        </a:cubicBezTo>
                        <a:cubicBezTo>
                          <a:pt x="51" y="81"/>
                          <a:pt x="14" y="48"/>
                          <a:pt x="8" y="4"/>
                        </a:cubicBezTo>
                        <a:cubicBezTo>
                          <a:pt x="8" y="2"/>
                          <a:pt x="6" y="0"/>
                          <a:pt x="4" y="0"/>
                        </a:cubicBezTo>
                        <a:cubicBezTo>
                          <a:pt x="2" y="1"/>
                          <a:pt x="0" y="3"/>
                          <a:pt x="0" y="5"/>
                        </a:cubicBezTo>
                        <a:cubicBezTo>
                          <a:pt x="7" y="53"/>
                          <a:pt x="47" y="88"/>
                          <a:pt x="96" y="88"/>
                        </a:cubicBezTo>
                        <a:cubicBezTo>
                          <a:pt x="143" y="88"/>
                          <a:pt x="183" y="54"/>
                          <a:pt x="190" y="7"/>
                        </a:cubicBezTo>
                        <a:cubicBezTo>
                          <a:pt x="191" y="5"/>
                          <a:pt x="189" y="3"/>
                          <a:pt x="187" y="3"/>
                        </a:cubicBezTo>
                        <a:close/>
                      </a:path>
                    </a:pathLst>
                  </a:custGeom>
                  <a:grpFill/>
                  <a:ln>
                    <a:noFill/>
                  </a:ln>
                </p:spPr>
                <p:txBody>
                  <a:bodyPr vert="horz" wrap="square" lIns="91440" tIns="45720" rIns="91440" bIns="45720" numCol="1" anchor="t" anchorCtr="0" compatLnSpc="1"/>
                  <a:lstStyle/>
                  <a:p>
                    <a:endParaRPr lang="zh-CN" altLang="en-US" dirty="0">
                      <a:latin typeface="Arial" panose="020B0604020202020204"/>
                      <a:ea typeface="阿里巴巴普惠体 Medium"/>
                      <a:cs typeface="阿里巴巴普惠体 Medium"/>
                      <a:sym typeface="Arial" panose="020B0604020202020204"/>
                    </a:endParaRPr>
                  </a:p>
                </p:txBody>
              </p:sp>
              <p:sp>
                <p:nvSpPr>
                  <p:cNvPr id="17" name="Freeform 31"/>
                  <p:cNvSpPr/>
                  <p:nvPr/>
                </p:nvSpPr>
                <p:spPr bwMode="auto">
                  <a:xfrm>
                    <a:off x="3996012" y="960439"/>
                    <a:ext cx="557140" cy="255588"/>
                  </a:xfrm>
                  <a:custGeom>
                    <a:avLst/>
                    <a:gdLst>
                      <a:gd name="T0" fmla="*/ 4 w 191"/>
                      <a:gd name="T1" fmla="*/ 88 h 88"/>
                      <a:gd name="T2" fmla="*/ 4 w 191"/>
                      <a:gd name="T3" fmla="*/ 88 h 88"/>
                      <a:gd name="T4" fmla="*/ 8 w 191"/>
                      <a:gd name="T5" fmla="*/ 85 h 88"/>
                      <a:gd name="T6" fmla="*/ 96 w 191"/>
                      <a:gd name="T7" fmla="*/ 8 h 88"/>
                      <a:gd name="T8" fmla="*/ 183 w 191"/>
                      <a:gd name="T9" fmla="*/ 84 h 88"/>
                      <a:gd name="T10" fmla="*/ 187 w 191"/>
                      <a:gd name="T11" fmla="*/ 87 h 88"/>
                      <a:gd name="T12" fmla="*/ 191 w 191"/>
                      <a:gd name="T13" fmla="*/ 83 h 88"/>
                      <a:gd name="T14" fmla="*/ 96 w 191"/>
                      <a:gd name="T15" fmla="*/ 0 h 88"/>
                      <a:gd name="T16" fmla="*/ 0 w 191"/>
                      <a:gd name="T17" fmla="*/ 84 h 88"/>
                      <a:gd name="T18" fmla="*/ 4 w 191"/>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1" h="88">
                        <a:moveTo>
                          <a:pt x="4" y="88"/>
                        </a:moveTo>
                        <a:cubicBezTo>
                          <a:pt x="4" y="88"/>
                          <a:pt x="4" y="88"/>
                          <a:pt x="4" y="88"/>
                        </a:cubicBezTo>
                        <a:cubicBezTo>
                          <a:pt x="6" y="88"/>
                          <a:pt x="8" y="87"/>
                          <a:pt x="8" y="85"/>
                        </a:cubicBezTo>
                        <a:cubicBezTo>
                          <a:pt x="14" y="41"/>
                          <a:pt x="51" y="8"/>
                          <a:pt x="96" y="8"/>
                        </a:cubicBezTo>
                        <a:cubicBezTo>
                          <a:pt x="139" y="8"/>
                          <a:pt x="177" y="41"/>
                          <a:pt x="183" y="84"/>
                        </a:cubicBezTo>
                        <a:cubicBezTo>
                          <a:pt x="183" y="86"/>
                          <a:pt x="185" y="88"/>
                          <a:pt x="187" y="87"/>
                        </a:cubicBezTo>
                        <a:cubicBezTo>
                          <a:pt x="189" y="87"/>
                          <a:pt x="191" y="85"/>
                          <a:pt x="191" y="83"/>
                        </a:cubicBezTo>
                        <a:cubicBezTo>
                          <a:pt x="184" y="36"/>
                          <a:pt x="143" y="0"/>
                          <a:pt x="96" y="0"/>
                        </a:cubicBezTo>
                        <a:cubicBezTo>
                          <a:pt x="48" y="0"/>
                          <a:pt x="7" y="36"/>
                          <a:pt x="0" y="84"/>
                        </a:cubicBezTo>
                        <a:cubicBezTo>
                          <a:pt x="0" y="86"/>
                          <a:pt x="2" y="88"/>
                          <a:pt x="4" y="88"/>
                        </a:cubicBezTo>
                        <a:close/>
                      </a:path>
                    </a:pathLst>
                  </a:custGeom>
                  <a:grpFill/>
                  <a:ln>
                    <a:noFill/>
                  </a:ln>
                </p:spPr>
                <p:txBody>
                  <a:bodyPr vert="horz" wrap="square" lIns="91440" tIns="45720" rIns="91440" bIns="45720" numCol="1" anchor="t" anchorCtr="0" compatLnSpc="1"/>
                  <a:lstStyle/>
                  <a:p>
                    <a:endParaRPr lang="zh-CN" altLang="en-US" dirty="0">
                      <a:latin typeface="Arial" panose="020B0604020202020204"/>
                      <a:ea typeface="阿里巴巴普惠体 Medium"/>
                      <a:cs typeface="阿里巴巴普惠体 Medium"/>
                      <a:sym typeface="Arial" panose="020B0604020202020204"/>
                    </a:endParaRPr>
                  </a:p>
                </p:txBody>
              </p:sp>
              <p:sp>
                <p:nvSpPr>
                  <p:cNvPr id="18" name="Freeform 32"/>
                  <p:cNvSpPr>
                    <a:spLocks noEditPoints="1"/>
                  </p:cNvSpPr>
                  <p:nvPr/>
                </p:nvSpPr>
                <p:spPr bwMode="auto">
                  <a:xfrm>
                    <a:off x="4162679" y="1125539"/>
                    <a:ext cx="226983" cy="230188"/>
                  </a:xfrm>
                  <a:custGeom>
                    <a:avLst/>
                    <a:gdLst>
                      <a:gd name="T0" fmla="*/ 39 w 78"/>
                      <a:gd name="T1" fmla="*/ 0 h 79"/>
                      <a:gd name="T2" fmla="*/ 0 w 78"/>
                      <a:gd name="T3" fmla="*/ 39 h 79"/>
                      <a:gd name="T4" fmla="*/ 39 w 78"/>
                      <a:gd name="T5" fmla="*/ 79 h 79"/>
                      <a:gd name="T6" fmla="*/ 78 w 78"/>
                      <a:gd name="T7" fmla="*/ 39 h 79"/>
                      <a:gd name="T8" fmla="*/ 39 w 78"/>
                      <a:gd name="T9" fmla="*/ 0 h 79"/>
                      <a:gd name="T10" fmla="*/ 41 w 78"/>
                      <a:gd name="T11" fmla="*/ 60 h 79"/>
                      <a:gd name="T12" fmla="*/ 41 w 78"/>
                      <a:gd name="T13" fmla="*/ 67 h 79"/>
                      <a:gd name="T14" fmla="*/ 36 w 78"/>
                      <a:gd name="T15" fmla="*/ 67 h 79"/>
                      <a:gd name="T16" fmla="*/ 36 w 78"/>
                      <a:gd name="T17" fmla="*/ 61 h 79"/>
                      <a:gd name="T18" fmla="*/ 26 w 78"/>
                      <a:gd name="T19" fmla="*/ 58 h 79"/>
                      <a:gd name="T20" fmla="*/ 28 w 78"/>
                      <a:gd name="T21" fmla="*/ 53 h 79"/>
                      <a:gd name="T22" fmla="*/ 37 w 78"/>
                      <a:gd name="T23" fmla="*/ 56 h 79"/>
                      <a:gd name="T24" fmla="*/ 45 w 78"/>
                      <a:gd name="T25" fmla="*/ 49 h 79"/>
                      <a:gd name="T26" fmla="*/ 38 w 78"/>
                      <a:gd name="T27" fmla="*/ 41 h 79"/>
                      <a:gd name="T28" fmla="*/ 26 w 78"/>
                      <a:gd name="T29" fmla="*/ 29 h 79"/>
                      <a:gd name="T30" fmla="*/ 37 w 78"/>
                      <a:gd name="T31" fmla="*/ 18 h 79"/>
                      <a:gd name="T32" fmla="*/ 37 w 78"/>
                      <a:gd name="T33" fmla="*/ 11 h 79"/>
                      <a:gd name="T34" fmla="*/ 41 w 78"/>
                      <a:gd name="T35" fmla="*/ 11 h 79"/>
                      <a:gd name="T36" fmla="*/ 41 w 78"/>
                      <a:gd name="T37" fmla="*/ 18 h 79"/>
                      <a:gd name="T38" fmla="*/ 50 w 78"/>
                      <a:gd name="T39" fmla="*/ 20 h 79"/>
                      <a:gd name="T40" fmla="*/ 48 w 78"/>
                      <a:gd name="T41" fmla="*/ 25 h 79"/>
                      <a:gd name="T42" fmla="*/ 40 w 78"/>
                      <a:gd name="T43" fmla="*/ 23 h 79"/>
                      <a:gd name="T44" fmla="*/ 32 w 78"/>
                      <a:gd name="T45" fmla="*/ 28 h 79"/>
                      <a:gd name="T46" fmla="*/ 41 w 78"/>
                      <a:gd name="T47" fmla="*/ 36 h 79"/>
                      <a:gd name="T48" fmla="*/ 51 w 78"/>
                      <a:gd name="T49" fmla="*/ 49 h 79"/>
                      <a:gd name="T50" fmla="*/ 41 w 78"/>
                      <a:gd name="T51" fmla="*/ 60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8" h="79">
                        <a:moveTo>
                          <a:pt x="39" y="0"/>
                        </a:moveTo>
                        <a:cubicBezTo>
                          <a:pt x="17" y="0"/>
                          <a:pt x="0" y="18"/>
                          <a:pt x="0" y="39"/>
                        </a:cubicBezTo>
                        <a:cubicBezTo>
                          <a:pt x="0" y="61"/>
                          <a:pt x="17" y="79"/>
                          <a:pt x="39" y="79"/>
                        </a:cubicBezTo>
                        <a:cubicBezTo>
                          <a:pt x="60" y="79"/>
                          <a:pt x="78" y="61"/>
                          <a:pt x="78" y="39"/>
                        </a:cubicBezTo>
                        <a:cubicBezTo>
                          <a:pt x="78" y="18"/>
                          <a:pt x="60" y="0"/>
                          <a:pt x="39" y="0"/>
                        </a:cubicBezTo>
                        <a:close/>
                        <a:moveTo>
                          <a:pt x="41" y="60"/>
                        </a:moveTo>
                        <a:cubicBezTo>
                          <a:pt x="41" y="67"/>
                          <a:pt x="41" y="67"/>
                          <a:pt x="41" y="67"/>
                        </a:cubicBezTo>
                        <a:cubicBezTo>
                          <a:pt x="36" y="67"/>
                          <a:pt x="36" y="67"/>
                          <a:pt x="36" y="67"/>
                        </a:cubicBezTo>
                        <a:cubicBezTo>
                          <a:pt x="36" y="61"/>
                          <a:pt x="36" y="61"/>
                          <a:pt x="36" y="61"/>
                        </a:cubicBezTo>
                        <a:cubicBezTo>
                          <a:pt x="32" y="61"/>
                          <a:pt x="28" y="59"/>
                          <a:pt x="26" y="58"/>
                        </a:cubicBezTo>
                        <a:cubicBezTo>
                          <a:pt x="28" y="53"/>
                          <a:pt x="28" y="53"/>
                          <a:pt x="28" y="53"/>
                        </a:cubicBezTo>
                        <a:cubicBezTo>
                          <a:pt x="30" y="55"/>
                          <a:pt x="34" y="56"/>
                          <a:pt x="37" y="56"/>
                        </a:cubicBezTo>
                        <a:cubicBezTo>
                          <a:pt x="42" y="56"/>
                          <a:pt x="45" y="53"/>
                          <a:pt x="45" y="49"/>
                        </a:cubicBezTo>
                        <a:cubicBezTo>
                          <a:pt x="45" y="45"/>
                          <a:pt x="43" y="43"/>
                          <a:pt x="38" y="41"/>
                        </a:cubicBezTo>
                        <a:cubicBezTo>
                          <a:pt x="31" y="38"/>
                          <a:pt x="26" y="35"/>
                          <a:pt x="26" y="29"/>
                        </a:cubicBezTo>
                        <a:cubicBezTo>
                          <a:pt x="26" y="24"/>
                          <a:pt x="31" y="19"/>
                          <a:pt x="37" y="18"/>
                        </a:cubicBezTo>
                        <a:cubicBezTo>
                          <a:pt x="37" y="11"/>
                          <a:pt x="37" y="11"/>
                          <a:pt x="37" y="11"/>
                        </a:cubicBezTo>
                        <a:cubicBezTo>
                          <a:pt x="41" y="11"/>
                          <a:pt x="41" y="11"/>
                          <a:pt x="41" y="11"/>
                        </a:cubicBezTo>
                        <a:cubicBezTo>
                          <a:pt x="41" y="18"/>
                          <a:pt x="41" y="18"/>
                          <a:pt x="41" y="18"/>
                        </a:cubicBezTo>
                        <a:cubicBezTo>
                          <a:pt x="45" y="18"/>
                          <a:pt x="48" y="19"/>
                          <a:pt x="50" y="20"/>
                        </a:cubicBezTo>
                        <a:cubicBezTo>
                          <a:pt x="48" y="25"/>
                          <a:pt x="48" y="25"/>
                          <a:pt x="48" y="25"/>
                        </a:cubicBezTo>
                        <a:cubicBezTo>
                          <a:pt x="47" y="24"/>
                          <a:pt x="44" y="23"/>
                          <a:pt x="40" y="23"/>
                        </a:cubicBezTo>
                        <a:cubicBezTo>
                          <a:pt x="34" y="23"/>
                          <a:pt x="32" y="26"/>
                          <a:pt x="32" y="28"/>
                        </a:cubicBezTo>
                        <a:cubicBezTo>
                          <a:pt x="32" y="32"/>
                          <a:pt x="35" y="34"/>
                          <a:pt x="41" y="36"/>
                        </a:cubicBezTo>
                        <a:cubicBezTo>
                          <a:pt x="48" y="39"/>
                          <a:pt x="51" y="43"/>
                          <a:pt x="51" y="49"/>
                        </a:cubicBezTo>
                        <a:cubicBezTo>
                          <a:pt x="51" y="54"/>
                          <a:pt x="48" y="59"/>
                          <a:pt x="41" y="60"/>
                        </a:cubicBezTo>
                        <a:close/>
                      </a:path>
                    </a:pathLst>
                  </a:custGeom>
                  <a:grpFill/>
                  <a:ln>
                    <a:noFill/>
                  </a:ln>
                </p:spPr>
                <p:txBody>
                  <a:bodyPr vert="horz" wrap="square" lIns="91440" tIns="45720" rIns="91440" bIns="45720" numCol="1" anchor="t" anchorCtr="0" compatLnSpc="1"/>
                  <a:lstStyle/>
                  <a:p>
                    <a:endParaRPr lang="zh-CN" altLang="en-US" dirty="0">
                      <a:latin typeface="Arial" panose="020B0604020202020204"/>
                      <a:ea typeface="阿里巴巴普惠体 Medium"/>
                      <a:cs typeface="阿里巴巴普惠体 Medium"/>
                      <a:sym typeface="Arial" panose="020B0604020202020204"/>
                    </a:endParaRPr>
                  </a:p>
                </p:txBody>
              </p:sp>
              <p:sp>
                <p:nvSpPr>
                  <p:cNvPr id="19" name="Freeform 33"/>
                  <p:cNvSpPr>
                    <a:spLocks noEditPoints="1"/>
                  </p:cNvSpPr>
                  <p:nvPr/>
                </p:nvSpPr>
                <p:spPr bwMode="auto">
                  <a:xfrm>
                    <a:off x="4081726" y="1047752"/>
                    <a:ext cx="387300" cy="387350"/>
                  </a:xfrm>
                  <a:custGeom>
                    <a:avLst/>
                    <a:gdLst>
                      <a:gd name="T0" fmla="*/ 67 w 133"/>
                      <a:gd name="T1" fmla="*/ 0 h 133"/>
                      <a:gd name="T2" fmla="*/ 0 w 133"/>
                      <a:gd name="T3" fmla="*/ 66 h 133"/>
                      <a:gd name="T4" fmla="*/ 67 w 133"/>
                      <a:gd name="T5" fmla="*/ 133 h 133"/>
                      <a:gd name="T6" fmla="*/ 133 w 133"/>
                      <a:gd name="T7" fmla="*/ 66 h 133"/>
                      <a:gd name="T8" fmla="*/ 67 w 133"/>
                      <a:gd name="T9" fmla="*/ 0 h 133"/>
                      <a:gd name="T10" fmla="*/ 67 w 133"/>
                      <a:gd name="T11" fmla="*/ 113 h 133"/>
                      <a:gd name="T12" fmla="*/ 20 w 133"/>
                      <a:gd name="T13" fmla="*/ 66 h 133"/>
                      <a:gd name="T14" fmla="*/ 67 w 133"/>
                      <a:gd name="T15" fmla="*/ 19 h 133"/>
                      <a:gd name="T16" fmla="*/ 114 w 133"/>
                      <a:gd name="T17" fmla="*/ 66 h 133"/>
                      <a:gd name="T18" fmla="*/ 67 w 133"/>
                      <a:gd name="T19" fmla="*/ 113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 h="133">
                        <a:moveTo>
                          <a:pt x="67" y="0"/>
                        </a:moveTo>
                        <a:cubicBezTo>
                          <a:pt x="30" y="0"/>
                          <a:pt x="0" y="30"/>
                          <a:pt x="0" y="66"/>
                        </a:cubicBezTo>
                        <a:cubicBezTo>
                          <a:pt x="0" y="103"/>
                          <a:pt x="30" y="133"/>
                          <a:pt x="67" y="133"/>
                        </a:cubicBezTo>
                        <a:cubicBezTo>
                          <a:pt x="103" y="133"/>
                          <a:pt x="133" y="103"/>
                          <a:pt x="133" y="66"/>
                        </a:cubicBezTo>
                        <a:cubicBezTo>
                          <a:pt x="133" y="30"/>
                          <a:pt x="103" y="0"/>
                          <a:pt x="67" y="0"/>
                        </a:cubicBezTo>
                        <a:close/>
                        <a:moveTo>
                          <a:pt x="67" y="113"/>
                        </a:moveTo>
                        <a:cubicBezTo>
                          <a:pt x="41" y="113"/>
                          <a:pt x="20" y="92"/>
                          <a:pt x="20" y="66"/>
                        </a:cubicBezTo>
                        <a:cubicBezTo>
                          <a:pt x="20" y="41"/>
                          <a:pt x="41" y="19"/>
                          <a:pt x="67" y="19"/>
                        </a:cubicBezTo>
                        <a:cubicBezTo>
                          <a:pt x="93" y="19"/>
                          <a:pt x="114" y="41"/>
                          <a:pt x="114" y="66"/>
                        </a:cubicBezTo>
                        <a:cubicBezTo>
                          <a:pt x="114" y="92"/>
                          <a:pt x="93" y="113"/>
                          <a:pt x="67" y="113"/>
                        </a:cubicBezTo>
                        <a:close/>
                      </a:path>
                    </a:pathLst>
                  </a:custGeom>
                  <a:grpFill/>
                  <a:ln>
                    <a:noFill/>
                  </a:ln>
                </p:spPr>
                <p:txBody>
                  <a:bodyPr vert="horz" wrap="square" lIns="91440" tIns="45720" rIns="91440" bIns="45720" numCol="1" anchor="t" anchorCtr="0" compatLnSpc="1"/>
                  <a:lstStyle/>
                  <a:p>
                    <a:endParaRPr lang="zh-CN" altLang="en-US" dirty="0">
                      <a:latin typeface="Arial" panose="020B0604020202020204"/>
                      <a:ea typeface="阿里巴巴普惠体 Medium"/>
                      <a:cs typeface="阿里巴巴普惠体 Medium"/>
                      <a:sym typeface="Arial" panose="020B0604020202020204"/>
                    </a:endParaRPr>
                  </a:p>
                </p:txBody>
              </p:sp>
            </p:grpSp>
          </p:grpSp>
          <p:grpSp>
            <p:nvGrpSpPr>
              <p:cNvPr id="6" name="组合 5"/>
              <p:cNvGrpSpPr/>
              <p:nvPr/>
            </p:nvGrpSpPr>
            <p:grpSpPr>
              <a:xfrm>
                <a:off x="590550" y="1436606"/>
                <a:ext cx="3251878" cy="4487944"/>
                <a:chOff x="590550" y="1436606"/>
                <a:chExt cx="3251878" cy="4487944"/>
              </a:xfrm>
            </p:grpSpPr>
            <p:sp>
              <p:nvSpPr>
                <p:cNvPr id="7" name="任意多边形: 形状 6"/>
                <p:cNvSpPr/>
                <p:nvPr/>
              </p:nvSpPr>
              <p:spPr>
                <a:xfrm flipH="1" flipV="1">
                  <a:off x="590550" y="1436606"/>
                  <a:ext cx="3251878" cy="4487944"/>
                </a:xfrm>
                <a:custGeom>
                  <a:avLst/>
                  <a:gdLst>
                    <a:gd name="connsiteX0" fmla="*/ 2311944 w 3251878"/>
                    <a:gd name="connsiteY0" fmla="*/ 4487944 h 4487944"/>
                    <a:gd name="connsiteX1" fmla="*/ 1871897 w 3251878"/>
                    <a:gd name="connsiteY1" fmla="*/ 4487944 h 4487944"/>
                    <a:gd name="connsiteX2" fmla="*/ 0 w 3251878"/>
                    <a:gd name="connsiteY2" fmla="*/ 4487944 h 4487944"/>
                    <a:gd name="connsiteX3" fmla="*/ 0 w 3251878"/>
                    <a:gd name="connsiteY3" fmla="*/ 1914024 h 4487944"/>
                    <a:gd name="connsiteX4" fmla="*/ 1078 w 3251878"/>
                    <a:gd name="connsiteY4" fmla="*/ 1914024 h 4487944"/>
                    <a:gd name="connsiteX5" fmla="*/ 1078 w 3251878"/>
                    <a:gd name="connsiteY5" fmla="*/ 0 h 4487944"/>
                    <a:gd name="connsiteX6" fmla="*/ 3251878 w 3251878"/>
                    <a:gd name="connsiteY6" fmla="*/ 0 h 4487944"/>
                    <a:gd name="connsiteX7" fmla="*/ 3251878 w 3251878"/>
                    <a:gd name="connsiteY7" fmla="*/ 2072245 h 4487944"/>
                    <a:gd name="connsiteX8" fmla="*/ 3251878 w 3251878"/>
                    <a:gd name="connsiteY8" fmla="*/ 2284187 h 4487944"/>
                    <a:gd name="connsiteX9" fmla="*/ 3251878 w 3251878"/>
                    <a:gd name="connsiteY9" fmla="*/ 3490564 h 4487944"/>
                    <a:gd name="connsiteX10" fmla="*/ 2497880 w 3251878"/>
                    <a:gd name="connsiteY10" fmla="*/ 4468136 h 4487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51878" h="4487944">
                      <a:moveTo>
                        <a:pt x="2311944" y="4487944"/>
                      </a:moveTo>
                      <a:lnTo>
                        <a:pt x="1871897" y="4487944"/>
                      </a:lnTo>
                      <a:lnTo>
                        <a:pt x="0" y="4487944"/>
                      </a:lnTo>
                      <a:lnTo>
                        <a:pt x="0" y="1914024"/>
                      </a:lnTo>
                      <a:lnTo>
                        <a:pt x="1078" y="1914024"/>
                      </a:lnTo>
                      <a:lnTo>
                        <a:pt x="1078" y="0"/>
                      </a:lnTo>
                      <a:lnTo>
                        <a:pt x="3251878" y="0"/>
                      </a:lnTo>
                      <a:lnTo>
                        <a:pt x="3251878" y="2072245"/>
                      </a:lnTo>
                      <a:lnTo>
                        <a:pt x="3251878" y="2284187"/>
                      </a:lnTo>
                      <a:lnTo>
                        <a:pt x="3251878" y="3490564"/>
                      </a:lnTo>
                      <a:cubicBezTo>
                        <a:pt x="3251878" y="3972773"/>
                        <a:pt x="2928186" y="4375091"/>
                        <a:pt x="2497880" y="4468136"/>
                      </a:cubicBezTo>
                      <a:close/>
                    </a:path>
                  </a:pathLst>
                </a:custGeom>
                <a:solidFill>
                  <a:srgbClr val="C00000"/>
                </a:solidFill>
                <a:ln w="12700" cap="flat" cmpd="sng" algn="ctr">
                  <a:noFill/>
                  <a:prstDash val="solid"/>
                  <a:miter lim="800000"/>
                </a:ln>
                <a:effectLst>
                  <a:outerShdw blurRad="50800" dist="38100" dir="2700000" algn="tl" rotWithShape="0">
                    <a:prstClr val="black">
                      <a:alpha val="40000"/>
                    </a:prstClr>
                  </a:outerShdw>
                </a:effectLst>
              </p:spPr>
              <p:txBody>
                <a:bodyPr wrap="square" rtlCol="0" anchor="ctr">
                  <a:noAutofit/>
                </a:bodyPr>
                <a:lstStyle/>
                <a:p>
                  <a:pPr algn="ctr"/>
                  <a:endParaRPr lang="zh-CN" altLang="en-US" dirty="0">
                    <a:latin typeface="Arial" panose="020B0604020202020204"/>
                    <a:ea typeface="阿里巴巴普惠体 Medium"/>
                    <a:cs typeface="阿里巴巴普惠体 Medium"/>
                    <a:sym typeface="Arial" panose="020B0604020202020204"/>
                  </a:endParaRPr>
                </a:p>
              </p:txBody>
            </p:sp>
            <p:sp>
              <p:nvSpPr>
                <p:cNvPr id="8" name="Text Placeholder 6"/>
                <p:cNvSpPr txBox="1"/>
                <p:nvPr/>
              </p:nvSpPr>
              <p:spPr>
                <a:xfrm>
                  <a:off x="790315" y="3391475"/>
                  <a:ext cx="2852349" cy="207490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rPr>
                    <a:t>未来工作</a:t>
                  </a:r>
                  <a:endParaRPr kumimoji="0" lang="en-US" altLang="zh-CN" sz="2400" b="1"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endParaRPr>
                </a:p>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600" i="0" u="none" strike="noStrike" kern="1200" cap="none" spc="0" normalizeH="0" baseline="0" noProof="0" dirty="0">
                      <a:ln>
                        <a:noFill/>
                      </a:ln>
                      <a:solidFill>
                        <a:schemeClr val="bg1"/>
                      </a:solidFill>
                      <a:effectLst/>
                      <a:uLnTx/>
                      <a:uFillTx/>
                      <a:latin typeface="Arial" panose="020B0604020202020204"/>
                      <a:ea typeface="阿里巴巴普惠体 Medium"/>
                      <a:cs typeface="阿里巴巴普惠体 Medium"/>
                      <a:sym typeface="Arial" panose="020B0604020202020204"/>
                    </a:rPr>
                    <a:t>在此处添加您的文本内容在此处添加您的文本内容在此处添加您的文本内容在此处添加您的文本内容</a:t>
                  </a:r>
                  <a:endParaRPr kumimoji="0" lang="zh-CN" altLang="en-US" sz="1600" i="0" u="none" strike="noStrike" kern="1200" cap="none" spc="0" normalizeH="0" baseline="0" noProof="0" dirty="0">
                    <a:ln>
                      <a:noFill/>
                    </a:ln>
                    <a:solidFill>
                      <a:schemeClr val="bg1"/>
                    </a:solidFill>
                    <a:effectLst/>
                    <a:uLnTx/>
                    <a:uFillTx/>
                    <a:latin typeface="Arial" panose="020B0604020202020204"/>
                    <a:ea typeface="阿里巴巴普惠体 Medium"/>
                    <a:cs typeface="阿里巴巴普惠体 Medium"/>
                    <a:sym typeface="Arial" panose="020B0604020202020204"/>
                  </a:endParaRPr>
                </a:p>
              </p:txBody>
            </p:sp>
          </p:grpSp>
        </p:grpSp>
        <p:sp>
          <p:nvSpPr>
            <p:cNvPr id="4" name="ïŝ1îďè"/>
            <p:cNvSpPr/>
            <p:nvPr/>
          </p:nvSpPr>
          <p:spPr>
            <a:xfrm>
              <a:off x="1414451" y="1659125"/>
              <a:ext cx="1604077" cy="1604069"/>
            </a:xfrm>
            <a:prstGeom prst="ellipse">
              <a:avLst/>
            </a:prstGeom>
            <a:solidFill>
              <a:schemeClr val="bg1"/>
            </a:solidFill>
            <a:ln w="12700" cap="rnd" cmpd="sng" algn="ctr">
              <a:noFill/>
              <a:prstDash val="solid"/>
              <a:round/>
            </a:ln>
            <a:effectLst>
              <a:outerShdw blurRad="762000" algn="ctr" rotWithShape="0">
                <a:schemeClr val="bg1">
                  <a:lumMod val="50000"/>
                  <a:alpha val="10000"/>
                </a:schemeClr>
              </a:outerShdw>
            </a:effectLst>
          </p:spPr>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i="0" u="none" strike="noStrike" kern="1200" cap="none" spc="0" normalizeH="0" baseline="0" noProof="0" dirty="0">
                <a:ln>
                  <a:noFill/>
                </a:ln>
                <a:solidFill>
                  <a:prstClr val="white"/>
                </a:solidFill>
                <a:effectLst/>
                <a:uLnTx/>
                <a:uFillTx/>
                <a:latin typeface="Arial" panose="020B0604020202020204"/>
                <a:ea typeface="阿里巴巴普惠体 Medium"/>
                <a:cs typeface="阿里巴巴普惠体 Medium"/>
                <a:sym typeface="Arial" panose="020B0604020202020204"/>
              </a:endParaRPr>
            </a:p>
          </p:txBody>
        </p:sp>
      </p:grpSp>
      <p:grpSp>
        <p:nvGrpSpPr>
          <p:cNvPr id="20" name="组合 19"/>
          <p:cNvGrpSpPr/>
          <p:nvPr/>
        </p:nvGrpSpPr>
        <p:grpSpPr>
          <a:xfrm>
            <a:off x="3860797" y="1677360"/>
            <a:ext cx="7721603" cy="2328684"/>
            <a:chOff x="3860797" y="1436606"/>
            <a:chExt cx="7721603" cy="2328684"/>
          </a:xfrm>
        </p:grpSpPr>
        <p:sp>
          <p:nvSpPr>
            <p:cNvPr id="21" name="矩形 20"/>
            <p:cNvSpPr/>
            <p:nvPr/>
          </p:nvSpPr>
          <p:spPr>
            <a:xfrm>
              <a:off x="3860797" y="1436606"/>
              <a:ext cx="7721603" cy="2328684"/>
            </a:xfrm>
            <a:prstGeom prst="rect">
              <a:avLst/>
            </a:prstGeom>
            <a:solidFill>
              <a:schemeClr val="bg1"/>
            </a:solidFill>
            <a:ln>
              <a:noFill/>
            </a:ln>
            <a:effectLst>
              <a:outerShdw blurRad="762000" algn="ctr" rotWithShape="0">
                <a:schemeClr val="bg1">
                  <a:lumMod val="5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Arial" panose="020B0604020202020204"/>
                <a:ea typeface="阿里巴巴普惠体 Medium"/>
                <a:cs typeface="阿里巴巴普惠体 Medium"/>
                <a:sym typeface="Arial" panose="020B0604020202020204"/>
              </a:endParaRPr>
            </a:p>
          </p:txBody>
        </p:sp>
        <p:grpSp>
          <p:nvGrpSpPr>
            <p:cNvPr id="22" name="组合 21"/>
            <p:cNvGrpSpPr/>
            <p:nvPr/>
          </p:nvGrpSpPr>
          <p:grpSpPr>
            <a:xfrm>
              <a:off x="4307192" y="1767319"/>
              <a:ext cx="6685750" cy="1852623"/>
              <a:chOff x="4307192" y="3959723"/>
              <a:chExt cx="6685750" cy="1852623"/>
            </a:xfrm>
          </p:grpSpPr>
          <p:sp>
            <p:nvSpPr>
              <p:cNvPr id="23" name="矩形 22"/>
              <p:cNvSpPr/>
              <p:nvPr/>
            </p:nvSpPr>
            <p:spPr>
              <a:xfrm>
                <a:off x="4317590" y="3959723"/>
                <a:ext cx="2651303" cy="369332"/>
              </a:xfrm>
              <a:prstGeom prst="rect">
                <a:avLst/>
              </a:prstGeom>
              <a:noFill/>
            </p:spPr>
            <p:txBody>
              <a:bodyPr wrap="square" lIns="0" tIns="0" rIns="0" bIns="0" rtlCol="0">
                <a:spAutoFit/>
              </a:bodyPr>
              <a:lstStyle/>
              <a:p>
                <a:pPr marL="0" marR="0" lvl="0" indent="0" defTabSz="914400" rtl="0" eaLnBrk="1" fontAlgn="auto" latinLnBrk="0" hangingPunct="1">
                  <a:spcBef>
                    <a:spcPts val="0"/>
                  </a:spcBef>
                  <a:spcAft>
                    <a:spcPts val="0"/>
                  </a:spcAft>
                  <a:buClrTx/>
                  <a:buSzTx/>
                  <a:buFontTx/>
                  <a:buNone/>
                  <a:defRPr/>
                </a:pPr>
                <a:r>
                  <a:rPr kumimoji="0" lang="zh-CN" altLang="en-US" sz="2400" b="1" i="0" u="none" strike="noStrike" kern="1200" cap="none" spc="0" normalizeH="0" baseline="0" noProof="0" dirty="0">
                    <a:ln>
                      <a:noFill/>
                    </a:ln>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rPr>
                  <a:t>未来工作</a:t>
                </a:r>
                <a:endParaRPr kumimoji="0" lang="en-US" altLang="zh-CN" sz="2400" b="1" i="0" u="none" strike="noStrike" kern="1200" cap="none" spc="0" normalizeH="0" baseline="0" noProof="0" dirty="0">
                  <a:ln>
                    <a:noFill/>
                  </a:ln>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endParaRPr>
              </a:p>
            </p:txBody>
          </p:sp>
          <p:sp>
            <p:nvSpPr>
              <p:cNvPr id="24" name="矩形 23"/>
              <p:cNvSpPr/>
              <p:nvPr/>
            </p:nvSpPr>
            <p:spPr>
              <a:xfrm>
                <a:off x="4317589" y="4421068"/>
                <a:ext cx="6675353" cy="646331"/>
              </a:xfrm>
              <a:prstGeom prst="rect">
                <a:avLst/>
              </a:prstGeom>
              <a:noFill/>
            </p:spPr>
            <p:txBody>
              <a:bodyPr wrap="square" lIns="0" tIns="0" rIns="0" bIns="0" rtlCol="0">
                <a:spAutoFit/>
              </a:bodyPr>
              <a:lstStyle/>
              <a:p>
                <a:pPr marL="285750" marR="0" lvl="0" indent="-285750" defTabSz="914400" eaLnBrk="1" fontAlgn="auto" latinLnBrk="0" hangingPunct="1">
                  <a:lnSpc>
                    <a:spcPct val="150000"/>
                  </a:lnSpc>
                  <a:spcBef>
                    <a:spcPts val="0"/>
                  </a:spcBef>
                  <a:spcAft>
                    <a:spcPts val="0"/>
                  </a:spcAft>
                  <a:buClrTx/>
                  <a:buSzTx/>
                  <a:buFont typeface="Arial" panose="020B0604020202020204" pitchFamily="34" charset="0"/>
                  <a:buChar char="•"/>
                  <a:defRPr/>
                </a:pPr>
                <a:r>
                  <a:rPr kumimoji="0" lang="zh-CN" altLang="en-US" sz="1400" b="0" i="0" u="none" strike="noStrike" kern="0" cap="none" spc="0" normalizeH="0" baseline="0" noProof="0" dirty="0">
                    <a:ln>
                      <a:noFill/>
                    </a:ln>
                    <a:effectLst/>
                    <a:uLnTx/>
                    <a:uFillTx/>
                    <a:latin typeface="Arial" panose="020B0604020202020204"/>
                    <a:ea typeface="阿里巴巴普惠体 Medium"/>
                    <a:cs typeface="阿里巴巴普惠体 Medium"/>
                    <a:sym typeface="Arial" panose="020B0604020202020204"/>
                  </a:rPr>
                  <a:t>在此处添加您的文本内容在此处添加您的文本内容在此处添加您的文本内容在此处添加您的文本内容</a:t>
                </a:r>
                <a:endParaRPr kumimoji="0" lang="zh-CN" altLang="en-US" sz="1400" b="0" i="0" u="none" strike="noStrike" kern="0" cap="none" spc="0" normalizeH="0" baseline="0" noProof="0" dirty="0">
                  <a:ln>
                    <a:noFill/>
                  </a:ln>
                  <a:effectLst/>
                  <a:uLnTx/>
                  <a:uFillTx/>
                  <a:latin typeface="Arial" panose="020B0604020202020204"/>
                  <a:ea typeface="阿里巴巴普惠体 Medium"/>
                  <a:cs typeface="阿里巴巴普惠体 Medium"/>
                  <a:sym typeface="Arial" panose="020B0604020202020204"/>
                </a:endParaRPr>
              </a:p>
            </p:txBody>
          </p:sp>
          <p:sp>
            <p:nvSpPr>
              <p:cNvPr id="31" name="矩形 30"/>
              <p:cNvSpPr/>
              <p:nvPr/>
            </p:nvSpPr>
            <p:spPr>
              <a:xfrm>
                <a:off x="4307192" y="5166015"/>
                <a:ext cx="6675353" cy="646331"/>
              </a:xfrm>
              <a:prstGeom prst="rect">
                <a:avLst/>
              </a:prstGeom>
              <a:noFill/>
            </p:spPr>
            <p:txBody>
              <a:bodyPr wrap="square" lIns="0" tIns="0" rIns="0" bIns="0" rtlCol="0">
                <a:spAutoFit/>
              </a:bodyPr>
              <a:lstStyle/>
              <a:p>
                <a:pPr marL="285750" marR="0" lvl="0" indent="-285750" defTabSz="914400" eaLnBrk="1" fontAlgn="auto" latinLnBrk="0" hangingPunct="1">
                  <a:lnSpc>
                    <a:spcPct val="150000"/>
                  </a:lnSpc>
                  <a:spcBef>
                    <a:spcPts val="0"/>
                  </a:spcBef>
                  <a:spcAft>
                    <a:spcPts val="0"/>
                  </a:spcAft>
                  <a:buClrTx/>
                  <a:buSzTx/>
                  <a:buFont typeface="Arial" panose="020B0604020202020204" pitchFamily="34" charset="0"/>
                  <a:buChar char="•"/>
                  <a:defRPr/>
                </a:pPr>
                <a:r>
                  <a:rPr kumimoji="0" lang="zh-CN" altLang="en-US" sz="1400" b="0" i="0" u="none" strike="noStrike" kern="0" cap="none" spc="0" normalizeH="0" baseline="0" noProof="0" dirty="0">
                    <a:ln>
                      <a:noFill/>
                    </a:ln>
                    <a:effectLst/>
                    <a:uLnTx/>
                    <a:uFillTx/>
                    <a:latin typeface="Arial" panose="020B0604020202020204"/>
                    <a:ea typeface="阿里巴巴普惠体 Medium"/>
                    <a:cs typeface="阿里巴巴普惠体 Medium"/>
                    <a:sym typeface="Arial" panose="020B0604020202020204"/>
                  </a:rPr>
                  <a:t>在此处添加您的文本内容在此处添加您的文本内容在此处添加您的文本内容在此处添加您的文本内容</a:t>
                </a:r>
                <a:endParaRPr kumimoji="0" lang="zh-CN" altLang="en-US" sz="1400" b="0" i="0" u="none" strike="noStrike" kern="0" cap="none" spc="0" normalizeH="0" baseline="0" noProof="0" dirty="0">
                  <a:ln>
                    <a:noFill/>
                  </a:ln>
                  <a:effectLst/>
                  <a:uLnTx/>
                  <a:uFillTx/>
                  <a:latin typeface="Arial" panose="020B0604020202020204"/>
                  <a:ea typeface="阿里巴巴普惠体 Medium"/>
                  <a:cs typeface="阿里巴巴普惠体 Medium"/>
                  <a:sym typeface="Arial" panose="020B0604020202020204"/>
                </a:endParaRPr>
              </a:p>
            </p:txBody>
          </p:sp>
        </p:grpSp>
      </p:grpSp>
      <p:grpSp>
        <p:nvGrpSpPr>
          <p:cNvPr id="25" name="组合 24"/>
          <p:cNvGrpSpPr/>
          <p:nvPr/>
        </p:nvGrpSpPr>
        <p:grpSpPr>
          <a:xfrm>
            <a:off x="3860797" y="4159614"/>
            <a:ext cx="7721603" cy="1988455"/>
            <a:chOff x="3860797" y="3918858"/>
            <a:chExt cx="7721603" cy="1988455"/>
          </a:xfrm>
        </p:grpSpPr>
        <p:sp>
          <p:nvSpPr>
            <p:cNvPr id="26" name="任意多边形: 形状 25"/>
            <p:cNvSpPr/>
            <p:nvPr/>
          </p:nvSpPr>
          <p:spPr>
            <a:xfrm>
              <a:off x="3860797" y="3918858"/>
              <a:ext cx="7721603" cy="1988455"/>
            </a:xfrm>
            <a:custGeom>
              <a:avLst/>
              <a:gdLst>
                <a:gd name="connsiteX0" fmla="*/ 0 w 6315247"/>
                <a:gd name="connsiteY0" fmla="*/ 0 h 1402631"/>
                <a:gd name="connsiteX1" fmla="*/ 3806231 w 6315247"/>
                <a:gd name="connsiteY1" fmla="*/ 0 h 1402631"/>
                <a:gd name="connsiteX2" fmla="*/ 5520607 w 6315247"/>
                <a:gd name="connsiteY2" fmla="*/ 0 h 1402631"/>
                <a:gd name="connsiteX3" fmla="*/ 6306555 w 6315247"/>
                <a:gd name="connsiteY3" fmla="*/ 0 h 1402631"/>
                <a:gd name="connsiteX4" fmla="*/ 6315247 w 6315247"/>
                <a:gd name="connsiteY4" fmla="*/ 86221 h 1402631"/>
                <a:gd name="connsiteX5" fmla="*/ 6315247 w 6315247"/>
                <a:gd name="connsiteY5" fmla="*/ 859119 h 1402631"/>
                <a:gd name="connsiteX6" fmla="*/ 5881069 w 6315247"/>
                <a:gd name="connsiteY6" fmla="*/ 1391837 h 1402631"/>
                <a:gd name="connsiteX7" fmla="*/ 5774001 w 6315247"/>
                <a:gd name="connsiteY7" fmla="*/ 1402631 h 1402631"/>
                <a:gd name="connsiteX8" fmla="*/ 5520607 w 6315247"/>
                <a:gd name="connsiteY8" fmla="*/ 1402631 h 1402631"/>
                <a:gd name="connsiteX9" fmla="*/ 3806231 w 6315247"/>
                <a:gd name="connsiteY9" fmla="*/ 1402631 h 1402631"/>
                <a:gd name="connsiteX10" fmla="*/ 0 w 6315247"/>
                <a:gd name="connsiteY10" fmla="*/ 1402631 h 1402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15247" h="1402631">
                  <a:moveTo>
                    <a:pt x="0" y="0"/>
                  </a:moveTo>
                  <a:lnTo>
                    <a:pt x="3806231" y="0"/>
                  </a:lnTo>
                  <a:lnTo>
                    <a:pt x="5520607" y="0"/>
                  </a:lnTo>
                  <a:lnTo>
                    <a:pt x="6306555" y="0"/>
                  </a:lnTo>
                  <a:lnTo>
                    <a:pt x="6315247" y="86221"/>
                  </a:lnTo>
                  <a:lnTo>
                    <a:pt x="6315247" y="859119"/>
                  </a:lnTo>
                  <a:cubicBezTo>
                    <a:pt x="6315247" y="1121894"/>
                    <a:pt x="6128854" y="1341133"/>
                    <a:pt x="5881069" y="1391837"/>
                  </a:cubicBezTo>
                  <a:lnTo>
                    <a:pt x="5774001" y="1402631"/>
                  </a:lnTo>
                  <a:lnTo>
                    <a:pt x="5520607" y="1402631"/>
                  </a:lnTo>
                  <a:lnTo>
                    <a:pt x="3806231" y="1402631"/>
                  </a:lnTo>
                  <a:lnTo>
                    <a:pt x="0" y="1402631"/>
                  </a:lnTo>
                  <a:close/>
                </a:path>
              </a:pathLst>
            </a:custGeom>
            <a:solidFill>
              <a:schemeClr val="bg1"/>
            </a:solidFill>
            <a:ln>
              <a:noFill/>
            </a:ln>
            <a:effectLst>
              <a:outerShdw blurRad="762000" algn="ctr" rotWithShape="0">
                <a:schemeClr val="bg1">
                  <a:lumMod val="5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Arial" panose="020B0604020202020204"/>
                <a:ea typeface="阿里巴巴普惠体 Medium"/>
                <a:cs typeface="阿里巴巴普惠体 Medium"/>
                <a:sym typeface="Arial" panose="020B0604020202020204"/>
              </a:endParaRPr>
            </a:p>
          </p:txBody>
        </p:sp>
        <p:grpSp>
          <p:nvGrpSpPr>
            <p:cNvPr id="27" name="组合 26"/>
            <p:cNvGrpSpPr/>
            <p:nvPr/>
          </p:nvGrpSpPr>
          <p:grpSpPr>
            <a:xfrm>
              <a:off x="4288823" y="4102306"/>
              <a:ext cx="6704119" cy="1748495"/>
              <a:chOff x="4288823" y="4059357"/>
              <a:chExt cx="6704119" cy="1748495"/>
            </a:xfrm>
          </p:grpSpPr>
          <p:sp>
            <p:nvSpPr>
              <p:cNvPr id="28" name="矩形 27"/>
              <p:cNvSpPr/>
              <p:nvPr/>
            </p:nvSpPr>
            <p:spPr>
              <a:xfrm>
                <a:off x="4288823" y="4059357"/>
                <a:ext cx="2651303" cy="36933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rPr>
                  <a:t>未来工作</a:t>
                </a:r>
                <a:endParaRPr kumimoji="0" lang="en-US" altLang="zh-CN" sz="2400" b="1" i="0" u="none" strike="noStrike" kern="1200" cap="none" spc="0" normalizeH="0" baseline="0" noProof="0" dirty="0">
                  <a:ln>
                    <a:noFill/>
                  </a:ln>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endParaRPr>
              </a:p>
            </p:txBody>
          </p:sp>
          <p:sp>
            <p:nvSpPr>
              <p:cNvPr id="29" name="矩形 28"/>
              <p:cNvSpPr/>
              <p:nvPr/>
            </p:nvSpPr>
            <p:spPr>
              <a:xfrm>
                <a:off x="4307192" y="4486174"/>
                <a:ext cx="6675352" cy="646331"/>
              </a:xfrm>
              <a:prstGeom prst="rect">
                <a:avLst/>
              </a:prstGeom>
              <a:noFill/>
            </p:spPr>
            <p:txBody>
              <a:bodyPr wrap="square" lIns="0" tIns="0" rIns="0" bIns="0" rtlCol="0">
                <a:spAutoFit/>
              </a:bodyPr>
              <a:lstStyle/>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zh-CN" altLang="en-US" sz="1400" b="0" i="0" u="none" strike="noStrike" kern="0" cap="none" spc="0" normalizeH="0" baseline="0" noProof="0" dirty="0">
                    <a:ln>
                      <a:noFill/>
                    </a:ln>
                    <a:solidFill>
                      <a:prstClr val="black"/>
                    </a:solidFill>
                    <a:effectLst/>
                    <a:uLnTx/>
                    <a:uFillTx/>
                    <a:latin typeface="Arial" panose="020B0604020202020204"/>
                    <a:ea typeface="阿里巴巴普惠体 Medium"/>
                    <a:cs typeface="阿里巴巴普惠体 Medium"/>
                    <a:sym typeface="Arial" panose="020B0604020202020204"/>
                  </a:rPr>
                  <a:t>在此处添加您的文本内容在此处添加您的文本内容在此处添加您的文本内容在此处添加您的文本内容</a:t>
                </a:r>
                <a:endParaRPr kumimoji="0" lang="zh-CN" altLang="en-US" sz="1400" b="0" i="0" u="none" strike="noStrike" kern="0" cap="none" spc="0" normalizeH="0" baseline="0" noProof="0" dirty="0">
                  <a:ln>
                    <a:noFill/>
                  </a:ln>
                  <a:solidFill>
                    <a:prstClr val="black"/>
                  </a:solidFill>
                  <a:effectLst/>
                  <a:uLnTx/>
                  <a:uFillTx/>
                  <a:latin typeface="Arial" panose="020B0604020202020204"/>
                  <a:ea typeface="阿里巴巴普惠体 Medium"/>
                  <a:cs typeface="阿里巴巴普惠体 Medium"/>
                  <a:sym typeface="Arial" panose="020B0604020202020204"/>
                </a:endParaRPr>
              </a:p>
            </p:txBody>
          </p:sp>
          <p:sp>
            <p:nvSpPr>
              <p:cNvPr id="32" name="矩形 31"/>
              <p:cNvSpPr/>
              <p:nvPr/>
            </p:nvSpPr>
            <p:spPr>
              <a:xfrm>
                <a:off x="4317590" y="5161521"/>
                <a:ext cx="6675352" cy="646331"/>
              </a:xfrm>
              <a:prstGeom prst="rect">
                <a:avLst/>
              </a:prstGeom>
              <a:noFill/>
            </p:spPr>
            <p:txBody>
              <a:bodyPr wrap="square" lIns="0" tIns="0" rIns="0" bIns="0" rtlCol="0">
                <a:spAutoFit/>
              </a:bodyPr>
              <a:lstStyle/>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zh-CN" altLang="en-US" sz="1400" b="0" i="0" u="none" strike="noStrike" kern="0" cap="none" spc="0" normalizeH="0" baseline="0" noProof="0" dirty="0">
                    <a:ln>
                      <a:noFill/>
                    </a:ln>
                    <a:solidFill>
                      <a:prstClr val="black"/>
                    </a:solidFill>
                    <a:effectLst/>
                    <a:uLnTx/>
                    <a:uFillTx/>
                    <a:latin typeface="Arial" panose="020B0604020202020204"/>
                    <a:ea typeface="阿里巴巴普惠体 Medium"/>
                    <a:cs typeface="阿里巴巴普惠体 Medium"/>
                    <a:sym typeface="Arial" panose="020B0604020202020204"/>
                  </a:rPr>
                  <a:t>在此处添加您的文本内容在此处添加您的文本内容在此处添加您的文本内容在此处添加您的文本内容</a:t>
                </a:r>
                <a:endParaRPr kumimoji="0" lang="zh-CN" altLang="en-US" sz="1400" b="0" i="0" u="none" strike="noStrike" kern="0" cap="none" spc="0" normalizeH="0" baseline="0" noProof="0" dirty="0">
                  <a:ln>
                    <a:noFill/>
                  </a:ln>
                  <a:solidFill>
                    <a:prstClr val="black"/>
                  </a:solidFill>
                  <a:effectLst/>
                  <a:uLnTx/>
                  <a:uFillTx/>
                  <a:latin typeface="Arial" panose="020B0604020202020204"/>
                  <a:ea typeface="阿里巴巴普惠体 Medium"/>
                  <a:cs typeface="阿里巴巴普惠体 Medium"/>
                  <a:sym typeface="Arial" panose="020B0604020202020204"/>
                </a:endParaRPr>
              </a:p>
            </p:txBody>
          </p:sp>
        </p:grpSp>
      </p:grpSp>
      <p:sp>
        <p:nvSpPr>
          <p:cNvPr id="30" name="星形: 五角 29"/>
          <p:cNvSpPr/>
          <p:nvPr/>
        </p:nvSpPr>
        <p:spPr>
          <a:xfrm>
            <a:off x="1676429" y="2213814"/>
            <a:ext cx="1080120" cy="1080120"/>
          </a:xfrm>
          <a:prstGeom prst="star5">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阿里巴巴普惠体 Medium"/>
              <a:cs typeface="阿里巴巴普惠体 Medium"/>
              <a:sym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ppt_w</p:attrName>
                                        </p:attrNameLst>
                                      </p:cBhvr>
                                      <p:tavLst>
                                        <p:tav tm="0">
                                          <p:val>
                                            <p:fltVal val="0"/>
                                          </p:val>
                                        </p:tav>
                                        <p:tav tm="100000">
                                          <p:val>
                                            <p:strVal val="#ppt_w"/>
                                          </p:val>
                                        </p:tav>
                                      </p:tavLst>
                                    </p:anim>
                                    <p:anim calcmode="lin" valueType="num">
                                      <p:cBhvr>
                                        <p:cTn id="8" dur="500" fill="hold"/>
                                        <p:tgtEl>
                                          <p:spTgt spid="13"/>
                                        </p:tgtEl>
                                        <p:attrNameLst>
                                          <p:attrName>ppt_h</p:attrName>
                                        </p:attrNameLst>
                                      </p:cBhvr>
                                      <p:tavLst>
                                        <p:tav tm="0">
                                          <p:val>
                                            <p:fltVal val="0"/>
                                          </p:val>
                                        </p:tav>
                                        <p:tav tm="100000">
                                          <p:val>
                                            <p:strVal val="#ppt_h"/>
                                          </p:val>
                                        </p:tav>
                                      </p:tavLst>
                                    </p:anim>
                                    <p:animEffect transition="in" filter="fade">
                                      <p:cBhvr>
                                        <p:cTn id="9" dur="500"/>
                                        <p:tgtEl>
                                          <p:spTgt spid="13"/>
                                        </p:tgtEl>
                                      </p:cBhvr>
                                    </p:animEffect>
                                  </p:childTnLst>
                                </p:cTn>
                              </p:par>
                            </p:childTnLst>
                          </p:cTn>
                        </p:par>
                        <p:par>
                          <p:cTn id="10" fill="hold">
                            <p:stCondLst>
                              <p:cond delay="500"/>
                            </p:stCondLst>
                            <p:childTnLst>
                              <p:par>
                                <p:cTn id="11" presetID="2" presetClass="entr" presetSubtype="4" decel="100000" fill="hold" nodeType="after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1500" fill="hold"/>
                                        <p:tgtEl>
                                          <p:spTgt spid="20"/>
                                        </p:tgtEl>
                                        <p:attrNameLst>
                                          <p:attrName>ppt_x</p:attrName>
                                        </p:attrNameLst>
                                      </p:cBhvr>
                                      <p:tavLst>
                                        <p:tav tm="0">
                                          <p:val>
                                            <p:strVal val="#ppt_x"/>
                                          </p:val>
                                        </p:tav>
                                        <p:tav tm="100000">
                                          <p:val>
                                            <p:strVal val="#ppt_x"/>
                                          </p:val>
                                        </p:tav>
                                      </p:tavLst>
                                    </p:anim>
                                    <p:anim calcmode="lin" valueType="num">
                                      <p:cBhvr additive="base">
                                        <p:cTn id="14" dur="1500" fill="hold"/>
                                        <p:tgtEl>
                                          <p:spTgt spid="20"/>
                                        </p:tgtEl>
                                        <p:attrNameLst>
                                          <p:attrName>ppt_y</p:attrName>
                                        </p:attrNameLst>
                                      </p:cBhvr>
                                      <p:tavLst>
                                        <p:tav tm="0">
                                          <p:val>
                                            <p:strVal val="1+#ppt_h/2"/>
                                          </p:val>
                                        </p:tav>
                                        <p:tav tm="100000">
                                          <p:val>
                                            <p:strVal val="#ppt_y"/>
                                          </p:val>
                                        </p:tav>
                                      </p:tavLst>
                                    </p:anim>
                                  </p:childTnLst>
                                </p:cTn>
                              </p:par>
                            </p:childTnLst>
                          </p:cTn>
                        </p:par>
                        <p:par>
                          <p:cTn id="15" fill="hold">
                            <p:stCondLst>
                              <p:cond delay="2000"/>
                            </p:stCondLst>
                            <p:childTnLst>
                              <p:par>
                                <p:cTn id="16" presetID="2" presetClass="entr" presetSubtype="4" decel="100000" fill="hold" nodeType="afterEffect">
                                  <p:stCondLst>
                                    <p:cond delay="0"/>
                                  </p:stCondLst>
                                  <p:childTnLst>
                                    <p:set>
                                      <p:cBhvr>
                                        <p:cTn id="17" dur="1" fill="hold">
                                          <p:stCondLst>
                                            <p:cond delay="0"/>
                                          </p:stCondLst>
                                        </p:cTn>
                                        <p:tgtEl>
                                          <p:spTgt spid="25"/>
                                        </p:tgtEl>
                                        <p:attrNameLst>
                                          <p:attrName>style.visibility</p:attrName>
                                        </p:attrNameLst>
                                      </p:cBhvr>
                                      <p:to>
                                        <p:strVal val="visible"/>
                                      </p:to>
                                    </p:set>
                                    <p:anim calcmode="lin" valueType="num">
                                      <p:cBhvr additive="base">
                                        <p:cTn id="18" dur="1500" fill="hold"/>
                                        <p:tgtEl>
                                          <p:spTgt spid="25"/>
                                        </p:tgtEl>
                                        <p:attrNameLst>
                                          <p:attrName>ppt_x</p:attrName>
                                        </p:attrNameLst>
                                      </p:cBhvr>
                                      <p:tavLst>
                                        <p:tav tm="0">
                                          <p:val>
                                            <p:strVal val="#ppt_x"/>
                                          </p:val>
                                        </p:tav>
                                        <p:tav tm="100000">
                                          <p:val>
                                            <p:strVal val="#ppt_x"/>
                                          </p:val>
                                        </p:tav>
                                      </p:tavLst>
                                    </p:anim>
                                    <p:anim calcmode="lin" valueType="num">
                                      <p:cBhvr additive="base">
                                        <p:cTn id="19" dur="1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p:cNvGrpSpPr/>
          <p:nvPr/>
        </p:nvGrpSpPr>
        <p:grpSpPr>
          <a:xfrm>
            <a:off x="695402" y="548681"/>
            <a:ext cx="4049727" cy="584775"/>
            <a:chOff x="606113" y="404664"/>
            <a:chExt cx="4049727" cy="584775"/>
          </a:xfrm>
        </p:grpSpPr>
        <p:grpSp>
          <p:nvGrpSpPr>
            <p:cNvPr id="9" name="组合 8"/>
            <p:cNvGrpSpPr/>
            <p:nvPr/>
          </p:nvGrpSpPr>
          <p:grpSpPr>
            <a:xfrm>
              <a:off x="606113" y="443399"/>
              <a:ext cx="479425" cy="479425"/>
              <a:chOff x="7015" y="3652"/>
              <a:chExt cx="2006" cy="2006"/>
            </a:xfrm>
          </p:grpSpPr>
          <p:sp>
            <p:nvSpPr>
              <p:cNvPr id="10" name="图形"/>
              <p:cNvSpPr/>
              <p:nvPr userDrawn="1">
                <p:custDataLst>
                  <p:tags r:id="rId1"/>
                </p:custDataLst>
              </p:nvPr>
            </p:nvSpPr>
            <p:spPr bwMode="auto">
              <a:xfrm rot="660000">
                <a:off x="7015" y="3652"/>
                <a:ext cx="2007" cy="2007"/>
              </a:xfrm>
              <a:custGeom>
                <a:avLst/>
                <a:gdLst>
                  <a:gd name="T0" fmla="*/ 6963 w 6970"/>
                  <a:gd name="T1" fmla="*/ 2355 h 6970"/>
                  <a:gd name="T2" fmla="*/ 6970 w 6970"/>
                  <a:gd name="T3" fmla="*/ 2278 h 6970"/>
                  <a:gd name="T4" fmla="*/ 6968 w 6970"/>
                  <a:gd name="T5" fmla="*/ 2203 h 6970"/>
                  <a:gd name="T6" fmla="*/ 6958 w 6970"/>
                  <a:gd name="T7" fmla="*/ 2128 h 6970"/>
                  <a:gd name="T8" fmla="*/ 6940 w 6970"/>
                  <a:gd name="T9" fmla="*/ 2057 h 6970"/>
                  <a:gd name="T10" fmla="*/ 6913 w 6970"/>
                  <a:gd name="T11" fmla="*/ 1988 h 6970"/>
                  <a:gd name="T12" fmla="*/ 6878 w 6970"/>
                  <a:gd name="T13" fmla="*/ 1924 h 6970"/>
                  <a:gd name="T14" fmla="*/ 6837 w 6970"/>
                  <a:gd name="T15" fmla="*/ 1864 h 6970"/>
                  <a:gd name="T16" fmla="*/ 6787 w 6970"/>
                  <a:gd name="T17" fmla="*/ 1809 h 6970"/>
                  <a:gd name="T18" fmla="*/ 6731 w 6970"/>
                  <a:gd name="T19" fmla="*/ 1758 h 6970"/>
                  <a:gd name="T20" fmla="*/ 6668 w 6970"/>
                  <a:gd name="T21" fmla="*/ 1714 h 6970"/>
                  <a:gd name="T22" fmla="*/ 5035 w 6970"/>
                  <a:gd name="T23" fmla="*/ 880 h 6970"/>
                  <a:gd name="T24" fmla="*/ 3400 w 6970"/>
                  <a:gd name="T25" fmla="*/ 49 h 6970"/>
                  <a:gd name="T26" fmla="*/ 3327 w 6970"/>
                  <a:gd name="T27" fmla="*/ 25 h 6970"/>
                  <a:gd name="T28" fmla="*/ 3254 w 6970"/>
                  <a:gd name="T29" fmla="*/ 8 h 6970"/>
                  <a:gd name="T30" fmla="*/ 3180 w 6970"/>
                  <a:gd name="T31" fmla="*/ 0 h 6970"/>
                  <a:gd name="T32" fmla="*/ 3107 w 6970"/>
                  <a:gd name="T33" fmla="*/ 2 h 6970"/>
                  <a:gd name="T34" fmla="*/ 3034 w 6970"/>
                  <a:gd name="T35" fmla="*/ 12 h 6970"/>
                  <a:gd name="T36" fmla="*/ 2964 w 6970"/>
                  <a:gd name="T37" fmla="*/ 30 h 6970"/>
                  <a:gd name="T38" fmla="*/ 2894 w 6970"/>
                  <a:gd name="T39" fmla="*/ 57 h 6970"/>
                  <a:gd name="T40" fmla="*/ 2829 w 6970"/>
                  <a:gd name="T41" fmla="*/ 93 h 6970"/>
                  <a:gd name="T42" fmla="*/ 2766 w 6970"/>
                  <a:gd name="T43" fmla="*/ 137 h 6970"/>
                  <a:gd name="T44" fmla="*/ 2708 w 6970"/>
                  <a:gd name="T45" fmla="*/ 189 h 6970"/>
                  <a:gd name="T46" fmla="*/ 171 w 6970"/>
                  <a:gd name="T47" fmla="*/ 2727 h 6970"/>
                  <a:gd name="T48" fmla="*/ 121 w 6970"/>
                  <a:gd name="T49" fmla="*/ 2786 h 6970"/>
                  <a:gd name="T50" fmla="*/ 80 w 6970"/>
                  <a:gd name="T51" fmla="*/ 2850 h 6970"/>
                  <a:gd name="T52" fmla="*/ 47 w 6970"/>
                  <a:gd name="T53" fmla="*/ 2918 h 6970"/>
                  <a:gd name="T54" fmla="*/ 24 w 6970"/>
                  <a:gd name="T55" fmla="*/ 2987 h 6970"/>
                  <a:gd name="T56" fmla="*/ 8 w 6970"/>
                  <a:gd name="T57" fmla="*/ 3058 h 6970"/>
                  <a:gd name="T58" fmla="*/ 0 w 6970"/>
                  <a:gd name="T59" fmla="*/ 3131 h 6970"/>
                  <a:gd name="T60" fmla="*/ 2 w 6970"/>
                  <a:gd name="T61" fmla="*/ 3205 h 6970"/>
                  <a:gd name="T62" fmla="*/ 12 w 6970"/>
                  <a:gd name="T63" fmla="*/ 3279 h 6970"/>
                  <a:gd name="T64" fmla="*/ 31 w 6970"/>
                  <a:gd name="T65" fmla="*/ 3352 h 6970"/>
                  <a:gd name="T66" fmla="*/ 59 w 6970"/>
                  <a:gd name="T67" fmla="*/ 3424 h 6970"/>
                  <a:gd name="T68" fmla="*/ 1690 w 6970"/>
                  <a:gd name="T69" fmla="*/ 6622 h 6970"/>
                  <a:gd name="T70" fmla="*/ 1729 w 6970"/>
                  <a:gd name="T71" fmla="*/ 6690 h 6970"/>
                  <a:gd name="T72" fmla="*/ 1774 w 6970"/>
                  <a:gd name="T73" fmla="*/ 6750 h 6970"/>
                  <a:gd name="T74" fmla="*/ 1827 w 6970"/>
                  <a:gd name="T75" fmla="*/ 6804 h 6970"/>
                  <a:gd name="T76" fmla="*/ 1883 w 6970"/>
                  <a:gd name="T77" fmla="*/ 6851 h 6970"/>
                  <a:gd name="T78" fmla="*/ 1944 w 6970"/>
                  <a:gd name="T79" fmla="*/ 6891 h 6970"/>
                  <a:gd name="T80" fmla="*/ 2011 w 6970"/>
                  <a:gd name="T81" fmla="*/ 6923 h 6970"/>
                  <a:gd name="T82" fmla="*/ 2080 w 6970"/>
                  <a:gd name="T83" fmla="*/ 6947 h 6970"/>
                  <a:gd name="T84" fmla="*/ 2153 w 6970"/>
                  <a:gd name="T85" fmla="*/ 6963 h 6970"/>
                  <a:gd name="T86" fmla="*/ 2227 w 6970"/>
                  <a:gd name="T87" fmla="*/ 6970 h 6970"/>
                  <a:gd name="T88" fmla="*/ 2304 w 6970"/>
                  <a:gd name="T89" fmla="*/ 6968 h 6970"/>
                  <a:gd name="T90" fmla="*/ 4116 w 6970"/>
                  <a:gd name="T91" fmla="*/ 6683 h 6970"/>
                  <a:gd name="T92" fmla="*/ 5926 w 6970"/>
                  <a:gd name="T93" fmla="*/ 6394 h 6970"/>
                  <a:gd name="T94" fmla="*/ 6000 w 6970"/>
                  <a:gd name="T95" fmla="*/ 6372 h 6970"/>
                  <a:gd name="T96" fmla="*/ 6069 w 6970"/>
                  <a:gd name="T97" fmla="*/ 6343 h 6970"/>
                  <a:gd name="T98" fmla="*/ 6133 w 6970"/>
                  <a:gd name="T99" fmla="*/ 6305 h 6970"/>
                  <a:gd name="T100" fmla="*/ 6191 w 6970"/>
                  <a:gd name="T101" fmla="*/ 6261 h 6970"/>
                  <a:gd name="T102" fmla="*/ 6245 w 6970"/>
                  <a:gd name="T103" fmla="*/ 6210 h 6970"/>
                  <a:gd name="T104" fmla="*/ 6291 w 6970"/>
                  <a:gd name="T105" fmla="*/ 6153 h 6970"/>
                  <a:gd name="T106" fmla="*/ 6330 w 6970"/>
                  <a:gd name="T107" fmla="*/ 6091 h 6970"/>
                  <a:gd name="T108" fmla="*/ 6363 w 6970"/>
                  <a:gd name="T109" fmla="*/ 6024 h 6970"/>
                  <a:gd name="T110" fmla="*/ 6388 w 6970"/>
                  <a:gd name="T111" fmla="*/ 5952 h 6970"/>
                  <a:gd name="T112" fmla="*/ 6405 w 6970"/>
                  <a:gd name="T113" fmla="*/ 5876 h 6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970" h="6970">
                    <a:moveTo>
                      <a:pt x="6405" y="5876"/>
                    </a:moveTo>
                    <a:lnTo>
                      <a:pt x="6683" y="4116"/>
                    </a:lnTo>
                    <a:lnTo>
                      <a:pt x="6963" y="2355"/>
                    </a:lnTo>
                    <a:lnTo>
                      <a:pt x="6966" y="2329"/>
                    </a:lnTo>
                    <a:lnTo>
                      <a:pt x="6968" y="2304"/>
                    </a:lnTo>
                    <a:lnTo>
                      <a:pt x="6970" y="2278"/>
                    </a:lnTo>
                    <a:lnTo>
                      <a:pt x="6970" y="2253"/>
                    </a:lnTo>
                    <a:lnTo>
                      <a:pt x="6970" y="2227"/>
                    </a:lnTo>
                    <a:lnTo>
                      <a:pt x="6968" y="2203"/>
                    </a:lnTo>
                    <a:lnTo>
                      <a:pt x="6966" y="2178"/>
                    </a:lnTo>
                    <a:lnTo>
                      <a:pt x="6963" y="2153"/>
                    </a:lnTo>
                    <a:lnTo>
                      <a:pt x="6958" y="2128"/>
                    </a:lnTo>
                    <a:lnTo>
                      <a:pt x="6954" y="2104"/>
                    </a:lnTo>
                    <a:lnTo>
                      <a:pt x="6947" y="2080"/>
                    </a:lnTo>
                    <a:lnTo>
                      <a:pt x="6940" y="2057"/>
                    </a:lnTo>
                    <a:lnTo>
                      <a:pt x="6932" y="2033"/>
                    </a:lnTo>
                    <a:lnTo>
                      <a:pt x="6923" y="2011"/>
                    </a:lnTo>
                    <a:lnTo>
                      <a:pt x="6913" y="1988"/>
                    </a:lnTo>
                    <a:lnTo>
                      <a:pt x="6903" y="1967"/>
                    </a:lnTo>
                    <a:lnTo>
                      <a:pt x="6891" y="1944"/>
                    </a:lnTo>
                    <a:lnTo>
                      <a:pt x="6878" y="1924"/>
                    </a:lnTo>
                    <a:lnTo>
                      <a:pt x="6866" y="1903"/>
                    </a:lnTo>
                    <a:lnTo>
                      <a:pt x="6851" y="1883"/>
                    </a:lnTo>
                    <a:lnTo>
                      <a:pt x="6837" y="1864"/>
                    </a:lnTo>
                    <a:lnTo>
                      <a:pt x="6821" y="1844"/>
                    </a:lnTo>
                    <a:lnTo>
                      <a:pt x="6804" y="1827"/>
                    </a:lnTo>
                    <a:lnTo>
                      <a:pt x="6787" y="1809"/>
                    </a:lnTo>
                    <a:lnTo>
                      <a:pt x="6769" y="1791"/>
                    </a:lnTo>
                    <a:lnTo>
                      <a:pt x="6750" y="1774"/>
                    </a:lnTo>
                    <a:lnTo>
                      <a:pt x="6731" y="1758"/>
                    </a:lnTo>
                    <a:lnTo>
                      <a:pt x="6711" y="1743"/>
                    </a:lnTo>
                    <a:lnTo>
                      <a:pt x="6690" y="1729"/>
                    </a:lnTo>
                    <a:lnTo>
                      <a:pt x="6668" y="1714"/>
                    </a:lnTo>
                    <a:lnTo>
                      <a:pt x="6646" y="1702"/>
                    </a:lnTo>
                    <a:lnTo>
                      <a:pt x="6622" y="1690"/>
                    </a:lnTo>
                    <a:lnTo>
                      <a:pt x="5035" y="880"/>
                    </a:lnTo>
                    <a:lnTo>
                      <a:pt x="3448" y="71"/>
                    </a:lnTo>
                    <a:lnTo>
                      <a:pt x="3424" y="59"/>
                    </a:lnTo>
                    <a:lnTo>
                      <a:pt x="3400" y="49"/>
                    </a:lnTo>
                    <a:lnTo>
                      <a:pt x="3376" y="40"/>
                    </a:lnTo>
                    <a:lnTo>
                      <a:pt x="3352" y="31"/>
                    </a:lnTo>
                    <a:lnTo>
                      <a:pt x="3327" y="25"/>
                    </a:lnTo>
                    <a:lnTo>
                      <a:pt x="3303" y="18"/>
                    </a:lnTo>
                    <a:lnTo>
                      <a:pt x="3279" y="12"/>
                    </a:lnTo>
                    <a:lnTo>
                      <a:pt x="3254" y="8"/>
                    </a:lnTo>
                    <a:lnTo>
                      <a:pt x="3230" y="4"/>
                    </a:lnTo>
                    <a:lnTo>
                      <a:pt x="3205" y="2"/>
                    </a:lnTo>
                    <a:lnTo>
                      <a:pt x="3180" y="0"/>
                    </a:lnTo>
                    <a:lnTo>
                      <a:pt x="3156" y="0"/>
                    </a:lnTo>
                    <a:lnTo>
                      <a:pt x="3131" y="0"/>
                    </a:lnTo>
                    <a:lnTo>
                      <a:pt x="3107" y="2"/>
                    </a:lnTo>
                    <a:lnTo>
                      <a:pt x="3083" y="4"/>
                    </a:lnTo>
                    <a:lnTo>
                      <a:pt x="3058" y="8"/>
                    </a:lnTo>
                    <a:lnTo>
                      <a:pt x="3034" y="12"/>
                    </a:lnTo>
                    <a:lnTo>
                      <a:pt x="3011" y="17"/>
                    </a:lnTo>
                    <a:lnTo>
                      <a:pt x="2987" y="24"/>
                    </a:lnTo>
                    <a:lnTo>
                      <a:pt x="2964" y="30"/>
                    </a:lnTo>
                    <a:lnTo>
                      <a:pt x="2940" y="38"/>
                    </a:lnTo>
                    <a:lnTo>
                      <a:pt x="2918" y="47"/>
                    </a:lnTo>
                    <a:lnTo>
                      <a:pt x="2894" y="57"/>
                    </a:lnTo>
                    <a:lnTo>
                      <a:pt x="2873" y="68"/>
                    </a:lnTo>
                    <a:lnTo>
                      <a:pt x="2850" y="80"/>
                    </a:lnTo>
                    <a:lnTo>
                      <a:pt x="2829" y="93"/>
                    </a:lnTo>
                    <a:lnTo>
                      <a:pt x="2808" y="107"/>
                    </a:lnTo>
                    <a:lnTo>
                      <a:pt x="2786" y="121"/>
                    </a:lnTo>
                    <a:lnTo>
                      <a:pt x="2766" y="137"/>
                    </a:lnTo>
                    <a:lnTo>
                      <a:pt x="2747" y="153"/>
                    </a:lnTo>
                    <a:lnTo>
                      <a:pt x="2727" y="171"/>
                    </a:lnTo>
                    <a:lnTo>
                      <a:pt x="2708" y="189"/>
                    </a:lnTo>
                    <a:lnTo>
                      <a:pt x="1448" y="1448"/>
                    </a:lnTo>
                    <a:lnTo>
                      <a:pt x="189" y="2708"/>
                    </a:lnTo>
                    <a:lnTo>
                      <a:pt x="171" y="2727"/>
                    </a:lnTo>
                    <a:lnTo>
                      <a:pt x="153" y="2747"/>
                    </a:lnTo>
                    <a:lnTo>
                      <a:pt x="137" y="2766"/>
                    </a:lnTo>
                    <a:lnTo>
                      <a:pt x="121" y="2786"/>
                    </a:lnTo>
                    <a:lnTo>
                      <a:pt x="107" y="2808"/>
                    </a:lnTo>
                    <a:lnTo>
                      <a:pt x="93" y="2829"/>
                    </a:lnTo>
                    <a:lnTo>
                      <a:pt x="80" y="2850"/>
                    </a:lnTo>
                    <a:lnTo>
                      <a:pt x="68" y="2873"/>
                    </a:lnTo>
                    <a:lnTo>
                      <a:pt x="57" y="2894"/>
                    </a:lnTo>
                    <a:lnTo>
                      <a:pt x="47" y="2918"/>
                    </a:lnTo>
                    <a:lnTo>
                      <a:pt x="38" y="2940"/>
                    </a:lnTo>
                    <a:lnTo>
                      <a:pt x="30" y="2964"/>
                    </a:lnTo>
                    <a:lnTo>
                      <a:pt x="24" y="2987"/>
                    </a:lnTo>
                    <a:lnTo>
                      <a:pt x="17" y="3011"/>
                    </a:lnTo>
                    <a:lnTo>
                      <a:pt x="12" y="3034"/>
                    </a:lnTo>
                    <a:lnTo>
                      <a:pt x="8" y="3058"/>
                    </a:lnTo>
                    <a:lnTo>
                      <a:pt x="4" y="3083"/>
                    </a:lnTo>
                    <a:lnTo>
                      <a:pt x="2" y="3107"/>
                    </a:lnTo>
                    <a:lnTo>
                      <a:pt x="0" y="3131"/>
                    </a:lnTo>
                    <a:lnTo>
                      <a:pt x="0" y="3156"/>
                    </a:lnTo>
                    <a:lnTo>
                      <a:pt x="0" y="3180"/>
                    </a:lnTo>
                    <a:lnTo>
                      <a:pt x="2" y="3205"/>
                    </a:lnTo>
                    <a:lnTo>
                      <a:pt x="4" y="3230"/>
                    </a:lnTo>
                    <a:lnTo>
                      <a:pt x="8" y="3254"/>
                    </a:lnTo>
                    <a:lnTo>
                      <a:pt x="12" y="3279"/>
                    </a:lnTo>
                    <a:lnTo>
                      <a:pt x="18" y="3303"/>
                    </a:lnTo>
                    <a:lnTo>
                      <a:pt x="24" y="3327"/>
                    </a:lnTo>
                    <a:lnTo>
                      <a:pt x="31" y="3352"/>
                    </a:lnTo>
                    <a:lnTo>
                      <a:pt x="40" y="3376"/>
                    </a:lnTo>
                    <a:lnTo>
                      <a:pt x="49" y="3400"/>
                    </a:lnTo>
                    <a:lnTo>
                      <a:pt x="59" y="3424"/>
                    </a:lnTo>
                    <a:lnTo>
                      <a:pt x="71" y="3448"/>
                    </a:lnTo>
                    <a:lnTo>
                      <a:pt x="880" y="5035"/>
                    </a:lnTo>
                    <a:lnTo>
                      <a:pt x="1690" y="6622"/>
                    </a:lnTo>
                    <a:lnTo>
                      <a:pt x="1702" y="6646"/>
                    </a:lnTo>
                    <a:lnTo>
                      <a:pt x="1714" y="6668"/>
                    </a:lnTo>
                    <a:lnTo>
                      <a:pt x="1729" y="6690"/>
                    </a:lnTo>
                    <a:lnTo>
                      <a:pt x="1743" y="6711"/>
                    </a:lnTo>
                    <a:lnTo>
                      <a:pt x="1758" y="6731"/>
                    </a:lnTo>
                    <a:lnTo>
                      <a:pt x="1774" y="6750"/>
                    </a:lnTo>
                    <a:lnTo>
                      <a:pt x="1791" y="6769"/>
                    </a:lnTo>
                    <a:lnTo>
                      <a:pt x="1809" y="6787"/>
                    </a:lnTo>
                    <a:lnTo>
                      <a:pt x="1827" y="6804"/>
                    </a:lnTo>
                    <a:lnTo>
                      <a:pt x="1844" y="6821"/>
                    </a:lnTo>
                    <a:lnTo>
                      <a:pt x="1864" y="6837"/>
                    </a:lnTo>
                    <a:lnTo>
                      <a:pt x="1883" y="6851"/>
                    </a:lnTo>
                    <a:lnTo>
                      <a:pt x="1903" y="6866"/>
                    </a:lnTo>
                    <a:lnTo>
                      <a:pt x="1924" y="6878"/>
                    </a:lnTo>
                    <a:lnTo>
                      <a:pt x="1944" y="6891"/>
                    </a:lnTo>
                    <a:lnTo>
                      <a:pt x="1967" y="6903"/>
                    </a:lnTo>
                    <a:lnTo>
                      <a:pt x="1988" y="6913"/>
                    </a:lnTo>
                    <a:lnTo>
                      <a:pt x="2011" y="6923"/>
                    </a:lnTo>
                    <a:lnTo>
                      <a:pt x="2033" y="6932"/>
                    </a:lnTo>
                    <a:lnTo>
                      <a:pt x="2057" y="6940"/>
                    </a:lnTo>
                    <a:lnTo>
                      <a:pt x="2080" y="6947"/>
                    </a:lnTo>
                    <a:lnTo>
                      <a:pt x="2104" y="6954"/>
                    </a:lnTo>
                    <a:lnTo>
                      <a:pt x="2128" y="6958"/>
                    </a:lnTo>
                    <a:lnTo>
                      <a:pt x="2153" y="6963"/>
                    </a:lnTo>
                    <a:lnTo>
                      <a:pt x="2178" y="6966"/>
                    </a:lnTo>
                    <a:lnTo>
                      <a:pt x="2203" y="6968"/>
                    </a:lnTo>
                    <a:lnTo>
                      <a:pt x="2227" y="6970"/>
                    </a:lnTo>
                    <a:lnTo>
                      <a:pt x="2253" y="6970"/>
                    </a:lnTo>
                    <a:lnTo>
                      <a:pt x="2278" y="6970"/>
                    </a:lnTo>
                    <a:lnTo>
                      <a:pt x="2304" y="6968"/>
                    </a:lnTo>
                    <a:lnTo>
                      <a:pt x="2329" y="6966"/>
                    </a:lnTo>
                    <a:lnTo>
                      <a:pt x="2355" y="6963"/>
                    </a:lnTo>
                    <a:lnTo>
                      <a:pt x="4116" y="6683"/>
                    </a:lnTo>
                    <a:lnTo>
                      <a:pt x="5876" y="6405"/>
                    </a:lnTo>
                    <a:lnTo>
                      <a:pt x="5902" y="6400"/>
                    </a:lnTo>
                    <a:lnTo>
                      <a:pt x="5926" y="6394"/>
                    </a:lnTo>
                    <a:lnTo>
                      <a:pt x="5952" y="6388"/>
                    </a:lnTo>
                    <a:lnTo>
                      <a:pt x="5976" y="6381"/>
                    </a:lnTo>
                    <a:lnTo>
                      <a:pt x="6000" y="6372"/>
                    </a:lnTo>
                    <a:lnTo>
                      <a:pt x="6024" y="6363"/>
                    </a:lnTo>
                    <a:lnTo>
                      <a:pt x="6046" y="6353"/>
                    </a:lnTo>
                    <a:lnTo>
                      <a:pt x="6069" y="6343"/>
                    </a:lnTo>
                    <a:lnTo>
                      <a:pt x="6091" y="6330"/>
                    </a:lnTo>
                    <a:lnTo>
                      <a:pt x="6113" y="6318"/>
                    </a:lnTo>
                    <a:lnTo>
                      <a:pt x="6133" y="6305"/>
                    </a:lnTo>
                    <a:lnTo>
                      <a:pt x="6153" y="6291"/>
                    </a:lnTo>
                    <a:lnTo>
                      <a:pt x="6173" y="6277"/>
                    </a:lnTo>
                    <a:lnTo>
                      <a:pt x="6191" y="6261"/>
                    </a:lnTo>
                    <a:lnTo>
                      <a:pt x="6210" y="6245"/>
                    </a:lnTo>
                    <a:lnTo>
                      <a:pt x="6227" y="6227"/>
                    </a:lnTo>
                    <a:lnTo>
                      <a:pt x="6245" y="6210"/>
                    </a:lnTo>
                    <a:lnTo>
                      <a:pt x="6261" y="6191"/>
                    </a:lnTo>
                    <a:lnTo>
                      <a:pt x="6277" y="6173"/>
                    </a:lnTo>
                    <a:lnTo>
                      <a:pt x="6291" y="6153"/>
                    </a:lnTo>
                    <a:lnTo>
                      <a:pt x="6305" y="6133"/>
                    </a:lnTo>
                    <a:lnTo>
                      <a:pt x="6318" y="6113"/>
                    </a:lnTo>
                    <a:lnTo>
                      <a:pt x="6330" y="6091"/>
                    </a:lnTo>
                    <a:lnTo>
                      <a:pt x="6343" y="6069"/>
                    </a:lnTo>
                    <a:lnTo>
                      <a:pt x="6353" y="6046"/>
                    </a:lnTo>
                    <a:lnTo>
                      <a:pt x="6363" y="6024"/>
                    </a:lnTo>
                    <a:lnTo>
                      <a:pt x="6372" y="6000"/>
                    </a:lnTo>
                    <a:lnTo>
                      <a:pt x="6381" y="5976"/>
                    </a:lnTo>
                    <a:lnTo>
                      <a:pt x="6388" y="5952"/>
                    </a:lnTo>
                    <a:lnTo>
                      <a:pt x="6394" y="5926"/>
                    </a:lnTo>
                    <a:lnTo>
                      <a:pt x="6400" y="5902"/>
                    </a:lnTo>
                    <a:lnTo>
                      <a:pt x="6405" y="5876"/>
                    </a:lnTo>
                    <a:close/>
                  </a:path>
                </a:pathLst>
              </a:custGeom>
              <a:solidFill>
                <a:srgbClr val="C00000"/>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000000"/>
                  </a:solidFill>
                  <a:effectLst/>
                  <a:uLnTx/>
                  <a:uFillTx/>
                  <a:latin typeface="Arial" panose="020B0604020202020204"/>
                  <a:ea typeface="阿里巴巴普惠体 Medium"/>
                  <a:cs typeface="阿里巴巴普惠体 Medium"/>
                  <a:sym typeface="Arial" panose="020B0604020202020204"/>
                </a:endParaRPr>
              </a:p>
            </p:txBody>
          </p:sp>
          <p:sp>
            <p:nvSpPr>
              <p:cNvPr id="11" name="图形"/>
              <p:cNvSpPr/>
              <p:nvPr userDrawn="1">
                <p:custDataLst>
                  <p:tags r:id="rId2"/>
                </p:custDataLst>
              </p:nvPr>
            </p:nvSpPr>
            <p:spPr bwMode="auto">
              <a:xfrm>
                <a:off x="7564" y="4269"/>
                <a:ext cx="908" cy="857"/>
              </a:xfrm>
              <a:custGeom>
                <a:avLst/>
                <a:gdLst>
                  <a:gd name="T0" fmla="*/ 91 w 194"/>
                  <a:gd name="T1" fmla="*/ 8 h 183"/>
                  <a:gd name="T2" fmla="*/ 103 w 194"/>
                  <a:gd name="T3" fmla="*/ 8 h 183"/>
                  <a:gd name="T4" fmla="*/ 118 w 194"/>
                  <a:gd name="T5" fmla="*/ 48 h 183"/>
                  <a:gd name="T6" fmla="*/ 141 w 194"/>
                  <a:gd name="T7" fmla="*/ 64 h 183"/>
                  <a:gd name="T8" fmla="*/ 183 w 194"/>
                  <a:gd name="T9" fmla="*/ 66 h 183"/>
                  <a:gd name="T10" fmla="*/ 186 w 194"/>
                  <a:gd name="T11" fmla="*/ 78 h 183"/>
                  <a:gd name="T12" fmla="*/ 154 w 194"/>
                  <a:gd name="T13" fmla="*/ 104 h 183"/>
                  <a:gd name="T14" fmla="*/ 145 w 194"/>
                  <a:gd name="T15" fmla="*/ 131 h 183"/>
                  <a:gd name="T16" fmla="*/ 156 w 194"/>
                  <a:gd name="T17" fmla="*/ 171 h 183"/>
                  <a:gd name="T18" fmla="*/ 146 w 194"/>
                  <a:gd name="T19" fmla="*/ 178 h 183"/>
                  <a:gd name="T20" fmla="*/ 111 w 194"/>
                  <a:gd name="T21" fmla="*/ 155 h 183"/>
                  <a:gd name="T22" fmla="*/ 83 w 194"/>
                  <a:gd name="T23" fmla="*/ 155 h 183"/>
                  <a:gd name="T24" fmla="*/ 48 w 194"/>
                  <a:gd name="T25" fmla="*/ 178 h 183"/>
                  <a:gd name="T26" fmla="*/ 38 w 194"/>
                  <a:gd name="T27" fmla="*/ 171 h 183"/>
                  <a:gd name="T28" fmla="*/ 49 w 194"/>
                  <a:gd name="T29" fmla="*/ 131 h 183"/>
                  <a:gd name="T30" fmla="*/ 41 w 194"/>
                  <a:gd name="T31" fmla="*/ 104 h 183"/>
                  <a:gd name="T32" fmla="*/ 8 w 194"/>
                  <a:gd name="T33" fmla="*/ 78 h 183"/>
                  <a:gd name="T34" fmla="*/ 11 w 194"/>
                  <a:gd name="T35" fmla="*/ 66 h 183"/>
                  <a:gd name="T36" fmla="*/ 53 w 194"/>
                  <a:gd name="T37" fmla="*/ 64 h 183"/>
                  <a:gd name="T38" fmla="*/ 76 w 194"/>
                  <a:gd name="T39" fmla="*/ 48 h 183"/>
                  <a:gd name="T40" fmla="*/ 91 w 194"/>
                  <a:gd name="T41" fmla="*/ 8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4" h="183">
                    <a:moveTo>
                      <a:pt x="91" y="8"/>
                    </a:moveTo>
                    <a:cubicBezTo>
                      <a:pt x="94" y="0"/>
                      <a:pt x="100" y="0"/>
                      <a:pt x="103" y="8"/>
                    </a:cubicBezTo>
                    <a:cubicBezTo>
                      <a:pt x="118" y="48"/>
                      <a:pt x="118" y="48"/>
                      <a:pt x="118" y="48"/>
                    </a:cubicBezTo>
                    <a:cubicBezTo>
                      <a:pt x="121" y="56"/>
                      <a:pt x="132" y="64"/>
                      <a:pt x="141" y="64"/>
                    </a:cubicBezTo>
                    <a:cubicBezTo>
                      <a:pt x="183" y="66"/>
                      <a:pt x="183" y="66"/>
                      <a:pt x="183" y="66"/>
                    </a:cubicBezTo>
                    <a:cubicBezTo>
                      <a:pt x="192" y="67"/>
                      <a:pt x="194" y="72"/>
                      <a:pt x="186" y="78"/>
                    </a:cubicBezTo>
                    <a:cubicBezTo>
                      <a:pt x="154" y="104"/>
                      <a:pt x="154" y="104"/>
                      <a:pt x="154" y="104"/>
                    </a:cubicBezTo>
                    <a:cubicBezTo>
                      <a:pt x="146" y="110"/>
                      <a:pt x="142" y="122"/>
                      <a:pt x="145" y="131"/>
                    </a:cubicBezTo>
                    <a:cubicBezTo>
                      <a:pt x="156" y="171"/>
                      <a:pt x="156" y="171"/>
                      <a:pt x="156" y="171"/>
                    </a:cubicBezTo>
                    <a:cubicBezTo>
                      <a:pt x="159" y="180"/>
                      <a:pt x="154" y="183"/>
                      <a:pt x="146" y="178"/>
                    </a:cubicBezTo>
                    <a:cubicBezTo>
                      <a:pt x="111" y="155"/>
                      <a:pt x="111" y="155"/>
                      <a:pt x="111" y="155"/>
                    </a:cubicBezTo>
                    <a:cubicBezTo>
                      <a:pt x="104" y="150"/>
                      <a:pt x="91" y="150"/>
                      <a:pt x="83" y="155"/>
                    </a:cubicBezTo>
                    <a:cubicBezTo>
                      <a:pt x="48" y="178"/>
                      <a:pt x="48" y="178"/>
                      <a:pt x="48" y="178"/>
                    </a:cubicBezTo>
                    <a:cubicBezTo>
                      <a:pt x="40" y="183"/>
                      <a:pt x="36" y="180"/>
                      <a:pt x="38" y="171"/>
                    </a:cubicBezTo>
                    <a:cubicBezTo>
                      <a:pt x="49" y="131"/>
                      <a:pt x="49" y="131"/>
                      <a:pt x="49" y="131"/>
                    </a:cubicBezTo>
                    <a:cubicBezTo>
                      <a:pt x="52" y="122"/>
                      <a:pt x="48" y="110"/>
                      <a:pt x="41" y="104"/>
                    </a:cubicBezTo>
                    <a:cubicBezTo>
                      <a:pt x="8" y="78"/>
                      <a:pt x="8" y="78"/>
                      <a:pt x="8" y="78"/>
                    </a:cubicBezTo>
                    <a:cubicBezTo>
                      <a:pt x="0" y="72"/>
                      <a:pt x="2" y="67"/>
                      <a:pt x="11" y="66"/>
                    </a:cubicBezTo>
                    <a:cubicBezTo>
                      <a:pt x="53" y="64"/>
                      <a:pt x="53" y="64"/>
                      <a:pt x="53" y="64"/>
                    </a:cubicBezTo>
                    <a:cubicBezTo>
                      <a:pt x="63" y="64"/>
                      <a:pt x="73" y="56"/>
                      <a:pt x="76" y="48"/>
                    </a:cubicBezTo>
                    <a:lnTo>
                      <a:pt x="91" y="8"/>
                    </a:lnTo>
                    <a:close/>
                  </a:path>
                </a:pathLst>
              </a:custGeom>
              <a:solidFill>
                <a:srgbClr val="FFFFFF"/>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000000"/>
                  </a:solidFill>
                  <a:effectLst/>
                  <a:uLnTx/>
                  <a:uFillTx/>
                  <a:latin typeface="Arial" panose="020B0604020202020204"/>
                  <a:ea typeface="阿里巴巴普惠体 Medium"/>
                  <a:cs typeface="阿里巴巴普惠体 Medium"/>
                  <a:sym typeface="Arial" panose="020B0604020202020204"/>
                </a:endParaRPr>
              </a:p>
            </p:txBody>
          </p:sp>
        </p:grpSp>
        <p:sp>
          <p:nvSpPr>
            <p:cNvPr id="12" name="文本框 11"/>
            <p:cNvSpPr txBox="1"/>
            <p:nvPr/>
          </p:nvSpPr>
          <p:spPr>
            <a:xfrm>
              <a:off x="1127448" y="404664"/>
              <a:ext cx="3528392" cy="584775"/>
            </a:xfrm>
            <a:prstGeom prst="rect">
              <a:avLst/>
            </a:prstGeom>
            <a:noFill/>
          </p:spPr>
          <p:txBody>
            <a:bodyPr wrap="square" rtlCol="0" anchor="t">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rPr>
                <a:t>未来工作开展计划</a:t>
              </a:r>
              <a:endParaRPr kumimoji="0" lang="zh-CN" altLang="en-US" sz="3200" b="0" i="0" u="none" strike="noStrike" kern="1200" cap="none" spc="0" normalizeH="0" baseline="0" noProof="0" dirty="0">
                <a:ln>
                  <a:noFill/>
                </a:ln>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endParaRPr>
            </a:p>
          </p:txBody>
        </p:sp>
      </p:grpSp>
      <p:grpSp>
        <p:nvGrpSpPr>
          <p:cNvPr id="2" name="组合 1"/>
          <p:cNvGrpSpPr/>
          <p:nvPr/>
        </p:nvGrpSpPr>
        <p:grpSpPr>
          <a:xfrm>
            <a:off x="1163465" y="1610271"/>
            <a:ext cx="7613095" cy="1942141"/>
            <a:chOff x="978248" y="1906374"/>
            <a:chExt cx="7613094" cy="1942141"/>
          </a:xfrm>
        </p:grpSpPr>
        <p:grpSp>
          <p:nvGrpSpPr>
            <p:cNvPr id="3" name="Aitds2"/>
            <p:cNvGrpSpPr/>
            <p:nvPr/>
          </p:nvGrpSpPr>
          <p:grpSpPr>
            <a:xfrm>
              <a:off x="1087053" y="2465810"/>
              <a:ext cx="1182145" cy="1182573"/>
              <a:chOff x="304800" y="673100"/>
              <a:chExt cx="4000500" cy="4000500"/>
            </a:xfrm>
            <a:effectLst/>
          </p:grpSpPr>
          <p:sp>
            <p:nvSpPr>
              <p:cNvPr id="20" name="Aitds2-1"/>
              <p:cNvSpPr/>
              <p:nvPr/>
            </p:nvSpPr>
            <p:spPr>
              <a:xfrm>
                <a:off x="304800" y="673100"/>
                <a:ext cx="4000500" cy="4000500"/>
              </a:xfrm>
              <a:prstGeom prst="donut">
                <a:avLst>
                  <a:gd name="adj" fmla="val 4879"/>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400" dirty="0">
                  <a:solidFill>
                    <a:prstClr val="black"/>
                  </a:solidFill>
                  <a:latin typeface="Arial" panose="020B0604020202020204"/>
                  <a:ea typeface="阿里巴巴普惠体 Medium"/>
                  <a:cs typeface="阿里巴巴普惠体 Medium"/>
                  <a:sym typeface="Arial" panose="020B0604020202020204"/>
                </a:endParaRPr>
              </a:p>
            </p:txBody>
          </p:sp>
          <p:sp>
            <p:nvSpPr>
              <p:cNvPr id="21" name="Aitds2-2"/>
              <p:cNvSpPr/>
              <p:nvPr/>
            </p:nvSpPr>
            <p:spPr>
              <a:xfrm>
                <a:off x="392111" y="760412"/>
                <a:ext cx="3825875" cy="3825874"/>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400" dirty="0">
                  <a:solidFill>
                    <a:prstClr val="white"/>
                  </a:solidFill>
                  <a:latin typeface="Arial" panose="020B0604020202020204"/>
                  <a:ea typeface="阿里巴巴普惠体 Medium"/>
                  <a:cs typeface="阿里巴巴普惠体 Medium"/>
                  <a:sym typeface="Arial" panose="020B0604020202020204"/>
                </a:endParaRPr>
              </a:p>
            </p:txBody>
          </p:sp>
        </p:grpSp>
        <p:sp>
          <p:nvSpPr>
            <p:cNvPr id="4" name="Aitds3"/>
            <p:cNvSpPr/>
            <p:nvPr/>
          </p:nvSpPr>
          <p:spPr>
            <a:xfrm>
              <a:off x="1255575" y="2718603"/>
              <a:ext cx="843571" cy="676985"/>
            </a:xfrm>
            <a:prstGeom prst="rect">
              <a:avLst/>
            </a:prstGeom>
          </p:spPr>
          <p:txBody>
            <a:bodyPr wrap="square" lIns="121798" tIns="60899" rIns="121798" bIns="60899">
              <a:spAutoFit/>
            </a:bodyPr>
            <a:lstStyle/>
            <a:p>
              <a:pPr algn="ctr">
                <a:defRPr/>
              </a:pPr>
              <a:r>
                <a:rPr kumimoji="0" lang="zh-CN" altLang="en-US" sz="1800" b="0"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rPr>
                <a:t>未来工作</a:t>
              </a:r>
              <a:endParaRPr lang="zh-CN" altLang="en-US" dirty="0">
                <a:solidFill>
                  <a:schemeClr val="bg1"/>
                </a:solidFill>
                <a:latin typeface="Arial" panose="020B0604020202020204"/>
                <a:ea typeface="阿里巴巴普惠体 Medium"/>
                <a:cs typeface="阿里巴巴普惠体 Medium"/>
                <a:sym typeface="Arial" panose="020B0604020202020204"/>
              </a:endParaRPr>
            </a:p>
          </p:txBody>
        </p:sp>
        <p:sp>
          <p:nvSpPr>
            <p:cNvPr id="5" name="Aitds4"/>
            <p:cNvSpPr>
              <a:spLocks noChangeArrowheads="1"/>
            </p:cNvSpPr>
            <p:nvPr/>
          </p:nvSpPr>
          <p:spPr bwMode="auto">
            <a:xfrm>
              <a:off x="978248" y="2365121"/>
              <a:ext cx="1387330" cy="1387330"/>
            </a:xfrm>
            <a:prstGeom prst="ellipse">
              <a:avLst/>
            </a:prstGeom>
            <a:noFill/>
            <a:ln w="9525" cmpd="sng">
              <a:solidFill>
                <a:srgbClr val="C00000"/>
              </a:solidFill>
              <a:prstDash val="dash"/>
              <a:round/>
            </a:ln>
            <a:extLst>
              <a:ext uri="{909E8E84-426E-40DD-AFC4-6F175D3DCCD1}">
                <a14:hiddenFill xmlns:a14="http://schemas.microsoft.com/office/drawing/2010/main">
                  <a:solidFill>
                    <a:srgbClr val="FFFFFF"/>
                  </a:solidFill>
                </a14:hiddenFill>
              </a:ext>
            </a:extLst>
          </p:spPr>
          <p:txBody>
            <a:bodyPr lIns="91417" tIns="45709" rIns="91417" bIns="45709"/>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400" kern="0" dirty="0">
                <a:solidFill>
                  <a:prstClr val="black"/>
                </a:solidFill>
                <a:latin typeface="Arial" panose="020B0604020202020204"/>
                <a:ea typeface="阿里巴巴普惠体 Medium"/>
                <a:cs typeface="阿里巴巴普惠体 Medium"/>
                <a:sym typeface="Arial" panose="020B0604020202020204"/>
              </a:endParaRPr>
            </a:p>
          </p:txBody>
        </p:sp>
        <p:grpSp>
          <p:nvGrpSpPr>
            <p:cNvPr id="6" name="Aitds8"/>
            <p:cNvGrpSpPr/>
            <p:nvPr/>
          </p:nvGrpSpPr>
          <p:grpSpPr>
            <a:xfrm>
              <a:off x="1854813" y="2041217"/>
              <a:ext cx="599844" cy="518745"/>
              <a:chOff x="2681832" y="2265475"/>
              <a:chExt cx="599844" cy="518745"/>
            </a:xfrm>
          </p:grpSpPr>
          <p:grpSp>
            <p:nvGrpSpPr>
              <p:cNvPr id="16" name="Group 15"/>
              <p:cNvGrpSpPr/>
              <p:nvPr/>
            </p:nvGrpSpPr>
            <p:grpSpPr bwMode="auto">
              <a:xfrm>
                <a:off x="2681832" y="2265475"/>
                <a:ext cx="517914" cy="518745"/>
                <a:chOff x="0" y="0"/>
                <a:chExt cx="763788" cy="763788"/>
              </a:xfrm>
            </p:grpSpPr>
            <p:sp>
              <p:nvSpPr>
                <p:cNvPr id="18" name="Aitds8-1"/>
                <p:cNvSpPr>
                  <a:spLocks noChangeArrowheads="1"/>
                </p:cNvSpPr>
                <p:nvPr/>
              </p:nvSpPr>
              <p:spPr bwMode="auto">
                <a:xfrm>
                  <a:off x="0" y="0"/>
                  <a:ext cx="763788" cy="763788"/>
                </a:xfrm>
                <a:prstGeom prst="ellipse">
                  <a:avLst/>
                </a:prstGeom>
                <a:solidFill>
                  <a:srgbClr val="FFFFFF"/>
                </a:solidFill>
                <a:ln w="9525">
                  <a:noFill/>
                  <a:round/>
                </a:ln>
              </p:spPr>
              <p:txBody>
                <a:bodyPr anchor="ctr"/>
                <a:lstStyle/>
                <a:p>
                  <a:pPr algn="ctr" defTabSz="913130" fontAlgn="base">
                    <a:spcBef>
                      <a:spcPct val="0"/>
                    </a:spcBef>
                    <a:spcAft>
                      <a:spcPct val="0"/>
                    </a:spcAft>
                    <a:buFont typeface="Arial" panose="020B0604020202020204" pitchFamily="34" charset="0"/>
                    <a:buNone/>
                    <a:defRPr/>
                  </a:pPr>
                  <a:endParaRPr lang="zh-CN" altLang="zh-CN" sz="2400" kern="0" dirty="0">
                    <a:solidFill>
                      <a:srgbClr val="FFFFFF"/>
                    </a:solidFill>
                    <a:latin typeface="Arial" panose="020B0604020202020204"/>
                    <a:ea typeface="阿里巴巴普惠体 Medium"/>
                    <a:cs typeface="阿里巴巴普惠体 Medium"/>
                    <a:sym typeface="Arial" panose="020B0604020202020204"/>
                  </a:endParaRPr>
                </a:p>
              </p:txBody>
            </p:sp>
            <p:sp>
              <p:nvSpPr>
                <p:cNvPr id="19" name="Aitds8-2"/>
                <p:cNvSpPr>
                  <a:spLocks noChangeArrowheads="1"/>
                </p:cNvSpPr>
                <p:nvPr/>
              </p:nvSpPr>
              <p:spPr bwMode="auto">
                <a:xfrm>
                  <a:off x="83367" y="83233"/>
                  <a:ext cx="597054" cy="597321"/>
                </a:xfrm>
                <a:prstGeom prst="ellipse">
                  <a:avLst/>
                </a:prstGeom>
                <a:solidFill>
                  <a:srgbClr val="C00000"/>
                </a:solidFill>
                <a:ln w="38100">
                  <a:solidFill>
                    <a:srgbClr val="FFC000"/>
                  </a:solidFill>
                  <a:miter lim="800000"/>
                </a:ln>
              </p:spPr>
              <p:txBody>
                <a:bodyPr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algn="ctr" defTabSz="914400">
                    <a:spcBef>
                      <a:spcPct val="0"/>
                    </a:spcBef>
                    <a:buFont typeface="Arial" panose="020B0604020202020204" pitchFamily="34" charset="0"/>
                    <a:buNone/>
                    <a:defRPr/>
                  </a:pPr>
                  <a:endParaRPr lang="zh-CN" altLang="zh-CN" sz="2400" kern="0" dirty="0">
                    <a:solidFill>
                      <a:srgbClr val="FFFFFF"/>
                    </a:solidFill>
                    <a:latin typeface="Arial" panose="020B0604020202020204"/>
                    <a:ea typeface="阿里巴巴普惠体 Medium"/>
                    <a:cs typeface="阿里巴巴普惠体 Medium"/>
                    <a:sym typeface="Arial" panose="020B0604020202020204"/>
                  </a:endParaRPr>
                </a:p>
              </p:txBody>
            </p:sp>
          </p:grpSp>
          <p:sp>
            <p:nvSpPr>
              <p:cNvPr id="17" name="Aitds8-3"/>
              <p:cNvSpPr txBox="1"/>
              <p:nvPr/>
            </p:nvSpPr>
            <p:spPr>
              <a:xfrm>
                <a:off x="2785787" y="2317990"/>
                <a:ext cx="495889" cy="400110"/>
              </a:xfrm>
              <a:prstGeom prst="rect">
                <a:avLst/>
              </a:prstGeom>
              <a:noFill/>
            </p:spPr>
            <p:txBody>
              <a:bodyPr wrap="square" rtlCol="0">
                <a:spAutoFit/>
              </a:bodyPr>
              <a:lstStyle/>
              <a:p>
                <a:r>
                  <a:rPr lang="en-US" altLang="zh-CN" sz="2000" dirty="0">
                    <a:solidFill>
                      <a:prstClr val="white"/>
                    </a:solidFill>
                    <a:latin typeface="Arial" panose="020B0604020202020204"/>
                    <a:ea typeface="阿里巴巴普惠体 Medium"/>
                    <a:cs typeface="阿里巴巴普惠体 Medium"/>
                    <a:sym typeface="Arial" panose="020B0604020202020204"/>
                  </a:rPr>
                  <a:t>1</a:t>
                </a:r>
                <a:endParaRPr lang="zh-CN" altLang="en-US" sz="2000" dirty="0">
                  <a:solidFill>
                    <a:prstClr val="white"/>
                  </a:solidFill>
                  <a:latin typeface="Arial" panose="020B0604020202020204"/>
                  <a:ea typeface="阿里巴巴普惠体 Medium"/>
                  <a:cs typeface="阿里巴巴普惠体 Medium"/>
                  <a:sym typeface="Arial" panose="020B0604020202020204"/>
                </a:endParaRPr>
              </a:p>
            </p:txBody>
          </p:sp>
        </p:grpSp>
        <p:sp>
          <p:nvSpPr>
            <p:cNvPr id="7" name="Aitds10"/>
            <p:cNvSpPr/>
            <p:nvPr/>
          </p:nvSpPr>
          <p:spPr>
            <a:xfrm>
              <a:off x="2833820" y="2559962"/>
              <a:ext cx="5757522" cy="1288553"/>
            </a:xfrm>
            <a:prstGeom prst="roundRect">
              <a:avLst>
                <a:gd name="adj" fmla="val 50000"/>
              </a:avLst>
            </a:prstGeom>
            <a:noFill/>
            <a:ln w="28575">
              <a:solidFill>
                <a:schemeClr val="bg1">
                  <a:lumMod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85">
                <a:solidFill>
                  <a:prstClr val="white"/>
                </a:solidFill>
                <a:latin typeface="Arial" panose="020B0604020202020204"/>
                <a:ea typeface="阿里巴巴普惠体 Medium"/>
                <a:cs typeface="阿里巴巴普惠体 Medium"/>
                <a:sym typeface="Arial" panose="020B0604020202020204"/>
              </a:endParaRPr>
            </a:p>
          </p:txBody>
        </p:sp>
        <p:sp>
          <p:nvSpPr>
            <p:cNvPr id="8" name="Aitds12"/>
            <p:cNvSpPr>
              <a:spLocks noChangeShapeType="1"/>
            </p:cNvSpPr>
            <p:nvPr/>
          </p:nvSpPr>
          <p:spPr bwMode="auto">
            <a:xfrm flipH="1">
              <a:off x="2322913" y="3061808"/>
              <a:ext cx="641411" cy="0"/>
            </a:xfrm>
            <a:prstGeom prst="line">
              <a:avLst/>
            </a:prstGeom>
            <a:noFill/>
            <a:ln w="12700" cap="flat">
              <a:solidFill>
                <a:srgbClr val="C00000"/>
              </a:solidFill>
              <a:prstDash val="solid"/>
              <a:miter lim="800000"/>
              <a:headEnd type="oval"/>
              <a:tailEnd type="oval"/>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pPr>
                <a:defRPr/>
              </a:pPr>
              <a:endParaRPr lang="zh-CN" altLang="en-US" dirty="0">
                <a:solidFill>
                  <a:prstClr val="white"/>
                </a:solidFill>
                <a:latin typeface="Arial" panose="020B0604020202020204"/>
                <a:ea typeface="阿里巴巴普惠体 Medium"/>
                <a:cs typeface="阿里巴巴普惠体 Medium"/>
                <a:sym typeface="Arial" panose="020B0604020202020204"/>
              </a:endParaRPr>
            </a:p>
          </p:txBody>
        </p:sp>
        <p:sp>
          <p:nvSpPr>
            <p:cNvPr id="14" name="Aitds16"/>
            <p:cNvSpPr/>
            <p:nvPr/>
          </p:nvSpPr>
          <p:spPr>
            <a:xfrm>
              <a:off x="3144102" y="1906374"/>
              <a:ext cx="1396536" cy="461665"/>
            </a:xfrm>
            <a:prstGeom prst="rect">
              <a:avLst/>
            </a:prstGeom>
          </p:spPr>
          <p:txBody>
            <a:bodyPr wrap="none">
              <a:spAutoFit/>
            </a:bodyPr>
            <a:lstStyle/>
            <a:p>
              <a:r>
                <a:rPr kumimoji="0" lang="zh-CN" altLang="en-US" sz="2400" b="0" i="0" u="none" strike="noStrike" kern="1200" cap="none" spc="0" normalizeH="0" baseline="0" noProof="0" dirty="0">
                  <a:ln>
                    <a:noFill/>
                  </a:ln>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rPr>
                <a:t>未来工作</a:t>
              </a:r>
              <a:endParaRPr lang="zh-CN" altLang="en-US" sz="2400" dirty="0">
                <a:solidFill>
                  <a:srgbClr val="C00000"/>
                </a:solidFill>
                <a:latin typeface="Arial" panose="020B0604020202020204"/>
                <a:ea typeface="阿里巴巴普惠体 Medium"/>
                <a:cs typeface="阿里巴巴普惠体 Medium"/>
                <a:sym typeface="Arial" panose="020B0604020202020204"/>
              </a:endParaRPr>
            </a:p>
          </p:txBody>
        </p:sp>
        <p:sp>
          <p:nvSpPr>
            <p:cNvPr id="15" name="Aitds11"/>
            <p:cNvSpPr/>
            <p:nvPr/>
          </p:nvSpPr>
          <p:spPr>
            <a:xfrm>
              <a:off x="3222142" y="2769735"/>
              <a:ext cx="5156504" cy="817563"/>
            </a:xfrm>
            <a:prstGeom prst="rect">
              <a:avLst/>
            </a:prstGeom>
          </p:spPr>
          <p:txBody>
            <a:bodyPr wrap="square" lIns="105571" tIns="52784" rIns="105571" bIns="52784">
              <a:spAutoFit/>
            </a:bodyPr>
            <a:lstStyle/>
            <a:p>
              <a:pPr>
                <a:lnSpc>
                  <a:spcPct val="110000"/>
                </a:lnSpc>
              </a:pPr>
              <a:r>
                <a:rPr lang="zh-CN" altLang="en-US" sz="1400" spc="400" dirty="0">
                  <a:latin typeface="Arial" panose="020B0604020202020204"/>
                  <a:ea typeface="阿里巴巴普惠体 Medium"/>
                  <a:cs typeface="阿里巴巴普惠体 Medium"/>
                  <a:sym typeface="Arial" panose="020B0604020202020204"/>
                </a:rPr>
                <a:t>在此处添加您的文本内容在此处添加您的文本内容在此处添加您的文本内容在此处添加在此处添加您的文本内容在此处添加您</a:t>
              </a:r>
              <a:endParaRPr lang="zh-CN" altLang="en-US" sz="1400" spc="400" dirty="0">
                <a:latin typeface="Arial" panose="020B0604020202020204"/>
                <a:ea typeface="阿里巴巴普惠体 Medium"/>
                <a:cs typeface="阿里巴巴普惠体 Medium"/>
                <a:sym typeface="Arial" panose="020B0604020202020204"/>
              </a:endParaRPr>
            </a:p>
          </p:txBody>
        </p:sp>
      </p:grpSp>
      <p:grpSp>
        <p:nvGrpSpPr>
          <p:cNvPr id="22" name="组合 21"/>
          <p:cNvGrpSpPr/>
          <p:nvPr/>
        </p:nvGrpSpPr>
        <p:grpSpPr>
          <a:xfrm>
            <a:off x="3628317" y="3927950"/>
            <a:ext cx="7610124" cy="1904097"/>
            <a:chOff x="981218" y="4028870"/>
            <a:chExt cx="7610124" cy="1904097"/>
          </a:xfrm>
        </p:grpSpPr>
        <p:grpSp>
          <p:nvGrpSpPr>
            <p:cNvPr id="23" name="Aitds5"/>
            <p:cNvGrpSpPr/>
            <p:nvPr/>
          </p:nvGrpSpPr>
          <p:grpSpPr>
            <a:xfrm>
              <a:off x="1090023" y="4503732"/>
              <a:ext cx="1182145" cy="1182573"/>
              <a:chOff x="304800" y="673100"/>
              <a:chExt cx="4000500" cy="4000500"/>
            </a:xfrm>
            <a:effectLst/>
          </p:grpSpPr>
          <p:sp>
            <p:nvSpPr>
              <p:cNvPr id="35" name="Aitds5-1"/>
              <p:cNvSpPr/>
              <p:nvPr/>
            </p:nvSpPr>
            <p:spPr>
              <a:xfrm>
                <a:off x="304800" y="673100"/>
                <a:ext cx="4000500" cy="4000500"/>
              </a:xfrm>
              <a:prstGeom prst="donut">
                <a:avLst>
                  <a:gd name="adj" fmla="val 4879"/>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400" dirty="0">
                  <a:solidFill>
                    <a:prstClr val="black"/>
                  </a:solidFill>
                  <a:latin typeface="Arial" panose="020B0604020202020204"/>
                  <a:ea typeface="阿里巴巴普惠体 Medium"/>
                  <a:cs typeface="阿里巴巴普惠体 Medium"/>
                  <a:sym typeface="Arial" panose="020B0604020202020204"/>
                </a:endParaRPr>
              </a:p>
            </p:txBody>
          </p:sp>
          <p:sp>
            <p:nvSpPr>
              <p:cNvPr id="36" name="Aitds5-2"/>
              <p:cNvSpPr/>
              <p:nvPr/>
            </p:nvSpPr>
            <p:spPr>
              <a:xfrm>
                <a:off x="392111" y="760412"/>
                <a:ext cx="3825875" cy="3825874"/>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400" dirty="0">
                  <a:solidFill>
                    <a:prstClr val="white"/>
                  </a:solidFill>
                  <a:latin typeface="Arial" panose="020B0604020202020204"/>
                  <a:ea typeface="阿里巴巴普惠体 Medium"/>
                  <a:cs typeface="阿里巴巴普惠体 Medium"/>
                  <a:sym typeface="Arial" panose="020B0604020202020204"/>
                </a:endParaRPr>
              </a:p>
            </p:txBody>
          </p:sp>
        </p:grpSp>
        <p:sp>
          <p:nvSpPr>
            <p:cNvPr id="24" name="Aitds6"/>
            <p:cNvSpPr/>
            <p:nvPr/>
          </p:nvSpPr>
          <p:spPr>
            <a:xfrm>
              <a:off x="1258545" y="4787801"/>
              <a:ext cx="843571" cy="676985"/>
            </a:xfrm>
            <a:prstGeom prst="rect">
              <a:avLst/>
            </a:prstGeom>
          </p:spPr>
          <p:txBody>
            <a:bodyPr wrap="square" lIns="121798" tIns="60899" rIns="121798" bIns="60899">
              <a:spAutoFit/>
            </a:bodyPr>
            <a:lstStyle/>
            <a:p>
              <a:pPr algn="ctr">
                <a:defRPr/>
              </a:pPr>
              <a:r>
                <a:rPr kumimoji="0" lang="zh-CN" altLang="en-US" sz="1800" b="0"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rPr>
                <a:t>未来工作</a:t>
              </a:r>
              <a:endParaRPr lang="zh-CN" altLang="en-US" dirty="0">
                <a:solidFill>
                  <a:schemeClr val="bg1"/>
                </a:solidFill>
                <a:latin typeface="Arial" panose="020B0604020202020204"/>
                <a:ea typeface="阿里巴巴普惠体 Medium"/>
                <a:cs typeface="阿里巴巴普惠体 Medium"/>
                <a:sym typeface="Arial" panose="020B0604020202020204"/>
              </a:endParaRPr>
            </a:p>
          </p:txBody>
        </p:sp>
        <p:sp>
          <p:nvSpPr>
            <p:cNvPr id="25" name="Aitds7"/>
            <p:cNvSpPr>
              <a:spLocks noChangeArrowheads="1"/>
            </p:cNvSpPr>
            <p:nvPr/>
          </p:nvSpPr>
          <p:spPr bwMode="auto">
            <a:xfrm>
              <a:off x="981218" y="4403043"/>
              <a:ext cx="1387330" cy="1387330"/>
            </a:xfrm>
            <a:prstGeom prst="ellipse">
              <a:avLst/>
            </a:prstGeom>
            <a:noFill/>
            <a:ln w="9525" cmpd="sng">
              <a:solidFill>
                <a:srgbClr val="C00000"/>
              </a:solidFill>
              <a:prstDash val="dash"/>
              <a:round/>
            </a:ln>
            <a:extLst>
              <a:ext uri="{909E8E84-426E-40DD-AFC4-6F175D3DCCD1}">
                <a14:hiddenFill xmlns:a14="http://schemas.microsoft.com/office/drawing/2010/main">
                  <a:solidFill>
                    <a:srgbClr val="FFFFFF"/>
                  </a:solidFill>
                </a14:hiddenFill>
              </a:ext>
            </a:extLst>
          </p:spPr>
          <p:txBody>
            <a:bodyPr lIns="91417" tIns="45709" rIns="91417" bIns="45709"/>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400" kern="0" dirty="0">
                <a:solidFill>
                  <a:prstClr val="black"/>
                </a:solidFill>
                <a:latin typeface="Arial" panose="020B0604020202020204"/>
                <a:ea typeface="阿里巴巴普惠体 Medium"/>
                <a:cs typeface="阿里巴巴普惠体 Medium"/>
                <a:sym typeface="Arial" panose="020B0604020202020204"/>
              </a:endParaRPr>
            </a:p>
          </p:txBody>
        </p:sp>
        <p:grpSp>
          <p:nvGrpSpPr>
            <p:cNvPr id="26" name="Aitds9"/>
            <p:cNvGrpSpPr/>
            <p:nvPr/>
          </p:nvGrpSpPr>
          <p:grpSpPr>
            <a:xfrm>
              <a:off x="1865576" y="4079139"/>
              <a:ext cx="599844" cy="518745"/>
              <a:chOff x="2681832" y="2265475"/>
              <a:chExt cx="599844" cy="518745"/>
            </a:xfrm>
          </p:grpSpPr>
          <p:grpSp>
            <p:nvGrpSpPr>
              <p:cNvPr id="31" name="Group 15"/>
              <p:cNvGrpSpPr/>
              <p:nvPr/>
            </p:nvGrpSpPr>
            <p:grpSpPr bwMode="auto">
              <a:xfrm>
                <a:off x="2681832" y="2265475"/>
                <a:ext cx="517914" cy="518745"/>
                <a:chOff x="0" y="0"/>
                <a:chExt cx="763788" cy="763788"/>
              </a:xfrm>
            </p:grpSpPr>
            <p:sp>
              <p:nvSpPr>
                <p:cNvPr id="33" name="Aitds9-1"/>
                <p:cNvSpPr>
                  <a:spLocks noChangeArrowheads="1"/>
                </p:cNvSpPr>
                <p:nvPr/>
              </p:nvSpPr>
              <p:spPr bwMode="auto">
                <a:xfrm>
                  <a:off x="0" y="0"/>
                  <a:ext cx="763788" cy="763788"/>
                </a:xfrm>
                <a:prstGeom prst="ellipse">
                  <a:avLst/>
                </a:prstGeom>
                <a:solidFill>
                  <a:srgbClr val="FFFFFF"/>
                </a:solidFill>
                <a:ln w="9525">
                  <a:noFill/>
                  <a:round/>
                </a:ln>
              </p:spPr>
              <p:txBody>
                <a:bodyPr anchor="ctr"/>
                <a:lstStyle/>
                <a:p>
                  <a:pPr algn="ctr" defTabSz="913130" fontAlgn="base">
                    <a:spcBef>
                      <a:spcPct val="0"/>
                    </a:spcBef>
                    <a:spcAft>
                      <a:spcPct val="0"/>
                    </a:spcAft>
                    <a:buFont typeface="Arial" panose="020B0604020202020204" pitchFamily="34" charset="0"/>
                    <a:buNone/>
                    <a:defRPr/>
                  </a:pPr>
                  <a:endParaRPr lang="zh-CN" altLang="zh-CN" sz="2400" kern="0" dirty="0">
                    <a:solidFill>
                      <a:srgbClr val="FFFFFF"/>
                    </a:solidFill>
                    <a:latin typeface="Arial" panose="020B0604020202020204"/>
                    <a:ea typeface="阿里巴巴普惠体 Medium"/>
                    <a:cs typeface="阿里巴巴普惠体 Medium"/>
                    <a:sym typeface="Arial" panose="020B0604020202020204"/>
                  </a:endParaRPr>
                </a:p>
              </p:txBody>
            </p:sp>
            <p:sp>
              <p:nvSpPr>
                <p:cNvPr id="34" name="Aitds9-2"/>
                <p:cNvSpPr>
                  <a:spLocks noChangeArrowheads="1"/>
                </p:cNvSpPr>
                <p:nvPr/>
              </p:nvSpPr>
              <p:spPr bwMode="auto">
                <a:xfrm>
                  <a:off x="83367" y="83233"/>
                  <a:ext cx="597054" cy="597321"/>
                </a:xfrm>
                <a:prstGeom prst="ellipse">
                  <a:avLst/>
                </a:prstGeom>
                <a:solidFill>
                  <a:srgbClr val="C00000"/>
                </a:solidFill>
                <a:ln w="38100">
                  <a:solidFill>
                    <a:srgbClr val="FFC000"/>
                  </a:solidFill>
                  <a:miter lim="800000"/>
                </a:ln>
              </p:spPr>
              <p:txBody>
                <a:bodyPr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algn="ctr" defTabSz="914400">
                    <a:spcBef>
                      <a:spcPct val="0"/>
                    </a:spcBef>
                    <a:buFont typeface="Arial" panose="020B0604020202020204" pitchFamily="34" charset="0"/>
                    <a:buNone/>
                    <a:defRPr/>
                  </a:pPr>
                  <a:endParaRPr lang="zh-CN" altLang="zh-CN" sz="2400" kern="0" dirty="0">
                    <a:solidFill>
                      <a:srgbClr val="FFFFFF"/>
                    </a:solidFill>
                    <a:latin typeface="Arial" panose="020B0604020202020204"/>
                    <a:ea typeface="阿里巴巴普惠体 Medium"/>
                    <a:cs typeface="阿里巴巴普惠体 Medium"/>
                    <a:sym typeface="Arial" panose="020B0604020202020204"/>
                  </a:endParaRPr>
                </a:p>
              </p:txBody>
            </p:sp>
          </p:grpSp>
          <p:sp>
            <p:nvSpPr>
              <p:cNvPr id="32" name="Aitds9-3"/>
              <p:cNvSpPr txBox="1"/>
              <p:nvPr/>
            </p:nvSpPr>
            <p:spPr>
              <a:xfrm>
                <a:off x="2785787" y="2317990"/>
                <a:ext cx="495889" cy="400110"/>
              </a:xfrm>
              <a:prstGeom prst="rect">
                <a:avLst/>
              </a:prstGeom>
              <a:noFill/>
            </p:spPr>
            <p:txBody>
              <a:bodyPr wrap="square" rtlCol="0">
                <a:spAutoFit/>
              </a:bodyPr>
              <a:lstStyle/>
              <a:p>
                <a:r>
                  <a:rPr lang="en-US" altLang="zh-CN" sz="2000" dirty="0">
                    <a:solidFill>
                      <a:prstClr val="white"/>
                    </a:solidFill>
                    <a:latin typeface="Arial" panose="020B0604020202020204"/>
                    <a:ea typeface="阿里巴巴普惠体 Medium"/>
                    <a:cs typeface="阿里巴巴普惠体 Medium"/>
                    <a:sym typeface="Arial" panose="020B0604020202020204"/>
                  </a:rPr>
                  <a:t>2</a:t>
                </a:r>
                <a:endParaRPr lang="zh-CN" altLang="en-US" sz="2000" dirty="0">
                  <a:solidFill>
                    <a:prstClr val="white"/>
                  </a:solidFill>
                  <a:latin typeface="Arial" panose="020B0604020202020204"/>
                  <a:ea typeface="阿里巴巴普惠体 Medium"/>
                  <a:cs typeface="阿里巴巴普惠体 Medium"/>
                  <a:sym typeface="Arial" panose="020B0604020202020204"/>
                </a:endParaRPr>
              </a:p>
            </p:txBody>
          </p:sp>
        </p:grpSp>
        <p:sp>
          <p:nvSpPr>
            <p:cNvPr id="27" name="Aitds13"/>
            <p:cNvSpPr/>
            <p:nvPr/>
          </p:nvSpPr>
          <p:spPr>
            <a:xfrm>
              <a:off x="2833820" y="4644414"/>
              <a:ext cx="5757522" cy="1288553"/>
            </a:xfrm>
            <a:prstGeom prst="roundRect">
              <a:avLst>
                <a:gd name="adj" fmla="val 50000"/>
              </a:avLst>
            </a:prstGeom>
            <a:noFill/>
            <a:ln w="28575">
              <a:solidFill>
                <a:schemeClr val="bg1">
                  <a:lumMod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85">
                <a:solidFill>
                  <a:prstClr val="white"/>
                </a:solidFill>
                <a:latin typeface="Arial" panose="020B0604020202020204"/>
                <a:ea typeface="阿里巴巴普惠体 Medium"/>
                <a:cs typeface="阿里巴巴普惠体 Medium"/>
                <a:sym typeface="Arial" panose="020B0604020202020204"/>
              </a:endParaRPr>
            </a:p>
          </p:txBody>
        </p:sp>
        <p:sp>
          <p:nvSpPr>
            <p:cNvPr id="28" name="Aitds15"/>
            <p:cNvSpPr>
              <a:spLocks noChangeShapeType="1"/>
            </p:cNvSpPr>
            <p:nvPr/>
          </p:nvSpPr>
          <p:spPr bwMode="auto">
            <a:xfrm flipH="1">
              <a:off x="2322913" y="5146260"/>
              <a:ext cx="641411" cy="0"/>
            </a:xfrm>
            <a:prstGeom prst="line">
              <a:avLst/>
            </a:prstGeom>
            <a:noFill/>
            <a:ln w="12700" cap="flat">
              <a:solidFill>
                <a:srgbClr val="C00000"/>
              </a:solidFill>
              <a:prstDash val="solid"/>
              <a:miter lim="800000"/>
              <a:headEnd type="oval"/>
              <a:tailEnd type="oval"/>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pPr>
                <a:defRPr/>
              </a:pPr>
              <a:endParaRPr lang="zh-CN" altLang="en-US" dirty="0">
                <a:solidFill>
                  <a:prstClr val="white"/>
                </a:solidFill>
                <a:latin typeface="Arial" panose="020B0604020202020204"/>
                <a:ea typeface="阿里巴巴普惠体 Medium"/>
                <a:cs typeface="阿里巴巴普惠体 Medium"/>
                <a:sym typeface="Arial" panose="020B0604020202020204"/>
              </a:endParaRPr>
            </a:p>
          </p:txBody>
        </p:sp>
        <p:sp>
          <p:nvSpPr>
            <p:cNvPr id="29" name="Aitds17"/>
            <p:cNvSpPr/>
            <p:nvPr/>
          </p:nvSpPr>
          <p:spPr>
            <a:xfrm>
              <a:off x="3144101" y="4028870"/>
              <a:ext cx="1396536" cy="461665"/>
            </a:xfrm>
            <a:prstGeom prst="rect">
              <a:avLst/>
            </a:prstGeom>
          </p:spPr>
          <p:txBody>
            <a:bodyPr wrap="none">
              <a:spAutoFit/>
            </a:bodyPr>
            <a:lstStyle/>
            <a:p>
              <a:r>
                <a:rPr kumimoji="0" lang="zh-CN" altLang="en-US" sz="2400" b="0" i="0" u="none" strike="noStrike" kern="1200" cap="none" spc="0" normalizeH="0" baseline="0" noProof="0" dirty="0">
                  <a:ln>
                    <a:noFill/>
                  </a:ln>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rPr>
                <a:t>未来工作</a:t>
              </a:r>
              <a:endParaRPr lang="zh-CN" altLang="en-US" sz="2400" dirty="0">
                <a:solidFill>
                  <a:srgbClr val="C00000"/>
                </a:solidFill>
                <a:latin typeface="Arial" panose="020B0604020202020204"/>
                <a:ea typeface="阿里巴巴普惠体 Medium"/>
                <a:cs typeface="阿里巴巴普惠体 Medium"/>
                <a:sym typeface="Arial" panose="020B0604020202020204"/>
              </a:endParaRPr>
            </a:p>
          </p:txBody>
        </p:sp>
        <p:sp>
          <p:nvSpPr>
            <p:cNvPr id="30" name="Aitds11"/>
            <p:cNvSpPr/>
            <p:nvPr/>
          </p:nvSpPr>
          <p:spPr>
            <a:xfrm>
              <a:off x="3250699" y="4884881"/>
              <a:ext cx="4839199" cy="817563"/>
            </a:xfrm>
            <a:prstGeom prst="rect">
              <a:avLst/>
            </a:prstGeom>
          </p:spPr>
          <p:txBody>
            <a:bodyPr wrap="square" lIns="105571" tIns="52784" rIns="105571" bIns="52784">
              <a:spAutoFit/>
            </a:bodyPr>
            <a:lstStyle/>
            <a:p>
              <a:pPr>
                <a:lnSpc>
                  <a:spcPct val="110000"/>
                </a:lnSpc>
              </a:pPr>
              <a:r>
                <a:rPr lang="zh-CN" altLang="en-US" sz="1400" spc="400" dirty="0">
                  <a:latin typeface="Arial" panose="020B0604020202020204"/>
                  <a:ea typeface="阿里巴巴普惠体 Medium"/>
                  <a:cs typeface="阿里巴巴普惠体 Medium"/>
                  <a:sym typeface="Arial" panose="020B0604020202020204"/>
                </a:rPr>
                <a:t>在此处添加您的文本内容在此处添加您的文本内容在此处添加您的文本内容在此处添加在此处添加您的文本内容在此处添加您</a:t>
              </a:r>
              <a:endParaRPr lang="zh-CN" altLang="en-US" sz="1400" spc="400" dirty="0">
                <a:latin typeface="Arial" panose="020B0604020202020204"/>
                <a:ea typeface="阿里巴巴普惠体 Medium"/>
                <a:cs typeface="阿里巴巴普惠体 Medium"/>
                <a:sym typeface="Arial" panose="020B0604020202020204"/>
              </a:endParaRPr>
            </a:p>
          </p:txBody>
        </p:sp>
      </p:grpSp>
      <p:pic>
        <p:nvPicPr>
          <p:cNvPr id="37" name="图片 36"/>
          <p:cNvPicPr>
            <a:picLocks noChangeAspect="1"/>
          </p:cNvPicPr>
          <p:nvPr/>
        </p:nvPicPr>
        <p:blipFill rotWithShape="1">
          <a:blip r:embed="rId3" cstate="print">
            <a:extLst>
              <a:ext uri="{28A0092B-C50C-407E-A947-70E740481C1C}">
                <a14:useLocalDpi xmlns:a14="http://schemas.microsoft.com/office/drawing/2010/main" val="0"/>
              </a:ext>
            </a:extLst>
          </a:blip>
          <a:srcRect l="-1510" t="19093" r="1510" b="23461"/>
          <a:stretch>
            <a:fillRect/>
          </a:stretch>
        </p:blipFill>
        <p:spPr>
          <a:xfrm>
            <a:off x="8663271" y="1905169"/>
            <a:ext cx="2769492" cy="1590949"/>
          </a:xfrm>
          <a:prstGeom prst="rect">
            <a:avLst/>
          </a:prstGeom>
        </p:spPr>
      </p:pic>
      <p:pic>
        <p:nvPicPr>
          <p:cNvPr id="38" name="图片 37"/>
          <p:cNvPicPr>
            <a:picLocks noChangeAspect="1"/>
          </p:cNvPicPr>
          <p:nvPr/>
        </p:nvPicPr>
        <p:blipFill rotWithShape="1">
          <a:blip r:embed="rId3" cstate="print">
            <a:extLst>
              <a:ext uri="{28A0092B-C50C-407E-A947-70E740481C1C}">
                <a14:useLocalDpi xmlns:a14="http://schemas.microsoft.com/office/drawing/2010/main" val="0"/>
              </a:ext>
            </a:extLst>
          </a:blip>
          <a:srcRect l="-1510" t="19093" r="1510" b="23461"/>
          <a:stretch>
            <a:fillRect/>
          </a:stretch>
        </p:blipFill>
        <p:spPr>
          <a:xfrm>
            <a:off x="769034" y="4047454"/>
            <a:ext cx="2769492" cy="159094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ppt_w</p:attrName>
                                        </p:attrNameLst>
                                      </p:cBhvr>
                                      <p:tavLst>
                                        <p:tav tm="0">
                                          <p:val>
                                            <p:fltVal val="0"/>
                                          </p:val>
                                        </p:tav>
                                        <p:tav tm="100000">
                                          <p:val>
                                            <p:strVal val="#ppt_w"/>
                                          </p:val>
                                        </p:tav>
                                      </p:tavLst>
                                    </p:anim>
                                    <p:anim calcmode="lin" valueType="num">
                                      <p:cBhvr>
                                        <p:cTn id="8" dur="500" fill="hold"/>
                                        <p:tgtEl>
                                          <p:spTgt spid="13"/>
                                        </p:tgtEl>
                                        <p:attrNameLst>
                                          <p:attrName>ppt_h</p:attrName>
                                        </p:attrNameLst>
                                      </p:cBhvr>
                                      <p:tavLst>
                                        <p:tav tm="0">
                                          <p:val>
                                            <p:fltVal val="0"/>
                                          </p:val>
                                        </p:tav>
                                        <p:tav tm="100000">
                                          <p:val>
                                            <p:strVal val="#ppt_h"/>
                                          </p:val>
                                        </p:tav>
                                      </p:tavLst>
                                    </p:anim>
                                    <p:animEffect transition="in" filter="fade">
                                      <p:cBhvr>
                                        <p:cTn id="9" dur="500"/>
                                        <p:tgtEl>
                                          <p:spTgt spid="13"/>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p:cTn id="14" dur="500" fill="hold"/>
                                        <p:tgtEl>
                                          <p:spTgt spid="2"/>
                                        </p:tgtEl>
                                        <p:attrNameLst>
                                          <p:attrName>ppt_w</p:attrName>
                                        </p:attrNameLst>
                                      </p:cBhvr>
                                      <p:tavLst>
                                        <p:tav tm="0">
                                          <p:val>
                                            <p:fltVal val="0"/>
                                          </p:val>
                                        </p:tav>
                                        <p:tav tm="100000">
                                          <p:val>
                                            <p:strVal val="#ppt_w"/>
                                          </p:val>
                                        </p:tav>
                                      </p:tavLst>
                                    </p:anim>
                                    <p:anim calcmode="lin" valueType="num">
                                      <p:cBhvr>
                                        <p:cTn id="15" dur="500" fill="hold"/>
                                        <p:tgtEl>
                                          <p:spTgt spid="2"/>
                                        </p:tgtEl>
                                        <p:attrNameLst>
                                          <p:attrName>ppt_h</p:attrName>
                                        </p:attrNameLst>
                                      </p:cBhvr>
                                      <p:tavLst>
                                        <p:tav tm="0">
                                          <p:val>
                                            <p:fltVal val="0"/>
                                          </p:val>
                                        </p:tav>
                                        <p:tav tm="100000">
                                          <p:val>
                                            <p:strVal val="#ppt_h"/>
                                          </p:val>
                                        </p:tav>
                                      </p:tavLst>
                                    </p:anim>
                                    <p:animEffect transition="in" filter="fade">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22"/>
                                        </p:tgtEl>
                                        <p:attrNameLst>
                                          <p:attrName>style.visibility</p:attrName>
                                        </p:attrNameLst>
                                      </p:cBhvr>
                                      <p:to>
                                        <p:strVal val="visible"/>
                                      </p:to>
                                    </p:set>
                                    <p:anim calcmode="lin" valueType="num">
                                      <p:cBhvr>
                                        <p:cTn id="21" dur="500" fill="hold"/>
                                        <p:tgtEl>
                                          <p:spTgt spid="22"/>
                                        </p:tgtEl>
                                        <p:attrNameLst>
                                          <p:attrName>ppt_w</p:attrName>
                                        </p:attrNameLst>
                                      </p:cBhvr>
                                      <p:tavLst>
                                        <p:tav tm="0">
                                          <p:val>
                                            <p:fltVal val="0"/>
                                          </p:val>
                                        </p:tav>
                                        <p:tav tm="100000">
                                          <p:val>
                                            <p:strVal val="#ppt_w"/>
                                          </p:val>
                                        </p:tav>
                                      </p:tavLst>
                                    </p:anim>
                                    <p:anim calcmode="lin" valueType="num">
                                      <p:cBhvr>
                                        <p:cTn id="22" dur="500" fill="hold"/>
                                        <p:tgtEl>
                                          <p:spTgt spid="22"/>
                                        </p:tgtEl>
                                        <p:attrNameLst>
                                          <p:attrName>ppt_h</p:attrName>
                                        </p:attrNameLst>
                                      </p:cBhvr>
                                      <p:tavLst>
                                        <p:tav tm="0">
                                          <p:val>
                                            <p:fltVal val="0"/>
                                          </p:val>
                                        </p:tav>
                                        <p:tav tm="100000">
                                          <p:val>
                                            <p:strVal val="#ppt_h"/>
                                          </p:val>
                                        </p:tav>
                                      </p:tavLst>
                                    </p:anim>
                                    <p:animEffect transition="in" filter="fade">
                                      <p:cBhvr>
                                        <p:cTn id="23" dur="500"/>
                                        <p:tgtEl>
                                          <p:spTgt spid="22"/>
                                        </p:tgtEl>
                                      </p:cBhvr>
                                    </p:animEffect>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7"/>
                                        </p:tgtEl>
                                        <p:attrNameLst>
                                          <p:attrName>style.visibility</p:attrName>
                                        </p:attrNameLst>
                                      </p:cBhvr>
                                      <p:to>
                                        <p:strVal val="visible"/>
                                      </p:to>
                                    </p:set>
                                    <p:animEffect transition="in" filter="fade">
                                      <p:cBhvr>
                                        <p:cTn id="28" dur="1000"/>
                                        <p:tgtEl>
                                          <p:spTgt spid="37"/>
                                        </p:tgtEl>
                                      </p:cBhvr>
                                    </p:animEffect>
                                    <p:anim calcmode="lin" valueType="num">
                                      <p:cBhvr>
                                        <p:cTn id="29" dur="1000" fill="hold"/>
                                        <p:tgtEl>
                                          <p:spTgt spid="37"/>
                                        </p:tgtEl>
                                        <p:attrNameLst>
                                          <p:attrName>ppt_x</p:attrName>
                                        </p:attrNameLst>
                                      </p:cBhvr>
                                      <p:tavLst>
                                        <p:tav tm="0">
                                          <p:val>
                                            <p:strVal val="#ppt_x"/>
                                          </p:val>
                                        </p:tav>
                                        <p:tav tm="100000">
                                          <p:val>
                                            <p:strVal val="#ppt_x"/>
                                          </p:val>
                                        </p:tav>
                                      </p:tavLst>
                                    </p:anim>
                                    <p:anim calcmode="lin" valueType="num">
                                      <p:cBhvr>
                                        <p:cTn id="30"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8"/>
                                        </p:tgtEl>
                                        <p:attrNameLst>
                                          <p:attrName>style.visibility</p:attrName>
                                        </p:attrNameLst>
                                      </p:cBhvr>
                                      <p:to>
                                        <p:strVal val="visible"/>
                                      </p:to>
                                    </p:set>
                                    <p:animEffect transition="in" filter="fade">
                                      <p:cBhvr>
                                        <p:cTn id="35" dur="1000"/>
                                        <p:tgtEl>
                                          <p:spTgt spid="38"/>
                                        </p:tgtEl>
                                      </p:cBhvr>
                                    </p:animEffect>
                                    <p:anim calcmode="lin" valueType="num">
                                      <p:cBhvr>
                                        <p:cTn id="36" dur="1000" fill="hold"/>
                                        <p:tgtEl>
                                          <p:spTgt spid="38"/>
                                        </p:tgtEl>
                                        <p:attrNameLst>
                                          <p:attrName>ppt_x</p:attrName>
                                        </p:attrNameLst>
                                      </p:cBhvr>
                                      <p:tavLst>
                                        <p:tav tm="0">
                                          <p:val>
                                            <p:strVal val="#ppt_x"/>
                                          </p:val>
                                        </p:tav>
                                        <p:tav tm="100000">
                                          <p:val>
                                            <p:strVal val="#ppt_x"/>
                                          </p:val>
                                        </p:tav>
                                      </p:tavLst>
                                    </p:anim>
                                    <p:anim calcmode="lin" valueType="num">
                                      <p:cBhvr>
                                        <p:cTn id="37"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p:cNvGrpSpPr/>
          <p:nvPr/>
        </p:nvGrpSpPr>
        <p:grpSpPr>
          <a:xfrm>
            <a:off x="695402" y="548681"/>
            <a:ext cx="4049727" cy="584775"/>
            <a:chOff x="606113" y="404664"/>
            <a:chExt cx="4049727" cy="584775"/>
          </a:xfrm>
        </p:grpSpPr>
        <p:grpSp>
          <p:nvGrpSpPr>
            <p:cNvPr id="9" name="组合 8"/>
            <p:cNvGrpSpPr/>
            <p:nvPr/>
          </p:nvGrpSpPr>
          <p:grpSpPr>
            <a:xfrm>
              <a:off x="606113" y="443399"/>
              <a:ext cx="479425" cy="479425"/>
              <a:chOff x="7015" y="3652"/>
              <a:chExt cx="2006" cy="2006"/>
            </a:xfrm>
          </p:grpSpPr>
          <p:sp>
            <p:nvSpPr>
              <p:cNvPr id="10" name="图形"/>
              <p:cNvSpPr/>
              <p:nvPr userDrawn="1">
                <p:custDataLst>
                  <p:tags r:id="rId1"/>
                </p:custDataLst>
              </p:nvPr>
            </p:nvSpPr>
            <p:spPr bwMode="auto">
              <a:xfrm rot="660000">
                <a:off x="7015" y="3652"/>
                <a:ext cx="2007" cy="2007"/>
              </a:xfrm>
              <a:custGeom>
                <a:avLst/>
                <a:gdLst>
                  <a:gd name="T0" fmla="*/ 6963 w 6970"/>
                  <a:gd name="T1" fmla="*/ 2355 h 6970"/>
                  <a:gd name="T2" fmla="*/ 6970 w 6970"/>
                  <a:gd name="T3" fmla="*/ 2278 h 6970"/>
                  <a:gd name="T4" fmla="*/ 6968 w 6970"/>
                  <a:gd name="T5" fmla="*/ 2203 h 6970"/>
                  <a:gd name="T6" fmla="*/ 6958 w 6970"/>
                  <a:gd name="T7" fmla="*/ 2128 h 6970"/>
                  <a:gd name="T8" fmla="*/ 6940 w 6970"/>
                  <a:gd name="T9" fmla="*/ 2057 h 6970"/>
                  <a:gd name="T10" fmla="*/ 6913 w 6970"/>
                  <a:gd name="T11" fmla="*/ 1988 h 6970"/>
                  <a:gd name="T12" fmla="*/ 6878 w 6970"/>
                  <a:gd name="T13" fmla="*/ 1924 h 6970"/>
                  <a:gd name="T14" fmla="*/ 6837 w 6970"/>
                  <a:gd name="T15" fmla="*/ 1864 h 6970"/>
                  <a:gd name="T16" fmla="*/ 6787 w 6970"/>
                  <a:gd name="T17" fmla="*/ 1809 h 6970"/>
                  <a:gd name="T18" fmla="*/ 6731 w 6970"/>
                  <a:gd name="T19" fmla="*/ 1758 h 6970"/>
                  <a:gd name="T20" fmla="*/ 6668 w 6970"/>
                  <a:gd name="T21" fmla="*/ 1714 h 6970"/>
                  <a:gd name="T22" fmla="*/ 5035 w 6970"/>
                  <a:gd name="T23" fmla="*/ 880 h 6970"/>
                  <a:gd name="T24" fmla="*/ 3400 w 6970"/>
                  <a:gd name="T25" fmla="*/ 49 h 6970"/>
                  <a:gd name="T26" fmla="*/ 3327 w 6970"/>
                  <a:gd name="T27" fmla="*/ 25 h 6970"/>
                  <a:gd name="T28" fmla="*/ 3254 w 6970"/>
                  <a:gd name="T29" fmla="*/ 8 h 6970"/>
                  <a:gd name="T30" fmla="*/ 3180 w 6970"/>
                  <a:gd name="T31" fmla="*/ 0 h 6970"/>
                  <a:gd name="T32" fmla="*/ 3107 w 6970"/>
                  <a:gd name="T33" fmla="*/ 2 h 6970"/>
                  <a:gd name="T34" fmla="*/ 3034 w 6970"/>
                  <a:gd name="T35" fmla="*/ 12 h 6970"/>
                  <a:gd name="T36" fmla="*/ 2964 w 6970"/>
                  <a:gd name="T37" fmla="*/ 30 h 6970"/>
                  <a:gd name="T38" fmla="*/ 2894 w 6970"/>
                  <a:gd name="T39" fmla="*/ 57 h 6970"/>
                  <a:gd name="T40" fmla="*/ 2829 w 6970"/>
                  <a:gd name="T41" fmla="*/ 93 h 6970"/>
                  <a:gd name="T42" fmla="*/ 2766 w 6970"/>
                  <a:gd name="T43" fmla="*/ 137 h 6970"/>
                  <a:gd name="T44" fmla="*/ 2708 w 6970"/>
                  <a:gd name="T45" fmla="*/ 189 h 6970"/>
                  <a:gd name="T46" fmla="*/ 171 w 6970"/>
                  <a:gd name="T47" fmla="*/ 2727 h 6970"/>
                  <a:gd name="T48" fmla="*/ 121 w 6970"/>
                  <a:gd name="T49" fmla="*/ 2786 h 6970"/>
                  <a:gd name="T50" fmla="*/ 80 w 6970"/>
                  <a:gd name="T51" fmla="*/ 2850 h 6970"/>
                  <a:gd name="T52" fmla="*/ 47 w 6970"/>
                  <a:gd name="T53" fmla="*/ 2918 h 6970"/>
                  <a:gd name="T54" fmla="*/ 24 w 6970"/>
                  <a:gd name="T55" fmla="*/ 2987 h 6970"/>
                  <a:gd name="T56" fmla="*/ 8 w 6970"/>
                  <a:gd name="T57" fmla="*/ 3058 h 6970"/>
                  <a:gd name="T58" fmla="*/ 0 w 6970"/>
                  <a:gd name="T59" fmla="*/ 3131 h 6970"/>
                  <a:gd name="T60" fmla="*/ 2 w 6970"/>
                  <a:gd name="T61" fmla="*/ 3205 h 6970"/>
                  <a:gd name="T62" fmla="*/ 12 w 6970"/>
                  <a:gd name="T63" fmla="*/ 3279 h 6970"/>
                  <a:gd name="T64" fmla="*/ 31 w 6970"/>
                  <a:gd name="T65" fmla="*/ 3352 h 6970"/>
                  <a:gd name="T66" fmla="*/ 59 w 6970"/>
                  <a:gd name="T67" fmla="*/ 3424 h 6970"/>
                  <a:gd name="T68" fmla="*/ 1690 w 6970"/>
                  <a:gd name="T69" fmla="*/ 6622 h 6970"/>
                  <a:gd name="T70" fmla="*/ 1729 w 6970"/>
                  <a:gd name="T71" fmla="*/ 6690 h 6970"/>
                  <a:gd name="T72" fmla="*/ 1774 w 6970"/>
                  <a:gd name="T73" fmla="*/ 6750 h 6970"/>
                  <a:gd name="T74" fmla="*/ 1827 w 6970"/>
                  <a:gd name="T75" fmla="*/ 6804 h 6970"/>
                  <a:gd name="T76" fmla="*/ 1883 w 6970"/>
                  <a:gd name="T77" fmla="*/ 6851 h 6970"/>
                  <a:gd name="T78" fmla="*/ 1944 w 6970"/>
                  <a:gd name="T79" fmla="*/ 6891 h 6970"/>
                  <a:gd name="T80" fmla="*/ 2011 w 6970"/>
                  <a:gd name="T81" fmla="*/ 6923 h 6970"/>
                  <a:gd name="T82" fmla="*/ 2080 w 6970"/>
                  <a:gd name="T83" fmla="*/ 6947 h 6970"/>
                  <a:gd name="T84" fmla="*/ 2153 w 6970"/>
                  <a:gd name="T85" fmla="*/ 6963 h 6970"/>
                  <a:gd name="T86" fmla="*/ 2227 w 6970"/>
                  <a:gd name="T87" fmla="*/ 6970 h 6970"/>
                  <a:gd name="T88" fmla="*/ 2304 w 6970"/>
                  <a:gd name="T89" fmla="*/ 6968 h 6970"/>
                  <a:gd name="T90" fmla="*/ 4116 w 6970"/>
                  <a:gd name="T91" fmla="*/ 6683 h 6970"/>
                  <a:gd name="T92" fmla="*/ 5926 w 6970"/>
                  <a:gd name="T93" fmla="*/ 6394 h 6970"/>
                  <a:gd name="T94" fmla="*/ 6000 w 6970"/>
                  <a:gd name="T95" fmla="*/ 6372 h 6970"/>
                  <a:gd name="T96" fmla="*/ 6069 w 6970"/>
                  <a:gd name="T97" fmla="*/ 6343 h 6970"/>
                  <a:gd name="T98" fmla="*/ 6133 w 6970"/>
                  <a:gd name="T99" fmla="*/ 6305 h 6970"/>
                  <a:gd name="T100" fmla="*/ 6191 w 6970"/>
                  <a:gd name="T101" fmla="*/ 6261 h 6970"/>
                  <a:gd name="T102" fmla="*/ 6245 w 6970"/>
                  <a:gd name="T103" fmla="*/ 6210 h 6970"/>
                  <a:gd name="T104" fmla="*/ 6291 w 6970"/>
                  <a:gd name="T105" fmla="*/ 6153 h 6970"/>
                  <a:gd name="T106" fmla="*/ 6330 w 6970"/>
                  <a:gd name="T107" fmla="*/ 6091 h 6970"/>
                  <a:gd name="T108" fmla="*/ 6363 w 6970"/>
                  <a:gd name="T109" fmla="*/ 6024 h 6970"/>
                  <a:gd name="T110" fmla="*/ 6388 w 6970"/>
                  <a:gd name="T111" fmla="*/ 5952 h 6970"/>
                  <a:gd name="T112" fmla="*/ 6405 w 6970"/>
                  <a:gd name="T113" fmla="*/ 5876 h 6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970" h="6970">
                    <a:moveTo>
                      <a:pt x="6405" y="5876"/>
                    </a:moveTo>
                    <a:lnTo>
                      <a:pt x="6683" y="4116"/>
                    </a:lnTo>
                    <a:lnTo>
                      <a:pt x="6963" y="2355"/>
                    </a:lnTo>
                    <a:lnTo>
                      <a:pt x="6966" y="2329"/>
                    </a:lnTo>
                    <a:lnTo>
                      <a:pt x="6968" y="2304"/>
                    </a:lnTo>
                    <a:lnTo>
                      <a:pt x="6970" y="2278"/>
                    </a:lnTo>
                    <a:lnTo>
                      <a:pt x="6970" y="2253"/>
                    </a:lnTo>
                    <a:lnTo>
                      <a:pt x="6970" y="2227"/>
                    </a:lnTo>
                    <a:lnTo>
                      <a:pt x="6968" y="2203"/>
                    </a:lnTo>
                    <a:lnTo>
                      <a:pt x="6966" y="2178"/>
                    </a:lnTo>
                    <a:lnTo>
                      <a:pt x="6963" y="2153"/>
                    </a:lnTo>
                    <a:lnTo>
                      <a:pt x="6958" y="2128"/>
                    </a:lnTo>
                    <a:lnTo>
                      <a:pt x="6954" y="2104"/>
                    </a:lnTo>
                    <a:lnTo>
                      <a:pt x="6947" y="2080"/>
                    </a:lnTo>
                    <a:lnTo>
                      <a:pt x="6940" y="2057"/>
                    </a:lnTo>
                    <a:lnTo>
                      <a:pt x="6932" y="2033"/>
                    </a:lnTo>
                    <a:lnTo>
                      <a:pt x="6923" y="2011"/>
                    </a:lnTo>
                    <a:lnTo>
                      <a:pt x="6913" y="1988"/>
                    </a:lnTo>
                    <a:lnTo>
                      <a:pt x="6903" y="1967"/>
                    </a:lnTo>
                    <a:lnTo>
                      <a:pt x="6891" y="1944"/>
                    </a:lnTo>
                    <a:lnTo>
                      <a:pt x="6878" y="1924"/>
                    </a:lnTo>
                    <a:lnTo>
                      <a:pt x="6866" y="1903"/>
                    </a:lnTo>
                    <a:lnTo>
                      <a:pt x="6851" y="1883"/>
                    </a:lnTo>
                    <a:lnTo>
                      <a:pt x="6837" y="1864"/>
                    </a:lnTo>
                    <a:lnTo>
                      <a:pt x="6821" y="1844"/>
                    </a:lnTo>
                    <a:lnTo>
                      <a:pt x="6804" y="1827"/>
                    </a:lnTo>
                    <a:lnTo>
                      <a:pt x="6787" y="1809"/>
                    </a:lnTo>
                    <a:lnTo>
                      <a:pt x="6769" y="1791"/>
                    </a:lnTo>
                    <a:lnTo>
                      <a:pt x="6750" y="1774"/>
                    </a:lnTo>
                    <a:lnTo>
                      <a:pt x="6731" y="1758"/>
                    </a:lnTo>
                    <a:lnTo>
                      <a:pt x="6711" y="1743"/>
                    </a:lnTo>
                    <a:lnTo>
                      <a:pt x="6690" y="1729"/>
                    </a:lnTo>
                    <a:lnTo>
                      <a:pt x="6668" y="1714"/>
                    </a:lnTo>
                    <a:lnTo>
                      <a:pt x="6646" y="1702"/>
                    </a:lnTo>
                    <a:lnTo>
                      <a:pt x="6622" y="1690"/>
                    </a:lnTo>
                    <a:lnTo>
                      <a:pt x="5035" y="880"/>
                    </a:lnTo>
                    <a:lnTo>
                      <a:pt x="3448" y="71"/>
                    </a:lnTo>
                    <a:lnTo>
                      <a:pt x="3424" y="59"/>
                    </a:lnTo>
                    <a:lnTo>
                      <a:pt x="3400" y="49"/>
                    </a:lnTo>
                    <a:lnTo>
                      <a:pt x="3376" y="40"/>
                    </a:lnTo>
                    <a:lnTo>
                      <a:pt x="3352" y="31"/>
                    </a:lnTo>
                    <a:lnTo>
                      <a:pt x="3327" y="25"/>
                    </a:lnTo>
                    <a:lnTo>
                      <a:pt x="3303" y="18"/>
                    </a:lnTo>
                    <a:lnTo>
                      <a:pt x="3279" y="12"/>
                    </a:lnTo>
                    <a:lnTo>
                      <a:pt x="3254" y="8"/>
                    </a:lnTo>
                    <a:lnTo>
                      <a:pt x="3230" y="4"/>
                    </a:lnTo>
                    <a:lnTo>
                      <a:pt x="3205" y="2"/>
                    </a:lnTo>
                    <a:lnTo>
                      <a:pt x="3180" y="0"/>
                    </a:lnTo>
                    <a:lnTo>
                      <a:pt x="3156" y="0"/>
                    </a:lnTo>
                    <a:lnTo>
                      <a:pt x="3131" y="0"/>
                    </a:lnTo>
                    <a:lnTo>
                      <a:pt x="3107" y="2"/>
                    </a:lnTo>
                    <a:lnTo>
                      <a:pt x="3083" y="4"/>
                    </a:lnTo>
                    <a:lnTo>
                      <a:pt x="3058" y="8"/>
                    </a:lnTo>
                    <a:lnTo>
                      <a:pt x="3034" y="12"/>
                    </a:lnTo>
                    <a:lnTo>
                      <a:pt x="3011" y="17"/>
                    </a:lnTo>
                    <a:lnTo>
                      <a:pt x="2987" y="24"/>
                    </a:lnTo>
                    <a:lnTo>
                      <a:pt x="2964" y="30"/>
                    </a:lnTo>
                    <a:lnTo>
                      <a:pt x="2940" y="38"/>
                    </a:lnTo>
                    <a:lnTo>
                      <a:pt x="2918" y="47"/>
                    </a:lnTo>
                    <a:lnTo>
                      <a:pt x="2894" y="57"/>
                    </a:lnTo>
                    <a:lnTo>
                      <a:pt x="2873" y="68"/>
                    </a:lnTo>
                    <a:lnTo>
                      <a:pt x="2850" y="80"/>
                    </a:lnTo>
                    <a:lnTo>
                      <a:pt x="2829" y="93"/>
                    </a:lnTo>
                    <a:lnTo>
                      <a:pt x="2808" y="107"/>
                    </a:lnTo>
                    <a:lnTo>
                      <a:pt x="2786" y="121"/>
                    </a:lnTo>
                    <a:lnTo>
                      <a:pt x="2766" y="137"/>
                    </a:lnTo>
                    <a:lnTo>
                      <a:pt x="2747" y="153"/>
                    </a:lnTo>
                    <a:lnTo>
                      <a:pt x="2727" y="171"/>
                    </a:lnTo>
                    <a:lnTo>
                      <a:pt x="2708" y="189"/>
                    </a:lnTo>
                    <a:lnTo>
                      <a:pt x="1448" y="1448"/>
                    </a:lnTo>
                    <a:lnTo>
                      <a:pt x="189" y="2708"/>
                    </a:lnTo>
                    <a:lnTo>
                      <a:pt x="171" y="2727"/>
                    </a:lnTo>
                    <a:lnTo>
                      <a:pt x="153" y="2747"/>
                    </a:lnTo>
                    <a:lnTo>
                      <a:pt x="137" y="2766"/>
                    </a:lnTo>
                    <a:lnTo>
                      <a:pt x="121" y="2786"/>
                    </a:lnTo>
                    <a:lnTo>
                      <a:pt x="107" y="2808"/>
                    </a:lnTo>
                    <a:lnTo>
                      <a:pt x="93" y="2829"/>
                    </a:lnTo>
                    <a:lnTo>
                      <a:pt x="80" y="2850"/>
                    </a:lnTo>
                    <a:lnTo>
                      <a:pt x="68" y="2873"/>
                    </a:lnTo>
                    <a:lnTo>
                      <a:pt x="57" y="2894"/>
                    </a:lnTo>
                    <a:lnTo>
                      <a:pt x="47" y="2918"/>
                    </a:lnTo>
                    <a:lnTo>
                      <a:pt x="38" y="2940"/>
                    </a:lnTo>
                    <a:lnTo>
                      <a:pt x="30" y="2964"/>
                    </a:lnTo>
                    <a:lnTo>
                      <a:pt x="24" y="2987"/>
                    </a:lnTo>
                    <a:lnTo>
                      <a:pt x="17" y="3011"/>
                    </a:lnTo>
                    <a:lnTo>
                      <a:pt x="12" y="3034"/>
                    </a:lnTo>
                    <a:lnTo>
                      <a:pt x="8" y="3058"/>
                    </a:lnTo>
                    <a:lnTo>
                      <a:pt x="4" y="3083"/>
                    </a:lnTo>
                    <a:lnTo>
                      <a:pt x="2" y="3107"/>
                    </a:lnTo>
                    <a:lnTo>
                      <a:pt x="0" y="3131"/>
                    </a:lnTo>
                    <a:lnTo>
                      <a:pt x="0" y="3156"/>
                    </a:lnTo>
                    <a:lnTo>
                      <a:pt x="0" y="3180"/>
                    </a:lnTo>
                    <a:lnTo>
                      <a:pt x="2" y="3205"/>
                    </a:lnTo>
                    <a:lnTo>
                      <a:pt x="4" y="3230"/>
                    </a:lnTo>
                    <a:lnTo>
                      <a:pt x="8" y="3254"/>
                    </a:lnTo>
                    <a:lnTo>
                      <a:pt x="12" y="3279"/>
                    </a:lnTo>
                    <a:lnTo>
                      <a:pt x="18" y="3303"/>
                    </a:lnTo>
                    <a:lnTo>
                      <a:pt x="24" y="3327"/>
                    </a:lnTo>
                    <a:lnTo>
                      <a:pt x="31" y="3352"/>
                    </a:lnTo>
                    <a:lnTo>
                      <a:pt x="40" y="3376"/>
                    </a:lnTo>
                    <a:lnTo>
                      <a:pt x="49" y="3400"/>
                    </a:lnTo>
                    <a:lnTo>
                      <a:pt x="59" y="3424"/>
                    </a:lnTo>
                    <a:lnTo>
                      <a:pt x="71" y="3448"/>
                    </a:lnTo>
                    <a:lnTo>
                      <a:pt x="880" y="5035"/>
                    </a:lnTo>
                    <a:lnTo>
                      <a:pt x="1690" y="6622"/>
                    </a:lnTo>
                    <a:lnTo>
                      <a:pt x="1702" y="6646"/>
                    </a:lnTo>
                    <a:lnTo>
                      <a:pt x="1714" y="6668"/>
                    </a:lnTo>
                    <a:lnTo>
                      <a:pt x="1729" y="6690"/>
                    </a:lnTo>
                    <a:lnTo>
                      <a:pt x="1743" y="6711"/>
                    </a:lnTo>
                    <a:lnTo>
                      <a:pt x="1758" y="6731"/>
                    </a:lnTo>
                    <a:lnTo>
                      <a:pt x="1774" y="6750"/>
                    </a:lnTo>
                    <a:lnTo>
                      <a:pt x="1791" y="6769"/>
                    </a:lnTo>
                    <a:lnTo>
                      <a:pt x="1809" y="6787"/>
                    </a:lnTo>
                    <a:lnTo>
                      <a:pt x="1827" y="6804"/>
                    </a:lnTo>
                    <a:lnTo>
                      <a:pt x="1844" y="6821"/>
                    </a:lnTo>
                    <a:lnTo>
                      <a:pt x="1864" y="6837"/>
                    </a:lnTo>
                    <a:lnTo>
                      <a:pt x="1883" y="6851"/>
                    </a:lnTo>
                    <a:lnTo>
                      <a:pt x="1903" y="6866"/>
                    </a:lnTo>
                    <a:lnTo>
                      <a:pt x="1924" y="6878"/>
                    </a:lnTo>
                    <a:lnTo>
                      <a:pt x="1944" y="6891"/>
                    </a:lnTo>
                    <a:lnTo>
                      <a:pt x="1967" y="6903"/>
                    </a:lnTo>
                    <a:lnTo>
                      <a:pt x="1988" y="6913"/>
                    </a:lnTo>
                    <a:lnTo>
                      <a:pt x="2011" y="6923"/>
                    </a:lnTo>
                    <a:lnTo>
                      <a:pt x="2033" y="6932"/>
                    </a:lnTo>
                    <a:lnTo>
                      <a:pt x="2057" y="6940"/>
                    </a:lnTo>
                    <a:lnTo>
                      <a:pt x="2080" y="6947"/>
                    </a:lnTo>
                    <a:lnTo>
                      <a:pt x="2104" y="6954"/>
                    </a:lnTo>
                    <a:lnTo>
                      <a:pt x="2128" y="6958"/>
                    </a:lnTo>
                    <a:lnTo>
                      <a:pt x="2153" y="6963"/>
                    </a:lnTo>
                    <a:lnTo>
                      <a:pt x="2178" y="6966"/>
                    </a:lnTo>
                    <a:lnTo>
                      <a:pt x="2203" y="6968"/>
                    </a:lnTo>
                    <a:lnTo>
                      <a:pt x="2227" y="6970"/>
                    </a:lnTo>
                    <a:lnTo>
                      <a:pt x="2253" y="6970"/>
                    </a:lnTo>
                    <a:lnTo>
                      <a:pt x="2278" y="6970"/>
                    </a:lnTo>
                    <a:lnTo>
                      <a:pt x="2304" y="6968"/>
                    </a:lnTo>
                    <a:lnTo>
                      <a:pt x="2329" y="6966"/>
                    </a:lnTo>
                    <a:lnTo>
                      <a:pt x="2355" y="6963"/>
                    </a:lnTo>
                    <a:lnTo>
                      <a:pt x="4116" y="6683"/>
                    </a:lnTo>
                    <a:lnTo>
                      <a:pt x="5876" y="6405"/>
                    </a:lnTo>
                    <a:lnTo>
                      <a:pt x="5902" y="6400"/>
                    </a:lnTo>
                    <a:lnTo>
                      <a:pt x="5926" y="6394"/>
                    </a:lnTo>
                    <a:lnTo>
                      <a:pt x="5952" y="6388"/>
                    </a:lnTo>
                    <a:lnTo>
                      <a:pt x="5976" y="6381"/>
                    </a:lnTo>
                    <a:lnTo>
                      <a:pt x="6000" y="6372"/>
                    </a:lnTo>
                    <a:lnTo>
                      <a:pt x="6024" y="6363"/>
                    </a:lnTo>
                    <a:lnTo>
                      <a:pt x="6046" y="6353"/>
                    </a:lnTo>
                    <a:lnTo>
                      <a:pt x="6069" y="6343"/>
                    </a:lnTo>
                    <a:lnTo>
                      <a:pt x="6091" y="6330"/>
                    </a:lnTo>
                    <a:lnTo>
                      <a:pt x="6113" y="6318"/>
                    </a:lnTo>
                    <a:lnTo>
                      <a:pt x="6133" y="6305"/>
                    </a:lnTo>
                    <a:lnTo>
                      <a:pt x="6153" y="6291"/>
                    </a:lnTo>
                    <a:lnTo>
                      <a:pt x="6173" y="6277"/>
                    </a:lnTo>
                    <a:lnTo>
                      <a:pt x="6191" y="6261"/>
                    </a:lnTo>
                    <a:lnTo>
                      <a:pt x="6210" y="6245"/>
                    </a:lnTo>
                    <a:lnTo>
                      <a:pt x="6227" y="6227"/>
                    </a:lnTo>
                    <a:lnTo>
                      <a:pt x="6245" y="6210"/>
                    </a:lnTo>
                    <a:lnTo>
                      <a:pt x="6261" y="6191"/>
                    </a:lnTo>
                    <a:lnTo>
                      <a:pt x="6277" y="6173"/>
                    </a:lnTo>
                    <a:lnTo>
                      <a:pt x="6291" y="6153"/>
                    </a:lnTo>
                    <a:lnTo>
                      <a:pt x="6305" y="6133"/>
                    </a:lnTo>
                    <a:lnTo>
                      <a:pt x="6318" y="6113"/>
                    </a:lnTo>
                    <a:lnTo>
                      <a:pt x="6330" y="6091"/>
                    </a:lnTo>
                    <a:lnTo>
                      <a:pt x="6343" y="6069"/>
                    </a:lnTo>
                    <a:lnTo>
                      <a:pt x="6353" y="6046"/>
                    </a:lnTo>
                    <a:lnTo>
                      <a:pt x="6363" y="6024"/>
                    </a:lnTo>
                    <a:lnTo>
                      <a:pt x="6372" y="6000"/>
                    </a:lnTo>
                    <a:lnTo>
                      <a:pt x="6381" y="5976"/>
                    </a:lnTo>
                    <a:lnTo>
                      <a:pt x="6388" y="5952"/>
                    </a:lnTo>
                    <a:lnTo>
                      <a:pt x="6394" y="5926"/>
                    </a:lnTo>
                    <a:lnTo>
                      <a:pt x="6400" y="5902"/>
                    </a:lnTo>
                    <a:lnTo>
                      <a:pt x="6405" y="5876"/>
                    </a:lnTo>
                    <a:close/>
                  </a:path>
                </a:pathLst>
              </a:custGeom>
              <a:solidFill>
                <a:srgbClr val="C00000"/>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000000"/>
                  </a:solidFill>
                  <a:effectLst/>
                  <a:uLnTx/>
                  <a:uFillTx/>
                  <a:latin typeface="Arial" panose="020B0604020202020204"/>
                  <a:ea typeface="阿里巴巴普惠体 Medium"/>
                  <a:cs typeface="阿里巴巴普惠体 Medium"/>
                  <a:sym typeface="Arial" panose="020B0604020202020204"/>
                </a:endParaRPr>
              </a:p>
            </p:txBody>
          </p:sp>
          <p:sp>
            <p:nvSpPr>
              <p:cNvPr id="11" name="图形"/>
              <p:cNvSpPr/>
              <p:nvPr userDrawn="1">
                <p:custDataLst>
                  <p:tags r:id="rId2"/>
                </p:custDataLst>
              </p:nvPr>
            </p:nvSpPr>
            <p:spPr bwMode="auto">
              <a:xfrm>
                <a:off x="7564" y="4269"/>
                <a:ext cx="908" cy="857"/>
              </a:xfrm>
              <a:custGeom>
                <a:avLst/>
                <a:gdLst>
                  <a:gd name="T0" fmla="*/ 91 w 194"/>
                  <a:gd name="T1" fmla="*/ 8 h 183"/>
                  <a:gd name="T2" fmla="*/ 103 w 194"/>
                  <a:gd name="T3" fmla="*/ 8 h 183"/>
                  <a:gd name="T4" fmla="*/ 118 w 194"/>
                  <a:gd name="T5" fmla="*/ 48 h 183"/>
                  <a:gd name="T6" fmla="*/ 141 w 194"/>
                  <a:gd name="T7" fmla="*/ 64 h 183"/>
                  <a:gd name="T8" fmla="*/ 183 w 194"/>
                  <a:gd name="T9" fmla="*/ 66 h 183"/>
                  <a:gd name="T10" fmla="*/ 186 w 194"/>
                  <a:gd name="T11" fmla="*/ 78 h 183"/>
                  <a:gd name="T12" fmla="*/ 154 w 194"/>
                  <a:gd name="T13" fmla="*/ 104 h 183"/>
                  <a:gd name="T14" fmla="*/ 145 w 194"/>
                  <a:gd name="T15" fmla="*/ 131 h 183"/>
                  <a:gd name="T16" fmla="*/ 156 w 194"/>
                  <a:gd name="T17" fmla="*/ 171 h 183"/>
                  <a:gd name="T18" fmla="*/ 146 w 194"/>
                  <a:gd name="T19" fmla="*/ 178 h 183"/>
                  <a:gd name="T20" fmla="*/ 111 w 194"/>
                  <a:gd name="T21" fmla="*/ 155 h 183"/>
                  <a:gd name="T22" fmla="*/ 83 w 194"/>
                  <a:gd name="T23" fmla="*/ 155 h 183"/>
                  <a:gd name="T24" fmla="*/ 48 w 194"/>
                  <a:gd name="T25" fmla="*/ 178 h 183"/>
                  <a:gd name="T26" fmla="*/ 38 w 194"/>
                  <a:gd name="T27" fmla="*/ 171 h 183"/>
                  <a:gd name="T28" fmla="*/ 49 w 194"/>
                  <a:gd name="T29" fmla="*/ 131 h 183"/>
                  <a:gd name="T30" fmla="*/ 41 w 194"/>
                  <a:gd name="T31" fmla="*/ 104 h 183"/>
                  <a:gd name="T32" fmla="*/ 8 w 194"/>
                  <a:gd name="T33" fmla="*/ 78 h 183"/>
                  <a:gd name="T34" fmla="*/ 11 w 194"/>
                  <a:gd name="T35" fmla="*/ 66 h 183"/>
                  <a:gd name="T36" fmla="*/ 53 w 194"/>
                  <a:gd name="T37" fmla="*/ 64 h 183"/>
                  <a:gd name="T38" fmla="*/ 76 w 194"/>
                  <a:gd name="T39" fmla="*/ 48 h 183"/>
                  <a:gd name="T40" fmla="*/ 91 w 194"/>
                  <a:gd name="T41" fmla="*/ 8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4" h="183">
                    <a:moveTo>
                      <a:pt x="91" y="8"/>
                    </a:moveTo>
                    <a:cubicBezTo>
                      <a:pt x="94" y="0"/>
                      <a:pt x="100" y="0"/>
                      <a:pt x="103" y="8"/>
                    </a:cubicBezTo>
                    <a:cubicBezTo>
                      <a:pt x="118" y="48"/>
                      <a:pt x="118" y="48"/>
                      <a:pt x="118" y="48"/>
                    </a:cubicBezTo>
                    <a:cubicBezTo>
                      <a:pt x="121" y="56"/>
                      <a:pt x="132" y="64"/>
                      <a:pt x="141" y="64"/>
                    </a:cubicBezTo>
                    <a:cubicBezTo>
                      <a:pt x="183" y="66"/>
                      <a:pt x="183" y="66"/>
                      <a:pt x="183" y="66"/>
                    </a:cubicBezTo>
                    <a:cubicBezTo>
                      <a:pt x="192" y="67"/>
                      <a:pt x="194" y="72"/>
                      <a:pt x="186" y="78"/>
                    </a:cubicBezTo>
                    <a:cubicBezTo>
                      <a:pt x="154" y="104"/>
                      <a:pt x="154" y="104"/>
                      <a:pt x="154" y="104"/>
                    </a:cubicBezTo>
                    <a:cubicBezTo>
                      <a:pt x="146" y="110"/>
                      <a:pt x="142" y="122"/>
                      <a:pt x="145" y="131"/>
                    </a:cubicBezTo>
                    <a:cubicBezTo>
                      <a:pt x="156" y="171"/>
                      <a:pt x="156" y="171"/>
                      <a:pt x="156" y="171"/>
                    </a:cubicBezTo>
                    <a:cubicBezTo>
                      <a:pt x="159" y="180"/>
                      <a:pt x="154" y="183"/>
                      <a:pt x="146" y="178"/>
                    </a:cubicBezTo>
                    <a:cubicBezTo>
                      <a:pt x="111" y="155"/>
                      <a:pt x="111" y="155"/>
                      <a:pt x="111" y="155"/>
                    </a:cubicBezTo>
                    <a:cubicBezTo>
                      <a:pt x="104" y="150"/>
                      <a:pt x="91" y="150"/>
                      <a:pt x="83" y="155"/>
                    </a:cubicBezTo>
                    <a:cubicBezTo>
                      <a:pt x="48" y="178"/>
                      <a:pt x="48" y="178"/>
                      <a:pt x="48" y="178"/>
                    </a:cubicBezTo>
                    <a:cubicBezTo>
                      <a:pt x="40" y="183"/>
                      <a:pt x="36" y="180"/>
                      <a:pt x="38" y="171"/>
                    </a:cubicBezTo>
                    <a:cubicBezTo>
                      <a:pt x="49" y="131"/>
                      <a:pt x="49" y="131"/>
                      <a:pt x="49" y="131"/>
                    </a:cubicBezTo>
                    <a:cubicBezTo>
                      <a:pt x="52" y="122"/>
                      <a:pt x="48" y="110"/>
                      <a:pt x="41" y="104"/>
                    </a:cubicBezTo>
                    <a:cubicBezTo>
                      <a:pt x="8" y="78"/>
                      <a:pt x="8" y="78"/>
                      <a:pt x="8" y="78"/>
                    </a:cubicBezTo>
                    <a:cubicBezTo>
                      <a:pt x="0" y="72"/>
                      <a:pt x="2" y="67"/>
                      <a:pt x="11" y="66"/>
                    </a:cubicBezTo>
                    <a:cubicBezTo>
                      <a:pt x="53" y="64"/>
                      <a:pt x="53" y="64"/>
                      <a:pt x="53" y="64"/>
                    </a:cubicBezTo>
                    <a:cubicBezTo>
                      <a:pt x="63" y="64"/>
                      <a:pt x="73" y="56"/>
                      <a:pt x="76" y="48"/>
                    </a:cubicBezTo>
                    <a:lnTo>
                      <a:pt x="91" y="8"/>
                    </a:lnTo>
                    <a:close/>
                  </a:path>
                </a:pathLst>
              </a:custGeom>
              <a:solidFill>
                <a:srgbClr val="FFFFFF"/>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000000"/>
                  </a:solidFill>
                  <a:effectLst/>
                  <a:uLnTx/>
                  <a:uFillTx/>
                  <a:latin typeface="Arial" panose="020B0604020202020204"/>
                  <a:ea typeface="阿里巴巴普惠体 Medium"/>
                  <a:cs typeface="阿里巴巴普惠体 Medium"/>
                  <a:sym typeface="Arial" panose="020B0604020202020204"/>
                </a:endParaRPr>
              </a:p>
            </p:txBody>
          </p:sp>
        </p:grpSp>
        <p:sp>
          <p:nvSpPr>
            <p:cNvPr id="12" name="文本框 11"/>
            <p:cNvSpPr txBox="1"/>
            <p:nvPr/>
          </p:nvSpPr>
          <p:spPr>
            <a:xfrm>
              <a:off x="1127448" y="404664"/>
              <a:ext cx="3528392" cy="584775"/>
            </a:xfrm>
            <a:prstGeom prst="rect">
              <a:avLst/>
            </a:prstGeom>
            <a:noFill/>
          </p:spPr>
          <p:txBody>
            <a:bodyPr wrap="square" rtlCol="0" anchor="t">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rPr>
                <a:t>未来工作开展计划</a:t>
              </a:r>
              <a:endParaRPr kumimoji="0" lang="zh-CN" altLang="en-US" sz="3200" b="0" i="0" u="none" strike="noStrike" kern="1200" cap="none" spc="0" normalizeH="0" baseline="0" noProof="0" dirty="0">
                <a:ln>
                  <a:noFill/>
                </a:ln>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endParaRPr>
            </a:p>
          </p:txBody>
        </p:sp>
      </p:grpSp>
      <p:grpSp>
        <p:nvGrpSpPr>
          <p:cNvPr id="2" name="组合 1"/>
          <p:cNvGrpSpPr/>
          <p:nvPr/>
        </p:nvGrpSpPr>
        <p:grpSpPr>
          <a:xfrm>
            <a:off x="4578015" y="2035086"/>
            <a:ext cx="3035971" cy="3035970"/>
            <a:chOff x="4578015" y="2308739"/>
            <a:chExt cx="3035970" cy="3035970"/>
          </a:xfrm>
        </p:grpSpPr>
        <p:grpSp>
          <p:nvGrpSpPr>
            <p:cNvPr id="3" name="组合 2"/>
            <p:cNvGrpSpPr/>
            <p:nvPr/>
          </p:nvGrpSpPr>
          <p:grpSpPr>
            <a:xfrm rot="19344978">
              <a:off x="4578015" y="2308739"/>
              <a:ext cx="3035970" cy="3035970"/>
              <a:chOff x="4578015" y="2308739"/>
              <a:chExt cx="3035970" cy="3035970"/>
            </a:xfrm>
          </p:grpSpPr>
          <p:sp>
            <p:nvSpPr>
              <p:cNvPr id="7" name="椭圆 6"/>
              <p:cNvSpPr/>
              <p:nvPr/>
            </p:nvSpPr>
            <p:spPr>
              <a:xfrm>
                <a:off x="4578015" y="2308739"/>
                <a:ext cx="3035970" cy="3035970"/>
              </a:xfrm>
              <a:prstGeom prst="ellipse">
                <a:avLst/>
              </a:prstGeom>
              <a:solidFill>
                <a:srgbClr val="A31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a:ea typeface="阿里巴巴普惠体 Medium"/>
                  <a:cs typeface="阿里巴巴普惠体 Medium"/>
                  <a:sym typeface="Arial" panose="020B0604020202020204"/>
                </a:endParaRPr>
              </a:p>
            </p:txBody>
          </p:sp>
          <p:cxnSp>
            <p:nvCxnSpPr>
              <p:cNvPr id="8" name="直接连接符 7"/>
              <p:cNvCxnSpPr>
                <a:stCxn id="7" idx="0"/>
              </p:cNvCxnSpPr>
              <p:nvPr/>
            </p:nvCxnSpPr>
            <p:spPr>
              <a:xfrm>
                <a:off x="6096000" y="2308739"/>
                <a:ext cx="0" cy="1517985"/>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a:endCxn id="7" idx="3"/>
              </p:cNvCxnSpPr>
              <p:nvPr/>
            </p:nvCxnSpPr>
            <p:spPr>
              <a:xfrm flipH="1">
                <a:off x="5022623" y="3826724"/>
                <a:ext cx="1073377" cy="1073377"/>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endCxn id="7" idx="5"/>
              </p:cNvCxnSpPr>
              <p:nvPr/>
            </p:nvCxnSpPr>
            <p:spPr>
              <a:xfrm>
                <a:off x="6095998" y="3826724"/>
                <a:ext cx="1073379" cy="1073377"/>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4" name="文本框 3"/>
            <p:cNvSpPr txBox="1"/>
            <p:nvPr/>
          </p:nvSpPr>
          <p:spPr>
            <a:xfrm>
              <a:off x="5981700" y="2721589"/>
              <a:ext cx="964909" cy="830997"/>
            </a:xfrm>
            <a:prstGeom prst="rect">
              <a:avLst/>
            </a:prstGeom>
            <a:noFill/>
          </p:spPr>
          <p:txBody>
            <a:bodyPr wrap="square" rtlCol="0">
              <a:spAutoFit/>
            </a:bodyPr>
            <a:lstStyle/>
            <a:p>
              <a:pPr marL="0" marR="0" lvl="0" indent="0" algn="r" defTabSz="914400" rtl="0" eaLnBrk="1" fontAlgn="auto" latinLnBrk="0" hangingPunct="1">
                <a:spcBef>
                  <a:spcPts val="0"/>
                </a:spcBef>
                <a:spcAft>
                  <a:spcPts val="0"/>
                </a:spcAft>
                <a:buClrTx/>
                <a:buSzTx/>
                <a:buFontTx/>
                <a:buNone/>
                <a:defRPr/>
              </a:pPr>
              <a:r>
                <a:rPr kumimoji="0" lang="zh-CN" altLang="en-US" sz="2400" b="1"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rPr>
                <a:t>未来工作</a:t>
              </a:r>
              <a:endParaRPr kumimoji="0" lang="en-US" altLang="zh-CN" sz="2400" b="1"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endParaRPr>
            </a:p>
          </p:txBody>
        </p:sp>
        <p:sp>
          <p:nvSpPr>
            <p:cNvPr id="5" name="文本框 4"/>
            <p:cNvSpPr txBox="1"/>
            <p:nvPr/>
          </p:nvSpPr>
          <p:spPr>
            <a:xfrm>
              <a:off x="4844568" y="3552586"/>
              <a:ext cx="964909" cy="830997"/>
            </a:xfrm>
            <a:prstGeom prst="rect">
              <a:avLst/>
            </a:prstGeom>
            <a:noFill/>
          </p:spPr>
          <p:txBody>
            <a:bodyPr wrap="square" rtlCol="0">
              <a:spAutoFit/>
            </a:bodyPr>
            <a:lstStyle/>
            <a:p>
              <a:pPr marL="0" marR="0" lvl="0" indent="0" algn="r" defTabSz="914400" rtl="0" eaLnBrk="1" fontAlgn="auto" latinLnBrk="0" hangingPunct="1">
                <a:spcBef>
                  <a:spcPts val="0"/>
                </a:spcBef>
                <a:spcAft>
                  <a:spcPts val="0"/>
                </a:spcAft>
                <a:buClrTx/>
                <a:buSzTx/>
                <a:buFontTx/>
                <a:buNone/>
                <a:defRPr/>
              </a:pPr>
              <a:r>
                <a:rPr kumimoji="0" lang="zh-CN" altLang="en-US" sz="2400" b="1"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rPr>
                <a:t>未来工作</a:t>
              </a:r>
              <a:endParaRPr kumimoji="0" lang="en-US" altLang="zh-CN" sz="2400" b="1"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endParaRPr>
            </a:p>
          </p:txBody>
        </p:sp>
        <p:sp>
          <p:nvSpPr>
            <p:cNvPr id="6" name="文本框 5"/>
            <p:cNvSpPr txBox="1"/>
            <p:nvPr/>
          </p:nvSpPr>
          <p:spPr>
            <a:xfrm>
              <a:off x="6177631" y="4069933"/>
              <a:ext cx="964909" cy="830997"/>
            </a:xfrm>
            <a:prstGeom prst="rect">
              <a:avLst/>
            </a:prstGeom>
            <a:noFill/>
          </p:spPr>
          <p:txBody>
            <a:bodyPr wrap="square" rtlCol="0">
              <a:spAutoFit/>
            </a:bodyPr>
            <a:lstStyle/>
            <a:p>
              <a:pPr marL="0" marR="0" lvl="0" indent="0" algn="r" defTabSz="914400" rtl="0" eaLnBrk="1" fontAlgn="auto" latinLnBrk="0" hangingPunct="1">
                <a:spcBef>
                  <a:spcPts val="0"/>
                </a:spcBef>
                <a:spcAft>
                  <a:spcPts val="0"/>
                </a:spcAft>
                <a:buClrTx/>
                <a:buSzTx/>
                <a:buFontTx/>
                <a:buNone/>
                <a:defRPr/>
              </a:pPr>
              <a:r>
                <a:rPr kumimoji="0" lang="zh-CN" altLang="en-US" sz="2400" b="1"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rPr>
                <a:t>未来工作</a:t>
              </a:r>
              <a:endParaRPr kumimoji="0" lang="en-US" altLang="zh-CN" sz="2400" b="1"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endParaRPr>
            </a:p>
          </p:txBody>
        </p:sp>
      </p:grpSp>
      <p:grpSp>
        <p:nvGrpSpPr>
          <p:cNvPr id="16" name="组合 15"/>
          <p:cNvGrpSpPr/>
          <p:nvPr/>
        </p:nvGrpSpPr>
        <p:grpSpPr>
          <a:xfrm>
            <a:off x="7603994" y="1561172"/>
            <a:ext cx="3892607" cy="1200329"/>
            <a:chOff x="5698464" y="1968713"/>
            <a:chExt cx="3892606" cy="1200329"/>
          </a:xfrm>
        </p:grpSpPr>
        <p:sp>
          <p:nvSpPr>
            <p:cNvPr id="17" name="文本框 16"/>
            <p:cNvSpPr txBox="1"/>
            <p:nvPr/>
          </p:nvSpPr>
          <p:spPr>
            <a:xfrm>
              <a:off x="5698464" y="1968713"/>
              <a:ext cx="1505782" cy="461665"/>
            </a:xfrm>
            <a:prstGeom prst="rect">
              <a:avLst/>
            </a:prstGeom>
            <a:noFill/>
          </p:spPr>
          <p:txBody>
            <a:bodyPr wrap="square" rtlCol="0">
              <a:spAutoFit/>
            </a:bodyPr>
            <a:lstStyle/>
            <a:p>
              <a:pPr marL="0" marR="0" lvl="0" indent="0" defTabSz="914400" rtl="0" eaLnBrk="1" fontAlgn="auto" latinLnBrk="0" hangingPunct="1">
                <a:spcBef>
                  <a:spcPts val="0"/>
                </a:spcBef>
                <a:spcAft>
                  <a:spcPts val="0"/>
                </a:spcAft>
                <a:buClrTx/>
                <a:buSzTx/>
                <a:buFontTx/>
                <a:buNone/>
                <a:defRPr/>
              </a:pPr>
              <a:r>
                <a:rPr kumimoji="0" lang="zh-CN" altLang="en-US" sz="2400" b="1" i="0" u="none" strike="noStrike" kern="1200" cap="none" spc="0" normalizeH="0" baseline="0" noProof="0" dirty="0">
                  <a:ln>
                    <a:noFill/>
                  </a:ln>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rPr>
                <a:t>未来工作</a:t>
              </a:r>
              <a:endParaRPr kumimoji="0" lang="en-US" altLang="zh-CN" sz="2400" b="1" i="0" u="none" strike="noStrike" kern="1200" cap="none" spc="0" normalizeH="0" baseline="0" noProof="0" dirty="0">
                <a:ln>
                  <a:noFill/>
                </a:ln>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endParaRPr>
            </a:p>
          </p:txBody>
        </p:sp>
        <p:sp>
          <p:nvSpPr>
            <p:cNvPr id="18" name="文本框 17"/>
            <p:cNvSpPr txBox="1"/>
            <p:nvPr/>
          </p:nvSpPr>
          <p:spPr>
            <a:xfrm>
              <a:off x="5698464" y="2430378"/>
              <a:ext cx="3892606" cy="738664"/>
            </a:xfrm>
            <a:prstGeom prst="rect">
              <a:avLst/>
            </a:prstGeom>
            <a:noFill/>
          </p:spPr>
          <p:txBody>
            <a:bodyPr wrap="square" rtlCol="0">
              <a:spAutoFit/>
            </a:bodyPr>
            <a:lstStyle/>
            <a:p>
              <a:r>
                <a:rPr lang="zh-CN" altLang="en-US" sz="1400" spc="400" dirty="0">
                  <a:latin typeface="Arial" panose="020B0604020202020204"/>
                  <a:ea typeface="阿里巴巴普惠体 Medium"/>
                  <a:cs typeface="阿里巴巴普惠体 Medium"/>
                  <a:sym typeface="Arial" panose="020B0604020202020204"/>
                </a:rPr>
                <a:t>在此处添加您的文本内容在此处添加您的文本内容在此处添加您的文本内容在此处添加在此处添</a:t>
              </a:r>
              <a:endParaRPr lang="zh-CN" altLang="en-US" sz="1400" spc="400" dirty="0">
                <a:latin typeface="Arial" panose="020B0604020202020204"/>
                <a:ea typeface="阿里巴巴普惠体 Medium"/>
                <a:cs typeface="阿里巴巴普惠体 Medium"/>
                <a:sym typeface="Arial" panose="020B0604020202020204"/>
              </a:endParaRPr>
            </a:p>
          </p:txBody>
        </p:sp>
      </p:grpSp>
      <p:grpSp>
        <p:nvGrpSpPr>
          <p:cNvPr id="19" name="组合 18"/>
          <p:cNvGrpSpPr/>
          <p:nvPr/>
        </p:nvGrpSpPr>
        <p:grpSpPr>
          <a:xfrm>
            <a:off x="7450388" y="4520467"/>
            <a:ext cx="4381072" cy="1200329"/>
            <a:chOff x="5698464" y="1968713"/>
            <a:chExt cx="4381072" cy="1200329"/>
          </a:xfrm>
        </p:grpSpPr>
        <p:sp>
          <p:nvSpPr>
            <p:cNvPr id="20" name="文本框 19"/>
            <p:cNvSpPr txBox="1"/>
            <p:nvPr/>
          </p:nvSpPr>
          <p:spPr>
            <a:xfrm>
              <a:off x="5698464" y="1968713"/>
              <a:ext cx="1505783" cy="461665"/>
            </a:xfrm>
            <a:prstGeom prst="rect">
              <a:avLst/>
            </a:prstGeom>
            <a:noFill/>
          </p:spPr>
          <p:txBody>
            <a:bodyPr wrap="square" rtlCol="0">
              <a:spAutoFit/>
            </a:bodyPr>
            <a:lstStyle/>
            <a:p>
              <a:pPr marL="0" marR="0" lvl="0" indent="0" defTabSz="914400" rtl="0" eaLnBrk="1" fontAlgn="auto" latinLnBrk="0" hangingPunct="1">
                <a:spcBef>
                  <a:spcPts val="0"/>
                </a:spcBef>
                <a:spcAft>
                  <a:spcPts val="0"/>
                </a:spcAft>
                <a:buClrTx/>
                <a:buSzTx/>
                <a:buFontTx/>
                <a:buNone/>
                <a:defRPr/>
              </a:pPr>
              <a:r>
                <a:rPr kumimoji="0" lang="zh-CN" altLang="en-US" sz="2400" b="1" i="0" u="none" strike="noStrike" kern="1200" cap="none" spc="0" normalizeH="0" baseline="0" noProof="0" dirty="0">
                  <a:ln>
                    <a:noFill/>
                  </a:ln>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rPr>
                <a:t>未来工作</a:t>
              </a:r>
              <a:endParaRPr kumimoji="0" lang="en-US" altLang="zh-CN" sz="2400" b="1" i="0" u="none" strike="noStrike" kern="1200" cap="none" spc="0" normalizeH="0" baseline="0" noProof="0" dirty="0">
                <a:ln>
                  <a:noFill/>
                </a:ln>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endParaRPr>
            </a:p>
          </p:txBody>
        </p:sp>
        <p:sp>
          <p:nvSpPr>
            <p:cNvPr id="21" name="文本框 20"/>
            <p:cNvSpPr txBox="1"/>
            <p:nvPr/>
          </p:nvSpPr>
          <p:spPr>
            <a:xfrm>
              <a:off x="5698464" y="2430378"/>
              <a:ext cx="4381072" cy="738664"/>
            </a:xfrm>
            <a:prstGeom prst="rect">
              <a:avLst/>
            </a:prstGeom>
            <a:noFill/>
          </p:spPr>
          <p:txBody>
            <a:bodyPr wrap="square" rtlCol="0">
              <a:spAutoFit/>
            </a:bodyPr>
            <a:lstStyle/>
            <a:p>
              <a:r>
                <a:rPr lang="zh-CN" altLang="en-US" sz="1400" spc="400" dirty="0">
                  <a:latin typeface="Arial" panose="020B0604020202020204"/>
                  <a:ea typeface="阿里巴巴普惠体 Medium"/>
                  <a:cs typeface="阿里巴巴普惠体 Medium"/>
                  <a:sym typeface="Arial" panose="020B0604020202020204"/>
                </a:rPr>
                <a:t>在此处添加您的文本内容在此处添加您的文本内容在此处添加您的文本内容在此处添加在此处添</a:t>
              </a:r>
              <a:endParaRPr lang="zh-CN" altLang="en-US" sz="1400" spc="400" dirty="0">
                <a:latin typeface="Arial" panose="020B0604020202020204"/>
                <a:ea typeface="阿里巴巴普惠体 Medium"/>
                <a:cs typeface="阿里巴巴普惠体 Medium"/>
                <a:sym typeface="Arial" panose="020B0604020202020204"/>
              </a:endParaRPr>
            </a:p>
          </p:txBody>
        </p:sp>
      </p:grpSp>
      <p:grpSp>
        <p:nvGrpSpPr>
          <p:cNvPr id="22" name="组合 21"/>
          <p:cNvGrpSpPr/>
          <p:nvPr/>
        </p:nvGrpSpPr>
        <p:grpSpPr>
          <a:xfrm>
            <a:off x="383304" y="1548472"/>
            <a:ext cx="4381075" cy="1200329"/>
            <a:chOff x="5698464" y="1968713"/>
            <a:chExt cx="4381074" cy="1200329"/>
          </a:xfrm>
        </p:grpSpPr>
        <p:sp>
          <p:nvSpPr>
            <p:cNvPr id="23" name="文本框 22"/>
            <p:cNvSpPr txBox="1"/>
            <p:nvPr/>
          </p:nvSpPr>
          <p:spPr>
            <a:xfrm>
              <a:off x="8573755" y="1968713"/>
              <a:ext cx="1505783" cy="461665"/>
            </a:xfrm>
            <a:prstGeom prst="rect">
              <a:avLst/>
            </a:prstGeom>
            <a:noFill/>
          </p:spPr>
          <p:txBody>
            <a:bodyPr wrap="square" rtlCol="0">
              <a:spAutoFit/>
            </a:bodyPr>
            <a:lstStyle/>
            <a:p>
              <a:pPr marL="0" marR="0" lvl="0" indent="0" algn="r" defTabSz="914400" rtl="0" eaLnBrk="1" fontAlgn="auto" latinLnBrk="0" hangingPunct="1">
                <a:spcBef>
                  <a:spcPts val="0"/>
                </a:spcBef>
                <a:spcAft>
                  <a:spcPts val="0"/>
                </a:spcAft>
                <a:buClrTx/>
                <a:buSzTx/>
                <a:buFontTx/>
                <a:buNone/>
                <a:defRPr/>
              </a:pPr>
              <a:r>
                <a:rPr kumimoji="0" lang="zh-CN" altLang="en-US" sz="2400" b="1" i="0" u="none" strike="noStrike" kern="1200" cap="none" spc="0" normalizeH="0" baseline="0" noProof="0" dirty="0">
                  <a:ln>
                    <a:noFill/>
                  </a:ln>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rPr>
                <a:t>未来工作</a:t>
              </a:r>
              <a:endParaRPr kumimoji="0" lang="en-US" altLang="zh-CN" sz="2400" b="1" i="0" u="none" strike="noStrike" kern="1200" cap="none" spc="0" normalizeH="0" baseline="0" noProof="0" dirty="0">
                <a:ln>
                  <a:noFill/>
                </a:ln>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endParaRPr>
            </a:p>
          </p:txBody>
        </p:sp>
        <p:sp>
          <p:nvSpPr>
            <p:cNvPr id="24" name="文本框 23"/>
            <p:cNvSpPr txBox="1"/>
            <p:nvPr/>
          </p:nvSpPr>
          <p:spPr>
            <a:xfrm>
              <a:off x="5698464" y="2430378"/>
              <a:ext cx="4381071" cy="738664"/>
            </a:xfrm>
            <a:prstGeom prst="rect">
              <a:avLst/>
            </a:prstGeom>
            <a:noFill/>
          </p:spPr>
          <p:txBody>
            <a:bodyPr wrap="square" rtlCol="0">
              <a:spAutoFit/>
            </a:bodyPr>
            <a:lstStyle/>
            <a:p>
              <a:pPr algn="r"/>
              <a:r>
                <a:rPr lang="zh-CN" altLang="en-US" sz="1400" spc="400" dirty="0">
                  <a:latin typeface="Arial" panose="020B0604020202020204"/>
                  <a:ea typeface="阿里巴巴普惠体 Medium"/>
                  <a:cs typeface="阿里巴巴普惠体 Medium"/>
                  <a:sym typeface="Arial" panose="020B0604020202020204"/>
                </a:rPr>
                <a:t>在此处添加您的文本内容在此处添加您的文本内容在此处添加您的文本内容在此处添加在此处添加您的文本</a:t>
              </a:r>
              <a:endParaRPr lang="zh-CN" altLang="en-US" sz="1400" spc="400" dirty="0">
                <a:latin typeface="Arial" panose="020B0604020202020204"/>
                <a:ea typeface="阿里巴巴普惠体 Medium"/>
                <a:cs typeface="阿里巴巴普惠体 Medium"/>
                <a:sym typeface="Arial" panose="020B0604020202020204"/>
              </a:endParaRPr>
            </a:p>
          </p:txBody>
        </p:sp>
      </p:grpSp>
      <p:grpSp>
        <p:nvGrpSpPr>
          <p:cNvPr id="25" name="组合 24"/>
          <p:cNvGrpSpPr/>
          <p:nvPr/>
        </p:nvGrpSpPr>
        <p:grpSpPr>
          <a:xfrm>
            <a:off x="510012" y="4686529"/>
            <a:ext cx="4381075" cy="1200329"/>
            <a:chOff x="5698464" y="1968713"/>
            <a:chExt cx="4381074" cy="1200329"/>
          </a:xfrm>
        </p:grpSpPr>
        <p:sp>
          <p:nvSpPr>
            <p:cNvPr id="26" name="文本框 25"/>
            <p:cNvSpPr txBox="1"/>
            <p:nvPr/>
          </p:nvSpPr>
          <p:spPr>
            <a:xfrm>
              <a:off x="8573755" y="1968713"/>
              <a:ext cx="1505783" cy="461665"/>
            </a:xfrm>
            <a:prstGeom prst="rect">
              <a:avLst/>
            </a:prstGeom>
            <a:noFill/>
          </p:spPr>
          <p:txBody>
            <a:bodyPr wrap="square" rtlCol="0">
              <a:spAutoFit/>
            </a:bodyPr>
            <a:lstStyle/>
            <a:p>
              <a:pPr marL="0" marR="0" lvl="0" indent="0" algn="r" defTabSz="914400" rtl="0" eaLnBrk="1" fontAlgn="auto" latinLnBrk="0" hangingPunct="1">
                <a:spcBef>
                  <a:spcPts val="0"/>
                </a:spcBef>
                <a:spcAft>
                  <a:spcPts val="0"/>
                </a:spcAft>
                <a:buClrTx/>
                <a:buSzTx/>
                <a:buFontTx/>
                <a:buNone/>
                <a:defRPr/>
              </a:pPr>
              <a:r>
                <a:rPr kumimoji="0" lang="zh-CN" altLang="en-US" sz="2400" b="1" i="0" u="none" strike="noStrike" kern="1200" cap="none" spc="0" normalizeH="0" baseline="0" noProof="0" dirty="0">
                  <a:ln>
                    <a:noFill/>
                  </a:ln>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rPr>
                <a:t>未来工作</a:t>
              </a:r>
              <a:endParaRPr kumimoji="0" lang="en-US" altLang="zh-CN" sz="2400" b="1" i="0" u="none" strike="noStrike" kern="1200" cap="none" spc="0" normalizeH="0" baseline="0" noProof="0" dirty="0">
                <a:ln>
                  <a:noFill/>
                </a:ln>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endParaRPr>
            </a:p>
          </p:txBody>
        </p:sp>
        <p:sp>
          <p:nvSpPr>
            <p:cNvPr id="27" name="文本框 26"/>
            <p:cNvSpPr txBox="1"/>
            <p:nvPr/>
          </p:nvSpPr>
          <p:spPr>
            <a:xfrm>
              <a:off x="5698464" y="2430378"/>
              <a:ext cx="4381071" cy="738664"/>
            </a:xfrm>
            <a:prstGeom prst="rect">
              <a:avLst/>
            </a:prstGeom>
            <a:noFill/>
          </p:spPr>
          <p:txBody>
            <a:bodyPr wrap="square" rtlCol="0">
              <a:spAutoFit/>
            </a:bodyPr>
            <a:lstStyle/>
            <a:p>
              <a:pPr algn="r"/>
              <a:r>
                <a:rPr lang="zh-CN" altLang="en-US" sz="1400" spc="400" dirty="0">
                  <a:latin typeface="Arial" panose="020B0604020202020204"/>
                  <a:ea typeface="阿里巴巴普惠体 Medium"/>
                  <a:cs typeface="阿里巴巴普惠体 Medium"/>
                  <a:sym typeface="Arial" panose="020B0604020202020204"/>
                </a:rPr>
                <a:t>在此处添加您的文本内容在此处添加您的文本内容在此处添加您的文本内容在此处添加在此处添加您的文本</a:t>
              </a:r>
              <a:endParaRPr lang="zh-CN" altLang="en-US" sz="1400" spc="400" dirty="0">
                <a:latin typeface="Arial" panose="020B0604020202020204"/>
                <a:ea typeface="阿里巴巴普惠体 Medium"/>
                <a:cs typeface="阿里巴巴普惠体 Medium"/>
                <a:sym typeface="Arial" panose="020B0604020202020204"/>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ppt_w</p:attrName>
                                        </p:attrNameLst>
                                      </p:cBhvr>
                                      <p:tavLst>
                                        <p:tav tm="0">
                                          <p:val>
                                            <p:fltVal val="0"/>
                                          </p:val>
                                        </p:tav>
                                        <p:tav tm="100000">
                                          <p:val>
                                            <p:strVal val="#ppt_w"/>
                                          </p:val>
                                        </p:tav>
                                      </p:tavLst>
                                    </p:anim>
                                    <p:anim calcmode="lin" valueType="num">
                                      <p:cBhvr>
                                        <p:cTn id="8" dur="500" fill="hold"/>
                                        <p:tgtEl>
                                          <p:spTgt spid="13"/>
                                        </p:tgtEl>
                                        <p:attrNameLst>
                                          <p:attrName>ppt_h</p:attrName>
                                        </p:attrNameLst>
                                      </p:cBhvr>
                                      <p:tavLst>
                                        <p:tav tm="0">
                                          <p:val>
                                            <p:fltVal val="0"/>
                                          </p:val>
                                        </p:tav>
                                        <p:tav tm="100000">
                                          <p:val>
                                            <p:strVal val="#ppt_h"/>
                                          </p:val>
                                        </p:tav>
                                      </p:tavLst>
                                    </p:anim>
                                    <p:animEffect transition="in" filter="fade">
                                      <p:cBhvr>
                                        <p:cTn id="9" dur="500"/>
                                        <p:tgtEl>
                                          <p:spTgt spid="13"/>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p:cTn id="14" dur="500" fill="hold"/>
                                        <p:tgtEl>
                                          <p:spTgt spid="2"/>
                                        </p:tgtEl>
                                        <p:attrNameLst>
                                          <p:attrName>ppt_w</p:attrName>
                                        </p:attrNameLst>
                                      </p:cBhvr>
                                      <p:tavLst>
                                        <p:tav tm="0">
                                          <p:val>
                                            <p:fltVal val="0"/>
                                          </p:val>
                                        </p:tav>
                                        <p:tav tm="100000">
                                          <p:val>
                                            <p:strVal val="#ppt_w"/>
                                          </p:val>
                                        </p:tav>
                                      </p:tavLst>
                                    </p:anim>
                                    <p:anim calcmode="lin" valueType="num">
                                      <p:cBhvr>
                                        <p:cTn id="15" dur="500" fill="hold"/>
                                        <p:tgtEl>
                                          <p:spTgt spid="2"/>
                                        </p:tgtEl>
                                        <p:attrNameLst>
                                          <p:attrName>ppt_h</p:attrName>
                                        </p:attrNameLst>
                                      </p:cBhvr>
                                      <p:tavLst>
                                        <p:tav tm="0">
                                          <p:val>
                                            <p:fltVal val="0"/>
                                          </p:val>
                                        </p:tav>
                                        <p:tav tm="100000">
                                          <p:val>
                                            <p:strVal val="#ppt_h"/>
                                          </p:val>
                                        </p:tav>
                                      </p:tavLst>
                                    </p:anim>
                                    <p:animEffect transition="in" filter="fade">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8"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anim calcmode="lin" valueType="num">
                                      <p:cBhvr additive="base">
                                        <p:cTn id="21" dur="500"/>
                                        <p:tgtEl>
                                          <p:spTgt spid="16"/>
                                        </p:tgtEl>
                                        <p:attrNameLst>
                                          <p:attrName>ppt_x</p:attrName>
                                        </p:attrNameLst>
                                      </p:cBhvr>
                                      <p:tavLst>
                                        <p:tav tm="0">
                                          <p:val>
                                            <p:strVal val="#ppt_x-#ppt_w*1.125000"/>
                                          </p:val>
                                        </p:tav>
                                        <p:tav tm="100000">
                                          <p:val>
                                            <p:strVal val="#ppt_x"/>
                                          </p:val>
                                        </p:tav>
                                      </p:tavLst>
                                    </p:anim>
                                    <p:animEffect transition="in" filter="wipe(right)">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8"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 calcmode="lin" valueType="num">
                                      <p:cBhvr additive="base">
                                        <p:cTn id="27" dur="500"/>
                                        <p:tgtEl>
                                          <p:spTgt spid="19"/>
                                        </p:tgtEl>
                                        <p:attrNameLst>
                                          <p:attrName>ppt_x</p:attrName>
                                        </p:attrNameLst>
                                      </p:cBhvr>
                                      <p:tavLst>
                                        <p:tav tm="0">
                                          <p:val>
                                            <p:strVal val="#ppt_x-#ppt_w*1.125000"/>
                                          </p:val>
                                        </p:tav>
                                        <p:tav tm="100000">
                                          <p:val>
                                            <p:strVal val="#ppt_x"/>
                                          </p:val>
                                        </p:tav>
                                      </p:tavLst>
                                    </p:anim>
                                    <p:animEffect transition="in" filter="wipe(right)">
                                      <p:cBhvr>
                                        <p:cTn id="28" dur="500"/>
                                        <p:tgtEl>
                                          <p:spTgt spid="19"/>
                                        </p:tgtEl>
                                      </p:cBhvr>
                                    </p:animEffect>
                                  </p:childTnLst>
                                </p:cTn>
                              </p:par>
                            </p:childTnLst>
                          </p:cTn>
                        </p:par>
                      </p:childTnLst>
                    </p:cTn>
                  </p:par>
                  <p:par>
                    <p:cTn id="29" fill="hold">
                      <p:stCondLst>
                        <p:cond delay="indefinite"/>
                      </p:stCondLst>
                      <p:childTnLst>
                        <p:par>
                          <p:cTn id="30" fill="hold">
                            <p:stCondLst>
                              <p:cond delay="0"/>
                            </p:stCondLst>
                            <p:childTnLst>
                              <p:par>
                                <p:cTn id="31" presetID="12" presetClass="entr" presetSubtype="8" fill="hold" nodeType="clickEffect">
                                  <p:stCondLst>
                                    <p:cond delay="0"/>
                                  </p:stCondLst>
                                  <p:childTnLst>
                                    <p:set>
                                      <p:cBhvr>
                                        <p:cTn id="32" dur="1" fill="hold">
                                          <p:stCondLst>
                                            <p:cond delay="0"/>
                                          </p:stCondLst>
                                        </p:cTn>
                                        <p:tgtEl>
                                          <p:spTgt spid="22"/>
                                        </p:tgtEl>
                                        <p:attrNameLst>
                                          <p:attrName>style.visibility</p:attrName>
                                        </p:attrNameLst>
                                      </p:cBhvr>
                                      <p:to>
                                        <p:strVal val="visible"/>
                                      </p:to>
                                    </p:set>
                                    <p:anim calcmode="lin" valueType="num">
                                      <p:cBhvr additive="base">
                                        <p:cTn id="33" dur="500"/>
                                        <p:tgtEl>
                                          <p:spTgt spid="22"/>
                                        </p:tgtEl>
                                        <p:attrNameLst>
                                          <p:attrName>ppt_x</p:attrName>
                                        </p:attrNameLst>
                                      </p:cBhvr>
                                      <p:tavLst>
                                        <p:tav tm="0">
                                          <p:val>
                                            <p:strVal val="#ppt_x-#ppt_w*1.125000"/>
                                          </p:val>
                                        </p:tav>
                                        <p:tav tm="100000">
                                          <p:val>
                                            <p:strVal val="#ppt_x"/>
                                          </p:val>
                                        </p:tav>
                                      </p:tavLst>
                                    </p:anim>
                                    <p:animEffect transition="in" filter="wipe(right)">
                                      <p:cBhvr>
                                        <p:cTn id="34" dur="500"/>
                                        <p:tgtEl>
                                          <p:spTgt spid="22"/>
                                        </p:tgtEl>
                                      </p:cBhvr>
                                    </p:animEffect>
                                  </p:childTnLst>
                                </p:cTn>
                              </p:par>
                            </p:childTnLst>
                          </p:cTn>
                        </p:par>
                      </p:childTnLst>
                    </p:cTn>
                  </p:par>
                  <p:par>
                    <p:cTn id="35" fill="hold">
                      <p:stCondLst>
                        <p:cond delay="indefinite"/>
                      </p:stCondLst>
                      <p:childTnLst>
                        <p:par>
                          <p:cTn id="36" fill="hold">
                            <p:stCondLst>
                              <p:cond delay="0"/>
                            </p:stCondLst>
                            <p:childTnLst>
                              <p:par>
                                <p:cTn id="37" presetID="12" presetClass="entr" presetSubtype="8" fill="hold" nodeType="clickEffect">
                                  <p:stCondLst>
                                    <p:cond delay="0"/>
                                  </p:stCondLst>
                                  <p:childTnLst>
                                    <p:set>
                                      <p:cBhvr>
                                        <p:cTn id="38" dur="1" fill="hold">
                                          <p:stCondLst>
                                            <p:cond delay="0"/>
                                          </p:stCondLst>
                                        </p:cTn>
                                        <p:tgtEl>
                                          <p:spTgt spid="25"/>
                                        </p:tgtEl>
                                        <p:attrNameLst>
                                          <p:attrName>style.visibility</p:attrName>
                                        </p:attrNameLst>
                                      </p:cBhvr>
                                      <p:to>
                                        <p:strVal val="visible"/>
                                      </p:to>
                                    </p:set>
                                    <p:anim calcmode="lin" valueType="num">
                                      <p:cBhvr additive="base">
                                        <p:cTn id="39" dur="500"/>
                                        <p:tgtEl>
                                          <p:spTgt spid="25"/>
                                        </p:tgtEl>
                                        <p:attrNameLst>
                                          <p:attrName>ppt_x</p:attrName>
                                        </p:attrNameLst>
                                      </p:cBhvr>
                                      <p:tavLst>
                                        <p:tav tm="0">
                                          <p:val>
                                            <p:strVal val="#ppt_x-#ppt_w*1.125000"/>
                                          </p:val>
                                        </p:tav>
                                        <p:tav tm="100000">
                                          <p:val>
                                            <p:strVal val="#ppt_x"/>
                                          </p:val>
                                        </p:tav>
                                      </p:tavLst>
                                    </p:anim>
                                    <p:animEffect transition="in" filter="wipe(right)">
                                      <p:cBhvr>
                                        <p:cTn id="4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cstate="print">
            <a:extLst>
              <a:ext uri="{28A0092B-C50C-407E-A947-70E740481C1C}">
                <a14:useLocalDpi xmlns:a14="http://schemas.microsoft.com/office/drawing/2010/main" val="0"/>
              </a:ext>
            </a:extLst>
          </a:blip>
          <a:srcRect l="5562" r="5562"/>
          <a:stretch>
            <a:fillRect/>
          </a:stretch>
        </p:blipFill>
        <p:spPr>
          <a:xfrm>
            <a:off x="0" y="0"/>
            <a:ext cx="12192000" cy="6858000"/>
          </a:xfrm>
          <a:prstGeom prst="rect">
            <a:avLst/>
          </a:prstGeom>
        </p:spPr>
      </p:pic>
      <p:grpSp>
        <p:nvGrpSpPr>
          <p:cNvPr id="4" name="组合 3"/>
          <p:cNvGrpSpPr/>
          <p:nvPr/>
        </p:nvGrpSpPr>
        <p:grpSpPr>
          <a:xfrm>
            <a:off x="11664851" y="1084419"/>
            <a:ext cx="369332" cy="3755779"/>
            <a:chOff x="11687685" y="1908421"/>
            <a:chExt cx="369332" cy="3755779"/>
          </a:xfrm>
        </p:grpSpPr>
        <p:grpSp>
          <p:nvGrpSpPr>
            <p:cNvPr id="5" name="组合 4"/>
            <p:cNvGrpSpPr/>
            <p:nvPr/>
          </p:nvGrpSpPr>
          <p:grpSpPr>
            <a:xfrm>
              <a:off x="11687685" y="1908421"/>
              <a:ext cx="369332" cy="2518379"/>
              <a:chOff x="11687685" y="1908421"/>
              <a:chExt cx="369332" cy="2518379"/>
            </a:xfrm>
          </p:grpSpPr>
          <p:sp>
            <p:nvSpPr>
              <p:cNvPr id="7" name="文本框 6"/>
              <p:cNvSpPr txBox="1"/>
              <p:nvPr/>
            </p:nvSpPr>
            <p:spPr>
              <a:xfrm>
                <a:off x="11687685" y="1908421"/>
                <a:ext cx="369332" cy="2518379"/>
              </a:xfrm>
              <a:prstGeom prst="rect">
                <a:avLst/>
              </a:prstGeom>
              <a:noFill/>
              <a:ln>
                <a:noFill/>
              </a:ln>
            </p:spPr>
            <p:txBody>
              <a:bodyPr vert="eaVert" wrap="square" rtlCol="0">
                <a:spAutoFit/>
              </a:bodyPr>
              <a:lstStyle/>
              <a:p>
                <a:pPr algn="dist"/>
                <a:r>
                  <a:rPr lang="zh-CN" altLang="en-US" sz="1200" dirty="0">
                    <a:solidFill>
                      <a:srgbClr val="FFFEF1"/>
                    </a:solidFill>
                    <a:latin typeface="Arial" panose="020B0604020202020204"/>
                    <a:ea typeface="阿里巴巴普惠体 Medium"/>
                    <a:cs typeface="阿里巴巴普惠体 Medium"/>
                    <a:sym typeface="Arial" panose="020B0604020202020204"/>
                  </a:rPr>
                  <a:t>聚能前行不负韶华</a:t>
                </a:r>
                <a:endParaRPr lang="zh-CN" altLang="en-US" sz="1200" dirty="0">
                  <a:solidFill>
                    <a:srgbClr val="FFFEF1"/>
                  </a:solidFill>
                  <a:latin typeface="Arial" panose="020B0604020202020204"/>
                  <a:ea typeface="阿里巴巴普惠体 Medium"/>
                  <a:cs typeface="阿里巴巴普惠体 Medium"/>
                  <a:sym typeface="Arial" panose="020B0604020202020204"/>
                </a:endParaRPr>
              </a:p>
            </p:txBody>
          </p:sp>
          <p:cxnSp>
            <p:nvCxnSpPr>
              <p:cNvPr id="8" name="直接连接符 7"/>
              <p:cNvCxnSpPr/>
              <p:nvPr/>
            </p:nvCxnSpPr>
            <p:spPr>
              <a:xfrm>
                <a:off x="11790893" y="2149317"/>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11790893" y="2475938"/>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11790893" y="2802559"/>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11790893" y="3129180"/>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11790893" y="3455801"/>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11790893" y="3782422"/>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11790893" y="4109044"/>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6" name="直接连接符 5"/>
            <p:cNvCxnSpPr/>
            <p:nvPr/>
          </p:nvCxnSpPr>
          <p:spPr>
            <a:xfrm>
              <a:off x="11872351" y="4432300"/>
              <a:ext cx="0" cy="12319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150687" y="1928934"/>
            <a:ext cx="369332" cy="3837732"/>
            <a:chOff x="11687685" y="589068"/>
            <a:chExt cx="369332" cy="3837732"/>
          </a:xfrm>
        </p:grpSpPr>
        <p:grpSp>
          <p:nvGrpSpPr>
            <p:cNvPr id="16" name="组合 15"/>
            <p:cNvGrpSpPr/>
            <p:nvPr/>
          </p:nvGrpSpPr>
          <p:grpSpPr>
            <a:xfrm>
              <a:off x="11687685" y="1908421"/>
              <a:ext cx="369332" cy="2518379"/>
              <a:chOff x="11687685" y="1908421"/>
              <a:chExt cx="369332" cy="2518379"/>
            </a:xfrm>
          </p:grpSpPr>
          <p:sp>
            <p:nvSpPr>
              <p:cNvPr id="18" name="文本框 17"/>
              <p:cNvSpPr txBox="1"/>
              <p:nvPr/>
            </p:nvSpPr>
            <p:spPr>
              <a:xfrm>
                <a:off x="11687685" y="1908421"/>
                <a:ext cx="369332" cy="2518379"/>
              </a:xfrm>
              <a:prstGeom prst="rect">
                <a:avLst/>
              </a:prstGeom>
              <a:noFill/>
              <a:ln>
                <a:noFill/>
              </a:ln>
            </p:spPr>
            <p:txBody>
              <a:bodyPr vert="eaVert" wrap="square" rtlCol="0">
                <a:spAutoFit/>
              </a:bodyPr>
              <a:lstStyle/>
              <a:p>
                <a:pPr algn="dist"/>
                <a:r>
                  <a:rPr lang="zh-CN" altLang="en-US" sz="1200" dirty="0">
                    <a:solidFill>
                      <a:srgbClr val="FFFEF1"/>
                    </a:solidFill>
                    <a:latin typeface="Arial" panose="020B0604020202020204"/>
                    <a:ea typeface="阿里巴巴普惠体 Medium"/>
                    <a:cs typeface="阿里巴巴普惠体 Medium"/>
                    <a:sym typeface="Arial" panose="020B0604020202020204"/>
                  </a:rPr>
                  <a:t>聚能前行不负韶华</a:t>
                </a:r>
                <a:endParaRPr lang="zh-CN" altLang="en-US" sz="1200" dirty="0">
                  <a:solidFill>
                    <a:srgbClr val="FFFEF1"/>
                  </a:solidFill>
                  <a:latin typeface="Arial" panose="020B0604020202020204"/>
                  <a:ea typeface="阿里巴巴普惠体 Medium"/>
                  <a:cs typeface="阿里巴巴普惠体 Medium"/>
                  <a:sym typeface="Arial" panose="020B0604020202020204"/>
                </a:endParaRPr>
              </a:p>
            </p:txBody>
          </p:sp>
          <p:cxnSp>
            <p:nvCxnSpPr>
              <p:cNvPr id="19" name="直接连接符 18"/>
              <p:cNvCxnSpPr/>
              <p:nvPr/>
            </p:nvCxnSpPr>
            <p:spPr>
              <a:xfrm>
                <a:off x="11790893" y="2149317"/>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11790893" y="2475938"/>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11790893" y="2802559"/>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11790893" y="3129180"/>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11790893" y="3455801"/>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11790893" y="3782422"/>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11790893" y="4109044"/>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17" name="直接连接符 16"/>
            <p:cNvCxnSpPr/>
            <p:nvPr/>
          </p:nvCxnSpPr>
          <p:spPr>
            <a:xfrm>
              <a:off x="11866117" y="589068"/>
              <a:ext cx="0" cy="12319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6" name="矩形: 圆角 25"/>
          <p:cNvSpPr/>
          <p:nvPr/>
        </p:nvSpPr>
        <p:spPr>
          <a:xfrm>
            <a:off x="5075930" y="3687274"/>
            <a:ext cx="1953303" cy="521368"/>
          </a:xfrm>
          <a:prstGeom prst="roundRect">
            <a:avLst>
              <a:gd name="adj" fmla="val 44690"/>
            </a:avLst>
          </a:prstGeom>
          <a:gradFill>
            <a:gsLst>
              <a:gs pos="0">
                <a:srgbClr val="FEEFAC"/>
              </a:gs>
              <a:gs pos="100000">
                <a:srgbClr val="E9BE61"/>
              </a:gs>
            </a:gsLst>
            <a:lin ang="5400000" scaled="1"/>
          </a:gradFill>
          <a:ln w="12700" cap="flat" cmpd="sng" algn="ctr">
            <a:noFill/>
            <a:prstDash val="solid"/>
          </a:ln>
          <a:effectLst/>
        </p:spPr>
        <p:txBody>
          <a:bodyPr rtlCol="0" anchor="ctr"/>
          <a:lstStyle/>
          <a:p>
            <a:pPr algn="ctr"/>
            <a:r>
              <a:rPr lang="zh-CN" altLang="en-US" sz="2400" b="1" dirty="0">
                <a:solidFill>
                  <a:srgbClr val="C00000"/>
                </a:solidFill>
                <a:latin typeface="Arial" panose="020B0604020202020204"/>
                <a:ea typeface="阿里巴巴普惠体 Medium"/>
                <a:cs typeface="阿里巴巴普惠体 Medium"/>
                <a:sym typeface="Arial" panose="020B0604020202020204"/>
              </a:rPr>
              <a:t>第四部分</a:t>
            </a:r>
            <a:endParaRPr lang="zh-CN" altLang="en-US" sz="2400" b="1" dirty="0">
              <a:solidFill>
                <a:srgbClr val="C00000"/>
              </a:solidFill>
              <a:latin typeface="Arial" panose="020B0604020202020204"/>
              <a:ea typeface="阿里巴巴普惠体 Medium"/>
              <a:cs typeface="阿里巴巴普惠体 Medium"/>
              <a:sym typeface="Arial" panose="020B0604020202020204"/>
            </a:endParaRPr>
          </a:p>
        </p:txBody>
      </p:sp>
      <p:grpSp>
        <p:nvGrpSpPr>
          <p:cNvPr id="27" name="组合 26"/>
          <p:cNvGrpSpPr/>
          <p:nvPr/>
        </p:nvGrpSpPr>
        <p:grpSpPr>
          <a:xfrm>
            <a:off x="1703513" y="4492278"/>
            <a:ext cx="8698137" cy="1384995"/>
            <a:chOff x="1392405" y="2506651"/>
            <a:chExt cx="6785826" cy="1384995"/>
          </a:xfrm>
        </p:grpSpPr>
        <p:sp>
          <p:nvSpPr>
            <p:cNvPr id="28" name="文本框 27"/>
            <p:cNvSpPr txBox="1"/>
            <p:nvPr/>
          </p:nvSpPr>
          <p:spPr>
            <a:xfrm>
              <a:off x="1779185" y="2506651"/>
              <a:ext cx="6012265" cy="1015663"/>
            </a:xfrm>
            <a:prstGeom prst="rect">
              <a:avLst/>
            </a:prstGeom>
            <a:noFill/>
          </p:spPr>
          <p:txBody>
            <a:bodyPr wrap="square" rtlCol="0">
              <a:spAutoFit/>
            </a:bodyPr>
            <a:lstStyle/>
            <a:p>
              <a:pPr algn="dist"/>
              <a:r>
                <a:rPr lang="zh-CN" altLang="en-US" sz="6000" dirty="0">
                  <a:solidFill>
                    <a:schemeClr val="bg1"/>
                  </a:solidFill>
                  <a:effectLst>
                    <a:outerShdw blurRad="38100" dist="38100" dir="2700000" algn="tl">
                      <a:srgbClr val="000000">
                        <a:alpha val="43137"/>
                      </a:srgbClr>
                    </a:outerShdw>
                  </a:effectLst>
                  <a:latin typeface="思源宋体 CN Heavy" charset="-122"/>
                  <a:ea typeface="思源宋体 CN Heavy" charset="-122"/>
                  <a:cs typeface="阿里巴巴普惠体 Medium"/>
                  <a:sym typeface="Arial" panose="020B0604020202020204"/>
                </a:rPr>
                <a:t>党建赋能开创未来</a:t>
              </a:r>
              <a:endParaRPr lang="zh-CN" altLang="en-US" sz="6000" dirty="0">
                <a:solidFill>
                  <a:schemeClr val="bg1"/>
                </a:solidFill>
                <a:effectLst>
                  <a:outerShdw blurRad="38100" dist="38100" dir="2700000" algn="tl">
                    <a:srgbClr val="000000">
                      <a:alpha val="43137"/>
                    </a:srgbClr>
                  </a:outerShdw>
                </a:effectLst>
                <a:latin typeface="思源宋体 CN Heavy" charset="-122"/>
                <a:ea typeface="思源宋体 CN Heavy" charset="-122"/>
                <a:cs typeface="阿里巴巴普惠体 Medium"/>
                <a:sym typeface="Arial" panose="020B0604020202020204"/>
              </a:endParaRPr>
            </a:p>
          </p:txBody>
        </p:sp>
        <p:sp>
          <p:nvSpPr>
            <p:cNvPr id="29" name="文本框 28"/>
            <p:cNvSpPr txBox="1"/>
            <p:nvPr/>
          </p:nvSpPr>
          <p:spPr>
            <a:xfrm>
              <a:off x="1392405" y="3522314"/>
              <a:ext cx="6785826" cy="369332"/>
            </a:xfrm>
            <a:prstGeom prst="rect">
              <a:avLst/>
            </a:prstGeom>
            <a:noFill/>
          </p:spPr>
          <p:txBody>
            <a:bodyPr wrap="square" rtlCol="0">
              <a:spAutoFit/>
            </a:bodyPr>
            <a:lstStyle/>
            <a:p>
              <a:pPr algn="dist"/>
              <a:r>
                <a:rPr lang="en-US" altLang="zh-CN" dirty="0">
                  <a:solidFill>
                    <a:srgbClr val="FEF9B8"/>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rPr>
                <a:t>THE ORIGIN OF THE FOUNDING PARTY FESTIVAL</a:t>
              </a:r>
              <a:endParaRPr lang="zh-CN" altLang="en-US" dirty="0">
                <a:solidFill>
                  <a:srgbClr val="FEF9B8"/>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randombar(horizontal)">
                                      <p:cBhvr>
                                        <p:cTn id="7" dur="500"/>
                                        <p:tgtEl>
                                          <p:spTgt spid="15"/>
                                        </p:tgtEl>
                                      </p:cBhvr>
                                    </p:animEffect>
                                  </p:childTnLst>
                                </p:cTn>
                              </p:par>
                              <p:par>
                                <p:cTn id="8" presetID="14" presetClass="entr" presetSubtype="1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randombar(horizontal)">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37"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barn(outVertical)">
                                      <p:cBhvr>
                                        <p:cTn id="15" dur="500"/>
                                        <p:tgtEl>
                                          <p:spTgt spid="26"/>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27"/>
                                        </p:tgtEl>
                                        <p:attrNameLst>
                                          <p:attrName>style.visibility</p:attrName>
                                        </p:attrNameLst>
                                      </p:cBhvr>
                                      <p:to>
                                        <p:strVal val="visible"/>
                                      </p:to>
                                    </p:set>
                                    <p:animEffect transition="in" filter="fade">
                                      <p:cBhvr>
                                        <p:cTn id="20" dur="1000"/>
                                        <p:tgtEl>
                                          <p:spTgt spid="27"/>
                                        </p:tgtEl>
                                      </p:cBhvr>
                                    </p:animEffect>
                                    <p:anim calcmode="lin" valueType="num">
                                      <p:cBhvr>
                                        <p:cTn id="21" dur="1000" fill="hold"/>
                                        <p:tgtEl>
                                          <p:spTgt spid="27"/>
                                        </p:tgtEl>
                                        <p:attrNameLst>
                                          <p:attrName>ppt_x</p:attrName>
                                        </p:attrNameLst>
                                      </p:cBhvr>
                                      <p:tavLst>
                                        <p:tav tm="0">
                                          <p:val>
                                            <p:strVal val="#ppt_x"/>
                                          </p:val>
                                        </p:tav>
                                        <p:tav tm="100000">
                                          <p:val>
                                            <p:strVal val="#ppt_x"/>
                                          </p:val>
                                        </p:tav>
                                      </p:tavLst>
                                    </p:anim>
                                    <p:anim calcmode="lin" valueType="num">
                                      <p:cBhvr>
                                        <p:cTn id="22"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p:cNvGrpSpPr/>
          <p:nvPr/>
        </p:nvGrpSpPr>
        <p:grpSpPr>
          <a:xfrm>
            <a:off x="695402" y="548681"/>
            <a:ext cx="4049727" cy="584775"/>
            <a:chOff x="606113" y="404664"/>
            <a:chExt cx="4049727" cy="584775"/>
          </a:xfrm>
        </p:grpSpPr>
        <p:grpSp>
          <p:nvGrpSpPr>
            <p:cNvPr id="9" name="组合 8"/>
            <p:cNvGrpSpPr/>
            <p:nvPr/>
          </p:nvGrpSpPr>
          <p:grpSpPr>
            <a:xfrm>
              <a:off x="606113" y="443399"/>
              <a:ext cx="479425" cy="479425"/>
              <a:chOff x="7015" y="3652"/>
              <a:chExt cx="2006" cy="2006"/>
            </a:xfrm>
          </p:grpSpPr>
          <p:sp>
            <p:nvSpPr>
              <p:cNvPr id="10" name="图形"/>
              <p:cNvSpPr/>
              <p:nvPr userDrawn="1">
                <p:custDataLst>
                  <p:tags r:id="rId1"/>
                </p:custDataLst>
              </p:nvPr>
            </p:nvSpPr>
            <p:spPr bwMode="auto">
              <a:xfrm rot="660000">
                <a:off x="7015" y="3652"/>
                <a:ext cx="2007" cy="2007"/>
              </a:xfrm>
              <a:custGeom>
                <a:avLst/>
                <a:gdLst>
                  <a:gd name="T0" fmla="*/ 6963 w 6970"/>
                  <a:gd name="T1" fmla="*/ 2355 h 6970"/>
                  <a:gd name="T2" fmla="*/ 6970 w 6970"/>
                  <a:gd name="T3" fmla="*/ 2278 h 6970"/>
                  <a:gd name="T4" fmla="*/ 6968 w 6970"/>
                  <a:gd name="T5" fmla="*/ 2203 h 6970"/>
                  <a:gd name="T6" fmla="*/ 6958 w 6970"/>
                  <a:gd name="T7" fmla="*/ 2128 h 6970"/>
                  <a:gd name="T8" fmla="*/ 6940 w 6970"/>
                  <a:gd name="T9" fmla="*/ 2057 h 6970"/>
                  <a:gd name="T10" fmla="*/ 6913 w 6970"/>
                  <a:gd name="T11" fmla="*/ 1988 h 6970"/>
                  <a:gd name="T12" fmla="*/ 6878 w 6970"/>
                  <a:gd name="T13" fmla="*/ 1924 h 6970"/>
                  <a:gd name="T14" fmla="*/ 6837 w 6970"/>
                  <a:gd name="T15" fmla="*/ 1864 h 6970"/>
                  <a:gd name="T16" fmla="*/ 6787 w 6970"/>
                  <a:gd name="T17" fmla="*/ 1809 h 6970"/>
                  <a:gd name="T18" fmla="*/ 6731 w 6970"/>
                  <a:gd name="T19" fmla="*/ 1758 h 6970"/>
                  <a:gd name="T20" fmla="*/ 6668 w 6970"/>
                  <a:gd name="T21" fmla="*/ 1714 h 6970"/>
                  <a:gd name="T22" fmla="*/ 5035 w 6970"/>
                  <a:gd name="T23" fmla="*/ 880 h 6970"/>
                  <a:gd name="T24" fmla="*/ 3400 w 6970"/>
                  <a:gd name="T25" fmla="*/ 49 h 6970"/>
                  <a:gd name="T26" fmla="*/ 3327 w 6970"/>
                  <a:gd name="T27" fmla="*/ 25 h 6970"/>
                  <a:gd name="T28" fmla="*/ 3254 w 6970"/>
                  <a:gd name="T29" fmla="*/ 8 h 6970"/>
                  <a:gd name="T30" fmla="*/ 3180 w 6970"/>
                  <a:gd name="T31" fmla="*/ 0 h 6970"/>
                  <a:gd name="T32" fmla="*/ 3107 w 6970"/>
                  <a:gd name="T33" fmla="*/ 2 h 6970"/>
                  <a:gd name="T34" fmla="*/ 3034 w 6970"/>
                  <a:gd name="T35" fmla="*/ 12 h 6970"/>
                  <a:gd name="T36" fmla="*/ 2964 w 6970"/>
                  <a:gd name="T37" fmla="*/ 30 h 6970"/>
                  <a:gd name="T38" fmla="*/ 2894 w 6970"/>
                  <a:gd name="T39" fmla="*/ 57 h 6970"/>
                  <a:gd name="T40" fmla="*/ 2829 w 6970"/>
                  <a:gd name="T41" fmla="*/ 93 h 6970"/>
                  <a:gd name="T42" fmla="*/ 2766 w 6970"/>
                  <a:gd name="T43" fmla="*/ 137 h 6970"/>
                  <a:gd name="T44" fmla="*/ 2708 w 6970"/>
                  <a:gd name="T45" fmla="*/ 189 h 6970"/>
                  <a:gd name="T46" fmla="*/ 171 w 6970"/>
                  <a:gd name="T47" fmla="*/ 2727 h 6970"/>
                  <a:gd name="T48" fmla="*/ 121 w 6970"/>
                  <a:gd name="T49" fmla="*/ 2786 h 6970"/>
                  <a:gd name="T50" fmla="*/ 80 w 6970"/>
                  <a:gd name="T51" fmla="*/ 2850 h 6970"/>
                  <a:gd name="T52" fmla="*/ 47 w 6970"/>
                  <a:gd name="T53" fmla="*/ 2918 h 6970"/>
                  <a:gd name="T54" fmla="*/ 24 w 6970"/>
                  <a:gd name="T55" fmla="*/ 2987 h 6970"/>
                  <a:gd name="T56" fmla="*/ 8 w 6970"/>
                  <a:gd name="T57" fmla="*/ 3058 h 6970"/>
                  <a:gd name="T58" fmla="*/ 0 w 6970"/>
                  <a:gd name="T59" fmla="*/ 3131 h 6970"/>
                  <a:gd name="T60" fmla="*/ 2 w 6970"/>
                  <a:gd name="T61" fmla="*/ 3205 h 6970"/>
                  <a:gd name="T62" fmla="*/ 12 w 6970"/>
                  <a:gd name="T63" fmla="*/ 3279 h 6970"/>
                  <a:gd name="T64" fmla="*/ 31 w 6970"/>
                  <a:gd name="T65" fmla="*/ 3352 h 6970"/>
                  <a:gd name="T66" fmla="*/ 59 w 6970"/>
                  <a:gd name="T67" fmla="*/ 3424 h 6970"/>
                  <a:gd name="T68" fmla="*/ 1690 w 6970"/>
                  <a:gd name="T69" fmla="*/ 6622 h 6970"/>
                  <a:gd name="T70" fmla="*/ 1729 w 6970"/>
                  <a:gd name="T71" fmla="*/ 6690 h 6970"/>
                  <a:gd name="T72" fmla="*/ 1774 w 6970"/>
                  <a:gd name="T73" fmla="*/ 6750 h 6970"/>
                  <a:gd name="T74" fmla="*/ 1827 w 6970"/>
                  <a:gd name="T75" fmla="*/ 6804 h 6970"/>
                  <a:gd name="T76" fmla="*/ 1883 w 6970"/>
                  <a:gd name="T77" fmla="*/ 6851 h 6970"/>
                  <a:gd name="T78" fmla="*/ 1944 w 6970"/>
                  <a:gd name="T79" fmla="*/ 6891 h 6970"/>
                  <a:gd name="T80" fmla="*/ 2011 w 6970"/>
                  <a:gd name="T81" fmla="*/ 6923 h 6970"/>
                  <a:gd name="T82" fmla="*/ 2080 w 6970"/>
                  <a:gd name="T83" fmla="*/ 6947 h 6970"/>
                  <a:gd name="T84" fmla="*/ 2153 w 6970"/>
                  <a:gd name="T85" fmla="*/ 6963 h 6970"/>
                  <a:gd name="T86" fmla="*/ 2227 w 6970"/>
                  <a:gd name="T87" fmla="*/ 6970 h 6970"/>
                  <a:gd name="T88" fmla="*/ 2304 w 6970"/>
                  <a:gd name="T89" fmla="*/ 6968 h 6970"/>
                  <a:gd name="T90" fmla="*/ 4116 w 6970"/>
                  <a:gd name="T91" fmla="*/ 6683 h 6970"/>
                  <a:gd name="T92" fmla="*/ 5926 w 6970"/>
                  <a:gd name="T93" fmla="*/ 6394 h 6970"/>
                  <a:gd name="T94" fmla="*/ 6000 w 6970"/>
                  <a:gd name="T95" fmla="*/ 6372 h 6970"/>
                  <a:gd name="T96" fmla="*/ 6069 w 6970"/>
                  <a:gd name="T97" fmla="*/ 6343 h 6970"/>
                  <a:gd name="T98" fmla="*/ 6133 w 6970"/>
                  <a:gd name="T99" fmla="*/ 6305 h 6970"/>
                  <a:gd name="T100" fmla="*/ 6191 w 6970"/>
                  <a:gd name="T101" fmla="*/ 6261 h 6970"/>
                  <a:gd name="T102" fmla="*/ 6245 w 6970"/>
                  <a:gd name="T103" fmla="*/ 6210 h 6970"/>
                  <a:gd name="T104" fmla="*/ 6291 w 6970"/>
                  <a:gd name="T105" fmla="*/ 6153 h 6970"/>
                  <a:gd name="T106" fmla="*/ 6330 w 6970"/>
                  <a:gd name="T107" fmla="*/ 6091 h 6970"/>
                  <a:gd name="T108" fmla="*/ 6363 w 6970"/>
                  <a:gd name="T109" fmla="*/ 6024 h 6970"/>
                  <a:gd name="T110" fmla="*/ 6388 w 6970"/>
                  <a:gd name="T111" fmla="*/ 5952 h 6970"/>
                  <a:gd name="T112" fmla="*/ 6405 w 6970"/>
                  <a:gd name="T113" fmla="*/ 5876 h 6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970" h="6970">
                    <a:moveTo>
                      <a:pt x="6405" y="5876"/>
                    </a:moveTo>
                    <a:lnTo>
                      <a:pt x="6683" y="4116"/>
                    </a:lnTo>
                    <a:lnTo>
                      <a:pt x="6963" y="2355"/>
                    </a:lnTo>
                    <a:lnTo>
                      <a:pt x="6966" y="2329"/>
                    </a:lnTo>
                    <a:lnTo>
                      <a:pt x="6968" y="2304"/>
                    </a:lnTo>
                    <a:lnTo>
                      <a:pt x="6970" y="2278"/>
                    </a:lnTo>
                    <a:lnTo>
                      <a:pt x="6970" y="2253"/>
                    </a:lnTo>
                    <a:lnTo>
                      <a:pt x="6970" y="2227"/>
                    </a:lnTo>
                    <a:lnTo>
                      <a:pt x="6968" y="2203"/>
                    </a:lnTo>
                    <a:lnTo>
                      <a:pt x="6966" y="2178"/>
                    </a:lnTo>
                    <a:lnTo>
                      <a:pt x="6963" y="2153"/>
                    </a:lnTo>
                    <a:lnTo>
                      <a:pt x="6958" y="2128"/>
                    </a:lnTo>
                    <a:lnTo>
                      <a:pt x="6954" y="2104"/>
                    </a:lnTo>
                    <a:lnTo>
                      <a:pt x="6947" y="2080"/>
                    </a:lnTo>
                    <a:lnTo>
                      <a:pt x="6940" y="2057"/>
                    </a:lnTo>
                    <a:lnTo>
                      <a:pt x="6932" y="2033"/>
                    </a:lnTo>
                    <a:lnTo>
                      <a:pt x="6923" y="2011"/>
                    </a:lnTo>
                    <a:lnTo>
                      <a:pt x="6913" y="1988"/>
                    </a:lnTo>
                    <a:lnTo>
                      <a:pt x="6903" y="1967"/>
                    </a:lnTo>
                    <a:lnTo>
                      <a:pt x="6891" y="1944"/>
                    </a:lnTo>
                    <a:lnTo>
                      <a:pt x="6878" y="1924"/>
                    </a:lnTo>
                    <a:lnTo>
                      <a:pt x="6866" y="1903"/>
                    </a:lnTo>
                    <a:lnTo>
                      <a:pt x="6851" y="1883"/>
                    </a:lnTo>
                    <a:lnTo>
                      <a:pt x="6837" y="1864"/>
                    </a:lnTo>
                    <a:lnTo>
                      <a:pt x="6821" y="1844"/>
                    </a:lnTo>
                    <a:lnTo>
                      <a:pt x="6804" y="1827"/>
                    </a:lnTo>
                    <a:lnTo>
                      <a:pt x="6787" y="1809"/>
                    </a:lnTo>
                    <a:lnTo>
                      <a:pt x="6769" y="1791"/>
                    </a:lnTo>
                    <a:lnTo>
                      <a:pt x="6750" y="1774"/>
                    </a:lnTo>
                    <a:lnTo>
                      <a:pt x="6731" y="1758"/>
                    </a:lnTo>
                    <a:lnTo>
                      <a:pt x="6711" y="1743"/>
                    </a:lnTo>
                    <a:lnTo>
                      <a:pt x="6690" y="1729"/>
                    </a:lnTo>
                    <a:lnTo>
                      <a:pt x="6668" y="1714"/>
                    </a:lnTo>
                    <a:lnTo>
                      <a:pt x="6646" y="1702"/>
                    </a:lnTo>
                    <a:lnTo>
                      <a:pt x="6622" y="1690"/>
                    </a:lnTo>
                    <a:lnTo>
                      <a:pt x="5035" y="880"/>
                    </a:lnTo>
                    <a:lnTo>
                      <a:pt x="3448" y="71"/>
                    </a:lnTo>
                    <a:lnTo>
                      <a:pt x="3424" y="59"/>
                    </a:lnTo>
                    <a:lnTo>
                      <a:pt x="3400" y="49"/>
                    </a:lnTo>
                    <a:lnTo>
                      <a:pt x="3376" y="40"/>
                    </a:lnTo>
                    <a:lnTo>
                      <a:pt x="3352" y="31"/>
                    </a:lnTo>
                    <a:lnTo>
                      <a:pt x="3327" y="25"/>
                    </a:lnTo>
                    <a:lnTo>
                      <a:pt x="3303" y="18"/>
                    </a:lnTo>
                    <a:lnTo>
                      <a:pt x="3279" y="12"/>
                    </a:lnTo>
                    <a:lnTo>
                      <a:pt x="3254" y="8"/>
                    </a:lnTo>
                    <a:lnTo>
                      <a:pt x="3230" y="4"/>
                    </a:lnTo>
                    <a:lnTo>
                      <a:pt x="3205" y="2"/>
                    </a:lnTo>
                    <a:lnTo>
                      <a:pt x="3180" y="0"/>
                    </a:lnTo>
                    <a:lnTo>
                      <a:pt x="3156" y="0"/>
                    </a:lnTo>
                    <a:lnTo>
                      <a:pt x="3131" y="0"/>
                    </a:lnTo>
                    <a:lnTo>
                      <a:pt x="3107" y="2"/>
                    </a:lnTo>
                    <a:lnTo>
                      <a:pt x="3083" y="4"/>
                    </a:lnTo>
                    <a:lnTo>
                      <a:pt x="3058" y="8"/>
                    </a:lnTo>
                    <a:lnTo>
                      <a:pt x="3034" y="12"/>
                    </a:lnTo>
                    <a:lnTo>
                      <a:pt x="3011" y="17"/>
                    </a:lnTo>
                    <a:lnTo>
                      <a:pt x="2987" y="24"/>
                    </a:lnTo>
                    <a:lnTo>
                      <a:pt x="2964" y="30"/>
                    </a:lnTo>
                    <a:lnTo>
                      <a:pt x="2940" y="38"/>
                    </a:lnTo>
                    <a:lnTo>
                      <a:pt x="2918" y="47"/>
                    </a:lnTo>
                    <a:lnTo>
                      <a:pt x="2894" y="57"/>
                    </a:lnTo>
                    <a:lnTo>
                      <a:pt x="2873" y="68"/>
                    </a:lnTo>
                    <a:lnTo>
                      <a:pt x="2850" y="80"/>
                    </a:lnTo>
                    <a:lnTo>
                      <a:pt x="2829" y="93"/>
                    </a:lnTo>
                    <a:lnTo>
                      <a:pt x="2808" y="107"/>
                    </a:lnTo>
                    <a:lnTo>
                      <a:pt x="2786" y="121"/>
                    </a:lnTo>
                    <a:lnTo>
                      <a:pt x="2766" y="137"/>
                    </a:lnTo>
                    <a:lnTo>
                      <a:pt x="2747" y="153"/>
                    </a:lnTo>
                    <a:lnTo>
                      <a:pt x="2727" y="171"/>
                    </a:lnTo>
                    <a:lnTo>
                      <a:pt x="2708" y="189"/>
                    </a:lnTo>
                    <a:lnTo>
                      <a:pt x="1448" y="1448"/>
                    </a:lnTo>
                    <a:lnTo>
                      <a:pt x="189" y="2708"/>
                    </a:lnTo>
                    <a:lnTo>
                      <a:pt x="171" y="2727"/>
                    </a:lnTo>
                    <a:lnTo>
                      <a:pt x="153" y="2747"/>
                    </a:lnTo>
                    <a:lnTo>
                      <a:pt x="137" y="2766"/>
                    </a:lnTo>
                    <a:lnTo>
                      <a:pt x="121" y="2786"/>
                    </a:lnTo>
                    <a:lnTo>
                      <a:pt x="107" y="2808"/>
                    </a:lnTo>
                    <a:lnTo>
                      <a:pt x="93" y="2829"/>
                    </a:lnTo>
                    <a:lnTo>
                      <a:pt x="80" y="2850"/>
                    </a:lnTo>
                    <a:lnTo>
                      <a:pt x="68" y="2873"/>
                    </a:lnTo>
                    <a:lnTo>
                      <a:pt x="57" y="2894"/>
                    </a:lnTo>
                    <a:lnTo>
                      <a:pt x="47" y="2918"/>
                    </a:lnTo>
                    <a:lnTo>
                      <a:pt x="38" y="2940"/>
                    </a:lnTo>
                    <a:lnTo>
                      <a:pt x="30" y="2964"/>
                    </a:lnTo>
                    <a:lnTo>
                      <a:pt x="24" y="2987"/>
                    </a:lnTo>
                    <a:lnTo>
                      <a:pt x="17" y="3011"/>
                    </a:lnTo>
                    <a:lnTo>
                      <a:pt x="12" y="3034"/>
                    </a:lnTo>
                    <a:lnTo>
                      <a:pt x="8" y="3058"/>
                    </a:lnTo>
                    <a:lnTo>
                      <a:pt x="4" y="3083"/>
                    </a:lnTo>
                    <a:lnTo>
                      <a:pt x="2" y="3107"/>
                    </a:lnTo>
                    <a:lnTo>
                      <a:pt x="0" y="3131"/>
                    </a:lnTo>
                    <a:lnTo>
                      <a:pt x="0" y="3156"/>
                    </a:lnTo>
                    <a:lnTo>
                      <a:pt x="0" y="3180"/>
                    </a:lnTo>
                    <a:lnTo>
                      <a:pt x="2" y="3205"/>
                    </a:lnTo>
                    <a:lnTo>
                      <a:pt x="4" y="3230"/>
                    </a:lnTo>
                    <a:lnTo>
                      <a:pt x="8" y="3254"/>
                    </a:lnTo>
                    <a:lnTo>
                      <a:pt x="12" y="3279"/>
                    </a:lnTo>
                    <a:lnTo>
                      <a:pt x="18" y="3303"/>
                    </a:lnTo>
                    <a:lnTo>
                      <a:pt x="24" y="3327"/>
                    </a:lnTo>
                    <a:lnTo>
                      <a:pt x="31" y="3352"/>
                    </a:lnTo>
                    <a:lnTo>
                      <a:pt x="40" y="3376"/>
                    </a:lnTo>
                    <a:lnTo>
                      <a:pt x="49" y="3400"/>
                    </a:lnTo>
                    <a:lnTo>
                      <a:pt x="59" y="3424"/>
                    </a:lnTo>
                    <a:lnTo>
                      <a:pt x="71" y="3448"/>
                    </a:lnTo>
                    <a:lnTo>
                      <a:pt x="880" y="5035"/>
                    </a:lnTo>
                    <a:lnTo>
                      <a:pt x="1690" y="6622"/>
                    </a:lnTo>
                    <a:lnTo>
                      <a:pt x="1702" y="6646"/>
                    </a:lnTo>
                    <a:lnTo>
                      <a:pt x="1714" y="6668"/>
                    </a:lnTo>
                    <a:lnTo>
                      <a:pt x="1729" y="6690"/>
                    </a:lnTo>
                    <a:lnTo>
                      <a:pt x="1743" y="6711"/>
                    </a:lnTo>
                    <a:lnTo>
                      <a:pt x="1758" y="6731"/>
                    </a:lnTo>
                    <a:lnTo>
                      <a:pt x="1774" y="6750"/>
                    </a:lnTo>
                    <a:lnTo>
                      <a:pt x="1791" y="6769"/>
                    </a:lnTo>
                    <a:lnTo>
                      <a:pt x="1809" y="6787"/>
                    </a:lnTo>
                    <a:lnTo>
                      <a:pt x="1827" y="6804"/>
                    </a:lnTo>
                    <a:lnTo>
                      <a:pt x="1844" y="6821"/>
                    </a:lnTo>
                    <a:lnTo>
                      <a:pt x="1864" y="6837"/>
                    </a:lnTo>
                    <a:lnTo>
                      <a:pt x="1883" y="6851"/>
                    </a:lnTo>
                    <a:lnTo>
                      <a:pt x="1903" y="6866"/>
                    </a:lnTo>
                    <a:lnTo>
                      <a:pt x="1924" y="6878"/>
                    </a:lnTo>
                    <a:lnTo>
                      <a:pt x="1944" y="6891"/>
                    </a:lnTo>
                    <a:lnTo>
                      <a:pt x="1967" y="6903"/>
                    </a:lnTo>
                    <a:lnTo>
                      <a:pt x="1988" y="6913"/>
                    </a:lnTo>
                    <a:lnTo>
                      <a:pt x="2011" y="6923"/>
                    </a:lnTo>
                    <a:lnTo>
                      <a:pt x="2033" y="6932"/>
                    </a:lnTo>
                    <a:lnTo>
                      <a:pt x="2057" y="6940"/>
                    </a:lnTo>
                    <a:lnTo>
                      <a:pt x="2080" y="6947"/>
                    </a:lnTo>
                    <a:lnTo>
                      <a:pt x="2104" y="6954"/>
                    </a:lnTo>
                    <a:lnTo>
                      <a:pt x="2128" y="6958"/>
                    </a:lnTo>
                    <a:lnTo>
                      <a:pt x="2153" y="6963"/>
                    </a:lnTo>
                    <a:lnTo>
                      <a:pt x="2178" y="6966"/>
                    </a:lnTo>
                    <a:lnTo>
                      <a:pt x="2203" y="6968"/>
                    </a:lnTo>
                    <a:lnTo>
                      <a:pt x="2227" y="6970"/>
                    </a:lnTo>
                    <a:lnTo>
                      <a:pt x="2253" y="6970"/>
                    </a:lnTo>
                    <a:lnTo>
                      <a:pt x="2278" y="6970"/>
                    </a:lnTo>
                    <a:lnTo>
                      <a:pt x="2304" y="6968"/>
                    </a:lnTo>
                    <a:lnTo>
                      <a:pt x="2329" y="6966"/>
                    </a:lnTo>
                    <a:lnTo>
                      <a:pt x="2355" y="6963"/>
                    </a:lnTo>
                    <a:lnTo>
                      <a:pt x="4116" y="6683"/>
                    </a:lnTo>
                    <a:lnTo>
                      <a:pt x="5876" y="6405"/>
                    </a:lnTo>
                    <a:lnTo>
                      <a:pt x="5902" y="6400"/>
                    </a:lnTo>
                    <a:lnTo>
                      <a:pt x="5926" y="6394"/>
                    </a:lnTo>
                    <a:lnTo>
                      <a:pt x="5952" y="6388"/>
                    </a:lnTo>
                    <a:lnTo>
                      <a:pt x="5976" y="6381"/>
                    </a:lnTo>
                    <a:lnTo>
                      <a:pt x="6000" y="6372"/>
                    </a:lnTo>
                    <a:lnTo>
                      <a:pt x="6024" y="6363"/>
                    </a:lnTo>
                    <a:lnTo>
                      <a:pt x="6046" y="6353"/>
                    </a:lnTo>
                    <a:lnTo>
                      <a:pt x="6069" y="6343"/>
                    </a:lnTo>
                    <a:lnTo>
                      <a:pt x="6091" y="6330"/>
                    </a:lnTo>
                    <a:lnTo>
                      <a:pt x="6113" y="6318"/>
                    </a:lnTo>
                    <a:lnTo>
                      <a:pt x="6133" y="6305"/>
                    </a:lnTo>
                    <a:lnTo>
                      <a:pt x="6153" y="6291"/>
                    </a:lnTo>
                    <a:lnTo>
                      <a:pt x="6173" y="6277"/>
                    </a:lnTo>
                    <a:lnTo>
                      <a:pt x="6191" y="6261"/>
                    </a:lnTo>
                    <a:lnTo>
                      <a:pt x="6210" y="6245"/>
                    </a:lnTo>
                    <a:lnTo>
                      <a:pt x="6227" y="6227"/>
                    </a:lnTo>
                    <a:lnTo>
                      <a:pt x="6245" y="6210"/>
                    </a:lnTo>
                    <a:lnTo>
                      <a:pt x="6261" y="6191"/>
                    </a:lnTo>
                    <a:lnTo>
                      <a:pt x="6277" y="6173"/>
                    </a:lnTo>
                    <a:lnTo>
                      <a:pt x="6291" y="6153"/>
                    </a:lnTo>
                    <a:lnTo>
                      <a:pt x="6305" y="6133"/>
                    </a:lnTo>
                    <a:lnTo>
                      <a:pt x="6318" y="6113"/>
                    </a:lnTo>
                    <a:lnTo>
                      <a:pt x="6330" y="6091"/>
                    </a:lnTo>
                    <a:lnTo>
                      <a:pt x="6343" y="6069"/>
                    </a:lnTo>
                    <a:lnTo>
                      <a:pt x="6353" y="6046"/>
                    </a:lnTo>
                    <a:lnTo>
                      <a:pt x="6363" y="6024"/>
                    </a:lnTo>
                    <a:lnTo>
                      <a:pt x="6372" y="6000"/>
                    </a:lnTo>
                    <a:lnTo>
                      <a:pt x="6381" y="5976"/>
                    </a:lnTo>
                    <a:lnTo>
                      <a:pt x="6388" y="5952"/>
                    </a:lnTo>
                    <a:lnTo>
                      <a:pt x="6394" y="5926"/>
                    </a:lnTo>
                    <a:lnTo>
                      <a:pt x="6400" y="5902"/>
                    </a:lnTo>
                    <a:lnTo>
                      <a:pt x="6405" y="5876"/>
                    </a:lnTo>
                    <a:close/>
                  </a:path>
                </a:pathLst>
              </a:custGeom>
              <a:solidFill>
                <a:srgbClr val="C00000"/>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000000"/>
                  </a:solidFill>
                  <a:effectLst/>
                  <a:uLnTx/>
                  <a:uFillTx/>
                  <a:latin typeface="Arial" panose="020B0604020202020204"/>
                  <a:ea typeface="阿里巴巴普惠体 Medium"/>
                  <a:cs typeface="阿里巴巴普惠体 Medium"/>
                  <a:sym typeface="Arial" panose="020B0604020202020204"/>
                </a:endParaRPr>
              </a:p>
            </p:txBody>
          </p:sp>
          <p:sp>
            <p:nvSpPr>
              <p:cNvPr id="11" name="图形"/>
              <p:cNvSpPr/>
              <p:nvPr userDrawn="1">
                <p:custDataLst>
                  <p:tags r:id="rId2"/>
                </p:custDataLst>
              </p:nvPr>
            </p:nvSpPr>
            <p:spPr bwMode="auto">
              <a:xfrm>
                <a:off x="7564" y="4269"/>
                <a:ext cx="908" cy="857"/>
              </a:xfrm>
              <a:custGeom>
                <a:avLst/>
                <a:gdLst>
                  <a:gd name="T0" fmla="*/ 91 w 194"/>
                  <a:gd name="T1" fmla="*/ 8 h 183"/>
                  <a:gd name="T2" fmla="*/ 103 w 194"/>
                  <a:gd name="T3" fmla="*/ 8 h 183"/>
                  <a:gd name="T4" fmla="*/ 118 w 194"/>
                  <a:gd name="T5" fmla="*/ 48 h 183"/>
                  <a:gd name="T6" fmla="*/ 141 w 194"/>
                  <a:gd name="T7" fmla="*/ 64 h 183"/>
                  <a:gd name="T8" fmla="*/ 183 w 194"/>
                  <a:gd name="T9" fmla="*/ 66 h 183"/>
                  <a:gd name="T10" fmla="*/ 186 w 194"/>
                  <a:gd name="T11" fmla="*/ 78 h 183"/>
                  <a:gd name="T12" fmla="*/ 154 w 194"/>
                  <a:gd name="T13" fmla="*/ 104 h 183"/>
                  <a:gd name="T14" fmla="*/ 145 w 194"/>
                  <a:gd name="T15" fmla="*/ 131 h 183"/>
                  <a:gd name="T16" fmla="*/ 156 w 194"/>
                  <a:gd name="T17" fmla="*/ 171 h 183"/>
                  <a:gd name="T18" fmla="*/ 146 w 194"/>
                  <a:gd name="T19" fmla="*/ 178 h 183"/>
                  <a:gd name="T20" fmla="*/ 111 w 194"/>
                  <a:gd name="T21" fmla="*/ 155 h 183"/>
                  <a:gd name="T22" fmla="*/ 83 w 194"/>
                  <a:gd name="T23" fmla="*/ 155 h 183"/>
                  <a:gd name="T24" fmla="*/ 48 w 194"/>
                  <a:gd name="T25" fmla="*/ 178 h 183"/>
                  <a:gd name="T26" fmla="*/ 38 w 194"/>
                  <a:gd name="T27" fmla="*/ 171 h 183"/>
                  <a:gd name="T28" fmla="*/ 49 w 194"/>
                  <a:gd name="T29" fmla="*/ 131 h 183"/>
                  <a:gd name="T30" fmla="*/ 41 w 194"/>
                  <a:gd name="T31" fmla="*/ 104 h 183"/>
                  <a:gd name="T32" fmla="*/ 8 w 194"/>
                  <a:gd name="T33" fmla="*/ 78 h 183"/>
                  <a:gd name="T34" fmla="*/ 11 w 194"/>
                  <a:gd name="T35" fmla="*/ 66 h 183"/>
                  <a:gd name="T36" fmla="*/ 53 w 194"/>
                  <a:gd name="T37" fmla="*/ 64 h 183"/>
                  <a:gd name="T38" fmla="*/ 76 w 194"/>
                  <a:gd name="T39" fmla="*/ 48 h 183"/>
                  <a:gd name="T40" fmla="*/ 91 w 194"/>
                  <a:gd name="T41" fmla="*/ 8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4" h="183">
                    <a:moveTo>
                      <a:pt x="91" y="8"/>
                    </a:moveTo>
                    <a:cubicBezTo>
                      <a:pt x="94" y="0"/>
                      <a:pt x="100" y="0"/>
                      <a:pt x="103" y="8"/>
                    </a:cubicBezTo>
                    <a:cubicBezTo>
                      <a:pt x="118" y="48"/>
                      <a:pt x="118" y="48"/>
                      <a:pt x="118" y="48"/>
                    </a:cubicBezTo>
                    <a:cubicBezTo>
                      <a:pt x="121" y="56"/>
                      <a:pt x="132" y="64"/>
                      <a:pt x="141" y="64"/>
                    </a:cubicBezTo>
                    <a:cubicBezTo>
                      <a:pt x="183" y="66"/>
                      <a:pt x="183" y="66"/>
                      <a:pt x="183" y="66"/>
                    </a:cubicBezTo>
                    <a:cubicBezTo>
                      <a:pt x="192" y="67"/>
                      <a:pt x="194" y="72"/>
                      <a:pt x="186" y="78"/>
                    </a:cubicBezTo>
                    <a:cubicBezTo>
                      <a:pt x="154" y="104"/>
                      <a:pt x="154" y="104"/>
                      <a:pt x="154" y="104"/>
                    </a:cubicBezTo>
                    <a:cubicBezTo>
                      <a:pt x="146" y="110"/>
                      <a:pt x="142" y="122"/>
                      <a:pt x="145" y="131"/>
                    </a:cubicBezTo>
                    <a:cubicBezTo>
                      <a:pt x="156" y="171"/>
                      <a:pt x="156" y="171"/>
                      <a:pt x="156" y="171"/>
                    </a:cubicBezTo>
                    <a:cubicBezTo>
                      <a:pt x="159" y="180"/>
                      <a:pt x="154" y="183"/>
                      <a:pt x="146" y="178"/>
                    </a:cubicBezTo>
                    <a:cubicBezTo>
                      <a:pt x="111" y="155"/>
                      <a:pt x="111" y="155"/>
                      <a:pt x="111" y="155"/>
                    </a:cubicBezTo>
                    <a:cubicBezTo>
                      <a:pt x="104" y="150"/>
                      <a:pt x="91" y="150"/>
                      <a:pt x="83" y="155"/>
                    </a:cubicBezTo>
                    <a:cubicBezTo>
                      <a:pt x="48" y="178"/>
                      <a:pt x="48" y="178"/>
                      <a:pt x="48" y="178"/>
                    </a:cubicBezTo>
                    <a:cubicBezTo>
                      <a:pt x="40" y="183"/>
                      <a:pt x="36" y="180"/>
                      <a:pt x="38" y="171"/>
                    </a:cubicBezTo>
                    <a:cubicBezTo>
                      <a:pt x="49" y="131"/>
                      <a:pt x="49" y="131"/>
                      <a:pt x="49" y="131"/>
                    </a:cubicBezTo>
                    <a:cubicBezTo>
                      <a:pt x="52" y="122"/>
                      <a:pt x="48" y="110"/>
                      <a:pt x="41" y="104"/>
                    </a:cubicBezTo>
                    <a:cubicBezTo>
                      <a:pt x="8" y="78"/>
                      <a:pt x="8" y="78"/>
                      <a:pt x="8" y="78"/>
                    </a:cubicBezTo>
                    <a:cubicBezTo>
                      <a:pt x="0" y="72"/>
                      <a:pt x="2" y="67"/>
                      <a:pt x="11" y="66"/>
                    </a:cubicBezTo>
                    <a:cubicBezTo>
                      <a:pt x="53" y="64"/>
                      <a:pt x="53" y="64"/>
                      <a:pt x="53" y="64"/>
                    </a:cubicBezTo>
                    <a:cubicBezTo>
                      <a:pt x="63" y="64"/>
                      <a:pt x="73" y="56"/>
                      <a:pt x="76" y="48"/>
                    </a:cubicBezTo>
                    <a:lnTo>
                      <a:pt x="91" y="8"/>
                    </a:lnTo>
                    <a:close/>
                  </a:path>
                </a:pathLst>
              </a:custGeom>
              <a:solidFill>
                <a:srgbClr val="FFFFFF"/>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000000"/>
                  </a:solidFill>
                  <a:effectLst/>
                  <a:uLnTx/>
                  <a:uFillTx/>
                  <a:latin typeface="Arial" panose="020B0604020202020204"/>
                  <a:ea typeface="阿里巴巴普惠体 Medium"/>
                  <a:cs typeface="阿里巴巴普惠体 Medium"/>
                  <a:sym typeface="Arial" panose="020B0604020202020204"/>
                </a:endParaRPr>
              </a:p>
            </p:txBody>
          </p:sp>
        </p:grpSp>
        <p:sp>
          <p:nvSpPr>
            <p:cNvPr id="12" name="文本框 11"/>
            <p:cNvSpPr txBox="1"/>
            <p:nvPr/>
          </p:nvSpPr>
          <p:spPr>
            <a:xfrm>
              <a:off x="1127448" y="404664"/>
              <a:ext cx="3528392" cy="584775"/>
            </a:xfrm>
            <a:prstGeom prst="rect">
              <a:avLst/>
            </a:prstGeom>
            <a:noFill/>
          </p:spPr>
          <p:txBody>
            <a:bodyPr wrap="square" rtlCol="0" anchor="t">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rPr>
                <a:t>党建赋能开创未来</a:t>
              </a:r>
              <a:endParaRPr kumimoji="0" lang="zh-CN" altLang="en-US" sz="3200" b="0" i="0" u="none" strike="noStrike" kern="1200" cap="none" spc="0" normalizeH="0" baseline="0" noProof="0" dirty="0">
                <a:ln>
                  <a:noFill/>
                </a:ln>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endParaRPr>
            </a:p>
          </p:txBody>
        </p:sp>
      </p:grpSp>
      <p:grpSp>
        <p:nvGrpSpPr>
          <p:cNvPr id="2" name="组合 1"/>
          <p:cNvGrpSpPr/>
          <p:nvPr/>
        </p:nvGrpSpPr>
        <p:grpSpPr>
          <a:xfrm>
            <a:off x="3379789" y="1484784"/>
            <a:ext cx="5432425" cy="643216"/>
            <a:chOff x="745285" y="1754248"/>
            <a:chExt cx="7979615" cy="643216"/>
          </a:xfrm>
        </p:grpSpPr>
        <p:sp>
          <p:nvSpPr>
            <p:cNvPr id="3" name="矩形 2"/>
            <p:cNvSpPr/>
            <p:nvPr/>
          </p:nvSpPr>
          <p:spPr>
            <a:xfrm>
              <a:off x="745285" y="1754248"/>
              <a:ext cx="7979615" cy="64321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阿里巴巴普惠体 Medium"/>
                <a:cs typeface="阿里巴巴普惠体 Medium"/>
                <a:sym typeface="Arial" panose="020B0604020202020204"/>
              </a:endParaRPr>
            </a:p>
          </p:txBody>
        </p:sp>
        <p:sp>
          <p:nvSpPr>
            <p:cNvPr id="4" name="文本框 3"/>
            <p:cNvSpPr txBox="1"/>
            <p:nvPr/>
          </p:nvSpPr>
          <p:spPr>
            <a:xfrm>
              <a:off x="1353892" y="1783469"/>
              <a:ext cx="6762400" cy="584775"/>
            </a:xfrm>
            <a:prstGeom prst="rect">
              <a:avLst/>
            </a:prstGeom>
            <a:noFill/>
          </p:spPr>
          <p:txBody>
            <a:bodyPr wrap="square" rtlCol="0">
              <a:spAutoFit/>
            </a:bodyPr>
            <a:lstStyle/>
            <a:p>
              <a:pPr algn="dist"/>
              <a:r>
                <a:rPr lang="zh-CN" altLang="en-US" sz="3200" b="1" dirty="0">
                  <a:solidFill>
                    <a:srgbClr val="FCD66F"/>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rPr>
                <a:t>党建赋能开创未来</a:t>
              </a:r>
              <a:endParaRPr lang="zh-CN" altLang="en-US" sz="3200" b="1" dirty="0">
                <a:solidFill>
                  <a:srgbClr val="FCD66F"/>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endParaRPr>
            </a:p>
          </p:txBody>
        </p:sp>
      </p:grpSp>
      <p:grpSp>
        <p:nvGrpSpPr>
          <p:cNvPr id="40" name="组合 39"/>
          <p:cNvGrpSpPr/>
          <p:nvPr/>
        </p:nvGrpSpPr>
        <p:grpSpPr>
          <a:xfrm>
            <a:off x="1460332" y="2708922"/>
            <a:ext cx="9271339" cy="1201181"/>
            <a:chOff x="1216420" y="2708920"/>
            <a:chExt cx="9271339" cy="1201181"/>
          </a:xfrm>
        </p:grpSpPr>
        <p:grpSp>
          <p:nvGrpSpPr>
            <p:cNvPr id="5" name="组合 4"/>
            <p:cNvGrpSpPr/>
            <p:nvPr/>
          </p:nvGrpSpPr>
          <p:grpSpPr>
            <a:xfrm>
              <a:off x="1216420" y="2708920"/>
              <a:ext cx="4103727" cy="1201181"/>
              <a:chOff x="1655906" y="2538087"/>
              <a:chExt cx="4103727" cy="1201181"/>
            </a:xfrm>
          </p:grpSpPr>
          <p:grpSp>
            <p:nvGrpSpPr>
              <p:cNvPr id="6" name="组合 5"/>
              <p:cNvGrpSpPr/>
              <p:nvPr/>
            </p:nvGrpSpPr>
            <p:grpSpPr>
              <a:xfrm>
                <a:off x="1655906" y="2675344"/>
                <a:ext cx="845581" cy="845581"/>
                <a:chOff x="1922606" y="2743119"/>
                <a:chExt cx="845581" cy="845581"/>
              </a:xfrm>
            </p:grpSpPr>
            <p:sp>
              <p:nvSpPr>
                <p:cNvPr id="14" name="椭圆 13"/>
                <p:cNvSpPr/>
                <p:nvPr/>
              </p:nvSpPr>
              <p:spPr>
                <a:xfrm>
                  <a:off x="1922606" y="2743119"/>
                  <a:ext cx="845581" cy="84558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Arial" panose="020B0604020202020204"/>
                    <a:ea typeface="阿里巴巴普惠体 Medium"/>
                    <a:cs typeface="阿里巴巴普惠体 Medium"/>
                    <a:sym typeface="Arial" panose="020B0604020202020204"/>
                  </a:endParaRPr>
                </a:p>
              </p:txBody>
            </p:sp>
            <p:pic>
              <p:nvPicPr>
                <p:cNvPr id="15" name="图片 14"/>
                <p:cNvPicPr>
                  <a:picLocks noChangeAspect="1"/>
                </p:cNvPicPr>
                <p:nvPr/>
              </p:nvPicPr>
              <p:blipFill rotWithShape="1">
                <a:blip r:embed="rId3" cstate="print">
                  <a:duotone>
                    <a:prstClr val="black"/>
                    <a:schemeClr val="accent4">
                      <a:tint val="45000"/>
                      <a:satMod val="400000"/>
                    </a:schemeClr>
                  </a:duotone>
                  <a:extLst>
                    <a:ext uri="{28A0092B-C50C-407E-A947-70E740481C1C}">
                      <a14:useLocalDpi xmlns:a14="http://schemas.microsoft.com/office/drawing/2010/main" val="0"/>
                    </a:ext>
                  </a:extLst>
                </a:blip>
                <a:srcRect l="4545" t="36338" r="54874" b="45741"/>
                <a:stretch>
                  <a:fillRect/>
                </a:stretch>
              </p:blipFill>
              <p:spPr>
                <a:xfrm>
                  <a:off x="1958328" y="2861865"/>
                  <a:ext cx="774136" cy="608089"/>
                </a:xfrm>
                <a:prstGeom prst="rect">
                  <a:avLst/>
                </a:prstGeom>
                <a:effectLst>
                  <a:outerShdw blurRad="63500" sx="101000" sy="101000" algn="ctr" rotWithShape="0">
                    <a:prstClr val="black">
                      <a:alpha val="40000"/>
                    </a:prstClr>
                  </a:outerShdw>
                </a:effectLst>
              </p:spPr>
            </p:pic>
          </p:grpSp>
          <p:sp>
            <p:nvSpPr>
              <p:cNvPr id="7" name="文本框 6"/>
              <p:cNvSpPr txBox="1"/>
              <p:nvPr/>
            </p:nvSpPr>
            <p:spPr>
              <a:xfrm>
                <a:off x="2537209" y="2538087"/>
                <a:ext cx="1958591" cy="431337"/>
              </a:xfrm>
              <a:prstGeom prst="rect">
                <a:avLst/>
              </a:prstGeom>
            </p:spPr>
            <p:txBody>
              <a:bodyPr wrap="square">
                <a:spAutoFit/>
              </a:bodyPr>
              <a:lstStyle>
                <a:defPPr>
                  <a:defRPr lang="zh-CN"/>
                </a:defPPr>
                <a:lvl1pPr algn="ctr">
                  <a:lnSpc>
                    <a:spcPct val="120000"/>
                  </a:lnSpc>
                  <a:defRPr sz="6600">
                    <a:gradFill>
                      <a:gsLst>
                        <a:gs pos="0">
                          <a:schemeClr val="accent1">
                            <a:lumMod val="90000"/>
                            <a:lumOff val="10000"/>
                          </a:schemeClr>
                        </a:gs>
                        <a:gs pos="100000">
                          <a:schemeClr val="accent1"/>
                        </a:gs>
                      </a:gsLst>
                      <a:lin ang="5400000" scaled="1"/>
                    </a:gradFill>
                    <a:latin typeface="思源宋体 CN Heavy" charset="-122"/>
                    <a:ea typeface="思源宋体 CN Heavy" charset="-122"/>
                  </a:defRPr>
                </a:lvl1pPr>
              </a:lstStyle>
              <a:p>
                <a:pPr algn="l">
                  <a:lnSpc>
                    <a:spcPct val="90000"/>
                  </a:lnSpc>
                </a:pPr>
                <a:r>
                  <a:rPr kumimoji="0" lang="zh-CN" altLang="en-US" sz="2400" b="0"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rPr>
                  <a:t>党建赋能</a:t>
                </a:r>
                <a:endParaRPr lang="zh-CN" altLang="en-US" sz="1600" dirty="0">
                  <a:solidFill>
                    <a:schemeClr val="tx1"/>
                  </a:solidFill>
                  <a:latin typeface="Arial" panose="020B0604020202020204"/>
                  <a:ea typeface="阿里巴巴普惠体 Medium"/>
                  <a:cs typeface="阿里巴巴普惠体 Medium"/>
                  <a:sym typeface="Arial" panose="020B0604020202020204"/>
                </a:endParaRPr>
              </a:p>
            </p:txBody>
          </p:sp>
          <p:sp>
            <p:nvSpPr>
              <p:cNvPr id="8" name="矩形 7"/>
              <p:cNvSpPr/>
              <p:nvPr/>
            </p:nvSpPr>
            <p:spPr>
              <a:xfrm>
                <a:off x="2537209" y="2935971"/>
                <a:ext cx="3222424" cy="803297"/>
              </a:xfrm>
              <a:prstGeom prst="rect">
                <a:avLst/>
              </a:prstGeom>
            </p:spPr>
            <p:txBody>
              <a:bodyPr wrap="square">
                <a:spAutoFit/>
              </a:bodyPr>
              <a:lstStyle/>
              <a:p>
                <a:pPr>
                  <a:lnSpc>
                    <a:spcPct val="110000"/>
                  </a:lnSpc>
                </a:pPr>
                <a:r>
                  <a:rPr lang="zh-CN" altLang="en-US" sz="1400" dirty="0">
                    <a:latin typeface="Arial" panose="020B0604020202020204"/>
                    <a:ea typeface="阿里巴巴普惠体 Medium"/>
                    <a:cs typeface="阿里巴巴普惠体 Medium"/>
                    <a:sym typeface="Arial" panose="020B0604020202020204"/>
                  </a:rPr>
                  <a:t>在此处添加您的文本内容在此处添加您的文本内容在此处添加您的文本内容在此处添加在此处添</a:t>
                </a:r>
                <a:endParaRPr lang="zh-CN" altLang="en-US" sz="1400" dirty="0">
                  <a:latin typeface="Arial" panose="020B0604020202020204"/>
                  <a:ea typeface="阿里巴巴普惠体 Medium"/>
                  <a:cs typeface="阿里巴巴普惠体 Medium"/>
                  <a:sym typeface="Arial" panose="020B0604020202020204"/>
                </a:endParaRPr>
              </a:p>
            </p:txBody>
          </p:sp>
        </p:grpSp>
        <p:grpSp>
          <p:nvGrpSpPr>
            <p:cNvPr id="34" name="组合 33"/>
            <p:cNvGrpSpPr/>
            <p:nvPr/>
          </p:nvGrpSpPr>
          <p:grpSpPr>
            <a:xfrm>
              <a:off x="6384032" y="2708920"/>
              <a:ext cx="4103727" cy="1201181"/>
              <a:chOff x="1655906" y="2538087"/>
              <a:chExt cx="4103727" cy="1201181"/>
            </a:xfrm>
          </p:grpSpPr>
          <p:grpSp>
            <p:nvGrpSpPr>
              <p:cNvPr id="35" name="组合 34"/>
              <p:cNvGrpSpPr/>
              <p:nvPr/>
            </p:nvGrpSpPr>
            <p:grpSpPr>
              <a:xfrm>
                <a:off x="1655906" y="2675344"/>
                <a:ext cx="845581" cy="845581"/>
                <a:chOff x="1922606" y="2743119"/>
                <a:chExt cx="845581" cy="845581"/>
              </a:xfrm>
            </p:grpSpPr>
            <p:sp>
              <p:nvSpPr>
                <p:cNvPr id="38" name="椭圆 37"/>
                <p:cNvSpPr/>
                <p:nvPr/>
              </p:nvSpPr>
              <p:spPr>
                <a:xfrm>
                  <a:off x="1922606" y="2743119"/>
                  <a:ext cx="845581" cy="84558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Arial" panose="020B0604020202020204"/>
                    <a:ea typeface="阿里巴巴普惠体 Medium"/>
                    <a:cs typeface="阿里巴巴普惠体 Medium"/>
                    <a:sym typeface="Arial" panose="020B0604020202020204"/>
                  </a:endParaRPr>
                </a:p>
              </p:txBody>
            </p:sp>
            <p:pic>
              <p:nvPicPr>
                <p:cNvPr id="39" name="图片 38"/>
                <p:cNvPicPr>
                  <a:picLocks noChangeAspect="1"/>
                </p:cNvPicPr>
                <p:nvPr/>
              </p:nvPicPr>
              <p:blipFill rotWithShape="1">
                <a:blip r:embed="rId3" cstate="print">
                  <a:duotone>
                    <a:prstClr val="black"/>
                    <a:schemeClr val="accent4">
                      <a:tint val="45000"/>
                      <a:satMod val="400000"/>
                    </a:schemeClr>
                  </a:duotone>
                  <a:extLst>
                    <a:ext uri="{28A0092B-C50C-407E-A947-70E740481C1C}">
                      <a14:useLocalDpi xmlns:a14="http://schemas.microsoft.com/office/drawing/2010/main" val="0"/>
                    </a:ext>
                  </a:extLst>
                </a:blip>
                <a:srcRect l="4545" t="36338" r="54874" b="45741"/>
                <a:stretch>
                  <a:fillRect/>
                </a:stretch>
              </p:blipFill>
              <p:spPr>
                <a:xfrm>
                  <a:off x="1958328" y="2861865"/>
                  <a:ext cx="774136" cy="608089"/>
                </a:xfrm>
                <a:prstGeom prst="rect">
                  <a:avLst/>
                </a:prstGeom>
                <a:effectLst>
                  <a:outerShdw blurRad="63500" sx="101000" sy="101000" algn="ctr" rotWithShape="0">
                    <a:prstClr val="black">
                      <a:alpha val="40000"/>
                    </a:prstClr>
                  </a:outerShdw>
                </a:effectLst>
              </p:spPr>
            </p:pic>
          </p:grpSp>
          <p:sp>
            <p:nvSpPr>
              <p:cNvPr id="36" name="文本框 35"/>
              <p:cNvSpPr txBox="1"/>
              <p:nvPr/>
            </p:nvSpPr>
            <p:spPr>
              <a:xfrm>
                <a:off x="2537209" y="2538087"/>
                <a:ext cx="1958591" cy="431337"/>
              </a:xfrm>
              <a:prstGeom prst="rect">
                <a:avLst/>
              </a:prstGeom>
            </p:spPr>
            <p:txBody>
              <a:bodyPr wrap="square">
                <a:spAutoFit/>
              </a:bodyPr>
              <a:lstStyle>
                <a:defPPr>
                  <a:defRPr lang="zh-CN"/>
                </a:defPPr>
                <a:lvl1pPr algn="ctr">
                  <a:lnSpc>
                    <a:spcPct val="120000"/>
                  </a:lnSpc>
                  <a:defRPr sz="6600">
                    <a:gradFill>
                      <a:gsLst>
                        <a:gs pos="0">
                          <a:schemeClr val="accent1">
                            <a:lumMod val="90000"/>
                            <a:lumOff val="10000"/>
                          </a:schemeClr>
                        </a:gs>
                        <a:gs pos="100000">
                          <a:schemeClr val="accent1"/>
                        </a:gs>
                      </a:gsLst>
                      <a:lin ang="5400000" scaled="1"/>
                    </a:gradFill>
                    <a:latin typeface="思源宋体 CN Heavy" charset="-122"/>
                    <a:ea typeface="思源宋体 CN Heavy" charset="-122"/>
                  </a:defRPr>
                </a:lvl1pPr>
              </a:lstStyle>
              <a:p>
                <a:pPr algn="l">
                  <a:lnSpc>
                    <a:spcPct val="90000"/>
                  </a:lnSpc>
                </a:pPr>
                <a:r>
                  <a:rPr kumimoji="0" lang="zh-CN" altLang="en-US" sz="2400" b="0"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rPr>
                  <a:t>党建赋能</a:t>
                </a:r>
                <a:endParaRPr lang="zh-CN" altLang="en-US" sz="1600" dirty="0">
                  <a:solidFill>
                    <a:schemeClr val="tx1"/>
                  </a:solidFill>
                  <a:latin typeface="Arial" panose="020B0604020202020204"/>
                  <a:ea typeface="阿里巴巴普惠体 Medium"/>
                  <a:cs typeface="阿里巴巴普惠体 Medium"/>
                  <a:sym typeface="Arial" panose="020B0604020202020204"/>
                </a:endParaRPr>
              </a:p>
            </p:txBody>
          </p:sp>
          <p:sp>
            <p:nvSpPr>
              <p:cNvPr id="37" name="矩形 36"/>
              <p:cNvSpPr/>
              <p:nvPr/>
            </p:nvSpPr>
            <p:spPr>
              <a:xfrm>
                <a:off x="2537209" y="2935971"/>
                <a:ext cx="3222424" cy="803297"/>
              </a:xfrm>
              <a:prstGeom prst="rect">
                <a:avLst/>
              </a:prstGeom>
            </p:spPr>
            <p:txBody>
              <a:bodyPr wrap="square">
                <a:spAutoFit/>
              </a:bodyPr>
              <a:lstStyle/>
              <a:p>
                <a:pPr>
                  <a:lnSpc>
                    <a:spcPct val="110000"/>
                  </a:lnSpc>
                </a:pPr>
                <a:r>
                  <a:rPr lang="zh-CN" altLang="en-US" sz="1400" dirty="0">
                    <a:latin typeface="Arial" panose="020B0604020202020204"/>
                    <a:ea typeface="阿里巴巴普惠体 Medium"/>
                    <a:cs typeface="阿里巴巴普惠体 Medium"/>
                    <a:sym typeface="Arial" panose="020B0604020202020204"/>
                  </a:rPr>
                  <a:t>在此处添加您的文本内容在此处添加您的文本内容在此处添加您的文本内容在此处添加在此处添</a:t>
                </a:r>
                <a:endParaRPr lang="zh-CN" altLang="en-US" sz="1400" dirty="0">
                  <a:latin typeface="Arial" panose="020B0604020202020204"/>
                  <a:ea typeface="阿里巴巴普惠体 Medium"/>
                  <a:cs typeface="阿里巴巴普惠体 Medium"/>
                  <a:sym typeface="Arial" panose="020B0604020202020204"/>
                </a:endParaRPr>
              </a:p>
            </p:txBody>
          </p:sp>
        </p:grpSp>
      </p:grpSp>
      <p:grpSp>
        <p:nvGrpSpPr>
          <p:cNvPr id="41" name="组合 40"/>
          <p:cNvGrpSpPr/>
          <p:nvPr/>
        </p:nvGrpSpPr>
        <p:grpSpPr>
          <a:xfrm>
            <a:off x="1460332" y="4581130"/>
            <a:ext cx="9271339" cy="1201181"/>
            <a:chOff x="1216420" y="2708920"/>
            <a:chExt cx="9271339" cy="1201181"/>
          </a:xfrm>
        </p:grpSpPr>
        <p:grpSp>
          <p:nvGrpSpPr>
            <p:cNvPr id="42" name="组合 41"/>
            <p:cNvGrpSpPr/>
            <p:nvPr/>
          </p:nvGrpSpPr>
          <p:grpSpPr>
            <a:xfrm>
              <a:off x="1216420" y="2708920"/>
              <a:ext cx="4103727" cy="1201181"/>
              <a:chOff x="1655906" y="2538087"/>
              <a:chExt cx="4103727" cy="1201181"/>
            </a:xfrm>
          </p:grpSpPr>
          <p:grpSp>
            <p:nvGrpSpPr>
              <p:cNvPr id="49" name="组合 48"/>
              <p:cNvGrpSpPr/>
              <p:nvPr/>
            </p:nvGrpSpPr>
            <p:grpSpPr>
              <a:xfrm>
                <a:off x="1655906" y="2675344"/>
                <a:ext cx="845581" cy="845581"/>
                <a:chOff x="1922606" y="2743119"/>
                <a:chExt cx="845581" cy="845581"/>
              </a:xfrm>
            </p:grpSpPr>
            <p:sp>
              <p:nvSpPr>
                <p:cNvPr id="52" name="椭圆 51"/>
                <p:cNvSpPr/>
                <p:nvPr/>
              </p:nvSpPr>
              <p:spPr>
                <a:xfrm>
                  <a:off x="1922606" y="2743119"/>
                  <a:ext cx="845581" cy="84558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Arial" panose="020B0604020202020204"/>
                    <a:ea typeface="阿里巴巴普惠体 Medium"/>
                    <a:cs typeface="阿里巴巴普惠体 Medium"/>
                    <a:sym typeface="Arial" panose="020B0604020202020204"/>
                  </a:endParaRPr>
                </a:p>
              </p:txBody>
            </p:sp>
            <p:pic>
              <p:nvPicPr>
                <p:cNvPr id="53" name="图片 52"/>
                <p:cNvPicPr>
                  <a:picLocks noChangeAspect="1"/>
                </p:cNvPicPr>
                <p:nvPr/>
              </p:nvPicPr>
              <p:blipFill rotWithShape="1">
                <a:blip r:embed="rId3" cstate="print">
                  <a:duotone>
                    <a:prstClr val="black"/>
                    <a:schemeClr val="accent4">
                      <a:tint val="45000"/>
                      <a:satMod val="400000"/>
                    </a:schemeClr>
                  </a:duotone>
                  <a:extLst>
                    <a:ext uri="{28A0092B-C50C-407E-A947-70E740481C1C}">
                      <a14:useLocalDpi xmlns:a14="http://schemas.microsoft.com/office/drawing/2010/main" val="0"/>
                    </a:ext>
                  </a:extLst>
                </a:blip>
                <a:srcRect l="4545" t="36338" r="54874" b="45741"/>
                <a:stretch>
                  <a:fillRect/>
                </a:stretch>
              </p:blipFill>
              <p:spPr>
                <a:xfrm>
                  <a:off x="1958328" y="2861865"/>
                  <a:ext cx="774136" cy="608089"/>
                </a:xfrm>
                <a:prstGeom prst="rect">
                  <a:avLst/>
                </a:prstGeom>
                <a:effectLst>
                  <a:outerShdw blurRad="63500" sx="101000" sy="101000" algn="ctr" rotWithShape="0">
                    <a:prstClr val="black">
                      <a:alpha val="40000"/>
                    </a:prstClr>
                  </a:outerShdw>
                </a:effectLst>
              </p:spPr>
            </p:pic>
          </p:grpSp>
          <p:sp>
            <p:nvSpPr>
              <p:cNvPr id="50" name="文本框 49"/>
              <p:cNvSpPr txBox="1"/>
              <p:nvPr/>
            </p:nvSpPr>
            <p:spPr>
              <a:xfrm>
                <a:off x="2537209" y="2538087"/>
                <a:ext cx="1958591" cy="431337"/>
              </a:xfrm>
              <a:prstGeom prst="rect">
                <a:avLst/>
              </a:prstGeom>
            </p:spPr>
            <p:txBody>
              <a:bodyPr wrap="square">
                <a:spAutoFit/>
              </a:bodyPr>
              <a:lstStyle>
                <a:defPPr>
                  <a:defRPr lang="zh-CN"/>
                </a:defPPr>
                <a:lvl1pPr algn="ctr">
                  <a:lnSpc>
                    <a:spcPct val="120000"/>
                  </a:lnSpc>
                  <a:defRPr sz="6600">
                    <a:gradFill>
                      <a:gsLst>
                        <a:gs pos="0">
                          <a:schemeClr val="accent1">
                            <a:lumMod val="90000"/>
                            <a:lumOff val="10000"/>
                          </a:schemeClr>
                        </a:gs>
                        <a:gs pos="100000">
                          <a:schemeClr val="accent1"/>
                        </a:gs>
                      </a:gsLst>
                      <a:lin ang="5400000" scaled="1"/>
                    </a:gradFill>
                    <a:latin typeface="思源宋体 CN Heavy" charset="-122"/>
                    <a:ea typeface="思源宋体 CN Heavy" charset="-122"/>
                  </a:defRPr>
                </a:lvl1pPr>
              </a:lstStyle>
              <a:p>
                <a:pPr algn="l">
                  <a:lnSpc>
                    <a:spcPct val="90000"/>
                  </a:lnSpc>
                </a:pPr>
                <a:r>
                  <a:rPr kumimoji="0" lang="zh-CN" altLang="en-US" sz="2400" b="0"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rPr>
                  <a:t>党建赋能</a:t>
                </a:r>
                <a:endParaRPr lang="zh-CN" altLang="en-US" sz="1600" dirty="0">
                  <a:solidFill>
                    <a:schemeClr val="tx1"/>
                  </a:solidFill>
                  <a:latin typeface="Arial" panose="020B0604020202020204"/>
                  <a:ea typeface="阿里巴巴普惠体 Medium"/>
                  <a:cs typeface="阿里巴巴普惠体 Medium"/>
                  <a:sym typeface="Arial" panose="020B0604020202020204"/>
                </a:endParaRPr>
              </a:p>
            </p:txBody>
          </p:sp>
          <p:sp>
            <p:nvSpPr>
              <p:cNvPr id="51" name="矩形 50"/>
              <p:cNvSpPr/>
              <p:nvPr/>
            </p:nvSpPr>
            <p:spPr>
              <a:xfrm>
                <a:off x="2537209" y="2935971"/>
                <a:ext cx="3222424" cy="803297"/>
              </a:xfrm>
              <a:prstGeom prst="rect">
                <a:avLst/>
              </a:prstGeom>
            </p:spPr>
            <p:txBody>
              <a:bodyPr wrap="square">
                <a:spAutoFit/>
              </a:bodyPr>
              <a:lstStyle/>
              <a:p>
                <a:pPr>
                  <a:lnSpc>
                    <a:spcPct val="110000"/>
                  </a:lnSpc>
                </a:pPr>
                <a:r>
                  <a:rPr lang="zh-CN" altLang="en-US" sz="1400" dirty="0">
                    <a:latin typeface="Arial" panose="020B0604020202020204"/>
                    <a:ea typeface="阿里巴巴普惠体 Medium"/>
                    <a:cs typeface="阿里巴巴普惠体 Medium"/>
                    <a:sym typeface="Arial" panose="020B0604020202020204"/>
                  </a:rPr>
                  <a:t>在此处添加您的文本内容在此处添加您的文本内容在此处添加您的文本内容在此处添加在此处添</a:t>
                </a:r>
                <a:endParaRPr lang="zh-CN" altLang="en-US" sz="1400" dirty="0">
                  <a:latin typeface="Arial" panose="020B0604020202020204"/>
                  <a:ea typeface="阿里巴巴普惠体 Medium"/>
                  <a:cs typeface="阿里巴巴普惠体 Medium"/>
                  <a:sym typeface="Arial" panose="020B0604020202020204"/>
                </a:endParaRPr>
              </a:p>
            </p:txBody>
          </p:sp>
        </p:grpSp>
        <p:grpSp>
          <p:nvGrpSpPr>
            <p:cNvPr id="43" name="组合 42"/>
            <p:cNvGrpSpPr/>
            <p:nvPr/>
          </p:nvGrpSpPr>
          <p:grpSpPr>
            <a:xfrm>
              <a:off x="6384032" y="2708920"/>
              <a:ext cx="4103727" cy="1201181"/>
              <a:chOff x="1655906" y="2538087"/>
              <a:chExt cx="4103727" cy="1201181"/>
            </a:xfrm>
          </p:grpSpPr>
          <p:grpSp>
            <p:nvGrpSpPr>
              <p:cNvPr id="44" name="组合 43"/>
              <p:cNvGrpSpPr/>
              <p:nvPr/>
            </p:nvGrpSpPr>
            <p:grpSpPr>
              <a:xfrm>
                <a:off x="1655906" y="2675344"/>
                <a:ext cx="845581" cy="845581"/>
                <a:chOff x="1922606" y="2743119"/>
                <a:chExt cx="845581" cy="845581"/>
              </a:xfrm>
            </p:grpSpPr>
            <p:sp>
              <p:nvSpPr>
                <p:cNvPr id="47" name="椭圆 46"/>
                <p:cNvSpPr/>
                <p:nvPr/>
              </p:nvSpPr>
              <p:spPr>
                <a:xfrm>
                  <a:off x="1922606" y="2743119"/>
                  <a:ext cx="845581" cy="84558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Arial" panose="020B0604020202020204"/>
                    <a:ea typeface="阿里巴巴普惠体 Medium"/>
                    <a:cs typeface="阿里巴巴普惠体 Medium"/>
                    <a:sym typeface="Arial" panose="020B0604020202020204"/>
                  </a:endParaRPr>
                </a:p>
              </p:txBody>
            </p:sp>
            <p:pic>
              <p:nvPicPr>
                <p:cNvPr id="48" name="图片 47"/>
                <p:cNvPicPr>
                  <a:picLocks noChangeAspect="1"/>
                </p:cNvPicPr>
                <p:nvPr/>
              </p:nvPicPr>
              <p:blipFill rotWithShape="1">
                <a:blip r:embed="rId3" cstate="print">
                  <a:duotone>
                    <a:prstClr val="black"/>
                    <a:schemeClr val="accent4">
                      <a:tint val="45000"/>
                      <a:satMod val="400000"/>
                    </a:schemeClr>
                  </a:duotone>
                  <a:extLst>
                    <a:ext uri="{28A0092B-C50C-407E-A947-70E740481C1C}">
                      <a14:useLocalDpi xmlns:a14="http://schemas.microsoft.com/office/drawing/2010/main" val="0"/>
                    </a:ext>
                  </a:extLst>
                </a:blip>
                <a:srcRect l="4545" t="36338" r="54874" b="45741"/>
                <a:stretch>
                  <a:fillRect/>
                </a:stretch>
              </p:blipFill>
              <p:spPr>
                <a:xfrm>
                  <a:off x="1958328" y="2861865"/>
                  <a:ext cx="774136" cy="608089"/>
                </a:xfrm>
                <a:prstGeom prst="rect">
                  <a:avLst/>
                </a:prstGeom>
                <a:effectLst>
                  <a:outerShdw blurRad="63500" sx="101000" sy="101000" algn="ctr" rotWithShape="0">
                    <a:prstClr val="black">
                      <a:alpha val="40000"/>
                    </a:prstClr>
                  </a:outerShdw>
                </a:effectLst>
              </p:spPr>
            </p:pic>
          </p:grpSp>
          <p:sp>
            <p:nvSpPr>
              <p:cNvPr id="45" name="文本框 44"/>
              <p:cNvSpPr txBox="1"/>
              <p:nvPr/>
            </p:nvSpPr>
            <p:spPr>
              <a:xfrm>
                <a:off x="2537209" y="2538087"/>
                <a:ext cx="1958591" cy="431337"/>
              </a:xfrm>
              <a:prstGeom prst="rect">
                <a:avLst/>
              </a:prstGeom>
            </p:spPr>
            <p:txBody>
              <a:bodyPr wrap="square">
                <a:spAutoFit/>
              </a:bodyPr>
              <a:lstStyle>
                <a:defPPr>
                  <a:defRPr lang="zh-CN"/>
                </a:defPPr>
                <a:lvl1pPr algn="ctr">
                  <a:lnSpc>
                    <a:spcPct val="120000"/>
                  </a:lnSpc>
                  <a:defRPr sz="6600">
                    <a:gradFill>
                      <a:gsLst>
                        <a:gs pos="0">
                          <a:schemeClr val="accent1">
                            <a:lumMod val="90000"/>
                            <a:lumOff val="10000"/>
                          </a:schemeClr>
                        </a:gs>
                        <a:gs pos="100000">
                          <a:schemeClr val="accent1"/>
                        </a:gs>
                      </a:gsLst>
                      <a:lin ang="5400000" scaled="1"/>
                    </a:gradFill>
                    <a:latin typeface="思源宋体 CN Heavy" charset="-122"/>
                    <a:ea typeface="思源宋体 CN Heavy" charset="-122"/>
                  </a:defRPr>
                </a:lvl1pPr>
              </a:lstStyle>
              <a:p>
                <a:pPr algn="l">
                  <a:lnSpc>
                    <a:spcPct val="90000"/>
                  </a:lnSpc>
                </a:pPr>
                <a:r>
                  <a:rPr kumimoji="0" lang="zh-CN" altLang="en-US" sz="2400" b="0"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rPr>
                  <a:t>党建赋能</a:t>
                </a:r>
                <a:endParaRPr lang="zh-CN" altLang="en-US" sz="1600" dirty="0">
                  <a:solidFill>
                    <a:schemeClr val="tx1"/>
                  </a:solidFill>
                  <a:latin typeface="Arial" panose="020B0604020202020204"/>
                  <a:ea typeface="阿里巴巴普惠体 Medium"/>
                  <a:cs typeface="阿里巴巴普惠体 Medium"/>
                  <a:sym typeface="Arial" panose="020B0604020202020204"/>
                </a:endParaRPr>
              </a:p>
            </p:txBody>
          </p:sp>
          <p:sp>
            <p:nvSpPr>
              <p:cNvPr id="46" name="矩形 45"/>
              <p:cNvSpPr/>
              <p:nvPr/>
            </p:nvSpPr>
            <p:spPr>
              <a:xfrm>
                <a:off x="2537209" y="2935971"/>
                <a:ext cx="3222424" cy="803297"/>
              </a:xfrm>
              <a:prstGeom prst="rect">
                <a:avLst/>
              </a:prstGeom>
            </p:spPr>
            <p:txBody>
              <a:bodyPr wrap="square">
                <a:spAutoFit/>
              </a:bodyPr>
              <a:lstStyle/>
              <a:p>
                <a:pPr>
                  <a:lnSpc>
                    <a:spcPct val="110000"/>
                  </a:lnSpc>
                </a:pPr>
                <a:r>
                  <a:rPr lang="zh-CN" altLang="en-US" sz="1400" dirty="0">
                    <a:latin typeface="Arial" panose="020B0604020202020204"/>
                    <a:ea typeface="阿里巴巴普惠体 Medium"/>
                    <a:cs typeface="阿里巴巴普惠体 Medium"/>
                    <a:sym typeface="Arial" panose="020B0604020202020204"/>
                  </a:rPr>
                  <a:t>在此处添加您的文本内容在此处添加您的文本内容在此处添加您的文本内容在此处添加在此处添</a:t>
                </a:r>
                <a:endParaRPr lang="zh-CN" altLang="en-US" sz="1400" dirty="0">
                  <a:latin typeface="Arial" panose="020B0604020202020204"/>
                  <a:ea typeface="阿里巴巴普惠体 Medium"/>
                  <a:cs typeface="阿里巴巴普惠体 Medium"/>
                  <a:sym typeface="Arial" panose="020B0604020202020204"/>
                </a:endParaRPr>
              </a:p>
            </p:txBody>
          </p:sp>
        </p:gr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ppt_w</p:attrName>
                                        </p:attrNameLst>
                                      </p:cBhvr>
                                      <p:tavLst>
                                        <p:tav tm="0">
                                          <p:val>
                                            <p:fltVal val="0"/>
                                          </p:val>
                                        </p:tav>
                                        <p:tav tm="100000">
                                          <p:val>
                                            <p:strVal val="#ppt_w"/>
                                          </p:val>
                                        </p:tav>
                                      </p:tavLst>
                                    </p:anim>
                                    <p:anim calcmode="lin" valueType="num">
                                      <p:cBhvr>
                                        <p:cTn id="8" dur="500" fill="hold"/>
                                        <p:tgtEl>
                                          <p:spTgt spid="13"/>
                                        </p:tgtEl>
                                        <p:attrNameLst>
                                          <p:attrName>ppt_h</p:attrName>
                                        </p:attrNameLst>
                                      </p:cBhvr>
                                      <p:tavLst>
                                        <p:tav tm="0">
                                          <p:val>
                                            <p:fltVal val="0"/>
                                          </p:val>
                                        </p:tav>
                                        <p:tav tm="100000">
                                          <p:val>
                                            <p:strVal val="#ppt_h"/>
                                          </p:val>
                                        </p:tav>
                                      </p:tavLst>
                                    </p:anim>
                                    <p:animEffect transition="in" filter="fade">
                                      <p:cBhvr>
                                        <p:cTn id="9" dur="500"/>
                                        <p:tgtEl>
                                          <p:spTgt spid="13"/>
                                        </p:tgtEl>
                                      </p:cBhvr>
                                    </p:animEffect>
                                  </p:childTnLst>
                                </p:cTn>
                              </p:par>
                            </p:childTnLst>
                          </p:cTn>
                        </p:par>
                      </p:childTnLst>
                    </p:cTn>
                  </p:par>
                  <p:par>
                    <p:cTn id="10" fill="hold">
                      <p:stCondLst>
                        <p:cond delay="indefinite"/>
                      </p:stCondLst>
                      <p:childTnLst>
                        <p:par>
                          <p:cTn id="11" fill="hold">
                            <p:stCondLst>
                              <p:cond delay="0"/>
                            </p:stCondLst>
                            <p:childTnLst>
                              <p:par>
                                <p:cTn id="12" presetID="16" presetClass="entr" presetSubtype="37"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barn(outVertical)">
                                      <p:cBhvr>
                                        <p:cTn id="1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p:cNvGrpSpPr/>
          <p:nvPr/>
        </p:nvGrpSpPr>
        <p:grpSpPr>
          <a:xfrm>
            <a:off x="695402" y="548681"/>
            <a:ext cx="4049727" cy="584775"/>
            <a:chOff x="606113" y="404664"/>
            <a:chExt cx="4049727" cy="584775"/>
          </a:xfrm>
        </p:grpSpPr>
        <p:grpSp>
          <p:nvGrpSpPr>
            <p:cNvPr id="9" name="组合 8"/>
            <p:cNvGrpSpPr/>
            <p:nvPr/>
          </p:nvGrpSpPr>
          <p:grpSpPr>
            <a:xfrm>
              <a:off x="606113" y="443399"/>
              <a:ext cx="479425" cy="479425"/>
              <a:chOff x="7015" y="3652"/>
              <a:chExt cx="2006" cy="2006"/>
            </a:xfrm>
          </p:grpSpPr>
          <p:sp>
            <p:nvSpPr>
              <p:cNvPr id="10" name="图形"/>
              <p:cNvSpPr/>
              <p:nvPr userDrawn="1">
                <p:custDataLst>
                  <p:tags r:id="rId1"/>
                </p:custDataLst>
              </p:nvPr>
            </p:nvSpPr>
            <p:spPr bwMode="auto">
              <a:xfrm rot="660000">
                <a:off x="7015" y="3652"/>
                <a:ext cx="2007" cy="2007"/>
              </a:xfrm>
              <a:custGeom>
                <a:avLst/>
                <a:gdLst>
                  <a:gd name="T0" fmla="*/ 6963 w 6970"/>
                  <a:gd name="T1" fmla="*/ 2355 h 6970"/>
                  <a:gd name="T2" fmla="*/ 6970 w 6970"/>
                  <a:gd name="T3" fmla="*/ 2278 h 6970"/>
                  <a:gd name="T4" fmla="*/ 6968 w 6970"/>
                  <a:gd name="T5" fmla="*/ 2203 h 6970"/>
                  <a:gd name="T6" fmla="*/ 6958 w 6970"/>
                  <a:gd name="T7" fmla="*/ 2128 h 6970"/>
                  <a:gd name="T8" fmla="*/ 6940 w 6970"/>
                  <a:gd name="T9" fmla="*/ 2057 h 6970"/>
                  <a:gd name="T10" fmla="*/ 6913 w 6970"/>
                  <a:gd name="T11" fmla="*/ 1988 h 6970"/>
                  <a:gd name="T12" fmla="*/ 6878 w 6970"/>
                  <a:gd name="T13" fmla="*/ 1924 h 6970"/>
                  <a:gd name="T14" fmla="*/ 6837 w 6970"/>
                  <a:gd name="T15" fmla="*/ 1864 h 6970"/>
                  <a:gd name="T16" fmla="*/ 6787 w 6970"/>
                  <a:gd name="T17" fmla="*/ 1809 h 6970"/>
                  <a:gd name="T18" fmla="*/ 6731 w 6970"/>
                  <a:gd name="T19" fmla="*/ 1758 h 6970"/>
                  <a:gd name="T20" fmla="*/ 6668 w 6970"/>
                  <a:gd name="T21" fmla="*/ 1714 h 6970"/>
                  <a:gd name="T22" fmla="*/ 5035 w 6970"/>
                  <a:gd name="T23" fmla="*/ 880 h 6970"/>
                  <a:gd name="T24" fmla="*/ 3400 w 6970"/>
                  <a:gd name="T25" fmla="*/ 49 h 6970"/>
                  <a:gd name="T26" fmla="*/ 3327 w 6970"/>
                  <a:gd name="T27" fmla="*/ 25 h 6970"/>
                  <a:gd name="T28" fmla="*/ 3254 w 6970"/>
                  <a:gd name="T29" fmla="*/ 8 h 6970"/>
                  <a:gd name="T30" fmla="*/ 3180 w 6970"/>
                  <a:gd name="T31" fmla="*/ 0 h 6970"/>
                  <a:gd name="T32" fmla="*/ 3107 w 6970"/>
                  <a:gd name="T33" fmla="*/ 2 h 6970"/>
                  <a:gd name="T34" fmla="*/ 3034 w 6970"/>
                  <a:gd name="T35" fmla="*/ 12 h 6970"/>
                  <a:gd name="T36" fmla="*/ 2964 w 6970"/>
                  <a:gd name="T37" fmla="*/ 30 h 6970"/>
                  <a:gd name="T38" fmla="*/ 2894 w 6970"/>
                  <a:gd name="T39" fmla="*/ 57 h 6970"/>
                  <a:gd name="T40" fmla="*/ 2829 w 6970"/>
                  <a:gd name="T41" fmla="*/ 93 h 6970"/>
                  <a:gd name="T42" fmla="*/ 2766 w 6970"/>
                  <a:gd name="T43" fmla="*/ 137 h 6970"/>
                  <a:gd name="T44" fmla="*/ 2708 w 6970"/>
                  <a:gd name="T45" fmla="*/ 189 h 6970"/>
                  <a:gd name="T46" fmla="*/ 171 w 6970"/>
                  <a:gd name="T47" fmla="*/ 2727 h 6970"/>
                  <a:gd name="T48" fmla="*/ 121 w 6970"/>
                  <a:gd name="T49" fmla="*/ 2786 h 6970"/>
                  <a:gd name="T50" fmla="*/ 80 w 6970"/>
                  <a:gd name="T51" fmla="*/ 2850 h 6970"/>
                  <a:gd name="T52" fmla="*/ 47 w 6970"/>
                  <a:gd name="T53" fmla="*/ 2918 h 6970"/>
                  <a:gd name="T54" fmla="*/ 24 w 6970"/>
                  <a:gd name="T55" fmla="*/ 2987 h 6970"/>
                  <a:gd name="T56" fmla="*/ 8 w 6970"/>
                  <a:gd name="T57" fmla="*/ 3058 h 6970"/>
                  <a:gd name="T58" fmla="*/ 0 w 6970"/>
                  <a:gd name="T59" fmla="*/ 3131 h 6970"/>
                  <a:gd name="T60" fmla="*/ 2 w 6970"/>
                  <a:gd name="T61" fmla="*/ 3205 h 6970"/>
                  <a:gd name="T62" fmla="*/ 12 w 6970"/>
                  <a:gd name="T63" fmla="*/ 3279 h 6970"/>
                  <a:gd name="T64" fmla="*/ 31 w 6970"/>
                  <a:gd name="T65" fmla="*/ 3352 h 6970"/>
                  <a:gd name="T66" fmla="*/ 59 w 6970"/>
                  <a:gd name="T67" fmla="*/ 3424 h 6970"/>
                  <a:gd name="T68" fmla="*/ 1690 w 6970"/>
                  <a:gd name="T69" fmla="*/ 6622 h 6970"/>
                  <a:gd name="T70" fmla="*/ 1729 w 6970"/>
                  <a:gd name="T71" fmla="*/ 6690 h 6970"/>
                  <a:gd name="T72" fmla="*/ 1774 w 6970"/>
                  <a:gd name="T73" fmla="*/ 6750 h 6970"/>
                  <a:gd name="T74" fmla="*/ 1827 w 6970"/>
                  <a:gd name="T75" fmla="*/ 6804 h 6970"/>
                  <a:gd name="T76" fmla="*/ 1883 w 6970"/>
                  <a:gd name="T77" fmla="*/ 6851 h 6970"/>
                  <a:gd name="T78" fmla="*/ 1944 w 6970"/>
                  <a:gd name="T79" fmla="*/ 6891 h 6970"/>
                  <a:gd name="T80" fmla="*/ 2011 w 6970"/>
                  <a:gd name="T81" fmla="*/ 6923 h 6970"/>
                  <a:gd name="T82" fmla="*/ 2080 w 6970"/>
                  <a:gd name="T83" fmla="*/ 6947 h 6970"/>
                  <a:gd name="T84" fmla="*/ 2153 w 6970"/>
                  <a:gd name="T85" fmla="*/ 6963 h 6970"/>
                  <a:gd name="T86" fmla="*/ 2227 w 6970"/>
                  <a:gd name="T87" fmla="*/ 6970 h 6970"/>
                  <a:gd name="T88" fmla="*/ 2304 w 6970"/>
                  <a:gd name="T89" fmla="*/ 6968 h 6970"/>
                  <a:gd name="T90" fmla="*/ 4116 w 6970"/>
                  <a:gd name="T91" fmla="*/ 6683 h 6970"/>
                  <a:gd name="T92" fmla="*/ 5926 w 6970"/>
                  <a:gd name="T93" fmla="*/ 6394 h 6970"/>
                  <a:gd name="T94" fmla="*/ 6000 w 6970"/>
                  <a:gd name="T95" fmla="*/ 6372 h 6970"/>
                  <a:gd name="T96" fmla="*/ 6069 w 6970"/>
                  <a:gd name="T97" fmla="*/ 6343 h 6970"/>
                  <a:gd name="T98" fmla="*/ 6133 w 6970"/>
                  <a:gd name="T99" fmla="*/ 6305 h 6970"/>
                  <a:gd name="T100" fmla="*/ 6191 w 6970"/>
                  <a:gd name="T101" fmla="*/ 6261 h 6970"/>
                  <a:gd name="T102" fmla="*/ 6245 w 6970"/>
                  <a:gd name="T103" fmla="*/ 6210 h 6970"/>
                  <a:gd name="T104" fmla="*/ 6291 w 6970"/>
                  <a:gd name="T105" fmla="*/ 6153 h 6970"/>
                  <a:gd name="T106" fmla="*/ 6330 w 6970"/>
                  <a:gd name="T107" fmla="*/ 6091 h 6970"/>
                  <a:gd name="T108" fmla="*/ 6363 w 6970"/>
                  <a:gd name="T109" fmla="*/ 6024 h 6970"/>
                  <a:gd name="T110" fmla="*/ 6388 w 6970"/>
                  <a:gd name="T111" fmla="*/ 5952 h 6970"/>
                  <a:gd name="T112" fmla="*/ 6405 w 6970"/>
                  <a:gd name="T113" fmla="*/ 5876 h 6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970" h="6970">
                    <a:moveTo>
                      <a:pt x="6405" y="5876"/>
                    </a:moveTo>
                    <a:lnTo>
                      <a:pt x="6683" y="4116"/>
                    </a:lnTo>
                    <a:lnTo>
                      <a:pt x="6963" y="2355"/>
                    </a:lnTo>
                    <a:lnTo>
                      <a:pt x="6966" y="2329"/>
                    </a:lnTo>
                    <a:lnTo>
                      <a:pt x="6968" y="2304"/>
                    </a:lnTo>
                    <a:lnTo>
                      <a:pt x="6970" y="2278"/>
                    </a:lnTo>
                    <a:lnTo>
                      <a:pt x="6970" y="2253"/>
                    </a:lnTo>
                    <a:lnTo>
                      <a:pt x="6970" y="2227"/>
                    </a:lnTo>
                    <a:lnTo>
                      <a:pt x="6968" y="2203"/>
                    </a:lnTo>
                    <a:lnTo>
                      <a:pt x="6966" y="2178"/>
                    </a:lnTo>
                    <a:lnTo>
                      <a:pt x="6963" y="2153"/>
                    </a:lnTo>
                    <a:lnTo>
                      <a:pt x="6958" y="2128"/>
                    </a:lnTo>
                    <a:lnTo>
                      <a:pt x="6954" y="2104"/>
                    </a:lnTo>
                    <a:lnTo>
                      <a:pt x="6947" y="2080"/>
                    </a:lnTo>
                    <a:lnTo>
                      <a:pt x="6940" y="2057"/>
                    </a:lnTo>
                    <a:lnTo>
                      <a:pt x="6932" y="2033"/>
                    </a:lnTo>
                    <a:lnTo>
                      <a:pt x="6923" y="2011"/>
                    </a:lnTo>
                    <a:lnTo>
                      <a:pt x="6913" y="1988"/>
                    </a:lnTo>
                    <a:lnTo>
                      <a:pt x="6903" y="1967"/>
                    </a:lnTo>
                    <a:lnTo>
                      <a:pt x="6891" y="1944"/>
                    </a:lnTo>
                    <a:lnTo>
                      <a:pt x="6878" y="1924"/>
                    </a:lnTo>
                    <a:lnTo>
                      <a:pt x="6866" y="1903"/>
                    </a:lnTo>
                    <a:lnTo>
                      <a:pt x="6851" y="1883"/>
                    </a:lnTo>
                    <a:lnTo>
                      <a:pt x="6837" y="1864"/>
                    </a:lnTo>
                    <a:lnTo>
                      <a:pt x="6821" y="1844"/>
                    </a:lnTo>
                    <a:lnTo>
                      <a:pt x="6804" y="1827"/>
                    </a:lnTo>
                    <a:lnTo>
                      <a:pt x="6787" y="1809"/>
                    </a:lnTo>
                    <a:lnTo>
                      <a:pt x="6769" y="1791"/>
                    </a:lnTo>
                    <a:lnTo>
                      <a:pt x="6750" y="1774"/>
                    </a:lnTo>
                    <a:lnTo>
                      <a:pt x="6731" y="1758"/>
                    </a:lnTo>
                    <a:lnTo>
                      <a:pt x="6711" y="1743"/>
                    </a:lnTo>
                    <a:lnTo>
                      <a:pt x="6690" y="1729"/>
                    </a:lnTo>
                    <a:lnTo>
                      <a:pt x="6668" y="1714"/>
                    </a:lnTo>
                    <a:lnTo>
                      <a:pt x="6646" y="1702"/>
                    </a:lnTo>
                    <a:lnTo>
                      <a:pt x="6622" y="1690"/>
                    </a:lnTo>
                    <a:lnTo>
                      <a:pt x="5035" y="880"/>
                    </a:lnTo>
                    <a:lnTo>
                      <a:pt x="3448" y="71"/>
                    </a:lnTo>
                    <a:lnTo>
                      <a:pt x="3424" y="59"/>
                    </a:lnTo>
                    <a:lnTo>
                      <a:pt x="3400" y="49"/>
                    </a:lnTo>
                    <a:lnTo>
                      <a:pt x="3376" y="40"/>
                    </a:lnTo>
                    <a:lnTo>
                      <a:pt x="3352" y="31"/>
                    </a:lnTo>
                    <a:lnTo>
                      <a:pt x="3327" y="25"/>
                    </a:lnTo>
                    <a:lnTo>
                      <a:pt x="3303" y="18"/>
                    </a:lnTo>
                    <a:lnTo>
                      <a:pt x="3279" y="12"/>
                    </a:lnTo>
                    <a:lnTo>
                      <a:pt x="3254" y="8"/>
                    </a:lnTo>
                    <a:lnTo>
                      <a:pt x="3230" y="4"/>
                    </a:lnTo>
                    <a:lnTo>
                      <a:pt x="3205" y="2"/>
                    </a:lnTo>
                    <a:lnTo>
                      <a:pt x="3180" y="0"/>
                    </a:lnTo>
                    <a:lnTo>
                      <a:pt x="3156" y="0"/>
                    </a:lnTo>
                    <a:lnTo>
                      <a:pt x="3131" y="0"/>
                    </a:lnTo>
                    <a:lnTo>
                      <a:pt x="3107" y="2"/>
                    </a:lnTo>
                    <a:lnTo>
                      <a:pt x="3083" y="4"/>
                    </a:lnTo>
                    <a:lnTo>
                      <a:pt x="3058" y="8"/>
                    </a:lnTo>
                    <a:lnTo>
                      <a:pt x="3034" y="12"/>
                    </a:lnTo>
                    <a:lnTo>
                      <a:pt x="3011" y="17"/>
                    </a:lnTo>
                    <a:lnTo>
                      <a:pt x="2987" y="24"/>
                    </a:lnTo>
                    <a:lnTo>
                      <a:pt x="2964" y="30"/>
                    </a:lnTo>
                    <a:lnTo>
                      <a:pt x="2940" y="38"/>
                    </a:lnTo>
                    <a:lnTo>
                      <a:pt x="2918" y="47"/>
                    </a:lnTo>
                    <a:lnTo>
                      <a:pt x="2894" y="57"/>
                    </a:lnTo>
                    <a:lnTo>
                      <a:pt x="2873" y="68"/>
                    </a:lnTo>
                    <a:lnTo>
                      <a:pt x="2850" y="80"/>
                    </a:lnTo>
                    <a:lnTo>
                      <a:pt x="2829" y="93"/>
                    </a:lnTo>
                    <a:lnTo>
                      <a:pt x="2808" y="107"/>
                    </a:lnTo>
                    <a:lnTo>
                      <a:pt x="2786" y="121"/>
                    </a:lnTo>
                    <a:lnTo>
                      <a:pt x="2766" y="137"/>
                    </a:lnTo>
                    <a:lnTo>
                      <a:pt x="2747" y="153"/>
                    </a:lnTo>
                    <a:lnTo>
                      <a:pt x="2727" y="171"/>
                    </a:lnTo>
                    <a:lnTo>
                      <a:pt x="2708" y="189"/>
                    </a:lnTo>
                    <a:lnTo>
                      <a:pt x="1448" y="1448"/>
                    </a:lnTo>
                    <a:lnTo>
                      <a:pt x="189" y="2708"/>
                    </a:lnTo>
                    <a:lnTo>
                      <a:pt x="171" y="2727"/>
                    </a:lnTo>
                    <a:lnTo>
                      <a:pt x="153" y="2747"/>
                    </a:lnTo>
                    <a:lnTo>
                      <a:pt x="137" y="2766"/>
                    </a:lnTo>
                    <a:lnTo>
                      <a:pt x="121" y="2786"/>
                    </a:lnTo>
                    <a:lnTo>
                      <a:pt x="107" y="2808"/>
                    </a:lnTo>
                    <a:lnTo>
                      <a:pt x="93" y="2829"/>
                    </a:lnTo>
                    <a:lnTo>
                      <a:pt x="80" y="2850"/>
                    </a:lnTo>
                    <a:lnTo>
                      <a:pt x="68" y="2873"/>
                    </a:lnTo>
                    <a:lnTo>
                      <a:pt x="57" y="2894"/>
                    </a:lnTo>
                    <a:lnTo>
                      <a:pt x="47" y="2918"/>
                    </a:lnTo>
                    <a:lnTo>
                      <a:pt x="38" y="2940"/>
                    </a:lnTo>
                    <a:lnTo>
                      <a:pt x="30" y="2964"/>
                    </a:lnTo>
                    <a:lnTo>
                      <a:pt x="24" y="2987"/>
                    </a:lnTo>
                    <a:lnTo>
                      <a:pt x="17" y="3011"/>
                    </a:lnTo>
                    <a:lnTo>
                      <a:pt x="12" y="3034"/>
                    </a:lnTo>
                    <a:lnTo>
                      <a:pt x="8" y="3058"/>
                    </a:lnTo>
                    <a:lnTo>
                      <a:pt x="4" y="3083"/>
                    </a:lnTo>
                    <a:lnTo>
                      <a:pt x="2" y="3107"/>
                    </a:lnTo>
                    <a:lnTo>
                      <a:pt x="0" y="3131"/>
                    </a:lnTo>
                    <a:lnTo>
                      <a:pt x="0" y="3156"/>
                    </a:lnTo>
                    <a:lnTo>
                      <a:pt x="0" y="3180"/>
                    </a:lnTo>
                    <a:lnTo>
                      <a:pt x="2" y="3205"/>
                    </a:lnTo>
                    <a:lnTo>
                      <a:pt x="4" y="3230"/>
                    </a:lnTo>
                    <a:lnTo>
                      <a:pt x="8" y="3254"/>
                    </a:lnTo>
                    <a:lnTo>
                      <a:pt x="12" y="3279"/>
                    </a:lnTo>
                    <a:lnTo>
                      <a:pt x="18" y="3303"/>
                    </a:lnTo>
                    <a:lnTo>
                      <a:pt x="24" y="3327"/>
                    </a:lnTo>
                    <a:lnTo>
                      <a:pt x="31" y="3352"/>
                    </a:lnTo>
                    <a:lnTo>
                      <a:pt x="40" y="3376"/>
                    </a:lnTo>
                    <a:lnTo>
                      <a:pt x="49" y="3400"/>
                    </a:lnTo>
                    <a:lnTo>
                      <a:pt x="59" y="3424"/>
                    </a:lnTo>
                    <a:lnTo>
                      <a:pt x="71" y="3448"/>
                    </a:lnTo>
                    <a:lnTo>
                      <a:pt x="880" y="5035"/>
                    </a:lnTo>
                    <a:lnTo>
                      <a:pt x="1690" y="6622"/>
                    </a:lnTo>
                    <a:lnTo>
                      <a:pt x="1702" y="6646"/>
                    </a:lnTo>
                    <a:lnTo>
                      <a:pt x="1714" y="6668"/>
                    </a:lnTo>
                    <a:lnTo>
                      <a:pt x="1729" y="6690"/>
                    </a:lnTo>
                    <a:lnTo>
                      <a:pt x="1743" y="6711"/>
                    </a:lnTo>
                    <a:lnTo>
                      <a:pt x="1758" y="6731"/>
                    </a:lnTo>
                    <a:lnTo>
                      <a:pt x="1774" y="6750"/>
                    </a:lnTo>
                    <a:lnTo>
                      <a:pt x="1791" y="6769"/>
                    </a:lnTo>
                    <a:lnTo>
                      <a:pt x="1809" y="6787"/>
                    </a:lnTo>
                    <a:lnTo>
                      <a:pt x="1827" y="6804"/>
                    </a:lnTo>
                    <a:lnTo>
                      <a:pt x="1844" y="6821"/>
                    </a:lnTo>
                    <a:lnTo>
                      <a:pt x="1864" y="6837"/>
                    </a:lnTo>
                    <a:lnTo>
                      <a:pt x="1883" y="6851"/>
                    </a:lnTo>
                    <a:lnTo>
                      <a:pt x="1903" y="6866"/>
                    </a:lnTo>
                    <a:lnTo>
                      <a:pt x="1924" y="6878"/>
                    </a:lnTo>
                    <a:lnTo>
                      <a:pt x="1944" y="6891"/>
                    </a:lnTo>
                    <a:lnTo>
                      <a:pt x="1967" y="6903"/>
                    </a:lnTo>
                    <a:lnTo>
                      <a:pt x="1988" y="6913"/>
                    </a:lnTo>
                    <a:lnTo>
                      <a:pt x="2011" y="6923"/>
                    </a:lnTo>
                    <a:lnTo>
                      <a:pt x="2033" y="6932"/>
                    </a:lnTo>
                    <a:lnTo>
                      <a:pt x="2057" y="6940"/>
                    </a:lnTo>
                    <a:lnTo>
                      <a:pt x="2080" y="6947"/>
                    </a:lnTo>
                    <a:lnTo>
                      <a:pt x="2104" y="6954"/>
                    </a:lnTo>
                    <a:lnTo>
                      <a:pt x="2128" y="6958"/>
                    </a:lnTo>
                    <a:lnTo>
                      <a:pt x="2153" y="6963"/>
                    </a:lnTo>
                    <a:lnTo>
                      <a:pt x="2178" y="6966"/>
                    </a:lnTo>
                    <a:lnTo>
                      <a:pt x="2203" y="6968"/>
                    </a:lnTo>
                    <a:lnTo>
                      <a:pt x="2227" y="6970"/>
                    </a:lnTo>
                    <a:lnTo>
                      <a:pt x="2253" y="6970"/>
                    </a:lnTo>
                    <a:lnTo>
                      <a:pt x="2278" y="6970"/>
                    </a:lnTo>
                    <a:lnTo>
                      <a:pt x="2304" y="6968"/>
                    </a:lnTo>
                    <a:lnTo>
                      <a:pt x="2329" y="6966"/>
                    </a:lnTo>
                    <a:lnTo>
                      <a:pt x="2355" y="6963"/>
                    </a:lnTo>
                    <a:lnTo>
                      <a:pt x="4116" y="6683"/>
                    </a:lnTo>
                    <a:lnTo>
                      <a:pt x="5876" y="6405"/>
                    </a:lnTo>
                    <a:lnTo>
                      <a:pt x="5902" y="6400"/>
                    </a:lnTo>
                    <a:lnTo>
                      <a:pt x="5926" y="6394"/>
                    </a:lnTo>
                    <a:lnTo>
                      <a:pt x="5952" y="6388"/>
                    </a:lnTo>
                    <a:lnTo>
                      <a:pt x="5976" y="6381"/>
                    </a:lnTo>
                    <a:lnTo>
                      <a:pt x="6000" y="6372"/>
                    </a:lnTo>
                    <a:lnTo>
                      <a:pt x="6024" y="6363"/>
                    </a:lnTo>
                    <a:lnTo>
                      <a:pt x="6046" y="6353"/>
                    </a:lnTo>
                    <a:lnTo>
                      <a:pt x="6069" y="6343"/>
                    </a:lnTo>
                    <a:lnTo>
                      <a:pt x="6091" y="6330"/>
                    </a:lnTo>
                    <a:lnTo>
                      <a:pt x="6113" y="6318"/>
                    </a:lnTo>
                    <a:lnTo>
                      <a:pt x="6133" y="6305"/>
                    </a:lnTo>
                    <a:lnTo>
                      <a:pt x="6153" y="6291"/>
                    </a:lnTo>
                    <a:lnTo>
                      <a:pt x="6173" y="6277"/>
                    </a:lnTo>
                    <a:lnTo>
                      <a:pt x="6191" y="6261"/>
                    </a:lnTo>
                    <a:lnTo>
                      <a:pt x="6210" y="6245"/>
                    </a:lnTo>
                    <a:lnTo>
                      <a:pt x="6227" y="6227"/>
                    </a:lnTo>
                    <a:lnTo>
                      <a:pt x="6245" y="6210"/>
                    </a:lnTo>
                    <a:lnTo>
                      <a:pt x="6261" y="6191"/>
                    </a:lnTo>
                    <a:lnTo>
                      <a:pt x="6277" y="6173"/>
                    </a:lnTo>
                    <a:lnTo>
                      <a:pt x="6291" y="6153"/>
                    </a:lnTo>
                    <a:lnTo>
                      <a:pt x="6305" y="6133"/>
                    </a:lnTo>
                    <a:lnTo>
                      <a:pt x="6318" y="6113"/>
                    </a:lnTo>
                    <a:lnTo>
                      <a:pt x="6330" y="6091"/>
                    </a:lnTo>
                    <a:lnTo>
                      <a:pt x="6343" y="6069"/>
                    </a:lnTo>
                    <a:lnTo>
                      <a:pt x="6353" y="6046"/>
                    </a:lnTo>
                    <a:lnTo>
                      <a:pt x="6363" y="6024"/>
                    </a:lnTo>
                    <a:lnTo>
                      <a:pt x="6372" y="6000"/>
                    </a:lnTo>
                    <a:lnTo>
                      <a:pt x="6381" y="5976"/>
                    </a:lnTo>
                    <a:lnTo>
                      <a:pt x="6388" y="5952"/>
                    </a:lnTo>
                    <a:lnTo>
                      <a:pt x="6394" y="5926"/>
                    </a:lnTo>
                    <a:lnTo>
                      <a:pt x="6400" y="5902"/>
                    </a:lnTo>
                    <a:lnTo>
                      <a:pt x="6405" y="5876"/>
                    </a:lnTo>
                    <a:close/>
                  </a:path>
                </a:pathLst>
              </a:custGeom>
              <a:solidFill>
                <a:srgbClr val="C00000"/>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000000"/>
                  </a:solidFill>
                  <a:effectLst/>
                  <a:uLnTx/>
                  <a:uFillTx/>
                  <a:latin typeface="Arial" panose="020B0604020202020204"/>
                  <a:ea typeface="阿里巴巴普惠体 Medium"/>
                  <a:cs typeface="阿里巴巴普惠体 Medium"/>
                  <a:sym typeface="Arial" panose="020B0604020202020204"/>
                </a:endParaRPr>
              </a:p>
            </p:txBody>
          </p:sp>
          <p:sp>
            <p:nvSpPr>
              <p:cNvPr id="11" name="图形"/>
              <p:cNvSpPr/>
              <p:nvPr userDrawn="1">
                <p:custDataLst>
                  <p:tags r:id="rId2"/>
                </p:custDataLst>
              </p:nvPr>
            </p:nvSpPr>
            <p:spPr bwMode="auto">
              <a:xfrm>
                <a:off x="7564" y="4269"/>
                <a:ext cx="908" cy="857"/>
              </a:xfrm>
              <a:custGeom>
                <a:avLst/>
                <a:gdLst>
                  <a:gd name="T0" fmla="*/ 91 w 194"/>
                  <a:gd name="T1" fmla="*/ 8 h 183"/>
                  <a:gd name="T2" fmla="*/ 103 w 194"/>
                  <a:gd name="T3" fmla="*/ 8 h 183"/>
                  <a:gd name="T4" fmla="*/ 118 w 194"/>
                  <a:gd name="T5" fmla="*/ 48 h 183"/>
                  <a:gd name="T6" fmla="*/ 141 w 194"/>
                  <a:gd name="T7" fmla="*/ 64 h 183"/>
                  <a:gd name="T8" fmla="*/ 183 w 194"/>
                  <a:gd name="T9" fmla="*/ 66 h 183"/>
                  <a:gd name="T10" fmla="*/ 186 w 194"/>
                  <a:gd name="T11" fmla="*/ 78 h 183"/>
                  <a:gd name="T12" fmla="*/ 154 w 194"/>
                  <a:gd name="T13" fmla="*/ 104 h 183"/>
                  <a:gd name="T14" fmla="*/ 145 w 194"/>
                  <a:gd name="T15" fmla="*/ 131 h 183"/>
                  <a:gd name="T16" fmla="*/ 156 w 194"/>
                  <a:gd name="T17" fmla="*/ 171 h 183"/>
                  <a:gd name="T18" fmla="*/ 146 w 194"/>
                  <a:gd name="T19" fmla="*/ 178 h 183"/>
                  <a:gd name="T20" fmla="*/ 111 w 194"/>
                  <a:gd name="T21" fmla="*/ 155 h 183"/>
                  <a:gd name="T22" fmla="*/ 83 w 194"/>
                  <a:gd name="T23" fmla="*/ 155 h 183"/>
                  <a:gd name="T24" fmla="*/ 48 w 194"/>
                  <a:gd name="T25" fmla="*/ 178 h 183"/>
                  <a:gd name="T26" fmla="*/ 38 w 194"/>
                  <a:gd name="T27" fmla="*/ 171 h 183"/>
                  <a:gd name="T28" fmla="*/ 49 w 194"/>
                  <a:gd name="T29" fmla="*/ 131 h 183"/>
                  <a:gd name="T30" fmla="*/ 41 w 194"/>
                  <a:gd name="T31" fmla="*/ 104 h 183"/>
                  <a:gd name="T32" fmla="*/ 8 w 194"/>
                  <a:gd name="T33" fmla="*/ 78 h 183"/>
                  <a:gd name="T34" fmla="*/ 11 w 194"/>
                  <a:gd name="T35" fmla="*/ 66 h 183"/>
                  <a:gd name="T36" fmla="*/ 53 w 194"/>
                  <a:gd name="T37" fmla="*/ 64 h 183"/>
                  <a:gd name="T38" fmla="*/ 76 w 194"/>
                  <a:gd name="T39" fmla="*/ 48 h 183"/>
                  <a:gd name="T40" fmla="*/ 91 w 194"/>
                  <a:gd name="T41" fmla="*/ 8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4" h="183">
                    <a:moveTo>
                      <a:pt x="91" y="8"/>
                    </a:moveTo>
                    <a:cubicBezTo>
                      <a:pt x="94" y="0"/>
                      <a:pt x="100" y="0"/>
                      <a:pt x="103" y="8"/>
                    </a:cubicBezTo>
                    <a:cubicBezTo>
                      <a:pt x="118" y="48"/>
                      <a:pt x="118" y="48"/>
                      <a:pt x="118" y="48"/>
                    </a:cubicBezTo>
                    <a:cubicBezTo>
                      <a:pt x="121" y="56"/>
                      <a:pt x="132" y="64"/>
                      <a:pt x="141" y="64"/>
                    </a:cubicBezTo>
                    <a:cubicBezTo>
                      <a:pt x="183" y="66"/>
                      <a:pt x="183" y="66"/>
                      <a:pt x="183" y="66"/>
                    </a:cubicBezTo>
                    <a:cubicBezTo>
                      <a:pt x="192" y="67"/>
                      <a:pt x="194" y="72"/>
                      <a:pt x="186" y="78"/>
                    </a:cubicBezTo>
                    <a:cubicBezTo>
                      <a:pt x="154" y="104"/>
                      <a:pt x="154" y="104"/>
                      <a:pt x="154" y="104"/>
                    </a:cubicBezTo>
                    <a:cubicBezTo>
                      <a:pt x="146" y="110"/>
                      <a:pt x="142" y="122"/>
                      <a:pt x="145" y="131"/>
                    </a:cubicBezTo>
                    <a:cubicBezTo>
                      <a:pt x="156" y="171"/>
                      <a:pt x="156" y="171"/>
                      <a:pt x="156" y="171"/>
                    </a:cubicBezTo>
                    <a:cubicBezTo>
                      <a:pt x="159" y="180"/>
                      <a:pt x="154" y="183"/>
                      <a:pt x="146" y="178"/>
                    </a:cubicBezTo>
                    <a:cubicBezTo>
                      <a:pt x="111" y="155"/>
                      <a:pt x="111" y="155"/>
                      <a:pt x="111" y="155"/>
                    </a:cubicBezTo>
                    <a:cubicBezTo>
                      <a:pt x="104" y="150"/>
                      <a:pt x="91" y="150"/>
                      <a:pt x="83" y="155"/>
                    </a:cubicBezTo>
                    <a:cubicBezTo>
                      <a:pt x="48" y="178"/>
                      <a:pt x="48" y="178"/>
                      <a:pt x="48" y="178"/>
                    </a:cubicBezTo>
                    <a:cubicBezTo>
                      <a:pt x="40" y="183"/>
                      <a:pt x="36" y="180"/>
                      <a:pt x="38" y="171"/>
                    </a:cubicBezTo>
                    <a:cubicBezTo>
                      <a:pt x="49" y="131"/>
                      <a:pt x="49" y="131"/>
                      <a:pt x="49" y="131"/>
                    </a:cubicBezTo>
                    <a:cubicBezTo>
                      <a:pt x="52" y="122"/>
                      <a:pt x="48" y="110"/>
                      <a:pt x="41" y="104"/>
                    </a:cubicBezTo>
                    <a:cubicBezTo>
                      <a:pt x="8" y="78"/>
                      <a:pt x="8" y="78"/>
                      <a:pt x="8" y="78"/>
                    </a:cubicBezTo>
                    <a:cubicBezTo>
                      <a:pt x="0" y="72"/>
                      <a:pt x="2" y="67"/>
                      <a:pt x="11" y="66"/>
                    </a:cubicBezTo>
                    <a:cubicBezTo>
                      <a:pt x="53" y="64"/>
                      <a:pt x="53" y="64"/>
                      <a:pt x="53" y="64"/>
                    </a:cubicBezTo>
                    <a:cubicBezTo>
                      <a:pt x="63" y="64"/>
                      <a:pt x="73" y="56"/>
                      <a:pt x="76" y="48"/>
                    </a:cubicBezTo>
                    <a:lnTo>
                      <a:pt x="91" y="8"/>
                    </a:lnTo>
                    <a:close/>
                  </a:path>
                </a:pathLst>
              </a:custGeom>
              <a:solidFill>
                <a:srgbClr val="FFFFFF"/>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000000"/>
                  </a:solidFill>
                  <a:effectLst/>
                  <a:uLnTx/>
                  <a:uFillTx/>
                  <a:latin typeface="Arial" panose="020B0604020202020204"/>
                  <a:ea typeface="阿里巴巴普惠体 Medium"/>
                  <a:cs typeface="阿里巴巴普惠体 Medium"/>
                  <a:sym typeface="Arial" panose="020B0604020202020204"/>
                </a:endParaRPr>
              </a:p>
            </p:txBody>
          </p:sp>
        </p:grpSp>
        <p:sp>
          <p:nvSpPr>
            <p:cNvPr id="12" name="文本框 11"/>
            <p:cNvSpPr txBox="1"/>
            <p:nvPr/>
          </p:nvSpPr>
          <p:spPr>
            <a:xfrm>
              <a:off x="1127448" y="404664"/>
              <a:ext cx="3528392" cy="584775"/>
            </a:xfrm>
            <a:prstGeom prst="rect">
              <a:avLst/>
            </a:prstGeom>
            <a:noFill/>
          </p:spPr>
          <p:txBody>
            <a:bodyPr wrap="square" rtlCol="0" anchor="t">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rPr>
                <a:t>党建赋能开创未来</a:t>
              </a:r>
              <a:endParaRPr kumimoji="0" lang="zh-CN" altLang="en-US" sz="3200" b="0" i="0" u="none" strike="noStrike" kern="1200" cap="none" spc="0" normalizeH="0" baseline="0" noProof="0" dirty="0">
                <a:ln>
                  <a:noFill/>
                </a:ln>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endParaRPr>
            </a:p>
          </p:txBody>
        </p:sp>
      </p:grpSp>
      <p:sp>
        <p:nvSpPr>
          <p:cNvPr id="2" name="文本框 1"/>
          <p:cNvSpPr txBox="1"/>
          <p:nvPr/>
        </p:nvSpPr>
        <p:spPr>
          <a:xfrm>
            <a:off x="2878941" y="2006503"/>
            <a:ext cx="1727655" cy="424732"/>
          </a:xfrm>
          <a:prstGeom prst="rect">
            <a:avLst/>
          </a:prstGeom>
          <a:noFill/>
        </p:spPr>
        <p:txBody>
          <a:bodyPr wrap="square" rtlCol="0">
            <a:spAutoFit/>
          </a:bodyPr>
          <a:lstStyle/>
          <a:p>
            <a:pPr algn="r">
              <a:lnSpc>
                <a:spcPct val="90000"/>
              </a:lnSpc>
            </a:pPr>
            <a:r>
              <a:rPr lang="zh-CN" altLang="en-US" sz="2400" dirty="0">
                <a:solidFill>
                  <a:prstClr val="black"/>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rPr>
              <a:t>党建赋能</a:t>
            </a:r>
            <a:endParaRPr lang="zh-CN" altLang="en-US" sz="1600" dirty="0">
              <a:latin typeface="Arial" panose="020B0604020202020204"/>
              <a:ea typeface="阿里巴巴普惠体 Medium"/>
              <a:cs typeface="阿里巴巴普惠体 Medium"/>
              <a:sym typeface="Arial" panose="020B0604020202020204"/>
            </a:endParaRPr>
          </a:p>
        </p:txBody>
      </p:sp>
      <p:sp>
        <p:nvSpPr>
          <p:cNvPr id="3" name="矩形 2"/>
          <p:cNvSpPr/>
          <p:nvPr/>
        </p:nvSpPr>
        <p:spPr>
          <a:xfrm>
            <a:off x="923503" y="2468168"/>
            <a:ext cx="3683092" cy="553998"/>
          </a:xfrm>
          <a:prstGeom prst="rect">
            <a:avLst/>
          </a:prstGeom>
        </p:spPr>
        <p:txBody>
          <a:bodyPr wrap="square">
            <a:spAutoFit/>
          </a:bodyPr>
          <a:lstStyle/>
          <a:p>
            <a:pPr algn="r">
              <a:lnSpc>
                <a:spcPts val="1800"/>
              </a:lnSpc>
            </a:pPr>
            <a:r>
              <a:rPr lang="zh-CN" altLang="en-US" sz="1400" spc="400" dirty="0">
                <a:solidFill>
                  <a:schemeClr val="tx1">
                    <a:lumMod val="85000"/>
                    <a:lumOff val="15000"/>
                  </a:schemeClr>
                </a:solidFill>
                <a:latin typeface="Arial" panose="020B0604020202020204"/>
                <a:ea typeface="阿里巴巴普惠体 Medium"/>
                <a:cs typeface="阿里巴巴普惠体 Medium"/>
                <a:sym typeface="Arial" panose="020B0604020202020204"/>
              </a:rPr>
              <a:t>单击此处添加标题内容，标题要与内容相符，并且要注意答辩内容。</a:t>
            </a:r>
            <a:endParaRPr lang="zh-CN" altLang="en-US" sz="1400" spc="400" dirty="0">
              <a:solidFill>
                <a:schemeClr val="tx1">
                  <a:lumMod val="85000"/>
                  <a:lumOff val="15000"/>
                </a:schemeClr>
              </a:solidFill>
              <a:latin typeface="Arial" panose="020B0604020202020204"/>
              <a:ea typeface="阿里巴巴普惠体 Medium"/>
              <a:cs typeface="阿里巴巴普惠体 Medium"/>
              <a:sym typeface="Arial" panose="020B0604020202020204"/>
            </a:endParaRPr>
          </a:p>
        </p:txBody>
      </p:sp>
      <p:sp>
        <p:nvSpPr>
          <p:cNvPr id="4" name="文本框 3"/>
          <p:cNvSpPr txBox="1"/>
          <p:nvPr/>
        </p:nvSpPr>
        <p:spPr>
          <a:xfrm>
            <a:off x="7585402" y="2006503"/>
            <a:ext cx="1727655" cy="424732"/>
          </a:xfrm>
          <a:prstGeom prst="rect">
            <a:avLst/>
          </a:prstGeom>
          <a:noFill/>
        </p:spPr>
        <p:txBody>
          <a:bodyPr wrap="square" rtlCol="0">
            <a:spAutoFit/>
          </a:bodyPr>
          <a:lstStyle/>
          <a:p>
            <a:pPr>
              <a:lnSpc>
                <a:spcPct val="90000"/>
              </a:lnSpc>
            </a:pPr>
            <a:r>
              <a:rPr lang="zh-CN" altLang="en-US" sz="2400" dirty="0">
                <a:solidFill>
                  <a:prstClr val="black"/>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rPr>
              <a:t>党建赋能</a:t>
            </a:r>
            <a:endParaRPr lang="zh-CN" altLang="en-US" sz="1600" dirty="0">
              <a:latin typeface="Arial" panose="020B0604020202020204"/>
              <a:ea typeface="阿里巴巴普惠体 Medium"/>
              <a:cs typeface="阿里巴巴普惠体 Medium"/>
              <a:sym typeface="Arial" panose="020B0604020202020204"/>
            </a:endParaRPr>
          </a:p>
        </p:txBody>
      </p:sp>
      <p:sp>
        <p:nvSpPr>
          <p:cNvPr id="5" name="矩形 4"/>
          <p:cNvSpPr/>
          <p:nvPr/>
        </p:nvSpPr>
        <p:spPr>
          <a:xfrm>
            <a:off x="7585403" y="2468168"/>
            <a:ext cx="3683092" cy="553998"/>
          </a:xfrm>
          <a:prstGeom prst="rect">
            <a:avLst/>
          </a:prstGeom>
        </p:spPr>
        <p:txBody>
          <a:bodyPr wrap="square">
            <a:spAutoFit/>
          </a:bodyPr>
          <a:lstStyle/>
          <a:p>
            <a:pPr>
              <a:lnSpc>
                <a:spcPts val="1800"/>
              </a:lnSpc>
            </a:pPr>
            <a:r>
              <a:rPr lang="zh-CN" altLang="en-US" sz="1400" spc="400" dirty="0">
                <a:solidFill>
                  <a:schemeClr val="tx1">
                    <a:lumMod val="85000"/>
                    <a:lumOff val="15000"/>
                  </a:schemeClr>
                </a:solidFill>
                <a:latin typeface="Arial" panose="020B0604020202020204"/>
                <a:ea typeface="阿里巴巴普惠体 Medium"/>
                <a:cs typeface="阿里巴巴普惠体 Medium"/>
                <a:sym typeface="Arial" panose="020B0604020202020204"/>
              </a:rPr>
              <a:t>单击此处添加标题内容，标题要与内容相符，并且要注意答辩内容。</a:t>
            </a:r>
            <a:endParaRPr lang="zh-CN" altLang="en-US" sz="1400" spc="400" dirty="0">
              <a:solidFill>
                <a:schemeClr val="tx1">
                  <a:lumMod val="85000"/>
                  <a:lumOff val="15000"/>
                </a:schemeClr>
              </a:solidFill>
              <a:latin typeface="Arial" panose="020B0604020202020204"/>
              <a:ea typeface="阿里巴巴普惠体 Medium"/>
              <a:cs typeface="阿里巴巴普惠体 Medium"/>
              <a:sym typeface="Arial" panose="020B0604020202020204"/>
            </a:endParaRPr>
          </a:p>
        </p:txBody>
      </p:sp>
      <p:sp>
        <p:nvSpPr>
          <p:cNvPr id="6" name="文本框 5"/>
          <p:cNvSpPr txBox="1"/>
          <p:nvPr/>
        </p:nvSpPr>
        <p:spPr>
          <a:xfrm>
            <a:off x="2878941" y="4493329"/>
            <a:ext cx="1727655" cy="424732"/>
          </a:xfrm>
          <a:prstGeom prst="rect">
            <a:avLst/>
          </a:prstGeom>
          <a:noFill/>
        </p:spPr>
        <p:txBody>
          <a:bodyPr wrap="square" rtlCol="0">
            <a:spAutoFit/>
          </a:bodyPr>
          <a:lstStyle/>
          <a:p>
            <a:pPr algn="r">
              <a:lnSpc>
                <a:spcPct val="90000"/>
              </a:lnSpc>
            </a:pPr>
            <a:r>
              <a:rPr lang="zh-CN" altLang="en-US" sz="2400" dirty="0">
                <a:solidFill>
                  <a:prstClr val="black"/>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rPr>
              <a:t>党建赋能</a:t>
            </a:r>
            <a:endParaRPr lang="zh-CN" altLang="en-US" sz="1600" dirty="0">
              <a:latin typeface="Arial" panose="020B0604020202020204"/>
              <a:ea typeface="阿里巴巴普惠体 Medium"/>
              <a:cs typeface="阿里巴巴普惠体 Medium"/>
              <a:sym typeface="Arial" panose="020B0604020202020204"/>
            </a:endParaRPr>
          </a:p>
        </p:txBody>
      </p:sp>
      <p:sp>
        <p:nvSpPr>
          <p:cNvPr id="7" name="矩形 6"/>
          <p:cNvSpPr/>
          <p:nvPr/>
        </p:nvSpPr>
        <p:spPr>
          <a:xfrm>
            <a:off x="923503" y="4954994"/>
            <a:ext cx="3683092" cy="553998"/>
          </a:xfrm>
          <a:prstGeom prst="rect">
            <a:avLst/>
          </a:prstGeom>
        </p:spPr>
        <p:txBody>
          <a:bodyPr wrap="square">
            <a:spAutoFit/>
          </a:bodyPr>
          <a:lstStyle/>
          <a:p>
            <a:pPr algn="r">
              <a:lnSpc>
                <a:spcPts val="1800"/>
              </a:lnSpc>
            </a:pPr>
            <a:r>
              <a:rPr lang="zh-CN" altLang="en-US" sz="1400" spc="400" dirty="0">
                <a:solidFill>
                  <a:schemeClr val="tx1">
                    <a:lumMod val="85000"/>
                    <a:lumOff val="15000"/>
                  </a:schemeClr>
                </a:solidFill>
                <a:latin typeface="Arial" panose="020B0604020202020204"/>
                <a:ea typeface="阿里巴巴普惠体 Medium"/>
                <a:cs typeface="阿里巴巴普惠体 Medium"/>
                <a:sym typeface="Arial" panose="020B0604020202020204"/>
              </a:rPr>
              <a:t>单击此处添加标题内容，标题要与内容相符，并且要注意答辩内容。</a:t>
            </a:r>
            <a:endParaRPr lang="zh-CN" altLang="en-US" sz="1400" spc="400" dirty="0">
              <a:solidFill>
                <a:schemeClr val="tx1">
                  <a:lumMod val="85000"/>
                  <a:lumOff val="15000"/>
                </a:schemeClr>
              </a:solidFill>
              <a:latin typeface="Arial" panose="020B0604020202020204"/>
              <a:ea typeface="阿里巴巴普惠体 Medium"/>
              <a:cs typeface="阿里巴巴普惠体 Medium"/>
              <a:sym typeface="Arial" panose="020B0604020202020204"/>
            </a:endParaRPr>
          </a:p>
        </p:txBody>
      </p:sp>
      <p:sp>
        <p:nvSpPr>
          <p:cNvPr id="8" name="文本框 7"/>
          <p:cNvSpPr txBox="1"/>
          <p:nvPr/>
        </p:nvSpPr>
        <p:spPr>
          <a:xfrm>
            <a:off x="7585402" y="4493329"/>
            <a:ext cx="1727655" cy="424732"/>
          </a:xfrm>
          <a:prstGeom prst="rect">
            <a:avLst/>
          </a:prstGeom>
          <a:noFill/>
        </p:spPr>
        <p:txBody>
          <a:bodyPr wrap="square" rtlCol="0">
            <a:spAutoFit/>
          </a:bodyPr>
          <a:lstStyle/>
          <a:p>
            <a:pPr>
              <a:lnSpc>
                <a:spcPct val="90000"/>
              </a:lnSpc>
            </a:pPr>
            <a:r>
              <a:rPr lang="zh-CN" altLang="en-US" sz="2400" dirty="0">
                <a:solidFill>
                  <a:prstClr val="black"/>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rPr>
              <a:t>党建赋能</a:t>
            </a:r>
            <a:endParaRPr lang="zh-CN" altLang="en-US" sz="1600" dirty="0">
              <a:latin typeface="Arial" panose="020B0604020202020204"/>
              <a:ea typeface="阿里巴巴普惠体 Medium"/>
              <a:cs typeface="阿里巴巴普惠体 Medium"/>
              <a:sym typeface="Arial" panose="020B0604020202020204"/>
            </a:endParaRPr>
          </a:p>
        </p:txBody>
      </p:sp>
      <p:sp>
        <p:nvSpPr>
          <p:cNvPr id="14" name="矩形 13"/>
          <p:cNvSpPr/>
          <p:nvPr/>
        </p:nvSpPr>
        <p:spPr>
          <a:xfrm>
            <a:off x="7585403" y="4954994"/>
            <a:ext cx="3683092" cy="553998"/>
          </a:xfrm>
          <a:prstGeom prst="rect">
            <a:avLst/>
          </a:prstGeom>
        </p:spPr>
        <p:txBody>
          <a:bodyPr wrap="square">
            <a:spAutoFit/>
          </a:bodyPr>
          <a:lstStyle/>
          <a:p>
            <a:pPr>
              <a:lnSpc>
                <a:spcPts val="1800"/>
              </a:lnSpc>
            </a:pPr>
            <a:r>
              <a:rPr lang="zh-CN" altLang="en-US" sz="1400" spc="400" dirty="0">
                <a:solidFill>
                  <a:schemeClr val="tx1">
                    <a:lumMod val="85000"/>
                    <a:lumOff val="15000"/>
                  </a:schemeClr>
                </a:solidFill>
                <a:latin typeface="Arial" panose="020B0604020202020204"/>
                <a:ea typeface="阿里巴巴普惠体 Medium"/>
                <a:cs typeface="阿里巴巴普惠体 Medium"/>
                <a:sym typeface="Arial" panose="020B0604020202020204"/>
              </a:rPr>
              <a:t>单击此处添加标题内容，标题要与内容相符，并且要注意答辩内容。</a:t>
            </a:r>
            <a:endParaRPr lang="zh-CN" altLang="en-US" sz="1400" spc="400" dirty="0">
              <a:solidFill>
                <a:schemeClr val="tx1">
                  <a:lumMod val="85000"/>
                  <a:lumOff val="15000"/>
                </a:schemeClr>
              </a:solidFill>
              <a:latin typeface="Arial" panose="020B0604020202020204"/>
              <a:ea typeface="阿里巴巴普惠体 Medium"/>
              <a:cs typeface="阿里巴巴普惠体 Medium"/>
              <a:sym typeface="Arial" panose="020B0604020202020204"/>
            </a:endParaRPr>
          </a:p>
        </p:txBody>
      </p:sp>
      <p:grpSp>
        <p:nvGrpSpPr>
          <p:cNvPr id="15" name="组合 14"/>
          <p:cNvGrpSpPr/>
          <p:nvPr/>
        </p:nvGrpSpPr>
        <p:grpSpPr>
          <a:xfrm>
            <a:off x="4158967" y="1903009"/>
            <a:ext cx="3874068" cy="3719925"/>
            <a:chOff x="4158967" y="1903007"/>
            <a:chExt cx="3874068" cy="3719925"/>
          </a:xfrm>
        </p:grpSpPr>
        <p:sp>
          <p:nvSpPr>
            <p:cNvPr id="16" name="矩形 15"/>
            <p:cNvSpPr/>
            <p:nvPr/>
          </p:nvSpPr>
          <p:spPr>
            <a:xfrm rot="2714886">
              <a:off x="5009062" y="2786743"/>
              <a:ext cx="2173873" cy="2173873"/>
            </a:xfrm>
            <a:prstGeom prst="rect">
              <a:avLst/>
            </a:prstGeom>
            <a:noFill/>
            <a:ln>
              <a:solidFill>
                <a:srgbClr val="1C1C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阿里巴巴普惠体 Medium"/>
                <a:cs typeface="阿里巴巴普惠体 Medium"/>
                <a:sym typeface="Arial" panose="020B0604020202020204"/>
              </a:endParaRPr>
            </a:p>
          </p:txBody>
        </p:sp>
        <p:grpSp>
          <p:nvGrpSpPr>
            <p:cNvPr id="17" name="组合 16"/>
            <p:cNvGrpSpPr/>
            <p:nvPr/>
          </p:nvGrpSpPr>
          <p:grpSpPr>
            <a:xfrm>
              <a:off x="5631176" y="1903007"/>
              <a:ext cx="981168" cy="981168"/>
              <a:chOff x="5631176" y="1903007"/>
              <a:chExt cx="981168" cy="981168"/>
            </a:xfrm>
          </p:grpSpPr>
          <p:sp>
            <p:nvSpPr>
              <p:cNvPr id="27" name="椭圆 26"/>
              <p:cNvSpPr/>
              <p:nvPr/>
            </p:nvSpPr>
            <p:spPr>
              <a:xfrm>
                <a:off x="5631176" y="1903007"/>
                <a:ext cx="981168" cy="981168"/>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a:ea typeface="阿里巴巴普惠体 Medium"/>
                  <a:cs typeface="阿里巴巴普惠体 Medium"/>
                  <a:sym typeface="Arial" panose="020B0604020202020204"/>
                </a:endParaRPr>
              </a:p>
            </p:txBody>
          </p:sp>
          <p:pic>
            <p:nvPicPr>
              <p:cNvPr id="28" name="图片 27"/>
              <p:cNvPicPr>
                <a:picLocks noChangeAspect="1"/>
              </p:cNvPicPr>
              <p:nvPr/>
            </p:nvPicPr>
            <p:blipFill>
              <a:blip r:embed="rId3"/>
              <a:stretch>
                <a:fillRect/>
              </a:stretch>
            </p:blipFill>
            <p:spPr>
              <a:xfrm>
                <a:off x="5954322" y="2145388"/>
                <a:ext cx="334877" cy="496406"/>
              </a:xfrm>
              <a:prstGeom prst="rect">
                <a:avLst/>
              </a:prstGeom>
            </p:spPr>
          </p:pic>
        </p:grpSp>
        <p:grpSp>
          <p:nvGrpSpPr>
            <p:cNvPr id="18" name="组合 17"/>
            <p:cNvGrpSpPr/>
            <p:nvPr/>
          </p:nvGrpSpPr>
          <p:grpSpPr>
            <a:xfrm>
              <a:off x="4158967" y="3400327"/>
              <a:ext cx="895254" cy="895254"/>
              <a:chOff x="4158967" y="3400327"/>
              <a:chExt cx="895254" cy="895254"/>
            </a:xfrm>
          </p:grpSpPr>
          <p:sp>
            <p:nvSpPr>
              <p:cNvPr id="25" name="椭圆 24"/>
              <p:cNvSpPr/>
              <p:nvPr/>
            </p:nvSpPr>
            <p:spPr>
              <a:xfrm>
                <a:off x="4158967" y="3400327"/>
                <a:ext cx="895254" cy="895254"/>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阿里巴巴普惠体 Medium"/>
                  <a:cs typeface="阿里巴巴普惠体 Medium"/>
                  <a:sym typeface="Arial" panose="020B0604020202020204"/>
                </a:endParaRPr>
              </a:p>
            </p:txBody>
          </p:sp>
          <p:pic>
            <p:nvPicPr>
              <p:cNvPr id="26" name="图片 25"/>
              <p:cNvPicPr>
                <a:picLocks noChangeAspect="1"/>
              </p:cNvPicPr>
              <p:nvPr/>
            </p:nvPicPr>
            <p:blipFill>
              <a:blip r:embed="rId4"/>
              <a:stretch>
                <a:fillRect/>
              </a:stretch>
            </p:blipFill>
            <p:spPr>
              <a:xfrm>
                <a:off x="4346572" y="3599751"/>
                <a:ext cx="520044" cy="496406"/>
              </a:xfrm>
              <a:prstGeom prst="rect">
                <a:avLst/>
              </a:prstGeom>
            </p:spPr>
          </p:pic>
        </p:grpSp>
        <p:grpSp>
          <p:nvGrpSpPr>
            <p:cNvPr id="19" name="组合 18"/>
            <p:cNvGrpSpPr/>
            <p:nvPr/>
          </p:nvGrpSpPr>
          <p:grpSpPr>
            <a:xfrm>
              <a:off x="5631176" y="4641764"/>
              <a:ext cx="981168" cy="981168"/>
              <a:chOff x="5631176" y="4641764"/>
              <a:chExt cx="981168" cy="981168"/>
            </a:xfrm>
          </p:grpSpPr>
          <p:sp>
            <p:nvSpPr>
              <p:cNvPr id="23" name="椭圆 22"/>
              <p:cNvSpPr/>
              <p:nvPr/>
            </p:nvSpPr>
            <p:spPr>
              <a:xfrm>
                <a:off x="5631176" y="4641764"/>
                <a:ext cx="981168" cy="981168"/>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阿里巴巴普惠体 Medium"/>
                  <a:cs typeface="阿里巴巴普惠体 Medium"/>
                  <a:sym typeface="Arial" panose="020B0604020202020204"/>
                </a:endParaRPr>
              </a:p>
            </p:txBody>
          </p:sp>
          <p:pic>
            <p:nvPicPr>
              <p:cNvPr id="24" name="图片 23"/>
              <p:cNvPicPr>
                <a:picLocks noChangeAspect="1"/>
              </p:cNvPicPr>
              <p:nvPr/>
            </p:nvPicPr>
            <p:blipFill>
              <a:blip r:embed="rId5"/>
              <a:stretch>
                <a:fillRect/>
              </a:stretch>
            </p:blipFill>
            <p:spPr>
              <a:xfrm>
                <a:off x="5881170" y="4877606"/>
                <a:ext cx="481180" cy="509485"/>
              </a:xfrm>
              <a:prstGeom prst="rect">
                <a:avLst/>
              </a:prstGeom>
            </p:spPr>
          </p:pic>
        </p:grpSp>
        <p:grpSp>
          <p:nvGrpSpPr>
            <p:cNvPr id="20" name="组合 19"/>
            <p:cNvGrpSpPr/>
            <p:nvPr/>
          </p:nvGrpSpPr>
          <p:grpSpPr>
            <a:xfrm>
              <a:off x="7137781" y="3217127"/>
              <a:ext cx="895254" cy="895254"/>
              <a:chOff x="7137781" y="3636081"/>
              <a:chExt cx="895254" cy="895254"/>
            </a:xfrm>
          </p:grpSpPr>
          <p:sp>
            <p:nvSpPr>
              <p:cNvPr id="21" name="椭圆 20"/>
              <p:cNvSpPr/>
              <p:nvPr/>
            </p:nvSpPr>
            <p:spPr>
              <a:xfrm>
                <a:off x="7137781" y="3636081"/>
                <a:ext cx="895254" cy="895254"/>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a:ea typeface="阿里巴巴普惠体 Medium"/>
                  <a:cs typeface="阿里巴巴普惠体 Medium"/>
                  <a:sym typeface="Arial" panose="020B0604020202020204"/>
                </a:endParaRPr>
              </a:p>
            </p:txBody>
          </p:sp>
          <p:pic>
            <p:nvPicPr>
              <p:cNvPr id="22" name="图片 21"/>
              <p:cNvPicPr>
                <a:picLocks noChangeAspect="1"/>
              </p:cNvPicPr>
              <p:nvPr/>
            </p:nvPicPr>
            <p:blipFill>
              <a:blip r:embed="rId6"/>
              <a:stretch>
                <a:fillRect/>
              </a:stretch>
            </p:blipFill>
            <p:spPr>
              <a:xfrm>
                <a:off x="7380791" y="3898937"/>
                <a:ext cx="409222" cy="393603"/>
              </a:xfrm>
              <a:prstGeom prst="rect">
                <a:avLst/>
              </a:prstGeom>
            </p:spPr>
          </p:pic>
        </p:gr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ppt_w</p:attrName>
                                        </p:attrNameLst>
                                      </p:cBhvr>
                                      <p:tavLst>
                                        <p:tav tm="0">
                                          <p:val>
                                            <p:fltVal val="0"/>
                                          </p:val>
                                        </p:tav>
                                        <p:tav tm="100000">
                                          <p:val>
                                            <p:strVal val="#ppt_w"/>
                                          </p:val>
                                        </p:tav>
                                      </p:tavLst>
                                    </p:anim>
                                    <p:anim calcmode="lin" valueType="num">
                                      <p:cBhvr>
                                        <p:cTn id="8" dur="500" fill="hold"/>
                                        <p:tgtEl>
                                          <p:spTgt spid="13"/>
                                        </p:tgtEl>
                                        <p:attrNameLst>
                                          <p:attrName>ppt_h</p:attrName>
                                        </p:attrNameLst>
                                      </p:cBhvr>
                                      <p:tavLst>
                                        <p:tav tm="0">
                                          <p:val>
                                            <p:fltVal val="0"/>
                                          </p:val>
                                        </p:tav>
                                        <p:tav tm="100000">
                                          <p:val>
                                            <p:strVal val="#ppt_h"/>
                                          </p:val>
                                        </p:tav>
                                      </p:tavLst>
                                    </p:anim>
                                    <p:animEffect transition="in" filter="fade">
                                      <p:cBhvr>
                                        <p:cTn id="9" dur="500"/>
                                        <p:tgtEl>
                                          <p:spTgt spid="13"/>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5"/>
                                        </p:tgtEl>
                                        <p:attrNameLst>
                                          <p:attrName>style.visibility</p:attrName>
                                        </p:attrNameLst>
                                      </p:cBhvr>
                                      <p:to>
                                        <p:strVal val="visible"/>
                                      </p:to>
                                    </p:set>
                                    <p:anim calcmode="lin" valueType="num">
                                      <p:cBhvr>
                                        <p:cTn id="14" dur="500" fill="hold"/>
                                        <p:tgtEl>
                                          <p:spTgt spid="15"/>
                                        </p:tgtEl>
                                        <p:attrNameLst>
                                          <p:attrName>ppt_w</p:attrName>
                                        </p:attrNameLst>
                                      </p:cBhvr>
                                      <p:tavLst>
                                        <p:tav tm="0">
                                          <p:val>
                                            <p:fltVal val="0"/>
                                          </p:val>
                                        </p:tav>
                                        <p:tav tm="100000">
                                          <p:val>
                                            <p:strVal val="#ppt_w"/>
                                          </p:val>
                                        </p:tav>
                                      </p:tavLst>
                                    </p:anim>
                                    <p:anim calcmode="lin" valueType="num">
                                      <p:cBhvr>
                                        <p:cTn id="15" dur="500" fill="hold"/>
                                        <p:tgtEl>
                                          <p:spTgt spid="15"/>
                                        </p:tgtEl>
                                        <p:attrNameLst>
                                          <p:attrName>ppt_h</p:attrName>
                                        </p:attrNameLst>
                                      </p:cBhvr>
                                      <p:tavLst>
                                        <p:tav tm="0">
                                          <p:val>
                                            <p:fltVal val="0"/>
                                          </p:val>
                                        </p:tav>
                                        <p:tav tm="100000">
                                          <p:val>
                                            <p:strVal val="#ppt_h"/>
                                          </p:val>
                                        </p:tav>
                                      </p:tavLst>
                                    </p:anim>
                                    <p:animEffect transition="in" filter="fade">
                                      <p:cBhvr>
                                        <p:cTn id="16" dur="5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left)">
                                      <p:cBhvr>
                                        <p:cTn id="21" dur="500"/>
                                        <p:tgtEl>
                                          <p:spTgt spid="2"/>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wipe(left)">
                                      <p:cBhvr>
                                        <p:cTn id="24" dur="500"/>
                                        <p:tgtEl>
                                          <p:spTgt spid="3"/>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wipe(left)">
                                      <p:cBhvr>
                                        <p:cTn id="29" dur="500"/>
                                        <p:tgtEl>
                                          <p:spTgt spid="4"/>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wipe(left)">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wipe(left)">
                                      <p:cBhvr>
                                        <p:cTn id="37" dur="500"/>
                                        <p:tgtEl>
                                          <p:spTgt spid="6"/>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wipe(left)">
                                      <p:cBhvr>
                                        <p:cTn id="40" dur="500"/>
                                        <p:tgtEl>
                                          <p:spTgt spid="7"/>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wipe(left)">
                                      <p:cBhvr>
                                        <p:cTn id="45" dur="500"/>
                                        <p:tgtEl>
                                          <p:spTgt spid="8"/>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wipe(left)">
                                      <p:cBhvr>
                                        <p:cTn id="4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1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p:cNvGrpSpPr/>
          <p:nvPr/>
        </p:nvGrpSpPr>
        <p:grpSpPr>
          <a:xfrm>
            <a:off x="695402" y="548681"/>
            <a:ext cx="4049727" cy="584775"/>
            <a:chOff x="606113" y="404664"/>
            <a:chExt cx="4049727" cy="584775"/>
          </a:xfrm>
        </p:grpSpPr>
        <p:grpSp>
          <p:nvGrpSpPr>
            <p:cNvPr id="9" name="组合 8"/>
            <p:cNvGrpSpPr/>
            <p:nvPr/>
          </p:nvGrpSpPr>
          <p:grpSpPr>
            <a:xfrm>
              <a:off x="606113" y="443399"/>
              <a:ext cx="479425" cy="479425"/>
              <a:chOff x="7015" y="3652"/>
              <a:chExt cx="2006" cy="2006"/>
            </a:xfrm>
          </p:grpSpPr>
          <p:sp>
            <p:nvSpPr>
              <p:cNvPr id="10" name="图形"/>
              <p:cNvSpPr/>
              <p:nvPr userDrawn="1">
                <p:custDataLst>
                  <p:tags r:id="rId1"/>
                </p:custDataLst>
              </p:nvPr>
            </p:nvSpPr>
            <p:spPr bwMode="auto">
              <a:xfrm rot="660000">
                <a:off x="7015" y="3652"/>
                <a:ext cx="2007" cy="2007"/>
              </a:xfrm>
              <a:custGeom>
                <a:avLst/>
                <a:gdLst>
                  <a:gd name="T0" fmla="*/ 6963 w 6970"/>
                  <a:gd name="T1" fmla="*/ 2355 h 6970"/>
                  <a:gd name="T2" fmla="*/ 6970 w 6970"/>
                  <a:gd name="T3" fmla="*/ 2278 h 6970"/>
                  <a:gd name="T4" fmla="*/ 6968 w 6970"/>
                  <a:gd name="T5" fmla="*/ 2203 h 6970"/>
                  <a:gd name="T6" fmla="*/ 6958 w 6970"/>
                  <a:gd name="T7" fmla="*/ 2128 h 6970"/>
                  <a:gd name="T8" fmla="*/ 6940 w 6970"/>
                  <a:gd name="T9" fmla="*/ 2057 h 6970"/>
                  <a:gd name="T10" fmla="*/ 6913 w 6970"/>
                  <a:gd name="T11" fmla="*/ 1988 h 6970"/>
                  <a:gd name="T12" fmla="*/ 6878 w 6970"/>
                  <a:gd name="T13" fmla="*/ 1924 h 6970"/>
                  <a:gd name="T14" fmla="*/ 6837 w 6970"/>
                  <a:gd name="T15" fmla="*/ 1864 h 6970"/>
                  <a:gd name="T16" fmla="*/ 6787 w 6970"/>
                  <a:gd name="T17" fmla="*/ 1809 h 6970"/>
                  <a:gd name="T18" fmla="*/ 6731 w 6970"/>
                  <a:gd name="T19" fmla="*/ 1758 h 6970"/>
                  <a:gd name="T20" fmla="*/ 6668 w 6970"/>
                  <a:gd name="T21" fmla="*/ 1714 h 6970"/>
                  <a:gd name="T22" fmla="*/ 5035 w 6970"/>
                  <a:gd name="T23" fmla="*/ 880 h 6970"/>
                  <a:gd name="T24" fmla="*/ 3400 w 6970"/>
                  <a:gd name="T25" fmla="*/ 49 h 6970"/>
                  <a:gd name="T26" fmla="*/ 3327 w 6970"/>
                  <a:gd name="T27" fmla="*/ 25 h 6970"/>
                  <a:gd name="T28" fmla="*/ 3254 w 6970"/>
                  <a:gd name="T29" fmla="*/ 8 h 6970"/>
                  <a:gd name="T30" fmla="*/ 3180 w 6970"/>
                  <a:gd name="T31" fmla="*/ 0 h 6970"/>
                  <a:gd name="T32" fmla="*/ 3107 w 6970"/>
                  <a:gd name="T33" fmla="*/ 2 h 6970"/>
                  <a:gd name="T34" fmla="*/ 3034 w 6970"/>
                  <a:gd name="T35" fmla="*/ 12 h 6970"/>
                  <a:gd name="T36" fmla="*/ 2964 w 6970"/>
                  <a:gd name="T37" fmla="*/ 30 h 6970"/>
                  <a:gd name="T38" fmla="*/ 2894 w 6970"/>
                  <a:gd name="T39" fmla="*/ 57 h 6970"/>
                  <a:gd name="T40" fmla="*/ 2829 w 6970"/>
                  <a:gd name="T41" fmla="*/ 93 h 6970"/>
                  <a:gd name="T42" fmla="*/ 2766 w 6970"/>
                  <a:gd name="T43" fmla="*/ 137 h 6970"/>
                  <a:gd name="T44" fmla="*/ 2708 w 6970"/>
                  <a:gd name="T45" fmla="*/ 189 h 6970"/>
                  <a:gd name="T46" fmla="*/ 171 w 6970"/>
                  <a:gd name="T47" fmla="*/ 2727 h 6970"/>
                  <a:gd name="T48" fmla="*/ 121 w 6970"/>
                  <a:gd name="T49" fmla="*/ 2786 h 6970"/>
                  <a:gd name="T50" fmla="*/ 80 w 6970"/>
                  <a:gd name="T51" fmla="*/ 2850 h 6970"/>
                  <a:gd name="T52" fmla="*/ 47 w 6970"/>
                  <a:gd name="T53" fmla="*/ 2918 h 6970"/>
                  <a:gd name="T54" fmla="*/ 24 w 6970"/>
                  <a:gd name="T55" fmla="*/ 2987 h 6970"/>
                  <a:gd name="T56" fmla="*/ 8 w 6970"/>
                  <a:gd name="T57" fmla="*/ 3058 h 6970"/>
                  <a:gd name="T58" fmla="*/ 0 w 6970"/>
                  <a:gd name="T59" fmla="*/ 3131 h 6970"/>
                  <a:gd name="T60" fmla="*/ 2 w 6970"/>
                  <a:gd name="T61" fmla="*/ 3205 h 6970"/>
                  <a:gd name="T62" fmla="*/ 12 w 6970"/>
                  <a:gd name="T63" fmla="*/ 3279 h 6970"/>
                  <a:gd name="T64" fmla="*/ 31 w 6970"/>
                  <a:gd name="T65" fmla="*/ 3352 h 6970"/>
                  <a:gd name="T66" fmla="*/ 59 w 6970"/>
                  <a:gd name="T67" fmla="*/ 3424 h 6970"/>
                  <a:gd name="T68" fmla="*/ 1690 w 6970"/>
                  <a:gd name="T69" fmla="*/ 6622 h 6970"/>
                  <a:gd name="T70" fmla="*/ 1729 w 6970"/>
                  <a:gd name="T71" fmla="*/ 6690 h 6970"/>
                  <a:gd name="T72" fmla="*/ 1774 w 6970"/>
                  <a:gd name="T73" fmla="*/ 6750 h 6970"/>
                  <a:gd name="T74" fmla="*/ 1827 w 6970"/>
                  <a:gd name="T75" fmla="*/ 6804 h 6970"/>
                  <a:gd name="T76" fmla="*/ 1883 w 6970"/>
                  <a:gd name="T77" fmla="*/ 6851 h 6970"/>
                  <a:gd name="T78" fmla="*/ 1944 w 6970"/>
                  <a:gd name="T79" fmla="*/ 6891 h 6970"/>
                  <a:gd name="T80" fmla="*/ 2011 w 6970"/>
                  <a:gd name="T81" fmla="*/ 6923 h 6970"/>
                  <a:gd name="T82" fmla="*/ 2080 w 6970"/>
                  <a:gd name="T83" fmla="*/ 6947 h 6970"/>
                  <a:gd name="T84" fmla="*/ 2153 w 6970"/>
                  <a:gd name="T85" fmla="*/ 6963 h 6970"/>
                  <a:gd name="T86" fmla="*/ 2227 w 6970"/>
                  <a:gd name="T87" fmla="*/ 6970 h 6970"/>
                  <a:gd name="T88" fmla="*/ 2304 w 6970"/>
                  <a:gd name="T89" fmla="*/ 6968 h 6970"/>
                  <a:gd name="T90" fmla="*/ 4116 w 6970"/>
                  <a:gd name="T91" fmla="*/ 6683 h 6970"/>
                  <a:gd name="T92" fmla="*/ 5926 w 6970"/>
                  <a:gd name="T93" fmla="*/ 6394 h 6970"/>
                  <a:gd name="T94" fmla="*/ 6000 w 6970"/>
                  <a:gd name="T95" fmla="*/ 6372 h 6970"/>
                  <a:gd name="T96" fmla="*/ 6069 w 6970"/>
                  <a:gd name="T97" fmla="*/ 6343 h 6970"/>
                  <a:gd name="T98" fmla="*/ 6133 w 6970"/>
                  <a:gd name="T99" fmla="*/ 6305 h 6970"/>
                  <a:gd name="T100" fmla="*/ 6191 w 6970"/>
                  <a:gd name="T101" fmla="*/ 6261 h 6970"/>
                  <a:gd name="T102" fmla="*/ 6245 w 6970"/>
                  <a:gd name="T103" fmla="*/ 6210 h 6970"/>
                  <a:gd name="T104" fmla="*/ 6291 w 6970"/>
                  <a:gd name="T105" fmla="*/ 6153 h 6970"/>
                  <a:gd name="T106" fmla="*/ 6330 w 6970"/>
                  <a:gd name="T107" fmla="*/ 6091 h 6970"/>
                  <a:gd name="T108" fmla="*/ 6363 w 6970"/>
                  <a:gd name="T109" fmla="*/ 6024 h 6970"/>
                  <a:gd name="T110" fmla="*/ 6388 w 6970"/>
                  <a:gd name="T111" fmla="*/ 5952 h 6970"/>
                  <a:gd name="T112" fmla="*/ 6405 w 6970"/>
                  <a:gd name="T113" fmla="*/ 5876 h 6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970" h="6970">
                    <a:moveTo>
                      <a:pt x="6405" y="5876"/>
                    </a:moveTo>
                    <a:lnTo>
                      <a:pt x="6683" y="4116"/>
                    </a:lnTo>
                    <a:lnTo>
                      <a:pt x="6963" y="2355"/>
                    </a:lnTo>
                    <a:lnTo>
                      <a:pt x="6966" y="2329"/>
                    </a:lnTo>
                    <a:lnTo>
                      <a:pt x="6968" y="2304"/>
                    </a:lnTo>
                    <a:lnTo>
                      <a:pt x="6970" y="2278"/>
                    </a:lnTo>
                    <a:lnTo>
                      <a:pt x="6970" y="2253"/>
                    </a:lnTo>
                    <a:lnTo>
                      <a:pt x="6970" y="2227"/>
                    </a:lnTo>
                    <a:lnTo>
                      <a:pt x="6968" y="2203"/>
                    </a:lnTo>
                    <a:lnTo>
                      <a:pt x="6966" y="2178"/>
                    </a:lnTo>
                    <a:lnTo>
                      <a:pt x="6963" y="2153"/>
                    </a:lnTo>
                    <a:lnTo>
                      <a:pt x="6958" y="2128"/>
                    </a:lnTo>
                    <a:lnTo>
                      <a:pt x="6954" y="2104"/>
                    </a:lnTo>
                    <a:lnTo>
                      <a:pt x="6947" y="2080"/>
                    </a:lnTo>
                    <a:lnTo>
                      <a:pt x="6940" y="2057"/>
                    </a:lnTo>
                    <a:lnTo>
                      <a:pt x="6932" y="2033"/>
                    </a:lnTo>
                    <a:lnTo>
                      <a:pt x="6923" y="2011"/>
                    </a:lnTo>
                    <a:lnTo>
                      <a:pt x="6913" y="1988"/>
                    </a:lnTo>
                    <a:lnTo>
                      <a:pt x="6903" y="1967"/>
                    </a:lnTo>
                    <a:lnTo>
                      <a:pt x="6891" y="1944"/>
                    </a:lnTo>
                    <a:lnTo>
                      <a:pt x="6878" y="1924"/>
                    </a:lnTo>
                    <a:lnTo>
                      <a:pt x="6866" y="1903"/>
                    </a:lnTo>
                    <a:lnTo>
                      <a:pt x="6851" y="1883"/>
                    </a:lnTo>
                    <a:lnTo>
                      <a:pt x="6837" y="1864"/>
                    </a:lnTo>
                    <a:lnTo>
                      <a:pt x="6821" y="1844"/>
                    </a:lnTo>
                    <a:lnTo>
                      <a:pt x="6804" y="1827"/>
                    </a:lnTo>
                    <a:lnTo>
                      <a:pt x="6787" y="1809"/>
                    </a:lnTo>
                    <a:lnTo>
                      <a:pt x="6769" y="1791"/>
                    </a:lnTo>
                    <a:lnTo>
                      <a:pt x="6750" y="1774"/>
                    </a:lnTo>
                    <a:lnTo>
                      <a:pt x="6731" y="1758"/>
                    </a:lnTo>
                    <a:lnTo>
                      <a:pt x="6711" y="1743"/>
                    </a:lnTo>
                    <a:lnTo>
                      <a:pt x="6690" y="1729"/>
                    </a:lnTo>
                    <a:lnTo>
                      <a:pt x="6668" y="1714"/>
                    </a:lnTo>
                    <a:lnTo>
                      <a:pt x="6646" y="1702"/>
                    </a:lnTo>
                    <a:lnTo>
                      <a:pt x="6622" y="1690"/>
                    </a:lnTo>
                    <a:lnTo>
                      <a:pt x="5035" y="880"/>
                    </a:lnTo>
                    <a:lnTo>
                      <a:pt x="3448" y="71"/>
                    </a:lnTo>
                    <a:lnTo>
                      <a:pt x="3424" y="59"/>
                    </a:lnTo>
                    <a:lnTo>
                      <a:pt x="3400" y="49"/>
                    </a:lnTo>
                    <a:lnTo>
                      <a:pt x="3376" y="40"/>
                    </a:lnTo>
                    <a:lnTo>
                      <a:pt x="3352" y="31"/>
                    </a:lnTo>
                    <a:lnTo>
                      <a:pt x="3327" y="25"/>
                    </a:lnTo>
                    <a:lnTo>
                      <a:pt x="3303" y="18"/>
                    </a:lnTo>
                    <a:lnTo>
                      <a:pt x="3279" y="12"/>
                    </a:lnTo>
                    <a:lnTo>
                      <a:pt x="3254" y="8"/>
                    </a:lnTo>
                    <a:lnTo>
                      <a:pt x="3230" y="4"/>
                    </a:lnTo>
                    <a:lnTo>
                      <a:pt x="3205" y="2"/>
                    </a:lnTo>
                    <a:lnTo>
                      <a:pt x="3180" y="0"/>
                    </a:lnTo>
                    <a:lnTo>
                      <a:pt x="3156" y="0"/>
                    </a:lnTo>
                    <a:lnTo>
                      <a:pt x="3131" y="0"/>
                    </a:lnTo>
                    <a:lnTo>
                      <a:pt x="3107" y="2"/>
                    </a:lnTo>
                    <a:lnTo>
                      <a:pt x="3083" y="4"/>
                    </a:lnTo>
                    <a:lnTo>
                      <a:pt x="3058" y="8"/>
                    </a:lnTo>
                    <a:lnTo>
                      <a:pt x="3034" y="12"/>
                    </a:lnTo>
                    <a:lnTo>
                      <a:pt x="3011" y="17"/>
                    </a:lnTo>
                    <a:lnTo>
                      <a:pt x="2987" y="24"/>
                    </a:lnTo>
                    <a:lnTo>
                      <a:pt x="2964" y="30"/>
                    </a:lnTo>
                    <a:lnTo>
                      <a:pt x="2940" y="38"/>
                    </a:lnTo>
                    <a:lnTo>
                      <a:pt x="2918" y="47"/>
                    </a:lnTo>
                    <a:lnTo>
                      <a:pt x="2894" y="57"/>
                    </a:lnTo>
                    <a:lnTo>
                      <a:pt x="2873" y="68"/>
                    </a:lnTo>
                    <a:lnTo>
                      <a:pt x="2850" y="80"/>
                    </a:lnTo>
                    <a:lnTo>
                      <a:pt x="2829" y="93"/>
                    </a:lnTo>
                    <a:lnTo>
                      <a:pt x="2808" y="107"/>
                    </a:lnTo>
                    <a:lnTo>
                      <a:pt x="2786" y="121"/>
                    </a:lnTo>
                    <a:lnTo>
                      <a:pt x="2766" y="137"/>
                    </a:lnTo>
                    <a:lnTo>
                      <a:pt x="2747" y="153"/>
                    </a:lnTo>
                    <a:lnTo>
                      <a:pt x="2727" y="171"/>
                    </a:lnTo>
                    <a:lnTo>
                      <a:pt x="2708" y="189"/>
                    </a:lnTo>
                    <a:lnTo>
                      <a:pt x="1448" y="1448"/>
                    </a:lnTo>
                    <a:lnTo>
                      <a:pt x="189" y="2708"/>
                    </a:lnTo>
                    <a:lnTo>
                      <a:pt x="171" y="2727"/>
                    </a:lnTo>
                    <a:lnTo>
                      <a:pt x="153" y="2747"/>
                    </a:lnTo>
                    <a:lnTo>
                      <a:pt x="137" y="2766"/>
                    </a:lnTo>
                    <a:lnTo>
                      <a:pt x="121" y="2786"/>
                    </a:lnTo>
                    <a:lnTo>
                      <a:pt x="107" y="2808"/>
                    </a:lnTo>
                    <a:lnTo>
                      <a:pt x="93" y="2829"/>
                    </a:lnTo>
                    <a:lnTo>
                      <a:pt x="80" y="2850"/>
                    </a:lnTo>
                    <a:lnTo>
                      <a:pt x="68" y="2873"/>
                    </a:lnTo>
                    <a:lnTo>
                      <a:pt x="57" y="2894"/>
                    </a:lnTo>
                    <a:lnTo>
                      <a:pt x="47" y="2918"/>
                    </a:lnTo>
                    <a:lnTo>
                      <a:pt x="38" y="2940"/>
                    </a:lnTo>
                    <a:lnTo>
                      <a:pt x="30" y="2964"/>
                    </a:lnTo>
                    <a:lnTo>
                      <a:pt x="24" y="2987"/>
                    </a:lnTo>
                    <a:lnTo>
                      <a:pt x="17" y="3011"/>
                    </a:lnTo>
                    <a:lnTo>
                      <a:pt x="12" y="3034"/>
                    </a:lnTo>
                    <a:lnTo>
                      <a:pt x="8" y="3058"/>
                    </a:lnTo>
                    <a:lnTo>
                      <a:pt x="4" y="3083"/>
                    </a:lnTo>
                    <a:lnTo>
                      <a:pt x="2" y="3107"/>
                    </a:lnTo>
                    <a:lnTo>
                      <a:pt x="0" y="3131"/>
                    </a:lnTo>
                    <a:lnTo>
                      <a:pt x="0" y="3156"/>
                    </a:lnTo>
                    <a:lnTo>
                      <a:pt x="0" y="3180"/>
                    </a:lnTo>
                    <a:lnTo>
                      <a:pt x="2" y="3205"/>
                    </a:lnTo>
                    <a:lnTo>
                      <a:pt x="4" y="3230"/>
                    </a:lnTo>
                    <a:lnTo>
                      <a:pt x="8" y="3254"/>
                    </a:lnTo>
                    <a:lnTo>
                      <a:pt x="12" y="3279"/>
                    </a:lnTo>
                    <a:lnTo>
                      <a:pt x="18" y="3303"/>
                    </a:lnTo>
                    <a:lnTo>
                      <a:pt x="24" y="3327"/>
                    </a:lnTo>
                    <a:lnTo>
                      <a:pt x="31" y="3352"/>
                    </a:lnTo>
                    <a:lnTo>
                      <a:pt x="40" y="3376"/>
                    </a:lnTo>
                    <a:lnTo>
                      <a:pt x="49" y="3400"/>
                    </a:lnTo>
                    <a:lnTo>
                      <a:pt x="59" y="3424"/>
                    </a:lnTo>
                    <a:lnTo>
                      <a:pt x="71" y="3448"/>
                    </a:lnTo>
                    <a:lnTo>
                      <a:pt x="880" y="5035"/>
                    </a:lnTo>
                    <a:lnTo>
                      <a:pt x="1690" y="6622"/>
                    </a:lnTo>
                    <a:lnTo>
                      <a:pt x="1702" y="6646"/>
                    </a:lnTo>
                    <a:lnTo>
                      <a:pt x="1714" y="6668"/>
                    </a:lnTo>
                    <a:lnTo>
                      <a:pt x="1729" y="6690"/>
                    </a:lnTo>
                    <a:lnTo>
                      <a:pt x="1743" y="6711"/>
                    </a:lnTo>
                    <a:lnTo>
                      <a:pt x="1758" y="6731"/>
                    </a:lnTo>
                    <a:lnTo>
                      <a:pt x="1774" y="6750"/>
                    </a:lnTo>
                    <a:lnTo>
                      <a:pt x="1791" y="6769"/>
                    </a:lnTo>
                    <a:lnTo>
                      <a:pt x="1809" y="6787"/>
                    </a:lnTo>
                    <a:lnTo>
                      <a:pt x="1827" y="6804"/>
                    </a:lnTo>
                    <a:lnTo>
                      <a:pt x="1844" y="6821"/>
                    </a:lnTo>
                    <a:lnTo>
                      <a:pt x="1864" y="6837"/>
                    </a:lnTo>
                    <a:lnTo>
                      <a:pt x="1883" y="6851"/>
                    </a:lnTo>
                    <a:lnTo>
                      <a:pt x="1903" y="6866"/>
                    </a:lnTo>
                    <a:lnTo>
                      <a:pt x="1924" y="6878"/>
                    </a:lnTo>
                    <a:lnTo>
                      <a:pt x="1944" y="6891"/>
                    </a:lnTo>
                    <a:lnTo>
                      <a:pt x="1967" y="6903"/>
                    </a:lnTo>
                    <a:lnTo>
                      <a:pt x="1988" y="6913"/>
                    </a:lnTo>
                    <a:lnTo>
                      <a:pt x="2011" y="6923"/>
                    </a:lnTo>
                    <a:lnTo>
                      <a:pt x="2033" y="6932"/>
                    </a:lnTo>
                    <a:lnTo>
                      <a:pt x="2057" y="6940"/>
                    </a:lnTo>
                    <a:lnTo>
                      <a:pt x="2080" y="6947"/>
                    </a:lnTo>
                    <a:lnTo>
                      <a:pt x="2104" y="6954"/>
                    </a:lnTo>
                    <a:lnTo>
                      <a:pt x="2128" y="6958"/>
                    </a:lnTo>
                    <a:lnTo>
                      <a:pt x="2153" y="6963"/>
                    </a:lnTo>
                    <a:lnTo>
                      <a:pt x="2178" y="6966"/>
                    </a:lnTo>
                    <a:lnTo>
                      <a:pt x="2203" y="6968"/>
                    </a:lnTo>
                    <a:lnTo>
                      <a:pt x="2227" y="6970"/>
                    </a:lnTo>
                    <a:lnTo>
                      <a:pt x="2253" y="6970"/>
                    </a:lnTo>
                    <a:lnTo>
                      <a:pt x="2278" y="6970"/>
                    </a:lnTo>
                    <a:lnTo>
                      <a:pt x="2304" y="6968"/>
                    </a:lnTo>
                    <a:lnTo>
                      <a:pt x="2329" y="6966"/>
                    </a:lnTo>
                    <a:lnTo>
                      <a:pt x="2355" y="6963"/>
                    </a:lnTo>
                    <a:lnTo>
                      <a:pt x="4116" y="6683"/>
                    </a:lnTo>
                    <a:lnTo>
                      <a:pt x="5876" y="6405"/>
                    </a:lnTo>
                    <a:lnTo>
                      <a:pt x="5902" y="6400"/>
                    </a:lnTo>
                    <a:lnTo>
                      <a:pt x="5926" y="6394"/>
                    </a:lnTo>
                    <a:lnTo>
                      <a:pt x="5952" y="6388"/>
                    </a:lnTo>
                    <a:lnTo>
                      <a:pt x="5976" y="6381"/>
                    </a:lnTo>
                    <a:lnTo>
                      <a:pt x="6000" y="6372"/>
                    </a:lnTo>
                    <a:lnTo>
                      <a:pt x="6024" y="6363"/>
                    </a:lnTo>
                    <a:lnTo>
                      <a:pt x="6046" y="6353"/>
                    </a:lnTo>
                    <a:lnTo>
                      <a:pt x="6069" y="6343"/>
                    </a:lnTo>
                    <a:lnTo>
                      <a:pt x="6091" y="6330"/>
                    </a:lnTo>
                    <a:lnTo>
                      <a:pt x="6113" y="6318"/>
                    </a:lnTo>
                    <a:lnTo>
                      <a:pt x="6133" y="6305"/>
                    </a:lnTo>
                    <a:lnTo>
                      <a:pt x="6153" y="6291"/>
                    </a:lnTo>
                    <a:lnTo>
                      <a:pt x="6173" y="6277"/>
                    </a:lnTo>
                    <a:lnTo>
                      <a:pt x="6191" y="6261"/>
                    </a:lnTo>
                    <a:lnTo>
                      <a:pt x="6210" y="6245"/>
                    </a:lnTo>
                    <a:lnTo>
                      <a:pt x="6227" y="6227"/>
                    </a:lnTo>
                    <a:lnTo>
                      <a:pt x="6245" y="6210"/>
                    </a:lnTo>
                    <a:lnTo>
                      <a:pt x="6261" y="6191"/>
                    </a:lnTo>
                    <a:lnTo>
                      <a:pt x="6277" y="6173"/>
                    </a:lnTo>
                    <a:lnTo>
                      <a:pt x="6291" y="6153"/>
                    </a:lnTo>
                    <a:lnTo>
                      <a:pt x="6305" y="6133"/>
                    </a:lnTo>
                    <a:lnTo>
                      <a:pt x="6318" y="6113"/>
                    </a:lnTo>
                    <a:lnTo>
                      <a:pt x="6330" y="6091"/>
                    </a:lnTo>
                    <a:lnTo>
                      <a:pt x="6343" y="6069"/>
                    </a:lnTo>
                    <a:lnTo>
                      <a:pt x="6353" y="6046"/>
                    </a:lnTo>
                    <a:lnTo>
                      <a:pt x="6363" y="6024"/>
                    </a:lnTo>
                    <a:lnTo>
                      <a:pt x="6372" y="6000"/>
                    </a:lnTo>
                    <a:lnTo>
                      <a:pt x="6381" y="5976"/>
                    </a:lnTo>
                    <a:lnTo>
                      <a:pt x="6388" y="5952"/>
                    </a:lnTo>
                    <a:lnTo>
                      <a:pt x="6394" y="5926"/>
                    </a:lnTo>
                    <a:lnTo>
                      <a:pt x="6400" y="5902"/>
                    </a:lnTo>
                    <a:lnTo>
                      <a:pt x="6405" y="5876"/>
                    </a:lnTo>
                    <a:close/>
                  </a:path>
                </a:pathLst>
              </a:custGeom>
              <a:solidFill>
                <a:srgbClr val="C00000"/>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000000"/>
                  </a:solidFill>
                  <a:effectLst/>
                  <a:uLnTx/>
                  <a:uFillTx/>
                  <a:latin typeface="Arial" panose="020B0604020202020204"/>
                  <a:ea typeface="阿里巴巴普惠体 Medium"/>
                  <a:cs typeface="阿里巴巴普惠体 Medium"/>
                  <a:sym typeface="Arial" panose="020B0604020202020204"/>
                </a:endParaRPr>
              </a:p>
            </p:txBody>
          </p:sp>
          <p:sp>
            <p:nvSpPr>
              <p:cNvPr id="11" name="图形"/>
              <p:cNvSpPr/>
              <p:nvPr userDrawn="1">
                <p:custDataLst>
                  <p:tags r:id="rId2"/>
                </p:custDataLst>
              </p:nvPr>
            </p:nvSpPr>
            <p:spPr bwMode="auto">
              <a:xfrm>
                <a:off x="7564" y="4269"/>
                <a:ext cx="908" cy="857"/>
              </a:xfrm>
              <a:custGeom>
                <a:avLst/>
                <a:gdLst>
                  <a:gd name="T0" fmla="*/ 91 w 194"/>
                  <a:gd name="T1" fmla="*/ 8 h 183"/>
                  <a:gd name="T2" fmla="*/ 103 w 194"/>
                  <a:gd name="T3" fmla="*/ 8 h 183"/>
                  <a:gd name="T4" fmla="*/ 118 w 194"/>
                  <a:gd name="T5" fmla="*/ 48 h 183"/>
                  <a:gd name="T6" fmla="*/ 141 w 194"/>
                  <a:gd name="T7" fmla="*/ 64 h 183"/>
                  <a:gd name="T8" fmla="*/ 183 w 194"/>
                  <a:gd name="T9" fmla="*/ 66 h 183"/>
                  <a:gd name="T10" fmla="*/ 186 w 194"/>
                  <a:gd name="T11" fmla="*/ 78 h 183"/>
                  <a:gd name="T12" fmla="*/ 154 w 194"/>
                  <a:gd name="T13" fmla="*/ 104 h 183"/>
                  <a:gd name="T14" fmla="*/ 145 w 194"/>
                  <a:gd name="T15" fmla="*/ 131 h 183"/>
                  <a:gd name="T16" fmla="*/ 156 w 194"/>
                  <a:gd name="T17" fmla="*/ 171 h 183"/>
                  <a:gd name="T18" fmla="*/ 146 w 194"/>
                  <a:gd name="T19" fmla="*/ 178 h 183"/>
                  <a:gd name="T20" fmla="*/ 111 w 194"/>
                  <a:gd name="T21" fmla="*/ 155 h 183"/>
                  <a:gd name="T22" fmla="*/ 83 w 194"/>
                  <a:gd name="T23" fmla="*/ 155 h 183"/>
                  <a:gd name="T24" fmla="*/ 48 w 194"/>
                  <a:gd name="T25" fmla="*/ 178 h 183"/>
                  <a:gd name="T26" fmla="*/ 38 w 194"/>
                  <a:gd name="T27" fmla="*/ 171 h 183"/>
                  <a:gd name="T28" fmla="*/ 49 w 194"/>
                  <a:gd name="T29" fmla="*/ 131 h 183"/>
                  <a:gd name="T30" fmla="*/ 41 w 194"/>
                  <a:gd name="T31" fmla="*/ 104 h 183"/>
                  <a:gd name="T32" fmla="*/ 8 w 194"/>
                  <a:gd name="T33" fmla="*/ 78 h 183"/>
                  <a:gd name="T34" fmla="*/ 11 w 194"/>
                  <a:gd name="T35" fmla="*/ 66 h 183"/>
                  <a:gd name="T36" fmla="*/ 53 w 194"/>
                  <a:gd name="T37" fmla="*/ 64 h 183"/>
                  <a:gd name="T38" fmla="*/ 76 w 194"/>
                  <a:gd name="T39" fmla="*/ 48 h 183"/>
                  <a:gd name="T40" fmla="*/ 91 w 194"/>
                  <a:gd name="T41" fmla="*/ 8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4" h="183">
                    <a:moveTo>
                      <a:pt x="91" y="8"/>
                    </a:moveTo>
                    <a:cubicBezTo>
                      <a:pt x="94" y="0"/>
                      <a:pt x="100" y="0"/>
                      <a:pt x="103" y="8"/>
                    </a:cubicBezTo>
                    <a:cubicBezTo>
                      <a:pt x="118" y="48"/>
                      <a:pt x="118" y="48"/>
                      <a:pt x="118" y="48"/>
                    </a:cubicBezTo>
                    <a:cubicBezTo>
                      <a:pt x="121" y="56"/>
                      <a:pt x="132" y="64"/>
                      <a:pt x="141" y="64"/>
                    </a:cubicBezTo>
                    <a:cubicBezTo>
                      <a:pt x="183" y="66"/>
                      <a:pt x="183" y="66"/>
                      <a:pt x="183" y="66"/>
                    </a:cubicBezTo>
                    <a:cubicBezTo>
                      <a:pt x="192" y="67"/>
                      <a:pt x="194" y="72"/>
                      <a:pt x="186" y="78"/>
                    </a:cubicBezTo>
                    <a:cubicBezTo>
                      <a:pt x="154" y="104"/>
                      <a:pt x="154" y="104"/>
                      <a:pt x="154" y="104"/>
                    </a:cubicBezTo>
                    <a:cubicBezTo>
                      <a:pt x="146" y="110"/>
                      <a:pt x="142" y="122"/>
                      <a:pt x="145" y="131"/>
                    </a:cubicBezTo>
                    <a:cubicBezTo>
                      <a:pt x="156" y="171"/>
                      <a:pt x="156" y="171"/>
                      <a:pt x="156" y="171"/>
                    </a:cubicBezTo>
                    <a:cubicBezTo>
                      <a:pt x="159" y="180"/>
                      <a:pt x="154" y="183"/>
                      <a:pt x="146" y="178"/>
                    </a:cubicBezTo>
                    <a:cubicBezTo>
                      <a:pt x="111" y="155"/>
                      <a:pt x="111" y="155"/>
                      <a:pt x="111" y="155"/>
                    </a:cubicBezTo>
                    <a:cubicBezTo>
                      <a:pt x="104" y="150"/>
                      <a:pt x="91" y="150"/>
                      <a:pt x="83" y="155"/>
                    </a:cubicBezTo>
                    <a:cubicBezTo>
                      <a:pt x="48" y="178"/>
                      <a:pt x="48" y="178"/>
                      <a:pt x="48" y="178"/>
                    </a:cubicBezTo>
                    <a:cubicBezTo>
                      <a:pt x="40" y="183"/>
                      <a:pt x="36" y="180"/>
                      <a:pt x="38" y="171"/>
                    </a:cubicBezTo>
                    <a:cubicBezTo>
                      <a:pt x="49" y="131"/>
                      <a:pt x="49" y="131"/>
                      <a:pt x="49" y="131"/>
                    </a:cubicBezTo>
                    <a:cubicBezTo>
                      <a:pt x="52" y="122"/>
                      <a:pt x="48" y="110"/>
                      <a:pt x="41" y="104"/>
                    </a:cubicBezTo>
                    <a:cubicBezTo>
                      <a:pt x="8" y="78"/>
                      <a:pt x="8" y="78"/>
                      <a:pt x="8" y="78"/>
                    </a:cubicBezTo>
                    <a:cubicBezTo>
                      <a:pt x="0" y="72"/>
                      <a:pt x="2" y="67"/>
                      <a:pt x="11" y="66"/>
                    </a:cubicBezTo>
                    <a:cubicBezTo>
                      <a:pt x="53" y="64"/>
                      <a:pt x="53" y="64"/>
                      <a:pt x="53" y="64"/>
                    </a:cubicBezTo>
                    <a:cubicBezTo>
                      <a:pt x="63" y="64"/>
                      <a:pt x="73" y="56"/>
                      <a:pt x="76" y="48"/>
                    </a:cubicBezTo>
                    <a:lnTo>
                      <a:pt x="91" y="8"/>
                    </a:lnTo>
                    <a:close/>
                  </a:path>
                </a:pathLst>
              </a:custGeom>
              <a:solidFill>
                <a:srgbClr val="FFFFFF"/>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000000"/>
                  </a:solidFill>
                  <a:effectLst/>
                  <a:uLnTx/>
                  <a:uFillTx/>
                  <a:latin typeface="Arial" panose="020B0604020202020204"/>
                  <a:ea typeface="阿里巴巴普惠体 Medium"/>
                  <a:cs typeface="阿里巴巴普惠体 Medium"/>
                  <a:sym typeface="Arial" panose="020B0604020202020204"/>
                </a:endParaRPr>
              </a:p>
            </p:txBody>
          </p:sp>
        </p:grpSp>
        <p:sp>
          <p:nvSpPr>
            <p:cNvPr id="12" name="文本框 11"/>
            <p:cNvSpPr txBox="1"/>
            <p:nvPr/>
          </p:nvSpPr>
          <p:spPr>
            <a:xfrm>
              <a:off x="1127448" y="404664"/>
              <a:ext cx="3528392" cy="584775"/>
            </a:xfrm>
            <a:prstGeom prst="rect">
              <a:avLst/>
            </a:prstGeom>
            <a:noFill/>
          </p:spPr>
          <p:txBody>
            <a:bodyPr wrap="square" rtlCol="0" anchor="t">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rPr>
                <a:t>党建赋能开创未来</a:t>
              </a:r>
              <a:endParaRPr kumimoji="0" lang="zh-CN" altLang="en-US" sz="3200" b="0" i="0" u="none" strike="noStrike" kern="1200" cap="none" spc="0" normalizeH="0" baseline="0" noProof="0" dirty="0">
                <a:ln>
                  <a:noFill/>
                </a:ln>
                <a:effectLst>
                  <a:outerShdw blurRad="38100" dist="38100" dir="2700000" algn="tl">
                    <a:srgbClr val="000000">
                      <a:alpha val="43137"/>
                    </a:srgbClr>
                  </a:outerShdw>
                </a:effectLst>
                <a:uLnTx/>
                <a:uFillTx/>
                <a:latin typeface="Arial" panose="020B0604020202020204"/>
                <a:ea typeface="阿里巴巴普惠体 Medium"/>
                <a:cs typeface="阿里巴巴普惠体 Medium"/>
                <a:sym typeface="Arial" panose="020B0604020202020204"/>
              </a:endParaRPr>
            </a:p>
          </p:txBody>
        </p:sp>
      </p:grpSp>
      <p:grpSp>
        <p:nvGrpSpPr>
          <p:cNvPr id="2" name="组合 1"/>
          <p:cNvGrpSpPr/>
          <p:nvPr/>
        </p:nvGrpSpPr>
        <p:grpSpPr>
          <a:xfrm>
            <a:off x="1097001" y="1760454"/>
            <a:ext cx="1296256" cy="1072509"/>
            <a:chOff x="1097001" y="1625613"/>
            <a:chExt cx="1296256" cy="1072509"/>
          </a:xfrm>
        </p:grpSpPr>
        <p:sp>
          <p:nvSpPr>
            <p:cNvPr id="3" name="任意多边形: 形状 2"/>
            <p:cNvSpPr/>
            <p:nvPr/>
          </p:nvSpPr>
          <p:spPr>
            <a:xfrm rot="21007033">
              <a:off x="1318634" y="1625613"/>
              <a:ext cx="1074623" cy="1072509"/>
            </a:xfrm>
            <a:custGeom>
              <a:avLst/>
              <a:gdLst>
                <a:gd name="connsiteX0" fmla="*/ 0 w 1276350"/>
                <a:gd name="connsiteY0" fmla="*/ 552450 h 1181100"/>
                <a:gd name="connsiteX1" fmla="*/ 476250 w 1276350"/>
                <a:gd name="connsiteY1" fmla="*/ 0 h 1181100"/>
                <a:gd name="connsiteX2" fmla="*/ 1276350 w 1276350"/>
                <a:gd name="connsiteY2" fmla="*/ 723900 h 1181100"/>
                <a:gd name="connsiteX3" fmla="*/ 800100 w 1276350"/>
                <a:gd name="connsiteY3" fmla="*/ 1181100 h 1181100"/>
                <a:gd name="connsiteX4" fmla="*/ 0 w 1276350"/>
                <a:gd name="connsiteY4" fmla="*/ 552450 h 1181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6350" h="1181100">
                  <a:moveTo>
                    <a:pt x="0" y="552450"/>
                  </a:moveTo>
                  <a:lnTo>
                    <a:pt x="476250" y="0"/>
                  </a:lnTo>
                  <a:lnTo>
                    <a:pt x="1276350" y="723900"/>
                  </a:lnTo>
                  <a:lnTo>
                    <a:pt x="800100" y="1181100"/>
                  </a:lnTo>
                  <a:lnTo>
                    <a:pt x="0" y="552450"/>
                  </a:lnTo>
                  <a:close/>
                </a:path>
              </a:pathLst>
            </a:custGeom>
            <a:gradFill>
              <a:gsLst>
                <a:gs pos="0">
                  <a:schemeClr val="accent1">
                    <a:lumMod val="5000"/>
                    <a:lumOff val="95000"/>
                    <a:alpha val="0"/>
                  </a:schemeClr>
                </a:gs>
                <a:gs pos="65000">
                  <a:srgbClr val="CCCDCE">
                    <a:alpha val="40000"/>
                  </a:srgbClr>
                </a:gs>
                <a:gs pos="100000">
                  <a:schemeClr val="bg1">
                    <a:lumMod val="75000"/>
                  </a:schemeClr>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a:ea typeface="阿里巴巴普惠体 Medium"/>
                <a:cs typeface="阿里巴巴普惠体 Medium"/>
                <a:sym typeface="Arial" panose="020B0604020202020204"/>
              </a:endParaRPr>
            </a:p>
          </p:txBody>
        </p:sp>
        <p:sp>
          <p:nvSpPr>
            <p:cNvPr id="4" name="椭圆 3"/>
            <p:cNvSpPr/>
            <p:nvPr/>
          </p:nvSpPr>
          <p:spPr>
            <a:xfrm>
              <a:off x="1198024" y="1639331"/>
              <a:ext cx="657922" cy="657922"/>
            </a:xfrm>
            <a:prstGeom prst="ellipse">
              <a:avLst/>
            </a:prstGeom>
            <a:solidFill>
              <a:srgbClr val="C733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阿里巴巴普惠体 Medium"/>
                <a:cs typeface="阿里巴巴普惠体 Medium"/>
                <a:sym typeface="Arial" panose="020B0604020202020204"/>
              </a:endParaRPr>
            </a:p>
          </p:txBody>
        </p:sp>
        <p:sp>
          <p:nvSpPr>
            <p:cNvPr id="5" name="文本框 4"/>
            <p:cNvSpPr txBox="1"/>
            <p:nvPr/>
          </p:nvSpPr>
          <p:spPr>
            <a:xfrm>
              <a:off x="1097001" y="1670712"/>
              <a:ext cx="859967" cy="584775"/>
            </a:xfrm>
            <a:prstGeom prst="rect">
              <a:avLst/>
            </a:prstGeom>
            <a:noFill/>
          </p:spPr>
          <p:txBody>
            <a:bodyPr wrap="square" rtlCol="0">
              <a:spAutoFit/>
            </a:bodyPr>
            <a:lstStyle/>
            <a:p>
              <a:pPr algn="ctr"/>
              <a:r>
                <a:rPr lang="en-US" altLang="zh-CN" sz="3200" dirty="0">
                  <a:solidFill>
                    <a:schemeClr val="bg1"/>
                  </a:solidFill>
                  <a:latin typeface="Arial" panose="020B0604020202020204"/>
                  <a:ea typeface="阿里巴巴普惠体 Medium"/>
                  <a:cs typeface="阿里巴巴普惠体 Medium"/>
                  <a:sym typeface="Arial" panose="020B0604020202020204"/>
                </a:rPr>
                <a:t>A</a:t>
              </a:r>
              <a:endParaRPr lang="zh-CN" altLang="en-US" sz="3200" dirty="0">
                <a:solidFill>
                  <a:schemeClr val="bg1"/>
                </a:solidFill>
                <a:latin typeface="Arial" panose="020B0604020202020204"/>
                <a:ea typeface="阿里巴巴普惠体 Medium"/>
                <a:cs typeface="阿里巴巴普惠体 Medium"/>
                <a:sym typeface="Arial" panose="020B0604020202020204"/>
              </a:endParaRPr>
            </a:p>
          </p:txBody>
        </p:sp>
      </p:grpSp>
      <p:grpSp>
        <p:nvGrpSpPr>
          <p:cNvPr id="6" name="组合 5"/>
          <p:cNvGrpSpPr/>
          <p:nvPr/>
        </p:nvGrpSpPr>
        <p:grpSpPr>
          <a:xfrm>
            <a:off x="4747533" y="1760453"/>
            <a:ext cx="1296257" cy="1072509"/>
            <a:chOff x="4747532" y="1625612"/>
            <a:chExt cx="1296257" cy="1072509"/>
          </a:xfrm>
        </p:grpSpPr>
        <p:sp>
          <p:nvSpPr>
            <p:cNvPr id="7" name="任意多边形: 形状 6"/>
            <p:cNvSpPr/>
            <p:nvPr/>
          </p:nvSpPr>
          <p:spPr>
            <a:xfrm rot="21007033">
              <a:off x="4969166" y="1625612"/>
              <a:ext cx="1074623" cy="1072509"/>
            </a:xfrm>
            <a:custGeom>
              <a:avLst/>
              <a:gdLst>
                <a:gd name="connsiteX0" fmla="*/ 0 w 1276350"/>
                <a:gd name="connsiteY0" fmla="*/ 552450 h 1181100"/>
                <a:gd name="connsiteX1" fmla="*/ 476250 w 1276350"/>
                <a:gd name="connsiteY1" fmla="*/ 0 h 1181100"/>
                <a:gd name="connsiteX2" fmla="*/ 1276350 w 1276350"/>
                <a:gd name="connsiteY2" fmla="*/ 723900 h 1181100"/>
                <a:gd name="connsiteX3" fmla="*/ 800100 w 1276350"/>
                <a:gd name="connsiteY3" fmla="*/ 1181100 h 1181100"/>
                <a:gd name="connsiteX4" fmla="*/ 0 w 1276350"/>
                <a:gd name="connsiteY4" fmla="*/ 552450 h 1181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6350" h="1181100">
                  <a:moveTo>
                    <a:pt x="0" y="552450"/>
                  </a:moveTo>
                  <a:lnTo>
                    <a:pt x="476250" y="0"/>
                  </a:lnTo>
                  <a:lnTo>
                    <a:pt x="1276350" y="723900"/>
                  </a:lnTo>
                  <a:lnTo>
                    <a:pt x="800100" y="1181100"/>
                  </a:lnTo>
                  <a:lnTo>
                    <a:pt x="0" y="552450"/>
                  </a:lnTo>
                  <a:close/>
                </a:path>
              </a:pathLst>
            </a:custGeom>
            <a:gradFill>
              <a:gsLst>
                <a:gs pos="0">
                  <a:schemeClr val="accent1">
                    <a:lumMod val="5000"/>
                    <a:lumOff val="95000"/>
                    <a:alpha val="0"/>
                  </a:schemeClr>
                </a:gs>
                <a:gs pos="65000">
                  <a:srgbClr val="CCCDCE">
                    <a:alpha val="40000"/>
                  </a:srgbClr>
                </a:gs>
                <a:gs pos="100000">
                  <a:schemeClr val="bg1">
                    <a:lumMod val="75000"/>
                  </a:schemeClr>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a:ea typeface="阿里巴巴普惠体 Medium"/>
                <a:cs typeface="阿里巴巴普惠体 Medium"/>
                <a:sym typeface="Arial" panose="020B0604020202020204"/>
              </a:endParaRPr>
            </a:p>
          </p:txBody>
        </p:sp>
        <p:sp>
          <p:nvSpPr>
            <p:cNvPr id="8" name="椭圆 7"/>
            <p:cNvSpPr/>
            <p:nvPr/>
          </p:nvSpPr>
          <p:spPr>
            <a:xfrm>
              <a:off x="4848556" y="1639331"/>
              <a:ext cx="657922" cy="657922"/>
            </a:xfrm>
            <a:prstGeom prst="ellipse">
              <a:avLst/>
            </a:prstGeom>
            <a:solidFill>
              <a:srgbClr val="C733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阿里巴巴普惠体 Medium"/>
                <a:cs typeface="阿里巴巴普惠体 Medium"/>
                <a:sym typeface="Arial" panose="020B0604020202020204"/>
              </a:endParaRPr>
            </a:p>
          </p:txBody>
        </p:sp>
        <p:sp>
          <p:nvSpPr>
            <p:cNvPr id="14" name="文本框 13"/>
            <p:cNvSpPr txBox="1"/>
            <p:nvPr/>
          </p:nvSpPr>
          <p:spPr>
            <a:xfrm>
              <a:off x="4747532" y="1671340"/>
              <a:ext cx="859967" cy="584775"/>
            </a:xfrm>
            <a:prstGeom prst="rect">
              <a:avLst/>
            </a:prstGeom>
            <a:noFill/>
          </p:spPr>
          <p:txBody>
            <a:bodyPr wrap="square" rtlCol="0">
              <a:spAutoFit/>
            </a:bodyPr>
            <a:lstStyle/>
            <a:p>
              <a:pPr algn="ctr"/>
              <a:r>
                <a:rPr lang="en-US" altLang="zh-CN" sz="3200" dirty="0">
                  <a:solidFill>
                    <a:schemeClr val="bg1"/>
                  </a:solidFill>
                  <a:latin typeface="Arial" panose="020B0604020202020204"/>
                  <a:ea typeface="阿里巴巴普惠体 Medium"/>
                  <a:cs typeface="阿里巴巴普惠体 Medium"/>
                  <a:sym typeface="Arial" panose="020B0604020202020204"/>
                </a:rPr>
                <a:t>B</a:t>
              </a:r>
              <a:endParaRPr lang="zh-CN" altLang="en-US" sz="3200" dirty="0">
                <a:solidFill>
                  <a:schemeClr val="bg1"/>
                </a:solidFill>
                <a:latin typeface="Arial" panose="020B0604020202020204"/>
                <a:ea typeface="阿里巴巴普惠体 Medium"/>
                <a:cs typeface="阿里巴巴普惠体 Medium"/>
                <a:sym typeface="Arial" panose="020B0604020202020204"/>
              </a:endParaRPr>
            </a:p>
          </p:txBody>
        </p:sp>
      </p:grpSp>
      <p:grpSp>
        <p:nvGrpSpPr>
          <p:cNvPr id="15" name="组合 14"/>
          <p:cNvGrpSpPr/>
          <p:nvPr/>
        </p:nvGrpSpPr>
        <p:grpSpPr>
          <a:xfrm>
            <a:off x="8398065" y="1744938"/>
            <a:ext cx="1296256" cy="1072509"/>
            <a:chOff x="8398065" y="1610097"/>
            <a:chExt cx="1296256" cy="1072509"/>
          </a:xfrm>
        </p:grpSpPr>
        <p:sp>
          <p:nvSpPr>
            <p:cNvPr id="16" name="任意多边形: 形状 15"/>
            <p:cNvSpPr/>
            <p:nvPr/>
          </p:nvSpPr>
          <p:spPr>
            <a:xfrm rot="21007033">
              <a:off x="8619698" y="1610097"/>
              <a:ext cx="1074623" cy="1072509"/>
            </a:xfrm>
            <a:custGeom>
              <a:avLst/>
              <a:gdLst>
                <a:gd name="connsiteX0" fmla="*/ 0 w 1276350"/>
                <a:gd name="connsiteY0" fmla="*/ 552450 h 1181100"/>
                <a:gd name="connsiteX1" fmla="*/ 476250 w 1276350"/>
                <a:gd name="connsiteY1" fmla="*/ 0 h 1181100"/>
                <a:gd name="connsiteX2" fmla="*/ 1276350 w 1276350"/>
                <a:gd name="connsiteY2" fmla="*/ 723900 h 1181100"/>
                <a:gd name="connsiteX3" fmla="*/ 800100 w 1276350"/>
                <a:gd name="connsiteY3" fmla="*/ 1181100 h 1181100"/>
                <a:gd name="connsiteX4" fmla="*/ 0 w 1276350"/>
                <a:gd name="connsiteY4" fmla="*/ 552450 h 1181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6350" h="1181100">
                  <a:moveTo>
                    <a:pt x="0" y="552450"/>
                  </a:moveTo>
                  <a:lnTo>
                    <a:pt x="476250" y="0"/>
                  </a:lnTo>
                  <a:lnTo>
                    <a:pt x="1276350" y="723900"/>
                  </a:lnTo>
                  <a:lnTo>
                    <a:pt x="800100" y="1181100"/>
                  </a:lnTo>
                  <a:lnTo>
                    <a:pt x="0" y="552450"/>
                  </a:lnTo>
                  <a:close/>
                </a:path>
              </a:pathLst>
            </a:custGeom>
            <a:gradFill>
              <a:gsLst>
                <a:gs pos="0">
                  <a:schemeClr val="accent1">
                    <a:lumMod val="5000"/>
                    <a:lumOff val="95000"/>
                    <a:alpha val="0"/>
                  </a:schemeClr>
                </a:gs>
                <a:gs pos="65000">
                  <a:srgbClr val="CCCDCE">
                    <a:alpha val="40000"/>
                  </a:srgbClr>
                </a:gs>
                <a:gs pos="100000">
                  <a:schemeClr val="bg1">
                    <a:lumMod val="75000"/>
                  </a:schemeClr>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a:ea typeface="阿里巴巴普惠体 Medium"/>
                <a:cs typeface="阿里巴巴普惠体 Medium"/>
                <a:sym typeface="Arial" panose="020B0604020202020204"/>
              </a:endParaRPr>
            </a:p>
          </p:txBody>
        </p:sp>
        <p:sp>
          <p:nvSpPr>
            <p:cNvPr id="17" name="椭圆 16"/>
            <p:cNvSpPr/>
            <p:nvPr/>
          </p:nvSpPr>
          <p:spPr>
            <a:xfrm>
              <a:off x="8499088" y="1639331"/>
              <a:ext cx="657922" cy="657922"/>
            </a:xfrm>
            <a:prstGeom prst="ellipse">
              <a:avLst/>
            </a:prstGeom>
            <a:solidFill>
              <a:srgbClr val="C733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阿里巴巴普惠体 Medium"/>
                <a:cs typeface="阿里巴巴普惠体 Medium"/>
                <a:sym typeface="Arial" panose="020B0604020202020204"/>
              </a:endParaRPr>
            </a:p>
          </p:txBody>
        </p:sp>
        <p:sp>
          <p:nvSpPr>
            <p:cNvPr id="18" name="文本框 17"/>
            <p:cNvSpPr txBox="1"/>
            <p:nvPr/>
          </p:nvSpPr>
          <p:spPr>
            <a:xfrm>
              <a:off x="8398065" y="1671619"/>
              <a:ext cx="859967" cy="584775"/>
            </a:xfrm>
            <a:prstGeom prst="rect">
              <a:avLst/>
            </a:prstGeom>
            <a:noFill/>
          </p:spPr>
          <p:txBody>
            <a:bodyPr wrap="square" rtlCol="0">
              <a:spAutoFit/>
            </a:bodyPr>
            <a:lstStyle/>
            <a:p>
              <a:pPr algn="ctr"/>
              <a:r>
                <a:rPr lang="en-US" altLang="zh-CN" sz="3200" dirty="0">
                  <a:solidFill>
                    <a:schemeClr val="bg1"/>
                  </a:solidFill>
                  <a:latin typeface="Arial" panose="020B0604020202020204"/>
                  <a:ea typeface="阿里巴巴普惠体 Medium"/>
                  <a:cs typeface="阿里巴巴普惠体 Medium"/>
                  <a:sym typeface="Arial" panose="020B0604020202020204"/>
                </a:rPr>
                <a:t>C</a:t>
              </a:r>
              <a:endParaRPr lang="zh-CN" altLang="en-US" sz="3200" dirty="0">
                <a:solidFill>
                  <a:schemeClr val="bg1"/>
                </a:solidFill>
                <a:latin typeface="Arial" panose="020B0604020202020204"/>
                <a:ea typeface="阿里巴巴普惠体 Medium"/>
                <a:cs typeface="阿里巴巴普惠体 Medium"/>
                <a:sym typeface="Arial" panose="020B0604020202020204"/>
              </a:endParaRPr>
            </a:p>
          </p:txBody>
        </p:sp>
      </p:grpSp>
      <p:grpSp>
        <p:nvGrpSpPr>
          <p:cNvPr id="19" name="组合 18"/>
          <p:cNvGrpSpPr/>
          <p:nvPr/>
        </p:nvGrpSpPr>
        <p:grpSpPr>
          <a:xfrm>
            <a:off x="1097001" y="4106946"/>
            <a:ext cx="1296256" cy="1072509"/>
            <a:chOff x="1097001" y="3972105"/>
            <a:chExt cx="1296256" cy="1072509"/>
          </a:xfrm>
        </p:grpSpPr>
        <p:sp>
          <p:nvSpPr>
            <p:cNvPr id="20" name="任意多边形: 形状 19"/>
            <p:cNvSpPr/>
            <p:nvPr/>
          </p:nvSpPr>
          <p:spPr>
            <a:xfrm rot="21007033">
              <a:off x="1318634" y="3972105"/>
              <a:ext cx="1074623" cy="1072509"/>
            </a:xfrm>
            <a:custGeom>
              <a:avLst/>
              <a:gdLst>
                <a:gd name="connsiteX0" fmla="*/ 0 w 1276350"/>
                <a:gd name="connsiteY0" fmla="*/ 552450 h 1181100"/>
                <a:gd name="connsiteX1" fmla="*/ 476250 w 1276350"/>
                <a:gd name="connsiteY1" fmla="*/ 0 h 1181100"/>
                <a:gd name="connsiteX2" fmla="*/ 1276350 w 1276350"/>
                <a:gd name="connsiteY2" fmla="*/ 723900 h 1181100"/>
                <a:gd name="connsiteX3" fmla="*/ 800100 w 1276350"/>
                <a:gd name="connsiteY3" fmla="*/ 1181100 h 1181100"/>
                <a:gd name="connsiteX4" fmla="*/ 0 w 1276350"/>
                <a:gd name="connsiteY4" fmla="*/ 552450 h 1181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6350" h="1181100">
                  <a:moveTo>
                    <a:pt x="0" y="552450"/>
                  </a:moveTo>
                  <a:lnTo>
                    <a:pt x="476250" y="0"/>
                  </a:lnTo>
                  <a:lnTo>
                    <a:pt x="1276350" y="723900"/>
                  </a:lnTo>
                  <a:lnTo>
                    <a:pt x="800100" y="1181100"/>
                  </a:lnTo>
                  <a:lnTo>
                    <a:pt x="0" y="552450"/>
                  </a:lnTo>
                  <a:close/>
                </a:path>
              </a:pathLst>
            </a:custGeom>
            <a:gradFill>
              <a:gsLst>
                <a:gs pos="0">
                  <a:schemeClr val="accent1">
                    <a:lumMod val="5000"/>
                    <a:lumOff val="95000"/>
                    <a:alpha val="0"/>
                  </a:schemeClr>
                </a:gs>
                <a:gs pos="65000">
                  <a:srgbClr val="CCCDCE">
                    <a:alpha val="40000"/>
                  </a:srgbClr>
                </a:gs>
                <a:gs pos="100000">
                  <a:schemeClr val="bg1">
                    <a:lumMod val="75000"/>
                  </a:schemeClr>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a:ea typeface="阿里巴巴普惠体 Medium"/>
                <a:cs typeface="阿里巴巴普惠体 Medium"/>
                <a:sym typeface="Arial" panose="020B0604020202020204"/>
              </a:endParaRPr>
            </a:p>
          </p:txBody>
        </p:sp>
        <p:sp>
          <p:nvSpPr>
            <p:cNvPr id="21" name="椭圆 20"/>
            <p:cNvSpPr/>
            <p:nvPr/>
          </p:nvSpPr>
          <p:spPr>
            <a:xfrm>
              <a:off x="1198024" y="3988831"/>
              <a:ext cx="657922" cy="657922"/>
            </a:xfrm>
            <a:prstGeom prst="ellipse">
              <a:avLst/>
            </a:prstGeom>
            <a:solidFill>
              <a:srgbClr val="C733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阿里巴巴普惠体 Medium"/>
                <a:cs typeface="阿里巴巴普惠体 Medium"/>
                <a:sym typeface="Arial" panose="020B0604020202020204"/>
              </a:endParaRPr>
            </a:p>
          </p:txBody>
        </p:sp>
        <p:sp>
          <p:nvSpPr>
            <p:cNvPr id="22" name="文本框 21"/>
            <p:cNvSpPr txBox="1"/>
            <p:nvPr/>
          </p:nvSpPr>
          <p:spPr>
            <a:xfrm>
              <a:off x="1097001" y="4025404"/>
              <a:ext cx="859967" cy="584775"/>
            </a:xfrm>
            <a:prstGeom prst="rect">
              <a:avLst/>
            </a:prstGeom>
            <a:noFill/>
          </p:spPr>
          <p:txBody>
            <a:bodyPr wrap="square" rtlCol="0">
              <a:spAutoFit/>
            </a:bodyPr>
            <a:lstStyle/>
            <a:p>
              <a:pPr algn="ctr"/>
              <a:r>
                <a:rPr lang="en-US" altLang="zh-CN" sz="3200" dirty="0">
                  <a:solidFill>
                    <a:schemeClr val="bg1"/>
                  </a:solidFill>
                  <a:latin typeface="Arial" panose="020B0604020202020204"/>
                  <a:ea typeface="阿里巴巴普惠体 Medium"/>
                  <a:cs typeface="阿里巴巴普惠体 Medium"/>
                  <a:sym typeface="Arial" panose="020B0604020202020204"/>
                </a:rPr>
                <a:t>D</a:t>
              </a:r>
              <a:endParaRPr lang="zh-CN" altLang="en-US" sz="3200" dirty="0">
                <a:solidFill>
                  <a:schemeClr val="bg1"/>
                </a:solidFill>
                <a:latin typeface="Arial" panose="020B0604020202020204"/>
                <a:ea typeface="阿里巴巴普惠体 Medium"/>
                <a:cs typeface="阿里巴巴普惠体 Medium"/>
                <a:sym typeface="Arial" panose="020B0604020202020204"/>
              </a:endParaRPr>
            </a:p>
          </p:txBody>
        </p:sp>
      </p:grpSp>
      <p:grpSp>
        <p:nvGrpSpPr>
          <p:cNvPr id="23" name="组合 22"/>
          <p:cNvGrpSpPr/>
          <p:nvPr/>
        </p:nvGrpSpPr>
        <p:grpSpPr>
          <a:xfrm>
            <a:off x="4747533" y="4106946"/>
            <a:ext cx="1296256" cy="1072509"/>
            <a:chOff x="4747533" y="3972105"/>
            <a:chExt cx="1296256" cy="1072509"/>
          </a:xfrm>
        </p:grpSpPr>
        <p:sp>
          <p:nvSpPr>
            <p:cNvPr id="24" name="任意多边形: 形状 23"/>
            <p:cNvSpPr/>
            <p:nvPr/>
          </p:nvSpPr>
          <p:spPr>
            <a:xfrm rot="21007033">
              <a:off x="4969166" y="3972105"/>
              <a:ext cx="1074623" cy="1072509"/>
            </a:xfrm>
            <a:custGeom>
              <a:avLst/>
              <a:gdLst>
                <a:gd name="connsiteX0" fmla="*/ 0 w 1276350"/>
                <a:gd name="connsiteY0" fmla="*/ 552450 h 1181100"/>
                <a:gd name="connsiteX1" fmla="*/ 476250 w 1276350"/>
                <a:gd name="connsiteY1" fmla="*/ 0 h 1181100"/>
                <a:gd name="connsiteX2" fmla="*/ 1276350 w 1276350"/>
                <a:gd name="connsiteY2" fmla="*/ 723900 h 1181100"/>
                <a:gd name="connsiteX3" fmla="*/ 800100 w 1276350"/>
                <a:gd name="connsiteY3" fmla="*/ 1181100 h 1181100"/>
                <a:gd name="connsiteX4" fmla="*/ 0 w 1276350"/>
                <a:gd name="connsiteY4" fmla="*/ 552450 h 1181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6350" h="1181100">
                  <a:moveTo>
                    <a:pt x="0" y="552450"/>
                  </a:moveTo>
                  <a:lnTo>
                    <a:pt x="476250" y="0"/>
                  </a:lnTo>
                  <a:lnTo>
                    <a:pt x="1276350" y="723900"/>
                  </a:lnTo>
                  <a:lnTo>
                    <a:pt x="800100" y="1181100"/>
                  </a:lnTo>
                  <a:lnTo>
                    <a:pt x="0" y="552450"/>
                  </a:lnTo>
                  <a:close/>
                </a:path>
              </a:pathLst>
            </a:custGeom>
            <a:gradFill>
              <a:gsLst>
                <a:gs pos="0">
                  <a:schemeClr val="accent1">
                    <a:lumMod val="5000"/>
                    <a:lumOff val="95000"/>
                    <a:alpha val="0"/>
                  </a:schemeClr>
                </a:gs>
                <a:gs pos="65000">
                  <a:srgbClr val="CCCDCE">
                    <a:alpha val="40000"/>
                  </a:srgbClr>
                </a:gs>
                <a:gs pos="100000">
                  <a:schemeClr val="bg1">
                    <a:lumMod val="75000"/>
                  </a:schemeClr>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a:ea typeface="阿里巴巴普惠体 Medium"/>
                <a:cs typeface="阿里巴巴普惠体 Medium"/>
                <a:sym typeface="Arial" panose="020B0604020202020204"/>
              </a:endParaRPr>
            </a:p>
          </p:txBody>
        </p:sp>
        <p:sp>
          <p:nvSpPr>
            <p:cNvPr id="25" name="椭圆 24"/>
            <p:cNvSpPr/>
            <p:nvPr/>
          </p:nvSpPr>
          <p:spPr>
            <a:xfrm>
              <a:off x="4848556" y="3988831"/>
              <a:ext cx="657922" cy="657922"/>
            </a:xfrm>
            <a:prstGeom prst="ellipse">
              <a:avLst/>
            </a:prstGeom>
            <a:solidFill>
              <a:srgbClr val="C733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阿里巴巴普惠体 Medium"/>
                <a:cs typeface="阿里巴巴普惠体 Medium"/>
                <a:sym typeface="Arial" panose="020B0604020202020204"/>
              </a:endParaRPr>
            </a:p>
          </p:txBody>
        </p:sp>
        <p:sp>
          <p:nvSpPr>
            <p:cNvPr id="26" name="文本框 25"/>
            <p:cNvSpPr txBox="1"/>
            <p:nvPr/>
          </p:nvSpPr>
          <p:spPr>
            <a:xfrm>
              <a:off x="4747533" y="4012208"/>
              <a:ext cx="859967" cy="584775"/>
            </a:xfrm>
            <a:prstGeom prst="rect">
              <a:avLst/>
            </a:prstGeom>
            <a:noFill/>
          </p:spPr>
          <p:txBody>
            <a:bodyPr wrap="square" rtlCol="0">
              <a:spAutoFit/>
            </a:bodyPr>
            <a:lstStyle/>
            <a:p>
              <a:pPr algn="ctr"/>
              <a:r>
                <a:rPr lang="en-US" altLang="zh-CN" sz="3200" dirty="0">
                  <a:solidFill>
                    <a:schemeClr val="bg1"/>
                  </a:solidFill>
                  <a:latin typeface="Arial" panose="020B0604020202020204"/>
                  <a:ea typeface="阿里巴巴普惠体 Medium"/>
                  <a:cs typeface="阿里巴巴普惠体 Medium"/>
                  <a:sym typeface="Arial" panose="020B0604020202020204"/>
                </a:rPr>
                <a:t>E</a:t>
              </a:r>
              <a:endParaRPr lang="zh-CN" altLang="en-US" sz="3200" dirty="0">
                <a:solidFill>
                  <a:schemeClr val="bg1"/>
                </a:solidFill>
                <a:latin typeface="Arial" panose="020B0604020202020204"/>
                <a:ea typeface="阿里巴巴普惠体 Medium"/>
                <a:cs typeface="阿里巴巴普惠体 Medium"/>
                <a:sym typeface="Arial" panose="020B0604020202020204"/>
              </a:endParaRPr>
            </a:p>
          </p:txBody>
        </p:sp>
      </p:grpSp>
      <p:grpSp>
        <p:nvGrpSpPr>
          <p:cNvPr id="27" name="组合 26"/>
          <p:cNvGrpSpPr/>
          <p:nvPr/>
        </p:nvGrpSpPr>
        <p:grpSpPr>
          <a:xfrm>
            <a:off x="8398065" y="4106945"/>
            <a:ext cx="1296257" cy="1072509"/>
            <a:chOff x="8398064" y="3972104"/>
            <a:chExt cx="1296257" cy="1072509"/>
          </a:xfrm>
        </p:grpSpPr>
        <p:sp>
          <p:nvSpPr>
            <p:cNvPr id="28" name="任意多边形: 形状 27"/>
            <p:cNvSpPr/>
            <p:nvPr/>
          </p:nvSpPr>
          <p:spPr>
            <a:xfrm rot="21007033">
              <a:off x="8619698" y="3972104"/>
              <a:ext cx="1074623" cy="1072509"/>
            </a:xfrm>
            <a:custGeom>
              <a:avLst/>
              <a:gdLst>
                <a:gd name="connsiteX0" fmla="*/ 0 w 1276350"/>
                <a:gd name="connsiteY0" fmla="*/ 552450 h 1181100"/>
                <a:gd name="connsiteX1" fmla="*/ 476250 w 1276350"/>
                <a:gd name="connsiteY1" fmla="*/ 0 h 1181100"/>
                <a:gd name="connsiteX2" fmla="*/ 1276350 w 1276350"/>
                <a:gd name="connsiteY2" fmla="*/ 723900 h 1181100"/>
                <a:gd name="connsiteX3" fmla="*/ 800100 w 1276350"/>
                <a:gd name="connsiteY3" fmla="*/ 1181100 h 1181100"/>
                <a:gd name="connsiteX4" fmla="*/ 0 w 1276350"/>
                <a:gd name="connsiteY4" fmla="*/ 552450 h 1181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6350" h="1181100">
                  <a:moveTo>
                    <a:pt x="0" y="552450"/>
                  </a:moveTo>
                  <a:lnTo>
                    <a:pt x="476250" y="0"/>
                  </a:lnTo>
                  <a:lnTo>
                    <a:pt x="1276350" y="723900"/>
                  </a:lnTo>
                  <a:lnTo>
                    <a:pt x="800100" y="1181100"/>
                  </a:lnTo>
                  <a:lnTo>
                    <a:pt x="0" y="552450"/>
                  </a:lnTo>
                  <a:close/>
                </a:path>
              </a:pathLst>
            </a:custGeom>
            <a:gradFill>
              <a:gsLst>
                <a:gs pos="0">
                  <a:schemeClr val="accent1">
                    <a:lumMod val="5000"/>
                    <a:lumOff val="95000"/>
                    <a:alpha val="0"/>
                  </a:schemeClr>
                </a:gs>
                <a:gs pos="65000">
                  <a:srgbClr val="CCCDCE">
                    <a:alpha val="40000"/>
                  </a:srgbClr>
                </a:gs>
                <a:gs pos="100000">
                  <a:schemeClr val="bg1">
                    <a:lumMod val="75000"/>
                  </a:schemeClr>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a:ea typeface="阿里巴巴普惠体 Medium"/>
                <a:cs typeface="阿里巴巴普惠体 Medium"/>
                <a:sym typeface="Arial" panose="020B0604020202020204"/>
              </a:endParaRPr>
            </a:p>
          </p:txBody>
        </p:sp>
        <p:sp>
          <p:nvSpPr>
            <p:cNvPr id="29" name="椭圆 28"/>
            <p:cNvSpPr/>
            <p:nvPr/>
          </p:nvSpPr>
          <p:spPr>
            <a:xfrm>
              <a:off x="8499088" y="3988831"/>
              <a:ext cx="657922" cy="657922"/>
            </a:xfrm>
            <a:prstGeom prst="ellipse">
              <a:avLst/>
            </a:prstGeom>
            <a:solidFill>
              <a:srgbClr val="C733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阿里巴巴普惠体 Medium"/>
                <a:cs typeface="阿里巴巴普惠体 Medium"/>
                <a:sym typeface="Arial" panose="020B0604020202020204"/>
              </a:endParaRPr>
            </a:p>
          </p:txBody>
        </p:sp>
        <p:sp>
          <p:nvSpPr>
            <p:cNvPr id="30" name="文本框 29"/>
            <p:cNvSpPr txBox="1"/>
            <p:nvPr/>
          </p:nvSpPr>
          <p:spPr>
            <a:xfrm>
              <a:off x="8398064" y="4025404"/>
              <a:ext cx="859967" cy="584775"/>
            </a:xfrm>
            <a:prstGeom prst="rect">
              <a:avLst/>
            </a:prstGeom>
            <a:noFill/>
          </p:spPr>
          <p:txBody>
            <a:bodyPr wrap="square" rtlCol="0">
              <a:spAutoFit/>
            </a:bodyPr>
            <a:lstStyle/>
            <a:p>
              <a:pPr algn="ctr"/>
              <a:r>
                <a:rPr lang="en-US" altLang="zh-CN" sz="3200" dirty="0">
                  <a:solidFill>
                    <a:schemeClr val="bg1"/>
                  </a:solidFill>
                  <a:latin typeface="Arial" panose="020B0604020202020204"/>
                  <a:ea typeface="阿里巴巴普惠体 Medium"/>
                  <a:cs typeface="阿里巴巴普惠体 Medium"/>
                  <a:sym typeface="Arial" panose="020B0604020202020204"/>
                </a:rPr>
                <a:t>F</a:t>
              </a:r>
              <a:endParaRPr lang="zh-CN" altLang="en-US" sz="3200" dirty="0">
                <a:solidFill>
                  <a:schemeClr val="bg1"/>
                </a:solidFill>
                <a:latin typeface="Arial" panose="020B0604020202020204"/>
                <a:ea typeface="阿里巴巴普惠体 Medium"/>
                <a:cs typeface="阿里巴巴普惠体 Medium"/>
                <a:sym typeface="Arial" panose="020B0604020202020204"/>
              </a:endParaRPr>
            </a:p>
          </p:txBody>
        </p:sp>
      </p:grpSp>
      <p:sp>
        <p:nvSpPr>
          <p:cNvPr id="31" name="文本框 30"/>
          <p:cNvSpPr txBox="1"/>
          <p:nvPr/>
        </p:nvSpPr>
        <p:spPr>
          <a:xfrm>
            <a:off x="1294282" y="2972832"/>
            <a:ext cx="2928804" cy="553998"/>
          </a:xfrm>
          <a:prstGeom prst="rect">
            <a:avLst/>
          </a:prstGeom>
          <a:noFill/>
        </p:spPr>
        <p:txBody>
          <a:bodyPr wrap="square" rtlCol="0">
            <a:spAutoFit/>
          </a:bodyPr>
          <a:lstStyle/>
          <a:p>
            <a:pPr>
              <a:lnSpc>
                <a:spcPts val="1800"/>
              </a:lnSpc>
            </a:pPr>
            <a:r>
              <a:rPr lang="zh-CN" altLang="en-US" sz="1400" dirty="0">
                <a:solidFill>
                  <a:schemeClr val="tx1">
                    <a:lumMod val="85000"/>
                    <a:lumOff val="15000"/>
                  </a:schemeClr>
                </a:solidFill>
                <a:latin typeface="Arial" panose="020B0604020202020204"/>
                <a:ea typeface="阿里巴巴普惠体 Medium"/>
                <a:cs typeface="阿里巴巴普惠体 Medium"/>
                <a:sym typeface="Arial" panose="020B0604020202020204"/>
              </a:rPr>
              <a:t>单击此处添加标题文字，文字内容要符合要求。</a:t>
            </a:r>
            <a:endParaRPr lang="zh-CN" altLang="en-US" sz="1400" dirty="0">
              <a:solidFill>
                <a:schemeClr val="tx1">
                  <a:lumMod val="85000"/>
                  <a:lumOff val="15000"/>
                </a:schemeClr>
              </a:solidFill>
              <a:latin typeface="Arial" panose="020B0604020202020204"/>
              <a:ea typeface="阿里巴巴普惠体 Medium"/>
              <a:cs typeface="阿里巴巴普惠体 Medium"/>
              <a:sym typeface="Arial" panose="020B0604020202020204"/>
            </a:endParaRPr>
          </a:p>
        </p:txBody>
      </p:sp>
      <p:sp>
        <p:nvSpPr>
          <p:cNvPr id="32" name="文本框 31"/>
          <p:cNvSpPr txBox="1"/>
          <p:nvPr/>
        </p:nvSpPr>
        <p:spPr>
          <a:xfrm>
            <a:off x="1265476" y="2517829"/>
            <a:ext cx="1518557" cy="424732"/>
          </a:xfrm>
          <a:prstGeom prst="rect">
            <a:avLst/>
          </a:prstGeom>
          <a:noFill/>
        </p:spPr>
        <p:txBody>
          <a:bodyPr wrap="square" rtlCol="0">
            <a:spAutoFit/>
          </a:bodyPr>
          <a:lstStyle/>
          <a:p>
            <a:pPr>
              <a:lnSpc>
                <a:spcPct val="90000"/>
              </a:lnSpc>
            </a:pPr>
            <a:r>
              <a:rPr lang="zh-CN" altLang="en-US" sz="2400" dirty="0">
                <a:solidFill>
                  <a:prstClr val="black"/>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rPr>
              <a:t>党建赋能</a:t>
            </a:r>
            <a:endParaRPr lang="zh-CN" altLang="en-US" sz="1600" dirty="0">
              <a:latin typeface="Arial" panose="020B0604020202020204"/>
              <a:ea typeface="阿里巴巴普惠体 Medium"/>
              <a:cs typeface="阿里巴巴普惠体 Medium"/>
              <a:sym typeface="Arial" panose="020B0604020202020204"/>
            </a:endParaRPr>
          </a:p>
        </p:txBody>
      </p:sp>
      <p:sp>
        <p:nvSpPr>
          <p:cNvPr id="33" name="文本框 32"/>
          <p:cNvSpPr txBox="1"/>
          <p:nvPr/>
        </p:nvSpPr>
        <p:spPr>
          <a:xfrm>
            <a:off x="4848557" y="2972832"/>
            <a:ext cx="2928804" cy="553998"/>
          </a:xfrm>
          <a:prstGeom prst="rect">
            <a:avLst/>
          </a:prstGeom>
          <a:noFill/>
        </p:spPr>
        <p:txBody>
          <a:bodyPr wrap="square" rtlCol="0">
            <a:spAutoFit/>
          </a:bodyPr>
          <a:lstStyle/>
          <a:p>
            <a:pPr>
              <a:lnSpc>
                <a:spcPts val="1800"/>
              </a:lnSpc>
            </a:pPr>
            <a:r>
              <a:rPr lang="zh-CN" altLang="en-US" sz="1400" dirty="0">
                <a:solidFill>
                  <a:schemeClr val="tx1">
                    <a:lumMod val="85000"/>
                    <a:lumOff val="15000"/>
                  </a:schemeClr>
                </a:solidFill>
                <a:latin typeface="Arial" panose="020B0604020202020204"/>
                <a:ea typeface="阿里巴巴普惠体 Medium"/>
                <a:cs typeface="阿里巴巴普惠体 Medium"/>
                <a:sym typeface="Arial" panose="020B0604020202020204"/>
              </a:rPr>
              <a:t>单击此处添加标题文字，文字内容要符合要求。</a:t>
            </a:r>
            <a:endParaRPr lang="zh-CN" altLang="en-US" sz="1400" dirty="0">
              <a:solidFill>
                <a:schemeClr val="tx1">
                  <a:lumMod val="85000"/>
                  <a:lumOff val="15000"/>
                </a:schemeClr>
              </a:solidFill>
              <a:latin typeface="Arial" panose="020B0604020202020204"/>
              <a:ea typeface="阿里巴巴普惠体 Medium"/>
              <a:cs typeface="阿里巴巴普惠体 Medium"/>
              <a:sym typeface="Arial" panose="020B0604020202020204"/>
            </a:endParaRPr>
          </a:p>
        </p:txBody>
      </p:sp>
      <p:sp>
        <p:nvSpPr>
          <p:cNvPr id="34" name="文本框 33"/>
          <p:cNvSpPr txBox="1"/>
          <p:nvPr/>
        </p:nvSpPr>
        <p:spPr>
          <a:xfrm>
            <a:off x="4832666" y="2547678"/>
            <a:ext cx="1518557" cy="424732"/>
          </a:xfrm>
          <a:prstGeom prst="rect">
            <a:avLst/>
          </a:prstGeom>
          <a:noFill/>
        </p:spPr>
        <p:txBody>
          <a:bodyPr wrap="square" rtlCol="0">
            <a:spAutoFit/>
          </a:bodyPr>
          <a:lstStyle/>
          <a:p>
            <a:pPr>
              <a:lnSpc>
                <a:spcPct val="90000"/>
              </a:lnSpc>
            </a:pPr>
            <a:r>
              <a:rPr lang="zh-CN" altLang="en-US" sz="2400" dirty="0">
                <a:solidFill>
                  <a:prstClr val="black"/>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rPr>
              <a:t>党建赋能</a:t>
            </a:r>
            <a:endParaRPr lang="zh-CN" altLang="en-US" sz="1600" dirty="0">
              <a:latin typeface="Arial" panose="020B0604020202020204"/>
              <a:ea typeface="阿里巴巴普惠体 Medium"/>
              <a:cs typeface="阿里巴巴普惠体 Medium"/>
              <a:sym typeface="Arial" panose="020B0604020202020204"/>
            </a:endParaRPr>
          </a:p>
        </p:txBody>
      </p:sp>
      <p:sp>
        <p:nvSpPr>
          <p:cNvPr id="35" name="文本框 34"/>
          <p:cNvSpPr txBox="1"/>
          <p:nvPr/>
        </p:nvSpPr>
        <p:spPr>
          <a:xfrm>
            <a:off x="8499090" y="2972832"/>
            <a:ext cx="2928804" cy="553998"/>
          </a:xfrm>
          <a:prstGeom prst="rect">
            <a:avLst/>
          </a:prstGeom>
          <a:noFill/>
        </p:spPr>
        <p:txBody>
          <a:bodyPr wrap="square" rtlCol="0">
            <a:spAutoFit/>
          </a:bodyPr>
          <a:lstStyle/>
          <a:p>
            <a:pPr>
              <a:lnSpc>
                <a:spcPts val="1800"/>
              </a:lnSpc>
            </a:pPr>
            <a:r>
              <a:rPr lang="zh-CN" altLang="en-US" sz="1400" dirty="0">
                <a:solidFill>
                  <a:schemeClr val="tx1">
                    <a:lumMod val="85000"/>
                    <a:lumOff val="15000"/>
                  </a:schemeClr>
                </a:solidFill>
                <a:latin typeface="Arial" panose="020B0604020202020204"/>
                <a:ea typeface="阿里巴巴普惠体 Medium"/>
                <a:cs typeface="阿里巴巴普惠体 Medium"/>
                <a:sym typeface="Arial" panose="020B0604020202020204"/>
              </a:rPr>
              <a:t>单击此处添加标题文字，文字内容要符合要求。</a:t>
            </a:r>
            <a:endParaRPr lang="zh-CN" altLang="en-US" sz="1400" dirty="0">
              <a:solidFill>
                <a:schemeClr val="tx1">
                  <a:lumMod val="85000"/>
                  <a:lumOff val="15000"/>
                </a:schemeClr>
              </a:solidFill>
              <a:latin typeface="Arial" panose="020B0604020202020204"/>
              <a:ea typeface="阿里巴巴普惠体 Medium"/>
              <a:cs typeface="阿里巴巴普惠体 Medium"/>
              <a:sym typeface="Arial" panose="020B0604020202020204"/>
            </a:endParaRPr>
          </a:p>
        </p:txBody>
      </p:sp>
      <p:sp>
        <p:nvSpPr>
          <p:cNvPr id="36" name="文本框 35"/>
          <p:cNvSpPr txBox="1"/>
          <p:nvPr/>
        </p:nvSpPr>
        <p:spPr>
          <a:xfrm>
            <a:off x="8494276" y="2530618"/>
            <a:ext cx="1518557" cy="424732"/>
          </a:xfrm>
          <a:prstGeom prst="rect">
            <a:avLst/>
          </a:prstGeom>
          <a:noFill/>
        </p:spPr>
        <p:txBody>
          <a:bodyPr wrap="square" rtlCol="0">
            <a:spAutoFit/>
          </a:bodyPr>
          <a:lstStyle/>
          <a:p>
            <a:pPr>
              <a:lnSpc>
                <a:spcPct val="90000"/>
              </a:lnSpc>
            </a:pPr>
            <a:r>
              <a:rPr lang="zh-CN" altLang="en-US" sz="2400" dirty="0">
                <a:solidFill>
                  <a:prstClr val="black"/>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rPr>
              <a:t>党建赋能</a:t>
            </a:r>
            <a:endParaRPr lang="zh-CN" altLang="en-US" sz="1600" dirty="0">
              <a:latin typeface="Arial" panose="020B0604020202020204"/>
              <a:ea typeface="阿里巴巴普惠体 Medium"/>
              <a:cs typeface="阿里巴巴普惠体 Medium"/>
              <a:sym typeface="Arial" panose="020B0604020202020204"/>
            </a:endParaRPr>
          </a:p>
        </p:txBody>
      </p:sp>
      <p:sp>
        <p:nvSpPr>
          <p:cNvPr id="37" name="文本框 36"/>
          <p:cNvSpPr txBox="1"/>
          <p:nvPr/>
        </p:nvSpPr>
        <p:spPr>
          <a:xfrm>
            <a:off x="1294282" y="5334751"/>
            <a:ext cx="2928804" cy="553998"/>
          </a:xfrm>
          <a:prstGeom prst="rect">
            <a:avLst/>
          </a:prstGeom>
          <a:noFill/>
        </p:spPr>
        <p:txBody>
          <a:bodyPr wrap="square" rtlCol="0">
            <a:spAutoFit/>
          </a:bodyPr>
          <a:lstStyle/>
          <a:p>
            <a:pPr>
              <a:lnSpc>
                <a:spcPts val="1800"/>
              </a:lnSpc>
            </a:pPr>
            <a:r>
              <a:rPr lang="zh-CN" altLang="en-US" sz="1400" dirty="0">
                <a:solidFill>
                  <a:schemeClr val="tx1">
                    <a:lumMod val="85000"/>
                    <a:lumOff val="15000"/>
                  </a:schemeClr>
                </a:solidFill>
                <a:latin typeface="Arial" panose="020B0604020202020204"/>
                <a:ea typeface="阿里巴巴普惠体 Medium"/>
                <a:cs typeface="阿里巴巴普惠体 Medium"/>
                <a:sym typeface="Arial" panose="020B0604020202020204"/>
              </a:rPr>
              <a:t>单击此处添加标题文字，文字内容要符合要求。</a:t>
            </a:r>
            <a:endParaRPr lang="zh-CN" altLang="en-US" sz="1400" dirty="0">
              <a:solidFill>
                <a:schemeClr val="tx1">
                  <a:lumMod val="85000"/>
                  <a:lumOff val="15000"/>
                </a:schemeClr>
              </a:solidFill>
              <a:latin typeface="Arial" panose="020B0604020202020204"/>
              <a:ea typeface="阿里巴巴普惠体 Medium"/>
              <a:cs typeface="阿里巴巴普惠体 Medium"/>
              <a:sym typeface="Arial" panose="020B0604020202020204"/>
            </a:endParaRPr>
          </a:p>
        </p:txBody>
      </p:sp>
      <p:sp>
        <p:nvSpPr>
          <p:cNvPr id="38" name="文本框 37"/>
          <p:cNvSpPr txBox="1"/>
          <p:nvPr/>
        </p:nvSpPr>
        <p:spPr>
          <a:xfrm>
            <a:off x="1294281" y="4901851"/>
            <a:ext cx="1518557" cy="424732"/>
          </a:xfrm>
          <a:prstGeom prst="rect">
            <a:avLst/>
          </a:prstGeom>
          <a:noFill/>
        </p:spPr>
        <p:txBody>
          <a:bodyPr wrap="square" rtlCol="0">
            <a:spAutoFit/>
          </a:bodyPr>
          <a:lstStyle/>
          <a:p>
            <a:pPr>
              <a:lnSpc>
                <a:spcPct val="90000"/>
              </a:lnSpc>
            </a:pPr>
            <a:r>
              <a:rPr lang="zh-CN" altLang="en-US" sz="2400" dirty="0">
                <a:solidFill>
                  <a:prstClr val="black"/>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rPr>
              <a:t>党建赋能</a:t>
            </a:r>
            <a:endParaRPr lang="zh-CN" altLang="en-US" sz="1600" dirty="0">
              <a:latin typeface="Arial" panose="020B0604020202020204"/>
              <a:ea typeface="阿里巴巴普惠体 Medium"/>
              <a:cs typeface="阿里巴巴普惠体 Medium"/>
              <a:sym typeface="Arial" panose="020B0604020202020204"/>
            </a:endParaRPr>
          </a:p>
        </p:txBody>
      </p:sp>
      <p:sp>
        <p:nvSpPr>
          <p:cNvPr id="39" name="文本框 38"/>
          <p:cNvSpPr txBox="1"/>
          <p:nvPr/>
        </p:nvSpPr>
        <p:spPr>
          <a:xfrm>
            <a:off x="4848557" y="5334751"/>
            <a:ext cx="2928804" cy="553998"/>
          </a:xfrm>
          <a:prstGeom prst="rect">
            <a:avLst/>
          </a:prstGeom>
          <a:noFill/>
        </p:spPr>
        <p:txBody>
          <a:bodyPr wrap="square" rtlCol="0">
            <a:spAutoFit/>
          </a:bodyPr>
          <a:lstStyle/>
          <a:p>
            <a:pPr>
              <a:lnSpc>
                <a:spcPts val="1800"/>
              </a:lnSpc>
            </a:pPr>
            <a:r>
              <a:rPr lang="zh-CN" altLang="en-US" sz="1400" dirty="0">
                <a:solidFill>
                  <a:schemeClr val="tx1">
                    <a:lumMod val="85000"/>
                    <a:lumOff val="15000"/>
                  </a:schemeClr>
                </a:solidFill>
                <a:latin typeface="Arial" panose="020B0604020202020204"/>
                <a:ea typeface="阿里巴巴普惠体 Medium"/>
                <a:cs typeface="阿里巴巴普惠体 Medium"/>
                <a:sym typeface="Arial" panose="020B0604020202020204"/>
              </a:rPr>
              <a:t>单击此处添加标题文字，文字内容要符合要求。</a:t>
            </a:r>
            <a:endParaRPr lang="zh-CN" altLang="en-US" sz="1400" dirty="0">
              <a:solidFill>
                <a:schemeClr val="tx1">
                  <a:lumMod val="85000"/>
                  <a:lumOff val="15000"/>
                </a:schemeClr>
              </a:solidFill>
              <a:latin typeface="Arial" panose="020B0604020202020204"/>
              <a:ea typeface="阿里巴巴普惠体 Medium"/>
              <a:cs typeface="阿里巴巴普惠体 Medium"/>
              <a:sym typeface="Arial" panose="020B0604020202020204"/>
            </a:endParaRPr>
          </a:p>
        </p:txBody>
      </p:sp>
      <p:sp>
        <p:nvSpPr>
          <p:cNvPr id="40" name="文本框 39"/>
          <p:cNvSpPr txBox="1"/>
          <p:nvPr/>
        </p:nvSpPr>
        <p:spPr>
          <a:xfrm>
            <a:off x="4846564" y="4901852"/>
            <a:ext cx="1518557" cy="424732"/>
          </a:xfrm>
          <a:prstGeom prst="rect">
            <a:avLst/>
          </a:prstGeom>
          <a:noFill/>
        </p:spPr>
        <p:txBody>
          <a:bodyPr wrap="square" rtlCol="0">
            <a:spAutoFit/>
          </a:bodyPr>
          <a:lstStyle/>
          <a:p>
            <a:pPr>
              <a:lnSpc>
                <a:spcPct val="90000"/>
              </a:lnSpc>
            </a:pPr>
            <a:r>
              <a:rPr lang="zh-CN" altLang="en-US" sz="2400" dirty="0">
                <a:solidFill>
                  <a:prstClr val="black"/>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rPr>
              <a:t>党建赋能</a:t>
            </a:r>
            <a:endParaRPr lang="zh-CN" altLang="en-US" sz="1600" dirty="0">
              <a:latin typeface="Arial" panose="020B0604020202020204"/>
              <a:ea typeface="阿里巴巴普惠体 Medium"/>
              <a:cs typeface="阿里巴巴普惠体 Medium"/>
              <a:sym typeface="Arial" panose="020B0604020202020204"/>
            </a:endParaRPr>
          </a:p>
        </p:txBody>
      </p:sp>
      <p:sp>
        <p:nvSpPr>
          <p:cNvPr id="41" name="文本框 40"/>
          <p:cNvSpPr txBox="1"/>
          <p:nvPr/>
        </p:nvSpPr>
        <p:spPr>
          <a:xfrm>
            <a:off x="8499090" y="5334751"/>
            <a:ext cx="2928804" cy="553998"/>
          </a:xfrm>
          <a:prstGeom prst="rect">
            <a:avLst/>
          </a:prstGeom>
          <a:noFill/>
        </p:spPr>
        <p:txBody>
          <a:bodyPr wrap="square" rtlCol="0">
            <a:spAutoFit/>
          </a:bodyPr>
          <a:lstStyle/>
          <a:p>
            <a:pPr>
              <a:lnSpc>
                <a:spcPts val="1800"/>
              </a:lnSpc>
            </a:pPr>
            <a:r>
              <a:rPr lang="zh-CN" altLang="en-US" sz="1400" dirty="0">
                <a:solidFill>
                  <a:schemeClr val="tx1">
                    <a:lumMod val="85000"/>
                    <a:lumOff val="15000"/>
                  </a:schemeClr>
                </a:solidFill>
                <a:latin typeface="Arial" panose="020B0604020202020204"/>
                <a:ea typeface="阿里巴巴普惠体 Medium"/>
                <a:cs typeface="阿里巴巴普惠体 Medium"/>
                <a:sym typeface="Arial" panose="020B0604020202020204"/>
              </a:rPr>
              <a:t>单击此处添加标题文字，文字内容要符合要求。</a:t>
            </a:r>
            <a:endParaRPr lang="zh-CN" altLang="en-US" sz="1400" dirty="0">
              <a:solidFill>
                <a:schemeClr val="tx1">
                  <a:lumMod val="85000"/>
                  <a:lumOff val="15000"/>
                </a:schemeClr>
              </a:solidFill>
              <a:latin typeface="Arial" panose="020B0604020202020204"/>
              <a:ea typeface="阿里巴巴普惠体 Medium"/>
              <a:cs typeface="阿里巴巴普惠体 Medium"/>
              <a:sym typeface="Arial" panose="020B0604020202020204"/>
            </a:endParaRPr>
          </a:p>
        </p:txBody>
      </p:sp>
      <p:sp>
        <p:nvSpPr>
          <p:cNvPr id="42" name="文本框 41"/>
          <p:cNvSpPr txBox="1"/>
          <p:nvPr/>
        </p:nvSpPr>
        <p:spPr>
          <a:xfrm>
            <a:off x="8507156" y="4873087"/>
            <a:ext cx="1518557" cy="424732"/>
          </a:xfrm>
          <a:prstGeom prst="rect">
            <a:avLst/>
          </a:prstGeom>
          <a:noFill/>
        </p:spPr>
        <p:txBody>
          <a:bodyPr wrap="square" rtlCol="0">
            <a:spAutoFit/>
          </a:bodyPr>
          <a:lstStyle/>
          <a:p>
            <a:pPr>
              <a:lnSpc>
                <a:spcPct val="90000"/>
              </a:lnSpc>
            </a:pPr>
            <a:r>
              <a:rPr lang="zh-CN" altLang="en-US" sz="2400" dirty="0">
                <a:solidFill>
                  <a:prstClr val="black"/>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rPr>
              <a:t>党建赋能</a:t>
            </a:r>
            <a:endParaRPr lang="zh-CN" altLang="en-US" sz="1600" dirty="0">
              <a:latin typeface="Arial" panose="020B0604020202020204"/>
              <a:ea typeface="阿里巴巴普惠体 Medium"/>
              <a:cs typeface="阿里巴巴普惠体 Medium"/>
              <a:sym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ppt_w</p:attrName>
                                        </p:attrNameLst>
                                      </p:cBhvr>
                                      <p:tavLst>
                                        <p:tav tm="0">
                                          <p:val>
                                            <p:fltVal val="0"/>
                                          </p:val>
                                        </p:tav>
                                        <p:tav tm="100000">
                                          <p:val>
                                            <p:strVal val="#ppt_w"/>
                                          </p:val>
                                        </p:tav>
                                      </p:tavLst>
                                    </p:anim>
                                    <p:anim calcmode="lin" valueType="num">
                                      <p:cBhvr>
                                        <p:cTn id="8" dur="500" fill="hold"/>
                                        <p:tgtEl>
                                          <p:spTgt spid="13"/>
                                        </p:tgtEl>
                                        <p:attrNameLst>
                                          <p:attrName>ppt_h</p:attrName>
                                        </p:attrNameLst>
                                      </p:cBhvr>
                                      <p:tavLst>
                                        <p:tav tm="0">
                                          <p:val>
                                            <p:fltVal val="0"/>
                                          </p:val>
                                        </p:tav>
                                        <p:tav tm="100000">
                                          <p:val>
                                            <p:strVal val="#ppt_h"/>
                                          </p:val>
                                        </p:tav>
                                      </p:tavLst>
                                    </p:anim>
                                    <p:animEffect transition="in" filter="fade">
                                      <p:cBhvr>
                                        <p:cTn id="9" dur="500"/>
                                        <p:tgtEl>
                                          <p:spTgt spid="13"/>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6"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additive="base">
                                        <p:cTn id="14" dur="1000" fill="hold"/>
                                        <p:tgtEl>
                                          <p:spTgt spid="2"/>
                                        </p:tgtEl>
                                        <p:attrNameLst>
                                          <p:attrName>ppt_x</p:attrName>
                                        </p:attrNameLst>
                                      </p:cBhvr>
                                      <p:tavLst>
                                        <p:tav tm="0">
                                          <p:val>
                                            <p:strVal val="1+#ppt_w/2"/>
                                          </p:val>
                                        </p:tav>
                                        <p:tav tm="100000">
                                          <p:val>
                                            <p:strVal val="#ppt_x"/>
                                          </p:val>
                                        </p:tav>
                                      </p:tavLst>
                                    </p:anim>
                                    <p:anim calcmode="lin" valueType="num">
                                      <p:cBhvr additive="base">
                                        <p:cTn id="15" dur="1000" fill="hold"/>
                                        <p:tgtEl>
                                          <p:spTgt spid="2"/>
                                        </p:tgtEl>
                                        <p:attrNameLst>
                                          <p:attrName>ppt_y</p:attrName>
                                        </p:attrNameLst>
                                      </p:cBhvr>
                                      <p:tavLst>
                                        <p:tav tm="0">
                                          <p:val>
                                            <p:strVal val="1+#ppt_h/2"/>
                                          </p:val>
                                        </p:tav>
                                        <p:tav tm="100000">
                                          <p:val>
                                            <p:strVal val="#ppt_y"/>
                                          </p:val>
                                        </p:tav>
                                      </p:tavLst>
                                    </p:anim>
                                  </p:childTnLst>
                                </p:cTn>
                              </p:par>
                              <p:par>
                                <p:cTn id="16" presetID="2" presetClass="entr" presetSubtype="6" fill="hold" nodeType="withEffect">
                                  <p:stCondLst>
                                    <p:cond delay="0"/>
                                  </p:stCondLst>
                                  <p:childTnLst>
                                    <p:set>
                                      <p:cBhvr>
                                        <p:cTn id="17" dur="1" fill="hold">
                                          <p:stCondLst>
                                            <p:cond delay="0"/>
                                          </p:stCondLst>
                                        </p:cTn>
                                        <p:tgtEl>
                                          <p:spTgt spid="19"/>
                                        </p:tgtEl>
                                        <p:attrNameLst>
                                          <p:attrName>style.visibility</p:attrName>
                                        </p:attrNameLst>
                                      </p:cBhvr>
                                      <p:to>
                                        <p:strVal val="visible"/>
                                      </p:to>
                                    </p:set>
                                    <p:anim calcmode="lin" valueType="num">
                                      <p:cBhvr additive="base">
                                        <p:cTn id="18" dur="1000" fill="hold"/>
                                        <p:tgtEl>
                                          <p:spTgt spid="19"/>
                                        </p:tgtEl>
                                        <p:attrNameLst>
                                          <p:attrName>ppt_x</p:attrName>
                                        </p:attrNameLst>
                                      </p:cBhvr>
                                      <p:tavLst>
                                        <p:tav tm="0">
                                          <p:val>
                                            <p:strVal val="1+#ppt_w/2"/>
                                          </p:val>
                                        </p:tav>
                                        <p:tav tm="100000">
                                          <p:val>
                                            <p:strVal val="#ppt_x"/>
                                          </p:val>
                                        </p:tav>
                                      </p:tavLst>
                                    </p:anim>
                                    <p:anim calcmode="lin" valueType="num">
                                      <p:cBhvr additive="base">
                                        <p:cTn id="19" dur="1000" fill="hold"/>
                                        <p:tgtEl>
                                          <p:spTgt spid="19"/>
                                        </p:tgtEl>
                                        <p:attrNameLst>
                                          <p:attrName>ppt_y</p:attrName>
                                        </p:attrNameLst>
                                      </p:cBhvr>
                                      <p:tavLst>
                                        <p:tav tm="0">
                                          <p:val>
                                            <p:strVal val="1+#ppt_h/2"/>
                                          </p:val>
                                        </p:tav>
                                        <p:tav tm="100000">
                                          <p:val>
                                            <p:strVal val="#ppt_y"/>
                                          </p:val>
                                        </p:tav>
                                      </p:tavLst>
                                    </p:anim>
                                  </p:childTnLst>
                                </p:cTn>
                              </p:par>
                              <p:par>
                                <p:cTn id="20" presetID="2" presetClass="entr" presetSubtype="6" fill="hold" nodeType="withEffect">
                                  <p:stCondLst>
                                    <p:cond delay="0"/>
                                  </p:stCondLst>
                                  <p:childTnLst>
                                    <p:set>
                                      <p:cBhvr>
                                        <p:cTn id="21" dur="1" fill="hold">
                                          <p:stCondLst>
                                            <p:cond delay="0"/>
                                          </p:stCondLst>
                                        </p:cTn>
                                        <p:tgtEl>
                                          <p:spTgt spid="23"/>
                                        </p:tgtEl>
                                        <p:attrNameLst>
                                          <p:attrName>style.visibility</p:attrName>
                                        </p:attrNameLst>
                                      </p:cBhvr>
                                      <p:to>
                                        <p:strVal val="visible"/>
                                      </p:to>
                                    </p:set>
                                    <p:anim calcmode="lin" valueType="num">
                                      <p:cBhvr additive="base">
                                        <p:cTn id="22" dur="1000" fill="hold"/>
                                        <p:tgtEl>
                                          <p:spTgt spid="23"/>
                                        </p:tgtEl>
                                        <p:attrNameLst>
                                          <p:attrName>ppt_x</p:attrName>
                                        </p:attrNameLst>
                                      </p:cBhvr>
                                      <p:tavLst>
                                        <p:tav tm="0">
                                          <p:val>
                                            <p:strVal val="1+#ppt_w/2"/>
                                          </p:val>
                                        </p:tav>
                                        <p:tav tm="100000">
                                          <p:val>
                                            <p:strVal val="#ppt_x"/>
                                          </p:val>
                                        </p:tav>
                                      </p:tavLst>
                                    </p:anim>
                                    <p:anim calcmode="lin" valueType="num">
                                      <p:cBhvr additive="base">
                                        <p:cTn id="23" dur="1000" fill="hold"/>
                                        <p:tgtEl>
                                          <p:spTgt spid="23"/>
                                        </p:tgtEl>
                                        <p:attrNameLst>
                                          <p:attrName>ppt_y</p:attrName>
                                        </p:attrNameLst>
                                      </p:cBhvr>
                                      <p:tavLst>
                                        <p:tav tm="0">
                                          <p:val>
                                            <p:strVal val="1+#ppt_h/2"/>
                                          </p:val>
                                        </p:tav>
                                        <p:tav tm="100000">
                                          <p:val>
                                            <p:strVal val="#ppt_y"/>
                                          </p:val>
                                        </p:tav>
                                      </p:tavLst>
                                    </p:anim>
                                  </p:childTnLst>
                                </p:cTn>
                              </p:par>
                              <p:par>
                                <p:cTn id="24" presetID="2" presetClass="entr" presetSubtype="6" fill="hold" nodeType="with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1000" fill="hold"/>
                                        <p:tgtEl>
                                          <p:spTgt spid="6"/>
                                        </p:tgtEl>
                                        <p:attrNameLst>
                                          <p:attrName>ppt_x</p:attrName>
                                        </p:attrNameLst>
                                      </p:cBhvr>
                                      <p:tavLst>
                                        <p:tav tm="0">
                                          <p:val>
                                            <p:strVal val="1+#ppt_w/2"/>
                                          </p:val>
                                        </p:tav>
                                        <p:tav tm="100000">
                                          <p:val>
                                            <p:strVal val="#ppt_x"/>
                                          </p:val>
                                        </p:tav>
                                      </p:tavLst>
                                    </p:anim>
                                    <p:anim calcmode="lin" valueType="num">
                                      <p:cBhvr additive="base">
                                        <p:cTn id="27" dur="1000" fill="hold"/>
                                        <p:tgtEl>
                                          <p:spTgt spid="6"/>
                                        </p:tgtEl>
                                        <p:attrNameLst>
                                          <p:attrName>ppt_y</p:attrName>
                                        </p:attrNameLst>
                                      </p:cBhvr>
                                      <p:tavLst>
                                        <p:tav tm="0">
                                          <p:val>
                                            <p:strVal val="1+#ppt_h/2"/>
                                          </p:val>
                                        </p:tav>
                                        <p:tav tm="100000">
                                          <p:val>
                                            <p:strVal val="#ppt_y"/>
                                          </p:val>
                                        </p:tav>
                                      </p:tavLst>
                                    </p:anim>
                                  </p:childTnLst>
                                </p:cTn>
                              </p:par>
                              <p:par>
                                <p:cTn id="28" presetID="2" presetClass="entr" presetSubtype="6"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 calcmode="lin" valueType="num">
                                      <p:cBhvr additive="base">
                                        <p:cTn id="30" dur="1000" fill="hold"/>
                                        <p:tgtEl>
                                          <p:spTgt spid="15"/>
                                        </p:tgtEl>
                                        <p:attrNameLst>
                                          <p:attrName>ppt_x</p:attrName>
                                        </p:attrNameLst>
                                      </p:cBhvr>
                                      <p:tavLst>
                                        <p:tav tm="0">
                                          <p:val>
                                            <p:strVal val="1+#ppt_w/2"/>
                                          </p:val>
                                        </p:tav>
                                        <p:tav tm="100000">
                                          <p:val>
                                            <p:strVal val="#ppt_x"/>
                                          </p:val>
                                        </p:tav>
                                      </p:tavLst>
                                    </p:anim>
                                    <p:anim calcmode="lin" valueType="num">
                                      <p:cBhvr additive="base">
                                        <p:cTn id="31" dur="1000" fill="hold"/>
                                        <p:tgtEl>
                                          <p:spTgt spid="15"/>
                                        </p:tgtEl>
                                        <p:attrNameLst>
                                          <p:attrName>ppt_y</p:attrName>
                                        </p:attrNameLst>
                                      </p:cBhvr>
                                      <p:tavLst>
                                        <p:tav tm="0">
                                          <p:val>
                                            <p:strVal val="1+#ppt_h/2"/>
                                          </p:val>
                                        </p:tav>
                                        <p:tav tm="100000">
                                          <p:val>
                                            <p:strVal val="#ppt_y"/>
                                          </p:val>
                                        </p:tav>
                                      </p:tavLst>
                                    </p:anim>
                                  </p:childTnLst>
                                </p:cTn>
                              </p:par>
                              <p:par>
                                <p:cTn id="32" presetID="2" presetClass="entr" presetSubtype="6" fill="hold" nodeType="withEffect">
                                  <p:stCondLst>
                                    <p:cond delay="0"/>
                                  </p:stCondLst>
                                  <p:childTnLst>
                                    <p:set>
                                      <p:cBhvr>
                                        <p:cTn id="33" dur="1" fill="hold">
                                          <p:stCondLst>
                                            <p:cond delay="0"/>
                                          </p:stCondLst>
                                        </p:cTn>
                                        <p:tgtEl>
                                          <p:spTgt spid="27"/>
                                        </p:tgtEl>
                                        <p:attrNameLst>
                                          <p:attrName>style.visibility</p:attrName>
                                        </p:attrNameLst>
                                      </p:cBhvr>
                                      <p:to>
                                        <p:strVal val="visible"/>
                                      </p:to>
                                    </p:set>
                                    <p:anim calcmode="lin" valueType="num">
                                      <p:cBhvr additive="base">
                                        <p:cTn id="34" dur="1000" fill="hold"/>
                                        <p:tgtEl>
                                          <p:spTgt spid="27"/>
                                        </p:tgtEl>
                                        <p:attrNameLst>
                                          <p:attrName>ppt_x</p:attrName>
                                        </p:attrNameLst>
                                      </p:cBhvr>
                                      <p:tavLst>
                                        <p:tav tm="0">
                                          <p:val>
                                            <p:strVal val="1+#ppt_w/2"/>
                                          </p:val>
                                        </p:tav>
                                        <p:tav tm="100000">
                                          <p:val>
                                            <p:strVal val="#ppt_x"/>
                                          </p:val>
                                        </p:tav>
                                      </p:tavLst>
                                    </p:anim>
                                    <p:anim calcmode="lin" valueType="num">
                                      <p:cBhvr additive="base">
                                        <p:cTn id="35" dur="10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wipe(left)">
                                      <p:cBhvr>
                                        <p:cTn id="40" dur="500"/>
                                        <p:tgtEl>
                                          <p:spTgt spid="31"/>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32"/>
                                        </p:tgtEl>
                                        <p:attrNameLst>
                                          <p:attrName>style.visibility</p:attrName>
                                        </p:attrNameLst>
                                      </p:cBhvr>
                                      <p:to>
                                        <p:strVal val="visible"/>
                                      </p:to>
                                    </p:set>
                                    <p:animEffect transition="in" filter="wipe(left)">
                                      <p:cBhvr>
                                        <p:cTn id="43" dur="500"/>
                                        <p:tgtEl>
                                          <p:spTgt spid="32"/>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34"/>
                                        </p:tgtEl>
                                        <p:attrNameLst>
                                          <p:attrName>style.visibility</p:attrName>
                                        </p:attrNameLst>
                                      </p:cBhvr>
                                      <p:to>
                                        <p:strVal val="visible"/>
                                      </p:to>
                                    </p:set>
                                    <p:animEffect transition="in" filter="wipe(left)">
                                      <p:cBhvr>
                                        <p:cTn id="48" dur="500"/>
                                        <p:tgtEl>
                                          <p:spTgt spid="34"/>
                                        </p:tgtEl>
                                      </p:cBhvr>
                                    </p:animEffect>
                                  </p:childTnLst>
                                </p:cTn>
                              </p:par>
                              <p:par>
                                <p:cTn id="49" presetID="22" presetClass="entr" presetSubtype="8" fill="hold" grpId="0" nodeType="withEffect">
                                  <p:stCondLst>
                                    <p:cond delay="0"/>
                                  </p:stCondLst>
                                  <p:childTnLst>
                                    <p:set>
                                      <p:cBhvr>
                                        <p:cTn id="50" dur="1" fill="hold">
                                          <p:stCondLst>
                                            <p:cond delay="0"/>
                                          </p:stCondLst>
                                        </p:cTn>
                                        <p:tgtEl>
                                          <p:spTgt spid="33"/>
                                        </p:tgtEl>
                                        <p:attrNameLst>
                                          <p:attrName>style.visibility</p:attrName>
                                        </p:attrNameLst>
                                      </p:cBhvr>
                                      <p:to>
                                        <p:strVal val="visible"/>
                                      </p:to>
                                    </p:set>
                                    <p:animEffect transition="in" filter="wipe(left)">
                                      <p:cBhvr>
                                        <p:cTn id="51" dur="500"/>
                                        <p:tgtEl>
                                          <p:spTgt spid="33"/>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36"/>
                                        </p:tgtEl>
                                        <p:attrNameLst>
                                          <p:attrName>style.visibility</p:attrName>
                                        </p:attrNameLst>
                                      </p:cBhvr>
                                      <p:to>
                                        <p:strVal val="visible"/>
                                      </p:to>
                                    </p:set>
                                    <p:animEffect transition="in" filter="wipe(left)">
                                      <p:cBhvr>
                                        <p:cTn id="56" dur="500"/>
                                        <p:tgtEl>
                                          <p:spTgt spid="36"/>
                                        </p:tgtEl>
                                      </p:cBhvr>
                                    </p:animEffect>
                                  </p:childTnLst>
                                </p:cTn>
                              </p:par>
                              <p:par>
                                <p:cTn id="57" presetID="22" presetClass="entr" presetSubtype="8" fill="hold" grpId="0" nodeType="withEffect">
                                  <p:stCondLst>
                                    <p:cond delay="0"/>
                                  </p:stCondLst>
                                  <p:childTnLst>
                                    <p:set>
                                      <p:cBhvr>
                                        <p:cTn id="58" dur="1" fill="hold">
                                          <p:stCondLst>
                                            <p:cond delay="0"/>
                                          </p:stCondLst>
                                        </p:cTn>
                                        <p:tgtEl>
                                          <p:spTgt spid="35"/>
                                        </p:tgtEl>
                                        <p:attrNameLst>
                                          <p:attrName>style.visibility</p:attrName>
                                        </p:attrNameLst>
                                      </p:cBhvr>
                                      <p:to>
                                        <p:strVal val="visible"/>
                                      </p:to>
                                    </p:set>
                                    <p:animEffect transition="in" filter="wipe(left)">
                                      <p:cBhvr>
                                        <p:cTn id="59" dur="500"/>
                                        <p:tgtEl>
                                          <p:spTgt spid="35"/>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38"/>
                                        </p:tgtEl>
                                        <p:attrNameLst>
                                          <p:attrName>style.visibility</p:attrName>
                                        </p:attrNameLst>
                                      </p:cBhvr>
                                      <p:to>
                                        <p:strVal val="visible"/>
                                      </p:to>
                                    </p:set>
                                    <p:animEffect transition="in" filter="wipe(left)">
                                      <p:cBhvr>
                                        <p:cTn id="64" dur="500"/>
                                        <p:tgtEl>
                                          <p:spTgt spid="38"/>
                                        </p:tgtEl>
                                      </p:cBhvr>
                                    </p:animEffect>
                                  </p:childTnLst>
                                </p:cTn>
                              </p:par>
                              <p:par>
                                <p:cTn id="65" presetID="22" presetClass="entr" presetSubtype="8" fill="hold" grpId="0" nodeType="withEffect">
                                  <p:stCondLst>
                                    <p:cond delay="0"/>
                                  </p:stCondLst>
                                  <p:childTnLst>
                                    <p:set>
                                      <p:cBhvr>
                                        <p:cTn id="66" dur="1" fill="hold">
                                          <p:stCondLst>
                                            <p:cond delay="0"/>
                                          </p:stCondLst>
                                        </p:cTn>
                                        <p:tgtEl>
                                          <p:spTgt spid="37"/>
                                        </p:tgtEl>
                                        <p:attrNameLst>
                                          <p:attrName>style.visibility</p:attrName>
                                        </p:attrNameLst>
                                      </p:cBhvr>
                                      <p:to>
                                        <p:strVal val="visible"/>
                                      </p:to>
                                    </p:set>
                                    <p:animEffect transition="in" filter="wipe(left)">
                                      <p:cBhvr>
                                        <p:cTn id="67" dur="500"/>
                                        <p:tgtEl>
                                          <p:spTgt spid="37"/>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40"/>
                                        </p:tgtEl>
                                        <p:attrNameLst>
                                          <p:attrName>style.visibility</p:attrName>
                                        </p:attrNameLst>
                                      </p:cBhvr>
                                      <p:to>
                                        <p:strVal val="visible"/>
                                      </p:to>
                                    </p:set>
                                    <p:animEffect transition="in" filter="wipe(left)">
                                      <p:cBhvr>
                                        <p:cTn id="72" dur="500"/>
                                        <p:tgtEl>
                                          <p:spTgt spid="40"/>
                                        </p:tgtEl>
                                      </p:cBhvr>
                                    </p:animEffect>
                                  </p:childTnLst>
                                </p:cTn>
                              </p:par>
                              <p:par>
                                <p:cTn id="73" presetID="22" presetClass="entr" presetSubtype="8" fill="hold" grpId="0" nodeType="withEffect">
                                  <p:stCondLst>
                                    <p:cond delay="0"/>
                                  </p:stCondLst>
                                  <p:childTnLst>
                                    <p:set>
                                      <p:cBhvr>
                                        <p:cTn id="74" dur="1" fill="hold">
                                          <p:stCondLst>
                                            <p:cond delay="0"/>
                                          </p:stCondLst>
                                        </p:cTn>
                                        <p:tgtEl>
                                          <p:spTgt spid="39"/>
                                        </p:tgtEl>
                                        <p:attrNameLst>
                                          <p:attrName>style.visibility</p:attrName>
                                        </p:attrNameLst>
                                      </p:cBhvr>
                                      <p:to>
                                        <p:strVal val="visible"/>
                                      </p:to>
                                    </p:set>
                                    <p:animEffect transition="in" filter="wipe(left)">
                                      <p:cBhvr>
                                        <p:cTn id="75" dur="500"/>
                                        <p:tgtEl>
                                          <p:spTgt spid="39"/>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42"/>
                                        </p:tgtEl>
                                        <p:attrNameLst>
                                          <p:attrName>style.visibility</p:attrName>
                                        </p:attrNameLst>
                                      </p:cBhvr>
                                      <p:to>
                                        <p:strVal val="visible"/>
                                      </p:to>
                                    </p:set>
                                    <p:animEffect transition="in" filter="wipe(left)">
                                      <p:cBhvr>
                                        <p:cTn id="80" dur="500"/>
                                        <p:tgtEl>
                                          <p:spTgt spid="42"/>
                                        </p:tgtEl>
                                      </p:cBhvr>
                                    </p:animEffect>
                                  </p:childTnLst>
                                </p:cTn>
                              </p:par>
                              <p:par>
                                <p:cTn id="81" presetID="22" presetClass="entr" presetSubtype="8" fill="hold" grpId="0" nodeType="withEffect">
                                  <p:stCondLst>
                                    <p:cond delay="0"/>
                                  </p:stCondLst>
                                  <p:childTnLst>
                                    <p:set>
                                      <p:cBhvr>
                                        <p:cTn id="82" dur="1" fill="hold">
                                          <p:stCondLst>
                                            <p:cond delay="0"/>
                                          </p:stCondLst>
                                        </p:cTn>
                                        <p:tgtEl>
                                          <p:spTgt spid="41"/>
                                        </p:tgtEl>
                                        <p:attrNameLst>
                                          <p:attrName>style.visibility</p:attrName>
                                        </p:attrNameLst>
                                      </p:cBhvr>
                                      <p:to>
                                        <p:strVal val="visible"/>
                                      </p:to>
                                    </p:set>
                                    <p:animEffect transition="in" filter="wipe(left)">
                                      <p:cBhvr>
                                        <p:cTn id="83"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p:bldP spid="33" grpId="0"/>
      <p:bldP spid="34" grpId="0"/>
      <p:bldP spid="35" grpId="0"/>
      <p:bldP spid="36" grpId="0"/>
      <p:bldP spid="37" grpId="0"/>
      <p:bldP spid="38" grpId="0"/>
      <p:bldP spid="39" grpId="0"/>
      <p:bldP spid="40" grpId="0"/>
      <p:bldP spid="41" grpId="0"/>
      <p:bldP spid="4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1" cstate="print">
            <a:extLst>
              <a:ext uri="{28A0092B-C50C-407E-A947-70E740481C1C}">
                <a14:useLocalDpi xmlns:a14="http://schemas.microsoft.com/office/drawing/2010/main" val="0"/>
              </a:ext>
            </a:extLst>
          </a:blip>
          <a:srcRect l="5562" r="5562"/>
          <a:stretch>
            <a:fillRect/>
          </a:stretch>
        </p:blipFill>
        <p:spPr>
          <a:xfrm>
            <a:off x="0" y="0"/>
            <a:ext cx="12192000" cy="6858000"/>
          </a:xfrm>
          <a:prstGeom prst="rect">
            <a:avLst/>
          </a:prstGeom>
        </p:spPr>
      </p:pic>
      <p:sp>
        <p:nvSpPr>
          <p:cNvPr id="9" name="文本框 8"/>
          <p:cNvSpPr txBox="1"/>
          <p:nvPr/>
        </p:nvSpPr>
        <p:spPr>
          <a:xfrm>
            <a:off x="3278687" y="4293098"/>
            <a:ext cx="5634627" cy="1200329"/>
          </a:xfrm>
          <a:prstGeom prst="rect">
            <a:avLst/>
          </a:prstGeom>
          <a:noFill/>
        </p:spPr>
        <p:txBody>
          <a:bodyPr wrap="square" rtlCol="0">
            <a:spAutoFit/>
          </a:bodyPr>
          <a:lstStyle/>
          <a:p>
            <a:pPr algn="dist"/>
            <a:r>
              <a:rPr lang="zh-CN" altLang="en-US" sz="7200" dirty="0">
                <a:solidFill>
                  <a:srgbClr val="FEF9B8"/>
                </a:solidFill>
                <a:effectLst>
                  <a:outerShdw blurRad="38100" dist="38100" dir="2700000" algn="tl">
                    <a:srgbClr val="000000">
                      <a:alpha val="43137"/>
                    </a:srgbClr>
                  </a:outerShdw>
                </a:effectLst>
                <a:latin typeface="思源宋体 CN Heavy" charset="-122"/>
                <a:ea typeface="思源宋体 CN Heavy" charset="-122"/>
                <a:cs typeface="阿里巴巴普惠体 Medium"/>
                <a:sym typeface="Arial" panose="020B0604020202020204"/>
              </a:rPr>
              <a:t>谢谢观看</a:t>
            </a:r>
            <a:endParaRPr lang="zh-CN" altLang="en-US" sz="7200" dirty="0">
              <a:solidFill>
                <a:srgbClr val="FEF9B8"/>
              </a:solidFill>
              <a:effectLst>
                <a:outerShdw blurRad="38100" dist="38100" dir="2700000" algn="tl">
                  <a:srgbClr val="000000">
                    <a:alpha val="43137"/>
                  </a:srgbClr>
                </a:outerShdw>
              </a:effectLst>
              <a:latin typeface="思源宋体 CN Heavy" charset="-122"/>
              <a:ea typeface="思源宋体 CN Heavy" charset="-122"/>
              <a:cs typeface="阿里巴巴普惠体 Medium"/>
              <a:sym typeface="Arial" panose="020B0604020202020204"/>
            </a:endParaRPr>
          </a:p>
        </p:txBody>
      </p:sp>
      <p:grpSp>
        <p:nvGrpSpPr>
          <p:cNvPr id="11" name="组合 10"/>
          <p:cNvGrpSpPr/>
          <p:nvPr/>
        </p:nvGrpSpPr>
        <p:grpSpPr>
          <a:xfrm>
            <a:off x="2523994" y="3928410"/>
            <a:ext cx="7144015" cy="369332"/>
            <a:chOff x="2523993" y="1264114"/>
            <a:chExt cx="7144015" cy="369332"/>
          </a:xfrm>
        </p:grpSpPr>
        <p:grpSp>
          <p:nvGrpSpPr>
            <p:cNvPr id="12" name="组合 11"/>
            <p:cNvGrpSpPr/>
            <p:nvPr/>
          </p:nvGrpSpPr>
          <p:grpSpPr>
            <a:xfrm>
              <a:off x="2523993" y="1448780"/>
              <a:ext cx="7144015" cy="0"/>
              <a:chOff x="2495600" y="1448780"/>
              <a:chExt cx="7144015" cy="0"/>
            </a:xfrm>
          </p:grpSpPr>
          <p:cxnSp>
            <p:nvCxnSpPr>
              <p:cNvPr id="18" name="直接连接符 17"/>
              <p:cNvCxnSpPr/>
              <p:nvPr/>
            </p:nvCxnSpPr>
            <p:spPr>
              <a:xfrm>
                <a:off x="2495600" y="1448780"/>
                <a:ext cx="1728192" cy="0"/>
              </a:xfrm>
              <a:prstGeom prst="line">
                <a:avLst/>
              </a:prstGeom>
              <a:ln w="12700">
                <a:solidFill>
                  <a:srgbClr val="FEF9B8"/>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7911423" y="1448780"/>
                <a:ext cx="1728192" cy="0"/>
              </a:xfrm>
              <a:prstGeom prst="line">
                <a:avLst/>
              </a:prstGeom>
              <a:ln w="12700">
                <a:solidFill>
                  <a:srgbClr val="FEF9B8"/>
                </a:solidFill>
              </a:ln>
            </p:spPr>
            <p:style>
              <a:lnRef idx="1">
                <a:schemeClr val="accent1"/>
              </a:lnRef>
              <a:fillRef idx="0">
                <a:schemeClr val="accent1"/>
              </a:fillRef>
              <a:effectRef idx="0">
                <a:schemeClr val="accent1"/>
              </a:effectRef>
              <a:fontRef idx="minor">
                <a:schemeClr val="tx1"/>
              </a:fontRef>
            </p:style>
          </p:cxnSp>
        </p:grpSp>
        <p:sp>
          <p:nvSpPr>
            <p:cNvPr id="13" name="星形: 五角 12"/>
            <p:cNvSpPr/>
            <p:nvPr/>
          </p:nvSpPr>
          <p:spPr>
            <a:xfrm>
              <a:off x="4337536" y="1340768"/>
              <a:ext cx="198022" cy="198022"/>
            </a:xfrm>
            <a:prstGeom prst="star5">
              <a:avLst/>
            </a:prstGeom>
            <a:solidFill>
              <a:srgbClr val="FEF9B8"/>
            </a:solidFill>
            <a:ln>
              <a:noFill/>
            </a:ln>
            <a:effectLst>
              <a:outerShdw blurRad="63500" sx="101000" sy="101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EF9B8"/>
                </a:solidFill>
                <a:latin typeface="Arial" panose="020B0604020202020204"/>
                <a:ea typeface="阿里巴巴普惠体 Medium"/>
                <a:cs typeface="阿里巴巴普惠体 Medium"/>
                <a:sym typeface="Arial" panose="020B0604020202020204"/>
              </a:endParaRPr>
            </a:p>
          </p:txBody>
        </p:sp>
        <p:sp>
          <p:nvSpPr>
            <p:cNvPr id="14" name="文本框 13"/>
            <p:cNvSpPr txBox="1"/>
            <p:nvPr/>
          </p:nvSpPr>
          <p:spPr>
            <a:xfrm>
              <a:off x="4943872" y="1264114"/>
              <a:ext cx="2304257" cy="369332"/>
            </a:xfrm>
            <a:prstGeom prst="rect">
              <a:avLst/>
            </a:prstGeom>
            <a:noFill/>
          </p:spPr>
          <p:txBody>
            <a:bodyPr wrap="square" rtlCol="0">
              <a:spAutoFit/>
            </a:bodyPr>
            <a:lstStyle/>
            <a:p>
              <a:pPr algn="dist"/>
              <a:r>
                <a:rPr lang="zh-CN" altLang="en-US" dirty="0">
                  <a:solidFill>
                    <a:srgbClr val="FEF9B8"/>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rPr>
                <a:t>新时代新征程</a:t>
              </a:r>
              <a:endParaRPr lang="zh-CN" altLang="en-US" dirty="0">
                <a:solidFill>
                  <a:srgbClr val="FEF9B8"/>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endParaRPr>
            </a:p>
          </p:txBody>
        </p:sp>
        <p:sp>
          <p:nvSpPr>
            <p:cNvPr id="15" name="星形: 五角 14"/>
            <p:cNvSpPr/>
            <p:nvPr/>
          </p:nvSpPr>
          <p:spPr>
            <a:xfrm>
              <a:off x="4683379" y="1340768"/>
              <a:ext cx="198022" cy="198022"/>
            </a:xfrm>
            <a:prstGeom prst="star5">
              <a:avLst/>
            </a:prstGeom>
            <a:solidFill>
              <a:srgbClr val="FEF9B8"/>
            </a:solidFill>
            <a:ln>
              <a:noFill/>
            </a:ln>
            <a:effectLst>
              <a:outerShdw blurRad="63500" sx="101000" sy="101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EF9B8"/>
                </a:solidFill>
                <a:latin typeface="Arial" panose="020B0604020202020204"/>
                <a:ea typeface="阿里巴巴普惠体 Medium"/>
                <a:cs typeface="阿里巴巴普惠体 Medium"/>
                <a:sym typeface="Arial" panose="020B0604020202020204"/>
              </a:endParaRPr>
            </a:p>
          </p:txBody>
        </p:sp>
        <p:sp>
          <p:nvSpPr>
            <p:cNvPr id="16" name="星形: 五角 15"/>
            <p:cNvSpPr/>
            <p:nvPr/>
          </p:nvSpPr>
          <p:spPr>
            <a:xfrm>
              <a:off x="7306380" y="1340768"/>
              <a:ext cx="198022" cy="198022"/>
            </a:xfrm>
            <a:prstGeom prst="star5">
              <a:avLst/>
            </a:prstGeom>
            <a:solidFill>
              <a:srgbClr val="FEF9B8"/>
            </a:solidFill>
            <a:ln>
              <a:noFill/>
            </a:ln>
            <a:effectLst>
              <a:outerShdw blurRad="63500" sx="101000" sy="101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EF9B8"/>
                </a:solidFill>
                <a:latin typeface="Arial" panose="020B0604020202020204"/>
                <a:ea typeface="阿里巴巴普惠体 Medium"/>
                <a:cs typeface="阿里巴巴普惠体 Medium"/>
                <a:sym typeface="Arial" panose="020B0604020202020204"/>
              </a:endParaRPr>
            </a:p>
          </p:txBody>
        </p:sp>
        <p:sp>
          <p:nvSpPr>
            <p:cNvPr id="17" name="星形: 五角 16"/>
            <p:cNvSpPr/>
            <p:nvPr/>
          </p:nvSpPr>
          <p:spPr>
            <a:xfrm>
              <a:off x="7652223" y="1340768"/>
              <a:ext cx="198022" cy="198022"/>
            </a:xfrm>
            <a:prstGeom prst="star5">
              <a:avLst/>
            </a:prstGeom>
            <a:solidFill>
              <a:srgbClr val="FEF9B8"/>
            </a:solidFill>
            <a:ln>
              <a:noFill/>
            </a:ln>
            <a:effectLst>
              <a:outerShdw blurRad="63500" sx="101000" sy="101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EF9B8"/>
                </a:solidFill>
                <a:latin typeface="Arial" panose="020B0604020202020204"/>
                <a:ea typeface="阿里巴巴普惠体 Medium"/>
                <a:cs typeface="阿里巴巴普惠体 Medium"/>
                <a:sym typeface="Arial" panose="020B0604020202020204"/>
              </a:endParaRPr>
            </a:p>
          </p:txBody>
        </p:sp>
      </p:grpSp>
      <p:grpSp>
        <p:nvGrpSpPr>
          <p:cNvPr id="20" name="组合 19"/>
          <p:cNvGrpSpPr/>
          <p:nvPr/>
        </p:nvGrpSpPr>
        <p:grpSpPr>
          <a:xfrm>
            <a:off x="1955539" y="5488778"/>
            <a:ext cx="8280920" cy="316486"/>
            <a:chOff x="1955540" y="2824482"/>
            <a:chExt cx="8280920" cy="316486"/>
          </a:xfrm>
        </p:grpSpPr>
        <p:sp>
          <p:nvSpPr>
            <p:cNvPr id="21" name="文本框 20"/>
            <p:cNvSpPr txBox="1"/>
            <p:nvPr/>
          </p:nvSpPr>
          <p:spPr>
            <a:xfrm>
              <a:off x="1955540" y="2824482"/>
              <a:ext cx="8280920" cy="261610"/>
            </a:xfrm>
            <a:prstGeom prst="rect">
              <a:avLst/>
            </a:prstGeom>
            <a:noFill/>
          </p:spPr>
          <p:txBody>
            <a:bodyPr wrap="square" rtlCol="0">
              <a:spAutoFit/>
            </a:bodyPr>
            <a:lstStyle/>
            <a:p>
              <a:pPr algn="dist"/>
              <a:r>
                <a:rPr lang="en-US" altLang="zh-CN" sz="1100" dirty="0">
                  <a:solidFill>
                    <a:srgbClr val="FEF9B8"/>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rPr>
                <a:t>LEADING THE PARTY BUILDING OF AVIATION SERVICE TO THE COUNTRY</a:t>
              </a:r>
              <a:endParaRPr lang="zh-CN" altLang="en-US" sz="1100" dirty="0">
                <a:solidFill>
                  <a:srgbClr val="FEF9B8"/>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endParaRPr>
            </a:p>
          </p:txBody>
        </p:sp>
        <p:cxnSp>
          <p:nvCxnSpPr>
            <p:cNvPr id="22" name="直接连接符 21"/>
            <p:cNvCxnSpPr/>
            <p:nvPr/>
          </p:nvCxnSpPr>
          <p:spPr>
            <a:xfrm>
              <a:off x="2621614" y="3140968"/>
              <a:ext cx="6948772"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23" name="组合 22"/>
          <p:cNvGrpSpPr/>
          <p:nvPr/>
        </p:nvGrpSpPr>
        <p:grpSpPr>
          <a:xfrm>
            <a:off x="4017697" y="5970767"/>
            <a:ext cx="4156607" cy="338554"/>
            <a:chOff x="4079776" y="3280351"/>
            <a:chExt cx="4156606" cy="338554"/>
          </a:xfrm>
        </p:grpSpPr>
        <p:sp>
          <p:nvSpPr>
            <p:cNvPr id="24" name="文本框 23"/>
            <p:cNvSpPr txBox="1"/>
            <p:nvPr/>
          </p:nvSpPr>
          <p:spPr>
            <a:xfrm>
              <a:off x="4079776" y="3280351"/>
              <a:ext cx="1728192" cy="338554"/>
            </a:xfrm>
            <a:prstGeom prst="rect">
              <a:avLst/>
            </a:prstGeom>
            <a:noFill/>
          </p:spPr>
          <p:txBody>
            <a:bodyPr wrap="square" rtlCol="0">
              <a:spAutoFit/>
            </a:bodyPr>
            <a:lstStyle/>
            <a:p>
              <a:pPr algn="ctr"/>
              <a:r>
                <a:rPr lang="zh-CN" altLang="en-US" sz="1600" dirty="0">
                  <a:solidFill>
                    <a:srgbClr val="FEF9B8"/>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rPr>
                <a:t>汇报人：</a:t>
              </a:r>
              <a:r>
                <a:rPr lang="en-US" altLang="zh-CN" sz="1600" dirty="0">
                  <a:solidFill>
                    <a:srgbClr val="FEF9B8"/>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rPr>
                <a:t>XXX</a:t>
              </a:r>
              <a:endParaRPr lang="zh-CN" altLang="en-US" sz="1600" dirty="0">
                <a:solidFill>
                  <a:srgbClr val="FEF9B8"/>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endParaRPr>
            </a:p>
          </p:txBody>
        </p:sp>
        <p:sp>
          <p:nvSpPr>
            <p:cNvPr id="25" name="文本框 24"/>
            <p:cNvSpPr txBox="1"/>
            <p:nvPr/>
          </p:nvSpPr>
          <p:spPr>
            <a:xfrm>
              <a:off x="6508190" y="3280351"/>
              <a:ext cx="1728192" cy="338554"/>
            </a:xfrm>
            <a:prstGeom prst="rect">
              <a:avLst/>
            </a:prstGeom>
            <a:noFill/>
          </p:spPr>
          <p:txBody>
            <a:bodyPr wrap="square" rtlCol="0">
              <a:spAutoFit/>
            </a:bodyPr>
            <a:lstStyle/>
            <a:p>
              <a:pPr algn="ctr"/>
              <a:r>
                <a:rPr lang="zh-CN" altLang="en-US" sz="1600" dirty="0">
                  <a:solidFill>
                    <a:srgbClr val="FEF9B8"/>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rPr>
                <a:t>时间：</a:t>
              </a:r>
              <a:r>
                <a:rPr lang="en-US" altLang="zh-CN" sz="1600" dirty="0">
                  <a:solidFill>
                    <a:srgbClr val="FEF9B8"/>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rPr>
                <a:t>X</a:t>
              </a:r>
              <a:r>
                <a:rPr lang="zh-CN" altLang="en-US" sz="1600" dirty="0">
                  <a:solidFill>
                    <a:srgbClr val="FEF9B8"/>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rPr>
                <a:t>年</a:t>
              </a:r>
              <a:r>
                <a:rPr lang="en-US" altLang="zh-CN" sz="1600" dirty="0">
                  <a:solidFill>
                    <a:srgbClr val="FEF9B8"/>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rPr>
                <a:t>X</a:t>
              </a:r>
              <a:r>
                <a:rPr lang="zh-CN" altLang="en-US" sz="1600" dirty="0">
                  <a:solidFill>
                    <a:srgbClr val="FEF9B8"/>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rPr>
                <a:t>月</a:t>
              </a:r>
              <a:endParaRPr lang="zh-CN" altLang="en-US" sz="1600" dirty="0">
                <a:solidFill>
                  <a:srgbClr val="FEF9B8"/>
                </a:solidFill>
                <a:effectLst>
                  <a:outerShdw blurRad="38100" dist="38100" dir="2700000" algn="tl">
                    <a:srgbClr val="000000">
                      <a:alpha val="43137"/>
                    </a:srgbClr>
                  </a:outerShdw>
                </a:effectLst>
                <a:latin typeface="Arial" panose="020B0604020202020204"/>
                <a:ea typeface="阿里巴巴普惠体 Medium"/>
                <a:cs typeface="阿里巴巴普惠体 Medium"/>
                <a:sym typeface="Arial" panose="020B0604020202020204"/>
              </a:endParaRPr>
            </a:p>
          </p:txBody>
        </p:sp>
      </p:grpSp>
      <p:grpSp>
        <p:nvGrpSpPr>
          <p:cNvPr id="26" name="组合 25"/>
          <p:cNvGrpSpPr/>
          <p:nvPr/>
        </p:nvGrpSpPr>
        <p:grpSpPr>
          <a:xfrm>
            <a:off x="11664851" y="1084419"/>
            <a:ext cx="369332" cy="3755779"/>
            <a:chOff x="11687685" y="1908421"/>
            <a:chExt cx="369332" cy="3755779"/>
          </a:xfrm>
        </p:grpSpPr>
        <p:grpSp>
          <p:nvGrpSpPr>
            <p:cNvPr id="27" name="组合 26"/>
            <p:cNvGrpSpPr/>
            <p:nvPr/>
          </p:nvGrpSpPr>
          <p:grpSpPr>
            <a:xfrm>
              <a:off x="11687685" y="1908421"/>
              <a:ext cx="369332" cy="2518379"/>
              <a:chOff x="11687685" y="1908421"/>
              <a:chExt cx="369332" cy="2518379"/>
            </a:xfrm>
          </p:grpSpPr>
          <p:sp>
            <p:nvSpPr>
              <p:cNvPr id="29" name="文本框 28"/>
              <p:cNvSpPr txBox="1"/>
              <p:nvPr/>
            </p:nvSpPr>
            <p:spPr>
              <a:xfrm>
                <a:off x="11687685" y="1908421"/>
                <a:ext cx="369332" cy="2518379"/>
              </a:xfrm>
              <a:prstGeom prst="rect">
                <a:avLst/>
              </a:prstGeom>
              <a:noFill/>
              <a:ln>
                <a:noFill/>
              </a:ln>
            </p:spPr>
            <p:txBody>
              <a:bodyPr vert="eaVert" wrap="square" rtlCol="0">
                <a:spAutoFit/>
              </a:bodyPr>
              <a:lstStyle/>
              <a:p>
                <a:pPr algn="dist"/>
                <a:r>
                  <a:rPr lang="zh-CN" altLang="en-US" sz="1200" dirty="0">
                    <a:solidFill>
                      <a:srgbClr val="FFFEF1"/>
                    </a:solidFill>
                    <a:latin typeface="Arial" panose="020B0604020202020204"/>
                    <a:ea typeface="阿里巴巴普惠体 Medium"/>
                    <a:cs typeface="阿里巴巴普惠体 Medium"/>
                    <a:sym typeface="Arial" panose="020B0604020202020204"/>
                  </a:rPr>
                  <a:t>聚能前行不负韶华</a:t>
                </a:r>
                <a:endParaRPr lang="zh-CN" altLang="en-US" sz="1200" dirty="0">
                  <a:solidFill>
                    <a:srgbClr val="FFFEF1"/>
                  </a:solidFill>
                  <a:latin typeface="Arial" panose="020B0604020202020204"/>
                  <a:ea typeface="阿里巴巴普惠体 Medium"/>
                  <a:cs typeface="阿里巴巴普惠体 Medium"/>
                  <a:sym typeface="Arial" panose="020B0604020202020204"/>
                </a:endParaRPr>
              </a:p>
            </p:txBody>
          </p:sp>
          <p:cxnSp>
            <p:nvCxnSpPr>
              <p:cNvPr id="30" name="直接连接符 29"/>
              <p:cNvCxnSpPr/>
              <p:nvPr/>
            </p:nvCxnSpPr>
            <p:spPr>
              <a:xfrm>
                <a:off x="11790893" y="2149317"/>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11790893" y="2475938"/>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11790893" y="2802559"/>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11790893" y="3129180"/>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11790893" y="3455801"/>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11790893" y="3782422"/>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11790893" y="4109044"/>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28" name="直接连接符 27"/>
            <p:cNvCxnSpPr/>
            <p:nvPr/>
          </p:nvCxnSpPr>
          <p:spPr>
            <a:xfrm>
              <a:off x="11872351" y="4432300"/>
              <a:ext cx="0" cy="12319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7" name="组合 36"/>
          <p:cNvGrpSpPr/>
          <p:nvPr/>
        </p:nvGrpSpPr>
        <p:grpSpPr>
          <a:xfrm>
            <a:off x="150687" y="1928934"/>
            <a:ext cx="369332" cy="3837732"/>
            <a:chOff x="11687685" y="589068"/>
            <a:chExt cx="369332" cy="3837732"/>
          </a:xfrm>
        </p:grpSpPr>
        <p:grpSp>
          <p:nvGrpSpPr>
            <p:cNvPr id="38" name="组合 37"/>
            <p:cNvGrpSpPr/>
            <p:nvPr/>
          </p:nvGrpSpPr>
          <p:grpSpPr>
            <a:xfrm>
              <a:off x="11687685" y="1908421"/>
              <a:ext cx="369332" cy="2518379"/>
              <a:chOff x="11687685" y="1908421"/>
              <a:chExt cx="369332" cy="2518379"/>
            </a:xfrm>
          </p:grpSpPr>
          <p:sp>
            <p:nvSpPr>
              <p:cNvPr id="40" name="文本框 39"/>
              <p:cNvSpPr txBox="1"/>
              <p:nvPr/>
            </p:nvSpPr>
            <p:spPr>
              <a:xfrm>
                <a:off x="11687685" y="1908421"/>
                <a:ext cx="369332" cy="2518379"/>
              </a:xfrm>
              <a:prstGeom prst="rect">
                <a:avLst/>
              </a:prstGeom>
              <a:noFill/>
              <a:ln>
                <a:noFill/>
              </a:ln>
            </p:spPr>
            <p:txBody>
              <a:bodyPr vert="eaVert" wrap="square" rtlCol="0">
                <a:spAutoFit/>
              </a:bodyPr>
              <a:lstStyle/>
              <a:p>
                <a:pPr algn="dist"/>
                <a:r>
                  <a:rPr lang="zh-CN" altLang="en-US" sz="1200" dirty="0">
                    <a:solidFill>
                      <a:srgbClr val="FFFEF1"/>
                    </a:solidFill>
                    <a:latin typeface="Arial" panose="020B0604020202020204"/>
                    <a:ea typeface="阿里巴巴普惠体 Medium"/>
                    <a:cs typeface="阿里巴巴普惠体 Medium"/>
                    <a:sym typeface="Arial" panose="020B0604020202020204"/>
                  </a:rPr>
                  <a:t>聚能前行不负韶华</a:t>
                </a:r>
                <a:endParaRPr lang="zh-CN" altLang="en-US" sz="1200" dirty="0">
                  <a:solidFill>
                    <a:srgbClr val="FFFEF1"/>
                  </a:solidFill>
                  <a:latin typeface="Arial" panose="020B0604020202020204"/>
                  <a:ea typeface="阿里巴巴普惠体 Medium"/>
                  <a:cs typeface="阿里巴巴普惠体 Medium"/>
                  <a:sym typeface="Arial" panose="020B0604020202020204"/>
                </a:endParaRPr>
              </a:p>
            </p:txBody>
          </p:sp>
          <p:cxnSp>
            <p:nvCxnSpPr>
              <p:cNvPr id="41" name="直接连接符 40"/>
              <p:cNvCxnSpPr/>
              <p:nvPr/>
            </p:nvCxnSpPr>
            <p:spPr>
              <a:xfrm>
                <a:off x="11790893" y="2149317"/>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11790893" y="2475938"/>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11790893" y="2802559"/>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11790893" y="3129180"/>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11790893" y="3455801"/>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a:off x="11790893" y="3782422"/>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11790893" y="4109044"/>
                <a:ext cx="150448" cy="890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39" name="直接连接符 38"/>
            <p:cNvCxnSpPr/>
            <p:nvPr/>
          </p:nvCxnSpPr>
          <p:spPr>
            <a:xfrm>
              <a:off x="11866117" y="589068"/>
              <a:ext cx="0" cy="12319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inVertic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randombar(horizontal)">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1000"/>
                                        <p:tgtEl>
                                          <p:spTgt spid="23"/>
                                        </p:tgtEl>
                                      </p:cBhvr>
                                    </p:animEffect>
                                    <p:anim calcmode="lin" valueType="num">
                                      <p:cBhvr>
                                        <p:cTn id="18" dur="1000" fill="hold"/>
                                        <p:tgtEl>
                                          <p:spTgt spid="23"/>
                                        </p:tgtEl>
                                        <p:attrNameLst>
                                          <p:attrName>ppt_x</p:attrName>
                                        </p:attrNameLst>
                                      </p:cBhvr>
                                      <p:tavLst>
                                        <p:tav tm="0">
                                          <p:val>
                                            <p:strVal val="#ppt_x"/>
                                          </p:val>
                                        </p:tav>
                                        <p:tav tm="100000">
                                          <p:val>
                                            <p:strVal val="#ppt_x"/>
                                          </p:val>
                                        </p:tav>
                                      </p:tavLst>
                                    </p:anim>
                                    <p:anim calcmode="lin" valueType="num">
                                      <p:cBhvr>
                                        <p:cTn id="19" dur="1000" fill="hold"/>
                                        <p:tgtEl>
                                          <p:spTgt spid="23"/>
                                        </p:tgtEl>
                                        <p:attrNameLst>
                                          <p:attrName>ppt_y</p:attrName>
                                        </p:attrNameLst>
                                      </p:cBhvr>
                                      <p:tavLst>
                                        <p:tav tm="0">
                                          <p:val>
                                            <p:strVal val="#ppt_y+.1"/>
                                          </p:val>
                                        </p:tav>
                                        <p:tav tm="100000">
                                          <p:val>
                                            <p:strVal val="#ppt_y"/>
                                          </p:val>
                                        </p:tav>
                                      </p:tavLst>
                                    </p:anim>
                                  </p:childTnLst>
                                </p:cTn>
                              </p:par>
                              <p:par>
                                <p:cTn id="20" presetID="14" presetClass="entr" presetSubtype="10" fill="hold" nodeType="with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randombar(horizontal)">
                                      <p:cBhvr>
                                        <p:cTn id="22" dur="500"/>
                                        <p:tgtEl>
                                          <p:spTgt spid="37"/>
                                        </p:tgtEl>
                                      </p:cBhvr>
                                    </p:animEffect>
                                  </p:childTnLst>
                                </p:cTn>
                              </p:par>
                              <p:par>
                                <p:cTn id="23" presetID="14" presetClass="entr" presetSubtype="10" fill="hold" nodeType="with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randombar(horizontal)">
                                      <p:cBhvr>
                                        <p:cTn id="25"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公众号:JTPPT">
  <a:themeElements>
    <a:clrScheme name="自定义">
      <a:dk1>
        <a:sysClr val="windowText" lastClr="000000"/>
      </a:dk1>
      <a:lt1>
        <a:sysClr val="window" lastClr="FFFFFF"/>
      </a:lt1>
      <a:dk2>
        <a:srgbClr val="2D3847"/>
      </a:dk2>
      <a:lt2>
        <a:srgbClr val="E7E6E6"/>
      </a:lt2>
      <a:accent1>
        <a:srgbClr val="EA4E40"/>
      </a:accent1>
      <a:accent2>
        <a:srgbClr val="FF9879"/>
      </a:accent2>
      <a:accent3>
        <a:srgbClr val="FF6700"/>
      </a:accent3>
      <a:accent4>
        <a:srgbClr val="A5A5A5"/>
      </a:accent4>
      <a:accent5>
        <a:srgbClr val="7F7F7F"/>
      </a:accent5>
      <a:accent6>
        <a:srgbClr val="595959"/>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3254</Words>
  <Application>WPS 演示</Application>
  <PresentationFormat>宽屏</PresentationFormat>
  <Paragraphs>371</Paragraphs>
  <Slides>20</Slides>
  <Notes>1</Notes>
  <HiddenSlides>0</HiddenSlides>
  <MMClips>0</MMClips>
  <ScaleCrop>false</ScaleCrop>
  <HeadingPairs>
    <vt:vector size="6" baseType="variant">
      <vt:variant>
        <vt:lpstr>已用的字体</vt:lpstr>
      </vt:variant>
      <vt:variant>
        <vt:i4>12</vt:i4>
      </vt:variant>
      <vt:variant>
        <vt:lpstr>主题</vt:lpstr>
      </vt:variant>
      <vt:variant>
        <vt:i4>3</vt:i4>
      </vt:variant>
      <vt:variant>
        <vt:lpstr>幻灯片标题</vt:lpstr>
      </vt:variant>
      <vt:variant>
        <vt:i4>20</vt:i4>
      </vt:variant>
    </vt:vector>
  </HeadingPairs>
  <TitlesOfParts>
    <vt:vector size="35" baseType="lpstr">
      <vt:lpstr>Arial</vt:lpstr>
      <vt:lpstr>宋体</vt:lpstr>
      <vt:lpstr>Wingdings</vt:lpstr>
      <vt:lpstr>微软雅黑</vt:lpstr>
      <vt:lpstr>思源宋体 CN Heavy</vt:lpstr>
      <vt:lpstr>阿里巴巴普惠体 Medium</vt:lpstr>
      <vt:lpstr>Arial</vt:lpstr>
      <vt:lpstr>Segoe Print</vt:lpstr>
      <vt:lpstr>Arial Unicode MS</vt:lpstr>
      <vt:lpstr>等线 Light</vt:lpstr>
      <vt:lpstr>等线</vt:lpstr>
      <vt:lpstr>Calibri</vt:lpstr>
      <vt:lpstr>第一PPT，www.1ppt.com</vt:lpstr>
      <vt:lpstr>自定义设计方案</vt:lpstr>
      <vt:lpstr>公众号:JTPPT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涵莜儿</cp:lastModifiedBy>
  <cp:revision>2</cp:revision>
  <dcterms:created xsi:type="dcterms:W3CDTF">2023-10-16T06:10:00Z</dcterms:created>
  <dcterms:modified xsi:type="dcterms:W3CDTF">2025-05-09T01:59:54Z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3B019CA6D24943E287269AFEF6639B12_12</vt:lpwstr>
  </property>
  <property fmtid="{D5CDD505-2E9C-101B-9397-08002B2CF9AE}" pid="3" name="KSOProductBuildVer">
    <vt:lpwstr>2052-12.1.0.21171</vt:lpwstr>
  </property>
</Properties>
</file>