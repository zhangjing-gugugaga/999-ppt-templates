
<file path=[Content_Types].xml><?xml version="1.0" encoding="utf-8"?>
<Types xmlns="http://schemas.openxmlformats.org/package/2006/content-types">
  <Default Extension="jpeg" ContentType="image/jpeg"/>
  <Default Extension="JPG" ContentType="image/.jpg"/>
  <Default Extension="xlsx" ContentType="application/vnd.openxmlformats-officedocument.spreadsheetml.sheet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olors1.xml" ContentType="application/vnd.ms-office.chartcolorstyle+xml"/>
  <Override PartName="/ppt/charts/style1.xml" ContentType="application/vnd.ms-office.chartstyle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fonts/font8.fntdata" ContentType="application/x-fontdata"/>
  <Override PartName="/ppt/fonts/font9.fntdata" ContentType="application/x-fontdata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8"/>
  </p:notesMasterIdLst>
  <p:handoutMasterIdLst>
    <p:handoutMasterId r:id="rId19"/>
  </p:handoutMasterIdLst>
  <p:sldIdLst>
    <p:sldId id="257" r:id="rId3"/>
    <p:sldId id="259" r:id="rId4"/>
    <p:sldId id="260" r:id="rId5"/>
    <p:sldId id="264" r:id="rId6"/>
    <p:sldId id="265" r:id="rId7"/>
    <p:sldId id="261" r:id="rId8"/>
    <p:sldId id="266" r:id="rId9"/>
    <p:sldId id="267" r:id="rId10"/>
    <p:sldId id="262" r:id="rId11"/>
    <p:sldId id="268" r:id="rId12"/>
    <p:sldId id="269" r:id="rId13"/>
    <p:sldId id="263" r:id="rId14"/>
    <p:sldId id="270" r:id="rId15"/>
    <p:sldId id="271" r:id="rId16"/>
    <p:sldId id="272" r:id="rId17"/>
  </p:sldIdLst>
  <p:sldSz cx="12192000" cy="6858000"/>
  <p:notesSz cx="6858000" cy="9144000"/>
  <p:embeddedFontLst>
    <p:embeddedFont>
      <p:font typeface="汉仪许静行楷W" panose="00020600040101010101" pitchFamily="18" charset="-122"/>
      <p:regular r:id="rId23"/>
    </p:embeddedFont>
    <p:embeddedFont>
      <p:font typeface="汉仪大宋简" panose="02010600000101010101" pitchFamily="2" charset="-122"/>
      <p:regular r:id="rId24"/>
    </p:embeddedFont>
    <p:embeddedFont>
      <p:font typeface="等线" panose="02010600030101010101" pitchFamily="2" charset="-122"/>
      <p:regular r:id="rId25"/>
    </p:embeddedFont>
    <p:embeddedFont>
      <p:font typeface="微软雅黑" panose="020B0503020204020204" pitchFamily="34" charset="-122"/>
      <p:regular r:id="rId26"/>
    </p:embeddedFont>
    <p:embeddedFont>
      <p:font typeface="等线 Light" panose="02010600030101010101" charset="-122"/>
      <p:regular r:id="rId27"/>
    </p:embeddedFont>
    <p:embeddedFont>
      <p:font typeface="Calibri" panose="020F0502020204030204" charset="0"/>
      <p:regular r:id="rId28"/>
      <p:bold r:id="rId29"/>
      <p:italic r:id="rId30"/>
      <p:boldItalic r:id="rId31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F191F"/>
    <a:srgbClr val="F0D4AE"/>
    <a:srgbClr val="E5B473"/>
    <a:srgbClr val="E8BC81"/>
    <a:srgbClr val="C39657"/>
    <a:srgbClr val="991726"/>
    <a:srgbClr val="F5F8FF"/>
    <a:srgbClr val="F8CBAD"/>
    <a:srgbClr val="E5D079"/>
    <a:srgbClr val="99030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5956" autoAdjust="0"/>
    <p:restoredTop sz="94660"/>
  </p:normalViewPr>
  <p:slideViewPr>
    <p:cSldViewPr snapToGrid="0">
      <p:cViewPr>
        <p:scale>
          <a:sx n="130" d="100"/>
          <a:sy n="130" d="100"/>
        </p:scale>
        <p:origin x="2736" y="173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1" Type="http://schemas.openxmlformats.org/officeDocument/2006/relationships/font" Target="fonts/font9.fntdata"/><Relationship Id="rId30" Type="http://schemas.openxmlformats.org/officeDocument/2006/relationships/font" Target="fonts/font8.fntdata"/><Relationship Id="rId3" Type="http://schemas.openxmlformats.org/officeDocument/2006/relationships/slide" Target="slides/slide1.xml"/><Relationship Id="rId29" Type="http://schemas.openxmlformats.org/officeDocument/2006/relationships/font" Target="fonts/font7.fntdata"/><Relationship Id="rId28" Type="http://schemas.openxmlformats.org/officeDocument/2006/relationships/font" Target="fonts/font6.fntdata"/><Relationship Id="rId27" Type="http://schemas.openxmlformats.org/officeDocument/2006/relationships/font" Target="fonts/font5.fntdata"/><Relationship Id="rId26" Type="http://schemas.openxmlformats.org/officeDocument/2006/relationships/font" Target="fonts/font4.fntdata"/><Relationship Id="rId25" Type="http://schemas.openxmlformats.org/officeDocument/2006/relationships/font" Target="fonts/font3.fntdata"/><Relationship Id="rId24" Type="http://schemas.openxmlformats.org/officeDocument/2006/relationships/font" Target="fonts/font2.fntdata"/><Relationship Id="rId23" Type="http://schemas.openxmlformats.org/officeDocument/2006/relationships/font" Target="fonts/font1.fntdata"/><Relationship Id="rId22" Type="http://schemas.openxmlformats.org/officeDocument/2006/relationships/tableStyles" Target="tableStyles.xml"/><Relationship Id="rId21" Type="http://schemas.openxmlformats.org/officeDocument/2006/relationships/viewProps" Target="viewProps.xml"/><Relationship Id="rId20" Type="http://schemas.openxmlformats.org/officeDocument/2006/relationships/presProps" Target="presProps.xml"/><Relationship Id="rId2" Type="http://schemas.openxmlformats.org/officeDocument/2006/relationships/theme" Target="theme/theme1.xml"/><Relationship Id="rId19" Type="http://schemas.openxmlformats.org/officeDocument/2006/relationships/handoutMaster" Target="handoutMasters/handoutMaster1.xml"/><Relationship Id="rId18" Type="http://schemas.openxmlformats.org/officeDocument/2006/relationships/notesMaster" Target="notesMasters/notesMaster1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charts/_rels/chart1.xml.rels><?xml version="1.0" encoding="UTF-8" standalone="yes"?>
<Relationships xmlns="http://schemas.openxmlformats.org/package/2006/relationships"><Relationship Id="rId3" Type="http://schemas.microsoft.com/office/2011/relationships/chartColorStyle" Target="colors1.xml"/><Relationship Id="rId2" Type="http://schemas.microsoft.com/office/2011/relationships/chartStyle" Target="style1.xml"/><Relationship Id="rId1" Type="http://schemas.openxmlformats.org/officeDocument/2006/relationships/package" Target="../embeddings/Workbook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zh-CN" sz="1860" b="0" i="0" u="none" strike="noStrike" kern="1200" spc="0" baseline="0">
              <a:solidFill>
                <a:srgbClr val="F0D4AE"/>
              </a:solidFill>
              <a:latin typeface="+mn-lt"/>
              <a:ea typeface="+mn-ea"/>
              <a:cs typeface="+mn-cs"/>
            </a:defRPr>
          </a:pPr>
        </a:p>
      </c:txPr>
    </c:title>
    <c:autoTitleDeleted val="0"/>
    <c:plotArea>
      <c:layout/>
      <c:scatterChart>
        <c:scatterStyle val="smooth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Y 值</c:v>
                </c:pt>
              </c:strCache>
            </c:strRef>
          </c:tx>
          <c:spPr>
            <a:ln w="19050" cap="rnd">
              <a:solidFill>
                <a:srgbClr val="F0D4AE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F0D4AE"/>
              </a:solidFill>
              <a:ln w="9525">
                <a:solidFill>
                  <a:srgbClr val="F0D4AE"/>
                </a:solidFill>
              </a:ln>
              <a:effectLst/>
            </c:spPr>
          </c:marker>
          <c:dLbls>
            <c:delete val="1"/>
          </c:dLbls>
          <c:xVal>
            <c:numRef>
              <c:f>Sheet1!$A$2:$A$4</c:f>
              <c:numCache>
                <c:formatCode>General</c:formatCode>
                <c:ptCount val="3"/>
                <c:pt idx="0">
                  <c:v>0.7</c:v>
                </c:pt>
                <c:pt idx="1">
                  <c:v>1.8</c:v>
                </c:pt>
                <c:pt idx="2">
                  <c:v>2.6</c:v>
                </c:pt>
              </c:numCache>
            </c:numRef>
          </c:xVal>
          <c:yVal>
            <c:numRef>
              <c:f>Sheet1!$B$2:$B$4</c:f>
              <c:numCache>
                <c:formatCode>General</c:formatCode>
                <c:ptCount val="3"/>
                <c:pt idx="0">
                  <c:v>2.7</c:v>
                </c:pt>
                <c:pt idx="1">
                  <c:v>3.2</c:v>
                </c:pt>
                <c:pt idx="2">
                  <c:v>0.8</c:v>
                </c:pt>
              </c:numCache>
            </c:numRef>
          </c:yVal>
          <c:smooth val="1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962304736"/>
        <c:axId val="2081904320"/>
      </c:scatterChart>
      <c:valAx>
        <c:axId val="1962304736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rgbClr val="F0D4AE"/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rgbClr val="F0D4AE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1195" b="0" i="0" u="none" strike="noStrike" kern="1200" baseline="0">
                <a:solidFill>
                  <a:srgbClr val="F0D4AE"/>
                </a:solidFill>
                <a:latin typeface="+mn-lt"/>
                <a:ea typeface="+mn-ea"/>
                <a:cs typeface="+mn-cs"/>
              </a:defRPr>
            </a:pPr>
          </a:p>
        </c:txPr>
        <c:crossAx val="2081904320"/>
        <c:crosses val="autoZero"/>
        <c:crossBetween val="midCat"/>
      </c:valAx>
      <c:valAx>
        <c:axId val="208190432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rgbClr val="F0D4AE"/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rgbClr val="F0D4AE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1195" b="0" i="0" u="none" strike="noStrike" kern="1200" baseline="0">
                <a:solidFill>
                  <a:srgbClr val="F0D4AE"/>
                </a:solidFill>
                <a:latin typeface="+mn-lt"/>
                <a:ea typeface="+mn-ea"/>
                <a:cs typeface="+mn-cs"/>
              </a:defRPr>
            </a:pPr>
          </a:p>
        </c:txPr>
        <c:crossAx val="1962304736"/>
        <c:crosses val="autoZero"/>
        <c:crossBetween val="midCat"/>
      </c:valAx>
      <c:spPr>
        <a:noFill/>
        <a:ln>
          <a:solidFill>
            <a:srgbClr val="F0D4AE"/>
          </a:solidFill>
        </a:ln>
        <a:effectLst/>
      </c:spPr>
    </c:plotArea>
    <c:plotVisOnly val="1"/>
    <c:dispBlanksAs val="gap"/>
    <c:showDLblsOverMax val="0"/>
    <c:extLst>
      <c:ext uri="{0b15fc19-7d7d-44ad-8c2d-2c3a37ce22c3}">
        <chartProps xmlns="https://web.wps.cn/et/2018/main" chartId="{9afed91f-866d-41c2-9ad0-083095c297ae}"/>
      </c:ext>
    </c:extLst>
  </c:chart>
  <c:spPr>
    <a:noFill/>
    <a:ln>
      <a:noFill/>
    </a:ln>
    <a:effectLst/>
  </c:spPr>
  <c:txPr>
    <a:bodyPr/>
    <a:lstStyle/>
    <a:p>
      <a:pPr>
        <a:defRPr lang="zh-CN">
          <a:solidFill>
            <a:srgbClr val="F0D4AE"/>
          </a:solidFill>
        </a:defRPr>
      </a:pPr>
    </a:p>
  </c:txPr>
  <c:externalData r:id="rId1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185D51-3D05-4571-A283-B4A35CD20CD1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FB187E-2E7E-4C60-849C-ECEFA0A1AE2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185D51-3D05-4571-A283-B4A35CD20CD1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FB187E-2E7E-4C60-849C-ECEFA0A1AE2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185D51-3D05-4571-A283-B4A35CD20CD1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FB187E-2E7E-4C60-849C-ECEFA0A1AE2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185D51-3D05-4571-A283-B4A35CD20CD1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FB187E-2E7E-4C60-849C-ECEFA0A1AE2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185D51-3D05-4571-A283-B4A35CD20CD1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FB187E-2E7E-4C60-849C-ECEFA0A1AE2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185D51-3D05-4571-A283-B4A35CD20CD1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FB187E-2E7E-4C60-849C-ECEFA0A1AE2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185D51-3D05-4571-A283-B4A35CD20CD1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FB187E-2E7E-4C60-849C-ECEFA0A1AE2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185D51-3D05-4571-A283-B4A35CD20CD1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FB187E-2E7E-4C60-849C-ECEFA0A1AE2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185D51-3D05-4571-A283-B4A35CD20CD1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FB187E-2E7E-4C60-849C-ECEFA0A1AE2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185D51-3D05-4571-A283-B4A35CD20CD1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FB187E-2E7E-4C60-849C-ECEFA0A1AE2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185D51-3D05-4571-A283-B4A35CD20CD1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FB187E-2E7E-4C60-849C-ECEFA0A1AE2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7185D51-3D05-4571-A283-B4A35CD20CD1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0FB187E-2E7E-4C60-849C-ECEFA0A1AE2E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jpeg"/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6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3.jpeg"/><Relationship Id="rId3" Type="http://schemas.openxmlformats.org/officeDocument/2006/relationships/image" Target="../media/image4.jpe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3.jpeg"/><Relationship Id="rId3" Type="http://schemas.openxmlformats.org/officeDocument/2006/relationships/image" Target="../media/image4.jpe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chart" Target="../charts/char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8BC8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63012" y="55685"/>
            <a:ext cx="12065977" cy="6746631"/>
          </a:xfrm>
          <a:prstGeom prst="rect">
            <a:avLst/>
          </a:prstGeom>
          <a:solidFill>
            <a:srgbClr val="9F191F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1" name="图片 10" descr="背景图案&#10;&#10;描述已自动生成"/>
          <p:cNvPicPr>
            <a:picLocks noChangeAspect="1"/>
          </p:cNvPicPr>
          <p:nvPr/>
        </p:nvPicPr>
        <p:blipFill>
          <a:blip r:embed="rId1">
            <a:alphaModFix amt="54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 flipV="1">
            <a:off x="7018275" y="1691602"/>
            <a:ext cx="3801580" cy="6419847"/>
          </a:xfrm>
          <a:prstGeom prst="rect">
            <a:avLst/>
          </a:prstGeom>
        </p:spPr>
      </p:pic>
      <p:pic>
        <p:nvPicPr>
          <p:cNvPr id="12" name="图片 11" descr="背景图案&#10;&#10;描述已自动生成"/>
          <p:cNvPicPr>
            <a:picLocks noChangeAspect="1"/>
          </p:cNvPicPr>
          <p:nvPr/>
        </p:nvPicPr>
        <p:blipFill>
          <a:blip r:embed="rId1">
            <a:alphaModFix amt="39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 flipV="1">
            <a:off x="1153071" y="-1034376"/>
            <a:ext cx="2825633" cy="5005753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92731" y="6528221"/>
            <a:ext cx="5406537" cy="353227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1527610" y="412801"/>
            <a:ext cx="1588477" cy="27853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7500" dirty="0">
                <a:gradFill>
                  <a:gsLst>
                    <a:gs pos="0">
                      <a:srgbClr val="F0D4AE"/>
                    </a:gs>
                    <a:gs pos="100000">
                      <a:srgbClr val="E5B473"/>
                    </a:gs>
                  </a:gsLst>
                  <a:lin ang="5400000" scaled="1"/>
                </a:gradFill>
                <a:latin typeface="汉仪许静行楷W" panose="00020600040101010101" pitchFamily="18" charset="-122"/>
                <a:ea typeface="汉仪许静行楷W" panose="00020600040101010101" pitchFamily="18" charset="-122"/>
              </a:rPr>
              <a:t>百</a:t>
            </a:r>
            <a:endParaRPr lang="zh-CN" altLang="en-US" sz="17500" dirty="0">
              <a:gradFill>
                <a:gsLst>
                  <a:gs pos="0">
                    <a:srgbClr val="F0D4AE"/>
                  </a:gs>
                  <a:gs pos="100000">
                    <a:srgbClr val="E5B473"/>
                  </a:gs>
                </a:gsLst>
                <a:lin ang="5400000" scaled="1"/>
              </a:gradFill>
              <a:latin typeface="汉仪许静行楷W" panose="00020600040101010101" pitchFamily="18" charset="-122"/>
              <a:ea typeface="汉仪许静行楷W" panose="00020600040101010101" pitchFamily="18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2448655" y="1415996"/>
            <a:ext cx="1588477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8800" dirty="0">
                <a:gradFill>
                  <a:gsLst>
                    <a:gs pos="0">
                      <a:srgbClr val="F0D4AE"/>
                    </a:gs>
                    <a:gs pos="100000">
                      <a:srgbClr val="E5B473"/>
                    </a:gs>
                  </a:gsLst>
                  <a:lin ang="5400000" scaled="1"/>
                </a:gradFill>
                <a:latin typeface="汉仪许静行楷W" panose="00020600040101010101" pitchFamily="18" charset="-122"/>
                <a:ea typeface="汉仪许静行楷W" panose="00020600040101010101" pitchFamily="18" charset="-122"/>
              </a:rPr>
              <a:t>年</a:t>
            </a:r>
            <a:endParaRPr lang="zh-CN" altLang="en-US" sz="8800" dirty="0">
              <a:gradFill>
                <a:gsLst>
                  <a:gs pos="0">
                    <a:srgbClr val="F0D4AE"/>
                  </a:gs>
                  <a:gs pos="100000">
                    <a:srgbClr val="E5B473"/>
                  </a:gs>
                </a:gsLst>
                <a:lin ang="5400000" scaled="1"/>
              </a:gradFill>
              <a:latin typeface="汉仪许静行楷W" panose="00020600040101010101" pitchFamily="18" charset="-122"/>
              <a:ea typeface="汉仪许静行楷W" panose="00020600040101010101" pitchFamily="18" charset="-122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3426201" y="1351519"/>
            <a:ext cx="1588477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8800" dirty="0">
                <a:gradFill>
                  <a:gsLst>
                    <a:gs pos="0">
                      <a:srgbClr val="F0D4AE"/>
                    </a:gs>
                    <a:gs pos="100000">
                      <a:srgbClr val="E5B473"/>
                    </a:gs>
                  </a:gsLst>
                  <a:lin ang="5400000" scaled="1"/>
                </a:gradFill>
                <a:latin typeface="汉仪许静行楷W" panose="00020600040101010101" pitchFamily="18" charset="-122"/>
                <a:ea typeface="汉仪许静行楷W" panose="00020600040101010101" pitchFamily="18" charset="-122"/>
              </a:rPr>
              <a:t>大</a:t>
            </a:r>
            <a:endParaRPr lang="zh-CN" altLang="en-US" sz="8800" dirty="0">
              <a:gradFill>
                <a:gsLst>
                  <a:gs pos="0">
                    <a:srgbClr val="F0D4AE"/>
                  </a:gs>
                  <a:gs pos="100000">
                    <a:srgbClr val="E5B473"/>
                  </a:gs>
                </a:gsLst>
                <a:lin ang="5400000" scaled="1"/>
              </a:gradFill>
              <a:latin typeface="汉仪许静行楷W" panose="00020600040101010101" pitchFamily="18" charset="-122"/>
              <a:ea typeface="汉仪许静行楷W" panose="00020600040101010101" pitchFamily="18" charset="-122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4397018" y="1000498"/>
            <a:ext cx="1588477" cy="18620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1500" dirty="0">
                <a:gradFill>
                  <a:gsLst>
                    <a:gs pos="0">
                      <a:srgbClr val="F0D4AE"/>
                    </a:gs>
                    <a:gs pos="100000">
                      <a:srgbClr val="E5B473"/>
                    </a:gs>
                  </a:gsLst>
                  <a:lin ang="5400000" scaled="1"/>
                </a:gradFill>
                <a:latin typeface="汉仪许静行楷W" panose="00020600040101010101" pitchFamily="18" charset="-122"/>
                <a:ea typeface="汉仪许静行楷W" panose="00020600040101010101" pitchFamily="18" charset="-122"/>
              </a:rPr>
              <a:t>党</a:t>
            </a:r>
            <a:endParaRPr lang="zh-CN" altLang="en-US" sz="11500" dirty="0">
              <a:gradFill>
                <a:gsLst>
                  <a:gs pos="0">
                    <a:srgbClr val="F0D4AE"/>
                  </a:gs>
                  <a:gs pos="100000">
                    <a:srgbClr val="E5B473"/>
                  </a:gs>
                </a:gsLst>
                <a:lin ang="5400000" scaled="1"/>
              </a:gradFill>
              <a:latin typeface="汉仪许静行楷W" panose="00020600040101010101" pitchFamily="18" charset="-122"/>
              <a:ea typeface="汉仪许静行楷W" panose="00020600040101010101" pitchFamily="18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6509508" y="1142662"/>
            <a:ext cx="1588477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2200" dirty="0">
                <a:gradFill>
                  <a:gsLst>
                    <a:gs pos="0">
                      <a:srgbClr val="F0D4AE"/>
                    </a:gs>
                    <a:gs pos="100000">
                      <a:srgbClr val="E5B473"/>
                    </a:gs>
                  </a:gsLst>
                  <a:lin ang="5400000" scaled="1"/>
                </a:gradFill>
                <a:latin typeface="汉仪许静行楷W" panose="00020600040101010101" pitchFamily="18" charset="-122"/>
                <a:ea typeface="汉仪许静行楷W" panose="00020600040101010101" pitchFamily="18" charset="-122"/>
              </a:rPr>
              <a:t>风</a:t>
            </a:r>
            <a:endParaRPr lang="zh-CN" altLang="en-US" sz="12200" dirty="0">
              <a:gradFill>
                <a:gsLst>
                  <a:gs pos="0">
                    <a:srgbClr val="F0D4AE"/>
                  </a:gs>
                  <a:gs pos="100000">
                    <a:srgbClr val="E5B473"/>
                  </a:gs>
                </a:gsLst>
                <a:lin ang="5400000" scaled="1"/>
              </a:gradFill>
              <a:latin typeface="汉仪许静行楷W" panose="00020600040101010101" pitchFamily="18" charset="-122"/>
              <a:ea typeface="汉仪许静行楷W" panose="00020600040101010101" pitchFamily="18" charset="-122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7346838" y="1396543"/>
            <a:ext cx="1588477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8800" dirty="0">
                <a:gradFill>
                  <a:gsLst>
                    <a:gs pos="0">
                      <a:srgbClr val="F0D4AE"/>
                    </a:gs>
                    <a:gs pos="100000">
                      <a:srgbClr val="E5B473"/>
                    </a:gs>
                  </a:gsLst>
                  <a:lin ang="5400000" scaled="1"/>
                </a:gradFill>
                <a:latin typeface="汉仪许静行楷W" panose="00020600040101010101" pitchFamily="18" charset="-122"/>
                <a:ea typeface="汉仪许静行楷W" panose="00020600040101010101" pitchFamily="18" charset="-122"/>
              </a:rPr>
              <a:t>华</a:t>
            </a:r>
            <a:endParaRPr lang="zh-CN" altLang="en-US" sz="8800" dirty="0">
              <a:gradFill>
                <a:gsLst>
                  <a:gs pos="0">
                    <a:srgbClr val="F0D4AE"/>
                  </a:gs>
                  <a:gs pos="100000">
                    <a:srgbClr val="E5B473"/>
                  </a:gs>
                </a:gsLst>
                <a:lin ang="5400000" scaled="1"/>
              </a:gradFill>
              <a:latin typeface="汉仪许静行楷W" panose="00020600040101010101" pitchFamily="18" charset="-122"/>
              <a:ea typeface="汉仪许静行楷W" panose="00020600040101010101" pitchFamily="18" charset="-122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8160997" y="1531213"/>
            <a:ext cx="1588477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8800" dirty="0">
                <a:gradFill>
                  <a:gsLst>
                    <a:gs pos="0">
                      <a:srgbClr val="F0D4AE"/>
                    </a:gs>
                    <a:gs pos="100000">
                      <a:srgbClr val="E5B473"/>
                    </a:gs>
                  </a:gsLst>
                  <a:lin ang="5400000" scaled="1"/>
                </a:gradFill>
                <a:latin typeface="汉仪许静行楷W" panose="00020600040101010101" pitchFamily="18" charset="-122"/>
                <a:ea typeface="汉仪许静行楷W" panose="00020600040101010101" pitchFamily="18" charset="-122"/>
              </a:rPr>
              <a:t>正</a:t>
            </a:r>
            <a:endParaRPr lang="zh-CN" altLang="en-US" sz="8800" dirty="0">
              <a:gradFill>
                <a:gsLst>
                  <a:gs pos="0">
                    <a:srgbClr val="F0D4AE"/>
                  </a:gs>
                  <a:gs pos="100000">
                    <a:srgbClr val="E5B473"/>
                  </a:gs>
                </a:gsLst>
                <a:lin ang="5400000" scaled="1"/>
              </a:gradFill>
              <a:latin typeface="汉仪许静行楷W" panose="00020600040101010101" pitchFamily="18" charset="-122"/>
              <a:ea typeface="汉仪许静行楷W" panose="00020600040101010101" pitchFamily="18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9223999" y="1031275"/>
            <a:ext cx="1588477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3800" dirty="0">
                <a:gradFill>
                  <a:gsLst>
                    <a:gs pos="0">
                      <a:srgbClr val="F0D4AE"/>
                    </a:gs>
                    <a:gs pos="100000">
                      <a:srgbClr val="E5B473"/>
                    </a:gs>
                  </a:gsLst>
                  <a:lin ang="5400000" scaled="1"/>
                </a:gradFill>
                <a:latin typeface="汉仪许静行楷W" panose="00020600040101010101" pitchFamily="18" charset="-122"/>
                <a:ea typeface="汉仪许静行楷W" panose="00020600040101010101" pitchFamily="18" charset="-122"/>
              </a:rPr>
              <a:t>茂</a:t>
            </a:r>
            <a:endParaRPr lang="zh-CN" altLang="en-US" sz="13800" dirty="0">
              <a:gradFill>
                <a:gsLst>
                  <a:gs pos="0">
                    <a:srgbClr val="F0D4AE"/>
                  </a:gs>
                  <a:gs pos="100000">
                    <a:srgbClr val="E5B473"/>
                  </a:gs>
                </a:gsLst>
                <a:lin ang="5400000" scaled="1"/>
              </a:gradFill>
              <a:latin typeface="汉仪许静行楷W" panose="00020600040101010101" pitchFamily="18" charset="-122"/>
              <a:ea typeface="汉仪许静行楷W" panose="00020600040101010101" pitchFamily="18" charset="-122"/>
            </a:endParaRPr>
          </a:p>
        </p:txBody>
      </p:sp>
      <p:grpSp>
        <p:nvGrpSpPr>
          <p:cNvPr id="21" name="组合 20"/>
          <p:cNvGrpSpPr/>
          <p:nvPr/>
        </p:nvGrpSpPr>
        <p:grpSpPr>
          <a:xfrm>
            <a:off x="3076575" y="3473980"/>
            <a:ext cx="6048375" cy="445271"/>
            <a:chOff x="3076575" y="2983057"/>
            <a:chExt cx="6048375" cy="531668"/>
          </a:xfrm>
        </p:grpSpPr>
        <p:cxnSp>
          <p:nvCxnSpPr>
            <p:cNvPr id="22" name="直接连接符 21"/>
            <p:cNvCxnSpPr/>
            <p:nvPr/>
          </p:nvCxnSpPr>
          <p:spPr>
            <a:xfrm>
              <a:off x="3076575" y="3009900"/>
              <a:ext cx="6048375" cy="0"/>
            </a:xfrm>
            <a:prstGeom prst="line">
              <a:avLst/>
            </a:prstGeom>
            <a:ln w="19050">
              <a:solidFill>
                <a:srgbClr val="F0D4A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直接连接符 22"/>
            <p:cNvCxnSpPr/>
            <p:nvPr/>
          </p:nvCxnSpPr>
          <p:spPr>
            <a:xfrm>
              <a:off x="3076575" y="3514725"/>
              <a:ext cx="6048375" cy="0"/>
            </a:xfrm>
            <a:prstGeom prst="line">
              <a:avLst/>
            </a:prstGeom>
            <a:ln w="19050">
              <a:solidFill>
                <a:srgbClr val="E5B47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文本框 23"/>
            <p:cNvSpPr txBox="1"/>
            <p:nvPr/>
          </p:nvSpPr>
          <p:spPr>
            <a:xfrm>
              <a:off x="3088255" y="2983057"/>
              <a:ext cx="601548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/>
              <a:r>
                <a:rPr lang="zh-CN" altLang="en-US" sz="2400" dirty="0">
                  <a:gradFill>
                    <a:gsLst>
                      <a:gs pos="0">
                        <a:srgbClr val="F0D4AE"/>
                      </a:gs>
                      <a:gs pos="100000">
                        <a:srgbClr val="E5B473"/>
                      </a:gs>
                    </a:gsLst>
                    <a:lin ang="5400000" scaled="1"/>
                  </a:gradFill>
                  <a:latin typeface="汉仪大宋简" panose="02010600000101010101" pitchFamily="2" charset="-122"/>
                  <a:ea typeface="汉仪大宋简" panose="02010600000101010101" pitchFamily="2" charset="-122"/>
                </a:rPr>
                <a:t>党政风建党日报告</a:t>
              </a:r>
              <a:r>
                <a:rPr lang="en-US" altLang="zh-CN" sz="2400" dirty="0">
                  <a:gradFill>
                    <a:gsLst>
                      <a:gs pos="0">
                        <a:srgbClr val="F0D4AE"/>
                      </a:gs>
                      <a:gs pos="100000">
                        <a:srgbClr val="E5B473"/>
                      </a:gs>
                    </a:gsLst>
                    <a:lin ang="5400000" scaled="1"/>
                  </a:gradFill>
                  <a:latin typeface="汉仪大宋简" panose="02010600000101010101" pitchFamily="2" charset="-122"/>
                  <a:ea typeface="汉仪大宋简" panose="02010600000101010101" pitchFamily="2" charset="-122"/>
                </a:rPr>
                <a:t>PPT</a:t>
              </a:r>
              <a:r>
                <a:rPr lang="zh-CN" altLang="en-US" sz="2400" dirty="0">
                  <a:gradFill>
                    <a:gsLst>
                      <a:gs pos="0">
                        <a:srgbClr val="F0D4AE"/>
                      </a:gs>
                      <a:gs pos="100000">
                        <a:srgbClr val="E5B473"/>
                      </a:gs>
                    </a:gsLst>
                    <a:lin ang="5400000" scaled="1"/>
                  </a:gradFill>
                  <a:latin typeface="汉仪大宋简" panose="02010600000101010101" pitchFamily="2" charset="-122"/>
                  <a:ea typeface="汉仪大宋简" panose="02010600000101010101" pitchFamily="2" charset="-122"/>
                </a:rPr>
                <a:t>模板</a:t>
              </a:r>
              <a:endParaRPr lang="zh-CN" altLang="en-US" sz="2400" dirty="0">
                <a:gradFill>
                  <a:gsLst>
                    <a:gs pos="0">
                      <a:srgbClr val="F0D4AE"/>
                    </a:gs>
                    <a:gs pos="100000">
                      <a:srgbClr val="E5B473"/>
                    </a:gs>
                  </a:gsLst>
                  <a:lin ang="5400000" scaled="1"/>
                </a:gradFill>
                <a:latin typeface="汉仪大宋简" panose="02010600000101010101" pitchFamily="2" charset="-122"/>
                <a:ea typeface="汉仪大宋简" panose="02010600000101010101" pitchFamily="2" charset="-122"/>
              </a:endParaRPr>
            </a:p>
          </p:txBody>
        </p:sp>
      </p:grpSp>
      <p:grpSp>
        <p:nvGrpSpPr>
          <p:cNvPr id="25" name="组合 24"/>
          <p:cNvGrpSpPr/>
          <p:nvPr/>
        </p:nvGrpSpPr>
        <p:grpSpPr>
          <a:xfrm>
            <a:off x="4714874" y="5278627"/>
            <a:ext cx="2762250" cy="428966"/>
            <a:chOff x="4714874" y="4981436"/>
            <a:chExt cx="2762250" cy="461066"/>
          </a:xfrm>
        </p:grpSpPr>
        <p:sp>
          <p:nvSpPr>
            <p:cNvPr id="26" name="矩形: 圆角 25"/>
            <p:cNvSpPr/>
            <p:nvPr/>
          </p:nvSpPr>
          <p:spPr>
            <a:xfrm>
              <a:off x="4714874" y="4981436"/>
              <a:ext cx="2762250" cy="461066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F0D4AE"/>
                </a:gs>
                <a:gs pos="100000">
                  <a:srgbClr val="E5B473"/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gradFill>
                  <a:gsLst>
                    <a:gs pos="0">
                      <a:srgbClr val="F0D4AE"/>
                    </a:gs>
                    <a:gs pos="100000">
                      <a:srgbClr val="E5B473"/>
                    </a:gs>
                  </a:gsLst>
                  <a:lin ang="5400000" scaled="1"/>
                </a:gradFill>
              </a:endParaRPr>
            </a:p>
          </p:txBody>
        </p:sp>
        <p:sp>
          <p:nvSpPr>
            <p:cNvPr id="27" name="文本框 26"/>
            <p:cNvSpPr txBox="1"/>
            <p:nvPr/>
          </p:nvSpPr>
          <p:spPr>
            <a:xfrm>
              <a:off x="4843350" y="4986552"/>
              <a:ext cx="2505298" cy="4286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/>
              <a:r>
                <a:rPr lang="en-US" altLang="zh-CN" sz="2000" dirty="0">
                  <a:solidFill>
                    <a:srgbClr val="9F191F"/>
                  </a:solidFill>
                  <a:latin typeface="汉仪大宋简" panose="02010600000101010101" pitchFamily="2" charset="-122"/>
                  <a:ea typeface="汉仪大宋简" panose="02010600000101010101" pitchFamily="2" charset="-122"/>
                </a:rPr>
                <a:t>XXXX·</a:t>
              </a:r>
              <a:r>
                <a:rPr lang="zh-CN" altLang="en-US" sz="2000" dirty="0">
                  <a:solidFill>
                    <a:srgbClr val="9F191F"/>
                  </a:solidFill>
                  <a:latin typeface="汉仪大宋简" panose="02010600000101010101" pitchFamily="2" charset="-122"/>
                  <a:ea typeface="汉仪大宋简" panose="02010600000101010101" pitchFamily="2" charset="-122"/>
                </a:rPr>
                <a:t>党支部</a:t>
              </a:r>
              <a:endParaRPr lang="zh-CN" altLang="en-US" sz="2000" dirty="0">
                <a:solidFill>
                  <a:srgbClr val="9F191F"/>
                </a:solidFill>
                <a:latin typeface="汉仪大宋简" panose="02010600000101010101" pitchFamily="2" charset="-122"/>
                <a:ea typeface="汉仪大宋简" panose="02010600000101010101" pitchFamily="2" charset="-122"/>
              </a:endParaRPr>
            </a:p>
          </p:txBody>
        </p:sp>
      </p:grpSp>
      <p:sp>
        <p:nvSpPr>
          <p:cNvPr id="28" name="矩形 27"/>
          <p:cNvSpPr/>
          <p:nvPr/>
        </p:nvSpPr>
        <p:spPr>
          <a:xfrm>
            <a:off x="2952751" y="4147168"/>
            <a:ext cx="6286500" cy="5927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>
              <a:lnSpc>
                <a:spcPct val="120000"/>
              </a:lnSpc>
            </a:pPr>
            <a:r>
              <a:rPr lang="en-US" altLang="zh-CN" sz="1400" dirty="0">
                <a:gradFill>
                  <a:gsLst>
                    <a:gs pos="0">
                      <a:srgbClr val="F0D4AE"/>
                    </a:gs>
                    <a:gs pos="100000">
                      <a:srgbClr val="E5B473"/>
                    </a:gs>
                  </a:gsLst>
                  <a:lin ang="5400000" scaled="1"/>
                </a:gradFill>
                <a:latin typeface="等线" panose="02010600030101010101" pitchFamily="2" charset="-122"/>
                <a:ea typeface="等线" panose="02010600030101010101" pitchFamily="2" charset="-122"/>
              </a:rPr>
              <a:t>May I be strenuous, energetic and persevering ! May I be patient! May I be able to bear and forbear the wrongs of others! May I ever keep a promise given!</a:t>
            </a:r>
            <a:endParaRPr lang="zh-CN" altLang="en-US" sz="1400" dirty="0">
              <a:gradFill>
                <a:gsLst>
                  <a:gs pos="0">
                    <a:srgbClr val="F0D4AE"/>
                  </a:gs>
                  <a:gs pos="100000">
                    <a:srgbClr val="E5B473"/>
                  </a:gs>
                </a:gsLst>
                <a:lin ang="5400000" scaled="1"/>
              </a:gradFill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8BC8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63012" y="55685"/>
            <a:ext cx="12065977" cy="6746631"/>
          </a:xfrm>
          <a:prstGeom prst="rect">
            <a:avLst/>
          </a:prstGeom>
          <a:solidFill>
            <a:srgbClr val="9F191F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1" name="图片 10" descr="背景图案&#10;&#10;描述已自动生成"/>
          <p:cNvPicPr>
            <a:picLocks noChangeAspect="1"/>
          </p:cNvPicPr>
          <p:nvPr/>
        </p:nvPicPr>
        <p:blipFill>
          <a:blip r:embed="rId1">
            <a:alphaModFix amt="54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 flipV="1">
            <a:off x="7018275" y="1691602"/>
            <a:ext cx="3801580" cy="6419847"/>
          </a:xfrm>
          <a:prstGeom prst="rect">
            <a:avLst/>
          </a:prstGeom>
        </p:spPr>
      </p:pic>
      <p:pic>
        <p:nvPicPr>
          <p:cNvPr id="12" name="图片 11" descr="背景图案&#10;&#10;描述已自动生成"/>
          <p:cNvPicPr>
            <a:picLocks noChangeAspect="1"/>
          </p:cNvPicPr>
          <p:nvPr/>
        </p:nvPicPr>
        <p:blipFill>
          <a:blip r:embed="rId1">
            <a:alphaModFix amt="39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 flipV="1">
            <a:off x="1153071" y="-1034376"/>
            <a:ext cx="2825633" cy="5005753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92731" y="6528221"/>
            <a:ext cx="5406537" cy="353227"/>
          </a:xfrm>
          <a:prstGeom prst="rect">
            <a:avLst/>
          </a:prstGeom>
        </p:spPr>
      </p:pic>
      <p:sp>
        <p:nvSpPr>
          <p:cNvPr id="47" name="文本框 46"/>
          <p:cNvSpPr txBox="1"/>
          <p:nvPr/>
        </p:nvSpPr>
        <p:spPr>
          <a:xfrm>
            <a:off x="5098915" y="832385"/>
            <a:ext cx="1887222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6600" dirty="0">
                <a:gradFill>
                  <a:gsLst>
                    <a:gs pos="0">
                      <a:srgbClr val="F0D4AE"/>
                    </a:gs>
                    <a:gs pos="100000">
                      <a:srgbClr val="E5B473"/>
                    </a:gs>
                  </a:gsLst>
                  <a:lin ang="5400000" scaled="1"/>
                </a:gradFill>
                <a:latin typeface="汉仪许静行楷W" panose="00020600040101010101" pitchFamily="18" charset="-122"/>
                <a:ea typeface="汉仪许静行楷W" panose="00020600040101010101" pitchFamily="18" charset="-122"/>
              </a:rPr>
              <a:t>目录</a:t>
            </a:r>
            <a:endParaRPr lang="zh-CN" altLang="en-US" sz="6600" dirty="0">
              <a:gradFill>
                <a:gsLst>
                  <a:gs pos="0">
                    <a:srgbClr val="F0D4AE"/>
                  </a:gs>
                  <a:gs pos="100000">
                    <a:srgbClr val="E5B473"/>
                  </a:gs>
                </a:gsLst>
                <a:lin ang="5400000" scaled="1"/>
              </a:gradFill>
              <a:latin typeface="汉仪许静行楷W" panose="00020600040101010101" pitchFamily="18" charset="-122"/>
              <a:ea typeface="汉仪许静行楷W" panose="00020600040101010101" pitchFamily="18" charset="-122"/>
            </a:endParaRPr>
          </a:p>
        </p:txBody>
      </p:sp>
      <p:sp>
        <p:nvSpPr>
          <p:cNvPr id="48" name="文本框 47"/>
          <p:cNvSpPr txBox="1"/>
          <p:nvPr/>
        </p:nvSpPr>
        <p:spPr>
          <a:xfrm>
            <a:off x="5287085" y="1928559"/>
            <a:ext cx="151088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en-US" altLang="zh-CN" sz="1400" dirty="0">
                <a:gradFill>
                  <a:gsLst>
                    <a:gs pos="0">
                      <a:srgbClr val="F0D4AE"/>
                    </a:gs>
                    <a:gs pos="100000">
                      <a:srgbClr val="E5B473"/>
                    </a:gs>
                  </a:gsLst>
                  <a:lin ang="5400000" scaled="1"/>
                </a:gradFill>
                <a:latin typeface="汉仪许静行楷W" panose="00020600040101010101" pitchFamily="18" charset="-122"/>
                <a:ea typeface="汉仪许静行楷W" panose="00020600040101010101" pitchFamily="18" charset="-122"/>
              </a:rPr>
              <a:t>CONTENTS</a:t>
            </a:r>
            <a:endParaRPr lang="zh-CN" altLang="en-US" sz="1400" dirty="0">
              <a:gradFill>
                <a:gsLst>
                  <a:gs pos="0">
                    <a:srgbClr val="F0D4AE"/>
                  </a:gs>
                  <a:gs pos="100000">
                    <a:srgbClr val="E5B473"/>
                  </a:gs>
                </a:gsLst>
                <a:lin ang="5400000" scaled="1"/>
              </a:gradFill>
              <a:latin typeface="汉仪许静行楷W" panose="00020600040101010101" pitchFamily="18" charset="-122"/>
              <a:ea typeface="汉仪许静行楷W" panose="00020600040101010101" pitchFamily="18" charset="-122"/>
            </a:endParaRPr>
          </a:p>
        </p:txBody>
      </p:sp>
      <p:sp>
        <p:nvSpPr>
          <p:cNvPr id="49" name="椭圆 48"/>
          <p:cNvSpPr/>
          <p:nvPr/>
        </p:nvSpPr>
        <p:spPr>
          <a:xfrm>
            <a:off x="1502413" y="3131058"/>
            <a:ext cx="733425" cy="733425"/>
          </a:xfrm>
          <a:prstGeom prst="ellipse">
            <a:avLst/>
          </a:prstGeom>
          <a:gradFill>
            <a:gsLst>
              <a:gs pos="0">
                <a:srgbClr val="F0D4AE"/>
              </a:gs>
              <a:gs pos="100000">
                <a:srgbClr val="E5B473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>
              <a:solidFill>
                <a:srgbClr val="9F191F"/>
              </a:solidFill>
              <a:latin typeface="汉仪许静行楷W" panose="00020600040101010101" pitchFamily="18" charset="-122"/>
              <a:ea typeface="汉仪许静行楷W" panose="00020600040101010101" pitchFamily="18" charset="-122"/>
            </a:endParaRPr>
          </a:p>
        </p:txBody>
      </p:sp>
      <p:sp>
        <p:nvSpPr>
          <p:cNvPr id="50" name="文本框 49"/>
          <p:cNvSpPr txBox="1"/>
          <p:nvPr/>
        </p:nvSpPr>
        <p:spPr>
          <a:xfrm>
            <a:off x="1556885" y="3168746"/>
            <a:ext cx="62865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en-US" altLang="zh-CN" sz="3200" dirty="0">
                <a:solidFill>
                  <a:srgbClr val="9F191F"/>
                </a:solidFill>
                <a:latin typeface="汉仪许静行楷W" panose="00020600040101010101" pitchFamily="18" charset="-122"/>
                <a:ea typeface="汉仪许静行楷W" panose="00020600040101010101" pitchFamily="18" charset="-122"/>
              </a:rPr>
              <a:t>01</a:t>
            </a:r>
            <a:endParaRPr lang="zh-CN" altLang="en-US" sz="3200" dirty="0">
              <a:solidFill>
                <a:srgbClr val="9F191F"/>
              </a:solidFill>
              <a:latin typeface="汉仪许静行楷W" panose="00020600040101010101" pitchFamily="18" charset="-122"/>
              <a:ea typeface="汉仪许静行楷W" panose="00020600040101010101" pitchFamily="18" charset="-122"/>
            </a:endParaRPr>
          </a:p>
        </p:txBody>
      </p:sp>
      <p:sp>
        <p:nvSpPr>
          <p:cNvPr id="51" name="矩形 50"/>
          <p:cNvSpPr/>
          <p:nvPr/>
        </p:nvSpPr>
        <p:spPr>
          <a:xfrm>
            <a:off x="2283964" y="2930225"/>
            <a:ext cx="3460757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/>
            <a:r>
              <a:rPr lang="zh-CN" altLang="en-US" sz="4000" dirty="0">
                <a:gradFill>
                  <a:gsLst>
                    <a:gs pos="0">
                      <a:srgbClr val="F0D4AE"/>
                    </a:gs>
                    <a:gs pos="100000">
                      <a:srgbClr val="E5B473"/>
                    </a:gs>
                  </a:gsLst>
                  <a:lin ang="5400000" scaled="1"/>
                </a:gradFill>
                <a:latin typeface="汉仪许静行楷W" panose="00020600040101010101" pitchFamily="18" charset="-122"/>
                <a:ea typeface="汉仪许静行楷W" panose="00020600040101010101" pitchFamily="18" charset="-122"/>
              </a:rPr>
              <a:t>输入您的标题</a:t>
            </a:r>
            <a:endParaRPr lang="zh-CN" altLang="en-US" sz="4000" dirty="0">
              <a:gradFill>
                <a:gsLst>
                  <a:gs pos="0">
                    <a:srgbClr val="F0D4AE"/>
                  </a:gs>
                  <a:gs pos="100000">
                    <a:srgbClr val="E5B473"/>
                  </a:gs>
                </a:gsLst>
                <a:lin ang="5400000" scaled="1"/>
              </a:gradFill>
              <a:latin typeface="汉仪许静行楷W" panose="00020600040101010101" pitchFamily="18" charset="-122"/>
              <a:ea typeface="汉仪许静行楷W" panose="00020600040101010101" pitchFamily="18" charset="-122"/>
            </a:endParaRPr>
          </a:p>
        </p:txBody>
      </p:sp>
      <p:sp>
        <p:nvSpPr>
          <p:cNvPr id="52" name="矩形 51"/>
          <p:cNvSpPr/>
          <p:nvPr/>
        </p:nvSpPr>
        <p:spPr>
          <a:xfrm>
            <a:off x="2283963" y="3588937"/>
            <a:ext cx="3412633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/>
            <a:r>
              <a:rPr lang="en-US" altLang="zh-CN" sz="1200" dirty="0">
                <a:gradFill>
                  <a:gsLst>
                    <a:gs pos="0">
                      <a:srgbClr val="F0D4AE"/>
                    </a:gs>
                    <a:gs pos="100000">
                      <a:srgbClr val="E5B473"/>
                    </a:gs>
                  </a:gsLst>
                  <a:lin ang="5400000" scaled="1"/>
                </a:gradFill>
                <a:latin typeface="汉仪许静行楷W" panose="00020600040101010101" pitchFamily="18" charset="-122"/>
                <a:ea typeface="汉仪许静行楷W" panose="00020600040101010101" pitchFamily="18" charset="-122"/>
              </a:rPr>
              <a:t>Enter your title here</a:t>
            </a:r>
            <a:endParaRPr lang="zh-CN" altLang="en-US" sz="1200" dirty="0">
              <a:gradFill>
                <a:gsLst>
                  <a:gs pos="0">
                    <a:srgbClr val="F0D4AE"/>
                  </a:gs>
                  <a:gs pos="100000">
                    <a:srgbClr val="E5B473"/>
                  </a:gs>
                </a:gsLst>
                <a:lin ang="5400000" scaled="1"/>
              </a:gradFill>
              <a:latin typeface="汉仪许静行楷W" panose="00020600040101010101" pitchFamily="18" charset="-122"/>
              <a:ea typeface="汉仪许静行楷W" panose="00020600040101010101" pitchFamily="18" charset="-122"/>
            </a:endParaRPr>
          </a:p>
        </p:txBody>
      </p:sp>
      <p:sp>
        <p:nvSpPr>
          <p:cNvPr id="53" name="椭圆 52"/>
          <p:cNvSpPr/>
          <p:nvPr/>
        </p:nvSpPr>
        <p:spPr>
          <a:xfrm>
            <a:off x="6402918" y="3131058"/>
            <a:ext cx="733425" cy="733425"/>
          </a:xfrm>
          <a:prstGeom prst="ellipse">
            <a:avLst/>
          </a:prstGeom>
          <a:gradFill>
            <a:gsLst>
              <a:gs pos="0">
                <a:srgbClr val="F0D4AE"/>
              </a:gs>
              <a:gs pos="100000">
                <a:srgbClr val="E5B473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>
              <a:solidFill>
                <a:srgbClr val="9F191F"/>
              </a:solidFill>
              <a:latin typeface="汉仪许静行楷W" panose="00020600040101010101" pitchFamily="18" charset="-122"/>
              <a:ea typeface="汉仪许静行楷W" panose="00020600040101010101" pitchFamily="18" charset="-122"/>
            </a:endParaRPr>
          </a:p>
        </p:txBody>
      </p:sp>
      <p:sp>
        <p:nvSpPr>
          <p:cNvPr id="54" name="文本框 53"/>
          <p:cNvSpPr txBox="1"/>
          <p:nvPr/>
        </p:nvSpPr>
        <p:spPr>
          <a:xfrm>
            <a:off x="6457390" y="3168746"/>
            <a:ext cx="62865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en-US" altLang="zh-CN" sz="3200" dirty="0">
                <a:solidFill>
                  <a:srgbClr val="9F191F"/>
                </a:solidFill>
                <a:latin typeface="汉仪许静行楷W" panose="00020600040101010101" pitchFamily="18" charset="-122"/>
                <a:ea typeface="汉仪许静行楷W" panose="00020600040101010101" pitchFamily="18" charset="-122"/>
              </a:rPr>
              <a:t>02</a:t>
            </a:r>
            <a:endParaRPr lang="zh-CN" altLang="en-US" sz="3200" dirty="0">
              <a:solidFill>
                <a:srgbClr val="9F191F"/>
              </a:solidFill>
              <a:latin typeface="汉仪许静行楷W" panose="00020600040101010101" pitchFamily="18" charset="-122"/>
              <a:ea typeface="汉仪许静行楷W" panose="00020600040101010101" pitchFamily="18" charset="-122"/>
            </a:endParaRPr>
          </a:p>
        </p:txBody>
      </p:sp>
      <p:sp>
        <p:nvSpPr>
          <p:cNvPr id="55" name="矩形 54"/>
          <p:cNvSpPr/>
          <p:nvPr/>
        </p:nvSpPr>
        <p:spPr>
          <a:xfrm>
            <a:off x="7184469" y="2930225"/>
            <a:ext cx="3460757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/>
            <a:r>
              <a:rPr lang="zh-CN" altLang="en-US" sz="4000" dirty="0">
                <a:gradFill>
                  <a:gsLst>
                    <a:gs pos="0">
                      <a:srgbClr val="F0D4AE"/>
                    </a:gs>
                    <a:gs pos="100000">
                      <a:srgbClr val="E5B473"/>
                    </a:gs>
                  </a:gsLst>
                  <a:lin ang="5400000" scaled="1"/>
                </a:gradFill>
                <a:latin typeface="汉仪许静行楷W" panose="00020600040101010101" pitchFamily="18" charset="-122"/>
                <a:ea typeface="汉仪许静行楷W" panose="00020600040101010101" pitchFamily="18" charset="-122"/>
              </a:rPr>
              <a:t>输入您的标题</a:t>
            </a:r>
            <a:endParaRPr lang="zh-CN" altLang="en-US" sz="4000" dirty="0">
              <a:gradFill>
                <a:gsLst>
                  <a:gs pos="0">
                    <a:srgbClr val="F0D4AE"/>
                  </a:gs>
                  <a:gs pos="100000">
                    <a:srgbClr val="E5B473"/>
                  </a:gs>
                </a:gsLst>
                <a:lin ang="5400000" scaled="1"/>
              </a:gradFill>
              <a:latin typeface="汉仪许静行楷W" panose="00020600040101010101" pitchFamily="18" charset="-122"/>
              <a:ea typeface="汉仪许静行楷W" panose="00020600040101010101" pitchFamily="18" charset="-122"/>
            </a:endParaRPr>
          </a:p>
        </p:txBody>
      </p:sp>
      <p:sp>
        <p:nvSpPr>
          <p:cNvPr id="56" name="矩形 55"/>
          <p:cNvSpPr/>
          <p:nvPr/>
        </p:nvSpPr>
        <p:spPr>
          <a:xfrm>
            <a:off x="7184468" y="3588937"/>
            <a:ext cx="3412633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/>
            <a:r>
              <a:rPr lang="en-US" altLang="zh-CN" sz="1200" dirty="0">
                <a:gradFill>
                  <a:gsLst>
                    <a:gs pos="0">
                      <a:srgbClr val="F0D4AE"/>
                    </a:gs>
                    <a:gs pos="100000">
                      <a:srgbClr val="E5B473"/>
                    </a:gs>
                  </a:gsLst>
                  <a:lin ang="5400000" scaled="1"/>
                </a:gradFill>
                <a:latin typeface="汉仪许静行楷W" panose="00020600040101010101" pitchFamily="18" charset="-122"/>
                <a:ea typeface="汉仪许静行楷W" panose="00020600040101010101" pitchFamily="18" charset="-122"/>
              </a:rPr>
              <a:t>Enter your title here</a:t>
            </a:r>
            <a:endParaRPr lang="zh-CN" altLang="en-US" sz="1200" dirty="0">
              <a:gradFill>
                <a:gsLst>
                  <a:gs pos="0">
                    <a:srgbClr val="F0D4AE"/>
                  </a:gs>
                  <a:gs pos="100000">
                    <a:srgbClr val="E5B473"/>
                  </a:gs>
                </a:gsLst>
                <a:lin ang="5400000" scaled="1"/>
              </a:gradFill>
              <a:latin typeface="汉仪许静行楷W" panose="00020600040101010101" pitchFamily="18" charset="-122"/>
              <a:ea typeface="汉仪许静行楷W" panose="00020600040101010101" pitchFamily="18" charset="-122"/>
            </a:endParaRPr>
          </a:p>
        </p:txBody>
      </p:sp>
      <p:sp>
        <p:nvSpPr>
          <p:cNvPr id="57" name="椭圆 56"/>
          <p:cNvSpPr/>
          <p:nvPr/>
        </p:nvSpPr>
        <p:spPr>
          <a:xfrm>
            <a:off x="1502413" y="4636825"/>
            <a:ext cx="733425" cy="733425"/>
          </a:xfrm>
          <a:prstGeom prst="ellipse">
            <a:avLst/>
          </a:prstGeom>
          <a:gradFill>
            <a:gsLst>
              <a:gs pos="0">
                <a:srgbClr val="F0D4AE"/>
              </a:gs>
              <a:gs pos="100000">
                <a:srgbClr val="E5B473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>
              <a:solidFill>
                <a:srgbClr val="9F191F"/>
              </a:solidFill>
              <a:latin typeface="汉仪许静行楷W" panose="00020600040101010101" pitchFamily="18" charset="-122"/>
              <a:ea typeface="汉仪许静行楷W" panose="00020600040101010101" pitchFamily="18" charset="-122"/>
            </a:endParaRPr>
          </a:p>
        </p:txBody>
      </p:sp>
      <p:sp>
        <p:nvSpPr>
          <p:cNvPr id="58" name="文本框 57"/>
          <p:cNvSpPr txBox="1"/>
          <p:nvPr/>
        </p:nvSpPr>
        <p:spPr>
          <a:xfrm>
            <a:off x="1556885" y="4674513"/>
            <a:ext cx="62865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en-US" altLang="zh-CN" sz="3200" dirty="0">
                <a:solidFill>
                  <a:srgbClr val="9F191F"/>
                </a:solidFill>
                <a:latin typeface="汉仪许静行楷W" panose="00020600040101010101" pitchFamily="18" charset="-122"/>
                <a:ea typeface="汉仪许静行楷W" panose="00020600040101010101" pitchFamily="18" charset="-122"/>
              </a:rPr>
              <a:t>03</a:t>
            </a:r>
            <a:endParaRPr lang="zh-CN" altLang="en-US" sz="3200" dirty="0">
              <a:solidFill>
                <a:srgbClr val="9F191F"/>
              </a:solidFill>
              <a:latin typeface="汉仪许静行楷W" panose="00020600040101010101" pitchFamily="18" charset="-122"/>
              <a:ea typeface="汉仪许静行楷W" panose="00020600040101010101" pitchFamily="18" charset="-122"/>
            </a:endParaRPr>
          </a:p>
        </p:txBody>
      </p:sp>
      <p:sp>
        <p:nvSpPr>
          <p:cNvPr id="59" name="矩形 58"/>
          <p:cNvSpPr/>
          <p:nvPr/>
        </p:nvSpPr>
        <p:spPr>
          <a:xfrm>
            <a:off x="2283964" y="4435992"/>
            <a:ext cx="3460757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/>
            <a:r>
              <a:rPr lang="zh-CN" altLang="en-US" sz="4000" dirty="0">
                <a:gradFill>
                  <a:gsLst>
                    <a:gs pos="0">
                      <a:srgbClr val="F0D4AE"/>
                    </a:gs>
                    <a:gs pos="100000">
                      <a:srgbClr val="E5B473"/>
                    </a:gs>
                  </a:gsLst>
                  <a:lin ang="5400000" scaled="1"/>
                </a:gradFill>
                <a:latin typeface="汉仪许静行楷W" panose="00020600040101010101" pitchFamily="18" charset="-122"/>
                <a:ea typeface="汉仪许静行楷W" panose="00020600040101010101" pitchFamily="18" charset="-122"/>
              </a:rPr>
              <a:t>输入您的标题</a:t>
            </a:r>
            <a:endParaRPr lang="zh-CN" altLang="en-US" sz="4000" dirty="0">
              <a:gradFill>
                <a:gsLst>
                  <a:gs pos="0">
                    <a:srgbClr val="F0D4AE"/>
                  </a:gs>
                  <a:gs pos="100000">
                    <a:srgbClr val="E5B473"/>
                  </a:gs>
                </a:gsLst>
                <a:lin ang="5400000" scaled="1"/>
              </a:gradFill>
              <a:latin typeface="汉仪许静行楷W" panose="00020600040101010101" pitchFamily="18" charset="-122"/>
              <a:ea typeface="汉仪许静行楷W" panose="00020600040101010101" pitchFamily="18" charset="-122"/>
            </a:endParaRPr>
          </a:p>
        </p:txBody>
      </p:sp>
      <p:sp>
        <p:nvSpPr>
          <p:cNvPr id="60" name="矩形 59"/>
          <p:cNvSpPr/>
          <p:nvPr/>
        </p:nvSpPr>
        <p:spPr>
          <a:xfrm>
            <a:off x="2283963" y="5094704"/>
            <a:ext cx="3412633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/>
            <a:r>
              <a:rPr lang="en-US" altLang="zh-CN" sz="1200" dirty="0">
                <a:gradFill>
                  <a:gsLst>
                    <a:gs pos="0">
                      <a:srgbClr val="F0D4AE"/>
                    </a:gs>
                    <a:gs pos="100000">
                      <a:srgbClr val="E5B473"/>
                    </a:gs>
                  </a:gsLst>
                  <a:lin ang="5400000" scaled="1"/>
                </a:gradFill>
                <a:latin typeface="汉仪许静行楷W" panose="00020600040101010101" pitchFamily="18" charset="-122"/>
                <a:ea typeface="汉仪许静行楷W" panose="00020600040101010101" pitchFamily="18" charset="-122"/>
              </a:rPr>
              <a:t>Enter your title here</a:t>
            </a:r>
            <a:endParaRPr lang="zh-CN" altLang="en-US" sz="1200" dirty="0">
              <a:gradFill>
                <a:gsLst>
                  <a:gs pos="0">
                    <a:srgbClr val="F0D4AE"/>
                  </a:gs>
                  <a:gs pos="100000">
                    <a:srgbClr val="E5B473"/>
                  </a:gs>
                </a:gsLst>
                <a:lin ang="5400000" scaled="1"/>
              </a:gradFill>
              <a:latin typeface="汉仪许静行楷W" panose="00020600040101010101" pitchFamily="18" charset="-122"/>
              <a:ea typeface="汉仪许静行楷W" panose="00020600040101010101" pitchFamily="18" charset="-122"/>
            </a:endParaRPr>
          </a:p>
        </p:txBody>
      </p:sp>
      <p:sp>
        <p:nvSpPr>
          <p:cNvPr id="61" name="椭圆 60"/>
          <p:cNvSpPr/>
          <p:nvPr/>
        </p:nvSpPr>
        <p:spPr>
          <a:xfrm>
            <a:off x="6402918" y="4636825"/>
            <a:ext cx="733425" cy="733425"/>
          </a:xfrm>
          <a:prstGeom prst="ellipse">
            <a:avLst/>
          </a:prstGeom>
          <a:gradFill>
            <a:gsLst>
              <a:gs pos="0">
                <a:srgbClr val="F0D4AE"/>
              </a:gs>
              <a:gs pos="100000">
                <a:srgbClr val="E5B473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>
              <a:solidFill>
                <a:srgbClr val="9F191F"/>
              </a:solidFill>
              <a:latin typeface="汉仪许静行楷W" panose="00020600040101010101" pitchFamily="18" charset="-122"/>
              <a:ea typeface="汉仪许静行楷W" panose="00020600040101010101" pitchFamily="18" charset="-122"/>
            </a:endParaRPr>
          </a:p>
        </p:txBody>
      </p:sp>
      <p:sp>
        <p:nvSpPr>
          <p:cNvPr id="62" name="文本框 61"/>
          <p:cNvSpPr txBox="1"/>
          <p:nvPr/>
        </p:nvSpPr>
        <p:spPr>
          <a:xfrm>
            <a:off x="6457390" y="4674513"/>
            <a:ext cx="62865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en-US" altLang="zh-CN" sz="3200" dirty="0">
                <a:solidFill>
                  <a:srgbClr val="9F191F"/>
                </a:solidFill>
                <a:latin typeface="汉仪许静行楷W" panose="00020600040101010101" pitchFamily="18" charset="-122"/>
                <a:ea typeface="汉仪许静行楷W" panose="00020600040101010101" pitchFamily="18" charset="-122"/>
              </a:rPr>
              <a:t>04</a:t>
            </a:r>
            <a:endParaRPr lang="zh-CN" altLang="en-US" sz="3200" dirty="0">
              <a:solidFill>
                <a:srgbClr val="9F191F"/>
              </a:solidFill>
              <a:latin typeface="汉仪许静行楷W" panose="00020600040101010101" pitchFamily="18" charset="-122"/>
              <a:ea typeface="汉仪许静行楷W" panose="00020600040101010101" pitchFamily="18" charset="-122"/>
            </a:endParaRPr>
          </a:p>
        </p:txBody>
      </p:sp>
      <p:sp>
        <p:nvSpPr>
          <p:cNvPr id="63" name="矩形 62"/>
          <p:cNvSpPr/>
          <p:nvPr/>
        </p:nvSpPr>
        <p:spPr>
          <a:xfrm>
            <a:off x="7184469" y="4435992"/>
            <a:ext cx="3460757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/>
            <a:r>
              <a:rPr lang="zh-CN" altLang="en-US" sz="4000" dirty="0">
                <a:gradFill>
                  <a:gsLst>
                    <a:gs pos="0">
                      <a:srgbClr val="F0D4AE"/>
                    </a:gs>
                    <a:gs pos="100000">
                      <a:srgbClr val="E5B473"/>
                    </a:gs>
                  </a:gsLst>
                  <a:lin ang="5400000" scaled="1"/>
                </a:gradFill>
                <a:latin typeface="汉仪许静行楷W" panose="00020600040101010101" pitchFamily="18" charset="-122"/>
                <a:ea typeface="汉仪许静行楷W" panose="00020600040101010101" pitchFamily="18" charset="-122"/>
              </a:rPr>
              <a:t>输入您的标题</a:t>
            </a:r>
            <a:endParaRPr lang="zh-CN" altLang="en-US" sz="4000" dirty="0">
              <a:gradFill>
                <a:gsLst>
                  <a:gs pos="0">
                    <a:srgbClr val="F0D4AE"/>
                  </a:gs>
                  <a:gs pos="100000">
                    <a:srgbClr val="E5B473"/>
                  </a:gs>
                </a:gsLst>
                <a:lin ang="5400000" scaled="1"/>
              </a:gradFill>
              <a:latin typeface="汉仪许静行楷W" panose="00020600040101010101" pitchFamily="18" charset="-122"/>
              <a:ea typeface="汉仪许静行楷W" panose="00020600040101010101" pitchFamily="18" charset="-122"/>
            </a:endParaRPr>
          </a:p>
        </p:txBody>
      </p:sp>
      <p:sp>
        <p:nvSpPr>
          <p:cNvPr id="64" name="矩形 63"/>
          <p:cNvSpPr/>
          <p:nvPr/>
        </p:nvSpPr>
        <p:spPr>
          <a:xfrm>
            <a:off x="7184468" y="5094704"/>
            <a:ext cx="3412633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/>
            <a:r>
              <a:rPr lang="en-US" altLang="zh-CN" sz="1200" dirty="0">
                <a:gradFill>
                  <a:gsLst>
                    <a:gs pos="0">
                      <a:srgbClr val="F0D4AE"/>
                    </a:gs>
                    <a:gs pos="100000">
                      <a:srgbClr val="E5B473"/>
                    </a:gs>
                  </a:gsLst>
                  <a:lin ang="5400000" scaled="1"/>
                </a:gradFill>
                <a:latin typeface="汉仪许静行楷W" panose="00020600040101010101" pitchFamily="18" charset="-122"/>
                <a:ea typeface="汉仪许静行楷W" panose="00020600040101010101" pitchFamily="18" charset="-122"/>
              </a:rPr>
              <a:t>Enter your title here</a:t>
            </a:r>
            <a:endParaRPr lang="zh-CN" altLang="en-US" sz="1200" dirty="0">
              <a:gradFill>
                <a:gsLst>
                  <a:gs pos="0">
                    <a:srgbClr val="F0D4AE"/>
                  </a:gs>
                  <a:gs pos="100000">
                    <a:srgbClr val="E5B473"/>
                  </a:gs>
                </a:gsLst>
                <a:lin ang="5400000" scaled="1"/>
              </a:gradFill>
              <a:latin typeface="汉仪许静行楷W" panose="00020600040101010101" pitchFamily="18" charset="-122"/>
              <a:ea typeface="汉仪许静行楷W" panose="00020600040101010101" pitchFamily="18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8BC8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63012" y="55685"/>
            <a:ext cx="12065977" cy="6746631"/>
          </a:xfrm>
          <a:prstGeom prst="rect">
            <a:avLst/>
          </a:prstGeom>
          <a:solidFill>
            <a:srgbClr val="9F191F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1" name="图片 10" descr="背景图案&#10;&#10;描述已自动生成"/>
          <p:cNvPicPr>
            <a:picLocks noChangeAspect="1"/>
          </p:cNvPicPr>
          <p:nvPr/>
        </p:nvPicPr>
        <p:blipFill>
          <a:blip r:embed="rId1">
            <a:alphaModFix amt="54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 flipV="1">
            <a:off x="7018275" y="1691602"/>
            <a:ext cx="3801580" cy="6419847"/>
          </a:xfrm>
          <a:prstGeom prst="rect">
            <a:avLst/>
          </a:prstGeom>
        </p:spPr>
      </p:pic>
      <p:pic>
        <p:nvPicPr>
          <p:cNvPr id="12" name="图片 11" descr="背景图案&#10;&#10;描述已自动生成"/>
          <p:cNvPicPr>
            <a:picLocks noChangeAspect="1"/>
          </p:cNvPicPr>
          <p:nvPr/>
        </p:nvPicPr>
        <p:blipFill>
          <a:blip r:embed="rId1">
            <a:alphaModFix amt="39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 flipV="1">
            <a:off x="1153071" y="-1034376"/>
            <a:ext cx="2825633" cy="5005753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92731" y="6528221"/>
            <a:ext cx="5406537" cy="353227"/>
          </a:xfrm>
          <a:prstGeom prst="rect">
            <a:avLst/>
          </a:prstGeom>
        </p:spPr>
      </p:pic>
      <p:sp>
        <p:nvSpPr>
          <p:cNvPr id="25" name="文本框 24"/>
          <p:cNvSpPr txBox="1"/>
          <p:nvPr/>
        </p:nvSpPr>
        <p:spPr>
          <a:xfrm>
            <a:off x="1527610" y="928618"/>
            <a:ext cx="1588477" cy="27853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7500" dirty="0">
                <a:gradFill>
                  <a:gsLst>
                    <a:gs pos="0">
                      <a:srgbClr val="F0D4AE"/>
                    </a:gs>
                    <a:gs pos="100000">
                      <a:srgbClr val="E5B473"/>
                    </a:gs>
                  </a:gsLst>
                  <a:lin ang="5400000" scaled="1"/>
                </a:gradFill>
                <a:latin typeface="汉仪许静行楷W" panose="00020600040101010101" pitchFamily="18" charset="-122"/>
                <a:ea typeface="汉仪许静行楷W" panose="00020600040101010101" pitchFamily="18" charset="-122"/>
              </a:rPr>
              <a:t>百</a:t>
            </a:r>
            <a:endParaRPr lang="zh-CN" altLang="en-US" sz="17500" dirty="0">
              <a:gradFill>
                <a:gsLst>
                  <a:gs pos="0">
                    <a:srgbClr val="F0D4AE"/>
                  </a:gs>
                  <a:gs pos="100000">
                    <a:srgbClr val="E5B473"/>
                  </a:gs>
                </a:gsLst>
                <a:lin ang="5400000" scaled="1"/>
              </a:gradFill>
              <a:latin typeface="汉仪许静行楷W" panose="00020600040101010101" pitchFamily="18" charset="-122"/>
              <a:ea typeface="汉仪许静行楷W" panose="00020600040101010101" pitchFamily="18" charset="-122"/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2448655" y="1931813"/>
            <a:ext cx="1588477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8800" dirty="0">
                <a:gradFill>
                  <a:gsLst>
                    <a:gs pos="0">
                      <a:srgbClr val="F0D4AE"/>
                    </a:gs>
                    <a:gs pos="100000">
                      <a:srgbClr val="E5B473"/>
                    </a:gs>
                  </a:gsLst>
                  <a:lin ang="5400000" scaled="1"/>
                </a:gradFill>
                <a:latin typeface="汉仪许静行楷W" panose="00020600040101010101" pitchFamily="18" charset="-122"/>
                <a:ea typeface="汉仪许静行楷W" panose="00020600040101010101" pitchFamily="18" charset="-122"/>
              </a:rPr>
              <a:t>年</a:t>
            </a:r>
            <a:endParaRPr lang="zh-CN" altLang="en-US" sz="8800" dirty="0">
              <a:gradFill>
                <a:gsLst>
                  <a:gs pos="0">
                    <a:srgbClr val="F0D4AE"/>
                  </a:gs>
                  <a:gs pos="100000">
                    <a:srgbClr val="E5B473"/>
                  </a:gs>
                </a:gsLst>
                <a:lin ang="5400000" scaled="1"/>
              </a:gradFill>
              <a:latin typeface="汉仪许静行楷W" panose="00020600040101010101" pitchFamily="18" charset="-122"/>
              <a:ea typeface="汉仪许静行楷W" panose="00020600040101010101" pitchFamily="18" charset="-122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3426201" y="1867336"/>
            <a:ext cx="1588477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8800" dirty="0">
                <a:gradFill>
                  <a:gsLst>
                    <a:gs pos="0">
                      <a:srgbClr val="F0D4AE"/>
                    </a:gs>
                    <a:gs pos="100000">
                      <a:srgbClr val="E5B473"/>
                    </a:gs>
                  </a:gsLst>
                  <a:lin ang="5400000" scaled="1"/>
                </a:gradFill>
                <a:latin typeface="汉仪许静行楷W" panose="00020600040101010101" pitchFamily="18" charset="-122"/>
                <a:ea typeface="汉仪许静行楷W" panose="00020600040101010101" pitchFamily="18" charset="-122"/>
              </a:rPr>
              <a:t>大</a:t>
            </a:r>
            <a:endParaRPr lang="zh-CN" altLang="en-US" sz="8800" dirty="0">
              <a:gradFill>
                <a:gsLst>
                  <a:gs pos="0">
                    <a:srgbClr val="F0D4AE"/>
                  </a:gs>
                  <a:gs pos="100000">
                    <a:srgbClr val="E5B473"/>
                  </a:gs>
                </a:gsLst>
                <a:lin ang="5400000" scaled="1"/>
              </a:gradFill>
              <a:latin typeface="汉仪许静行楷W" panose="00020600040101010101" pitchFamily="18" charset="-122"/>
              <a:ea typeface="汉仪许静行楷W" panose="00020600040101010101" pitchFamily="18" charset="-122"/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4397018" y="1516315"/>
            <a:ext cx="1588477" cy="18620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1500" dirty="0">
                <a:gradFill>
                  <a:gsLst>
                    <a:gs pos="0">
                      <a:srgbClr val="F0D4AE"/>
                    </a:gs>
                    <a:gs pos="100000">
                      <a:srgbClr val="E5B473"/>
                    </a:gs>
                  </a:gsLst>
                  <a:lin ang="5400000" scaled="1"/>
                </a:gradFill>
                <a:latin typeface="汉仪许静行楷W" panose="00020600040101010101" pitchFamily="18" charset="-122"/>
                <a:ea typeface="汉仪许静行楷W" panose="00020600040101010101" pitchFamily="18" charset="-122"/>
              </a:rPr>
              <a:t>党</a:t>
            </a:r>
            <a:endParaRPr lang="zh-CN" altLang="en-US" sz="11500" dirty="0">
              <a:gradFill>
                <a:gsLst>
                  <a:gs pos="0">
                    <a:srgbClr val="F0D4AE"/>
                  </a:gs>
                  <a:gs pos="100000">
                    <a:srgbClr val="E5B473"/>
                  </a:gs>
                </a:gsLst>
                <a:lin ang="5400000" scaled="1"/>
              </a:gradFill>
              <a:latin typeface="汉仪许静行楷W" panose="00020600040101010101" pitchFamily="18" charset="-122"/>
              <a:ea typeface="汉仪许静行楷W" panose="00020600040101010101" pitchFamily="18" charset="-122"/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6509508" y="1658479"/>
            <a:ext cx="1588477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2200" dirty="0">
                <a:gradFill>
                  <a:gsLst>
                    <a:gs pos="0">
                      <a:srgbClr val="F0D4AE"/>
                    </a:gs>
                    <a:gs pos="100000">
                      <a:srgbClr val="E5B473"/>
                    </a:gs>
                  </a:gsLst>
                  <a:lin ang="5400000" scaled="1"/>
                </a:gradFill>
                <a:latin typeface="汉仪许静行楷W" panose="00020600040101010101" pitchFamily="18" charset="-122"/>
                <a:ea typeface="汉仪许静行楷W" panose="00020600040101010101" pitchFamily="18" charset="-122"/>
              </a:rPr>
              <a:t>风</a:t>
            </a:r>
            <a:endParaRPr lang="zh-CN" altLang="en-US" sz="12200" dirty="0">
              <a:gradFill>
                <a:gsLst>
                  <a:gs pos="0">
                    <a:srgbClr val="F0D4AE"/>
                  </a:gs>
                  <a:gs pos="100000">
                    <a:srgbClr val="E5B473"/>
                  </a:gs>
                </a:gsLst>
                <a:lin ang="5400000" scaled="1"/>
              </a:gradFill>
              <a:latin typeface="汉仪许静行楷W" panose="00020600040101010101" pitchFamily="18" charset="-122"/>
              <a:ea typeface="汉仪许静行楷W" panose="00020600040101010101" pitchFamily="18" charset="-122"/>
            </a:endParaRPr>
          </a:p>
        </p:txBody>
      </p:sp>
      <p:sp>
        <p:nvSpPr>
          <p:cNvPr id="30" name="文本框 29"/>
          <p:cNvSpPr txBox="1"/>
          <p:nvPr/>
        </p:nvSpPr>
        <p:spPr>
          <a:xfrm>
            <a:off x="7346838" y="1912360"/>
            <a:ext cx="1588477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8800" dirty="0">
                <a:gradFill>
                  <a:gsLst>
                    <a:gs pos="0">
                      <a:srgbClr val="F0D4AE"/>
                    </a:gs>
                    <a:gs pos="100000">
                      <a:srgbClr val="E5B473"/>
                    </a:gs>
                  </a:gsLst>
                  <a:lin ang="5400000" scaled="1"/>
                </a:gradFill>
                <a:latin typeface="汉仪许静行楷W" panose="00020600040101010101" pitchFamily="18" charset="-122"/>
                <a:ea typeface="汉仪许静行楷W" panose="00020600040101010101" pitchFamily="18" charset="-122"/>
              </a:rPr>
              <a:t>华</a:t>
            </a:r>
            <a:endParaRPr lang="zh-CN" altLang="en-US" sz="8800" dirty="0">
              <a:gradFill>
                <a:gsLst>
                  <a:gs pos="0">
                    <a:srgbClr val="F0D4AE"/>
                  </a:gs>
                  <a:gs pos="100000">
                    <a:srgbClr val="E5B473"/>
                  </a:gs>
                </a:gsLst>
                <a:lin ang="5400000" scaled="1"/>
              </a:gradFill>
              <a:latin typeface="汉仪许静行楷W" panose="00020600040101010101" pitchFamily="18" charset="-122"/>
              <a:ea typeface="汉仪许静行楷W" panose="00020600040101010101" pitchFamily="18" charset="-122"/>
            </a:endParaRPr>
          </a:p>
        </p:txBody>
      </p:sp>
      <p:sp>
        <p:nvSpPr>
          <p:cNvPr id="31" name="文本框 30"/>
          <p:cNvSpPr txBox="1"/>
          <p:nvPr/>
        </p:nvSpPr>
        <p:spPr>
          <a:xfrm>
            <a:off x="8160997" y="2047030"/>
            <a:ext cx="1588477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8800" dirty="0">
                <a:gradFill>
                  <a:gsLst>
                    <a:gs pos="0">
                      <a:srgbClr val="F0D4AE"/>
                    </a:gs>
                    <a:gs pos="100000">
                      <a:srgbClr val="E5B473"/>
                    </a:gs>
                  </a:gsLst>
                  <a:lin ang="5400000" scaled="1"/>
                </a:gradFill>
                <a:latin typeface="汉仪许静行楷W" panose="00020600040101010101" pitchFamily="18" charset="-122"/>
                <a:ea typeface="汉仪许静行楷W" panose="00020600040101010101" pitchFamily="18" charset="-122"/>
              </a:rPr>
              <a:t>正</a:t>
            </a:r>
            <a:endParaRPr lang="zh-CN" altLang="en-US" sz="8800" dirty="0">
              <a:gradFill>
                <a:gsLst>
                  <a:gs pos="0">
                    <a:srgbClr val="F0D4AE"/>
                  </a:gs>
                  <a:gs pos="100000">
                    <a:srgbClr val="E5B473"/>
                  </a:gs>
                </a:gsLst>
                <a:lin ang="5400000" scaled="1"/>
              </a:gradFill>
              <a:latin typeface="汉仪许静行楷W" panose="00020600040101010101" pitchFamily="18" charset="-122"/>
              <a:ea typeface="汉仪许静行楷W" panose="00020600040101010101" pitchFamily="18" charset="-122"/>
            </a:endParaRPr>
          </a:p>
        </p:txBody>
      </p:sp>
      <p:sp>
        <p:nvSpPr>
          <p:cNvPr id="32" name="文本框 31"/>
          <p:cNvSpPr txBox="1"/>
          <p:nvPr/>
        </p:nvSpPr>
        <p:spPr>
          <a:xfrm>
            <a:off x="9223999" y="1547092"/>
            <a:ext cx="1588477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3800" dirty="0">
                <a:gradFill>
                  <a:gsLst>
                    <a:gs pos="0">
                      <a:srgbClr val="F0D4AE"/>
                    </a:gs>
                    <a:gs pos="100000">
                      <a:srgbClr val="E5B473"/>
                    </a:gs>
                  </a:gsLst>
                  <a:lin ang="5400000" scaled="1"/>
                </a:gradFill>
                <a:latin typeface="汉仪许静行楷W" panose="00020600040101010101" pitchFamily="18" charset="-122"/>
                <a:ea typeface="汉仪许静行楷W" panose="00020600040101010101" pitchFamily="18" charset="-122"/>
              </a:rPr>
              <a:t>茂</a:t>
            </a:r>
            <a:endParaRPr lang="zh-CN" altLang="en-US" sz="13800" dirty="0">
              <a:gradFill>
                <a:gsLst>
                  <a:gs pos="0">
                    <a:srgbClr val="F0D4AE"/>
                  </a:gs>
                  <a:gs pos="100000">
                    <a:srgbClr val="E5B473"/>
                  </a:gs>
                </a:gsLst>
                <a:lin ang="5400000" scaled="1"/>
              </a:gradFill>
              <a:latin typeface="汉仪许静行楷W" panose="00020600040101010101" pitchFamily="18" charset="-122"/>
              <a:ea typeface="汉仪许静行楷W" panose="00020600040101010101" pitchFamily="18" charset="-122"/>
            </a:endParaRPr>
          </a:p>
        </p:txBody>
      </p:sp>
      <p:grpSp>
        <p:nvGrpSpPr>
          <p:cNvPr id="33" name="组合 32"/>
          <p:cNvGrpSpPr/>
          <p:nvPr/>
        </p:nvGrpSpPr>
        <p:grpSpPr>
          <a:xfrm>
            <a:off x="3616202" y="3931181"/>
            <a:ext cx="4959595" cy="657656"/>
            <a:chOff x="3076575" y="2987754"/>
            <a:chExt cx="6048375" cy="526971"/>
          </a:xfrm>
        </p:grpSpPr>
        <p:cxnSp>
          <p:nvCxnSpPr>
            <p:cNvPr id="34" name="直接连接符 33"/>
            <p:cNvCxnSpPr/>
            <p:nvPr/>
          </p:nvCxnSpPr>
          <p:spPr>
            <a:xfrm>
              <a:off x="3076575" y="3009900"/>
              <a:ext cx="6048375" cy="0"/>
            </a:xfrm>
            <a:prstGeom prst="line">
              <a:avLst/>
            </a:prstGeom>
            <a:ln w="19050">
              <a:solidFill>
                <a:srgbClr val="F0D4A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直接连接符 34"/>
            <p:cNvCxnSpPr/>
            <p:nvPr/>
          </p:nvCxnSpPr>
          <p:spPr>
            <a:xfrm>
              <a:off x="3076575" y="3514725"/>
              <a:ext cx="6048375" cy="0"/>
            </a:xfrm>
            <a:prstGeom prst="line">
              <a:avLst/>
            </a:prstGeom>
            <a:ln w="19050">
              <a:solidFill>
                <a:srgbClr val="F0D4A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6" name="文本框 35"/>
            <p:cNvSpPr txBox="1"/>
            <p:nvPr/>
          </p:nvSpPr>
          <p:spPr>
            <a:xfrm>
              <a:off x="3095403" y="2987754"/>
              <a:ext cx="6015485" cy="5178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/>
              <a:r>
                <a:rPr lang="zh-CN" altLang="en-US" sz="3600" dirty="0">
                  <a:gradFill>
                    <a:gsLst>
                      <a:gs pos="0">
                        <a:srgbClr val="F0D4AE"/>
                      </a:gs>
                      <a:gs pos="100000">
                        <a:srgbClr val="E5B473"/>
                      </a:gs>
                    </a:gsLst>
                    <a:lin ang="5400000" scaled="1"/>
                  </a:gradFill>
                  <a:latin typeface="汉仪大宋简" panose="02010600000101010101" pitchFamily="2" charset="-122"/>
                  <a:ea typeface="汉仪大宋简" panose="02010600000101010101" pitchFamily="2" charset="-122"/>
                </a:rPr>
                <a:t>输入您的标题</a:t>
              </a:r>
              <a:endParaRPr lang="zh-CN" altLang="en-US" sz="3600" dirty="0">
                <a:gradFill>
                  <a:gsLst>
                    <a:gs pos="0">
                      <a:srgbClr val="F0D4AE"/>
                    </a:gs>
                    <a:gs pos="100000">
                      <a:srgbClr val="E5B473"/>
                    </a:gs>
                  </a:gsLst>
                  <a:lin ang="5400000" scaled="1"/>
                </a:gradFill>
                <a:latin typeface="汉仪大宋简" panose="02010600000101010101" pitchFamily="2" charset="-122"/>
                <a:ea typeface="汉仪大宋简" panose="02010600000101010101" pitchFamily="2" charset="-122"/>
              </a:endParaRPr>
            </a:p>
          </p:txBody>
        </p:sp>
      </p:grpSp>
      <p:sp>
        <p:nvSpPr>
          <p:cNvPr id="37" name="矩形 36"/>
          <p:cNvSpPr/>
          <p:nvPr/>
        </p:nvSpPr>
        <p:spPr>
          <a:xfrm>
            <a:off x="3625779" y="4813462"/>
            <a:ext cx="4932626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/>
            <a:r>
              <a:rPr lang="en-US" altLang="zh-CN" sz="1400" dirty="0">
                <a:gradFill>
                  <a:gsLst>
                    <a:gs pos="0">
                      <a:srgbClr val="F0D4AE"/>
                    </a:gs>
                    <a:gs pos="100000">
                      <a:srgbClr val="E5B473"/>
                    </a:gs>
                  </a:gsLst>
                  <a:lin ang="5400000" scaled="1"/>
                </a:gradFill>
                <a:latin typeface="汉仪大宋简" panose="02010600000101010101" pitchFamily="2" charset="-122"/>
                <a:ea typeface="汉仪大宋简" panose="02010600000101010101" pitchFamily="2" charset="-122"/>
              </a:rPr>
              <a:t>Enter your title here</a:t>
            </a:r>
            <a:endParaRPr lang="zh-CN" altLang="en-US" sz="1400" dirty="0">
              <a:gradFill>
                <a:gsLst>
                  <a:gs pos="0">
                    <a:srgbClr val="F0D4AE"/>
                  </a:gs>
                  <a:gs pos="100000">
                    <a:srgbClr val="E5B473"/>
                  </a:gs>
                </a:gsLst>
                <a:lin ang="5400000" scaled="1"/>
              </a:gradFill>
              <a:latin typeface="汉仪大宋简" panose="02010600000101010101" pitchFamily="2" charset="-122"/>
              <a:ea typeface="汉仪大宋简" panose="0201060000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8BC8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63012" y="55685"/>
            <a:ext cx="12065977" cy="6746631"/>
          </a:xfrm>
          <a:prstGeom prst="rect">
            <a:avLst/>
          </a:prstGeom>
          <a:solidFill>
            <a:srgbClr val="9F191F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1" name="图片 10" descr="背景图案&#10;&#10;描述已自动生成"/>
          <p:cNvPicPr>
            <a:picLocks noChangeAspect="1"/>
          </p:cNvPicPr>
          <p:nvPr/>
        </p:nvPicPr>
        <p:blipFill>
          <a:blip r:embed="rId1">
            <a:alphaModFix amt="54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 flipV="1">
            <a:off x="7018275" y="1691602"/>
            <a:ext cx="3801580" cy="6419847"/>
          </a:xfrm>
          <a:prstGeom prst="rect">
            <a:avLst/>
          </a:prstGeom>
        </p:spPr>
      </p:pic>
      <p:pic>
        <p:nvPicPr>
          <p:cNvPr id="12" name="图片 11" descr="背景图案&#10;&#10;描述已自动生成"/>
          <p:cNvPicPr>
            <a:picLocks noChangeAspect="1"/>
          </p:cNvPicPr>
          <p:nvPr/>
        </p:nvPicPr>
        <p:blipFill>
          <a:blip r:embed="rId1">
            <a:alphaModFix amt="39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 flipV="1">
            <a:off x="1153071" y="-1034376"/>
            <a:ext cx="2825633" cy="5005753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92731" y="6528221"/>
            <a:ext cx="5406537" cy="353227"/>
          </a:xfrm>
          <a:prstGeom prst="rect">
            <a:avLst/>
          </a:prstGeom>
        </p:spPr>
      </p:pic>
      <p:sp>
        <p:nvSpPr>
          <p:cNvPr id="25" name="文本框 24"/>
          <p:cNvSpPr txBox="1"/>
          <p:nvPr/>
        </p:nvSpPr>
        <p:spPr>
          <a:xfrm>
            <a:off x="4402014" y="6157078"/>
            <a:ext cx="39057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600" dirty="0">
                <a:gradFill>
                  <a:gsLst>
                    <a:gs pos="0">
                      <a:srgbClr val="F0D4AE"/>
                    </a:gs>
                    <a:gs pos="100000">
                      <a:srgbClr val="E5B473"/>
                    </a:gs>
                  </a:gsLst>
                  <a:lin ang="5400000" scaled="1"/>
                </a:gradFill>
                <a:latin typeface="汉仪许静行楷W" panose="00020600040101010101" pitchFamily="18" charset="-122"/>
                <a:ea typeface="汉仪许静行楷W" panose="00020600040101010101" pitchFamily="18" charset="-122"/>
              </a:rPr>
              <a:t>百</a:t>
            </a:r>
            <a:endParaRPr lang="zh-CN" altLang="en-US" sz="3600" dirty="0">
              <a:gradFill>
                <a:gsLst>
                  <a:gs pos="0">
                    <a:srgbClr val="F0D4AE"/>
                  </a:gs>
                  <a:gs pos="100000">
                    <a:srgbClr val="E5B473"/>
                  </a:gs>
                </a:gsLst>
                <a:lin ang="5400000" scaled="1"/>
              </a:gradFill>
              <a:latin typeface="汉仪许静行楷W" panose="00020600040101010101" pitchFamily="18" charset="-122"/>
              <a:ea typeface="汉仪许静行楷W" panose="00020600040101010101" pitchFamily="18" charset="-122"/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4628482" y="6403745"/>
            <a:ext cx="3905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gradFill>
                  <a:gsLst>
                    <a:gs pos="0">
                      <a:srgbClr val="F0D4AE"/>
                    </a:gs>
                    <a:gs pos="100000">
                      <a:srgbClr val="E5B473"/>
                    </a:gs>
                  </a:gsLst>
                  <a:lin ang="5400000" scaled="1"/>
                </a:gradFill>
                <a:latin typeface="汉仪许静行楷W" panose="00020600040101010101" pitchFamily="18" charset="-122"/>
                <a:ea typeface="汉仪许静行楷W" panose="00020600040101010101" pitchFamily="18" charset="-122"/>
              </a:rPr>
              <a:t>年</a:t>
            </a:r>
            <a:endParaRPr lang="zh-CN" altLang="en-US" dirty="0">
              <a:gradFill>
                <a:gsLst>
                  <a:gs pos="0">
                    <a:srgbClr val="F0D4AE"/>
                  </a:gs>
                  <a:gs pos="100000">
                    <a:srgbClr val="E5B473"/>
                  </a:gs>
                </a:gsLst>
                <a:lin ang="5400000" scaled="1"/>
              </a:gradFill>
              <a:latin typeface="汉仪许静行楷W" panose="00020600040101010101" pitchFamily="18" charset="-122"/>
              <a:ea typeface="汉仪许静行楷W" panose="00020600040101010101" pitchFamily="18" charset="-122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4868842" y="6387891"/>
            <a:ext cx="3905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gradFill>
                  <a:gsLst>
                    <a:gs pos="0">
                      <a:srgbClr val="F0D4AE"/>
                    </a:gs>
                    <a:gs pos="100000">
                      <a:srgbClr val="E5B473"/>
                    </a:gs>
                  </a:gsLst>
                  <a:lin ang="5400000" scaled="1"/>
                </a:gradFill>
                <a:latin typeface="汉仪许静行楷W" panose="00020600040101010101" pitchFamily="18" charset="-122"/>
                <a:ea typeface="汉仪许静行楷W" panose="00020600040101010101" pitchFamily="18" charset="-122"/>
              </a:rPr>
              <a:t>大</a:t>
            </a:r>
            <a:endParaRPr lang="zh-CN" altLang="en-US" dirty="0">
              <a:gradFill>
                <a:gsLst>
                  <a:gs pos="0">
                    <a:srgbClr val="F0D4AE"/>
                  </a:gs>
                  <a:gs pos="100000">
                    <a:srgbClr val="E5B473"/>
                  </a:gs>
                </a:gsLst>
                <a:lin ang="5400000" scaled="1"/>
              </a:gradFill>
              <a:latin typeface="汉仪许静行楷W" panose="00020600040101010101" pitchFamily="18" charset="-122"/>
              <a:ea typeface="汉仪许静行楷W" panose="00020600040101010101" pitchFamily="18" charset="-122"/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5107547" y="6301581"/>
            <a:ext cx="3905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dirty="0">
                <a:gradFill>
                  <a:gsLst>
                    <a:gs pos="0">
                      <a:srgbClr val="F0D4AE"/>
                    </a:gs>
                    <a:gs pos="100000">
                      <a:srgbClr val="E5B473"/>
                    </a:gs>
                  </a:gsLst>
                  <a:lin ang="5400000" scaled="1"/>
                </a:gradFill>
                <a:latin typeface="汉仪许静行楷W" panose="00020600040101010101" pitchFamily="18" charset="-122"/>
                <a:ea typeface="汉仪许静行楷W" panose="00020600040101010101" pitchFamily="18" charset="-122"/>
              </a:rPr>
              <a:t>党</a:t>
            </a:r>
            <a:endParaRPr lang="zh-CN" altLang="en-US" sz="2400" dirty="0">
              <a:gradFill>
                <a:gsLst>
                  <a:gs pos="0">
                    <a:srgbClr val="F0D4AE"/>
                  </a:gs>
                  <a:gs pos="100000">
                    <a:srgbClr val="E5B473"/>
                  </a:gs>
                </a:gsLst>
                <a:lin ang="5400000" scaled="1"/>
              </a:gradFill>
              <a:latin typeface="汉仪许静行楷W" panose="00020600040101010101" pitchFamily="18" charset="-122"/>
              <a:ea typeface="汉仪许静行楷W" panose="00020600040101010101" pitchFamily="18" charset="-122"/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6656332" y="6233111"/>
            <a:ext cx="37749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200" dirty="0">
                <a:gradFill>
                  <a:gsLst>
                    <a:gs pos="0">
                      <a:srgbClr val="F0D4AE"/>
                    </a:gs>
                    <a:gs pos="100000">
                      <a:srgbClr val="E5B473"/>
                    </a:gs>
                  </a:gsLst>
                  <a:lin ang="5400000" scaled="1"/>
                </a:gradFill>
                <a:latin typeface="汉仪许静行楷W" panose="00020600040101010101" pitchFamily="18" charset="-122"/>
                <a:ea typeface="汉仪许静行楷W" panose="00020600040101010101" pitchFamily="18" charset="-122"/>
              </a:rPr>
              <a:t>风</a:t>
            </a:r>
            <a:endParaRPr lang="zh-CN" altLang="en-US" sz="3200" dirty="0">
              <a:gradFill>
                <a:gsLst>
                  <a:gs pos="0">
                    <a:srgbClr val="F0D4AE"/>
                  </a:gs>
                  <a:gs pos="100000">
                    <a:srgbClr val="E5B473"/>
                  </a:gs>
                </a:gsLst>
                <a:lin ang="5400000" scaled="1"/>
              </a:gradFill>
              <a:latin typeface="汉仪许静行楷W" panose="00020600040101010101" pitchFamily="18" charset="-122"/>
              <a:ea typeface="汉仪许静行楷W" panose="00020600040101010101" pitchFamily="18" charset="-122"/>
            </a:endParaRPr>
          </a:p>
        </p:txBody>
      </p:sp>
      <p:sp>
        <p:nvSpPr>
          <p:cNvPr id="30" name="文本框 29"/>
          <p:cNvSpPr txBox="1"/>
          <p:nvPr/>
        </p:nvSpPr>
        <p:spPr>
          <a:xfrm>
            <a:off x="6855317" y="6293444"/>
            <a:ext cx="37749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gradFill>
                  <a:gsLst>
                    <a:gs pos="0">
                      <a:srgbClr val="F0D4AE"/>
                    </a:gs>
                    <a:gs pos="100000">
                      <a:srgbClr val="E5B473"/>
                    </a:gs>
                  </a:gsLst>
                  <a:lin ang="5400000" scaled="1"/>
                </a:gradFill>
                <a:latin typeface="汉仪许静行楷W" panose="00020600040101010101" pitchFamily="18" charset="-122"/>
                <a:ea typeface="汉仪许静行楷W" panose="00020600040101010101" pitchFamily="18" charset="-122"/>
              </a:rPr>
              <a:t>华</a:t>
            </a:r>
            <a:endParaRPr lang="zh-CN" altLang="en-US" sz="2000" dirty="0">
              <a:gradFill>
                <a:gsLst>
                  <a:gs pos="0">
                    <a:srgbClr val="F0D4AE"/>
                  </a:gs>
                  <a:gs pos="100000">
                    <a:srgbClr val="E5B473"/>
                  </a:gs>
                </a:gsLst>
                <a:lin ang="5400000" scaled="1"/>
              </a:gradFill>
              <a:latin typeface="汉仪许静行楷W" panose="00020600040101010101" pitchFamily="18" charset="-122"/>
              <a:ea typeface="汉仪许静行楷W" panose="00020600040101010101" pitchFamily="18" charset="-122"/>
            </a:endParaRPr>
          </a:p>
        </p:txBody>
      </p:sp>
      <p:sp>
        <p:nvSpPr>
          <p:cNvPr id="31" name="文本框 30"/>
          <p:cNvSpPr txBox="1"/>
          <p:nvPr/>
        </p:nvSpPr>
        <p:spPr>
          <a:xfrm>
            <a:off x="7048796" y="6325448"/>
            <a:ext cx="37749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gradFill>
                  <a:gsLst>
                    <a:gs pos="0">
                      <a:srgbClr val="F0D4AE"/>
                    </a:gs>
                    <a:gs pos="100000">
                      <a:srgbClr val="E5B473"/>
                    </a:gs>
                  </a:gsLst>
                  <a:lin ang="5400000" scaled="1"/>
                </a:gradFill>
                <a:latin typeface="汉仪许静行楷W" panose="00020600040101010101" pitchFamily="18" charset="-122"/>
                <a:ea typeface="汉仪许静行楷W" panose="00020600040101010101" pitchFamily="18" charset="-122"/>
              </a:rPr>
              <a:t>正</a:t>
            </a:r>
            <a:endParaRPr lang="zh-CN" altLang="en-US" sz="2000" dirty="0">
              <a:gradFill>
                <a:gsLst>
                  <a:gs pos="0">
                    <a:srgbClr val="F0D4AE"/>
                  </a:gs>
                  <a:gs pos="100000">
                    <a:srgbClr val="E5B473"/>
                  </a:gs>
                </a:gsLst>
                <a:lin ang="5400000" scaled="1"/>
              </a:gradFill>
              <a:latin typeface="汉仪许静行楷W" panose="00020600040101010101" pitchFamily="18" charset="-122"/>
              <a:ea typeface="汉仪许静行楷W" panose="00020600040101010101" pitchFamily="18" charset="-122"/>
            </a:endParaRPr>
          </a:p>
        </p:txBody>
      </p:sp>
      <p:sp>
        <p:nvSpPr>
          <p:cNvPr id="32" name="文本框 31"/>
          <p:cNvSpPr txBox="1"/>
          <p:nvPr/>
        </p:nvSpPr>
        <p:spPr>
          <a:xfrm>
            <a:off x="7301411" y="6206641"/>
            <a:ext cx="37749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200" dirty="0">
                <a:gradFill>
                  <a:gsLst>
                    <a:gs pos="0">
                      <a:srgbClr val="F0D4AE"/>
                    </a:gs>
                    <a:gs pos="100000">
                      <a:srgbClr val="E5B473"/>
                    </a:gs>
                  </a:gsLst>
                  <a:lin ang="5400000" scaled="1"/>
                </a:gradFill>
                <a:latin typeface="汉仪许静行楷W" panose="00020600040101010101" pitchFamily="18" charset="-122"/>
                <a:ea typeface="汉仪许静行楷W" panose="00020600040101010101" pitchFamily="18" charset="-122"/>
              </a:rPr>
              <a:t>茂</a:t>
            </a:r>
            <a:endParaRPr lang="zh-CN" altLang="en-US" sz="3200" dirty="0">
              <a:gradFill>
                <a:gsLst>
                  <a:gs pos="0">
                    <a:srgbClr val="F0D4AE"/>
                  </a:gs>
                  <a:gs pos="100000">
                    <a:srgbClr val="E5B473"/>
                  </a:gs>
                </a:gsLst>
                <a:lin ang="5400000" scaled="1"/>
              </a:gradFill>
              <a:latin typeface="汉仪许静行楷W" panose="00020600040101010101" pitchFamily="18" charset="-122"/>
              <a:ea typeface="汉仪许静行楷W" panose="00020600040101010101" pitchFamily="18" charset="-122"/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4703599" y="61545"/>
            <a:ext cx="27848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/>
            <a:r>
              <a:rPr lang="zh-CN" altLang="en-US" sz="3200" dirty="0">
                <a:gradFill>
                  <a:gsLst>
                    <a:gs pos="0">
                      <a:srgbClr val="F0D4AE"/>
                    </a:gs>
                    <a:gs pos="100000">
                      <a:srgbClr val="E5B473"/>
                    </a:gs>
                  </a:gsLst>
                  <a:lin ang="5400000" scaled="1"/>
                </a:gradFill>
                <a:latin typeface="汉仪许静行楷W" panose="00020600040101010101" pitchFamily="18" charset="-122"/>
                <a:ea typeface="汉仪许静行楷W" panose="00020600040101010101" pitchFamily="18" charset="-122"/>
              </a:rPr>
              <a:t>输入您的标题</a:t>
            </a:r>
            <a:endParaRPr lang="zh-CN" altLang="en-US" sz="3200" dirty="0">
              <a:gradFill>
                <a:gsLst>
                  <a:gs pos="0">
                    <a:srgbClr val="F0D4AE"/>
                  </a:gs>
                  <a:gs pos="100000">
                    <a:srgbClr val="E5B473"/>
                  </a:gs>
                </a:gsLst>
                <a:lin ang="5400000" scaled="1"/>
              </a:gradFill>
              <a:latin typeface="汉仪许静行楷W" panose="00020600040101010101" pitchFamily="18" charset="-122"/>
              <a:ea typeface="汉仪许静行楷W" panose="00020600040101010101" pitchFamily="18" charset="-122"/>
            </a:endParaRPr>
          </a:p>
        </p:txBody>
      </p:sp>
      <p:cxnSp>
        <p:nvCxnSpPr>
          <p:cNvPr id="8" name="直接连接符 7"/>
          <p:cNvCxnSpPr/>
          <p:nvPr/>
        </p:nvCxnSpPr>
        <p:spPr>
          <a:xfrm>
            <a:off x="5486402" y="663906"/>
            <a:ext cx="1277815" cy="0"/>
          </a:xfrm>
          <a:prstGeom prst="line">
            <a:avLst/>
          </a:prstGeom>
          <a:ln w="19050">
            <a:solidFill>
              <a:srgbClr val="F0D4A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矩形 37"/>
          <p:cNvSpPr/>
          <p:nvPr/>
        </p:nvSpPr>
        <p:spPr>
          <a:xfrm>
            <a:off x="1318201" y="1498964"/>
            <a:ext cx="2794032" cy="1647825"/>
          </a:xfrm>
          <a:prstGeom prst="rect">
            <a:avLst/>
          </a:prstGeom>
          <a:blipFill>
            <a:blip r:embed="rId3"/>
            <a:stretch>
              <a:fillRect t="-77764" b="-76574"/>
            </a:stretch>
          </a:blipFill>
          <a:ln w="19050">
            <a:solidFill>
              <a:srgbClr val="F0D4A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39" name="椭圆 38"/>
          <p:cNvSpPr/>
          <p:nvPr/>
        </p:nvSpPr>
        <p:spPr>
          <a:xfrm>
            <a:off x="2301709" y="2760428"/>
            <a:ext cx="866399" cy="866399"/>
          </a:xfrm>
          <a:prstGeom prst="ellipse">
            <a:avLst/>
          </a:prstGeom>
          <a:gradFill>
            <a:gsLst>
              <a:gs pos="0">
                <a:srgbClr val="F0D4AE"/>
              </a:gs>
              <a:gs pos="100000">
                <a:srgbClr val="E5B473"/>
              </a:gs>
            </a:gsLst>
            <a:lin ang="5400000" scaled="1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bg1"/>
              </a:solidFill>
            </a:endParaRPr>
          </a:p>
        </p:txBody>
      </p:sp>
      <p:sp>
        <p:nvSpPr>
          <p:cNvPr id="40" name="iconfont-11261-3544185"/>
          <p:cNvSpPr>
            <a:spLocks noChangeAspect="1"/>
          </p:cNvSpPr>
          <p:nvPr/>
        </p:nvSpPr>
        <p:spPr bwMode="auto">
          <a:xfrm>
            <a:off x="2485723" y="2954187"/>
            <a:ext cx="502405" cy="502405"/>
          </a:xfrm>
          <a:custGeom>
            <a:avLst/>
            <a:gdLst>
              <a:gd name="T0" fmla="*/ 6400 w 12800"/>
              <a:gd name="T1" fmla="*/ 0 h 12800"/>
              <a:gd name="T2" fmla="*/ 0 w 12800"/>
              <a:gd name="T3" fmla="*/ 6400 h 12800"/>
              <a:gd name="T4" fmla="*/ 6400 w 12800"/>
              <a:gd name="T5" fmla="*/ 12800 h 12800"/>
              <a:gd name="T6" fmla="*/ 12800 w 12800"/>
              <a:gd name="T7" fmla="*/ 6400 h 12800"/>
              <a:gd name="T8" fmla="*/ 6400 w 12800"/>
              <a:gd name="T9" fmla="*/ 0 h 12800"/>
              <a:gd name="T10" fmla="*/ 6400 w 12800"/>
              <a:gd name="T11" fmla="*/ 11200 h 12800"/>
              <a:gd name="T12" fmla="*/ 1600 w 12800"/>
              <a:gd name="T13" fmla="*/ 6400 h 12800"/>
              <a:gd name="T14" fmla="*/ 6400 w 12800"/>
              <a:gd name="T15" fmla="*/ 1600 h 12800"/>
              <a:gd name="T16" fmla="*/ 11200 w 12800"/>
              <a:gd name="T17" fmla="*/ 6400 h 12800"/>
              <a:gd name="T18" fmla="*/ 6400 w 12800"/>
              <a:gd name="T19" fmla="*/ 11200 h 12800"/>
              <a:gd name="T20" fmla="*/ 7576 w 12800"/>
              <a:gd name="T21" fmla="*/ 4782 h 12800"/>
              <a:gd name="T22" fmla="*/ 6400 w 12800"/>
              <a:gd name="T23" fmla="*/ 2401 h 12800"/>
              <a:gd name="T24" fmla="*/ 5225 w 12800"/>
              <a:gd name="T25" fmla="*/ 4782 h 12800"/>
              <a:gd name="T26" fmla="*/ 2596 w 12800"/>
              <a:gd name="T27" fmla="*/ 5165 h 12800"/>
              <a:gd name="T28" fmla="*/ 4498 w 12800"/>
              <a:gd name="T29" fmla="*/ 7018 h 12800"/>
              <a:gd name="T30" fmla="*/ 4049 w 12800"/>
              <a:gd name="T31" fmla="*/ 9635 h 12800"/>
              <a:gd name="T32" fmla="*/ 6400 w 12800"/>
              <a:gd name="T33" fmla="*/ 8400 h 12800"/>
              <a:gd name="T34" fmla="*/ 8750 w 12800"/>
              <a:gd name="T35" fmla="*/ 9636 h 12800"/>
              <a:gd name="T36" fmla="*/ 8302 w 12800"/>
              <a:gd name="T37" fmla="*/ 7019 h 12800"/>
              <a:gd name="T38" fmla="*/ 10203 w 12800"/>
              <a:gd name="T39" fmla="*/ 5166 h 12800"/>
              <a:gd name="T40" fmla="*/ 7576 w 12800"/>
              <a:gd name="T41" fmla="*/ 4782 h 128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</a:cxnLst>
            <a:rect l="0" t="0" r="r" b="b"/>
            <a:pathLst>
              <a:path w="12800" h="12800">
                <a:moveTo>
                  <a:pt x="6400" y="0"/>
                </a:moveTo>
                <a:cubicBezTo>
                  <a:pt x="2866" y="0"/>
                  <a:pt x="0" y="2866"/>
                  <a:pt x="0" y="6400"/>
                </a:cubicBezTo>
                <a:cubicBezTo>
                  <a:pt x="0" y="9934"/>
                  <a:pt x="2866" y="12800"/>
                  <a:pt x="6400" y="12800"/>
                </a:cubicBezTo>
                <a:cubicBezTo>
                  <a:pt x="9934" y="12800"/>
                  <a:pt x="12800" y="9934"/>
                  <a:pt x="12800" y="6400"/>
                </a:cubicBezTo>
                <a:cubicBezTo>
                  <a:pt x="12800" y="2866"/>
                  <a:pt x="9934" y="0"/>
                  <a:pt x="6400" y="0"/>
                </a:cubicBezTo>
                <a:close/>
                <a:moveTo>
                  <a:pt x="6400" y="11200"/>
                </a:moveTo>
                <a:cubicBezTo>
                  <a:pt x="3750" y="11200"/>
                  <a:pt x="1600" y="9050"/>
                  <a:pt x="1600" y="6400"/>
                </a:cubicBezTo>
                <a:cubicBezTo>
                  <a:pt x="1600" y="3750"/>
                  <a:pt x="3750" y="1600"/>
                  <a:pt x="6400" y="1600"/>
                </a:cubicBezTo>
                <a:cubicBezTo>
                  <a:pt x="9050" y="1600"/>
                  <a:pt x="11200" y="3750"/>
                  <a:pt x="11200" y="6400"/>
                </a:cubicBezTo>
                <a:cubicBezTo>
                  <a:pt x="11200" y="9050"/>
                  <a:pt x="9050" y="11200"/>
                  <a:pt x="6400" y="11200"/>
                </a:cubicBezTo>
                <a:close/>
                <a:moveTo>
                  <a:pt x="7576" y="4782"/>
                </a:moveTo>
                <a:lnTo>
                  <a:pt x="6400" y="2401"/>
                </a:lnTo>
                <a:lnTo>
                  <a:pt x="5225" y="4782"/>
                </a:lnTo>
                <a:lnTo>
                  <a:pt x="2596" y="5165"/>
                </a:lnTo>
                <a:lnTo>
                  <a:pt x="4498" y="7018"/>
                </a:lnTo>
                <a:lnTo>
                  <a:pt x="4049" y="9635"/>
                </a:lnTo>
                <a:lnTo>
                  <a:pt x="6400" y="8400"/>
                </a:lnTo>
                <a:lnTo>
                  <a:pt x="8750" y="9636"/>
                </a:lnTo>
                <a:lnTo>
                  <a:pt x="8302" y="7019"/>
                </a:lnTo>
                <a:lnTo>
                  <a:pt x="10203" y="5166"/>
                </a:lnTo>
                <a:lnTo>
                  <a:pt x="7576" y="4782"/>
                </a:lnTo>
                <a:close/>
              </a:path>
            </a:pathLst>
          </a:custGeom>
          <a:solidFill>
            <a:srgbClr val="990302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1" name="矩形 40"/>
          <p:cNvSpPr/>
          <p:nvPr/>
        </p:nvSpPr>
        <p:spPr>
          <a:xfrm>
            <a:off x="4679933" y="1498964"/>
            <a:ext cx="2794032" cy="1647825"/>
          </a:xfrm>
          <a:prstGeom prst="rect">
            <a:avLst/>
          </a:prstGeom>
          <a:blipFill>
            <a:blip r:embed="rId4"/>
            <a:stretch>
              <a:fillRect t="-77764" b="-76574"/>
            </a:stretch>
          </a:blipFill>
          <a:ln w="19050">
            <a:solidFill>
              <a:srgbClr val="F0D4A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42" name="椭圆 41"/>
          <p:cNvSpPr/>
          <p:nvPr/>
        </p:nvSpPr>
        <p:spPr>
          <a:xfrm>
            <a:off x="5663441" y="2760428"/>
            <a:ext cx="866399" cy="866399"/>
          </a:xfrm>
          <a:prstGeom prst="ellipse">
            <a:avLst/>
          </a:prstGeom>
          <a:gradFill>
            <a:gsLst>
              <a:gs pos="0">
                <a:srgbClr val="F0D4AE"/>
              </a:gs>
              <a:gs pos="100000">
                <a:srgbClr val="E5B473"/>
              </a:gs>
            </a:gsLst>
            <a:lin ang="5400000" scaled="1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dirty="0">
              <a:solidFill>
                <a:schemeClr val="bg1"/>
              </a:solidFill>
            </a:endParaRPr>
          </a:p>
        </p:txBody>
      </p:sp>
      <p:sp>
        <p:nvSpPr>
          <p:cNvPr id="43" name="iconfont-11261-3544185"/>
          <p:cNvSpPr>
            <a:spLocks noChangeAspect="1"/>
          </p:cNvSpPr>
          <p:nvPr/>
        </p:nvSpPr>
        <p:spPr bwMode="auto">
          <a:xfrm>
            <a:off x="5852897" y="2954186"/>
            <a:ext cx="502405" cy="502405"/>
          </a:xfrm>
          <a:custGeom>
            <a:avLst/>
            <a:gdLst>
              <a:gd name="T0" fmla="*/ 6400 w 12800"/>
              <a:gd name="T1" fmla="*/ 0 h 12800"/>
              <a:gd name="T2" fmla="*/ 0 w 12800"/>
              <a:gd name="T3" fmla="*/ 6400 h 12800"/>
              <a:gd name="T4" fmla="*/ 6400 w 12800"/>
              <a:gd name="T5" fmla="*/ 12800 h 12800"/>
              <a:gd name="T6" fmla="*/ 12800 w 12800"/>
              <a:gd name="T7" fmla="*/ 6400 h 12800"/>
              <a:gd name="T8" fmla="*/ 6400 w 12800"/>
              <a:gd name="T9" fmla="*/ 0 h 12800"/>
              <a:gd name="T10" fmla="*/ 6400 w 12800"/>
              <a:gd name="T11" fmla="*/ 11200 h 12800"/>
              <a:gd name="T12" fmla="*/ 1600 w 12800"/>
              <a:gd name="T13" fmla="*/ 6400 h 12800"/>
              <a:gd name="T14" fmla="*/ 6400 w 12800"/>
              <a:gd name="T15" fmla="*/ 1600 h 12800"/>
              <a:gd name="T16" fmla="*/ 11200 w 12800"/>
              <a:gd name="T17" fmla="*/ 6400 h 12800"/>
              <a:gd name="T18" fmla="*/ 6400 w 12800"/>
              <a:gd name="T19" fmla="*/ 11200 h 12800"/>
              <a:gd name="T20" fmla="*/ 7576 w 12800"/>
              <a:gd name="T21" fmla="*/ 4782 h 12800"/>
              <a:gd name="T22" fmla="*/ 6400 w 12800"/>
              <a:gd name="T23" fmla="*/ 2401 h 12800"/>
              <a:gd name="T24" fmla="*/ 5225 w 12800"/>
              <a:gd name="T25" fmla="*/ 4782 h 12800"/>
              <a:gd name="T26" fmla="*/ 2596 w 12800"/>
              <a:gd name="T27" fmla="*/ 5165 h 12800"/>
              <a:gd name="T28" fmla="*/ 4498 w 12800"/>
              <a:gd name="T29" fmla="*/ 7018 h 12800"/>
              <a:gd name="T30" fmla="*/ 4049 w 12800"/>
              <a:gd name="T31" fmla="*/ 9635 h 12800"/>
              <a:gd name="T32" fmla="*/ 6400 w 12800"/>
              <a:gd name="T33" fmla="*/ 8400 h 12800"/>
              <a:gd name="T34" fmla="*/ 8750 w 12800"/>
              <a:gd name="T35" fmla="*/ 9636 h 12800"/>
              <a:gd name="T36" fmla="*/ 8302 w 12800"/>
              <a:gd name="T37" fmla="*/ 7019 h 12800"/>
              <a:gd name="T38" fmla="*/ 10203 w 12800"/>
              <a:gd name="T39" fmla="*/ 5166 h 12800"/>
              <a:gd name="T40" fmla="*/ 7576 w 12800"/>
              <a:gd name="T41" fmla="*/ 4782 h 128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</a:cxnLst>
            <a:rect l="0" t="0" r="r" b="b"/>
            <a:pathLst>
              <a:path w="12800" h="12800">
                <a:moveTo>
                  <a:pt x="6400" y="0"/>
                </a:moveTo>
                <a:cubicBezTo>
                  <a:pt x="2866" y="0"/>
                  <a:pt x="0" y="2866"/>
                  <a:pt x="0" y="6400"/>
                </a:cubicBezTo>
                <a:cubicBezTo>
                  <a:pt x="0" y="9934"/>
                  <a:pt x="2866" y="12800"/>
                  <a:pt x="6400" y="12800"/>
                </a:cubicBezTo>
                <a:cubicBezTo>
                  <a:pt x="9934" y="12800"/>
                  <a:pt x="12800" y="9934"/>
                  <a:pt x="12800" y="6400"/>
                </a:cubicBezTo>
                <a:cubicBezTo>
                  <a:pt x="12800" y="2866"/>
                  <a:pt x="9934" y="0"/>
                  <a:pt x="6400" y="0"/>
                </a:cubicBezTo>
                <a:close/>
                <a:moveTo>
                  <a:pt x="6400" y="11200"/>
                </a:moveTo>
                <a:cubicBezTo>
                  <a:pt x="3750" y="11200"/>
                  <a:pt x="1600" y="9050"/>
                  <a:pt x="1600" y="6400"/>
                </a:cubicBezTo>
                <a:cubicBezTo>
                  <a:pt x="1600" y="3750"/>
                  <a:pt x="3750" y="1600"/>
                  <a:pt x="6400" y="1600"/>
                </a:cubicBezTo>
                <a:cubicBezTo>
                  <a:pt x="9050" y="1600"/>
                  <a:pt x="11200" y="3750"/>
                  <a:pt x="11200" y="6400"/>
                </a:cubicBezTo>
                <a:cubicBezTo>
                  <a:pt x="11200" y="9050"/>
                  <a:pt x="9050" y="11200"/>
                  <a:pt x="6400" y="11200"/>
                </a:cubicBezTo>
                <a:close/>
                <a:moveTo>
                  <a:pt x="7576" y="4782"/>
                </a:moveTo>
                <a:lnTo>
                  <a:pt x="6400" y="2401"/>
                </a:lnTo>
                <a:lnTo>
                  <a:pt x="5225" y="4782"/>
                </a:lnTo>
                <a:lnTo>
                  <a:pt x="2596" y="5165"/>
                </a:lnTo>
                <a:lnTo>
                  <a:pt x="4498" y="7018"/>
                </a:lnTo>
                <a:lnTo>
                  <a:pt x="4049" y="9635"/>
                </a:lnTo>
                <a:lnTo>
                  <a:pt x="6400" y="8400"/>
                </a:lnTo>
                <a:lnTo>
                  <a:pt x="8750" y="9636"/>
                </a:lnTo>
                <a:lnTo>
                  <a:pt x="8302" y="7019"/>
                </a:lnTo>
                <a:lnTo>
                  <a:pt x="10203" y="5166"/>
                </a:lnTo>
                <a:lnTo>
                  <a:pt x="7576" y="4782"/>
                </a:lnTo>
                <a:close/>
              </a:path>
            </a:pathLst>
          </a:custGeom>
          <a:solidFill>
            <a:srgbClr val="990302"/>
          </a:solidFill>
          <a:ln>
            <a:noFill/>
          </a:ln>
        </p:spPr>
        <p:txBody>
          <a:bodyPr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>
              <a:solidFill>
                <a:srgbClr val="990302"/>
              </a:solidFill>
            </a:endParaRPr>
          </a:p>
        </p:txBody>
      </p:sp>
      <p:sp>
        <p:nvSpPr>
          <p:cNvPr id="44" name="矩形 43"/>
          <p:cNvSpPr/>
          <p:nvPr/>
        </p:nvSpPr>
        <p:spPr>
          <a:xfrm>
            <a:off x="8037174" y="1498964"/>
            <a:ext cx="2794032" cy="1647825"/>
          </a:xfrm>
          <a:prstGeom prst="rect">
            <a:avLst/>
          </a:prstGeom>
          <a:blipFill>
            <a:blip r:embed="rId5"/>
            <a:stretch>
              <a:fillRect t="-6430" b="-6334"/>
            </a:stretch>
          </a:blipFill>
          <a:ln w="19050">
            <a:solidFill>
              <a:srgbClr val="F0D4A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45" name="椭圆 44"/>
          <p:cNvSpPr/>
          <p:nvPr/>
        </p:nvSpPr>
        <p:spPr>
          <a:xfrm>
            <a:off x="9020682" y="2760428"/>
            <a:ext cx="866399" cy="866399"/>
          </a:xfrm>
          <a:prstGeom prst="ellipse">
            <a:avLst/>
          </a:prstGeom>
          <a:gradFill>
            <a:gsLst>
              <a:gs pos="0">
                <a:srgbClr val="F0D4AE"/>
              </a:gs>
              <a:gs pos="100000">
                <a:srgbClr val="E5B473"/>
              </a:gs>
            </a:gsLst>
            <a:lin ang="5400000" scaled="1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46" name="iconfont-11261-3544185"/>
          <p:cNvSpPr>
            <a:spLocks noChangeAspect="1"/>
          </p:cNvSpPr>
          <p:nvPr/>
        </p:nvSpPr>
        <p:spPr bwMode="auto">
          <a:xfrm>
            <a:off x="9210138" y="2954186"/>
            <a:ext cx="502405" cy="502405"/>
          </a:xfrm>
          <a:custGeom>
            <a:avLst/>
            <a:gdLst>
              <a:gd name="T0" fmla="*/ 6400 w 12800"/>
              <a:gd name="T1" fmla="*/ 0 h 12800"/>
              <a:gd name="T2" fmla="*/ 0 w 12800"/>
              <a:gd name="T3" fmla="*/ 6400 h 12800"/>
              <a:gd name="T4" fmla="*/ 6400 w 12800"/>
              <a:gd name="T5" fmla="*/ 12800 h 12800"/>
              <a:gd name="T6" fmla="*/ 12800 w 12800"/>
              <a:gd name="T7" fmla="*/ 6400 h 12800"/>
              <a:gd name="T8" fmla="*/ 6400 w 12800"/>
              <a:gd name="T9" fmla="*/ 0 h 12800"/>
              <a:gd name="T10" fmla="*/ 6400 w 12800"/>
              <a:gd name="T11" fmla="*/ 11200 h 12800"/>
              <a:gd name="T12" fmla="*/ 1600 w 12800"/>
              <a:gd name="T13" fmla="*/ 6400 h 12800"/>
              <a:gd name="T14" fmla="*/ 6400 w 12800"/>
              <a:gd name="T15" fmla="*/ 1600 h 12800"/>
              <a:gd name="T16" fmla="*/ 11200 w 12800"/>
              <a:gd name="T17" fmla="*/ 6400 h 12800"/>
              <a:gd name="T18" fmla="*/ 6400 w 12800"/>
              <a:gd name="T19" fmla="*/ 11200 h 12800"/>
              <a:gd name="T20" fmla="*/ 7576 w 12800"/>
              <a:gd name="T21" fmla="*/ 4782 h 12800"/>
              <a:gd name="T22" fmla="*/ 6400 w 12800"/>
              <a:gd name="T23" fmla="*/ 2401 h 12800"/>
              <a:gd name="T24" fmla="*/ 5225 w 12800"/>
              <a:gd name="T25" fmla="*/ 4782 h 12800"/>
              <a:gd name="T26" fmla="*/ 2596 w 12800"/>
              <a:gd name="T27" fmla="*/ 5165 h 12800"/>
              <a:gd name="T28" fmla="*/ 4498 w 12800"/>
              <a:gd name="T29" fmla="*/ 7018 h 12800"/>
              <a:gd name="T30" fmla="*/ 4049 w 12800"/>
              <a:gd name="T31" fmla="*/ 9635 h 12800"/>
              <a:gd name="T32" fmla="*/ 6400 w 12800"/>
              <a:gd name="T33" fmla="*/ 8400 h 12800"/>
              <a:gd name="T34" fmla="*/ 8750 w 12800"/>
              <a:gd name="T35" fmla="*/ 9636 h 12800"/>
              <a:gd name="T36" fmla="*/ 8302 w 12800"/>
              <a:gd name="T37" fmla="*/ 7019 h 12800"/>
              <a:gd name="T38" fmla="*/ 10203 w 12800"/>
              <a:gd name="T39" fmla="*/ 5166 h 12800"/>
              <a:gd name="T40" fmla="*/ 7576 w 12800"/>
              <a:gd name="T41" fmla="*/ 4782 h 128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</a:cxnLst>
            <a:rect l="0" t="0" r="r" b="b"/>
            <a:pathLst>
              <a:path w="12800" h="12800">
                <a:moveTo>
                  <a:pt x="6400" y="0"/>
                </a:moveTo>
                <a:cubicBezTo>
                  <a:pt x="2866" y="0"/>
                  <a:pt x="0" y="2866"/>
                  <a:pt x="0" y="6400"/>
                </a:cubicBezTo>
                <a:cubicBezTo>
                  <a:pt x="0" y="9934"/>
                  <a:pt x="2866" y="12800"/>
                  <a:pt x="6400" y="12800"/>
                </a:cubicBezTo>
                <a:cubicBezTo>
                  <a:pt x="9934" y="12800"/>
                  <a:pt x="12800" y="9934"/>
                  <a:pt x="12800" y="6400"/>
                </a:cubicBezTo>
                <a:cubicBezTo>
                  <a:pt x="12800" y="2866"/>
                  <a:pt x="9934" y="0"/>
                  <a:pt x="6400" y="0"/>
                </a:cubicBezTo>
                <a:close/>
                <a:moveTo>
                  <a:pt x="6400" y="11200"/>
                </a:moveTo>
                <a:cubicBezTo>
                  <a:pt x="3750" y="11200"/>
                  <a:pt x="1600" y="9050"/>
                  <a:pt x="1600" y="6400"/>
                </a:cubicBezTo>
                <a:cubicBezTo>
                  <a:pt x="1600" y="3750"/>
                  <a:pt x="3750" y="1600"/>
                  <a:pt x="6400" y="1600"/>
                </a:cubicBezTo>
                <a:cubicBezTo>
                  <a:pt x="9050" y="1600"/>
                  <a:pt x="11200" y="3750"/>
                  <a:pt x="11200" y="6400"/>
                </a:cubicBezTo>
                <a:cubicBezTo>
                  <a:pt x="11200" y="9050"/>
                  <a:pt x="9050" y="11200"/>
                  <a:pt x="6400" y="11200"/>
                </a:cubicBezTo>
                <a:close/>
                <a:moveTo>
                  <a:pt x="7576" y="4782"/>
                </a:moveTo>
                <a:lnTo>
                  <a:pt x="6400" y="2401"/>
                </a:lnTo>
                <a:lnTo>
                  <a:pt x="5225" y="4782"/>
                </a:lnTo>
                <a:lnTo>
                  <a:pt x="2596" y="5165"/>
                </a:lnTo>
                <a:lnTo>
                  <a:pt x="4498" y="7018"/>
                </a:lnTo>
                <a:lnTo>
                  <a:pt x="4049" y="9635"/>
                </a:lnTo>
                <a:lnTo>
                  <a:pt x="6400" y="8400"/>
                </a:lnTo>
                <a:lnTo>
                  <a:pt x="8750" y="9636"/>
                </a:lnTo>
                <a:lnTo>
                  <a:pt x="8302" y="7019"/>
                </a:lnTo>
                <a:lnTo>
                  <a:pt x="10203" y="5166"/>
                </a:lnTo>
                <a:lnTo>
                  <a:pt x="7576" y="4782"/>
                </a:lnTo>
                <a:close/>
              </a:path>
            </a:pathLst>
          </a:custGeom>
          <a:solidFill>
            <a:srgbClr val="990302"/>
          </a:solidFill>
          <a:ln>
            <a:noFill/>
          </a:ln>
        </p:spPr>
        <p:txBody>
          <a:bodyPr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>
              <a:solidFill>
                <a:srgbClr val="990302"/>
              </a:solidFill>
            </a:endParaRPr>
          </a:p>
        </p:txBody>
      </p:sp>
      <p:sp>
        <p:nvSpPr>
          <p:cNvPr id="47" name="文本框 46"/>
          <p:cNvSpPr txBox="1"/>
          <p:nvPr/>
        </p:nvSpPr>
        <p:spPr>
          <a:xfrm>
            <a:off x="4983184" y="4498790"/>
            <a:ext cx="2372398" cy="13469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1400" dirty="0">
                <a:gradFill>
                  <a:gsLst>
                    <a:gs pos="0">
                      <a:srgbClr val="F0D4AE"/>
                    </a:gs>
                    <a:gs pos="100000">
                      <a:srgbClr val="E5B473"/>
                    </a:gs>
                  </a:gsLst>
                  <a:lin ang="5400000" scaled="1"/>
                </a:gradFill>
                <a:latin typeface="微软雅黑" panose="020B0503020204020204" pitchFamily="34" charset="-122"/>
                <a:ea typeface="微软雅黑" panose="020B0503020204020204" pitchFamily="34" charset="-122"/>
              </a:rPr>
              <a:t>您的内容打在这里，或者通过复制您的文本后，在此框中选择粘贴，并选择只保留文字。</a:t>
            </a:r>
            <a:endParaRPr lang="en-US" altLang="zh-CN" sz="1400" dirty="0">
              <a:gradFill>
                <a:gsLst>
                  <a:gs pos="0">
                    <a:srgbClr val="F0D4AE"/>
                  </a:gs>
                  <a:gs pos="100000">
                    <a:srgbClr val="E5B473"/>
                  </a:gs>
                </a:gsLst>
                <a:lin ang="5400000" scaled="1"/>
              </a:gra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8" name="矩形 47"/>
          <p:cNvSpPr/>
          <p:nvPr/>
        </p:nvSpPr>
        <p:spPr>
          <a:xfrm>
            <a:off x="5283950" y="3967298"/>
            <a:ext cx="174089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/>
            <a:r>
              <a:rPr lang="zh-CN" altLang="en-US" sz="2400" dirty="0">
                <a:gradFill>
                  <a:gsLst>
                    <a:gs pos="0">
                      <a:srgbClr val="F0D4AE"/>
                    </a:gs>
                    <a:gs pos="100000">
                      <a:srgbClr val="E5B473"/>
                    </a:gs>
                  </a:gsLst>
                  <a:lin ang="5400000" scaled="1"/>
                </a:gradFill>
                <a:latin typeface="汉仪大宋简" panose="02010600000101010101" pitchFamily="2" charset="-122"/>
                <a:ea typeface="汉仪大宋简" panose="02010600000101010101" pitchFamily="2" charset="-122"/>
              </a:rPr>
              <a:t>输入标题</a:t>
            </a:r>
            <a:endParaRPr lang="zh-CN" altLang="en-US" sz="2400" dirty="0">
              <a:gradFill>
                <a:gsLst>
                  <a:gs pos="0">
                    <a:srgbClr val="F0D4AE"/>
                  </a:gs>
                  <a:gs pos="100000">
                    <a:srgbClr val="E5B473"/>
                  </a:gs>
                </a:gsLst>
                <a:lin ang="5400000" scaled="1"/>
              </a:gradFill>
              <a:latin typeface="汉仪大宋简" panose="02010600000101010101" pitchFamily="2" charset="-122"/>
              <a:ea typeface="汉仪大宋简" panose="02010600000101010101" pitchFamily="2" charset="-122"/>
            </a:endParaRPr>
          </a:p>
        </p:txBody>
      </p:sp>
      <p:sp>
        <p:nvSpPr>
          <p:cNvPr id="49" name="矩形 48"/>
          <p:cNvSpPr/>
          <p:nvPr/>
        </p:nvSpPr>
        <p:spPr>
          <a:xfrm>
            <a:off x="8590391" y="3967298"/>
            <a:ext cx="174089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/>
            <a:r>
              <a:rPr lang="zh-CN" altLang="en-US" sz="2400" dirty="0">
                <a:gradFill>
                  <a:gsLst>
                    <a:gs pos="0">
                      <a:srgbClr val="F0D4AE"/>
                    </a:gs>
                    <a:gs pos="100000">
                      <a:srgbClr val="E5B473"/>
                    </a:gs>
                  </a:gsLst>
                  <a:lin ang="5400000" scaled="1"/>
                </a:gradFill>
                <a:latin typeface="汉仪大宋简" panose="02010600000101010101" pitchFamily="2" charset="-122"/>
                <a:ea typeface="汉仪大宋简" panose="02010600000101010101" pitchFamily="2" charset="-122"/>
              </a:rPr>
              <a:t>输入标题</a:t>
            </a:r>
            <a:endParaRPr lang="zh-CN" altLang="en-US" sz="2400" dirty="0">
              <a:gradFill>
                <a:gsLst>
                  <a:gs pos="0">
                    <a:srgbClr val="F0D4AE"/>
                  </a:gs>
                  <a:gs pos="100000">
                    <a:srgbClr val="E5B473"/>
                  </a:gs>
                </a:gsLst>
                <a:lin ang="5400000" scaled="1"/>
              </a:gradFill>
              <a:latin typeface="汉仪大宋简" panose="02010600000101010101" pitchFamily="2" charset="-122"/>
              <a:ea typeface="汉仪大宋简" panose="02010600000101010101" pitchFamily="2" charset="-122"/>
            </a:endParaRPr>
          </a:p>
        </p:txBody>
      </p:sp>
      <p:sp>
        <p:nvSpPr>
          <p:cNvPr id="50" name="文本框 49"/>
          <p:cNvSpPr txBox="1"/>
          <p:nvPr/>
        </p:nvSpPr>
        <p:spPr>
          <a:xfrm>
            <a:off x="8289625" y="4498790"/>
            <a:ext cx="2372398" cy="13469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1400" dirty="0">
                <a:gradFill>
                  <a:gsLst>
                    <a:gs pos="0">
                      <a:srgbClr val="F0D4AE"/>
                    </a:gs>
                    <a:gs pos="100000">
                      <a:srgbClr val="E5B473"/>
                    </a:gs>
                  </a:gsLst>
                  <a:lin ang="5400000" scaled="1"/>
                </a:gradFill>
                <a:latin typeface="微软雅黑" panose="020B0503020204020204" pitchFamily="34" charset="-122"/>
                <a:ea typeface="微软雅黑" panose="020B0503020204020204" pitchFamily="34" charset="-122"/>
              </a:rPr>
              <a:t>您的内容打在这里，或者通过复制您的文本后，在此框中选择粘贴，并选择只保留文字。</a:t>
            </a:r>
            <a:endParaRPr lang="en-US" altLang="zh-CN" sz="1400" dirty="0">
              <a:gradFill>
                <a:gsLst>
                  <a:gs pos="0">
                    <a:srgbClr val="F0D4AE"/>
                  </a:gs>
                  <a:gs pos="100000">
                    <a:srgbClr val="E5B473"/>
                  </a:gs>
                </a:gsLst>
                <a:lin ang="5400000" scaled="1"/>
              </a:gra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1" name="矩形 50"/>
          <p:cNvSpPr/>
          <p:nvPr/>
        </p:nvSpPr>
        <p:spPr>
          <a:xfrm>
            <a:off x="1856194" y="3967298"/>
            <a:ext cx="174089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/>
            <a:r>
              <a:rPr lang="zh-CN" altLang="en-US" sz="2400" dirty="0">
                <a:gradFill>
                  <a:gsLst>
                    <a:gs pos="0">
                      <a:srgbClr val="F0D4AE"/>
                    </a:gs>
                    <a:gs pos="100000">
                      <a:srgbClr val="E5B473"/>
                    </a:gs>
                  </a:gsLst>
                  <a:lin ang="5400000" scaled="1"/>
                </a:gradFill>
                <a:latin typeface="汉仪大宋简" panose="02010600000101010101" pitchFamily="2" charset="-122"/>
                <a:ea typeface="汉仪大宋简" panose="02010600000101010101" pitchFamily="2" charset="-122"/>
              </a:rPr>
              <a:t>输入标题</a:t>
            </a:r>
            <a:endParaRPr lang="zh-CN" altLang="en-US" sz="2400" dirty="0">
              <a:gradFill>
                <a:gsLst>
                  <a:gs pos="0">
                    <a:srgbClr val="F0D4AE"/>
                  </a:gs>
                  <a:gs pos="100000">
                    <a:srgbClr val="E5B473"/>
                  </a:gs>
                </a:gsLst>
                <a:lin ang="5400000" scaled="1"/>
              </a:gradFill>
              <a:latin typeface="汉仪大宋简" panose="02010600000101010101" pitchFamily="2" charset="-122"/>
              <a:ea typeface="汉仪大宋简" panose="02010600000101010101" pitchFamily="2" charset="-122"/>
            </a:endParaRPr>
          </a:p>
        </p:txBody>
      </p:sp>
      <p:sp>
        <p:nvSpPr>
          <p:cNvPr id="52" name="文本框 51"/>
          <p:cNvSpPr txBox="1"/>
          <p:nvPr/>
        </p:nvSpPr>
        <p:spPr>
          <a:xfrm>
            <a:off x="1555428" y="4498790"/>
            <a:ext cx="2372398" cy="13469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1400" dirty="0">
                <a:gradFill>
                  <a:gsLst>
                    <a:gs pos="0">
                      <a:srgbClr val="F0D4AE"/>
                    </a:gs>
                    <a:gs pos="100000">
                      <a:srgbClr val="E5B473"/>
                    </a:gs>
                  </a:gsLst>
                  <a:lin ang="5400000" scaled="1"/>
                </a:gradFill>
                <a:latin typeface="微软雅黑" panose="020B0503020204020204" pitchFamily="34" charset="-122"/>
                <a:ea typeface="微软雅黑" panose="020B0503020204020204" pitchFamily="34" charset="-122"/>
              </a:rPr>
              <a:t>您的内容打在这里，或者通过复制您的文本后，在此框中选择粘贴，并选择只保留文字。</a:t>
            </a:r>
            <a:endParaRPr lang="en-US" altLang="zh-CN" sz="1400" dirty="0">
              <a:gradFill>
                <a:gsLst>
                  <a:gs pos="0">
                    <a:srgbClr val="F0D4AE"/>
                  </a:gs>
                  <a:gs pos="100000">
                    <a:srgbClr val="E5B473"/>
                  </a:gs>
                </a:gsLst>
                <a:lin ang="5400000" scaled="1"/>
              </a:gra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8BC8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63012" y="55685"/>
            <a:ext cx="12065977" cy="6746631"/>
          </a:xfrm>
          <a:prstGeom prst="rect">
            <a:avLst/>
          </a:prstGeom>
          <a:solidFill>
            <a:srgbClr val="9F191F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1" name="图片 10" descr="背景图案&#10;&#10;描述已自动生成"/>
          <p:cNvPicPr>
            <a:picLocks noChangeAspect="1"/>
          </p:cNvPicPr>
          <p:nvPr/>
        </p:nvPicPr>
        <p:blipFill>
          <a:blip r:embed="rId1">
            <a:alphaModFix amt="54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 flipV="1">
            <a:off x="7018275" y="1691602"/>
            <a:ext cx="3801580" cy="6419847"/>
          </a:xfrm>
          <a:prstGeom prst="rect">
            <a:avLst/>
          </a:prstGeom>
        </p:spPr>
      </p:pic>
      <p:pic>
        <p:nvPicPr>
          <p:cNvPr id="12" name="图片 11" descr="背景图案&#10;&#10;描述已自动生成"/>
          <p:cNvPicPr>
            <a:picLocks noChangeAspect="1"/>
          </p:cNvPicPr>
          <p:nvPr/>
        </p:nvPicPr>
        <p:blipFill>
          <a:blip r:embed="rId1">
            <a:alphaModFix amt="39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 flipV="1">
            <a:off x="1153071" y="-1034376"/>
            <a:ext cx="2825633" cy="5005753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92731" y="6528221"/>
            <a:ext cx="5406537" cy="353227"/>
          </a:xfrm>
          <a:prstGeom prst="rect">
            <a:avLst/>
          </a:prstGeom>
        </p:spPr>
      </p:pic>
      <p:sp>
        <p:nvSpPr>
          <p:cNvPr id="25" name="文本框 24"/>
          <p:cNvSpPr txBox="1"/>
          <p:nvPr/>
        </p:nvSpPr>
        <p:spPr>
          <a:xfrm>
            <a:off x="4402014" y="6157078"/>
            <a:ext cx="390576" cy="5269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600" dirty="0">
                <a:gradFill>
                  <a:gsLst>
                    <a:gs pos="0">
                      <a:srgbClr val="F0D4AE"/>
                    </a:gs>
                    <a:gs pos="100000">
                      <a:srgbClr val="E5B473"/>
                    </a:gs>
                  </a:gsLst>
                  <a:lin ang="5400000" scaled="1"/>
                </a:gradFill>
                <a:latin typeface="汉仪许静行楷W" panose="00020600040101010101" pitchFamily="18" charset="-122"/>
                <a:ea typeface="汉仪许静行楷W" panose="00020600040101010101" pitchFamily="18" charset="-122"/>
              </a:rPr>
              <a:t>百</a:t>
            </a:r>
            <a:endParaRPr lang="zh-CN" altLang="en-US" sz="3600" dirty="0">
              <a:gradFill>
                <a:gsLst>
                  <a:gs pos="0">
                    <a:srgbClr val="F0D4AE"/>
                  </a:gs>
                  <a:gs pos="100000">
                    <a:srgbClr val="E5B473"/>
                  </a:gs>
                </a:gsLst>
                <a:lin ang="5400000" scaled="1"/>
              </a:gradFill>
              <a:latin typeface="汉仪许静行楷W" panose="00020600040101010101" pitchFamily="18" charset="-122"/>
              <a:ea typeface="汉仪许静行楷W" panose="00020600040101010101" pitchFamily="18" charset="-122"/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4628482" y="6403745"/>
            <a:ext cx="390576" cy="3010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gradFill>
                  <a:gsLst>
                    <a:gs pos="0">
                      <a:srgbClr val="F0D4AE"/>
                    </a:gs>
                    <a:gs pos="100000">
                      <a:srgbClr val="E5B473"/>
                    </a:gs>
                  </a:gsLst>
                  <a:lin ang="5400000" scaled="1"/>
                </a:gradFill>
                <a:latin typeface="汉仪许静行楷W" panose="00020600040101010101" pitchFamily="18" charset="-122"/>
                <a:ea typeface="汉仪许静行楷W" panose="00020600040101010101" pitchFamily="18" charset="-122"/>
              </a:rPr>
              <a:t>年</a:t>
            </a:r>
            <a:endParaRPr lang="zh-CN" altLang="en-US" dirty="0">
              <a:gradFill>
                <a:gsLst>
                  <a:gs pos="0">
                    <a:srgbClr val="F0D4AE"/>
                  </a:gs>
                  <a:gs pos="100000">
                    <a:srgbClr val="E5B473"/>
                  </a:gs>
                </a:gsLst>
                <a:lin ang="5400000" scaled="1"/>
              </a:gradFill>
              <a:latin typeface="汉仪许静行楷W" panose="00020600040101010101" pitchFamily="18" charset="-122"/>
              <a:ea typeface="汉仪许静行楷W" panose="00020600040101010101" pitchFamily="18" charset="-122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4868842" y="6387891"/>
            <a:ext cx="390576" cy="3010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gradFill>
                  <a:gsLst>
                    <a:gs pos="0">
                      <a:srgbClr val="F0D4AE"/>
                    </a:gs>
                    <a:gs pos="100000">
                      <a:srgbClr val="E5B473"/>
                    </a:gs>
                  </a:gsLst>
                  <a:lin ang="5400000" scaled="1"/>
                </a:gradFill>
                <a:latin typeface="汉仪许静行楷W" panose="00020600040101010101" pitchFamily="18" charset="-122"/>
                <a:ea typeface="汉仪许静行楷W" panose="00020600040101010101" pitchFamily="18" charset="-122"/>
              </a:rPr>
              <a:t>大</a:t>
            </a:r>
            <a:endParaRPr lang="zh-CN" altLang="en-US" dirty="0">
              <a:gradFill>
                <a:gsLst>
                  <a:gs pos="0">
                    <a:srgbClr val="F0D4AE"/>
                  </a:gs>
                  <a:gs pos="100000">
                    <a:srgbClr val="E5B473"/>
                  </a:gs>
                </a:gsLst>
                <a:lin ang="5400000" scaled="1"/>
              </a:gradFill>
              <a:latin typeface="汉仪许静行楷W" panose="00020600040101010101" pitchFamily="18" charset="-122"/>
              <a:ea typeface="汉仪许静行楷W" panose="00020600040101010101" pitchFamily="18" charset="-122"/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5107547" y="6301581"/>
            <a:ext cx="390576" cy="3763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dirty="0">
                <a:gradFill>
                  <a:gsLst>
                    <a:gs pos="0">
                      <a:srgbClr val="F0D4AE"/>
                    </a:gs>
                    <a:gs pos="100000">
                      <a:srgbClr val="E5B473"/>
                    </a:gs>
                  </a:gsLst>
                  <a:lin ang="5400000" scaled="1"/>
                </a:gradFill>
                <a:latin typeface="汉仪许静行楷W" panose="00020600040101010101" pitchFamily="18" charset="-122"/>
                <a:ea typeface="汉仪许静行楷W" panose="00020600040101010101" pitchFamily="18" charset="-122"/>
              </a:rPr>
              <a:t>党</a:t>
            </a:r>
            <a:endParaRPr lang="zh-CN" altLang="en-US" sz="2400" dirty="0">
              <a:gradFill>
                <a:gsLst>
                  <a:gs pos="0">
                    <a:srgbClr val="F0D4AE"/>
                  </a:gs>
                  <a:gs pos="100000">
                    <a:srgbClr val="E5B473"/>
                  </a:gs>
                </a:gsLst>
                <a:lin ang="5400000" scaled="1"/>
              </a:gradFill>
              <a:latin typeface="汉仪许静行楷W" panose="00020600040101010101" pitchFamily="18" charset="-122"/>
              <a:ea typeface="汉仪许静行楷W" panose="00020600040101010101" pitchFamily="18" charset="-122"/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6656332" y="6233111"/>
            <a:ext cx="377490" cy="1389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200" dirty="0">
                <a:gradFill>
                  <a:gsLst>
                    <a:gs pos="0">
                      <a:srgbClr val="F0D4AE"/>
                    </a:gs>
                    <a:gs pos="100000">
                      <a:srgbClr val="E5B473"/>
                    </a:gs>
                  </a:gsLst>
                  <a:lin ang="5400000" scaled="1"/>
                </a:gradFill>
                <a:latin typeface="汉仪许静行楷W" panose="00020600040101010101" pitchFamily="18" charset="-122"/>
                <a:ea typeface="汉仪许静行楷W" panose="00020600040101010101" pitchFamily="18" charset="-122"/>
              </a:rPr>
              <a:t>风</a:t>
            </a:r>
            <a:endParaRPr lang="zh-CN" altLang="en-US" sz="3200" dirty="0">
              <a:gradFill>
                <a:gsLst>
                  <a:gs pos="0">
                    <a:srgbClr val="F0D4AE"/>
                  </a:gs>
                  <a:gs pos="100000">
                    <a:srgbClr val="E5B473"/>
                  </a:gs>
                </a:gsLst>
                <a:lin ang="5400000" scaled="1"/>
              </a:gradFill>
              <a:latin typeface="汉仪许静行楷W" panose="00020600040101010101" pitchFamily="18" charset="-122"/>
              <a:ea typeface="汉仪许静行楷W" panose="00020600040101010101" pitchFamily="18" charset="-122"/>
            </a:endParaRPr>
          </a:p>
        </p:txBody>
      </p:sp>
      <p:sp>
        <p:nvSpPr>
          <p:cNvPr id="30" name="文本框 29"/>
          <p:cNvSpPr txBox="1"/>
          <p:nvPr/>
        </p:nvSpPr>
        <p:spPr>
          <a:xfrm>
            <a:off x="6855317" y="6293444"/>
            <a:ext cx="377490" cy="950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gradFill>
                  <a:gsLst>
                    <a:gs pos="0">
                      <a:srgbClr val="F0D4AE"/>
                    </a:gs>
                    <a:gs pos="100000">
                      <a:srgbClr val="E5B473"/>
                    </a:gs>
                  </a:gsLst>
                  <a:lin ang="5400000" scaled="1"/>
                </a:gradFill>
                <a:latin typeface="汉仪许静行楷W" panose="00020600040101010101" pitchFamily="18" charset="-122"/>
                <a:ea typeface="汉仪许静行楷W" panose="00020600040101010101" pitchFamily="18" charset="-122"/>
              </a:rPr>
              <a:t>华</a:t>
            </a:r>
            <a:endParaRPr lang="zh-CN" altLang="en-US" sz="2000" dirty="0">
              <a:gradFill>
                <a:gsLst>
                  <a:gs pos="0">
                    <a:srgbClr val="F0D4AE"/>
                  </a:gs>
                  <a:gs pos="100000">
                    <a:srgbClr val="E5B473"/>
                  </a:gs>
                </a:gsLst>
                <a:lin ang="5400000" scaled="1"/>
              </a:gradFill>
              <a:latin typeface="汉仪许静行楷W" panose="00020600040101010101" pitchFamily="18" charset="-122"/>
              <a:ea typeface="汉仪许静行楷W" panose="00020600040101010101" pitchFamily="18" charset="-122"/>
            </a:endParaRPr>
          </a:p>
        </p:txBody>
      </p:sp>
      <p:sp>
        <p:nvSpPr>
          <p:cNvPr id="31" name="文本框 30"/>
          <p:cNvSpPr txBox="1"/>
          <p:nvPr/>
        </p:nvSpPr>
        <p:spPr>
          <a:xfrm>
            <a:off x="7048796" y="6325448"/>
            <a:ext cx="377490" cy="950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gradFill>
                  <a:gsLst>
                    <a:gs pos="0">
                      <a:srgbClr val="F0D4AE"/>
                    </a:gs>
                    <a:gs pos="100000">
                      <a:srgbClr val="E5B473"/>
                    </a:gs>
                  </a:gsLst>
                  <a:lin ang="5400000" scaled="1"/>
                </a:gradFill>
                <a:latin typeface="汉仪许静行楷W" panose="00020600040101010101" pitchFamily="18" charset="-122"/>
                <a:ea typeface="汉仪许静行楷W" panose="00020600040101010101" pitchFamily="18" charset="-122"/>
              </a:rPr>
              <a:t>正</a:t>
            </a:r>
            <a:endParaRPr lang="zh-CN" altLang="en-US" sz="2000" dirty="0">
              <a:gradFill>
                <a:gsLst>
                  <a:gs pos="0">
                    <a:srgbClr val="F0D4AE"/>
                  </a:gs>
                  <a:gs pos="100000">
                    <a:srgbClr val="E5B473"/>
                  </a:gs>
                </a:gsLst>
                <a:lin ang="5400000" scaled="1"/>
              </a:gradFill>
              <a:latin typeface="汉仪许静行楷W" panose="00020600040101010101" pitchFamily="18" charset="-122"/>
              <a:ea typeface="汉仪许静行楷W" panose="00020600040101010101" pitchFamily="18" charset="-122"/>
            </a:endParaRPr>
          </a:p>
        </p:txBody>
      </p:sp>
      <p:sp>
        <p:nvSpPr>
          <p:cNvPr id="32" name="文本框 31"/>
          <p:cNvSpPr txBox="1"/>
          <p:nvPr/>
        </p:nvSpPr>
        <p:spPr>
          <a:xfrm>
            <a:off x="7301411" y="6206641"/>
            <a:ext cx="377490" cy="1389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200" dirty="0">
                <a:gradFill>
                  <a:gsLst>
                    <a:gs pos="0">
                      <a:srgbClr val="F0D4AE"/>
                    </a:gs>
                    <a:gs pos="100000">
                      <a:srgbClr val="E5B473"/>
                    </a:gs>
                  </a:gsLst>
                  <a:lin ang="5400000" scaled="1"/>
                </a:gradFill>
                <a:latin typeface="汉仪许静行楷W" panose="00020600040101010101" pitchFamily="18" charset="-122"/>
                <a:ea typeface="汉仪许静行楷W" panose="00020600040101010101" pitchFamily="18" charset="-122"/>
              </a:rPr>
              <a:t>茂</a:t>
            </a:r>
            <a:endParaRPr lang="zh-CN" altLang="en-US" sz="3200" dirty="0">
              <a:gradFill>
                <a:gsLst>
                  <a:gs pos="0">
                    <a:srgbClr val="F0D4AE"/>
                  </a:gs>
                  <a:gs pos="100000">
                    <a:srgbClr val="E5B473"/>
                  </a:gs>
                </a:gsLst>
                <a:lin ang="5400000" scaled="1"/>
              </a:gradFill>
              <a:latin typeface="汉仪许静行楷W" panose="00020600040101010101" pitchFamily="18" charset="-122"/>
              <a:ea typeface="汉仪许静行楷W" panose="00020600040101010101" pitchFamily="18" charset="-122"/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4703599" y="61545"/>
            <a:ext cx="27848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/>
            <a:r>
              <a:rPr lang="zh-CN" altLang="en-US" sz="3200" dirty="0">
                <a:gradFill>
                  <a:gsLst>
                    <a:gs pos="0">
                      <a:srgbClr val="F0D4AE"/>
                    </a:gs>
                    <a:gs pos="100000">
                      <a:srgbClr val="E5B473"/>
                    </a:gs>
                  </a:gsLst>
                  <a:lin ang="5400000" scaled="1"/>
                </a:gradFill>
                <a:latin typeface="汉仪许静行楷W" panose="00020600040101010101" pitchFamily="18" charset="-122"/>
                <a:ea typeface="汉仪许静行楷W" panose="00020600040101010101" pitchFamily="18" charset="-122"/>
              </a:rPr>
              <a:t>输入您的标题</a:t>
            </a:r>
            <a:endParaRPr lang="zh-CN" altLang="en-US" sz="3200" dirty="0">
              <a:gradFill>
                <a:gsLst>
                  <a:gs pos="0">
                    <a:srgbClr val="F0D4AE"/>
                  </a:gs>
                  <a:gs pos="100000">
                    <a:srgbClr val="E5B473"/>
                  </a:gs>
                </a:gsLst>
                <a:lin ang="5400000" scaled="1"/>
              </a:gradFill>
              <a:latin typeface="汉仪许静行楷W" panose="00020600040101010101" pitchFamily="18" charset="-122"/>
              <a:ea typeface="汉仪许静行楷W" panose="00020600040101010101" pitchFamily="18" charset="-122"/>
            </a:endParaRPr>
          </a:p>
        </p:txBody>
      </p:sp>
      <p:cxnSp>
        <p:nvCxnSpPr>
          <p:cNvPr id="8" name="直接连接符 7"/>
          <p:cNvCxnSpPr/>
          <p:nvPr/>
        </p:nvCxnSpPr>
        <p:spPr>
          <a:xfrm>
            <a:off x="5486402" y="663906"/>
            <a:ext cx="1277815" cy="0"/>
          </a:xfrm>
          <a:prstGeom prst="line">
            <a:avLst/>
          </a:prstGeom>
          <a:ln w="19050">
            <a:solidFill>
              <a:srgbClr val="F0D4A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矩形 16"/>
          <p:cNvSpPr/>
          <p:nvPr/>
        </p:nvSpPr>
        <p:spPr>
          <a:xfrm>
            <a:off x="1169739" y="1510284"/>
            <a:ext cx="2609850" cy="4077226"/>
          </a:xfrm>
          <a:prstGeom prst="rect">
            <a:avLst/>
          </a:prstGeom>
          <a:gradFill>
            <a:gsLst>
              <a:gs pos="0">
                <a:srgbClr val="F0D4AE"/>
              </a:gs>
              <a:gs pos="100000">
                <a:srgbClr val="E5B473"/>
              </a:gs>
            </a:gsLst>
            <a:lin ang="5400000" scaled="1"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文本框 17"/>
          <p:cNvSpPr txBox="1"/>
          <p:nvPr/>
        </p:nvSpPr>
        <p:spPr>
          <a:xfrm>
            <a:off x="1409415" y="3285395"/>
            <a:ext cx="2187644" cy="19932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rgbClr val="9F191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您的内容打在这里，或者通过复制您的文本后，在此框中选择粘贴，并选择只保留文字。您的内容打在这里，或者通过复制您的文本后</a:t>
            </a:r>
            <a:r>
              <a:rPr lang="en-US" altLang="zh-CN" sz="1400" dirty="0">
                <a:solidFill>
                  <a:srgbClr val="9F191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……</a:t>
            </a:r>
            <a:endParaRPr lang="zh-CN" altLang="en-US" sz="1400" dirty="0">
              <a:solidFill>
                <a:srgbClr val="9F191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1632405" y="2759376"/>
            <a:ext cx="169057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2400" dirty="0">
                <a:solidFill>
                  <a:srgbClr val="9F191F"/>
                </a:solidFill>
                <a:latin typeface="汉仪大宋简" panose="02010600000101010101" pitchFamily="2" charset="-122"/>
                <a:ea typeface="汉仪大宋简" panose="02010600000101010101" pitchFamily="2" charset="-122"/>
              </a:rPr>
              <a:t>输入标题</a:t>
            </a:r>
            <a:endParaRPr lang="zh-CN" altLang="en-US" sz="2400" dirty="0">
              <a:solidFill>
                <a:srgbClr val="9F191F"/>
              </a:solidFill>
              <a:latin typeface="汉仪大宋简" panose="02010600000101010101" pitchFamily="2" charset="-122"/>
              <a:ea typeface="汉仪大宋简" panose="02010600000101010101" pitchFamily="2" charset="-122"/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4791074" y="1510284"/>
            <a:ext cx="2609850" cy="4077226"/>
          </a:xfrm>
          <a:prstGeom prst="rect">
            <a:avLst/>
          </a:prstGeom>
          <a:gradFill>
            <a:gsLst>
              <a:gs pos="0">
                <a:srgbClr val="F0D4AE"/>
              </a:gs>
              <a:gs pos="100000">
                <a:srgbClr val="E5B473"/>
              </a:gs>
            </a:gsLst>
            <a:lin ang="5400000" scaled="1"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文本框 20"/>
          <p:cNvSpPr txBox="1"/>
          <p:nvPr/>
        </p:nvSpPr>
        <p:spPr>
          <a:xfrm>
            <a:off x="5030750" y="3285395"/>
            <a:ext cx="2187644" cy="19932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rgbClr val="9F191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您的内容打在这里，或者通过复制您的文本后，在此框中选择粘贴，并选择只保留文字。您的内容打在这里，或者通过复制您的文本后</a:t>
            </a:r>
            <a:r>
              <a:rPr lang="en-US" altLang="zh-CN" sz="1400" dirty="0">
                <a:solidFill>
                  <a:srgbClr val="9F191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……</a:t>
            </a:r>
            <a:endParaRPr lang="zh-CN" altLang="en-US" sz="1400" dirty="0">
              <a:solidFill>
                <a:srgbClr val="9F191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5253740" y="2759376"/>
            <a:ext cx="169057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2400" dirty="0">
                <a:solidFill>
                  <a:srgbClr val="9F191F"/>
                </a:solidFill>
                <a:latin typeface="汉仪大宋简" panose="02010600000101010101" pitchFamily="2" charset="-122"/>
                <a:ea typeface="汉仪大宋简" panose="02010600000101010101" pitchFamily="2" charset="-122"/>
              </a:rPr>
              <a:t>输入标题</a:t>
            </a:r>
            <a:endParaRPr lang="zh-CN" altLang="en-US" sz="2400" dirty="0">
              <a:solidFill>
                <a:srgbClr val="9F191F"/>
              </a:solidFill>
              <a:latin typeface="汉仪大宋简" panose="02010600000101010101" pitchFamily="2" charset="-122"/>
              <a:ea typeface="汉仪大宋简" panose="02010600000101010101" pitchFamily="2" charset="-122"/>
            </a:endParaRPr>
          </a:p>
        </p:txBody>
      </p:sp>
      <p:sp>
        <p:nvSpPr>
          <p:cNvPr id="24" name="矩形 23"/>
          <p:cNvSpPr/>
          <p:nvPr/>
        </p:nvSpPr>
        <p:spPr>
          <a:xfrm>
            <a:off x="8412409" y="1510284"/>
            <a:ext cx="2609850" cy="4077226"/>
          </a:xfrm>
          <a:prstGeom prst="rect">
            <a:avLst/>
          </a:prstGeom>
          <a:gradFill>
            <a:gsLst>
              <a:gs pos="0">
                <a:srgbClr val="F0D4AE"/>
              </a:gs>
              <a:gs pos="100000">
                <a:srgbClr val="E5B473"/>
              </a:gs>
            </a:gsLst>
            <a:lin ang="5400000" scaled="1"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文本框 32"/>
          <p:cNvSpPr txBox="1"/>
          <p:nvPr/>
        </p:nvSpPr>
        <p:spPr>
          <a:xfrm>
            <a:off x="8652085" y="3285395"/>
            <a:ext cx="2187644" cy="19932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rgbClr val="9F191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您的内容打在这里，或者通过复制您的文本后，在此框中选择粘贴，并选择只保留文字。您的内容打在这里，或者通过复制您的文本后</a:t>
            </a:r>
            <a:r>
              <a:rPr lang="en-US" altLang="zh-CN" sz="1400" dirty="0">
                <a:solidFill>
                  <a:srgbClr val="9F191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……</a:t>
            </a:r>
            <a:endParaRPr lang="zh-CN" altLang="en-US" sz="1400" dirty="0">
              <a:solidFill>
                <a:srgbClr val="9F191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4" name="文本框 33"/>
          <p:cNvSpPr txBox="1"/>
          <p:nvPr/>
        </p:nvSpPr>
        <p:spPr>
          <a:xfrm>
            <a:off x="8875075" y="2759376"/>
            <a:ext cx="169057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2400" dirty="0">
                <a:solidFill>
                  <a:srgbClr val="9F191F"/>
                </a:solidFill>
                <a:latin typeface="汉仪大宋简" panose="02010600000101010101" pitchFamily="2" charset="-122"/>
                <a:ea typeface="汉仪大宋简" panose="02010600000101010101" pitchFamily="2" charset="-122"/>
              </a:rPr>
              <a:t>输入标题</a:t>
            </a:r>
            <a:endParaRPr lang="zh-CN" altLang="en-US" sz="2400" dirty="0">
              <a:solidFill>
                <a:srgbClr val="9F191F"/>
              </a:solidFill>
              <a:latin typeface="汉仪大宋简" panose="02010600000101010101" pitchFamily="2" charset="-122"/>
              <a:ea typeface="汉仪大宋简" panose="02010600000101010101" pitchFamily="2" charset="-122"/>
            </a:endParaRPr>
          </a:p>
        </p:txBody>
      </p:sp>
      <p:sp>
        <p:nvSpPr>
          <p:cNvPr id="35" name="iconfont-11672-5428539"/>
          <p:cNvSpPr/>
          <p:nvPr/>
        </p:nvSpPr>
        <p:spPr>
          <a:xfrm>
            <a:off x="9407819" y="1928430"/>
            <a:ext cx="609685" cy="609685"/>
          </a:xfrm>
          <a:custGeom>
            <a:avLst/>
            <a:gdLst>
              <a:gd name="T0" fmla="*/ 6400 w 12800"/>
              <a:gd name="T1" fmla="*/ 0 h 12800"/>
              <a:gd name="T2" fmla="*/ 0 w 12800"/>
              <a:gd name="T3" fmla="*/ 6400 h 12800"/>
              <a:gd name="T4" fmla="*/ 6400 w 12800"/>
              <a:gd name="T5" fmla="*/ 12800 h 12800"/>
              <a:gd name="T6" fmla="*/ 12800 w 12800"/>
              <a:gd name="T7" fmla="*/ 6400 h 12800"/>
              <a:gd name="T8" fmla="*/ 6400 w 12800"/>
              <a:gd name="T9" fmla="*/ 0 h 12800"/>
              <a:gd name="T10" fmla="*/ 6400 w 12800"/>
              <a:gd name="T11" fmla="*/ 11200 h 12800"/>
              <a:gd name="T12" fmla="*/ 1600 w 12800"/>
              <a:gd name="T13" fmla="*/ 6400 h 12800"/>
              <a:gd name="T14" fmla="*/ 6400 w 12800"/>
              <a:gd name="T15" fmla="*/ 1600 h 12800"/>
              <a:gd name="T16" fmla="*/ 11200 w 12800"/>
              <a:gd name="T17" fmla="*/ 6400 h 12800"/>
              <a:gd name="T18" fmla="*/ 6400 w 12800"/>
              <a:gd name="T19" fmla="*/ 11200 h 12800"/>
              <a:gd name="T20" fmla="*/ 7576 w 12800"/>
              <a:gd name="T21" fmla="*/ 4782 h 12800"/>
              <a:gd name="T22" fmla="*/ 6400 w 12800"/>
              <a:gd name="T23" fmla="*/ 2401 h 12800"/>
              <a:gd name="T24" fmla="*/ 5225 w 12800"/>
              <a:gd name="T25" fmla="*/ 4782 h 12800"/>
              <a:gd name="T26" fmla="*/ 2596 w 12800"/>
              <a:gd name="T27" fmla="*/ 5165 h 12800"/>
              <a:gd name="T28" fmla="*/ 4498 w 12800"/>
              <a:gd name="T29" fmla="*/ 7018 h 12800"/>
              <a:gd name="T30" fmla="*/ 4049 w 12800"/>
              <a:gd name="T31" fmla="*/ 9635 h 12800"/>
              <a:gd name="T32" fmla="*/ 6400 w 12800"/>
              <a:gd name="T33" fmla="*/ 8400 h 12800"/>
              <a:gd name="T34" fmla="*/ 8750 w 12800"/>
              <a:gd name="T35" fmla="*/ 9636 h 12800"/>
              <a:gd name="T36" fmla="*/ 8302 w 12800"/>
              <a:gd name="T37" fmla="*/ 7019 h 12800"/>
              <a:gd name="T38" fmla="*/ 10203 w 12800"/>
              <a:gd name="T39" fmla="*/ 5166 h 12800"/>
              <a:gd name="T40" fmla="*/ 7576 w 12800"/>
              <a:gd name="T41" fmla="*/ 4782 h 128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</a:cxnLst>
            <a:rect l="0" t="0" r="r" b="b"/>
            <a:pathLst>
              <a:path w="12800" h="12800">
                <a:moveTo>
                  <a:pt x="6400" y="0"/>
                </a:moveTo>
                <a:cubicBezTo>
                  <a:pt x="2866" y="0"/>
                  <a:pt x="0" y="2866"/>
                  <a:pt x="0" y="6400"/>
                </a:cubicBezTo>
                <a:cubicBezTo>
                  <a:pt x="0" y="9934"/>
                  <a:pt x="2866" y="12800"/>
                  <a:pt x="6400" y="12800"/>
                </a:cubicBezTo>
                <a:cubicBezTo>
                  <a:pt x="9934" y="12800"/>
                  <a:pt x="12800" y="9934"/>
                  <a:pt x="12800" y="6400"/>
                </a:cubicBezTo>
                <a:cubicBezTo>
                  <a:pt x="12800" y="2866"/>
                  <a:pt x="9934" y="0"/>
                  <a:pt x="6400" y="0"/>
                </a:cubicBezTo>
                <a:close/>
                <a:moveTo>
                  <a:pt x="6400" y="11200"/>
                </a:moveTo>
                <a:cubicBezTo>
                  <a:pt x="3750" y="11200"/>
                  <a:pt x="1600" y="9050"/>
                  <a:pt x="1600" y="6400"/>
                </a:cubicBezTo>
                <a:cubicBezTo>
                  <a:pt x="1600" y="3750"/>
                  <a:pt x="3750" y="1600"/>
                  <a:pt x="6400" y="1600"/>
                </a:cubicBezTo>
                <a:cubicBezTo>
                  <a:pt x="9050" y="1600"/>
                  <a:pt x="11200" y="3750"/>
                  <a:pt x="11200" y="6400"/>
                </a:cubicBezTo>
                <a:cubicBezTo>
                  <a:pt x="11200" y="9050"/>
                  <a:pt x="9050" y="11200"/>
                  <a:pt x="6400" y="11200"/>
                </a:cubicBezTo>
                <a:close/>
                <a:moveTo>
                  <a:pt x="7576" y="4782"/>
                </a:moveTo>
                <a:lnTo>
                  <a:pt x="6400" y="2401"/>
                </a:lnTo>
                <a:lnTo>
                  <a:pt x="5225" y="4782"/>
                </a:lnTo>
                <a:lnTo>
                  <a:pt x="2596" y="5165"/>
                </a:lnTo>
                <a:lnTo>
                  <a:pt x="4498" y="7018"/>
                </a:lnTo>
                <a:lnTo>
                  <a:pt x="4049" y="9635"/>
                </a:lnTo>
                <a:lnTo>
                  <a:pt x="6400" y="8400"/>
                </a:lnTo>
                <a:lnTo>
                  <a:pt x="8750" y="9636"/>
                </a:lnTo>
                <a:lnTo>
                  <a:pt x="8302" y="7019"/>
                </a:lnTo>
                <a:lnTo>
                  <a:pt x="10203" y="5166"/>
                </a:lnTo>
                <a:lnTo>
                  <a:pt x="7576" y="4782"/>
                </a:lnTo>
                <a:close/>
              </a:path>
            </a:pathLst>
          </a:custGeom>
          <a:solidFill>
            <a:srgbClr val="99030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iconfont-11672-5428539"/>
          <p:cNvSpPr/>
          <p:nvPr/>
        </p:nvSpPr>
        <p:spPr>
          <a:xfrm>
            <a:off x="2163567" y="1928430"/>
            <a:ext cx="609685" cy="609685"/>
          </a:xfrm>
          <a:custGeom>
            <a:avLst/>
            <a:gdLst>
              <a:gd name="T0" fmla="*/ 6400 w 12800"/>
              <a:gd name="T1" fmla="*/ 0 h 12800"/>
              <a:gd name="T2" fmla="*/ 0 w 12800"/>
              <a:gd name="T3" fmla="*/ 6400 h 12800"/>
              <a:gd name="T4" fmla="*/ 6400 w 12800"/>
              <a:gd name="T5" fmla="*/ 12800 h 12800"/>
              <a:gd name="T6" fmla="*/ 12800 w 12800"/>
              <a:gd name="T7" fmla="*/ 6400 h 12800"/>
              <a:gd name="T8" fmla="*/ 6400 w 12800"/>
              <a:gd name="T9" fmla="*/ 0 h 12800"/>
              <a:gd name="T10" fmla="*/ 6400 w 12800"/>
              <a:gd name="T11" fmla="*/ 11200 h 12800"/>
              <a:gd name="T12" fmla="*/ 1600 w 12800"/>
              <a:gd name="T13" fmla="*/ 6400 h 12800"/>
              <a:gd name="T14" fmla="*/ 6400 w 12800"/>
              <a:gd name="T15" fmla="*/ 1600 h 12800"/>
              <a:gd name="T16" fmla="*/ 11200 w 12800"/>
              <a:gd name="T17" fmla="*/ 6400 h 12800"/>
              <a:gd name="T18" fmla="*/ 6400 w 12800"/>
              <a:gd name="T19" fmla="*/ 11200 h 12800"/>
              <a:gd name="T20" fmla="*/ 7576 w 12800"/>
              <a:gd name="T21" fmla="*/ 4782 h 12800"/>
              <a:gd name="T22" fmla="*/ 6400 w 12800"/>
              <a:gd name="T23" fmla="*/ 2401 h 12800"/>
              <a:gd name="T24" fmla="*/ 5225 w 12800"/>
              <a:gd name="T25" fmla="*/ 4782 h 12800"/>
              <a:gd name="T26" fmla="*/ 2596 w 12800"/>
              <a:gd name="T27" fmla="*/ 5165 h 12800"/>
              <a:gd name="T28" fmla="*/ 4498 w 12800"/>
              <a:gd name="T29" fmla="*/ 7018 h 12800"/>
              <a:gd name="T30" fmla="*/ 4049 w 12800"/>
              <a:gd name="T31" fmla="*/ 9635 h 12800"/>
              <a:gd name="T32" fmla="*/ 6400 w 12800"/>
              <a:gd name="T33" fmla="*/ 8400 h 12800"/>
              <a:gd name="T34" fmla="*/ 8750 w 12800"/>
              <a:gd name="T35" fmla="*/ 9636 h 12800"/>
              <a:gd name="T36" fmla="*/ 8302 w 12800"/>
              <a:gd name="T37" fmla="*/ 7019 h 12800"/>
              <a:gd name="T38" fmla="*/ 10203 w 12800"/>
              <a:gd name="T39" fmla="*/ 5166 h 12800"/>
              <a:gd name="T40" fmla="*/ 7576 w 12800"/>
              <a:gd name="T41" fmla="*/ 4782 h 128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</a:cxnLst>
            <a:rect l="0" t="0" r="r" b="b"/>
            <a:pathLst>
              <a:path w="12800" h="12800">
                <a:moveTo>
                  <a:pt x="6400" y="0"/>
                </a:moveTo>
                <a:cubicBezTo>
                  <a:pt x="2866" y="0"/>
                  <a:pt x="0" y="2866"/>
                  <a:pt x="0" y="6400"/>
                </a:cubicBezTo>
                <a:cubicBezTo>
                  <a:pt x="0" y="9934"/>
                  <a:pt x="2866" y="12800"/>
                  <a:pt x="6400" y="12800"/>
                </a:cubicBezTo>
                <a:cubicBezTo>
                  <a:pt x="9934" y="12800"/>
                  <a:pt x="12800" y="9934"/>
                  <a:pt x="12800" y="6400"/>
                </a:cubicBezTo>
                <a:cubicBezTo>
                  <a:pt x="12800" y="2866"/>
                  <a:pt x="9934" y="0"/>
                  <a:pt x="6400" y="0"/>
                </a:cubicBezTo>
                <a:close/>
                <a:moveTo>
                  <a:pt x="6400" y="11200"/>
                </a:moveTo>
                <a:cubicBezTo>
                  <a:pt x="3750" y="11200"/>
                  <a:pt x="1600" y="9050"/>
                  <a:pt x="1600" y="6400"/>
                </a:cubicBezTo>
                <a:cubicBezTo>
                  <a:pt x="1600" y="3750"/>
                  <a:pt x="3750" y="1600"/>
                  <a:pt x="6400" y="1600"/>
                </a:cubicBezTo>
                <a:cubicBezTo>
                  <a:pt x="9050" y="1600"/>
                  <a:pt x="11200" y="3750"/>
                  <a:pt x="11200" y="6400"/>
                </a:cubicBezTo>
                <a:cubicBezTo>
                  <a:pt x="11200" y="9050"/>
                  <a:pt x="9050" y="11200"/>
                  <a:pt x="6400" y="11200"/>
                </a:cubicBezTo>
                <a:close/>
                <a:moveTo>
                  <a:pt x="7576" y="4782"/>
                </a:moveTo>
                <a:lnTo>
                  <a:pt x="6400" y="2401"/>
                </a:lnTo>
                <a:lnTo>
                  <a:pt x="5225" y="4782"/>
                </a:lnTo>
                <a:lnTo>
                  <a:pt x="2596" y="5165"/>
                </a:lnTo>
                <a:lnTo>
                  <a:pt x="4498" y="7018"/>
                </a:lnTo>
                <a:lnTo>
                  <a:pt x="4049" y="9635"/>
                </a:lnTo>
                <a:lnTo>
                  <a:pt x="6400" y="8400"/>
                </a:lnTo>
                <a:lnTo>
                  <a:pt x="8750" y="9636"/>
                </a:lnTo>
                <a:lnTo>
                  <a:pt x="8302" y="7019"/>
                </a:lnTo>
                <a:lnTo>
                  <a:pt x="10203" y="5166"/>
                </a:lnTo>
                <a:lnTo>
                  <a:pt x="7576" y="4782"/>
                </a:lnTo>
                <a:close/>
              </a:path>
            </a:pathLst>
          </a:custGeom>
          <a:solidFill>
            <a:srgbClr val="99030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iconfont-11672-5428539"/>
          <p:cNvSpPr/>
          <p:nvPr/>
        </p:nvSpPr>
        <p:spPr>
          <a:xfrm>
            <a:off x="9407819" y="1928430"/>
            <a:ext cx="609685" cy="609685"/>
          </a:xfrm>
          <a:custGeom>
            <a:avLst/>
            <a:gdLst>
              <a:gd name="T0" fmla="*/ 6400 w 12800"/>
              <a:gd name="T1" fmla="*/ 0 h 12800"/>
              <a:gd name="T2" fmla="*/ 0 w 12800"/>
              <a:gd name="T3" fmla="*/ 6400 h 12800"/>
              <a:gd name="T4" fmla="*/ 6400 w 12800"/>
              <a:gd name="T5" fmla="*/ 12800 h 12800"/>
              <a:gd name="T6" fmla="*/ 12800 w 12800"/>
              <a:gd name="T7" fmla="*/ 6400 h 12800"/>
              <a:gd name="T8" fmla="*/ 6400 w 12800"/>
              <a:gd name="T9" fmla="*/ 0 h 12800"/>
              <a:gd name="T10" fmla="*/ 6400 w 12800"/>
              <a:gd name="T11" fmla="*/ 11200 h 12800"/>
              <a:gd name="T12" fmla="*/ 1600 w 12800"/>
              <a:gd name="T13" fmla="*/ 6400 h 12800"/>
              <a:gd name="T14" fmla="*/ 6400 w 12800"/>
              <a:gd name="T15" fmla="*/ 1600 h 12800"/>
              <a:gd name="T16" fmla="*/ 11200 w 12800"/>
              <a:gd name="T17" fmla="*/ 6400 h 12800"/>
              <a:gd name="T18" fmla="*/ 6400 w 12800"/>
              <a:gd name="T19" fmla="*/ 11200 h 12800"/>
              <a:gd name="T20" fmla="*/ 7576 w 12800"/>
              <a:gd name="T21" fmla="*/ 4782 h 12800"/>
              <a:gd name="T22" fmla="*/ 6400 w 12800"/>
              <a:gd name="T23" fmla="*/ 2401 h 12800"/>
              <a:gd name="T24" fmla="*/ 5225 w 12800"/>
              <a:gd name="T25" fmla="*/ 4782 h 12800"/>
              <a:gd name="T26" fmla="*/ 2596 w 12800"/>
              <a:gd name="T27" fmla="*/ 5165 h 12800"/>
              <a:gd name="T28" fmla="*/ 4498 w 12800"/>
              <a:gd name="T29" fmla="*/ 7018 h 12800"/>
              <a:gd name="T30" fmla="*/ 4049 w 12800"/>
              <a:gd name="T31" fmla="*/ 9635 h 12800"/>
              <a:gd name="T32" fmla="*/ 6400 w 12800"/>
              <a:gd name="T33" fmla="*/ 8400 h 12800"/>
              <a:gd name="T34" fmla="*/ 8750 w 12800"/>
              <a:gd name="T35" fmla="*/ 9636 h 12800"/>
              <a:gd name="T36" fmla="*/ 8302 w 12800"/>
              <a:gd name="T37" fmla="*/ 7019 h 12800"/>
              <a:gd name="T38" fmla="*/ 10203 w 12800"/>
              <a:gd name="T39" fmla="*/ 5166 h 12800"/>
              <a:gd name="T40" fmla="*/ 7576 w 12800"/>
              <a:gd name="T41" fmla="*/ 4782 h 128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</a:cxnLst>
            <a:rect l="0" t="0" r="r" b="b"/>
            <a:pathLst>
              <a:path w="12800" h="12800">
                <a:moveTo>
                  <a:pt x="6400" y="0"/>
                </a:moveTo>
                <a:cubicBezTo>
                  <a:pt x="2866" y="0"/>
                  <a:pt x="0" y="2866"/>
                  <a:pt x="0" y="6400"/>
                </a:cubicBezTo>
                <a:cubicBezTo>
                  <a:pt x="0" y="9934"/>
                  <a:pt x="2866" y="12800"/>
                  <a:pt x="6400" y="12800"/>
                </a:cubicBezTo>
                <a:cubicBezTo>
                  <a:pt x="9934" y="12800"/>
                  <a:pt x="12800" y="9934"/>
                  <a:pt x="12800" y="6400"/>
                </a:cubicBezTo>
                <a:cubicBezTo>
                  <a:pt x="12800" y="2866"/>
                  <a:pt x="9934" y="0"/>
                  <a:pt x="6400" y="0"/>
                </a:cubicBezTo>
                <a:close/>
                <a:moveTo>
                  <a:pt x="6400" y="11200"/>
                </a:moveTo>
                <a:cubicBezTo>
                  <a:pt x="3750" y="11200"/>
                  <a:pt x="1600" y="9050"/>
                  <a:pt x="1600" y="6400"/>
                </a:cubicBezTo>
                <a:cubicBezTo>
                  <a:pt x="1600" y="3750"/>
                  <a:pt x="3750" y="1600"/>
                  <a:pt x="6400" y="1600"/>
                </a:cubicBezTo>
                <a:cubicBezTo>
                  <a:pt x="9050" y="1600"/>
                  <a:pt x="11200" y="3750"/>
                  <a:pt x="11200" y="6400"/>
                </a:cubicBezTo>
                <a:cubicBezTo>
                  <a:pt x="11200" y="9050"/>
                  <a:pt x="9050" y="11200"/>
                  <a:pt x="6400" y="11200"/>
                </a:cubicBezTo>
                <a:close/>
                <a:moveTo>
                  <a:pt x="7576" y="4782"/>
                </a:moveTo>
                <a:lnTo>
                  <a:pt x="6400" y="2401"/>
                </a:lnTo>
                <a:lnTo>
                  <a:pt x="5225" y="4782"/>
                </a:lnTo>
                <a:lnTo>
                  <a:pt x="2596" y="5165"/>
                </a:lnTo>
                <a:lnTo>
                  <a:pt x="4498" y="7018"/>
                </a:lnTo>
                <a:lnTo>
                  <a:pt x="4049" y="9635"/>
                </a:lnTo>
                <a:lnTo>
                  <a:pt x="6400" y="8400"/>
                </a:lnTo>
                <a:lnTo>
                  <a:pt x="8750" y="9636"/>
                </a:lnTo>
                <a:lnTo>
                  <a:pt x="8302" y="7019"/>
                </a:lnTo>
                <a:lnTo>
                  <a:pt x="10203" y="5166"/>
                </a:lnTo>
                <a:lnTo>
                  <a:pt x="7576" y="4782"/>
                </a:lnTo>
                <a:close/>
              </a:path>
            </a:pathLst>
          </a:custGeom>
          <a:solidFill>
            <a:srgbClr val="99030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iconfont-11672-5428539"/>
          <p:cNvSpPr/>
          <p:nvPr/>
        </p:nvSpPr>
        <p:spPr>
          <a:xfrm>
            <a:off x="5819729" y="1928430"/>
            <a:ext cx="609685" cy="609685"/>
          </a:xfrm>
          <a:custGeom>
            <a:avLst/>
            <a:gdLst>
              <a:gd name="T0" fmla="*/ 6400 w 12800"/>
              <a:gd name="T1" fmla="*/ 0 h 12800"/>
              <a:gd name="T2" fmla="*/ 0 w 12800"/>
              <a:gd name="T3" fmla="*/ 6400 h 12800"/>
              <a:gd name="T4" fmla="*/ 6400 w 12800"/>
              <a:gd name="T5" fmla="*/ 12800 h 12800"/>
              <a:gd name="T6" fmla="*/ 12800 w 12800"/>
              <a:gd name="T7" fmla="*/ 6400 h 12800"/>
              <a:gd name="T8" fmla="*/ 6400 w 12800"/>
              <a:gd name="T9" fmla="*/ 0 h 12800"/>
              <a:gd name="T10" fmla="*/ 6400 w 12800"/>
              <a:gd name="T11" fmla="*/ 11200 h 12800"/>
              <a:gd name="T12" fmla="*/ 1600 w 12800"/>
              <a:gd name="T13" fmla="*/ 6400 h 12800"/>
              <a:gd name="T14" fmla="*/ 6400 w 12800"/>
              <a:gd name="T15" fmla="*/ 1600 h 12800"/>
              <a:gd name="T16" fmla="*/ 11200 w 12800"/>
              <a:gd name="T17" fmla="*/ 6400 h 12800"/>
              <a:gd name="T18" fmla="*/ 6400 w 12800"/>
              <a:gd name="T19" fmla="*/ 11200 h 12800"/>
              <a:gd name="T20" fmla="*/ 7576 w 12800"/>
              <a:gd name="T21" fmla="*/ 4782 h 12800"/>
              <a:gd name="T22" fmla="*/ 6400 w 12800"/>
              <a:gd name="T23" fmla="*/ 2401 h 12800"/>
              <a:gd name="T24" fmla="*/ 5225 w 12800"/>
              <a:gd name="T25" fmla="*/ 4782 h 12800"/>
              <a:gd name="T26" fmla="*/ 2596 w 12800"/>
              <a:gd name="T27" fmla="*/ 5165 h 12800"/>
              <a:gd name="T28" fmla="*/ 4498 w 12800"/>
              <a:gd name="T29" fmla="*/ 7018 h 12800"/>
              <a:gd name="T30" fmla="*/ 4049 w 12800"/>
              <a:gd name="T31" fmla="*/ 9635 h 12800"/>
              <a:gd name="T32" fmla="*/ 6400 w 12800"/>
              <a:gd name="T33" fmla="*/ 8400 h 12800"/>
              <a:gd name="T34" fmla="*/ 8750 w 12800"/>
              <a:gd name="T35" fmla="*/ 9636 h 12800"/>
              <a:gd name="T36" fmla="*/ 8302 w 12800"/>
              <a:gd name="T37" fmla="*/ 7019 h 12800"/>
              <a:gd name="T38" fmla="*/ 10203 w 12800"/>
              <a:gd name="T39" fmla="*/ 5166 h 12800"/>
              <a:gd name="T40" fmla="*/ 7576 w 12800"/>
              <a:gd name="T41" fmla="*/ 4782 h 128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</a:cxnLst>
            <a:rect l="0" t="0" r="r" b="b"/>
            <a:pathLst>
              <a:path w="12800" h="12800">
                <a:moveTo>
                  <a:pt x="6400" y="0"/>
                </a:moveTo>
                <a:cubicBezTo>
                  <a:pt x="2866" y="0"/>
                  <a:pt x="0" y="2866"/>
                  <a:pt x="0" y="6400"/>
                </a:cubicBezTo>
                <a:cubicBezTo>
                  <a:pt x="0" y="9934"/>
                  <a:pt x="2866" y="12800"/>
                  <a:pt x="6400" y="12800"/>
                </a:cubicBezTo>
                <a:cubicBezTo>
                  <a:pt x="9934" y="12800"/>
                  <a:pt x="12800" y="9934"/>
                  <a:pt x="12800" y="6400"/>
                </a:cubicBezTo>
                <a:cubicBezTo>
                  <a:pt x="12800" y="2866"/>
                  <a:pt x="9934" y="0"/>
                  <a:pt x="6400" y="0"/>
                </a:cubicBezTo>
                <a:close/>
                <a:moveTo>
                  <a:pt x="6400" y="11200"/>
                </a:moveTo>
                <a:cubicBezTo>
                  <a:pt x="3750" y="11200"/>
                  <a:pt x="1600" y="9050"/>
                  <a:pt x="1600" y="6400"/>
                </a:cubicBezTo>
                <a:cubicBezTo>
                  <a:pt x="1600" y="3750"/>
                  <a:pt x="3750" y="1600"/>
                  <a:pt x="6400" y="1600"/>
                </a:cubicBezTo>
                <a:cubicBezTo>
                  <a:pt x="9050" y="1600"/>
                  <a:pt x="11200" y="3750"/>
                  <a:pt x="11200" y="6400"/>
                </a:cubicBezTo>
                <a:cubicBezTo>
                  <a:pt x="11200" y="9050"/>
                  <a:pt x="9050" y="11200"/>
                  <a:pt x="6400" y="11200"/>
                </a:cubicBezTo>
                <a:close/>
                <a:moveTo>
                  <a:pt x="7576" y="4782"/>
                </a:moveTo>
                <a:lnTo>
                  <a:pt x="6400" y="2401"/>
                </a:lnTo>
                <a:lnTo>
                  <a:pt x="5225" y="4782"/>
                </a:lnTo>
                <a:lnTo>
                  <a:pt x="2596" y="5165"/>
                </a:lnTo>
                <a:lnTo>
                  <a:pt x="4498" y="7018"/>
                </a:lnTo>
                <a:lnTo>
                  <a:pt x="4049" y="9635"/>
                </a:lnTo>
                <a:lnTo>
                  <a:pt x="6400" y="8400"/>
                </a:lnTo>
                <a:lnTo>
                  <a:pt x="8750" y="9636"/>
                </a:lnTo>
                <a:lnTo>
                  <a:pt x="8302" y="7019"/>
                </a:lnTo>
                <a:lnTo>
                  <a:pt x="10203" y="5166"/>
                </a:lnTo>
                <a:lnTo>
                  <a:pt x="7576" y="4782"/>
                </a:lnTo>
                <a:close/>
              </a:path>
            </a:pathLst>
          </a:custGeom>
          <a:solidFill>
            <a:srgbClr val="99030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8BC8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63012" y="55685"/>
            <a:ext cx="12065977" cy="6746631"/>
          </a:xfrm>
          <a:prstGeom prst="rect">
            <a:avLst/>
          </a:prstGeom>
          <a:solidFill>
            <a:srgbClr val="9F191F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1" name="图片 10" descr="背景图案&#10;&#10;描述已自动生成"/>
          <p:cNvPicPr>
            <a:picLocks noChangeAspect="1"/>
          </p:cNvPicPr>
          <p:nvPr/>
        </p:nvPicPr>
        <p:blipFill>
          <a:blip r:embed="rId1">
            <a:alphaModFix amt="54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 flipV="1">
            <a:off x="7018275" y="1691602"/>
            <a:ext cx="3801580" cy="6419847"/>
          </a:xfrm>
          <a:prstGeom prst="rect">
            <a:avLst/>
          </a:prstGeom>
        </p:spPr>
      </p:pic>
      <p:pic>
        <p:nvPicPr>
          <p:cNvPr id="12" name="图片 11" descr="背景图案&#10;&#10;描述已自动生成"/>
          <p:cNvPicPr>
            <a:picLocks noChangeAspect="1"/>
          </p:cNvPicPr>
          <p:nvPr/>
        </p:nvPicPr>
        <p:blipFill>
          <a:blip r:embed="rId1">
            <a:alphaModFix amt="39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 flipV="1">
            <a:off x="1153071" y="-1034376"/>
            <a:ext cx="2825633" cy="5005753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92731" y="6528221"/>
            <a:ext cx="5406537" cy="353227"/>
          </a:xfrm>
          <a:prstGeom prst="rect">
            <a:avLst/>
          </a:prstGeom>
        </p:spPr>
      </p:pic>
      <p:sp>
        <p:nvSpPr>
          <p:cNvPr id="25" name="文本框 24"/>
          <p:cNvSpPr txBox="1"/>
          <p:nvPr/>
        </p:nvSpPr>
        <p:spPr>
          <a:xfrm>
            <a:off x="1527610" y="928618"/>
            <a:ext cx="1588477" cy="27853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7500" dirty="0">
                <a:gradFill>
                  <a:gsLst>
                    <a:gs pos="0">
                      <a:srgbClr val="F0D4AE"/>
                    </a:gs>
                    <a:gs pos="100000">
                      <a:srgbClr val="E5B473"/>
                    </a:gs>
                  </a:gsLst>
                  <a:lin ang="5400000" scaled="1"/>
                </a:gradFill>
                <a:latin typeface="汉仪许静行楷W" panose="00020600040101010101" pitchFamily="18" charset="-122"/>
                <a:ea typeface="汉仪许静行楷W" panose="00020600040101010101" pitchFamily="18" charset="-122"/>
              </a:rPr>
              <a:t>百</a:t>
            </a:r>
            <a:endParaRPr lang="zh-CN" altLang="en-US" sz="17500" dirty="0">
              <a:gradFill>
                <a:gsLst>
                  <a:gs pos="0">
                    <a:srgbClr val="F0D4AE"/>
                  </a:gs>
                  <a:gs pos="100000">
                    <a:srgbClr val="E5B473"/>
                  </a:gs>
                </a:gsLst>
                <a:lin ang="5400000" scaled="1"/>
              </a:gradFill>
              <a:latin typeface="汉仪许静行楷W" panose="00020600040101010101" pitchFamily="18" charset="-122"/>
              <a:ea typeface="汉仪许静行楷W" panose="00020600040101010101" pitchFamily="18" charset="-122"/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2448655" y="1931813"/>
            <a:ext cx="1588477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8800" dirty="0">
                <a:gradFill>
                  <a:gsLst>
                    <a:gs pos="0">
                      <a:srgbClr val="F0D4AE"/>
                    </a:gs>
                    <a:gs pos="100000">
                      <a:srgbClr val="E5B473"/>
                    </a:gs>
                  </a:gsLst>
                  <a:lin ang="5400000" scaled="1"/>
                </a:gradFill>
                <a:latin typeface="汉仪许静行楷W" panose="00020600040101010101" pitchFamily="18" charset="-122"/>
                <a:ea typeface="汉仪许静行楷W" panose="00020600040101010101" pitchFamily="18" charset="-122"/>
              </a:rPr>
              <a:t>年</a:t>
            </a:r>
            <a:endParaRPr lang="zh-CN" altLang="en-US" sz="8800" dirty="0">
              <a:gradFill>
                <a:gsLst>
                  <a:gs pos="0">
                    <a:srgbClr val="F0D4AE"/>
                  </a:gs>
                  <a:gs pos="100000">
                    <a:srgbClr val="E5B473"/>
                  </a:gs>
                </a:gsLst>
                <a:lin ang="5400000" scaled="1"/>
              </a:gradFill>
              <a:latin typeface="汉仪许静行楷W" panose="00020600040101010101" pitchFamily="18" charset="-122"/>
              <a:ea typeface="汉仪许静行楷W" panose="00020600040101010101" pitchFamily="18" charset="-122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3426201" y="1867336"/>
            <a:ext cx="1588477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8800" dirty="0">
                <a:gradFill>
                  <a:gsLst>
                    <a:gs pos="0">
                      <a:srgbClr val="F0D4AE"/>
                    </a:gs>
                    <a:gs pos="100000">
                      <a:srgbClr val="E5B473"/>
                    </a:gs>
                  </a:gsLst>
                  <a:lin ang="5400000" scaled="1"/>
                </a:gradFill>
                <a:latin typeface="汉仪许静行楷W" panose="00020600040101010101" pitchFamily="18" charset="-122"/>
                <a:ea typeface="汉仪许静行楷W" panose="00020600040101010101" pitchFamily="18" charset="-122"/>
              </a:rPr>
              <a:t>大</a:t>
            </a:r>
            <a:endParaRPr lang="zh-CN" altLang="en-US" sz="8800" dirty="0">
              <a:gradFill>
                <a:gsLst>
                  <a:gs pos="0">
                    <a:srgbClr val="F0D4AE"/>
                  </a:gs>
                  <a:gs pos="100000">
                    <a:srgbClr val="E5B473"/>
                  </a:gs>
                </a:gsLst>
                <a:lin ang="5400000" scaled="1"/>
              </a:gradFill>
              <a:latin typeface="汉仪许静行楷W" panose="00020600040101010101" pitchFamily="18" charset="-122"/>
              <a:ea typeface="汉仪许静行楷W" panose="00020600040101010101" pitchFamily="18" charset="-122"/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4397018" y="1516315"/>
            <a:ext cx="1588477" cy="18620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1500" dirty="0">
                <a:gradFill>
                  <a:gsLst>
                    <a:gs pos="0">
                      <a:srgbClr val="F0D4AE"/>
                    </a:gs>
                    <a:gs pos="100000">
                      <a:srgbClr val="E5B473"/>
                    </a:gs>
                  </a:gsLst>
                  <a:lin ang="5400000" scaled="1"/>
                </a:gradFill>
                <a:latin typeface="汉仪许静行楷W" panose="00020600040101010101" pitchFamily="18" charset="-122"/>
                <a:ea typeface="汉仪许静行楷W" panose="00020600040101010101" pitchFamily="18" charset="-122"/>
              </a:rPr>
              <a:t>党</a:t>
            </a:r>
            <a:endParaRPr lang="zh-CN" altLang="en-US" sz="11500" dirty="0">
              <a:gradFill>
                <a:gsLst>
                  <a:gs pos="0">
                    <a:srgbClr val="F0D4AE"/>
                  </a:gs>
                  <a:gs pos="100000">
                    <a:srgbClr val="E5B473"/>
                  </a:gs>
                </a:gsLst>
                <a:lin ang="5400000" scaled="1"/>
              </a:gradFill>
              <a:latin typeface="汉仪许静行楷W" panose="00020600040101010101" pitchFamily="18" charset="-122"/>
              <a:ea typeface="汉仪许静行楷W" panose="00020600040101010101" pitchFamily="18" charset="-122"/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6509508" y="1658479"/>
            <a:ext cx="1588477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2200" dirty="0">
                <a:gradFill>
                  <a:gsLst>
                    <a:gs pos="0">
                      <a:srgbClr val="F0D4AE"/>
                    </a:gs>
                    <a:gs pos="100000">
                      <a:srgbClr val="E5B473"/>
                    </a:gs>
                  </a:gsLst>
                  <a:lin ang="5400000" scaled="1"/>
                </a:gradFill>
                <a:latin typeface="汉仪许静行楷W" panose="00020600040101010101" pitchFamily="18" charset="-122"/>
                <a:ea typeface="汉仪许静行楷W" panose="00020600040101010101" pitchFamily="18" charset="-122"/>
              </a:rPr>
              <a:t>风</a:t>
            </a:r>
            <a:endParaRPr lang="zh-CN" altLang="en-US" sz="12200" dirty="0">
              <a:gradFill>
                <a:gsLst>
                  <a:gs pos="0">
                    <a:srgbClr val="F0D4AE"/>
                  </a:gs>
                  <a:gs pos="100000">
                    <a:srgbClr val="E5B473"/>
                  </a:gs>
                </a:gsLst>
                <a:lin ang="5400000" scaled="1"/>
              </a:gradFill>
              <a:latin typeface="汉仪许静行楷W" panose="00020600040101010101" pitchFamily="18" charset="-122"/>
              <a:ea typeface="汉仪许静行楷W" panose="00020600040101010101" pitchFamily="18" charset="-122"/>
            </a:endParaRPr>
          </a:p>
        </p:txBody>
      </p:sp>
      <p:sp>
        <p:nvSpPr>
          <p:cNvPr id="30" name="文本框 29"/>
          <p:cNvSpPr txBox="1"/>
          <p:nvPr/>
        </p:nvSpPr>
        <p:spPr>
          <a:xfrm>
            <a:off x="7346838" y="1912360"/>
            <a:ext cx="1588477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8800" dirty="0">
                <a:gradFill>
                  <a:gsLst>
                    <a:gs pos="0">
                      <a:srgbClr val="F0D4AE"/>
                    </a:gs>
                    <a:gs pos="100000">
                      <a:srgbClr val="E5B473"/>
                    </a:gs>
                  </a:gsLst>
                  <a:lin ang="5400000" scaled="1"/>
                </a:gradFill>
                <a:latin typeface="汉仪许静行楷W" panose="00020600040101010101" pitchFamily="18" charset="-122"/>
                <a:ea typeface="汉仪许静行楷W" panose="00020600040101010101" pitchFamily="18" charset="-122"/>
              </a:rPr>
              <a:t>华</a:t>
            </a:r>
            <a:endParaRPr lang="zh-CN" altLang="en-US" sz="8800" dirty="0">
              <a:gradFill>
                <a:gsLst>
                  <a:gs pos="0">
                    <a:srgbClr val="F0D4AE"/>
                  </a:gs>
                  <a:gs pos="100000">
                    <a:srgbClr val="E5B473"/>
                  </a:gs>
                </a:gsLst>
                <a:lin ang="5400000" scaled="1"/>
              </a:gradFill>
              <a:latin typeface="汉仪许静行楷W" panose="00020600040101010101" pitchFamily="18" charset="-122"/>
              <a:ea typeface="汉仪许静行楷W" panose="00020600040101010101" pitchFamily="18" charset="-122"/>
            </a:endParaRPr>
          </a:p>
        </p:txBody>
      </p:sp>
      <p:sp>
        <p:nvSpPr>
          <p:cNvPr id="31" name="文本框 30"/>
          <p:cNvSpPr txBox="1"/>
          <p:nvPr/>
        </p:nvSpPr>
        <p:spPr>
          <a:xfrm>
            <a:off x="8160997" y="2047030"/>
            <a:ext cx="1588477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8800" dirty="0">
                <a:gradFill>
                  <a:gsLst>
                    <a:gs pos="0">
                      <a:srgbClr val="F0D4AE"/>
                    </a:gs>
                    <a:gs pos="100000">
                      <a:srgbClr val="E5B473"/>
                    </a:gs>
                  </a:gsLst>
                  <a:lin ang="5400000" scaled="1"/>
                </a:gradFill>
                <a:latin typeface="汉仪许静行楷W" panose="00020600040101010101" pitchFamily="18" charset="-122"/>
                <a:ea typeface="汉仪许静行楷W" panose="00020600040101010101" pitchFamily="18" charset="-122"/>
              </a:rPr>
              <a:t>正</a:t>
            </a:r>
            <a:endParaRPr lang="zh-CN" altLang="en-US" sz="8800" dirty="0">
              <a:gradFill>
                <a:gsLst>
                  <a:gs pos="0">
                    <a:srgbClr val="F0D4AE"/>
                  </a:gs>
                  <a:gs pos="100000">
                    <a:srgbClr val="E5B473"/>
                  </a:gs>
                </a:gsLst>
                <a:lin ang="5400000" scaled="1"/>
              </a:gradFill>
              <a:latin typeface="汉仪许静行楷W" panose="00020600040101010101" pitchFamily="18" charset="-122"/>
              <a:ea typeface="汉仪许静行楷W" panose="00020600040101010101" pitchFamily="18" charset="-122"/>
            </a:endParaRPr>
          </a:p>
        </p:txBody>
      </p:sp>
      <p:sp>
        <p:nvSpPr>
          <p:cNvPr id="32" name="文本框 31"/>
          <p:cNvSpPr txBox="1"/>
          <p:nvPr/>
        </p:nvSpPr>
        <p:spPr>
          <a:xfrm>
            <a:off x="9223999" y="1547092"/>
            <a:ext cx="1588477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3800" dirty="0">
                <a:gradFill>
                  <a:gsLst>
                    <a:gs pos="0">
                      <a:srgbClr val="F0D4AE"/>
                    </a:gs>
                    <a:gs pos="100000">
                      <a:srgbClr val="E5B473"/>
                    </a:gs>
                  </a:gsLst>
                  <a:lin ang="5400000" scaled="1"/>
                </a:gradFill>
                <a:latin typeface="汉仪许静行楷W" panose="00020600040101010101" pitchFamily="18" charset="-122"/>
                <a:ea typeface="汉仪许静行楷W" panose="00020600040101010101" pitchFamily="18" charset="-122"/>
              </a:rPr>
              <a:t>茂</a:t>
            </a:r>
            <a:endParaRPr lang="zh-CN" altLang="en-US" sz="13800" dirty="0">
              <a:gradFill>
                <a:gsLst>
                  <a:gs pos="0">
                    <a:srgbClr val="F0D4AE"/>
                  </a:gs>
                  <a:gs pos="100000">
                    <a:srgbClr val="E5B473"/>
                  </a:gs>
                </a:gsLst>
                <a:lin ang="5400000" scaled="1"/>
              </a:gradFill>
              <a:latin typeface="汉仪许静行楷W" panose="00020600040101010101" pitchFamily="18" charset="-122"/>
              <a:ea typeface="汉仪许静行楷W" panose="00020600040101010101" pitchFamily="18" charset="-122"/>
            </a:endParaRPr>
          </a:p>
        </p:txBody>
      </p:sp>
      <p:grpSp>
        <p:nvGrpSpPr>
          <p:cNvPr id="33" name="组合 32"/>
          <p:cNvGrpSpPr/>
          <p:nvPr/>
        </p:nvGrpSpPr>
        <p:grpSpPr>
          <a:xfrm>
            <a:off x="3616202" y="3931181"/>
            <a:ext cx="4959595" cy="657656"/>
            <a:chOff x="3076575" y="2987754"/>
            <a:chExt cx="6048375" cy="526971"/>
          </a:xfrm>
        </p:grpSpPr>
        <p:cxnSp>
          <p:nvCxnSpPr>
            <p:cNvPr id="34" name="直接连接符 33"/>
            <p:cNvCxnSpPr/>
            <p:nvPr/>
          </p:nvCxnSpPr>
          <p:spPr>
            <a:xfrm>
              <a:off x="3076575" y="3009900"/>
              <a:ext cx="6048375" cy="0"/>
            </a:xfrm>
            <a:prstGeom prst="line">
              <a:avLst/>
            </a:prstGeom>
            <a:ln w="19050">
              <a:solidFill>
                <a:srgbClr val="F0D4A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直接连接符 34"/>
            <p:cNvCxnSpPr/>
            <p:nvPr/>
          </p:nvCxnSpPr>
          <p:spPr>
            <a:xfrm>
              <a:off x="3076575" y="3514725"/>
              <a:ext cx="6048375" cy="0"/>
            </a:xfrm>
            <a:prstGeom prst="line">
              <a:avLst/>
            </a:prstGeom>
            <a:ln w="19050">
              <a:solidFill>
                <a:srgbClr val="F0D4A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6" name="文本框 35"/>
            <p:cNvSpPr txBox="1"/>
            <p:nvPr/>
          </p:nvSpPr>
          <p:spPr>
            <a:xfrm>
              <a:off x="3095403" y="2987754"/>
              <a:ext cx="6015485" cy="5178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/>
              <a:r>
                <a:rPr lang="zh-CN" altLang="en-US" sz="3600" dirty="0">
                  <a:gradFill>
                    <a:gsLst>
                      <a:gs pos="0">
                        <a:srgbClr val="F0D4AE"/>
                      </a:gs>
                      <a:gs pos="100000">
                        <a:srgbClr val="E5B473"/>
                      </a:gs>
                    </a:gsLst>
                    <a:lin ang="5400000" scaled="1"/>
                  </a:gradFill>
                  <a:latin typeface="汉仪大宋简" panose="02010600000101010101" pitchFamily="2" charset="-122"/>
                  <a:ea typeface="汉仪大宋简" panose="02010600000101010101" pitchFamily="2" charset="-122"/>
                </a:rPr>
                <a:t>输入您的标题</a:t>
              </a:r>
              <a:endParaRPr lang="zh-CN" altLang="en-US" sz="3600" dirty="0">
                <a:gradFill>
                  <a:gsLst>
                    <a:gs pos="0">
                      <a:srgbClr val="F0D4AE"/>
                    </a:gs>
                    <a:gs pos="100000">
                      <a:srgbClr val="E5B473"/>
                    </a:gs>
                  </a:gsLst>
                  <a:lin ang="5400000" scaled="1"/>
                </a:gradFill>
                <a:latin typeface="汉仪大宋简" panose="02010600000101010101" pitchFamily="2" charset="-122"/>
                <a:ea typeface="汉仪大宋简" panose="02010600000101010101" pitchFamily="2" charset="-122"/>
              </a:endParaRPr>
            </a:p>
          </p:txBody>
        </p:sp>
      </p:grpSp>
      <p:sp>
        <p:nvSpPr>
          <p:cNvPr id="37" name="矩形 36"/>
          <p:cNvSpPr/>
          <p:nvPr/>
        </p:nvSpPr>
        <p:spPr>
          <a:xfrm>
            <a:off x="3625779" y="4813462"/>
            <a:ext cx="4932626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/>
            <a:r>
              <a:rPr lang="en-US" altLang="zh-CN" sz="1400" dirty="0">
                <a:gradFill>
                  <a:gsLst>
                    <a:gs pos="0">
                      <a:srgbClr val="F0D4AE"/>
                    </a:gs>
                    <a:gs pos="100000">
                      <a:srgbClr val="E5B473"/>
                    </a:gs>
                  </a:gsLst>
                  <a:lin ang="5400000" scaled="1"/>
                </a:gradFill>
                <a:latin typeface="汉仪大宋简" panose="02010600000101010101" pitchFamily="2" charset="-122"/>
                <a:ea typeface="汉仪大宋简" panose="02010600000101010101" pitchFamily="2" charset="-122"/>
              </a:rPr>
              <a:t>Enter your title here</a:t>
            </a:r>
            <a:endParaRPr lang="zh-CN" altLang="en-US" sz="1400" dirty="0">
              <a:gradFill>
                <a:gsLst>
                  <a:gs pos="0">
                    <a:srgbClr val="F0D4AE"/>
                  </a:gs>
                  <a:gs pos="100000">
                    <a:srgbClr val="E5B473"/>
                  </a:gs>
                </a:gsLst>
                <a:lin ang="5400000" scaled="1"/>
              </a:gradFill>
              <a:latin typeface="汉仪大宋简" panose="02010600000101010101" pitchFamily="2" charset="-122"/>
              <a:ea typeface="汉仪大宋简" panose="0201060000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8BC8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63012" y="55685"/>
            <a:ext cx="12065977" cy="6746631"/>
          </a:xfrm>
          <a:prstGeom prst="rect">
            <a:avLst/>
          </a:prstGeom>
          <a:solidFill>
            <a:srgbClr val="9F191F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1" name="图片 10" descr="背景图案&#10;&#10;描述已自动生成"/>
          <p:cNvPicPr>
            <a:picLocks noChangeAspect="1"/>
          </p:cNvPicPr>
          <p:nvPr/>
        </p:nvPicPr>
        <p:blipFill>
          <a:blip r:embed="rId1">
            <a:alphaModFix amt="54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 flipV="1">
            <a:off x="7018275" y="1691602"/>
            <a:ext cx="3801580" cy="6419847"/>
          </a:xfrm>
          <a:prstGeom prst="rect">
            <a:avLst/>
          </a:prstGeom>
        </p:spPr>
      </p:pic>
      <p:pic>
        <p:nvPicPr>
          <p:cNvPr id="12" name="图片 11" descr="背景图案&#10;&#10;描述已自动生成"/>
          <p:cNvPicPr>
            <a:picLocks noChangeAspect="1"/>
          </p:cNvPicPr>
          <p:nvPr/>
        </p:nvPicPr>
        <p:blipFill>
          <a:blip r:embed="rId1">
            <a:alphaModFix amt="39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 flipV="1">
            <a:off x="1153071" y="-1034376"/>
            <a:ext cx="2825633" cy="5005753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92731" y="6528221"/>
            <a:ext cx="5406537" cy="353227"/>
          </a:xfrm>
          <a:prstGeom prst="rect">
            <a:avLst/>
          </a:prstGeom>
        </p:spPr>
      </p:pic>
      <p:sp>
        <p:nvSpPr>
          <p:cNvPr id="25" name="文本框 24"/>
          <p:cNvSpPr txBox="1"/>
          <p:nvPr/>
        </p:nvSpPr>
        <p:spPr>
          <a:xfrm>
            <a:off x="4402014" y="6157078"/>
            <a:ext cx="390576" cy="5269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600" dirty="0">
                <a:gradFill>
                  <a:gsLst>
                    <a:gs pos="0">
                      <a:srgbClr val="F0D4AE"/>
                    </a:gs>
                    <a:gs pos="100000">
                      <a:srgbClr val="E5B473"/>
                    </a:gs>
                  </a:gsLst>
                  <a:lin ang="5400000" scaled="1"/>
                </a:gradFill>
                <a:latin typeface="汉仪许静行楷W" panose="00020600040101010101" pitchFamily="18" charset="-122"/>
                <a:ea typeface="汉仪许静行楷W" panose="00020600040101010101" pitchFamily="18" charset="-122"/>
              </a:rPr>
              <a:t>百</a:t>
            </a:r>
            <a:endParaRPr lang="zh-CN" altLang="en-US" sz="3600" dirty="0">
              <a:gradFill>
                <a:gsLst>
                  <a:gs pos="0">
                    <a:srgbClr val="F0D4AE"/>
                  </a:gs>
                  <a:gs pos="100000">
                    <a:srgbClr val="E5B473"/>
                  </a:gs>
                </a:gsLst>
                <a:lin ang="5400000" scaled="1"/>
              </a:gradFill>
              <a:latin typeface="汉仪许静行楷W" panose="00020600040101010101" pitchFamily="18" charset="-122"/>
              <a:ea typeface="汉仪许静行楷W" panose="00020600040101010101" pitchFamily="18" charset="-122"/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4628482" y="6403745"/>
            <a:ext cx="390576" cy="3010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gradFill>
                  <a:gsLst>
                    <a:gs pos="0">
                      <a:srgbClr val="F0D4AE"/>
                    </a:gs>
                    <a:gs pos="100000">
                      <a:srgbClr val="E5B473"/>
                    </a:gs>
                  </a:gsLst>
                  <a:lin ang="5400000" scaled="1"/>
                </a:gradFill>
                <a:latin typeface="汉仪许静行楷W" panose="00020600040101010101" pitchFamily="18" charset="-122"/>
                <a:ea typeface="汉仪许静行楷W" panose="00020600040101010101" pitchFamily="18" charset="-122"/>
              </a:rPr>
              <a:t>年</a:t>
            </a:r>
            <a:endParaRPr lang="zh-CN" altLang="en-US" dirty="0">
              <a:gradFill>
                <a:gsLst>
                  <a:gs pos="0">
                    <a:srgbClr val="F0D4AE"/>
                  </a:gs>
                  <a:gs pos="100000">
                    <a:srgbClr val="E5B473"/>
                  </a:gs>
                </a:gsLst>
                <a:lin ang="5400000" scaled="1"/>
              </a:gradFill>
              <a:latin typeface="汉仪许静行楷W" panose="00020600040101010101" pitchFamily="18" charset="-122"/>
              <a:ea typeface="汉仪许静行楷W" panose="00020600040101010101" pitchFamily="18" charset="-122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4868842" y="6387891"/>
            <a:ext cx="390576" cy="3010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gradFill>
                  <a:gsLst>
                    <a:gs pos="0">
                      <a:srgbClr val="F0D4AE"/>
                    </a:gs>
                    <a:gs pos="100000">
                      <a:srgbClr val="E5B473"/>
                    </a:gs>
                  </a:gsLst>
                  <a:lin ang="5400000" scaled="1"/>
                </a:gradFill>
                <a:latin typeface="汉仪许静行楷W" panose="00020600040101010101" pitchFamily="18" charset="-122"/>
                <a:ea typeface="汉仪许静行楷W" panose="00020600040101010101" pitchFamily="18" charset="-122"/>
              </a:rPr>
              <a:t>大</a:t>
            </a:r>
            <a:endParaRPr lang="zh-CN" altLang="en-US" dirty="0">
              <a:gradFill>
                <a:gsLst>
                  <a:gs pos="0">
                    <a:srgbClr val="F0D4AE"/>
                  </a:gs>
                  <a:gs pos="100000">
                    <a:srgbClr val="E5B473"/>
                  </a:gs>
                </a:gsLst>
                <a:lin ang="5400000" scaled="1"/>
              </a:gradFill>
              <a:latin typeface="汉仪许静行楷W" panose="00020600040101010101" pitchFamily="18" charset="-122"/>
              <a:ea typeface="汉仪许静行楷W" panose="00020600040101010101" pitchFamily="18" charset="-122"/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5107547" y="6301581"/>
            <a:ext cx="390576" cy="3763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dirty="0">
                <a:gradFill>
                  <a:gsLst>
                    <a:gs pos="0">
                      <a:srgbClr val="F0D4AE"/>
                    </a:gs>
                    <a:gs pos="100000">
                      <a:srgbClr val="E5B473"/>
                    </a:gs>
                  </a:gsLst>
                  <a:lin ang="5400000" scaled="1"/>
                </a:gradFill>
                <a:latin typeface="汉仪许静行楷W" panose="00020600040101010101" pitchFamily="18" charset="-122"/>
                <a:ea typeface="汉仪许静行楷W" panose="00020600040101010101" pitchFamily="18" charset="-122"/>
              </a:rPr>
              <a:t>党</a:t>
            </a:r>
            <a:endParaRPr lang="zh-CN" altLang="en-US" sz="2400" dirty="0">
              <a:gradFill>
                <a:gsLst>
                  <a:gs pos="0">
                    <a:srgbClr val="F0D4AE"/>
                  </a:gs>
                  <a:gs pos="100000">
                    <a:srgbClr val="E5B473"/>
                  </a:gs>
                </a:gsLst>
                <a:lin ang="5400000" scaled="1"/>
              </a:gradFill>
              <a:latin typeface="汉仪许静行楷W" panose="00020600040101010101" pitchFamily="18" charset="-122"/>
              <a:ea typeface="汉仪许静行楷W" panose="00020600040101010101" pitchFamily="18" charset="-122"/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6656332" y="6233111"/>
            <a:ext cx="377490" cy="1389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200" dirty="0">
                <a:gradFill>
                  <a:gsLst>
                    <a:gs pos="0">
                      <a:srgbClr val="F0D4AE"/>
                    </a:gs>
                    <a:gs pos="100000">
                      <a:srgbClr val="E5B473"/>
                    </a:gs>
                  </a:gsLst>
                  <a:lin ang="5400000" scaled="1"/>
                </a:gradFill>
                <a:latin typeface="汉仪许静行楷W" panose="00020600040101010101" pitchFamily="18" charset="-122"/>
                <a:ea typeface="汉仪许静行楷W" panose="00020600040101010101" pitchFamily="18" charset="-122"/>
              </a:rPr>
              <a:t>风</a:t>
            </a:r>
            <a:endParaRPr lang="zh-CN" altLang="en-US" sz="3200" dirty="0">
              <a:gradFill>
                <a:gsLst>
                  <a:gs pos="0">
                    <a:srgbClr val="F0D4AE"/>
                  </a:gs>
                  <a:gs pos="100000">
                    <a:srgbClr val="E5B473"/>
                  </a:gs>
                </a:gsLst>
                <a:lin ang="5400000" scaled="1"/>
              </a:gradFill>
              <a:latin typeface="汉仪许静行楷W" panose="00020600040101010101" pitchFamily="18" charset="-122"/>
              <a:ea typeface="汉仪许静行楷W" panose="00020600040101010101" pitchFamily="18" charset="-122"/>
            </a:endParaRPr>
          </a:p>
        </p:txBody>
      </p:sp>
      <p:sp>
        <p:nvSpPr>
          <p:cNvPr id="30" name="文本框 29"/>
          <p:cNvSpPr txBox="1"/>
          <p:nvPr/>
        </p:nvSpPr>
        <p:spPr>
          <a:xfrm>
            <a:off x="6855317" y="6293444"/>
            <a:ext cx="377490" cy="950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gradFill>
                  <a:gsLst>
                    <a:gs pos="0">
                      <a:srgbClr val="F0D4AE"/>
                    </a:gs>
                    <a:gs pos="100000">
                      <a:srgbClr val="E5B473"/>
                    </a:gs>
                  </a:gsLst>
                  <a:lin ang="5400000" scaled="1"/>
                </a:gradFill>
                <a:latin typeface="汉仪许静行楷W" panose="00020600040101010101" pitchFamily="18" charset="-122"/>
                <a:ea typeface="汉仪许静行楷W" panose="00020600040101010101" pitchFamily="18" charset="-122"/>
              </a:rPr>
              <a:t>华</a:t>
            </a:r>
            <a:endParaRPr lang="zh-CN" altLang="en-US" sz="2000" dirty="0">
              <a:gradFill>
                <a:gsLst>
                  <a:gs pos="0">
                    <a:srgbClr val="F0D4AE"/>
                  </a:gs>
                  <a:gs pos="100000">
                    <a:srgbClr val="E5B473"/>
                  </a:gs>
                </a:gsLst>
                <a:lin ang="5400000" scaled="1"/>
              </a:gradFill>
              <a:latin typeface="汉仪许静行楷W" panose="00020600040101010101" pitchFamily="18" charset="-122"/>
              <a:ea typeface="汉仪许静行楷W" panose="00020600040101010101" pitchFamily="18" charset="-122"/>
            </a:endParaRPr>
          </a:p>
        </p:txBody>
      </p:sp>
      <p:sp>
        <p:nvSpPr>
          <p:cNvPr id="31" name="文本框 30"/>
          <p:cNvSpPr txBox="1"/>
          <p:nvPr/>
        </p:nvSpPr>
        <p:spPr>
          <a:xfrm>
            <a:off x="7048796" y="6325448"/>
            <a:ext cx="377490" cy="950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gradFill>
                  <a:gsLst>
                    <a:gs pos="0">
                      <a:srgbClr val="F0D4AE"/>
                    </a:gs>
                    <a:gs pos="100000">
                      <a:srgbClr val="E5B473"/>
                    </a:gs>
                  </a:gsLst>
                  <a:lin ang="5400000" scaled="1"/>
                </a:gradFill>
                <a:latin typeface="汉仪许静行楷W" panose="00020600040101010101" pitchFamily="18" charset="-122"/>
                <a:ea typeface="汉仪许静行楷W" panose="00020600040101010101" pitchFamily="18" charset="-122"/>
              </a:rPr>
              <a:t>正</a:t>
            </a:r>
            <a:endParaRPr lang="zh-CN" altLang="en-US" sz="2000" dirty="0">
              <a:gradFill>
                <a:gsLst>
                  <a:gs pos="0">
                    <a:srgbClr val="F0D4AE"/>
                  </a:gs>
                  <a:gs pos="100000">
                    <a:srgbClr val="E5B473"/>
                  </a:gs>
                </a:gsLst>
                <a:lin ang="5400000" scaled="1"/>
              </a:gradFill>
              <a:latin typeface="汉仪许静行楷W" panose="00020600040101010101" pitchFamily="18" charset="-122"/>
              <a:ea typeface="汉仪许静行楷W" panose="00020600040101010101" pitchFamily="18" charset="-122"/>
            </a:endParaRPr>
          </a:p>
        </p:txBody>
      </p:sp>
      <p:sp>
        <p:nvSpPr>
          <p:cNvPr id="32" name="文本框 31"/>
          <p:cNvSpPr txBox="1"/>
          <p:nvPr/>
        </p:nvSpPr>
        <p:spPr>
          <a:xfrm>
            <a:off x="7301411" y="6206641"/>
            <a:ext cx="377490" cy="1389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200" dirty="0">
                <a:gradFill>
                  <a:gsLst>
                    <a:gs pos="0">
                      <a:srgbClr val="F0D4AE"/>
                    </a:gs>
                    <a:gs pos="100000">
                      <a:srgbClr val="E5B473"/>
                    </a:gs>
                  </a:gsLst>
                  <a:lin ang="5400000" scaled="1"/>
                </a:gradFill>
                <a:latin typeface="汉仪许静行楷W" panose="00020600040101010101" pitchFamily="18" charset="-122"/>
                <a:ea typeface="汉仪许静行楷W" panose="00020600040101010101" pitchFamily="18" charset="-122"/>
              </a:rPr>
              <a:t>茂</a:t>
            </a:r>
            <a:endParaRPr lang="zh-CN" altLang="en-US" sz="3200" dirty="0">
              <a:gradFill>
                <a:gsLst>
                  <a:gs pos="0">
                    <a:srgbClr val="F0D4AE"/>
                  </a:gs>
                  <a:gs pos="100000">
                    <a:srgbClr val="E5B473"/>
                  </a:gs>
                </a:gsLst>
                <a:lin ang="5400000" scaled="1"/>
              </a:gradFill>
              <a:latin typeface="汉仪许静行楷W" panose="00020600040101010101" pitchFamily="18" charset="-122"/>
              <a:ea typeface="汉仪许静行楷W" panose="00020600040101010101" pitchFamily="18" charset="-122"/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4703599" y="61545"/>
            <a:ext cx="27848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/>
            <a:r>
              <a:rPr lang="zh-CN" altLang="en-US" sz="3200" dirty="0">
                <a:gradFill>
                  <a:gsLst>
                    <a:gs pos="0">
                      <a:srgbClr val="F0D4AE"/>
                    </a:gs>
                    <a:gs pos="100000">
                      <a:srgbClr val="E5B473"/>
                    </a:gs>
                  </a:gsLst>
                  <a:lin ang="5400000" scaled="1"/>
                </a:gradFill>
                <a:latin typeface="汉仪许静行楷W" panose="00020600040101010101" pitchFamily="18" charset="-122"/>
                <a:ea typeface="汉仪许静行楷W" panose="00020600040101010101" pitchFamily="18" charset="-122"/>
              </a:rPr>
              <a:t>输入您的标题</a:t>
            </a:r>
            <a:endParaRPr lang="zh-CN" altLang="en-US" sz="3200" dirty="0">
              <a:gradFill>
                <a:gsLst>
                  <a:gs pos="0">
                    <a:srgbClr val="F0D4AE"/>
                  </a:gs>
                  <a:gs pos="100000">
                    <a:srgbClr val="E5B473"/>
                  </a:gs>
                </a:gsLst>
                <a:lin ang="5400000" scaled="1"/>
              </a:gradFill>
              <a:latin typeface="汉仪许静行楷W" panose="00020600040101010101" pitchFamily="18" charset="-122"/>
              <a:ea typeface="汉仪许静行楷W" panose="00020600040101010101" pitchFamily="18" charset="-122"/>
            </a:endParaRPr>
          </a:p>
        </p:txBody>
      </p:sp>
      <p:cxnSp>
        <p:nvCxnSpPr>
          <p:cNvPr id="8" name="直接连接符 7"/>
          <p:cNvCxnSpPr/>
          <p:nvPr/>
        </p:nvCxnSpPr>
        <p:spPr>
          <a:xfrm>
            <a:off x="5486402" y="663906"/>
            <a:ext cx="1277815" cy="0"/>
          </a:xfrm>
          <a:prstGeom prst="line">
            <a:avLst/>
          </a:prstGeom>
          <a:ln w="19050">
            <a:solidFill>
              <a:srgbClr val="F0D4A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组合 1"/>
          <p:cNvGrpSpPr/>
          <p:nvPr/>
        </p:nvGrpSpPr>
        <p:grpSpPr>
          <a:xfrm>
            <a:off x="1177930" y="1232510"/>
            <a:ext cx="4580917" cy="1954814"/>
            <a:chOff x="1065213" y="1514526"/>
            <a:chExt cx="4580917" cy="1954814"/>
          </a:xfrm>
        </p:grpSpPr>
        <p:sp>
          <p:nvSpPr>
            <p:cNvPr id="52" name="矩形 51"/>
            <p:cNvSpPr/>
            <p:nvPr/>
          </p:nvSpPr>
          <p:spPr>
            <a:xfrm flipV="1">
              <a:off x="1065213" y="1690320"/>
              <a:ext cx="4580917" cy="1779019"/>
            </a:xfrm>
            <a:prstGeom prst="rect">
              <a:avLst/>
            </a:prstGeom>
            <a:noFill/>
            <a:ln w="19050" cap="flat" cmpd="sng" algn="ctr">
              <a:solidFill>
                <a:srgbClr val="F0D4AE"/>
              </a:solidFill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53" name="图片 52"/>
            <p:cNvPicPr>
              <a:picLocks noChangeAspect="1"/>
            </p:cNvPicPr>
            <p:nvPr/>
          </p:nvPicPr>
          <p:blipFill>
            <a:blip r:embed="rId3" cstate="screen"/>
            <a:stretch>
              <a:fillRect/>
            </a:stretch>
          </p:blipFill>
          <p:spPr>
            <a:xfrm>
              <a:off x="1071569" y="1514526"/>
              <a:ext cx="1475884" cy="1954814"/>
            </a:xfrm>
            <a:prstGeom prst="rect">
              <a:avLst/>
            </a:prstGeom>
            <a:effectLst>
              <a:outerShdw blurRad="101600" dist="38100" dir="2700000" algn="tl" rotWithShape="0">
                <a:prstClr val="black">
                  <a:alpha val="40000"/>
                </a:prstClr>
              </a:outerShdw>
            </a:effectLst>
          </p:spPr>
        </p:pic>
        <p:sp>
          <p:nvSpPr>
            <p:cNvPr id="50" name="文本框 49"/>
            <p:cNvSpPr txBox="1"/>
            <p:nvPr/>
          </p:nvSpPr>
          <p:spPr>
            <a:xfrm>
              <a:off x="2620845" y="1853199"/>
              <a:ext cx="168738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/>
              <a:r>
                <a:rPr lang="zh-CN" altLang="en-US" sz="2400" dirty="0">
                  <a:gradFill>
                    <a:gsLst>
                      <a:gs pos="0">
                        <a:srgbClr val="F0D4AE"/>
                      </a:gs>
                      <a:gs pos="100000">
                        <a:srgbClr val="E5B473"/>
                      </a:gs>
                    </a:gsLst>
                    <a:lin ang="5400000" scaled="1"/>
                  </a:gradFill>
                  <a:latin typeface="汉仪大宋简" panose="02010600000101010101" pitchFamily="2" charset="-122"/>
                  <a:ea typeface="汉仪大宋简" panose="02010600000101010101" pitchFamily="2" charset="-122"/>
                </a:rPr>
                <a:t>输入标题</a:t>
              </a:r>
              <a:endParaRPr lang="zh-CN" altLang="en-US" sz="2400" dirty="0">
                <a:gradFill>
                  <a:gsLst>
                    <a:gs pos="0">
                      <a:srgbClr val="F0D4AE"/>
                    </a:gs>
                    <a:gs pos="100000">
                      <a:srgbClr val="E5B473"/>
                    </a:gs>
                  </a:gsLst>
                  <a:lin ang="5400000" scaled="1"/>
                </a:gradFill>
                <a:latin typeface="汉仪大宋简" panose="02010600000101010101" pitchFamily="2" charset="-122"/>
                <a:ea typeface="汉仪大宋简" panose="02010600000101010101" pitchFamily="2" charset="-122"/>
              </a:endParaRPr>
            </a:p>
          </p:txBody>
        </p:sp>
        <p:sp>
          <p:nvSpPr>
            <p:cNvPr id="51" name="文本框 50"/>
            <p:cNvSpPr txBox="1"/>
            <p:nvPr/>
          </p:nvSpPr>
          <p:spPr>
            <a:xfrm>
              <a:off x="2639511" y="2307916"/>
              <a:ext cx="2788276" cy="102374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>
                <a:lnSpc>
                  <a:spcPct val="150000"/>
                </a:lnSpc>
              </a:pPr>
              <a:r>
                <a:rPr lang="zh-CN" altLang="en-US" sz="1400" dirty="0">
                  <a:gradFill>
                    <a:gsLst>
                      <a:gs pos="0">
                        <a:srgbClr val="F0D4AE"/>
                      </a:gs>
                      <a:gs pos="100000">
                        <a:srgbClr val="E5B473"/>
                      </a:gs>
                    </a:gsLst>
                    <a:lin ang="5400000" scaled="1"/>
                  </a:gra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您的内容打在这里，或者通过复制您的文本后，在此框中选择粘贴，并选择只保留文字。</a:t>
              </a:r>
              <a:endParaRPr lang="zh-CN" altLang="en-US" sz="1400" dirty="0">
                <a:gradFill>
                  <a:gsLst>
                    <a:gs pos="0">
                      <a:srgbClr val="F0D4AE"/>
                    </a:gs>
                    <a:gs pos="100000">
                      <a:srgbClr val="E5B473"/>
                    </a:gs>
                  </a:gsLst>
                  <a:lin ang="5400000" scaled="1"/>
                </a:gra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77" name="组合 76"/>
          <p:cNvGrpSpPr/>
          <p:nvPr/>
        </p:nvGrpSpPr>
        <p:grpSpPr>
          <a:xfrm>
            <a:off x="6430989" y="1232510"/>
            <a:ext cx="4580917" cy="1954814"/>
            <a:chOff x="1065213" y="1514526"/>
            <a:chExt cx="4580917" cy="1954814"/>
          </a:xfrm>
        </p:grpSpPr>
        <p:sp>
          <p:nvSpPr>
            <p:cNvPr id="78" name="矩形 77"/>
            <p:cNvSpPr/>
            <p:nvPr/>
          </p:nvSpPr>
          <p:spPr>
            <a:xfrm flipV="1">
              <a:off x="1065213" y="1690320"/>
              <a:ext cx="4580917" cy="1779019"/>
            </a:xfrm>
            <a:prstGeom prst="rect">
              <a:avLst/>
            </a:prstGeom>
            <a:noFill/>
            <a:ln w="19050" cap="flat" cmpd="sng" algn="ctr">
              <a:solidFill>
                <a:srgbClr val="F0D4AE"/>
              </a:solidFill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79" name="图片 78"/>
            <p:cNvPicPr>
              <a:picLocks noChangeAspect="1"/>
            </p:cNvPicPr>
            <p:nvPr/>
          </p:nvPicPr>
          <p:blipFill>
            <a:blip r:embed="rId3" cstate="screen"/>
            <a:stretch>
              <a:fillRect/>
            </a:stretch>
          </p:blipFill>
          <p:spPr>
            <a:xfrm>
              <a:off x="1071569" y="1514526"/>
              <a:ext cx="1475884" cy="1954814"/>
            </a:xfrm>
            <a:prstGeom prst="rect">
              <a:avLst/>
            </a:prstGeom>
            <a:effectLst>
              <a:outerShdw blurRad="101600" dist="38100" dir="2700000" algn="tl" rotWithShape="0">
                <a:prstClr val="black">
                  <a:alpha val="40000"/>
                </a:prstClr>
              </a:outerShdw>
            </a:effectLst>
          </p:spPr>
        </p:pic>
        <p:sp>
          <p:nvSpPr>
            <p:cNvPr id="80" name="文本框 79"/>
            <p:cNvSpPr txBox="1"/>
            <p:nvPr/>
          </p:nvSpPr>
          <p:spPr>
            <a:xfrm>
              <a:off x="2620845" y="1853199"/>
              <a:ext cx="168738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/>
              <a:r>
                <a:rPr lang="zh-CN" altLang="en-US" sz="2400" dirty="0">
                  <a:gradFill>
                    <a:gsLst>
                      <a:gs pos="0">
                        <a:srgbClr val="F0D4AE"/>
                      </a:gs>
                      <a:gs pos="100000">
                        <a:srgbClr val="E5B473"/>
                      </a:gs>
                    </a:gsLst>
                    <a:lin ang="5400000" scaled="1"/>
                  </a:gradFill>
                  <a:latin typeface="汉仪大宋简" panose="02010600000101010101" pitchFamily="2" charset="-122"/>
                  <a:ea typeface="汉仪大宋简" panose="02010600000101010101" pitchFamily="2" charset="-122"/>
                </a:rPr>
                <a:t>输入标题</a:t>
              </a:r>
              <a:endParaRPr lang="zh-CN" altLang="en-US" sz="2400" dirty="0">
                <a:gradFill>
                  <a:gsLst>
                    <a:gs pos="0">
                      <a:srgbClr val="F0D4AE"/>
                    </a:gs>
                    <a:gs pos="100000">
                      <a:srgbClr val="E5B473"/>
                    </a:gs>
                  </a:gsLst>
                  <a:lin ang="5400000" scaled="1"/>
                </a:gradFill>
                <a:latin typeface="汉仪大宋简" panose="02010600000101010101" pitchFamily="2" charset="-122"/>
                <a:ea typeface="汉仪大宋简" panose="02010600000101010101" pitchFamily="2" charset="-122"/>
              </a:endParaRPr>
            </a:p>
          </p:txBody>
        </p:sp>
        <p:sp>
          <p:nvSpPr>
            <p:cNvPr id="81" name="文本框 80"/>
            <p:cNvSpPr txBox="1"/>
            <p:nvPr/>
          </p:nvSpPr>
          <p:spPr>
            <a:xfrm>
              <a:off x="2639511" y="2307916"/>
              <a:ext cx="2788276" cy="102374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>
                <a:lnSpc>
                  <a:spcPct val="150000"/>
                </a:lnSpc>
              </a:pPr>
              <a:r>
                <a:rPr lang="zh-CN" altLang="en-US" sz="1400" dirty="0">
                  <a:gradFill>
                    <a:gsLst>
                      <a:gs pos="0">
                        <a:srgbClr val="F0D4AE"/>
                      </a:gs>
                      <a:gs pos="100000">
                        <a:srgbClr val="E5B473"/>
                      </a:gs>
                    </a:gsLst>
                    <a:lin ang="5400000" scaled="1"/>
                  </a:gra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您的内容打在这里，或者通过复制您的文本后，在此框中选择粘贴，并选择只保留文字。</a:t>
              </a:r>
              <a:endParaRPr lang="zh-CN" altLang="en-US" sz="1400" dirty="0">
                <a:gradFill>
                  <a:gsLst>
                    <a:gs pos="0">
                      <a:srgbClr val="F0D4AE"/>
                    </a:gs>
                    <a:gs pos="100000">
                      <a:srgbClr val="E5B473"/>
                    </a:gs>
                  </a:gsLst>
                  <a:lin ang="5400000" scaled="1"/>
                </a:gra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82" name="组合 81"/>
          <p:cNvGrpSpPr/>
          <p:nvPr/>
        </p:nvGrpSpPr>
        <p:grpSpPr>
          <a:xfrm>
            <a:off x="6430989" y="3723474"/>
            <a:ext cx="4580917" cy="1954814"/>
            <a:chOff x="1065213" y="1514526"/>
            <a:chExt cx="4580917" cy="1954814"/>
          </a:xfrm>
        </p:grpSpPr>
        <p:sp>
          <p:nvSpPr>
            <p:cNvPr id="83" name="矩形 82"/>
            <p:cNvSpPr/>
            <p:nvPr/>
          </p:nvSpPr>
          <p:spPr>
            <a:xfrm flipV="1">
              <a:off x="1065213" y="1690320"/>
              <a:ext cx="4580917" cy="1779019"/>
            </a:xfrm>
            <a:prstGeom prst="rect">
              <a:avLst/>
            </a:prstGeom>
            <a:noFill/>
            <a:ln w="19050" cap="flat" cmpd="sng" algn="ctr">
              <a:solidFill>
                <a:srgbClr val="F0D4AE"/>
              </a:solidFill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84" name="图片 83"/>
            <p:cNvPicPr>
              <a:picLocks noChangeAspect="1"/>
            </p:cNvPicPr>
            <p:nvPr/>
          </p:nvPicPr>
          <p:blipFill>
            <a:blip r:embed="rId3" cstate="screen"/>
            <a:stretch>
              <a:fillRect/>
            </a:stretch>
          </p:blipFill>
          <p:spPr>
            <a:xfrm>
              <a:off x="1071569" y="1514526"/>
              <a:ext cx="1475884" cy="1954814"/>
            </a:xfrm>
            <a:prstGeom prst="rect">
              <a:avLst/>
            </a:prstGeom>
            <a:effectLst>
              <a:outerShdw blurRad="101600" dist="38100" dir="2700000" algn="tl" rotWithShape="0">
                <a:prstClr val="black">
                  <a:alpha val="40000"/>
                </a:prstClr>
              </a:outerShdw>
            </a:effectLst>
          </p:spPr>
        </p:pic>
        <p:sp>
          <p:nvSpPr>
            <p:cNvPr id="85" name="文本框 84"/>
            <p:cNvSpPr txBox="1"/>
            <p:nvPr/>
          </p:nvSpPr>
          <p:spPr>
            <a:xfrm>
              <a:off x="2620845" y="1853199"/>
              <a:ext cx="168738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/>
              <a:r>
                <a:rPr lang="zh-CN" altLang="en-US" sz="2400" dirty="0">
                  <a:gradFill>
                    <a:gsLst>
                      <a:gs pos="0">
                        <a:srgbClr val="F0D4AE"/>
                      </a:gs>
                      <a:gs pos="100000">
                        <a:srgbClr val="E5B473"/>
                      </a:gs>
                    </a:gsLst>
                    <a:lin ang="5400000" scaled="1"/>
                  </a:gradFill>
                  <a:latin typeface="汉仪大宋简" panose="02010600000101010101" pitchFamily="2" charset="-122"/>
                  <a:ea typeface="汉仪大宋简" panose="02010600000101010101" pitchFamily="2" charset="-122"/>
                </a:rPr>
                <a:t>输入标题</a:t>
              </a:r>
              <a:endParaRPr lang="zh-CN" altLang="en-US" sz="2400" dirty="0">
                <a:gradFill>
                  <a:gsLst>
                    <a:gs pos="0">
                      <a:srgbClr val="F0D4AE"/>
                    </a:gs>
                    <a:gs pos="100000">
                      <a:srgbClr val="E5B473"/>
                    </a:gs>
                  </a:gsLst>
                  <a:lin ang="5400000" scaled="1"/>
                </a:gradFill>
                <a:latin typeface="汉仪大宋简" panose="02010600000101010101" pitchFamily="2" charset="-122"/>
                <a:ea typeface="汉仪大宋简" panose="02010600000101010101" pitchFamily="2" charset="-122"/>
              </a:endParaRPr>
            </a:p>
          </p:txBody>
        </p:sp>
        <p:sp>
          <p:nvSpPr>
            <p:cNvPr id="86" name="文本框 85"/>
            <p:cNvSpPr txBox="1"/>
            <p:nvPr/>
          </p:nvSpPr>
          <p:spPr>
            <a:xfrm>
              <a:off x="2639511" y="2307916"/>
              <a:ext cx="2788276" cy="102374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>
                <a:lnSpc>
                  <a:spcPct val="150000"/>
                </a:lnSpc>
              </a:pPr>
              <a:r>
                <a:rPr lang="zh-CN" altLang="en-US" sz="1400" dirty="0">
                  <a:gradFill>
                    <a:gsLst>
                      <a:gs pos="0">
                        <a:srgbClr val="F0D4AE"/>
                      </a:gs>
                      <a:gs pos="100000">
                        <a:srgbClr val="E5B473"/>
                      </a:gs>
                    </a:gsLst>
                    <a:lin ang="5400000" scaled="1"/>
                  </a:gra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您的内容打在这里，或者通过复制您的文本后，在此框中选择粘贴，并选择只保留文字。</a:t>
              </a:r>
              <a:endParaRPr lang="zh-CN" altLang="en-US" sz="1400" dirty="0">
                <a:gradFill>
                  <a:gsLst>
                    <a:gs pos="0">
                      <a:srgbClr val="F0D4AE"/>
                    </a:gs>
                    <a:gs pos="100000">
                      <a:srgbClr val="E5B473"/>
                    </a:gs>
                  </a:gsLst>
                  <a:lin ang="5400000" scaled="1"/>
                </a:gra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87" name="组合 86"/>
          <p:cNvGrpSpPr/>
          <p:nvPr/>
        </p:nvGrpSpPr>
        <p:grpSpPr>
          <a:xfrm>
            <a:off x="1177930" y="3723474"/>
            <a:ext cx="4580917" cy="1954814"/>
            <a:chOff x="1065213" y="1514526"/>
            <a:chExt cx="4580917" cy="1954814"/>
          </a:xfrm>
        </p:grpSpPr>
        <p:sp>
          <p:nvSpPr>
            <p:cNvPr id="88" name="矩形 87"/>
            <p:cNvSpPr/>
            <p:nvPr/>
          </p:nvSpPr>
          <p:spPr>
            <a:xfrm flipV="1">
              <a:off x="1065213" y="1690320"/>
              <a:ext cx="4580917" cy="1779019"/>
            </a:xfrm>
            <a:prstGeom prst="rect">
              <a:avLst/>
            </a:prstGeom>
            <a:noFill/>
            <a:ln w="19050" cap="flat" cmpd="sng" algn="ctr">
              <a:solidFill>
                <a:srgbClr val="F0D4AE"/>
              </a:solidFill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89" name="图片 88"/>
            <p:cNvPicPr>
              <a:picLocks noChangeAspect="1"/>
            </p:cNvPicPr>
            <p:nvPr/>
          </p:nvPicPr>
          <p:blipFill>
            <a:blip r:embed="rId3" cstate="screen"/>
            <a:stretch>
              <a:fillRect/>
            </a:stretch>
          </p:blipFill>
          <p:spPr>
            <a:xfrm>
              <a:off x="1071569" y="1514526"/>
              <a:ext cx="1475884" cy="1954814"/>
            </a:xfrm>
            <a:prstGeom prst="rect">
              <a:avLst/>
            </a:prstGeom>
            <a:effectLst>
              <a:outerShdw blurRad="101600" dist="38100" dir="2700000" algn="tl" rotWithShape="0">
                <a:prstClr val="black">
                  <a:alpha val="40000"/>
                </a:prstClr>
              </a:outerShdw>
            </a:effectLst>
          </p:spPr>
        </p:pic>
        <p:sp>
          <p:nvSpPr>
            <p:cNvPr id="90" name="文本框 89"/>
            <p:cNvSpPr txBox="1"/>
            <p:nvPr/>
          </p:nvSpPr>
          <p:spPr>
            <a:xfrm>
              <a:off x="2620845" y="1853199"/>
              <a:ext cx="168738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/>
              <a:r>
                <a:rPr lang="zh-CN" altLang="en-US" sz="2400" dirty="0">
                  <a:gradFill>
                    <a:gsLst>
                      <a:gs pos="0">
                        <a:srgbClr val="F0D4AE"/>
                      </a:gs>
                      <a:gs pos="100000">
                        <a:srgbClr val="E5B473"/>
                      </a:gs>
                    </a:gsLst>
                    <a:lin ang="5400000" scaled="1"/>
                  </a:gradFill>
                  <a:latin typeface="汉仪大宋简" panose="02010600000101010101" pitchFamily="2" charset="-122"/>
                  <a:ea typeface="汉仪大宋简" panose="02010600000101010101" pitchFamily="2" charset="-122"/>
                </a:rPr>
                <a:t>输入标题</a:t>
              </a:r>
              <a:endParaRPr lang="zh-CN" altLang="en-US" sz="2400" dirty="0">
                <a:gradFill>
                  <a:gsLst>
                    <a:gs pos="0">
                      <a:srgbClr val="F0D4AE"/>
                    </a:gs>
                    <a:gs pos="100000">
                      <a:srgbClr val="E5B473"/>
                    </a:gs>
                  </a:gsLst>
                  <a:lin ang="5400000" scaled="1"/>
                </a:gradFill>
                <a:latin typeface="汉仪大宋简" panose="02010600000101010101" pitchFamily="2" charset="-122"/>
                <a:ea typeface="汉仪大宋简" panose="02010600000101010101" pitchFamily="2" charset="-122"/>
              </a:endParaRPr>
            </a:p>
          </p:txBody>
        </p:sp>
        <p:sp>
          <p:nvSpPr>
            <p:cNvPr id="91" name="文本框 90"/>
            <p:cNvSpPr txBox="1"/>
            <p:nvPr/>
          </p:nvSpPr>
          <p:spPr>
            <a:xfrm>
              <a:off x="2639511" y="2307916"/>
              <a:ext cx="2788276" cy="102374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>
                <a:lnSpc>
                  <a:spcPct val="150000"/>
                </a:lnSpc>
              </a:pPr>
              <a:r>
                <a:rPr lang="zh-CN" altLang="en-US" sz="1400" dirty="0">
                  <a:gradFill>
                    <a:gsLst>
                      <a:gs pos="0">
                        <a:srgbClr val="F0D4AE"/>
                      </a:gs>
                      <a:gs pos="100000">
                        <a:srgbClr val="E5B473"/>
                      </a:gs>
                    </a:gsLst>
                    <a:lin ang="5400000" scaled="1"/>
                  </a:gra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您的内容打在这里，或者通过复制您的文本后，在此框中选择粘贴，并选择只保留文字。</a:t>
              </a:r>
              <a:endParaRPr lang="zh-CN" altLang="en-US" sz="1400" dirty="0">
                <a:gradFill>
                  <a:gsLst>
                    <a:gs pos="0">
                      <a:srgbClr val="F0D4AE"/>
                    </a:gs>
                    <a:gs pos="100000">
                      <a:srgbClr val="E5B473"/>
                    </a:gs>
                  </a:gsLst>
                  <a:lin ang="5400000" scaled="1"/>
                </a:gra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8BC8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63012" y="55685"/>
            <a:ext cx="12065977" cy="6746631"/>
          </a:xfrm>
          <a:prstGeom prst="rect">
            <a:avLst/>
          </a:prstGeom>
          <a:solidFill>
            <a:srgbClr val="9F191F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1" name="图片 10" descr="背景图案&#10;&#10;描述已自动生成"/>
          <p:cNvPicPr>
            <a:picLocks noChangeAspect="1"/>
          </p:cNvPicPr>
          <p:nvPr/>
        </p:nvPicPr>
        <p:blipFill>
          <a:blip r:embed="rId1">
            <a:alphaModFix amt="54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 flipV="1">
            <a:off x="7018275" y="1691602"/>
            <a:ext cx="3801580" cy="6419847"/>
          </a:xfrm>
          <a:prstGeom prst="rect">
            <a:avLst/>
          </a:prstGeom>
        </p:spPr>
      </p:pic>
      <p:pic>
        <p:nvPicPr>
          <p:cNvPr id="12" name="图片 11" descr="背景图案&#10;&#10;描述已自动生成"/>
          <p:cNvPicPr>
            <a:picLocks noChangeAspect="1"/>
          </p:cNvPicPr>
          <p:nvPr/>
        </p:nvPicPr>
        <p:blipFill>
          <a:blip r:embed="rId1">
            <a:alphaModFix amt="39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 flipV="1">
            <a:off x="1153071" y="-1034376"/>
            <a:ext cx="2825633" cy="5005753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92731" y="6528221"/>
            <a:ext cx="5406537" cy="353227"/>
          </a:xfrm>
          <a:prstGeom prst="rect">
            <a:avLst/>
          </a:prstGeom>
        </p:spPr>
      </p:pic>
      <p:sp>
        <p:nvSpPr>
          <p:cNvPr id="25" name="文本框 24"/>
          <p:cNvSpPr txBox="1"/>
          <p:nvPr/>
        </p:nvSpPr>
        <p:spPr>
          <a:xfrm>
            <a:off x="4402014" y="6157078"/>
            <a:ext cx="390576" cy="5269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600" dirty="0">
                <a:gradFill>
                  <a:gsLst>
                    <a:gs pos="0">
                      <a:srgbClr val="F0D4AE"/>
                    </a:gs>
                    <a:gs pos="100000">
                      <a:srgbClr val="E5B473"/>
                    </a:gs>
                  </a:gsLst>
                  <a:lin ang="5400000" scaled="1"/>
                </a:gradFill>
                <a:latin typeface="汉仪许静行楷W" panose="00020600040101010101" pitchFamily="18" charset="-122"/>
                <a:ea typeface="汉仪许静行楷W" panose="00020600040101010101" pitchFamily="18" charset="-122"/>
              </a:rPr>
              <a:t>百</a:t>
            </a:r>
            <a:endParaRPr lang="zh-CN" altLang="en-US" sz="3600" dirty="0">
              <a:gradFill>
                <a:gsLst>
                  <a:gs pos="0">
                    <a:srgbClr val="F0D4AE"/>
                  </a:gs>
                  <a:gs pos="100000">
                    <a:srgbClr val="E5B473"/>
                  </a:gs>
                </a:gsLst>
                <a:lin ang="5400000" scaled="1"/>
              </a:gradFill>
              <a:latin typeface="汉仪许静行楷W" panose="00020600040101010101" pitchFamily="18" charset="-122"/>
              <a:ea typeface="汉仪许静行楷W" panose="00020600040101010101" pitchFamily="18" charset="-122"/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4628482" y="6403745"/>
            <a:ext cx="390576" cy="3010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gradFill>
                  <a:gsLst>
                    <a:gs pos="0">
                      <a:srgbClr val="F0D4AE"/>
                    </a:gs>
                    <a:gs pos="100000">
                      <a:srgbClr val="E5B473"/>
                    </a:gs>
                  </a:gsLst>
                  <a:lin ang="5400000" scaled="1"/>
                </a:gradFill>
                <a:latin typeface="汉仪许静行楷W" panose="00020600040101010101" pitchFamily="18" charset="-122"/>
                <a:ea typeface="汉仪许静行楷W" panose="00020600040101010101" pitchFamily="18" charset="-122"/>
              </a:rPr>
              <a:t>年</a:t>
            </a:r>
            <a:endParaRPr lang="zh-CN" altLang="en-US" dirty="0">
              <a:gradFill>
                <a:gsLst>
                  <a:gs pos="0">
                    <a:srgbClr val="F0D4AE"/>
                  </a:gs>
                  <a:gs pos="100000">
                    <a:srgbClr val="E5B473"/>
                  </a:gs>
                </a:gsLst>
                <a:lin ang="5400000" scaled="1"/>
              </a:gradFill>
              <a:latin typeface="汉仪许静行楷W" panose="00020600040101010101" pitchFamily="18" charset="-122"/>
              <a:ea typeface="汉仪许静行楷W" panose="00020600040101010101" pitchFamily="18" charset="-122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4868842" y="6387891"/>
            <a:ext cx="390576" cy="3010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gradFill>
                  <a:gsLst>
                    <a:gs pos="0">
                      <a:srgbClr val="F0D4AE"/>
                    </a:gs>
                    <a:gs pos="100000">
                      <a:srgbClr val="E5B473"/>
                    </a:gs>
                  </a:gsLst>
                  <a:lin ang="5400000" scaled="1"/>
                </a:gradFill>
                <a:latin typeface="汉仪许静行楷W" panose="00020600040101010101" pitchFamily="18" charset="-122"/>
                <a:ea typeface="汉仪许静行楷W" panose="00020600040101010101" pitchFamily="18" charset="-122"/>
              </a:rPr>
              <a:t>大</a:t>
            </a:r>
            <a:endParaRPr lang="zh-CN" altLang="en-US" dirty="0">
              <a:gradFill>
                <a:gsLst>
                  <a:gs pos="0">
                    <a:srgbClr val="F0D4AE"/>
                  </a:gs>
                  <a:gs pos="100000">
                    <a:srgbClr val="E5B473"/>
                  </a:gs>
                </a:gsLst>
                <a:lin ang="5400000" scaled="1"/>
              </a:gradFill>
              <a:latin typeface="汉仪许静行楷W" panose="00020600040101010101" pitchFamily="18" charset="-122"/>
              <a:ea typeface="汉仪许静行楷W" panose="00020600040101010101" pitchFamily="18" charset="-122"/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5107547" y="6301581"/>
            <a:ext cx="390576" cy="3763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dirty="0">
                <a:gradFill>
                  <a:gsLst>
                    <a:gs pos="0">
                      <a:srgbClr val="F0D4AE"/>
                    </a:gs>
                    <a:gs pos="100000">
                      <a:srgbClr val="E5B473"/>
                    </a:gs>
                  </a:gsLst>
                  <a:lin ang="5400000" scaled="1"/>
                </a:gradFill>
                <a:latin typeface="汉仪许静行楷W" panose="00020600040101010101" pitchFamily="18" charset="-122"/>
                <a:ea typeface="汉仪许静行楷W" panose="00020600040101010101" pitchFamily="18" charset="-122"/>
              </a:rPr>
              <a:t>党</a:t>
            </a:r>
            <a:endParaRPr lang="zh-CN" altLang="en-US" sz="2400" dirty="0">
              <a:gradFill>
                <a:gsLst>
                  <a:gs pos="0">
                    <a:srgbClr val="F0D4AE"/>
                  </a:gs>
                  <a:gs pos="100000">
                    <a:srgbClr val="E5B473"/>
                  </a:gs>
                </a:gsLst>
                <a:lin ang="5400000" scaled="1"/>
              </a:gradFill>
              <a:latin typeface="汉仪许静行楷W" panose="00020600040101010101" pitchFamily="18" charset="-122"/>
              <a:ea typeface="汉仪许静行楷W" panose="00020600040101010101" pitchFamily="18" charset="-122"/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6656332" y="6233111"/>
            <a:ext cx="377490" cy="1389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200" dirty="0">
                <a:gradFill>
                  <a:gsLst>
                    <a:gs pos="0">
                      <a:srgbClr val="F0D4AE"/>
                    </a:gs>
                    <a:gs pos="100000">
                      <a:srgbClr val="E5B473"/>
                    </a:gs>
                  </a:gsLst>
                  <a:lin ang="5400000" scaled="1"/>
                </a:gradFill>
                <a:latin typeface="汉仪许静行楷W" panose="00020600040101010101" pitchFamily="18" charset="-122"/>
                <a:ea typeface="汉仪许静行楷W" panose="00020600040101010101" pitchFamily="18" charset="-122"/>
              </a:rPr>
              <a:t>风</a:t>
            </a:r>
            <a:endParaRPr lang="zh-CN" altLang="en-US" sz="3200" dirty="0">
              <a:gradFill>
                <a:gsLst>
                  <a:gs pos="0">
                    <a:srgbClr val="F0D4AE"/>
                  </a:gs>
                  <a:gs pos="100000">
                    <a:srgbClr val="E5B473"/>
                  </a:gs>
                </a:gsLst>
                <a:lin ang="5400000" scaled="1"/>
              </a:gradFill>
              <a:latin typeface="汉仪许静行楷W" panose="00020600040101010101" pitchFamily="18" charset="-122"/>
              <a:ea typeface="汉仪许静行楷W" panose="00020600040101010101" pitchFamily="18" charset="-122"/>
            </a:endParaRPr>
          </a:p>
        </p:txBody>
      </p:sp>
      <p:sp>
        <p:nvSpPr>
          <p:cNvPr id="30" name="文本框 29"/>
          <p:cNvSpPr txBox="1"/>
          <p:nvPr/>
        </p:nvSpPr>
        <p:spPr>
          <a:xfrm>
            <a:off x="6855317" y="6293444"/>
            <a:ext cx="377490" cy="950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gradFill>
                  <a:gsLst>
                    <a:gs pos="0">
                      <a:srgbClr val="F0D4AE"/>
                    </a:gs>
                    <a:gs pos="100000">
                      <a:srgbClr val="E5B473"/>
                    </a:gs>
                  </a:gsLst>
                  <a:lin ang="5400000" scaled="1"/>
                </a:gradFill>
                <a:latin typeface="汉仪许静行楷W" panose="00020600040101010101" pitchFamily="18" charset="-122"/>
                <a:ea typeface="汉仪许静行楷W" panose="00020600040101010101" pitchFamily="18" charset="-122"/>
              </a:rPr>
              <a:t>华</a:t>
            </a:r>
            <a:endParaRPr lang="zh-CN" altLang="en-US" sz="2000" dirty="0">
              <a:gradFill>
                <a:gsLst>
                  <a:gs pos="0">
                    <a:srgbClr val="F0D4AE"/>
                  </a:gs>
                  <a:gs pos="100000">
                    <a:srgbClr val="E5B473"/>
                  </a:gs>
                </a:gsLst>
                <a:lin ang="5400000" scaled="1"/>
              </a:gradFill>
              <a:latin typeface="汉仪许静行楷W" panose="00020600040101010101" pitchFamily="18" charset="-122"/>
              <a:ea typeface="汉仪许静行楷W" panose="00020600040101010101" pitchFamily="18" charset="-122"/>
            </a:endParaRPr>
          </a:p>
        </p:txBody>
      </p:sp>
      <p:sp>
        <p:nvSpPr>
          <p:cNvPr id="31" name="文本框 30"/>
          <p:cNvSpPr txBox="1"/>
          <p:nvPr/>
        </p:nvSpPr>
        <p:spPr>
          <a:xfrm>
            <a:off x="7048796" y="6325448"/>
            <a:ext cx="377490" cy="950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gradFill>
                  <a:gsLst>
                    <a:gs pos="0">
                      <a:srgbClr val="F0D4AE"/>
                    </a:gs>
                    <a:gs pos="100000">
                      <a:srgbClr val="E5B473"/>
                    </a:gs>
                  </a:gsLst>
                  <a:lin ang="5400000" scaled="1"/>
                </a:gradFill>
                <a:latin typeface="汉仪许静行楷W" panose="00020600040101010101" pitchFamily="18" charset="-122"/>
                <a:ea typeface="汉仪许静行楷W" panose="00020600040101010101" pitchFamily="18" charset="-122"/>
              </a:rPr>
              <a:t>正</a:t>
            </a:r>
            <a:endParaRPr lang="zh-CN" altLang="en-US" sz="2000" dirty="0">
              <a:gradFill>
                <a:gsLst>
                  <a:gs pos="0">
                    <a:srgbClr val="F0D4AE"/>
                  </a:gs>
                  <a:gs pos="100000">
                    <a:srgbClr val="E5B473"/>
                  </a:gs>
                </a:gsLst>
                <a:lin ang="5400000" scaled="1"/>
              </a:gradFill>
              <a:latin typeface="汉仪许静行楷W" panose="00020600040101010101" pitchFamily="18" charset="-122"/>
              <a:ea typeface="汉仪许静行楷W" panose="00020600040101010101" pitchFamily="18" charset="-122"/>
            </a:endParaRPr>
          </a:p>
        </p:txBody>
      </p:sp>
      <p:sp>
        <p:nvSpPr>
          <p:cNvPr id="32" name="文本框 31"/>
          <p:cNvSpPr txBox="1"/>
          <p:nvPr/>
        </p:nvSpPr>
        <p:spPr>
          <a:xfrm>
            <a:off x="7301411" y="6206641"/>
            <a:ext cx="377490" cy="1389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200" dirty="0">
                <a:gradFill>
                  <a:gsLst>
                    <a:gs pos="0">
                      <a:srgbClr val="F0D4AE"/>
                    </a:gs>
                    <a:gs pos="100000">
                      <a:srgbClr val="E5B473"/>
                    </a:gs>
                  </a:gsLst>
                  <a:lin ang="5400000" scaled="1"/>
                </a:gradFill>
                <a:latin typeface="汉仪许静行楷W" panose="00020600040101010101" pitchFamily="18" charset="-122"/>
                <a:ea typeface="汉仪许静行楷W" panose="00020600040101010101" pitchFamily="18" charset="-122"/>
              </a:rPr>
              <a:t>茂</a:t>
            </a:r>
            <a:endParaRPr lang="zh-CN" altLang="en-US" sz="3200" dirty="0">
              <a:gradFill>
                <a:gsLst>
                  <a:gs pos="0">
                    <a:srgbClr val="F0D4AE"/>
                  </a:gs>
                  <a:gs pos="100000">
                    <a:srgbClr val="E5B473"/>
                  </a:gs>
                </a:gsLst>
                <a:lin ang="5400000" scaled="1"/>
              </a:gradFill>
              <a:latin typeface="汉仪许静行楷W" panose="00020600040101010101" pitchFamily="18" charset="-122"/>
              <a:ea typeface="汉仪许静行楷W" panose="00020600040101010101" pitchFamily="18" charset="-122"/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4703599" y="61545"/>
            <a:ext cx="27848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/>
            <a:r>
              <a:rPr lang="zh-CN" altLang="en-US" sz="3200" dirty="0">
                <a:gradFill>
                  <a:gsLst>
                    <a:gs pos="0">
                      <a:srgbClr val="F0D4AE"/>
                    </a:gs>
                    <a:gs pos="100000">
                      <a:srgbClr val="E5B473"/>
                    </a:gs>
                  </a:gsLst>
                  <a:lin ang="5400000" scaled="1"/>
                </a:gradFill>
                <a:latin typeface="汉仪许静行楷W" panose="00020600040101010101" pitchFamily="18" charset="-122"/>
                <a:ea typeface="汉仪许静行楷W" panose="00020600040101010101" pitchFamily="18" charset="-122"/>
              </a:rPr>
              <a:t>输入您的标题</a:t>
            </a:r>
            <a:endParaRPr lang="zh-CN" altLang="en-US" sz="3200" dirty="0">
              <a:gradFill>
                <a:gsLst>
                  <a:gs pos="0">
                    <a:srgbClr val="F0D4AE"/>
                  </a:gs>
                  <a:gs pos="100000">
                    <a:srgbClr val="E5B473"/>
                  </a:gs>
                </a:gsLst>
                <a:lin ang="5400000" scaled="1"/>
              </a:gradFill>
              <a:latin typeface="汉仪许静行楷W" panose="00020600040101010101" pitchFamily="18" charset="-122"/>
              <a:ea typeface="汉仪许静行楷W" panose="00020600040101010101" pitchFamily="18" charset="-122"/>
            </a:endParaRPr>
          </a:p>
        </p:txBody>
      </p:sp>
      <p:cxnSp>
        <p:nvCxnSpPr>
          <p:cNvPr id="8" name="直接连接符 7"/>
          <p:cNvCxnSpPr/>
          <p:nvPr/>
        </p:nvCxnSpPr>
        <p:spPr>
          <a:xfrm>
            <a:off x="5486402" y="663906"/>
            <a:ext cx="1277815" cy="0"/>
          </a:xfrm>
          <a:prstGeom prst="line">
            <a:avLst/>
          </a:prstGeom>
          <a:ln w="19050">
            <a:solidFill>
              <a:srgbClr val="F0D4A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椭圆 49"/>
          <p:cNvSpPr/>
          <p:nvPr/>
        </p:nvSpPr>
        <p:spPr>
          <a:xfrm>
            <a:off x="1562073" y="1559897"/>
            <a:ext cx="1695450" cy="1695450"/>
          </a:xfrm>
          <a:prstGeom prst="ellipse">
            <a:avLst/>
          </a:prstGeom>
          <a:blipFill>
            <a:blip r:embed="rId3"/>
            <a:stretch>
              <a:fillRect t="-25187" b="-24813"/>
            </a:stretch>
          </a:blipFill>
          <a:ln w="19050">
            <a:solidFill>
              <a:srgbClr val="F0D4A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gradFill>
                <a:gsLst>
                  <a:gs pos="0">
                    <a:srgbClr val="F0D4AE"/>
                  </a:gs>
                  <a:gs pos="100000">
                    <a:srgbClr val="E5B473"/>
                  </a:gs>
                </a:gsLst>
                <a:lin ang="5400000" scaled="1"/>
              </a:gradFill>
            </a:endParaRPr>
          </a:p>
        </p:txBody>
      </p:sp>
      <p:grpSp>
        <p:nvGrpSpPr>
          <p:cNvPr id="51" name="组合 50"/>
          <p:cNvGrpSpPr/>
          <p:nvPr/>
        </p:nvGrpSpPr>
        <p:grpSpPr>
          <a:xfrm>
            <a:off x="4058813" y="1534131"/>
            <a:ext cx="1795665" cy="529346"/>
            <a:chOff x="4096913" y="1688733"/>
            <a:chExt cx="1795665" cy="529346"/>
          </a:xfrm>
        </p:grpSpPr>
        <p:sp>
          <p:nvSpPr>
            <p:cNvPr id="52" name="矩形 51"/>
            <p:cNvSpPr/>
            <p:nvPr/>
          </p:nvSpPr>
          <p:spPr>
            <a:xfrm>
              <a:off x="4096913" y="1688733"/>
              <a:ext cx="1740896" cy="529346"/>
            </a:xfrm>
            <a:prstGeom prst="rect">
              <a:avLst/>
            </a:prstGeom>
            <a:gradFill>
              <a:gsLst>
                <a:gs pos="100000">
                  <a:srgbClr val="F5BE7F"/>
                </a:gs>
                <a:gs pos="0">
                  <a:srgbClr val="FCEBB8"/>
                </a:gs>
              </a:gsLst>
              <a:lin ang="27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gradFill>
                  <a:gsLst>
                    <a:gs pos="0">
                      <a:srgbClr val="F0D4AE"/>
                    </a:gs>
                    <a:gs pos="100000">
                      <a:srgbClr val="E5B473"/>
                    </a:gs>
                  </a:gsLst>
                  <a:lin ang="5400000" scaled="1"/>
                </a:gradFill>
              </a:endParaRPr>
            </a:p>
          </p:txBody>
        </p:sp>
        <p:sp>
          <p:nvSpPr>
            <p:cNvPr id="53" name="矩形 52"/>
            <p:cNvSpPr/>
            <p:nvPr/>
          </p:nvSpPr>
          <p:spPr>
            <a:xfrm>
              <a:off x="4151682" y="1712167"/>
              <a:ext cx="1740896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2400" spc="600" dirty="0">
                  <a:solidFill>
                    <a:srgbClr val="9F191F"/>
                  </a:solidFill>
                  <a:latin typeface="汉仪大宋简" panose="02010600000101010101" pitchFamily="2" charset="-122"/>
                  <a:ea typeface="汉仪大宋简" panose="02010600000101010101" pitchFamily="2" charset="-122"/>
                </a:rPr>
                <a:t>输入标题</a:t>
              </a:r>
              <a:endParaRPr lang="zh-CN" altLang="en-US" sz="2400" spc="600" dirty="0">
                <a:solidFill>
                  <a:srgbClr val="9F191F"/>
                </a:solidFill>
                <a:latin typeface="汉仪大宋简" panose="02010600000101010101" pitchFamily="2" charset="-122"/>
                <a:ea typeface="汉仪大宋简" panose="02010600000101010101" pitchFamily="2" charset="-122"/>
              </a:endParaRPr>
            </a:p>
          </p:txBody>
        </p:sp>
      </p:grpSp>
      <p:sp>
        <p:nvSpPr>
          <p:cNvPr id="54" name="文本框 53"/>
          <p:cNvSpPr txBox="1"/>
          <p:nvPr/>
        </p:nvSpPr>
        <p:spPr>
          <a:xfrm>
            <a:off x="3970150" y="2224996"/>
            <a:ext cx="6774049" cy="10237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dirty="0">
                <a:gradFill>
                  <a:gsLst>
                    <a:gs pos="0">
                      <a:srgbClr val="F0D4AE"/>
                    </a:gs>
                    <a:gs pos="100000">
                      <a:srgbClr val="E5B473"/>
                    </a:gs>
                  </a:gsLst>
                  <a:lin ang="5400000" scaled="1"/>
                </a:gradFill>
                <a:latin typeface="微软雅黑" panose="020B0503020204020204" pitchFamily="34" charset="-122"/>
                <a:ea typeface="微软雅黑" panose="020B0503020204020204" pitchFamily="34" charset="-122"/>
              </a:rPr>
              <a:t>您的内容打在这里，或者通过复制您的文本后，在此框中选择粘贴，并选择只保留文字。您的内容打在这里，或者通过复制您的文本后，在此框中选择粘贴，并选择只保留文字。</a:t>
            </a:r>
            <a:endParaRPr lang="en-US" altLang="zh-CN" sz="1400" dirty="0">
              <a:gradFill>
                <a:gsLst>
                  <a:gs pos="0">
                    <a:srgbClr val="F0D4AE"/>
                  </a:gs>
                  <a:gs pos="100000">
                    <a:srgbClr val="E5B473"/>
                  </a:gs>
                </a:gsLst>
                <a:lin ang="5400000" scaled="1"/>
              </a:gra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5" name="椭圆 54"/>
          <p:cNvSpPr/>
          <p:nvPr/>
        </p:nvSpPr>
        <p:spPr>
          <a:xfrm>
            <a:off x="1562073" y="3973287"/>
            <a:ext cx="1695450" cy="1695450"/>
          </a:xfrm>
          <a:prstGeom prst="ellipse">
            <a:avLst/>
          </a:prstGeom>
          <a:blipFill>
            <a:blip r:embed="rId4"/>
            <a:stretch>
              <a:fillRect t="-25187" b="-24813"/>
            </a:stretch>
          </a:blipFill>
          <a:ln w="19050">
            <a:solidFill>
              <a:srgbClr val="F0D4A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gradFill>
                <a:gsLst>
                  <a:gs pos="0">
                    <a:srgbClr val="F0D4AE"/>
                  </a:gs>
                  <a:gs pos="100000">
                    <a:srgbClr val="E5B473"/>
                  </a:gs>
                </a:gsLst>
                <a:lin ang="5400000" scaled="1"/>
              </a:gradFill>
            </a:endParaRPr>
          </a:p>
        </p:txBody>
      </p:sp>
      <p:grpSp>
        <p:nvGrpSpPr>
          <p:cNvPr id="56" name="组合 55"/>
          <p:cNvGrpSpPr/>
          <p:nvPr/>
        </p:nvGrpSpPr>
        <p:grpSpPr>
          <a:xfrm>
            <a:off x="4058813" y="3947521"/>
            <a:ext cx="1795665" cy="529346"/>
            <a:chOff x="4096913" y="1688733"/>
            <a:chExt cx="1795665" cy="529346"/>
          </a:xfrm>
        </p:grpSpPr>
        <p:sp>
          <p:nvSpPr>
            <p:cNvPr id="57" name="矩形 56"/>
            <p:cNvSpPr/>
            <p:nvPr/>
          </p:nvSpPr>
          <p:spPr>
            <a:xfrm>
              <a:off x="4096913" y="1688733"/>
              <a:ext cx="1740896" cy="529346"/>
            </a:xfrm>
            <a:prstGeom prst="rect">
              <a:avLst/>
            </a:prstGeom>
            <a:gradFill>
              <a:gsLst>
                <a:gs pos="100000">
                  <a:srgbClr val="F5BE7F"/>
                </a:gs>
                <a:gs pos="0">
                  <a:srgbClr val="FCEBB8"/>
                </a:gs>
              </a:gsLst>
              <a:lin ang="27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gradFill>
                  <a:gsLst>
                    <a:gs pos="0">
                      <a:srgbClr val="F0D4AE"/>
                    </a:gs>
                    <a:gs pos="100000">
                      <a:srgbClr val="E5B473"/>
                    </a:gs>
                  </a:gsLst>
                  <a:lin ang="5400000" scaled="1"/>
                </a:gradFill>
              </a:endParaRPr>
            </a:p>
          </p:txBody>
        </p:sp>
        <p:sp>
          <p:nvSpPr>
            <p:cNvPr id="58" name="矩形 57"/>
            <p:cNvSpPr/>
            <p:nvPr/>
          </p:nvSpPr>
          <p:spPr>
            <a:xfrm>
              <a:off x="4151682" y="1712167"/>
              <a:ext cx="1740896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2400" spc="600" dirty="0">
                  <a:solidFill>
                    <a:srgbClr val="9F191F"/>
                  </a:solidFill>
                  <a:latin typeface="汉仪大宋简" panose="02010600000101010101" pitchFamily="2" charset="-122"/>
                  <a:ea typeface="汉仪大宋简" panose="02010600000101010101" pitchFamily="2" charset="-122"/>
                </a:rPr>
                <a:t>输入标题</a:t>
              </a:r>
              <a:endParaRPr lang="zh-CN" altLang="en-US" sz="2400" spc="600" dirty="0">
                <a:solidFill>
                  <a:srgbClr val="9F191F"/>
                </a:solidFill>
                <a:latin typeface="汉仪大宋简" panose="02010600000101010101" pitchFamily="2" charset="-122"/>
                <a:ea typeface="汉仪大宋简" panose="02010600000101010101" pitchFamily="2" charset="-122"/>
              </a:endParaRPr>
            </a:p>
          </p:txBody>
        </p:sp>
      </p:grpSp>
      <p:sp>
        <p:nvSpPr>
          <p:cNvPr id="59" name="文本框 58"/>
          <p:cNvSpPr txBox="1"/>
          <p:nvPr/>
        </p:nvSpPr>
        <p:spPr>
          <a:xfrm>
            <a:off x="3970150" y="4638386"/>
            <a:ext cx="6774049" cy="10237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dirty="0">
                <a:gradFill>
                  <a:gsLst>
                    <a:gs pos="0">
                      <a:srgbClr val="F0D4AE"/>
                    </a:gs>
                    <a:gs pos="100000">
                      <a:srgbClr val="E5B473"/>
                    </a:gs>
                  </a:gsLst>
                  <a:lin ang="5400000" scaled="1"/>
                </a:gradFill>
                <a:latin typeface="微软雅黑" panose="020B0503020204020204" pitchFamily="34" charset="-122"/>
                <a:ea typeface="微软雅黑" panose="020B0503020204020204" pitchFamily="34" charset="-122"/>
              </a:rPr>
              <a:t>您的内容打在这里，或者通过复制您的文本后，在此框中选择粘贴，并选择只保留文字。您的内容打在这里，或者通过复制您的文本后，在此框中选择粘贴，并选择只保留文字。</a:t>
            </a:r>
            <a:endParaRPr lang="en-US" altLang="zh-CN" sz="1400" dirty="0">
              <a:gradFill>
                <a:gsLst>
                  <a:gs pos="0">
                    <a:srgbClr val="F0D4AE"/>
                  </a:gs>
                  <a:gs pos="100000">
                    <a:srgbClr val="E5B473"/>
                  </a:gs>
                </a:gsLst>
                <a:lin ang="5400000" scaled="1"/>
              </a:gra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8BC8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63012" y="55685"/>
            <a:ext cx="12065977" cy="6746631"/>
          </a:xfrm>
          <a:prstGeom prst="rect">
            <a:avLst/>
          </a:prstGeom>
          <a:solidFill>
            <a:srgbClr val="9F191F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1" name="图片 10" descr="背景图案&#10;&#10;描述已自动生成"/>
          <p:cNvPicPr>
            <a:picLocks noChangeAspect="1"/>
          </p:cNvPicPr>
          <p:nvPr/>
        </p:nvPicPr>
        <p:blipFill>
          <a:blip r:embed="rId1">
            <a:alphaModFix amt="54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 flipV="1">
            <a:off x="7018275" y="1691602"/>
            <a:ext cx="3801580" cy="6419847"/>
          </a:xfrm>
          <a:prstGeom prst="rect">
            <a:avLst/>
          </a:prstGeom>
        </p:spPr>
      </p:pic>
      <p:pic>
        <p:nvPicPr>
          <p:cNvPr id="12" name="图片 11" descr="背景图案&#10;&#10;描述已自动生成"/>
          <p:cNvPicPr>
            <a:picLocks noChangeAspect="1"/>
          </p:cNvPicPr>
          <p:nvPr/>
        </p:nvPicPr>
        <p:blipFill>
          <a:blip r:embed="rId1">
            <a:alphaModFix amt="39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 flipV="1">
            <a:off x="1153071" y="-1034376"/>
            <a:ext cx="2825633" cy="5005753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92731" y="6528221"/>
            <a:ext cx="5406537" cy="353227"/>
          </a:xfrm>
          <a:prstGeom prst="rect">
            <a:avLst/>
          </a:prstGeom>
        </p:spPr>
      </p:pic>
      <p:sp>
        <p:nvSpPr>
          <p:cNvPr id="25" name="文本框 24"/>
          <p:cNvSpPr txBox="1"/>
          <p:nvPr/>
        </p:nvSpPr>
        <p:spPr>
          <a:xfrm>
            <a:off x="1527610" y="928618"/>
            <a:ext cx="1588477" cy="27853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7500" dirty="0">
                <a:gradFill>
                  <a:gsLst>
                    <a:gs pos="0">
                      <a:srgbClr val="F0D4AE"/>
                    </a:gs>
                    <a:gs pos="100000">
                      <a:srgbClr val="E5B473"/>
                    </a:gs>
                  </a:gsLst>
                  <a:lin ang="5400000" scaled="1"/>
                </a:gradFill>
                <a:latin typeface="汉仪许静行楷W" panose="00020600040101010101" pitchFamily="18" charset="-122"/>
                <a:ea typeface="汉仪许静行楷W" panose="00020600040101010101" pitchFamily="18" charset="-122"/>
              </a:rPr>
              <a:t>百</a:t>
            </a:r>
            <a:endParaRPr lang="zh-CN" altLang="en-US" sz="17500" dirty="0">
              <a:gradFill>
                <a:gsLst>
                  <a:gs pos="0">
                    <a:srgbClr val="F0D4AE"/>
                  </a:gs>
                  <a:gs pos="100000">
                    <a:srgbClr val="E5B473"/>
                  </a:gs>
                </a:gsLst>
                <a:lin ang="5400000" scaled="1"/>
              </a:gradFill>
              <a:latin typeface="汉仪许静行楷W" panose="00020600040101010101" pitchFamily="18" charset="-122"/>
              <a:ea typeface="汉仪许静行楷W" panose="00020600040101010101" pitchFamily="18" charset="-122"/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2448655" y="1931813"/>
            <a:ext cx="1588477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8800" dirty="0">
                <a:gradFill>
                  <a:gsLst>
                    <a:gs pos="0">
                      <a:srgbClr val="F0D4AE"/>
                    </a:gs>
                    <a:gs pos="100000">
                      <a:srgbClr val="E5B473"/>
                    </a:gs>
                  </a:gsLst>
                  <a:lin ang="5400000" scaled="1"/>
                </a:gradFill>
                <a:latin typeface="汉仪许静行楷W" panose="00020600040101010101" pitchFamily="18" charset="-122"/>
                <a:ea typeface="汉仪许静行楷W" panose="00020600040101010101" pitchFamily="18" charset="-122"/>
              </a:rPr>
              <a:t>年</a:t>
            </a:r>
            <a:endParaRPr lang="zh-CN" altLang="en-US" sz="8800" dirty="0">
              <a:gradFill>
                <a:gsLst>
                  <a:gs pos="0">
                    <a:srgbClr val="F0D4AE"/>
                  </a:gs>
                  <a:gs pos="100000">
                    <a:srgbClr val="E5B473"/>
                  </a:gs>
                </a:gsLst>
                <a:lin ang="5400000" scaled="1"/>
              </a:gradFill>
              <a:latin typeface="汉仪许静行楷W" panose="00020600040101010101" pitchFamily="18" charset="-122"/>
              <a:ea typeface="汉仪许静行楷W" panose="00020600040101010101" pitchFamily="18" charset="-122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3426201" y="1867336"/>
            <a:ext cx="1588477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8800" dirty="0">
                <a:gradFill>
                  <a:gsLst>
                    <a:gs pos="0">
                      <a:srgbClr val="F0D4AE"/>
                    </a:gs>
                    <a:gs pos="100000">
                      <a:srgbClr val="E5B473"/>
                    </a:gs>
                  </a:gsLst>
                  <a:lin ang="5400000" scaled="1"/>
                </a:gradFill>
                <a:latin typeface="汉仪许静行楷W" panose="00020600040101010101" pitchFamily="18" charset="-122"/>
                <a:ea typeface="汉仪许静行楷W" panose="00020600040101010101" pitchFamily="18" charset="-122"/>
              </a:rPr>
              <a:t>大</a:t>
            </a:r>
            <a:endParaRPr lang="zh-CN" altLang="en-US" sz="8800" dirty="0">
              <a:gradFill>
                <a:gsLst>
                  <a:gs pos="0">
                    <a:srgbClr val="F0D4AE"/>
                  </a:gs>
                  <a:gs pos="100000">
                    <a:srgbClr val="E5B473"/>
                  </a:gs>
                </a:gsLst>
                <a:lin ang="5400000" scaled="1"/>
              </a:gradFill>
              <a:latin typeface="汉仪许静行楷W" panose="00020600040101010101" pitchFamily="18" charset="-122"/>
              <a:ea typeface="汉仪许静行楷W" panose="00020600040101010101" pitchFamily="18" charset="-122"/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4397018" y="1516315"/>
            <a:ext cx="1588477" cy="18620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1500" dirty="0">
                <a:gradFill>
                  <a:gsLst>
                    <a:gs pos="0">
                      <a:srgbClr val="F0D4AE"/>
                    </a:gs>
                    <a:gs pos="100000">
                      <a:srgbClr val="E5B473"/>
                    </a:gs>
                  </a:gsLst>
                  <a:lin ang="5400000" scaled="1"/>
                </a:gradFill>
                <a:latin typeface="汉仪许静行楷W" panose="00020600040101010101" pitchFamily="18" charset="-122"/>
                <a:ea typeface="汉仪许静行楷W" panose="00020600040101010101" pitchFamily="18" charset="-122"/>
              </a:rPr>
              <a:t>党</a:t>
            </a:r>
            <a:endParaRPr lang="zh-CN" altLang="en-US" sz="11500" dirty="0">
              <a:gradFill>
                <a:gsLst>
                  <a:gs pos="0">
                    <a:srgbClr val="F0D4AE"/>
                  </a:gs>
                  <a:gs pos="100000">
                    <a:srgbClr val="E5B473"/>
                  </a:gs>
                </a:gsLst>
                <a:lin ang="5400000" scaled="1"/>
              </a:gradFill>
              <a:latin typeface="汉仪许静行楷W" panose="00020600040101010101" pitchFamily="18" charset="-122"/>
              <a:ea typeface="汉仪许静行楷W" panose="00020600040101010101" pitchFamily="18" charset="-122"/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6509508" y="1658479"/>
            <a:ext cx="1588477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2200" dirty="0">
                <a:gradFill>
                  <a:gsLst>
                    <a:gs pos="0">
                      <a:srgbClr val="F0D4AE"/>
                    </a:gs>
                    <a:gs pos="100000">
                      <a:srgbClr val="E5B473"/>
                    </a:gs>
                  </a:gsLst>
                  <a:lin ang="5400000" scaled="1"/>
                </a:gradFill>
                <a:latin typeface="汉仪许静行楷W" panose="00020600040101010101" pitchFamily="18" charset="-122"/>
                <a:ea typeface="汉仪许静行楷W" panose="00020600040101010101" pitchFamily="18" charset="-122"/>
              </a:rPr>
              <a:t>风</a:t>
            </a:r>
            <a:endParaRPr lang="zh-CN" altLang="en-US" sz="12200" dirty="0">
              <a:gradFill>
                <a:gsLst>
                  <a:gs pos="0">
                    <a:srgbClr val="F0D4AE"/>
                  </a:gs>
                  <a:gs pos="100000">
                    <a:srgbClr val="E5B473"/>
                  </a:gs>
                </a:gsLst>
                <a:lin ang="5400000" scaled="1"/>
              </a:gradFill>
              <a:latin typeface="汉仪许静行楷W" panose="00020600040101010101" pitchFamily="18" charset="-122"/>
              <a:ea typeface="汉仪许静行楷W" panose="00020600040101010101" pitchFamily="18" charset="-122"/>
            </a:endParaRPr>
          </a:p>
        </p:txBody>
      </p:sp>
      <p:sp>
        <p:nvSpPr>
          <p:cNvPr id="30" name="文本框 29"/>
          <p:cNvSpPr txBox="1"/>
          <p:nvPr/>
        </p:nvSpPr>
        <p:spPr>
          <a:xfrm>
            <a:off x="7346838" y="1912360"/>
            <a:ext cx="1588477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8800" dirty="0">
                <a:gradFill>
                  <a:gsLst>
                    <a:gs pos="0">
                      <a:srgbClr val="F0D4AE"/>
                    </a:gs>
                    <a:gs pos="100000">
                      <a:srgbClr val="E5B473"/>
                    </a:gs>
                  </a:gsLst>
                  <a:lin ang="5400000" scaled="1"/>
                </a:gradFill>
                <a:latin typeface="汉仪许静行楷W" panose="00020600040101010101" pitchFamily="18" charset="-122"/>
                <a:ea typeface="汉仪许静行楷W" panose="00020600040101010101" pitchFamily="18" charset="-122"/>
              </a:rPr>
              <a:t>华</a:t>
            </a:r>
            <a:endParaRPr lang="zh-CN" altLang="en-US" sz="8800" dirty="0">
              <a:gradFill>
                <a:gsLst>
                  <a:gs pos="0">
                    <a:srgbClr val="F0D4AE"/>
                  </a:gs>
                  <a:gs pos="100000">
                    <a:srgbClr val="E5B473"/>
                  </a:gs>
                </a:gsLst>
                <a:lin ang="5400000" scaled="1"/>
              </a:gradFill>
              <a:latin typeface="汉仪许静行楷W" panose="00020600040101010101" pitchFamily="18" charset="-122"/>
              <a:ea typeface="汉仪许静行楷W" panose="00020600040101010101" pitchFamily="18" charset="-122"/>
            </a:endParaRPr>
          </a:p>
        </p:txBody>
      </p:sp>
      <p:sp>
        <p:nvSpPr>
          <p:cNvPr id="31" name="文本框 30"/>
          <p:cNvSpPr txBox="1"/>
          <p:nvPr/>
        </p:nvSpPr>
        <p:spPr>
          <a:xfrm>
            <a:off x="8160997" y="2047030"/>
            <a:ext cx="1588477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8800" dirty="0">
                <a:gradFill>
                  <a:gsLst>
                    <a:gs pos="0">
                      <a:srgbClr val="F0D4AE"/>
                    </a:gs>
                    <a:gs pos="100000">
                      <a:srgbClr val="E5B473"/>
                    </a:gs>
                  </a:gsLst>
                  <a:lin ang="5400000" scaled="1"/>
                </a:gradFill>
                <a:latin typeface="汉仪许静行楷W" panose="00020600040101010101" pitchFamily="18" charset="-122"/>
                <a:ea typeface="汉仪许静行楷W" panose="00020600040101010101" pitchFamily="18" charset="-122"/>
              </a:rPr>
              <a:t>正</a:t>
            </a:r>
            <a:endParaRPr lang="zh-CN" altLang="en-US" sz="8800" dirty="0">
              <a:gradFill>
                <a:gsLst>
                  <a:gs pos="0">
                    <a:srgbClr val="F0D4AE"/>
                  </a:gs>
                  <a:gs pos="100000">
                    <a:srgbClr val="E5B473"/>
                  </a:gs>
                </a:gsLst>
                <a:lin ang="5400000" scaled="1"/>
              </a:gradFill>
              <a:latin typeface="汉仪许静行楷W" panose="00020600040101010101" pitchFamily="18" charset="-122"/>
              <a:ea typeface="汉仪许静行楷W" panose="00020600040101010101" pitchFamily="18" charset="-122"/>
            </a:endParaRPr>
          </a:p>
        </p:txBody>
      </p:sp>
      <p:sp>
        <p:nvSpPr>
          <p:cNvPr id="32" name="文本框 31"/>
          <p:cNvSpPr txBox="1"/>
          <p:nvPr/>
        </p:nvSpPr>
        <p:spPr>
          <a:xfrm>
            <a:off x="9223999" y="1547092"/>
            <a:ext cx="1588477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3800" dirty="0">
                <a:gradFill>
                  <a:gsLst>
                    <a:gs pos="0">
                      <a:srgbClr val="F0D4AE"/>
                    </a:gs>
                    <a:gs pos="100000">
                      <a:srgbClr val="E5B473"/>
                    </a:gs>
                  </a:gsLst>
                  <a:lin ang="5400000" scaled="1"/>
                </a:gradFill>
                <a:latin typeface="汉仪许静行楷W" panose="00020600040101010101" pitchFamily="18" charset="-122"/>
                <a:ea typeface="汉仪许静行楷W" panose="00020600040101010101" pitchFamily="18" charset="-122"/>
              </a:rPr>
              <a:t>茂</a:t>
            </a:r>
            <a:endParaRPr lang="zh-CN" altLang="en-US" sz="13800" dirty="0">
              <a:gradFill>
                <a:gsLst>
                  <a:gs pos="0">
                    <a:srgbClr val="F0D4AE"/>
                  </a:gs>
                  <a:gs pos="100000">
                    <a:srgbClr val="E5B473"/>
                  </a:gs>
                </a:gsLst>
                <a:lin ang="5400000" scaled="1"/>
              </a:gradFill>
              <a:latin typeface="汉仪许静行楷W" panose="00020600040101010101" pitchFamily="18" charset="-122"/>
              <a:ea typeface="汉仪许静行楷W" panose="00020600040101010101" pitchFamily="18" charset="-122"/>
            </a:endParaRPr>
          </a:p>
        </p:txBody>
      </p:sp>
      <p:grpSp>
        <p:nvGrpSpPr>
          <p:cNvPr id="33" name="组合 32"/>
          <p:cNvGrpSpPr/>
          <p:nvPr/>
        </p:nvGrpSpPr>
        <p:grpSpPr>
          <a:xfrm>
            <a:off x="3616202" y="3931181"/>
            <a:ext cx="4959595" cy="657656"/>
            <a:chOff x="3076575" y="2987754"/>
            <a:chExt cx="6048375" cy="526971"/>
          </a:xfrm>
        </p:grpSpPr>
        <p:cxnSp>
          <p:nvCxnSpPr>
            <p:cNvPr id="34" name="直接连接符 33"/>
            <p:cNvCxnSpPr/>
            <p:nvPr/>
          </p:nvCxnSpPr>
          <p:spPr>
            <a:xfrm>
              <a:off x="3076575" y="3009900"/>
              <a:ext cx="6048375" cy="0"/>
            </a:xfrm>
            <a:prstGeom prst="line">
              <a:avLst/>
            </a:prstGeom>
            <a:ln w="19050">
              <a:solidFill>
                <a:srgbClr val="F0D4A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直接连接符 34"/>
            <p:cNvCxnSpPr/>
            <p:nvPr/>
          </p:nvCxnSpPr>
          <p:spPr>
            <a:xfrm>
              <a:off x="3076575" y="3514725"/>
              <a:ext cx="6048375" cy="0"/>
            </a:xfrm>
            <a:prstGeom prst="line">
              <a:avLst/>
            </a:prstGeom>
            <a:ln w="19050">
              <a:solidFill>
                <a:srgbClr val="F0D4A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6" name="文本框 35"/>
            <p:cNvSpPr txBox="1"/>
            <p:nvPr/>
          </p:nvSpPr>
          <p:spPr>
            <a:xfrm>
              <a:off x="3095403" y="2987754"/>
              <a:ext cx="6015485" cy="5178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/>
              <a:r>
                <a:rPr lang="zh-CN" altLang="en-US" sz="3600" dirty="0">
                  <a:gradFill>
                    <a:gsLst>
                      <a:gs pos="0">
                        <a:srgbClr val="F0D4AE"/>
                      </a:gs>
                      <a:gs pos="100000">
                        <a:srgbClr val="E5B473"/>
                      </a:gs>
                    </a:gsLst>
                    <a:lin ang="5400000" scaled="1"/>
                  </a:gradFill>
                  <a:latin typeface="汉仪大宋简" panose="02010600000101010101" pitchFamily="2" charset="-122"/>
                  <a:ea typeface="汉仪大宋简" panose="02010600000101010101" pitchFamily="2" charset="-122"/>
                </a:rPr>
                <a:t>输入您的标题</a:t>
              </a:r>
              <a:endParaRPr lang="zh-CN" altLang="en-US" sz="3600" dirty="0">
                <a:gradFill>
                  <a:gsLst>
                    <a:gs pos="0">
                      <a:srgbClr val="F0D4AE"/>
                    </a:gs>
                    <a:gs pos="100000">
                      <a:srgbClr val="E5B473"/>
                    </a:gs>
                  </a:gsLst>
                  <a:lin ang="5400000" scaled="1"/>
                </a:gradFill>
                <a:latin typeface="汉仪大宋简" panose="02010600000101010101" pitchFamily="2" charset="-122"/>
                <a:ea typeface="汉仪大宋简" panose="02010600000101010101" pitchFamily="2" charset="-122"/>
              </a:endParaRPr>
            </a:p>
          </p:txBody>
        </p:sp>
      </p:grpSp>
      <p:sp>
        <p:nvSpPr>
          <p:cNvPr id="37" name="矩形 36"/>
          <p:cNvSpPr/>
          <p:nvPr/>
        </p:nvSpPr>
        <p:spPr>
          <a:xfrm>
            <a:off x="3625779" y="4813462"/>
            <a:ext cx="4932626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/>
            <a:r>
              <a:rPr lang="en-US" altLang="zh-CN" sz="1400" dirty="0">
                <a:gradFill>
                  <a:gsLst>
                    <a:gs pos="0">
                      <a:srgbClr val="F0D4AE"/>
                    </a:gs>
                    <a:gs pos="100000">
                      <a:srgbClr val="E5B473"/>
                    </a:gs>
                  </a:gsLst>
                  <a:lin ang="5400000" scaled="1"/>
                </a:gradFill>
                <a:latin typeface="汉仪大宋简" panose="02010600000101010101" pitchFamily="2" charset="-122"/>
                <a:ea typeface="汉仪大宋简" panose="02010600000101010101" pitchFamily="2" charset="-122"/>
              </a:rPr>
              <a:t>Enter your title here</a:t>
            </a:r>
            <a:endParaRPr lang="zh-CN" altLang="en-US" sz="1400" dirty="0">
              <a:gradFill>
                <a:gsLst>
                  <a:gs pos="0">
                    <a:srgbClr val="F0D4AE"/>
                  </a:gs>
                  <a:gs pos="100000">
                    <a:srgbClr val="E5B473"/>
                  </a:gs>
                </a:gsLst>
                <a:lin ang="5400000" scaled="1"/>
              </a:gradFill>
              <a:latin typeface="汉仪大宋简" panose="02010600000101010101" pitchFamily="2" charset="-122"/>
              <a:ea typeface="汉仪大宋简" panose="0201060000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8BC8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63012" y="55685"/>
            <a:ext cx="12065977" cy="6746631"/>
          </a:xfrm>
          <a:prstGeom prst="rect">
            <a:avLst/>
          </a:prstGeom>
          <a:solidFill>
            <a:srgbClr val="9F191F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1" name="图片 10" descr="背景图案&#10;&#10;描述已自动生成"/>
          <p:cNvPicPr>
            <a:picLocks noChangeAspect="1"/>
          </p:cNvPicPr>
          <p:nvPr/>
        </p:nvPicPr>
        <p:blipFill>
          <a:blip r:embed="rId1">
            <a:alphaModFix amt="54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 flipV="1">
            <a:off x="7018275" y="1691602"/>
            <a:ext cx="3801580" cy="6419847"/>
          </a:xfrm>
          <a:prstGeom prst="rect">
            <a:avLst/>
          </a:prstGeom>
        </p:spPr>
      </p:pic>
      <p:pic>
        <p:nvPicPr>
          <p:cNvPr id="12" name="图片 11" descr="背景图案&#10;&#10;描述已自动生成"/>
          <p:cNvPicPr>
            <a:picLocks noChangeAspect="1"/>
          </p:cNvPicPr>
          <p:nvPr/>
        </p:nvPicPr>
        <p:blipFill>
          <a:blip r:embed="rId1">
            <a:alphaModFix amt="39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 flipV="1">
            <a:off x="1153071" y="-1034376"/>
            <a:ext cx="2825633" cy="5005753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92731" y="6528221"/>
            <a:ext cx="5406537" cy="353227"/>
          </a:xfrm>
          <a:prstGeom prst="rect">
            <a:avLst/>
          </a:prstGeom>
        </p:spPr>
      </p:pic>
      <p:sp>
        <p:nvSpPr>
          <p:cNvPr id="25" name="文本框 24"/>
          <p:cNvSpPr txBox="1"/>
          <p:nvPr/>
        </p:nvSpPr>
        <p:spPr>
          <a:xfrm>
            <a:off x="4402014" y="6157078"/>
            <a:ext cx="390576" cy="5269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600" dirty="0">
                <a:gradFill>
                  <a:gsLst>
                    <a:gs pos="0">
                      <a:srgbClr val="F0D4AE"/>
                    </a:gs>
                    <a:gs pos="100000">
                      <a:srgbClr val="E5B473"/>
                    </a:gs>
                  </a:gsLst>
                  <a:lin ang="5400000" scaled="1"/>
                </a:gradFill>
                <a:latin typeface="汉仪许静行楷W" panose="00020600040101010101" pitchFamily="18" charset="-122"/>
                <a:ea typeface="汉仪许静行楷W" panose="00020600040101010101" pitchFamily="18" charset="-122"/>
              </a:rPr>
              <a:t>百</a:t>
            </a:r>
            <a:endParaRPr lang="zh-CN" altLang="en-US" sz="3600" dirty="0">
              <a:gradFill>
                <a:gsLst>
                  <a:gs pos="0">
                    <a:srgbClr val="F0D4AE"/>
                  </a:gs>
                  <a:gs pos="100000">
                    <a:srgbClr val="E5B473"/>
                  </a:gs>
                </a:gsLst>
                <a:lin ang="5400000" scaled="1"/>
              </a:gradFill>
              <a:latin typeface="汉仪许静行楷W" panose="00020600040101010101" pitchFamily="18" charset="-122"/>
              <a:ea typeface="汉仪许静行楷W" panose="00020600040101010101" pitchFamily="18" charset="-122"/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4628482" y="6403745"/>
            <a:ext cx="390576" cy="3010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gradFill>
                  <a:gsLst>
                    <a:gs pos="0">
                      <a:srgbClr val="F0D4AE"/>
                    </a:gs>
                    <a:gs pos="100000">
                      <a:srgbClr val="E5B473"/>
                    </a:gs>
                  </a:gsLst>
                  <a:lin ang="5400000" scaled="1"/>
                </a:gradFill>
                <a:latin typeface="汉仪许静行楷W" panose="00020600040101010101" pitchFamily="18" charset="-122"/>
                <a:ea typeface="汉仪许静行楷W" panose="00020600040101010101" pitchFamily="18" charset="-122"/>
              </a:rPr>
              <a:t>年</a:t>
            </a:r>
            <a:endParaRPr lang="zh-CN" altLang="en-US" dirty="0">
              <a:gradFill>
                <a:gsLst>
                  <a:gs pos="0">
                    <a:srgbClr val="F0D4AE"/>
                  </a:gs>
                  <a:gs pos="100000">
                    <a:srgbClr val="E5B473"/>
                  </a:gs>
                </a:gsLst>
                <a:lin ang="5400000" scaled="1"/>
              </a:gradFill>
              <a:latin typeface="汉仪许静行楷W" panose="00020600040101010101" pitchFamily="18" charset="-122"/>
              <a:ea typeface="汉仪许静行楷W" panose="00020600040101010101" pitchFamily="18" charset="-122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4868842" y="6387891"/>
            <a:ext cx="390576" cy="3010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gradFill>
                  <a:gsLst>
                    <a:gs pos="0">
                      <a:srgbClr val="F0D4AE"/>
                    </a:gs>
                    <a:gs pos="100000">
                      <a:srgbClr val="E5B473"/>
                    </a:gs>
                  </a:gsLst>
                  <a:lin ang="5400000" scaled="1"/>
                </a:gradFill>
                <a:latin typeface="汉仪许静行楷W" panose="00020600040101010101" pitchFamily="18" charset="-122"/>
                <a:ea typeface="汉仪许静行楷W" panose="00020600040101010101" pitchFamily="18" charset="-122"/>
              </a:rPr>
              <a:t>大</a:t>
            </a:r>
            <a:endParaRPr lang="zh-CN" altLang="en-US" dirty="0">
              <a:gradFill>
                <a:gsLst>
                  <a:gs pos="0">
                    <a:srgbClr val="F0D4AE"/>
                  </a:gs>
                  <a:gs pos="100000">
                    <a:srgbClr val="E5B473"/>
                  </a:gs>
                </a:gsLst>
                <a:lin ang="5400000" scaled="1"/>
              </a:gradFill>
              <a:latin typeface="汉仪许静行楷W" panose="00020600040101010101" pitchFamily="18" charset="-122"/>
              <a:ea typeface="汉仪许静行楷W" panose="00020600040101010101" pitchFamily="18" charset="-122"/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5107547" y="6301581"/>
            <a:ext cx="390576" cy="3763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dirty="0">
                <a:gradFill>
                  <a:gsLst>
                    <a:gs pos="0">
                      <a:srgbClr val="F0D4AE"/>
                    </a:gs>
                    <a:gs pos="100000">
                      <a:srgbClr val="E5B473"/>
                    </a:gs>
                  </a:gsLst>
                  <a:lin ang="5400000" scaled="1"/>
                </a:gradFill>
                <a:latin typeface="汉仪许静行楷W" panose="00020600040101010101" pitchFamily="18" charset="-122"/>
                <a:ea typeface="汉仪许静行楷W" panose="00020600040101010101" pitchFamily="18" charset="-122"/>
              </a:rPr>
              <a:t>党</a:t>
            </a:r>
            <a:endParaRPr lang="zh-CN" altLang="en-US" sz="2400" dirty="0">
              <a:gradFill>
                <a:gsLst>
                  <a:gs pos="0">
                    <a:srgbClr val="F0D4AE"/>
                  </a:gs>
                  <a:gs pos="100000">
                    <a:srgbClr val="E5B473"/>
                  </a:gs>
                </a:gsLst>
                <a:lin ang="5400000" scaled="1"/>
              </a:gradFill>
              <a:latin typeface="汉仪许静行楷W" panose="00020600040101010101" pitchFamily="18" charset="-122"/>
              <a:ea typeface="汉仪许静行楷W" panose="00020600040101010101" pitchFamily="18" charset="-122"/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6656332" y="6233111"/>
            <a:ext cx="377490" cy="1389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200" dirty="0">
                <a:gradFill>
                  <a:gsLst>
                    <a:gs pos="0">
                      <a:srgbClr val="F0D4AE"/>
                    </a:gs>
                    <a:gs pos="100000">
                      <a:srgbClr val="E5B473"/>
                    </a:gs>
                  </a:gsLst>
                  <a:lin ang="5400000" scaled="1"/>
                </a:gradFill>
                <a:latin typeface="汉仪许静行楷W" panose="00020600040101010101" pitchFamily="18" charset="-122"/>
                <a:ea typeface="汉仪许静行楷W" panose="00020600040101010101" pitchFamily="18" charset="-122"/>
              </a:rPr>
              <a:t>风</a:t>
            </a:r>
            <a:endParaRPr lang="zh-CN" altLang="en-US" sz="3200" dirty="0">
              <a:gradFill>
                <a:gsLst>
                  <a:gs pos="0">
                    <a:srgbClr val="F0D4AE"/>
                  </a:gs>
                  <a:gs pos="100000">
                    <a:srgbClr val="E5B473"/>
                  </a:gs>
                </a:gsLst>
                <a:lin ang="5400000" scaled="1"/>
              </a:gradFill>
              <a:latin typeface="汉仪许静行楷W" panose="00020600040101010101" pitchFamily="18" charset="-122"/>
              <a:ea typeface="汉仪许静行楷W" panose="00020600040101010101" pitchFamily="18" charset="-122"/>
            </a:endParaRPr>
          </a:p>
        </p:txBody>
      </p:sp>
      <p:sp>
        <p:nvSpPr>
          <p:cNvPr id="30" name="文本框 29"/>
          <p:cNvSpPr txBox="1"/>
          <p:nvPr/>
        </p:nvSpPr>
        <p:spPr>
          <a:xfrm>
            <a:off x="6855317" y="6293444"/>
            <a:ext cx="377490" cy="950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gradFill>
                  <a:gsLst>
                    <a:gs pos="0">
                      <a:srgbClr val="F0D4AE"/>
                    </a:gs>
                    <a:gs pos="100000">
                      <a:srgbClr val="E5B473"/>
                    </a:gs>
                  </a:gsLst>
                  <a:lin ang="5400000" scaled="1"/>
                </a:gradFill>
                <a:latin typeface="汉仪许静行楷W" panose="00020600040101010101" pitchFamily="18" charset="-122"/>
                <a:ea typeface="汉仪许静行楷W" panose="00020600040101010101" pitchFamily="18" charset="-122"/>
              </a:rPr>
              <a:t>华</a:t>
            </a:r>
            <a:endParaRPr lang="zh-CN" altLang="en-US" sz="2000" dirty="0">
              <a:gradFill>
                <a:gsLst>
                  <a:gs pos="0">
                    <a:srgbClr val="F0D4AE"/>
                  </a:gs>
                  <a:gs pos="100000">
                    <a:srgbClr val="E5B473"/>
                  </a:gs>
                </a:gsLst>
                <a:lin ang="5400000" scaled="1"/>
              </a:gradFill>
              <a:latin typeface="汉仪许静行楷W" panose="00020600040101010101" pitchFamily="18" charset="-122"/>
              <a:ea typeface="汉仪许静行楷W" panose="00020600040101010101" pitchFamily="18" charset="-122"/>
            </a:endParaRPr>
          </a:p>
        </p:txBody>
      </p:sp>
      <p:sp>
        <p:nvSpPr>
          <p:cNvPr id="31" name="文本框 30"/>
          <p:cNvSpPr txBox="1"/>
          <p:nvPr/>
        </p:nvSpPr>
        <p:spPr>
          <a:xfrm>
            <a:off x="7048796" y="6325448"/>
            <a:ext cx="377490" cy="950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gradFill>
                  <a:gsLst>
                    <a:gs pos="0">
                      <a:srgbClr val="F0D4AE"/>
                    </a:gs>
                    <a:gs pos="100000">
                      <a:srgbClr val="E5B473"/>
                    </a:gs>
                  </a:gsLst>
                  <a:lin ang="5400000" scaled="1"/>
                </a:gradFill>
                <a:latin typeface="汉仪许静行楷W" panose="00020600040101010101" pitchFamily="18" charset="-122"/>
                <a:ea typeface="汉仪许静行楷W" panose="00020600040101010101" pitchFamily="18" charset="-122"/>
              </a:rPr>
              <a:t>正</a:t>
            </a:r>
            <a:endParaRPr lang="zh-CN" altLang="en-US" sz="2000" dirty="0">
              <a:gradFill>
                <a:gsLst>
                  <a:gs pos="0">
                    <a:srgbClr val="F0D4AE"/>
                  </a:gs>
                  <a:gs pos="100000">
                    <a:srgbClr val="E5B473"/>
                  </a:gs>
                </a:gsLst>
                <a:lin ang="5400000" scaled="1"/>
              </a:gradFill>
              <a:latin typeface="汉仪许静行楷W" panose="00020600040101010101" pitchFamily="18" charset="-122"/>
              <a:ea typeface="汉仪许静行楷W" panose="00020600040101010101" pitchFamily="18" charset="-122"/>
            </a:endParaRPr>
          </a:p>
        </p:txBody>
      </p:sp>
      <p:sp>
        <p:nvSpPr>
          <p:cNvPr id="32" name="文本框 31"/>
          <p:cNvSpPr txBox="1"/>
          <p:nvPr/>
        </p:nvSpPr>
        <p:spPr>
          <a:xfrm>
            <a:off x="7301411" y="6206641"/>
            <a:ext cx="377490" cy="1389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200" dirty="0">
                <a:gradFill>
                  <a:gsLst>
                    <a:gs pos="0">
                      <a:srgbClr val="F0D4AE"/>
                    </a:gs>
                    <a:gs pos="100000">
                      <a:srgbClr val="E5B473"/>
                    </a:gs>
                  </a:gsLst>
                  <a:lin ang="5400000" scaled="1"/>
                </a:gradFill>
                <a:latin typeface="汉仪许静行楷W" panose="00020600040101010101" pitchFamily="18" charset="-122"/>
                <a:ea typeface="汉仪许静行楷W" panose="00020600040101010101" pitchFamily="18" charset="-122"/>
              </a:rPr>
              <a:t>茂</a:t>
            </a:r>
            <a:endParaRPr lang="zh-CN" altLang="en-US" sz="3200" dirty="0">
              <a:gradFill>
                <a:gsLst>
                  <a:gs pos="0">
                    <a:srgbClr val="F0D4AE"/>
                  </a:gs>
                  <a:gs pos="100000">
                    <a:srgbClr val="E5B473"/>
                  </a:gs>
                </a:gsLst>
                <a:lin ang="5400000" scaled="1"/>
              </a:gradFill>
              <a:latin typeface="汉仪许静行楷W" panose="00020600040101010101" pitchFamily="18" charset="-122"/>
              <a:ea typeface="汉仪许静行楷W" panose="00020600040101010101" pitchFamily="18" charset="-122"/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4703599" y="61545"/>
            <a:ext cx="27848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/>
            <a:r>
              <a:rPr lang="zh-CN" altLang="en-US" sz="3200" dirty="0">
                <a:gradFill>
                  <a:gsLst>
                    <a:gs pos="0">
                      <a:srgbClr val="F0D4AE"/>
                    </a:gs>
                    <a:gs pos="100000">
                      <a:srgbClr val="E5B473"/>
                    </a:gs>
                  </a:gsLst>
                  <a:lin ang="5400000" scaled="1"/>
                </a:gradFill>
                <a:latin typeface="汉仪许静行楷W" panose="00020600040101010101" pitchFamily="18" charset="-122"/>
                <a:ea typeface="汉仪许静行楷W" panose="00020600040101010101" pitchFamily="18" charset="-122"/>
              </a:rPr>
              <a:t>输入您的标题</a:t>
            </a:r>
            <a:endParaRPr lang="zh-CN" altLang="en-US" sz="3200" dirty="0">
              <a:gradFill>
                <a:gsLst>
                  <a:gs pos="0">
                    <a:srgbClr val="F0D4AE"/>
                  </a:gs>
                  <a:gs pos="100000">
                    <a:srgbClr val="E5B473"/>
                  </a:gs>
                </a:gsLst>
                <a:lin ang="5400000" scaled="1"/>
              </a:gradFill>
              <a:latin typeface="汉仪许静行楷W" panose="00020600040101010101" pitchFamily="18" charset="-122"/>
              <a:ea typeface="汉仪许静行楷W" panose="00020600040101010101" pitchFamily="18" charset="-122"/>
            </a:endParaRPr>
          </a:p>
        </p:txBody>
      </p:sp>
      <p:cxnSp>
        <p:nvCxnSpPr>
          <p:cNvPr id="8" name="直接连接符 7"/>
          <p:cNvCxnSpPr/>
          <p:nvPr/>
        </p:nvCxnSpPr>
        <p:spPr>
          <a:xfrm>
            <a:off x="5486402" y="663906"/>
            <a:ext cx="1277815" cy="0"/>
          </a:xfrm>
          <a:prstGeom prst="line">
            <a:avLst/>
          </a:prstGeom>
          <a:ln w="19050">
            <a:solidFill>
              <a:srgbClr val="F0D4A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7" name="Group 8"/>
          <p:cNvGrpSpPr/>
          <p:nvPr/>
        </p:nvGrpSpPr>
        <p:grpSpPr>
          <a:xfrm>
            <a:off x="1500868" y="3168770"/>
            <a:ext cx="9016350" cy="879346"/>
            <a:chOff x="1247775" y="2865777"/>
            <a:chExt cx="9791700" cy="954964"/>
          </a:xfrm>
          <a:gradFill>
            <a:gsLst>
              <a:gs pos="0">
                <a:srgbClr val="F0D4AE"/>
              </a:gs>
              <a:gs pos="100000">
                <a:srgbClr val="E5B473"/>
              </a:gs>
            </a:gsLst>
            <a:lin ang="5400000" scaled="1"/>
          </a:gradFill>
        </p:grpSpPr>
        <p:grpSp>
          <p:nvGrpSpPr>
            <p:cNvPr id="18" name="组合 17"/>
            <p:cNvGrpSpPr/>
            <p:nvPr/>
          </p:nvGrpSpPr>
          <p:grpSpPr>
            <a:xfrm>
              <a:off x="1247775" y="2865777"/>
              <a:ext cx="9791700" cy="954964"/>
              <a:chOff x="1276350" y="2865777"/>
              <a:chExt cx="9791700" cy="954964"/>
            </a:xfrm>
            <a:grpFill/>
          </p:grpSpPr>
          <p:sp>
            <p:nvSpPr>
              <p:cNvPr id="24" name="箭头: 燕尾形 23"/>
              <p:cNvSpPr/>
              <p:nvPr/>
            </p:nvSpPr>
            <p:spPr>
              <a:xfrm>
                <a:off x="1276350" y="3143250"/>
                <a:ext cx="2447925" cy="419100"/>
              </a:xfrm>
              <a:prstGeom prst="notchedRightArrow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gradFill>
                    <a:gsLst>
                      <a:gs pos="0">
                        <a:srgbClr val="F0D4AE"/>
                      </a:gs>
                      <a:gs pos="100000">
                        <a:srgbClr val="E5B473"/>
                      </a:gs>
                    </a:gsLst>
                    <a:lin ang="5400000" scaled="1"/>
                  </a:gradFill>
                </a:endParaRPr>
              </a:p>
            </p:txBody>
          </p:sp>
          <p:sp>
            <p:nvSpPr>
              <p:cNvPr id="33" name="箭头: 燕尾形 32"/>
              <p:cNvSpPr/>
              <p:nvPr/>
            </p:nvSpPr>
            <p:spPr>
              <a:xfrm>
                <a:off x="3724275" y="3143250"/>
                <a:ext cx="2447925" cy="419100"/>
              </a:xfrm>
              <a:prstGeom prst="notchedRightArrow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gradFill>
                    <a:gsLst>
                      <a:gs pos="0">
                        <a:srgbClr val="F0D4AE"/>
                      </a:gs>
                      <a:gs pos="100000">
                        <a:srgbClr val="E5B473"/>
                      </a:gs>
                    </a:gsLst>
                    <a:lin ang="5400000" scaled="1"/>
                  </a:gradFill>
                </a:endParaRPr>
              </a:p>
            </p:txBody>
          </p:sp>
          <p:sp>
            <p:nvSpPr>
              <p:cNvPr id="34" name="箭头: 燕尾形 33"/>
              <p:cNvSpPr/>
              <p:nvPr/>
            </p:nvSpPr>
            <p:spPr>
              <a:xfrm>
                <a:off x="6172200" y="3143250"/>
                <a:ext cx="2447925" cy="419100"/>
              </a:xfrm>
              <a:prstGeom prst="notchedRightArrow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gradFill>
                    <a:gsLst>
                      <a:gs pos="0">
                        <a:srgbClr val="F0D4AE"/>
                      </a:gs>
                      <a:gs pos="100000">
                        <a:srgbClr val="E5B473"/>
                      </a:gs>
                    </a:gsLst>
                    <a:lin ang="5400000" scaled="1"/>
                  </a:gradFill>
                </a:endParaRPr>
              </a:p>
            </p:txBody>
          </p:sp>
          <p:sp>
            <p:nvSpPr>
              <p:cNvPr id="35" name="箭头: 燕尾形 34"/>
              <p:cNvSpPr/>
              <p:nvPr/>
            </p:nvSpPr>
            <p:spPr>
              <a:xfrm>
                <a:off x="8620125" y="3143250"/>
                <a:ext cx="2447925" cy="419100"/>
              </a:xfrm>
              <a:prstGeom prst="notchedRightArrow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gradFill>
                    <a:gsLst>
                      <a:gs pos="0">
                        <a:srgbClr val="F0D4AE"/>
                      </a:gs>
                      <a:gs pos="100000">
                        <a:srgbClr val="E5B473"/>
                      </a:gs>
                    </a:gsLst>
                    <a:lin ang="5400000" scaled="1"/>
                  </a:gradFill>
                </a:endParaRPr>
              </a:p>
            </p:txBody>
          </p:sp>
          <p:sp>
            <p:nvSpPr>
              <p:cNvPr id="36" name="椭圆 35"/>
              <p:cNvSpPr/>
              <p:nvPr/>
            </p:nvSpPr>
            <p:spPr>
              <a:xfrm>
                <a:off x="1954415" y="2865777"/>
                <a:ext cx="954964" cy="954964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gradFill>
                    <a:gsLst>
                      <a:gs pos="0">
                        <a:srgbClr val="F0D4AE"/>
                      </a:gs>
                      <a:gs pos="100000">
                        <a:srgbClr val="E5B473"/>
                      </a:gs>
                    </a:gsLst>
                    <a:lin ang="5400000" scaled="1"/>
                  </a:gradFill>
                </a:endParaRPr>
              </a:p>
            </p:txBody>
          </p:sp>
          <p:sp>
            <p:nvSpPr>
              <p:cNvPr id="37" name="椭圆 36"/>
              <p:cNvSpPr/>
              <p:nvPr/>
            </p:nvSpPr>
            <p:spPr>
              <a:xfrm>
                <a:off x="4426152" y="2865777"/>
                <a:ext cx="954964" cy="954964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gradFill>
                    <a:gsLst>
                      <a:gs pos="0">
                        <a:srgbClr val="F0D4AE"/>
                      </a:gs>
                      <a:gs pos="100000">
                        <a:srgbClr val="E5B473"/>
                      </a:gs>
                    </a:gsLst>
                    <a:lin ang="5400000" scaled="1"/>
                  </a:gradFill>
                </a:endParaRPr>
              </a:p>
            </p:txBody>
          </p:sp>
          <p:sp>
            <p:nvSpPr>
              <p:cNvPr id="38" name="椭圆 37"/>
              <p:cNvSpPr/>
              <p:nvPr/>
            </p:nvSpPr>
            <p:spPr>
              <a:xfrm>
                <a:off x="6874078" y="2865777"/>
                <a:ext cx="954964" cy="954964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gradFill>
                    <a:gsLst>
                      <a:gs pos="0">
                        <a:srgbClr val="F0D4AE"/>
                      </a:gs>
                      <a:gs pos="100000">
                        <a:srgbClr val="E5B473"/>
                      </a:gs>
                    </a:gsLst>
                    <a:lin ang="5400000" scaled="1"/>
                  </a:gradFill>
                </a:endParaRPr>
              </a:p>
            </p:txBody>
          </p:sp>
          <p:sp>
            <p:nvSpPr>
              <p:cNvPr id="39" name="椭圆 38"/>
              <p:cNvSpPr/>
              <p:nvPr/>
            </p:nvSpPr>
            <p:spPr>
              <a:xfrm>
                <a:off x="9322002" y="2865777"/>
                <a:ext cx="954964" cy="954964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gradFill>
                    <a:gsLst>
                      <a:gs pos="0">
                        <a:srgbClr val="F0D4AE"/>
                      </a:gs>
                      <a:gs pos="100000">
                        <a:srgbClr val="E5B473"/>
                      </a:gs>
                    </a:gsLst>
                    <a:lin ang="5400000" scaled="1"/>
                  </a:gradFill>
                </a:endParaRPr>
              </a:p>
            </p:txBody>
          </p:sp>
        </p:grpSp>
        <p:sp>
          <p:nvSpPr>
            <p:cNvPr id="19" name="iconfont-11894-5690279"/>
            <p:cNvSpPr>
              <a:spLocks noChangeAspect="1"/>
            </p:cNvSpPr>
            <p:nvPr/>
          </p:nvSpPr>
          <p:spPr bwMode="auto">
            <a:xfrm>
              <a:off x="9518984" y="3079732"/>
              <a:ext cx="528296" cy="528296"/>
            </a:xfrm>
            <a:custGeom>
              <a:avLst/>
              <a:gdLst>
                <a:gd name="T0" fmla="*/ 6400 w 12800"/>
                <a:gd name="T1" fmla="*/ 0 h 12800"/>
                <a:gd name="T2" fmla="*/ 0 w 12800"/>
                <a:gd name="T3" fmla="*/ 6400 h 12800"/>
                <a:gd name="T4" fmla="*/ 6400 w 12800"/>
                <a:gd name="T5" fmla="*/ 12800 h 12800"/>
                <a:gd name="T6" fmla="*/ 12800 w 12800"/>
                <a:gd name="T7" fmla="*/ 6400 h 12800"/>
                <a:gd name="T8" fmla="*/ 6400 w 12800"/>
                <a:gd name="T9" fmla="*/ 0 h 12800"/>
                <a:gd name="T10" fmla="*/ 6400 w 12800"/>
                <a:gd name="T11" fmla="*/ 11200 h 12800"/>
                <a:gd name="T12" fmla="*/ 1600 w 12800"/>
                <a:gd name="T13" fmla="*/ 6400 h 12800"/>
                <a:gd name="T14" fmla="*/ 6400 w 12800"/>
                <a:gd name="T15" fmla="*/ 1600 h 12800"/>
                <a:gd name="T16" fmla="*/ 11200 w 12800"/>
                <a:gd name="T17" fmla="*/ 6400 h 12800"/>
                <a:gd name="T18" fmla="*/ 6400 w 12800"/>
                <a:gd name="T19" fmla="*/ 11200 h 12800"/>
                <a:gd name="T20" fmla="*/ 7576 w 12800"/>
                <a:gd name="T21" fmla="*/ 4782 h 12800"/>
                <a:gd name="T22" fmla="*/ 6400 w 12800"/>
                <a:gd name="T23" fmla="*/ 2401 h 12800"/>
                <a:gd name="T24" fmla="*/ 5225 w 12800"/>
                <a:gd name="T25" fmla="*/ 4782 h 12800"/>
                <a:gd name="T26" fmla="*/ 2596 w 12800"/>
                <a:gd name="T27" fmla="*/ 5165 h 12800"/>
                <a:gd name="T28" fmla="*/ 4498 w 12800"/>
                <a:gd name="T29" fmla="*/ 7018 h 12800"/>
                <a:gd name="T30" fmla="*/ 4049 w 12800"/>
                <a:gd name="T31" fmla="*/ 9635 h 12800"/>
                <a:gd name="T32" fmla="*/ 6400 w 12800"/>
                <a:gd name="T33" fmla="*/ 8400 h 12800"/>
                <a:gd name="T34" fmla="*/ 8750 w 12800"/>
                <a:gd name="T35" fmla="*/ 9636 h 12800"/>
                <a:gd name="T36" fmla="*/ 8302 w 12800"/>
                <a:gd name="T37" fmla="*/ 7019 h 12800"/>
                <a:gd name="T38" fmla="*/ 10203 w 12800"/>
                <a:gd name="T39" fmla="*/ 5166 h 12800"/>
                <a:gd name="T40" fmla="*/ 7576 w 12800"/>
                <a:gd name="T41" fmla="*/ 4782 h 128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2800" h="12800">
                  <a:moveTo>
                    <a:pt x="6400" y="0"/>
                  </a:moveTo>
                  <a:cubicBezTo>
                    <a:pt x="2866" y="0"/>
                    <a:pt x="0" y="2866"/>
                    <a:pt x="0" y="6400"/>
                  </a:cubicBezTo>
                  <a:cubicBezTo>
                    <a:pt x="0" y="9934"/>
                    <a:pt x="2866" y="12800"/>
                    <a:pt x="6400" y="12800"/>
                  </a:cubicBezTo>
                  <a:cubicBezTo>
                    <a:pt x="9934" y="12800"/>
                    <a:pt x="12800" y="9934"/>
                    <a:pt x="12800" y="6400"/>
                  </a:cubicBezTo>
                  <a:cubicBezTo>
                    <a:pt x="12800" y="2866"/>
                    <a:pt x="9934" y="0"/>
                    <a:pt x="6400" y="0"/>
                  </a:cubicBezTo>
                  <a:close/>
                  <a:moveTo>
                    <a:pt x="6400" y="11200"/>
                  </a:moveTo>
                  <a:cubicBezTo>
                    <a:pt x="3750" y="11200"/>
                    <a:pt x="1600" y="9050"/>
                    <a:pt x="1600" y="6400"/>
                  </a:cubicBezTo>
                  <a:cubicBezTo>
                    <a:pt x="1600" y="3750"/>
                    <a:pt x="3750" y="1600"/>
                    <a:pt x="6400" y="1600"/>
                  </a:cubicBezTo>
                  <a:cubicBezTo>
                    <a:pt x="9050" y="1600"/>
                    <a:pt x="11200" y="3750"/>
                    <a:pt x="11200" y="6400"/>
                  </a:cubicBezTo>
                  <a:cubicBezTo>
                    <a:pt x="11200" y="9050"/>
                    <a:pt x="9050" y="11200"/>
                    <a:pt x="6400" y="11200"/>
                  </a:cubicBezTo>
                  <a:close/>
                  <a:moveTo>
                    <a:pt x="7576" y="4782"/>
                  </a:moveTo>
                  <a:lnTo>
                    <a:pt x="6400" y="2401"/>
                  </a:lnTo>
                  <a:lnTo>
                    <a:pt x="5225" y="4782"/>
                  </a:lnTo>
                  <a:lnTo>
                    <a:pt x="2596" y="5165"/>
                  </a:lnTo>
                  <a:lnTo>
                    <a:pt x="4498" y="7018"/>
                  </a:lnTo>
                  <a:lnTo>
                    <a:pt x="4049" y="9635"/>
                  </a:lnTo>
                  <a:lnTo>
                    <a:pt x="6400" y="8400"/>
                  </a:lnTo>
                  <a:lnTo>
                    <a:pt x="8750" y="9636"/>
                  </a:lnTo>
                  <a:lnTo>
                    <a:pt x="8302" y="7019"/>
                  </a:lnTo>
                  <a:lnTo>
                    <a:pt x="10203" y="5166"/>
                  </a:lnTo>
                  <a:lnTo>
                    <a:pt x="7576" y="4782"/>
                  </a:lnTo>
                  <a:close/>
                </a:path>
              </a:pathLst>
            </a:custGeom>
            <a:solidFill>
              <a:srgbClr val="9F191F"/>
            </a:solidFill>
            <a:ln>
              <a:noFill/>
            </a:ln>
          </p:spPr>
          <p:txBody>
            <a:bodyPr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>
                <a:gradFill>
                  <a:gsLst>
                    <a:gs pos="0">
                      <a:srgbClr val="F0D4AE"/>
                    </a:gs>
                    <a:gs pos="100000">
                      <a:srgbClr val="E5B473"/>
                    </a:gs>
                  </a:gsLst>
                  <a:lin ang="5400000" scaled="1"/>
                </a:gradFill>
              </a:endParaRPr>
            </a:p>
          </p:txBody>
        </p:sp>
        <p:sp>
          <p:nvSpPr>
            <p:cNvPr id="20" name="iconfont-11894-5690279"/>
            <p:cNvSpPr>
              <a:spLocks noChangeAspect="1"/>
            </p:cNvSpPr>
            <p:nvPr/>
          </p:nvSpPr>
          <p:spPr bwMode="auto">
            <a:xfrm>
              <a:off x="7071059" y="3079733"/>
              <a:ext cx="528296" cy="528296"/>
            </a:xfrm>
            <a:custGeom>
              <a:avLst/>
              <a:gdLst>
                <a:gd name="T0" fmla="*/ 6400 w 12800"/>
                <a:gd name="T1" fmla="*/ 0 h 12800"/>
                <a:gd name="T2" fmla="*/ 0 w 12800"/>
                <a:gd name="T3" fmla="*/ 6400 h 12800"/>
                <a:gd name="T4" fmla="*/ 6400 w 12800"/>
                <a:gd name="T5" fmla="*/ 12800 h 12800"/>
                <a:gd name="T6" fmla="*/ 12800 w 12800"/>
                <a:gd name="T7" fmla="*/ 6400 h 12800"/>
                <a:gd name="T8" fmla="*/ 6400 w 12800"/>
                <a:gd name="T9" fmla="*/ 0 h 12800"/>
                <a:gd name="T10" fmla="*/ 6400 w 12800"/>
                <a:gd name="T11" fmla="*/ 11200 h 12800"/>
                <a:gd name="T12" fmla="*/ 1600 w 12800"/>
                <a:gd name="T13" fmla="*/ 6400 h 12800"/>
                <a:gd name="T14" fmla="*/ 6400 w 12800"/>
                <a:gd name="T15" fmla="*/ 1600 h 12800"/>
                <a:gd name="T16" fmla="*/ 11200 w 12800"/>
                <a:gd name="T17" fmla="*/ 6400 h 12800"/>
                <a:gd name="T18" fmla="*/ 6400 w 12800"/>
                <a:gd name="T19" fmla="*/ 11200 h 12800"/>
                <a:gd name="T20" fmla="*/ 7576 w 12800"/>
                <a:gd name="T21" fmla="*/ 4782 h 12800"/>
                <a:gd name="T22" fmla="*/ 6400 w 12800"/>
                <a:gd name="T23" fmla="*/ 2401 h 12800"/>
                <a:gd name="T24" fmla="*/ 5225 w 12800"/>
                <a:gd name="T25" fmla="*/ 4782 h 12800"/>
                <a:gd name="T26" fmla="*/ 2596 w 12800"/>
                <a:gd name="T27" fmla="*/ 5165 h 12800"/>
                <a:gd name="T28" fmla="*/ 4498 w 12800"/>
                <a:gd name="T29" fmla="*/ 7018 h 12800"/>
                <a:gd name="T30" fmla="*/ 4049 w 12800"/>
                <a:gd name="T31" fmla="*/ 9635 h 12800"/>
                <a:gd name="T32" fmla="*/ 6400 w 12800"/>
                <a:gd name="T33" fmla="*/ 8400 h 12800"/>
                <a:gd name="T34" fmla="*/ 8750 w 12800"/>
                <a:gd name="T35" fmla="*/ 9636 h 12800"/>
                <a:gd name="T36" fmla="*/ 8302 w 12800"/>
                <a:gd name="T37" fmla="*/ 7019 h 12800"/>
                <a:gd name="T38" fmla="*/ 10203 w 12800"/>
                <a:gd name="T39" fmla="*/ 5166 h 12800"/>
                <a:gd name="T40" fmla="*/ 7576 w 12800"/>
                <a:gd name="T41" fmla="*/ 4782 h 128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2800" h="12800">
                  <a:moveTo>
                    <a:pt x="6400" y="0"/>
                  </a:moveTo>
                  <a:cubicBezTo>
                    <a:pt x="2866" y="0"/>
                    <a:pt x="0" y="2866"/>
                    <a:pt x="0" y="6400"/>
                  </a:cubicBezTo>
                  <a:cubicBezTo>
                    <a:pt x="0" y="9934"/>
                    <a:pt x="2866" y="12800"/>
                    <a:pt x="6400" y="12800"/>
                  </a:cubicBezTo>
                  <a:cubicBezTo>
                    <a:pt x="9934" y="12800"/>
                    <a:pt x="12800" y="9934"/>
                    <a:pt x="12800" y="6400"/>
                  </a:cubicBezTo>
                  <a:cubicBezTo>
                    <a:pt x="12800" y="2866"/>
                    <a:pt x="9934" y="0"/>
                    <a:pt x="6400" y="0"/>
                  </a:cubicBezTo>
                  <a:close/>
                  <a:moveTo>
                    <a:pt x="6400" y="11200"/>
                  </a:moveTo>
                  <a:cubicBezTo>
                    <a:pt x="3750" y="11200"/>
                    <a:pt x="1600" y="9050"/>
                    <a:pt x="1600" y="6400"/>
                  </a:cubicBezTo>
                  <a:cubicBezTo>
                    <a:pt x="1600" y="3750"/>
                    <a:pt x="3750" y="1600"/>
                    <a:pt x="6400" y="1600"/>
                  </a:cubicBezTo>
                  <a:cubicBezTo>
                    <a:pt x="9050" y="1600"/>
                    <a:pt x="11200" y="3750"/>
                    <a:pt x="11200" y="6400"/>
                  </a:cubicBezTo>
                  <a:cubicBezTo>
                    <a:pt x="11200" y="9050"/>
                    <a:pt x="9050" y="11200"/>
                    <a:pt x="6400" y="11200"/>
                  </a:cubicBezTo>
                  <a:close/>
                  <a:moveTo>
                    <a:pt x="7576" y="4782"/>
                  </a:moveTo>
                  <a:lnTo>
                    <a:pt x="6400" y="2401"/>
                  </a:lnTo>
                  <a:lnTo>
                    <a:pt x="5225" y="4782"/>
                  </a:lnTo>
                  <a:lnTo>
                    <a:pt x="2596" y="5165"/>
                  </a:lnTo>
                  <a:lnTo>
                    <a:pt x="4498" y="7018"/>
                  </a:lnTo>
                  <a:lnTo>
                    <a:pt x="4049" y="9635"/>
                  </a:lnTo>
                  <a:lnTo>
                    <a:pt x="6400" y="8400"/>
                  </a:lnTo>
                  <a:lnTo>
                    <a:pt x="8750" y="9636"/>
                  </a:lnTo>
                  <a:lnTo>
                    <a:pt x="8302" y="7019"/>
                  </a:lnTo>
                  <a:lnTo>
                    <a:pt x="10203" y="5166"/>
                  </a:lnTo>
                  <a:lnTo>
                    <a:pt x="7576" y="4782"/>
                  </a:lnTo>
                  <a:close/>
                </a:path>
              </a:pathLst>
            </a:custGeom>
            <a:solidFill>
              <a:srgbClr val="9F191F"/>
            </a:solidFill>
            <a:ln>
              <a:noFill/>
            </a:ln>
          </p:spPr>
          <p:txBody>
            <a:bodyPr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>
                <a:gradFill>
                  <a:gsLst>
                    <a:gs pos="0">
                      <a:srgbClr val="F0D4AE"/>
                    </a:gs>
                    <a:gs pos="100000">
                      <a:srgbClr val="E5B473"/>
                    </a:gs>
                  </a:gsLst>
                  <a:lin ang="5400000" scaled="1"/>
                </a:gradFill>
              </a:endParaRPr>
            </a:p>
          </p:txBody>
        </p:sp>
        <p:sp>
          <p:nvSpPr>
            <p:cNvPr id="21" name="iconfont-11894-5690279"/>
            <p:cNvSpPr>
              <a:spLocks noChangeAspect="1"/>
            </p:cNvSpPr>
            <p:nvPr/>
          </p:nvSpPr>
          <p:spPr bwMode="auto">
            <a:xfrm>
              <a:off x="4623135" y="3079732"/>
              <a:ext cx="528296" cy="528296"/>
            </a:xfrm>
            <a:custGeom>
              <a:avLst/>
              <a:gdLst>
                <a:gd name="T0" fmla="*/ 6400 w 12800"/>
                <a:gd name="T1" fmla="*/ 0 h 12800"/>
                <a:gd name="T2" fmla="*/ 0 w 12800"/>
                <a:gd name="T3" fmla="*/ 6400 h 12800"/>
                <a:gd name="T4" fmla="*/ 6400 w 12800"/>
                <a:gd name="T5" fmla="*/ 12800 h 12800"/>
                <a:gd name="T6" fmla="*/ 12800 w 12800"/>
                <a:gd name="T7" fmla="*/ 6400 h 12800"/>
                <a:gd name="T8" fmla="*/ 6400 w 12800"/>
                <a:gd name="T9" fmla="*/ 0 h 12800"/>
                <a:gd name="T10" fmla="*/ 6400 w 12800"/>
                <a:gd name="T11" fmla="*/ 11200 h 12800"/>
                <a:gd name="T12" fmla="*/ 1600 w 12800"/>
                <a:gd name="T13" fmla="*/ 6400 h 12800"/>
                <a:gd name="T14" fmla="*/ 6400 w 12800"/>
                <a:gd name="T15" fmla="*/ 1600 h 12800"/>
                <a:gd name="T16" fmla="*/ 11200 w 12800"/>
                <a:gd name="T17" fmla="*/ 6400 h 12800"/>
                <a:gd name="T18" fmla="*/ 6400 w 12800"/>
                <a:gd name="T19" fmla="*/ 11200 h 12800"/>
                <a:gd name="T20" fmla="*/ 7576 w 12800"/>
                <a:gd name="T21" fmla="*/ 4782 h 12800"/>
                <a:gd name="T22" fmla="*/ 6400 w 12800"/>
                <a:gd name="T23" fmla="*/ 2401 h 12800"/>
                <a:gd name="T24" fmla="*/ 5225 w 12800"/>
                <a:gd name="T25" fmla="*/ 4782 h 12800"/>
                <a:gd name="T26" fmla="*/ 2596 w 12800"/>
                <a:gd name="T27" fmla="*/ 5165 h 12800"/>
                <a:gd name="T28" fmla="*/ 4498 w 12800"/>
                <a:gd name="T29" fmla="*/ 7018 h 12800"/>
                <a:gd name="T30" fmla="*/ 4049 w 12800"/>
                <a:gd name="T31" fmla="*/ 9635 h 12800"/>
                <a:gd name="T32" fmla="*/ 6400 w 12800"/>
                <a:gd name="T33" fmla="*/ 8400 h 12800"/>
                <a:gd name="T34" fmla="*/ 8750 w 12800"/>
                <a:gd name="T35" fmla="*/ 9636 h 12800"/>
                <a:gd name="T36" fmla="*/ 8302 w 12800"/>
                <a:gd name="T37" fmla="*/ 7019 h 12800"/>
                <a:gd name="T38" fmla="*/ 10203 w 12800"/>
                <a:gd name="T39" fmla="*/ 5166 h 12800"/>
                <a:gd name="T40" fmla="*/ 7576 w 12800"/>
                <a:gd name="T41" fmla="*/ 4782 h 128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2800" h="12800">
                  <a:moveTo>
                    <a:pt x="6400" y="0"/>
                  </a:moveTo>
                  <a:cubicBezTo>
                    <a:pt x="2866" y="0"/>
                    <a:pt x="0" y="2866"/>
                    <a:pt x="0" y="6400"/>
                  </a:cubicBezTo>
                  <a:cubicBezTo>
                    <a:pt x="0" y="9934"/>
                    <a:pt x="2866" y="12800"/>
                    <a:pt x="6400" y="12800"/>
                  </a:cubicBezTo>
                  <a:cubicBezTo>
                    <a:pt x="9934" y="12800"/>
                    <a:pt x="12800" y="9934"/>
                    <a:pt x="12800" y="6400"/>
                  </a:cubicBezTo>
                  <a:cubicBezTo>
                    <a:pt x="12800" y="2866"/>
                    <a:pt x="9934" y="0"/>
                    <a:pt x="6400" y="0"/>
                  </a:cubicBezTo>
                  <a:close/>
                  <a:moveTo>
                    <a:pt x="6400" y="11200"/>
                  </a:moveTo>
                  <a:cubicBezTo>
                    <a:pt x="3750" y="11200"/>
                    <a:pt x="1600" y="9050"/>
                    <a:pt x="1600" y="6400"/>
                  </a:cubicBezTo>
                  <a:cubicBezTo>
                    <a:pt x="1600" y="3750"/>
                    <a:pt x="3750" y="1600"/>
                    <a:pt x="6400" y="1600"/>
                  </a:cubicBezTo>
                  <a:cubicBezTo>
                    <a:pt x="9050" y="1600"/>
                    <a:pt x="11200" y="3750"/>
                    <a:pt x="11200" y="6400"/>
                  </a:cubicBezTo>
                  <a:cubicBezTo>
                    <a:pt x="11200" y="9050"/>
                    <a:pt x="9050" y="11200"/>
                    <a:pt x="6400" y="11200"/>
                  </a:cubicBezTo>
                  <a:close/>
                  <a:moveTo>
                    <a:pt x="7576" y="4782"/>
                  </a:moveTo>
                  <a:lnTo>
                    <a:pt x="6400" y="2401"/>
                  </a:lnTo>
                  <a:lnTo>
                    <a:pt x="5225" y="4782"/>
                  </a:lnTo>
                  <a:lnTo>
                    <a:pt x="2596" y="5165"/>
                  </a:lnTo>
                  <a:lnTo>
                    <a:pt x="4498" y="7018"/>
                  </a:lnTo>
                  <a:lnTo>
                    <a:pt x="4049" y="9635"/>
                  </a:lnTo>
                  <a:lnTo>
                    <a:pt x="6400" y="8400"/>
                  </a:lnTo>
                  <a:lnTo>
                    <a:pt x="8750" y="9636"/>
                  </a:lnTo>
                  <a:lnTo>
                    <a:pt x="8302" y="7019"/>
                  </a:lnTo>
                  <a:lnTo>
                    <a:pt x="10203" y="5166"/>
                  </a:lnTo>
                  <a:lnTo>
                    <a:pt x="7576" y="4782"/>
                  </a:lnTo>
                  <a:close/>
                </a:path>
              </a:pathLst>
            </a:custGeom>
            <a:solidFill>
              <a:srgbClr val="9F191F"/>
            </a:solidFill>
            <a:ln>
              <a:noFill/>
            </a:ln>
          </p:spPr>
          <p:txBody>
            <a:bodyPr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>
                <a:gradFill>
                  <a:gsLst>
                    <a:gs pos="0">
                      <a:srgbClr val="F0D4AE"/>
                    </a:gs>
                    <a:gs pos="100000">
                      <a:srgbClr val="E5B473"/>
                    </a:gs>
                  </a:gsLst>
                  <a:lin ang="5400000" scaled="1"/>
                </a:gradFill>
              </a:endParaRPr>
            </a:p>
          </p:txBody>
        </p:sp>
        <p:sp>
          <p:nvSpPr>
            <p:cNvPr id="23" name="iconfont-11894-5690279"/>
            <p:cNvSpPr>
              <a:spLocks noChangeAspect="1"/>
            </p:cNvSpPr>
            <p:nvPr/>
          </p:nvSpPr>
          <p:spPr bwMode="auto">
            <a:xfrm>
              <a:off x="2151397" y="3079731"/>
              <a:ext cx="528296" cy="528296"/>
            </a:xfrm>
            <a:custGeom>
              <a:avLst/>
              <a:gdLst>
                <a:gd name="T0" fmla="*/ 6400 w 12800"/>
                <a:gd name="T1" fmla="*/ 0 h 12800"/>
                <a:gd name="T2" fmla="*/ 0 w 12800"/>
                <a:gd name="T3" fmla="*/ 6400 h 12800"/>
                <a:gd name="T4" fmla="*/ 6400 w 12800"/>
                <a:gd name="T5" fmla="*/ 12800 h 12800"/>
                <a:gd name="T6" fmla="*/ 12800 w 12800"/>
                <a:gd name="T7" fmla="*/ 6400 h 12800"/>
                <a:gd name="T8" fmla="*/ 6400 w 12800"/>
                <a:gd name="T9" fmla="*/ 0 h 12800"/>
                <a:gd name="T10" fmla="*/ 6400 w 12800"/>
                <a:gd name="T11" fmla="*/ 11200 h 12800"/>
                <a:gd name="T12" fmla="*/ 1600 w 12800"/>
                <a:gd name="T13" fmla="*/ 6400 h 12800"/>
                <a:gd name="T14" fmla="*/ 6400 w 12800"/>
                <a:gd name="T15" fmla="*/ 1600 h 12800"/>
                <a:gd name="T16" fmla="*/ 11200 w 12800"/>
                <a:gd name="T17" fmla="*/ 6400 h 12800"/>
                <a:gd name="T18" fmla="*/ 6400 w 12800"/>
                <a:gd name="T19" fmla="*/ 11200 h 12800"/>
                <a:gd name="T20" fmla="*/ 7576 w 12800"/>
                <a:gd name="T21" fmla="*/ 4782 h 12800"/>
                <a:gd name="T22" fmla="*/ 6400 w 12800"/>
                <a:gd name="T23" fmla="*/ 2401 h 12800"/>
                <a:gd name="T24" fmla="*/ 5225 w 12800"/>
                <a:gd name="T25" fmla="*/ 4782 h 12800"/>
                <a:gd name="T26" fmla="*/ 2596 w 12800"/>
                <a:gd name="T27" fmla="*/ 5165 h 12800"/>
                <a:gd name="T28" fmla="*/ 4498 w 12800"/>
                <a:gd name="T29" fmla="*/ 7018 h 12800"/>
                <a:gd name="T30" fmla="*/ 4049 w 12800"/>
                <a:gd name="T31" fmla="*/ 9635 h 12800"/>
                <a:gd name="T32" fmla="*/ 6400 w 12800"/>
                <a:gd name="T33" fmla="*/ 8400 h 12800"/>
                <a:gd name="T34" fmla="*/ 8750 w 12800"/>
                <a:gd name="T35" fmla="*/ 9636 h 12800"/>
                <a:gd name="T36" fmla="*/ 8302 w 12800"/>
                <a:gd name="T37" fmla="*/ 7019 h 12800"/>
                <a:gd name="T38" fmla="*/ 10203 w 12800"/>
                <a:gd name="T39" fmla="*/ 5166 h 12800"/>
                <a:gd name="T40" fmla="*/ 7576 w 12800"/>
                <a:gd name="T41" fmla="*/ 4782 h 128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2800" h="12800">
                  <a:moveTo>
                    <a:pt x="6400" y="0"/>
                  </a:moveTo>
                  <a:cubicBezTo>
                    <a:pt x="2866" y="0"/>
                    <a:pt x="0" y="2866"/>
                    <a:pt x="0" y="6400"/>
                  </a:cubicBezTo>
                  <a:cubicBezTo>
                    <a:pt x="0" y="9934"/>
                    <a:pt x="2866" y="12800"/>
                    <a:pt x="6400" y="12800"/>
                  </a:cubicBezTo>
                  <a:cubicBezTo>
                    <a:pt x="9934" y="12800"/>
                    <a:pt x="12800" y="9934"/>
                    <a:pt x="12800" y="6400"/>
                  </a:cubicBezTo>
                  <a:cubicBezTo>
                    <a:pt x="12800" y="2866"/>
                    <a:pt x="9934" y="0"/>
                    <a:pt x="6400" y="0"/>
                  </a:cubicBezTo>
                  <a:close/>
                  <a:moveTo>
                    <a:pt x="6400" y="11200"/>
                  </a:moveTo>
                  <a:cubicBezTo>
                    <a:pt x="3750" y="11200"/>
                    <a:pt x="1600" y="9050"/>
                    <a:pt x="1600" y="6400"/>
                  </a:cubicBezTo>
                  <a:cubicBezTo>
                    <a:pt x="1600" y="3750"/>
                    <a:pt x="3750" y="1600"/>
                    <a:pt x="6400" y="1600"/>
                  </a:cubicBezTo>
                  <a:cubicBezTo>
                    <a:pt x="9050" y="1600"/>
                    <a:pt x="11200" y="3750"/>
                    <a:pt x="11200" y="6400"/>
                  </a:cubicBezTo>
                  <a:cubicBezTo>
                    <a:pt x="11200" y="9050"/>
                    <a:pt x="9050" y="11200"/>
                    <a:pt x="6400" y="11200"/>
                  </a:cubicBezTo>
                  <a:close/>
                  <a:moveTo>
                    <a:pt x="7576" y="4782"/>
                  </a:moveTo>
                  <a:lnTo>
                    <a:pt x="6400" y="2401"/>
                  </a:lnTo>
                  <a:lnTo>
                    <a:pt x="5225" y="4782"/>
                  </a:lnTo>
                  <a:lnTo>
                    <a:pt x="2596" y="5165"/>
                  </a:lnTo>
                  <a:lnTo>
                    <a:pt x="4498" y="7018"/>
                  </a:lnTo>
                  <a:lnTo>
                    <a:pt x="4049" y="9635"/>
                  </a:lnTo>
                  <a:lnTo>
                    <a:pt x="6400" y="8400"/>
                  </a:lnTo>
                  <a:lnTo>
                    <a:pt x="8750" y="9636"/>
                  </a:lnTo>
                  <a:lnTo>
                    <a:pt x="8302" y="7019"/>
                  </a:lnTo>
                  <a:lnTo>
                    <a:pt x="10203" y="5166"/>
                  </a:lnTo>
                  <a:lnTo>
                    <a:pt x="7576" y="4782"/>
                  </a:lnTo>
                  <a:close/>
                </a:path>
              </a:pathLst>
            </a:custGeom>
            <a:solidFill>
              <a:srgbClr val="9F191F"/>
            </a:solidFill>
            <a:ln>
              <a:noFill/>
            </a:ln>
          </p:spPr>
          <p:txBody>
            <a:bodyPr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 dirty="0">
                <a:gradFill>
                  <a:gsLst>
                    <a:gs pos="0">
                      <a:srgbClr val="F0D4AE"/>
                    </a:gs>
                    <a:gs pos="100000">
                      <a:srgbClr val="E5B473"/>
                    </a:gs>
                  </a:gsLst>
                  <a:lin ang="5400000" scaled="1"/>
                </a:gradFill>
              </a:endParaRPr>
            </a:p>
          </p:txBody>
        </p:sp>
      </p:grpSp>
      <p:sp>
        <p:nvSpPr>
          <p:cNvPr id="40" name="文本框 39"/>
          <p:cNvSpPr txBox="1"/>
          <p:nvPr/>
        </p:nvSpPr>
        <p:spPr>
          <a:xfrm>
            <a:off x="1257855" y="1257256"/>
            <a:ext cx="167159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2400" dirty="0">
                <a:gradFill>
                  <a:gsLst>
                    <a:gs pos="0">
                      <a:srgbClr val="F0D4AE"/>
                    </a:gs>
                    <a:gs pos="100000">
                      <a:srgbClr val="E5B473"/>
                    </a:gs>
                  </a:gsLst>
                  <a:lin ang="5400000" scaled="1"/>
                </a:gradFill>
                <a:latin typeface="汉仪大宋简" panose="02010600000101010101" pitchFamily="2" charset="-122"/>
                <a:ea typeface="汉仪大宋简" panose="02010600000101010101" pitchFamily="2" charset="-122"/>
              </a:rPr>
              <a:t>输入标题</a:t>
            </a:r>
            <a:endParaRPr lang="zh-CN" altLang="en-US" sz="2400" dirty="0">
              <a:gradFill>
                <a:gsLst>
                  <a:gs pos="0">
                    <a:srgbClr val="F0D4AE"/>
                  </a:gs>
                  <a:gs pos="100000">
                    <a:srgbClr val="E5B473"/>
                  </a:gs>
                </a:gsLst>
                <a:lin ang="5400000" scaled="1"/>
              </a:gradFill>
              <a:latin typeface="汉仪大宋简" panose="02010600000101010101" pitchFamily="2" charset="-122"/>
              <a:ea typeface="汉仪大宋简" panose="02010600000101010101" pitchFamily="2" charset="-122"/>
            </a:endParaRPr>
          </a:p>
        </p:txBody>
      </p:sp>
      <p:sp>
        <p:nvSpPr>
          <p:cNvPr id="41" name="文本框 40"/>
          <p:cNvSpPr txBox="1"/>
          <p:nvPr/>
        </p:nvSpPr>
        <p:spPr>
          <a:xfrm>
            <a:off x="1251674" y="1692633"/>
            <a:ext cx="2566180" cy="10237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dirty="0">
                <a:gradFill>
                  <a:gsLst>
                    <a:gs pos="0">
                      <a:srgbClr val="F0D4AE"/>
                    </a:gs>
                    <a:gs pos="100000">
                      <a:srgbClr val="E5B473"/>
                    </a:gs>
                  </a:gsLst>
                  <a:lin ang="5400000" scaled="1"/>
                </a:gradFill>
                <a:latin typeface="微软雅黑" panose="020B0503020204020204" pitchFamily="34" charset="-122"/>
                <a:ea typeface="微软雅黑" panose="020B0503020204020204" pitchFamily="34" charset="-122"/>
              </a:rPr>
              <a:t>您的内容打在这里，或者通过复制您的文本后，在此框中选择粘贴，并选择只保留文字。</a:t>
            </a:r>
            <a:endParaRPr lang="zh-CN" altLang="en-US" sz="1400" dirty="0">
              <a:gradFill>
                <a:gsLst>
                  <a:gs pos="0">
                    <a:srgbClr val="F0D4AE"/>
                  </a:gs>
                  <a:gs pos="100000">
                    <a:srgbClr val="E5B473"/>
                  </a:gs>
                </a:gsLst>
                <a:lin ang="5400000" scaled="1"/>
              </a:gra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2" name="文本框 41"/>
          <p:cNvSpPr txBox="1"/>
          <p:nvPr/>
        </p:nvSpPr>
        <p:spPr>
          <a:xfrm>
            <a:off x="3659699" y="4412184"/>
            <a:ext cx="167159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2400" dirty="0">
                <a:gradFill>
                  <a:gsLst>
                    <a:gs pos="0">
                      <a:srgbClr val="F0D4AE"/>
                    </a:gs>
                    <a:gs pos="100000">
                      <a:srgbClr val="E5B473"/>
                    </a:gs>
                  </a:gsLst>
                  <a:lin ang="5400000" scaled="1"/>
                </a:gradFill>
                <a:latin typeface="汉仪大宋简" panose="02010600000101010101" pitchFamily="2" charset="-122"/>
                <a:ea typeface="汉仪大宋简" panose="02010600000101010101" pitchFamily="2" charset="-122"/>
              </a:rPr>
              <a:t>输入标题</a:t>
            </a:r>
            <a:endParaRPr lang="zh-CN" altLang="en-US" sz="2400" dirty="0">
              <a:gradFill>
                <a:gsLst>
                  <a:gs pos="0">
                    <a:srgbClr val="F0D4AE"/>
                  </a:gs>
                  <a:gs pos="100000">
                    <a:srgbClr val="E5B473"/>
                  </a:gs>
                </a:gsLst>
                <a:lin ang="5400000" scaled="1"/>
              </a:gradFill>
              <a:latin typeface="汉仪大宋简" panose="02010600000101010101" pitchFamily="2" charset="-122"/>
              <a:ea typeface="汉仪大宋简" panose="02010600000101010101" pitchFamily="2" charset="-122"/>
            </a:endParaRPr>
          </a:p>
        </p:txBody>
      </p:sp>
      <p:sp>
        <p:nvSpPr>
          <p:cNvPr id="43" name="文本框 42"/>
          <p:cNvSpPr txBox="1"/>
          <p:nvPr/>
        </p:nvSpPr>
        <p:spPr>
          <a:xfrm>
            <a:off x="3653518" y="4847561"/>
            <a:ext cx="2566180" cy="10237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dirty="0">
                <a:gradFill>
                  <a:gsLst>
                    <a:gs pos="0">
                      <a:srgbClr val="F0D4AE"/>
                    </a:gs>
                    <a:gs pos="100000">
                      <a:srgbClr val="E5B473"/>
                    </a:gs>
                  </a:gsLst>
                  <a:lin ang="5400000" scaled="1"/>
                </a:gradFill>
                <a:latin typeface="微软雅黑" panose="020B0503020204020204" pitchFamily="34" charset="-122"/>
                <a:ea typeface="微软雅黑" panose="020B0503020204020204" pitchFamily="34" charset="-122"/>
              </a:rPr>
              <a:t>您的内容打在这里，或者通过复制您的文本后，在此框中选择粘贴，并选择只保留文字。</a:t>
            </a:r>
            <a:endParaRPr lang="zh-CN" altLang="en-US" sz="1400" dirty="0">
              <a:gradFill>
                <a:gsLst>
                  <a:gs pos="0">
                    <a:srgbClr val="F0D4AE"/>
                  </a:gs>
                  <a:gs pos="100000">
                    <a:srgbClr val="E5B473"/>
                  </a:gs>
                </a:gsLst>
                <a:lin ang="5400000" scaled="1"/>
              </a:gra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4" name="文本框 43"/>
          <p:cNvSpPr txBox="1"/>
          <p:nvPr/>
        </p:nvSpPr>
        <p:spPr>
          <a:xfrm>
            <a:off x="8550352" y="4412184"/>
            <a:ext cx="167159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2400" dirty="0">
                <a:gradFill>
                  <a:gsLst>
                    <a:gs pos="0">
                      <a:srgbClr val="F0D4AE"/>
                    </a:gs>
                    <a:gs pos="100000">
                      <a:srgbClr val="E5B473"/>
                    </a:gs>
                  </a:gsLst>
                  <a:lin ang="5400000" scaled="1"/>
                </a:gradFill>
                <a:latin typeface="汉仪大宋简" panose="02010600000101010101" pitchFamily="2" charset="-122"/>
                <a:ea typeface="汉仪大宋简" panose="02010600000101010101" pitchFamily="2" charset="-122"/>
              </a:rPr>
              <a:t>输入标题</a:t>
            </a:r>
            <a:endParaRPr lang="zh-CN" altLang="en-US" sz="2400" dirty="0">
              <a:gradFill>
                <a:gsLst>
                  <a:gs pos="0">
                    <a:srgbClr val="F0D4AE"/>
                  </a:gs>
                  <a:gs pos="100000">
                    <a:srgbClr val="E5B473"/>
                  </a:gs>
                </a:gsLst>
                <a:lin ang="5400000" scaled="1"/>
              </a:gradFill>
              <a:latin typeface="汉仪大宋简" panose="02010600000101010101" pitchFamily="2" charset="-122"/>
              <a:ea typeface="汉仪大宋简" panose="02010600000101010101" pitchFamily="2" charset="-122"/>
            </a:endParaRPr>
          </a:p>
        </p:txBody>
      </p:sp>
      <p:sp>
        <p:nvSpPr>
          <p:cNvPr id="45" name="文本框 44"/>
          <p:cNvSpPr txBox="1"/>
          <p:nvPr/>
        </p:nvSpPr>
        <p:spPr>
          <a:xfrm>
            <a:off x="8544171" y="4847561"/>
            <a:ext cx="2566180" cy="10237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dirty="0">
                <a:gradFill>
                  <a:gsLst>
                    <a:gs pos="0">
                      <a:srgbClr val="F0D4AE"/>
                    </a:gs>
                    <a:gs pos="100000">
                      <a:srgbClr val="E5B473"/>
                    </a:gs>
                  </a:gsLst>
                  <a:lin ang="5400000" scaled="1"/>
                </a:gradFill>
                <a:latin typeface="微软雅黑" panose="020B0503020204020204" pitchFamily="34" charset="-122"/>
                <a:ea typeface="微软雅黑" panose="020B0503020204020204" pitchFamily="34" charset="-122"/>
              </a:rPr>
              <a:t>您的内容打在这里，或者通过复制您的文本后，在此框中选择粘贴，并选择只保留文字。</a:t>
            </a:r>
            <a:endParaRPr lang="zh-CN" altLang="en-US" sz="1400" dirty="0">
              <a:gradFill>
                <a:gsLst>
                  <a:gs pos="0">
                    <a:srgbClr val="F0D4AE"/>
                  </a:gs>
                  <a:gs pos="100000">
                    <a:srgbClr val="E5B473"/>
                  </a:gs>
                </a:gsLst>
                <a:lin ang="5400000" scaled="1"/>
              </a:gra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6" name="文本框 45"/>
          <p:cNvSpPr txBox="1"/>
          <p:nvPr/>
        </p:nvSpPr>
        <p:spPr>
          <a:xfrm>
            <a:off x="6142327" y="1692633"/>
            <a:ext cx="2566180" cy="10237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dirty="0">
                <a:gradFill>
                  <a:gsLst>
                    <a:gs pos="0">
                      <a:srgbClr val="F0D4AE"/>
                    </a:gs>
                    <a:gs pos="100000">
                      <a:srgbClr val="E5B473"/>
                    </a:gs>
                  </a:gsLst>
                  <a:lin ang="5400000" scaled="1"/>
                </a:gradFill>
                <a:latin typeface="微软雅黑" panose="020B0503020204020204" pitchFamily="34" charset="-122"/>
                <a:ea typeface="微软雅黑" panose="020B0503020204020204" pitchFamily="34" charset="-122"/>
              </a:rPr>
              <a:t>您的内容打在这里，或者通过复制您的文本后，在此框中选择粘贴，并选择只保留文字。</a:t>
            </a:r>
            <a:endParaRPr lang="zh-CN" altLang="en-US" sz="1400" dirty="0">
              <a:gradFill>
                <a:gsLst>
                  <a:gs pos="0">
                    <a:srgbClr val="F0D4AE"/>
                  </a:gs>
                  <a:gs pos="100000">
                    <a:srgbClr val="E5B473"/>
                  </a:gs>
                </a:gsLst>
                <a:lin ang="5400000" scaled="1"/>
              </a:gra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7" name="文本框 46"/>
          <p:cNvSpPr txBox="1"/>
          <p:nvPr/>
        </p:nvSpPr>
        <p:spPr>
          <a:xfrm>
            <a:off x="6148508" y="1257256"/>
            <a:ext cx="167159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2400" dirty="0">
                <a:gradFill>
                  <a:gsLst>
                    <a:gs pos="0">
                      <a:srgbClr val="F0D4AE"/>
                    </a:gs>
                    <a:gs pos="100000">
                      <a:srgbClr val="E5B473"/>
                    </a:gs>
                  </a:gsLst>
                  <a:lin ang="5400000" scaled="1"/>
                </a:gradFill>
                <a:latin typeface="汉仪大宋简" panose="02010600000101010101" pitchFamily="2" charset="-122"/>
                <a:ea typeface="汉仪大宋简" panose="02010600000101010101" pitchFamily="2" charset="-122"/>
              </a:rPr>
              <a:t>输入标题</a:t>
            </a:r>
            <a:endParaRPr lang="zh-CN" altLang="en-US" sz="2400" dirty="0">
              <a:gradFill>
                <a:gsLst>
                  <a:gs pos="0">
                    <a:srgbClr val="F0D4AE"/>
                  </a:gs>
                  <a:gs pos="100000">
                    <a:srgbClr val="E5B473"/>
                  </a:gs>
                </a:gsLst>
                <a:lin ang="5400000" scaled="1"/>
              </a:gradFill>
              <a:latin typeface="汉仪大宋简" panose="02010600000101010101" pitchFamily="2" charset="-122"/>
              <a:ea typeface="汉仪大宋简" panose="0201060000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8BC8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63012" y="55685"/>
            <a:ext cx="12065977" cy="6746631"/>
          </a:xfrm>
          <a:prstGeom prst="rect">
            <a:avLst/>
          </a:prstGeom>
          <a:solidFill>
            <a:srgbClr val="9F191F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1" name="图片 10" descr="背景图案&#10;&#10;描述已自动生成"/>
          <p:cNvPicPr>
            <a:picLocks noChangeAspect="1"/>
          </p:cNvPicPr>
          <p:nvPr/>
        </p:nvPicPr>
        <p:blipFill>
          <a:blip r:embed="rId1">
            <a:alphaModFix amt="54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 flipV="1">
            <a:off x="7018275" y="1691602"/>
            <a:ext cx="3801580" cy="6419847"/>
          </a:xfrm>
          <a:prstGeom prst="rect">
            <a:avLst/>
          </a:prstGeom>
        </p:spPr>
      </p:pic>
      <p:pic>
        <p:nvPicPr>
          <p:cNvPr id="12" name="图片 11" descr="背景图案&#10;&#10;描述已自动生成"/>
          <p:cNvPicPr>
            <a:picLocks noChangeAspect="1"/>
          </p:cNvPicPr>
          <p:nvPr/>
        </p:nvPicPr>
        <p:blipFill>
          <a:blip r:embed="rId1">
            <a:alphaModFix amt="39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 flipV="1">
            <a:off x="1153071" y="-1034376"/>
            <a:ext cx="2825633" cy="5005753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92731" y="6528221"/>
            <a:ext cx="5406537" cy="353227"/>
          </a:xfrm>
          <a:prstGeom prst="rect">
            <a:avLst/>
          </a:prstGeom>
        </p:spPr>
      </p:pic>
      <p:sp>
        <p:nvSpPr>
          <p:cNvPr id="25" name="文本框 24"/>
          <p:cNvSpPr txBox="1"/>
          <p:nvPr/>
        </p:nvSpPr>
        <p:spPr>
          <a:xfrm>
            <a:off x="4402014" y="6157078"/>
            <a:ext cx="390576" cy="5269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600" dirty="0">
                <a:gradFill>
                  <a:gsLst>
                    <a:gs pos="0">
                      <a:srgbClr val="F0D4AE"/>
                    </a:gs>
                    <a:gs pos="100000">
                      <a:srgbClr val="E5B473"/>
                    </a:gs>
                  </a:gsLst>
                  <a:lin ang="5400000" scaled="1"/>
                </a:gradFill>
                <a:latin typeface="汉仪许静行楷W" panose="00020600040101010101" pitchFamily="18" charset="-122"/>
                <a:ea typeface="汉仪许静行楷W" panose="00020600040101010101" pitchFamily="18" charset="-122"/>
              </a:rPr>
              <a:t>百</a:t>
            </a:r>
            <a:endParaRPr lang="zh-CN" altLang="en-US" sz="3600" dirty="0">
              <a:gradFill>
                <a:gsLst>
                  <a:gs pos="0">
                    <a:srgbClr val="F0D4AE"/>
                  </a:gs>
                  <a:gs pos="100000">
                    <a:srgbClr val="E5B473"/>
                  </a:gs>
                </a:gsLst>
                <a:lin ang="5400000" scaled="1"/>
              </a:gradFill>
              <a:latin typeface="汉仪许静行楷W" panose="00020600040101010101" pitchFamily="18" charset="-122"/>
              <a:ea typeface="汉仪许静行楷W" panose="00020600040101010101" pitchFamily="18" charset="-122"/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4628482" y="6403745"/>
            <a:ext cx="390576" cy="3010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gradFill>
                  <a:gsLst>
                    <a:gs pos="0">
                      <a:srgbClr val="F0D4AE"/>
                    </a:gs>
                    <a:gs pos="100000">
                      <a:srgbClr val="E5B473"/>
                    </a:gs>
                  </a:gsLst>
                  <a:lin ang="5400000" scaled="1"/>
                </a:gradFill>
                <a:latin typeface="汉仪许静行楷W" panose="00020600040101010101" pitchFamily="18" charset="-122"/>
                <a:ea typeface="汉仪许静行楷W" panose="00020600040101010101" pitchFamily="18" charset="-122"/>
              </a:rPr>
              <a:t>年</a:t>
            </a:r>
            <a:endParaRPr lang="zh-CN" altLang="en-US" dirty="0">
              <a:gradFill>
                <a:gsLst>
                  <a:gs pos="0">
                    <a:srgbClr val="F0D4AE"/>
                  </a:gs>
                  <a:gs pos="100000">
                    <a:srgbClr val="E5B473"/>
                  </a:gs>
                </a:gsLst>
                <a:lin ang="5400000" scaled="1"/>
              </a:gradFill>
              <a:latin typeface="汉仪许静行楷W" panose="00020600040101010101" pitchFamily="18" charset="-122"/>
              <a:ea typeface="汉仪许静行楷W" panose="00020600040101010101" pitchFamily="18" charset="-122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4868842" y="6387891"/>
            <a:ext cx="390576" cy="3010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gradFill>
                  <a:gsLst>
                    <a:gs pos="0">
                      <a:srgbClr val="F0D4AE"/>
                    </a:gs>
                    <a:gs pos="100000">
                      <a:srgbClr val="E5B473"/>
                    </a:gs>
                  </a:gsLst>
                  <a:lin ang="5400000" scaled="1"/>
                </a:gradFill>
                <a:latin typeface="汉仪许静行楷W" panose="00020600040101010101" pitchFamily="18" charset="-122"/>
                <a:ea typeface="汉仪许静行楷W" panose="00020600040101010101" pitchFamily="18" charset="-122"/>
              </a:rPr>
              <a:t>大</a:t>
            </a:r>
            <a:endParaRPr lang="zh-CN" altLang="en-US" dirty="0">
              <a:gradFill>
                <a:gsLst>
                  <a:gs pos="0">
                    <a:srgbClr val="F0D4AE"/>
                  </a:gs>
                  <a:gs pos="100000">
                    <a:srgbClr val="E5B473"/>
                  </a:gs>
                </a:gsLst>
                <a:lin ang="5400000" scaled="1"/>
              </a:gradFill>
              <a:latin typeface="汉仪许静行楷W" panose="00020600040101010101" pitchFamily="18" charset="-122"/>
              <a:ea typeface="汉仪许静行楷W" panose="00020600040101010101" pitchFamily="18" charset="-122"/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5107547" y="6301581"/>
            <a:ext cx="390576" cy="3763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dirty="0">
                <a:gradFill>
                  <a:gsLst>
                    <a:gs pos="0">
                      <a:srgbClr val="F0D4AE"/>
                    </a:gs>
                    <a:gs pos="100000">
                      <a:srgbClr val="E5B473"/>
                    </a:gs>
                  </a:gsLst>
                  <a:lin ang="5400000" scaled="1"/>
                </a:gradFill>
                <a:latin typeface="汉仪许静行楷W" panose="00020600040101010101" pitchFamily="18" charset="-122"/>
                <a:ea typeface="汉仪许静行楷W" panose="00020600040101010101" pitchFamily="18" charset="-122"/>
              </a:rPr>
              <a:t>党</a:t>
            </a:r>
            <a:endParaRPr lang="zh-CN" altLang="en-US" sz="2400" dirty="0">
              <a:gradFill>
                <a:gsLst>
                  <a:gs pos="0">
                    <a:srgbClr val="F0D4AE"/>
                  </a:gs>
                  <a:gs pos="100000">
                    <a:srgbClr val="E5B473"/>
                  </a:gs>
                </a:gsLst>
                <a:lin ang="5400000" scaled="1"/>
              </a:gradFill>
              <a:latin typeface="汉仪许静行楷W" panose="00020600040101010101" pitchFamily="18" charset="-122"/>
              <a:ea typeface="汉仪许静行楷W" panose="00020600040101010101" pitchFamily="18" charset="-122"/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6656332" y="6233111"/>
            <a:ext cx="377490" cy="1389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200" dirty="0">
                <a:gradFill>
                  <a:gsLst>
                    <a:gs pos="0">
                      <a:srgbClr val="F0D4AE"/>
                    </a:gs>
                    <a:gs pos="100000">
                      <a:srgbClr val="E5B473"/>
                    </a:gs>
                  </a:gsLst>
                  <a:lin ang="5400000" scaled="1"/>
                </a:gradFill>
                <a:latin typeface="汉仪许静行楷W" panose="00020600040101010101" pitchFamily="18" charset="-122"/>
                <a:ea typeface="汉仪许静行楷W" panose="00020600040101010101" pitchFamily="18" charset="-122"/>
              </a:rPr>
              <a:t>风</a:t>
            </a:r>
            <a:endParaRPr lang="zh-CN" altLang="en-US" sz="3200" dirty="0">
              <a:gradFill>
                <a:gsLst>
                  <a:gs pos="0">
                    <a:srgbClr val="F0D4AE"/>
                  </a:gs>
                  <a:gs pos="100000">
                    <a:srgbClr val="E5B473"/>
                  </a:gs>
                </a:gsLst>
                <a:lin ang="5400000" scaled="1"/>
              </a:gradFill>
              <a:latin typeface="汉仪许静行楷W" panose="00020600040101010101" pitchFamily="18" charset="-122"/>
              <a:ea typeface="汉仪许静行楷W" panose="00020600040101010101" pitchFamily="18" charset="-122"/>
            </a:endParaRPr>
          </a:p>
        </p:txBody>
      </p:sp>
      <p:sp>
        <p:nvSpPr>
          <p:cNvPr id="30" name="文本框 29"/>
          <p:cNvSpPr txBox="1"/>
          <p:nvPr/>
        </p:nvSpPr>
        <p:spPr>
          <a:xfrm>
            <a:off x="6855317" y="6293444"/>
            <a:ext cx="377490" cy="950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gradFill>
                  <a:gsLst>
                    <a:gs pos="0">
                      <a:srgbClr val="F0D4AE"/>
                    </a:gs>
                    <a:gs pos="100000">
                      <a:srgbClr val="E5B473"/>
                    </a:gs>
                  </a:gsLst>
                  <a:lin ang="5400000" scaled="1"/>
                </a:gradFill>
                <a:latin typeface="汉仪许静行楷W" panose="00020600040101010101" pitchFamily="18" charset="-122"/>
                <a:ea typeface="汉仪许静行楷W" panose="00020600040101010101" pitchFamily="18" charset="-122"/>
              </a:rPr>
              <a:t>华</a:t>
            </a:r>
            <a:endParaRPr lang="zh-CN" altLang="en-US" sz="2000" dirty="0">
              <a:gradFill>
                <a:gsLst>
                  <a:gs pos="0">
                    <a:srgbClr val="F0D4AE"/>
                  </a:gs>
                  <a:gs pos="100000">
                    <a:srgbClr val="E5B473"/>
                  </a:gs>
                </a:gsLst>
                <a:lin ang="5400000" scaled="1"/>
              </a:gradFill>
              <a:latin typeface="汉仪许静行楷W" panose="00020600040101010101" pitchFamily="18" charset="-122"/>
              <a:ea typeface="汉仪许静行楷W" panose="00020600040101010101" pitchFamily="18" charset="-122"/>
            </a:endParaRPr>
          </a:p>
        </p:txBody>
      </p:sp>
      <p:sp>
        <p:nvSpPr>
          <p:cNvPr id="31" name="文本框 30"/>
          <p:cNvSpPr txBox="1"/>
          <p:nvPr/>
        </p:nvSpPr>
        <p:spPr>
          <a:xfrm>
            <a:off x="7048796" y="6325448"/>
            <a:ext cx="377490" cy="950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gradFill>
                  <a:gsLst>
                    <a:gs pos="0">
                      <a:srgbClr val="F0D4AE"/>
                    </a:gs>
                    <a:gs pos="100000">
                      <a:srgbClr val="E5B473"/>
                    </a:gs>
                  </a:gsLst>
                  <a:lin ang="5400000" scaled="1"/>
                </a:gradFill>
                <a:latin typeface="汉仪许静行楷W" panose="00020600040101010101" pitchFamily="18" charset="-122"/>
                <a:ea typeface="汉仪许静行楷W" panose="00020600040101010101" pitchFamily="18" charset="-122"/>
              </a:rPr>
              <a:t>正</a:t>
            </a:r>
            <a:endParaRPr lang="zh-CN" altLang="en-US" sz="2000" dirty="0">
              <a:gradFill>
                <a:gsLst>
                  <a:gs pos="0">
                    <a:srgbClr val="F0D4AE"/>
                  </a:gs>
                  <a:gs pos="100000">
                    <a:srgbClr val="E5B473"/>
                  </a:gs>
                </a:gsLst>
                <a:lin ang="5400000" scaled="1"/>
              </a:gradFill>
              <a:latin typeface="汉仪许静行楷W" panose="00020600040101010101" pitchFamily="18" charset="-122"/>
              <a:ea typeface="汉仪许静行楷W" panose="00020600040101010101" pitchFamily="18" charset="-122"/>
            </a:endParaRPr>
          </a:p>
        </p:txBody>
      </p:sp>
      <p:sp>
        <p:nvSpPr>
          <p:cNvPr id="32" name="文本框 31"/>
          <p:cNvSpPr txBox="1"/>
          <p:nvPr/>
        </p:nvSpPr>
        <p:spPr>
          <a:xfrm>
            <a:off x="7301411" y="6206641"/>
            <a:ext cx="377490" cy="1389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200" dirty="0">
                <a:gradFill>
                  <a:gsLst>
                    <a:gs pos="0">
                      <a:srgbClr val="F0D4AE"/>
                    </a:gs>
                    <a:gs pos="100000">
                      <a:srgbClr val="E5B473"/>
                    </a:gs>
                  </a:gsLst>
                  <a:lin ang="5400000" scaled="1"/>
                </a:gradFill>
                <a:latin typeface="汉仪许静行楷W" panose="00020600040101010101" pitchFamily="18" charset="-122"/>
                <a:ea typeface="汉仪许静行楷W" panose="00020600040101010101" pitchFamily="18" charset="-122"/>
              </a:rPr>
              <a:t>茂</a:t>
            </a:r>
            <a:endParaRPr lang="zh-CN" altLang="en-US" sz="3200" dirty="0">
              <a:gradFill>
                <a:gsLst>
                  <a:gs pos="0">
                    <a:srgbClr val="F0D4AE"/>
                  </a:gs>
                  <a:gs pos="100000">
                    <a:srgbClr val="E5B473"/>
                  </a:gs>
                </a:gsLst>
                <a:lin ang="5400000" scaled="1"/>
              </a:gradFill>
              <a:latin typeface="汉仪许静行楷W" panose="00020600040101010101" pitchFamily="18" charset="-122"/>
              <a:ea typeface="汉仪许静行楷W" panose="00020600040101010101" pitchFamily="18" charset="-122"/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4703599" y="61545"/>
            <a:ext cx="27848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/>
            <a:r>
              <a:rPr lang="zh-CN" altLang="en-US" sz="3200" dirty="0">
                <a:gradFill>
                  <a:gsLst>
                    <a:gs pos="0">
                      <a:srgbClr val="F0D4AE"/>
                    </a:gs>
                    <a:gs pos="100000">
                      <a:srgbClr val="E5B473"/>
                    </a:gs>
                  </a:gsLst>
                  <a:lin ang="5400000" scaled="1"/>
                </a:gradFill>
                <a:latin typeface="汉仪许静行楷W" panose="00020600040101010101" pitchFamily="18" charset="-122"/>
                <a:ea typeface="汉仪许静行楷W" panose="00020600040101010101" pitchFamily="18" charset="-122"/>
              </a:rPr>
              <a:t>输入您的标题</a:t>
            </a:r>
            <a:endParaRPr lang="zh-CN" altLang="en-US" sz="3200" dirty="0">
              <a:gradFill>
                <a:gsLst>
                  <a:gs pos="0">
                    <a:srgbClr val="F0D4AE"/>
                  </a:gs>
                  <a:gs pos="100000">
                    <a:srgbClr val="E5B473"/>
                  </a:gs>
                </a:gsLst>
                <a:lin ang="5400000" scaled="1"/>
              </a:gradFill>
              <a:latin typeface="汉仪许静行楷W" panose="00020600040101010101" pitchFamily="18" charset="-122"/>
              <a:ea typeface="汉仪许静行楷W" panose="00020600040101010101" pitchFamily="18" charset="-122"/>
            </a:endParaRPr>
          </a:p>
        </p:txBody>
      </p:sp>
      <p:cxnSp>
        <p:nvCxnSpPr>
          <p:cNvPr id="8" name="直接连接符 7"/>
          <p:cNvCxnSpPr/>
          <p:nvPr/>
        </p:nvCxnSpPr>
        <p:spPr>
          <a:xfrm>
            <a:off x="5486402" y="663906"/>
            <a:ext cx="1277815" cy="0"/>
          </a:xfrm>
          <a:prstGeom prst="line">
            <a:avLst/>
          </a:prstGeom>
          <a:ln w="19050">
            <a:solidFill>
              <a:srgbClr val="F0D4A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矩形: 圆角 16"/>
          <p:cNvSpPr/>
          <p:nvPr/>
        </p:nvSpPr>
        <p:spPr>
          <a:xfrm>
            <a:off x="1485958" y="1472557"/>
            <a:ext cx="4162388" cy="2284688"/>
          </a:xfrm>
          <a:prstGeom prst="roundRect">
            <a:avLst>
              <a:gd name="adj" fmla="val 0"/>
            </a:avLst>
          </a:prstGeom>
          <a:blipFill>
            <a:blip r:embed="rId3"/>
            <a:stretch>
              <a:fillRect t="-87118" b="-86154"/>
            </a:stretch>
          </a:blipFill>
          <a:ln w="19050">
            <a:solidFill>
              <a:srgbClr val="F0D4AE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矩形: 圆角 17"/>
          <p:cNvSpPr/>
          <p:nvPr/>
        </p:nvSpPr>
        <p:spPr>
          <a:xfrm>
            <a:off x="6543731" y="1472557"/>
            <a:ext cx="4162388" cy="2284688"/>
          </a:xfrm>
          <a:prstGeom prst="roundRect">
            <a:avLst>
              <a:gd name="adj" fmla="val 0"/>
            </a:avLst>
          </a:prstGeom>
          <a:blipFill>
            <a:blip r:embed="rId4"/>
            <a:stretch>
              <a:fillRect t="-87118" b="-86154"/>
            </a:stretch>
          </a:blipFill>
          <a:ln w="19050">
            <a:solidFill>
              <a:srgbClr val="F0D4AE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pSp>
        <p:nvGrpSpPr>
          <p:cNvPr id="24" name="组合 23"/>
          <p:cNvGrpSpPr/>
          <p:nvPr/>
        </p:nvGrpSpPr>
        <p:grpSpPr>
          <a:xfrm>
            <a:off x="2755407" y="4264611"/>
            <a:ext cx="2622058" cy="1438323"/>
            <a:chOff x="5838770" y="2145415"/>
            <a:chExt cx="2622058" cy="1438323"/>
          </a:xfrm>
        </p:grpSpPr>
        <p:sp>
          <p:nvSpPr>
            <p:cNvPr id="33" name="文本框 32"/>
            <p:cNvSpPr txBox="1"/>
            <p:nvPr/>
          </p:nvSpPr>
          <p:spPr>
            <a:xfrm>
              <a:off x="5857819" y="2559996"/>
              <a:ext cx="2603009" cy="102374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>
                <a:lnSpc>
                  <a:spcPct val="150000"/>
                </a:lnSpc>
              </a:pPr>
              <a:r>
                <a:rPr lang="zh-CN" altLang="en-US" sz="1400" dirty="0">
                  <a:gradFill>
                    <a:gsLst>
                      <a:gs pos="0">
                        <a:srgbClr val="F0D4AE"/>
                      </a:gs>
                      <a:gs pos="100000">
                        <a:srgbClr val="E5B473"/>
                      </a:gs>
                    </a:gsLst>
                    <a:lin ang="5400000" scaled="1"/>
                  </a:gra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您的内容打在这里，或者通过复制您的文本后，在此框中选择粘贴，并选择只保留文字。</a:t>
              </a:r>
              <a:endParaRPr lang="zh-CN" altLang="en-US" sz="1400" dirty="0">
                <a:gradFill>
                  <a:gsLst>
                    <a:gs pos="0">
                      <a:srgbClr val="F0D4AE"/>
                    </a:gs>
                    <a:gs pos="100000">
                      <a:srgbClr val="E5B473"/>
                    </a:gs>
                  </a:gsLst>
                  <a:lin ang="5400000" scaled="1"/>
                </a:gra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4" name="矩形 33"/>
            <p:cNvSpPr/>
            <p:nvPr/>
          </p:nvSpPr>
          <p:spPr>
            <a:xfrm>
              <a:off x="5838770" y="2145415"/>
              <a:ext cx="1740896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dist"/>
              <a:r>
                <a:rPr lang="zh-CN" altLang="en-US" sz="2400" spc="600" dirty="0">
                  <a:gradFill>
                    <a:gsLst>
                      <a:gs pos="0">
                        <a:srgbClr val="F0D4AE"/>
                      </a:gs>
                      <a:gs pos="100000">
                        <a:srgbClr val="E5B473"/>
                      </a:gs>
                    </a:gsLst>
                    <a:lin ang="5400000" scaled="1"/>
                  </a:gradFill>
                  <a:latin typeface="汉仪大宋简" panose="02010600000101010101" pitchFamily="2" charset="-122"/>
                  <a:ea typeface="汉仪大宋简" panose="02010600000101010101" pitchFamily="2" charset="-122"/>
                </a:rPr>
                <a:t>输入标题</a:t>
              </a:r>
              <a:endParaRPr lang="zh-CN" altLang="en-US" sz="2400" spc="600" dirty="0">
                <a:gradFill>
                  <a:gsLst>
                    <a:gs pos="0">
                      <a:srgbClr val="F0D4AE"/>
                    </a:gs>
                    <a:gs pos="100000">
                      <a:srgbClr val="E5B473"/>
                    </a:gs>
                  </a:gsLst>
                  <a:lin ang="5400000" scaled="1"/>
                </a:gradFill>
                <a:latin typeface="汉仪大宋简" panose="02010600000101010101" pitchFamily="2" charset="-122"/>
                <a:ea typeface="汉仪大宋简" panose="02010600000101010101" pitchFamily="2" charset="-122"/>
              </a:endParaRPr>
            </a:p>
          </p:txBody>
        </p:sp>
      </p:grpSp>
      <p:grpSp>
        <p:nvGrpSpPr>
          <p:cNvPr id="35" name="组合 34"/>
          <p:cNvGrpSpPr/>
          <p:nvPr/>
        </p:nvGrpSpPr>
        <p:grpSpPr>
          <a:xfrm>
            <a:off x="7930590" y="4264611"/>
            <a:ext cx="2622058" cy="1438323"/>
            <a:chOff x="5838770" y="2145415"/>
            <a:chExt cx="2622058" cy="1438323"/>
          </a:xfrm>
        </p:grpSpPr>
        <p:sp>
          <p:nvSpPr>
            <p:cNvPr id="36" name="文本框 35"/>
            <p:cNvSpPr txBox="1"/>
            <p:nvPr/>
          </p:nvSpPr>
          <p:spPr>
            <a:xfrm>
              <a:off x="5857819" y="2559996"/>
              <a:ext cx="2603009" cy="102374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>
                <a:lnSpc>
                  <a:spcPct val="150000"/>
                </a:lnSpc>
              </a:pPr>
              <a:r>
                <a:rPr lang="zh-CN" altLang="en-US" sz="1400" dirty="0">
                  <a:gradFill>
                    <a:gsLst>
                      <a:gs pos="0">
                        <a:srgbClr val="F0D4AE"/>
                      </a:gs>
                      <a:gs pos="100000">
                        <a:srgbClr val="E5B473"/>
                      </a:gs>
                    </a:gsLst>
                    <a:lin ang="5400000" scaled="1"/>
                  </a:gra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您的内容打在这里，或者通过复制您的文本后，在此框中选择粘贴，并选择只保留文字。</a:t>
              </a:r>
              <a:endParaRPr lang="zh-CN" altLang="en-US" sz="1400" dirty="0">
                <a:gradFill>
                  <a:gsLst>
                    <a:gs pos="0">
                      <a:srgbClr val="F0D4AE"/>
                    </a:gs>
                    <a:gs pos="100000">
                      <a:srgbClr val="E5B473"/>
                    </a:gs>
                  </a:gsLst>
                  <a:lin ang="5400000" scaled="1"/>
                </a:gra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7" name="矩形 36"/>
            <p:cNvSpPr/>
            <p:nvPr/>
          </p:nvSpPr>
          <p:spPr>
            <a:xfrm>
              <a:off x="5838770" y="2145415"/>
              <a:ext cx="1740896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dist"/>
              <a:r>
                <a:rPr lang="zh-CN" altLang="en-US" sz="2400" spc="600" dirty="0">
                  <a:gradFill>
                    <a:gsLst>
                      <a:gs pos="0">
                        <a:srgbClr val="F0D4AE"/>
                      </a:gs>
                      <a:gs pos="100000">
                        <a:srgbClr val="E5B473"/>
                      </a:gs>
                    </a:gsLst>
                    <a:lin ang="5400000" scaled="1"/>
                  </a:gradFill>
                  <a:latin typeface="汉仪大宋简" panose="02010600000101010101" pitchFamily="2" charset="-122"/>
                  <a:ea typeface="汉仪大宋简" panose="02010600000101010101" pitchFamily="2" charset="-122"/>
                </a:rPr>
                <a:t>输入标题</a:t>
              </a:r>
              <a:endParaRPr lang="zh-CN" altLang="en-US" sz="2400" spc="600" dirty="0">
                <a:gradFill>
                  <a:gsLst>
                    <a:gs pos="0">
                      <a:srgbClr val="F0D4AE"/>
                    </a:gs>
                    <a:gs pos="100000">
                      <a:srgbClr val="E5B473"/>
                    </a:gs>
                  </a:gsLst>
                  <a:lin ang="5400000" scaled="1"/>
                </a:gradFill>
                <a:latin typeface="汉仪大宋简" panose="02010600000101010101" pitchFamily="2" charset="-122"/>
                <a:ea typeface="汉仪大宋简" panose="02010600000101010101" pitchFamily="2" charset="-122"/>
              </a:endParaRPr>
            </a:p>
          </p:txBody>
        </p:sp>
      </p:grpSp>
      <p:sp>
        <p:nvSpPr>
          <p:cNvPr id="38" name="椭圆 37"/>
          <p:cNvSpPr/>
          <p:nvPr/>
        </p:nvSpPr>
        <p:spPr>
          <a:xfrm>
            <a:off x="1549638" y="4587554"/>
            <a:ext cx="909264" cy="909264"/>
          </a:xfrm>
          <a:prstGeom prst="ellipse">
            <a:avLst/>
          </a:prstGeom>
          <a:gradFill>
            <a:gsLst>
              <a:gs pos="0">
                <a:srgbClr val="F0D4AE"/>
              </a:gs>
              <a:gs pos="100000">
                <a:srgbClr val="E5B473"/>
              </a:gs>
            </a:gsLst>
            <a:lin ang="5400000" scaled="1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bg1"/>
              </a:solidFill>
            </a:endParaRPr>
          </a:p>
        </p:txBody>
      </p:sp>
      <p:sp>
        <p:nvSpPr>
          <p:cNvPr id="39" name="椭圆 38"/>
          <p:cNvSpPr/>
          <p:nvPr/>
        </p:nvSpPr>
        <p:spPr>
          <a:xfrm>
            <a:off x="6735989" y="4587554"/>
            <a:ext cx="909264" cy="909264"/>
          </a:xfrm>
          <a:prstGeom prst="ellipse">
            <a:avLst/>
          </a:prstGeom>
          <a:gradFill>
            <a:gsLst>
              <a:gs pos="0">
                <a:srgbClr val="F0D4AE"/>
              </a:gs>
              <a:gs pos="100000">
                <a:srgbClr val="E5B473"/>
              </a:gs>
            </a:gsLst>
            <a:lin ang="5400000" scaled="1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bg1"/>
              </a:solidFill>
            </a:endParaRPr>
          </a:p>
        </p:txBody>
      </p:sp>
      <p:sp>
        <p:nvSpPr>
          <p:cNvPr id="40" name="iconfont-11672-5428539"/>
          <p:cNvSpPr/>
          <p:nvPr/>
        </p:nvSpPr>
        <p:spPr>
          <a:xfrm>
            <a:off x="1696568" y="4746298"/>
            <a:ext cx="609685" cy="609685"/>
          </a:xfrm>
          <a:custGeom>
            <a:avLst/>
            <a:gdLst>
              <a:gd name="T0" fmla="*/ 6400 w 12800"/>
              <a:gd name="T1" fmla="*/ 0 h 12800"/>
              <a:gd name="T2" fmla="*/ 0 w 12800"/>
              <a:gd name="T3" fmla="*/ 6400 h 12800"/>
              <a:gd name="T4" fmla="*/ 6400 w 12800"/>
              <a:gd name="T5" fmla="*/ 12800 h 12800"/>
              <a:gd name="T6" fmla="*/ 12800 w 12800"/>
              <a:gd name="T7" fmla="*/ 6400 h 12800"/>
              <a:gd name="T8" fmla="*/ 6400 w 12800"/>
              <a:gd name="T9" fmla="*/ 0 h 12800"/>
              <a:gd name="T10" fmla="*/ 6400 w 12800"/>
              <a:gd name="T11" fmla="*/ 11200 h 12800"/>
              <a:gd name="T12" fmla="*/ 1600 w 12800"/>
              <a:gd name="T13" fmla="*/ 6400 h 12800"/>
              <a:gd name="T14" fmla="*/ 6400 w 12800"/>
              <a:gd name="T15" fmla="*/ 1600 h 12800"/>
              <a:gd name="T16" fmla="*/ 11200 w 12800"/>
              <a:gd name="T17" fmla="*/ 6400 h 12800"/>
              <a:gd name="T18" fmla="*/ 6400 w 12800"/>
              <a:gd name="T19" fmla="*/ 11200 h 12800"/>
              <a:gd name="T20" fmla="*/ 7576 w 12800"/>
              <a:gd name="T21" fmla="*/ 4782 h 12800"/>
              <a:gd name="T22" fmla="*/ 6400 w 12800"/>
              <a:gd name="T23" fmla="*/ 2401 h 12800"/>
              <a:gd name="T24" fmla="*/ 5225 w 12800"/>
              <a:gd name="T25" fmla="*/ 4782 h 12800"/>
              <a:gd name="T26" fmla="*/ 2596 w 12800"/>
              <a:gd name="T27" fmla="*/ 5165 h 12800"/>
              <a:gd name="T28" fmla="*/ 4498 w 12800"/>
              <a:gd name="T29" fmla="*/ 7018 h 12800"/>
              <a:gd name="T30" fmla="*/ 4049 w 12800"/>
              <a:gd name="T31" fmla="*/ 9635 h 12800"/>
              <a:gd name="T32" fmla="*/ 6400 w 12800"/>
              <a:gd name="T33" fmla="*/ 8400 h 12800"/>
              <a:gd name="T34" fmla="*/ 8750 w 12800"/>
              <a:gd name="T35" fmla="*/ 9636 h 12800"/>
              <a:gd name="T36" fmla="*/ 8302 w 12800"/>
              <a:gd name="T37" fmla="*/ 7019 h 12800"/>
              <a:gd name="T38" fmla="*/ 10203 w 12800"/>
              <a:gd name="T39" fmla="*/ 5166 h 12800"/>
              <a:gd name="T40" fmla="*/ 7576 w 12800"/>
              <a:gd name="T41" fmla="*/ 4782 h 128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</a:cxnLst>
            <a:rect l="0" t="0" r="r" b="b"/>
            <a:pathLst>
              <a:path w="12800" h="12800">
                <a:moveTo>
                  <a:pt x="6400" y="0"/>
                </a:moveTo>
                <a:cubicBezTo>
                  <a:pt x="2866" y="0"/>
                  <a:pt x="0" y="2866"/>
                  <a:pt x="0" y="6400"/>
                </a:cubicBezTo>
                <a:cubicBezTo>
                  <a:pt x="0" y="9934"/>
                  <a:pt x="2866" y="12800"/>
                  <a:pt x="6400" y="12800"/>
                </a:cubicBezTo>
                <a:cubicBezTo>
                  <a:pt x="9934" y="12800"/>
                  <a:pt x="12800" y="9934"/>
                  <a:pt x="12800" y="6400"/>
                </a:cubicBezTo>
                <a:cubicBezTo>
                  <a:pt x="12800" y="2866"/>
                  <a:pt x="9934" y="0"/>
                  <a:pt x="6400" y="0"/>
                </a:cubicBezTo>
                <a:close/>
                <a:moveTo>
                  <a:pt x="6400" y="11200"/>
                </a:moveTo>
                <a:cubicBezTo>
                  <a:pt x="3750" y="11200"/>
                  <a:pt x="1600" y="9050"/>
                  <a:pt x="1600" y="6400"/>
                </a:cubicBezTo>
                <a:cubicBezTo>
                  <a:pt x="1600" y="3750"/>
                  <a:pt x="3750" y="1600"/>
                  <a:pt x="6400" y="1600"/>
                </a:cubicBezTo>
                <a:cubicBezTo>
                  <a:pt x="9050" y="1600"/>
                  <a:pt x="11200" y="3750"/>
                  <a:pt x="11200" y="6400"/>
                </a:cubicBezTo>
                <a:cubicBezTo>
                  <a:pt x="11200" y="9050"/>
                  <a:pt x="9050" y="11200"/>
                  <a:pt x="6400" y="11200"/>
                </a:cubicBezTo>
                <a:close/>
                <a:moveTo>
                  <a:pt x="7576" y="4782"/>
                </a:moveTo>
                <a:lnTo>
                  <a:pt x="6400" y="2401"/>
                </a:lnTo>
                <a:lnTo>
                  <a:pt x="5225" y="4782"/>
                </a:lnTo>
                <a:lnTo>
                  <a:pt x="2596" y="5165"/>
                </a:lnTo>
                <a:lnTo>
                  <a:pt x="4498" y="7018"/>
                </a:lnTo>
                <a:lnTo>
                  <a:pt x="4049" y="9635"/>
                </a:lnTo>
                <a:lnTo>
                  <a:pt x="6400" y="8400"/>
                </a:lnTo>
                <a:lnTo>
                  <a:pt x="8750" y="9636"/>
                </a:lnTo>
                <a:lnTo>
                  <a:pt x="8302" y="7019"/>
                </a:lnTo>
                <a:lnTo>
                  <a:pt x="10203" y="5166"/>
                </a:lnTo>
                <a:lnTo>
                  <a:pt x="7576" y="4782"/>
                </a:lnTo>
                <a:close/>
              </a:path>
            </a:pathLst>
          </a:custGeom>
          <a:solidFill>
            <a:srgbClr val="99030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iconfont-11672-5428539"/>
          <p:cNvSpPr/>
          <p:nvPr/>
        </p:nvSpPr>
        <p:spPr>
          <a:xfrm>
            <a:off x="6892793" y="4746298"/>
            <a:ext cx="609685" cy="609685"/>
          </a:xfrm>
          <a:custGeom>
            <a:avLst/>
            <a:gdLst>
              <a:gd name="T0" fmla="*/ 6400 w 12800"/>
              <a:gd name="T1" fmla="*/ 0 h 12800"/>
              <a:gd name="T2" fmla="*/ 0 w 12800"/>
              <a:gd name="T3" fmla="*/ 6400 h 12800"/>
              <a:gd name="T4" fmla="*/ 6400 w 12800"/>
              <a:gd name="T5" fmla="*/ 12800 h 12800"/>
              <a:gd name="T6" fmla="*/ 12800 w 12800"/>
              <a:gd name="T7" fmla="*/ 6400 h 12800"/>
              <a:gd name="T8" fmla="*/ 6400 w 12800"/>
              <a:gd name="T9" fmla="*/ 0 h 12800"/>
              <a:gd name="T10" fmla="*/ 6400 w 12800"/>
              <a:gd name="T11" fmla="*/ 11200 h 12800"/>
              <a:gd name="T12" fmla="*/ 1600 w 12800"/>
              <a:gd name="T13" fmla="*/ 6400 h 12800"/>
              <a:gd name="T14" fmla="*/ 6400 w 12800"/>
              <a:gd name="T15" fmla="*/ 1600 h 12800"/>
              <a:gd name="T16" fmla="*/ 11200 w 12800"/>
              <a:gd name="T17" fmla="*/ 6400 h 12800"/>
              <a:gd name="T18" fmla="*/ 6400 w 12800"/>
              <a:gd name="T19" fmla="*/ 11200 h 12800"/>
              <a:gd name="T20" fmla="*/ 7576 w 12800"/>
              <a:gd name="T21" fmla="*/ 4782 h 12800"/>
              <a:gd name="T22" fmla="*/ 6400 w 12800"/>
              <a:gd name="T23" fmla="*/ 2401 h 12800"/>
              <a:gd name="T24" fmla="*/ 5225 w 12800"/>
              <a:gd name="T25" fmla="*/ 4782 h 12800"/>
              <a:gd name="T26" fmla="*/ 2596 w 12800"/>
              <a:gd name="T27" fmla="*/ 5165 h 12800"/>
              <a:gd name="T28" fmla="*/ 4498 w 12800"/>
              <a:gd name="T29" fmla="*/ 7018 h 12800"/>
              <a:gd name="T30" fmla="*/ 4049 w 12800"/>
              <a:gd name="T31" fmla="*/ 9635 h 12800"/>
              <a:gd name="T32" fmla="*/ 6400 w 12800"/>
              <a:gd name="T33" fmla="*/ 8400 h 12800"/>
              <a:gd name="T34" fmla="*/ 8750 w 12800"/>
              <a:gd name="T35" fmla="*/ 9636 h 12800"/>
              <a:gd name="T36" fmla="*/ 8302 w 12800"/>
              <a:gd name="T37" fmla="*/ 7019 h 12800"/>
              <a:gd name="T38" fmla="*/ 10203 w 12800"/>
              <a:gd name="T39" fmla="*/ 5166 h 12800"/>
              <a:gd name="T40" fmla="*/ 7576 w 12800"/>
              <a:gd name="T41" fmla="*/ 4782 h 128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</a:cxnLst>
            <a:rect l="0" t="0" r="r" b="b"/>
            <a:pathLst>
              <a:path w="12800" h="12800">
                <a:moveTo>
                  <a:pt x="6400" y="0"/>
                </a:moveTo>
                <a:cubicBezTo>
                  <a:pt x="2866" y="0"/>
                  <a:pt x="0" y="2866"/>
                  <a:pt x="0" y="6400"/>
                </a:cubicBezTo>
                <a:cubicBezTo>
                  <a:pt x="0" y="9934"/>
                  <a:pt x="2866" y="12800"/>
                  <a:pt x="6400" y="12800"/>
                </a:cubicBezTo>
                <a:cubicBezTo>
                  <a:pt x="9934" y="12800"/>
                  <a:pt x="12800" y="9934"/>
                  <a:pt x="12800" y="6400"/>
                </a:cubicBezTo>
                <a:cubicBezTo>
                  <a:pt x="12800" y="2866"/>
                  <a:pt x="9934" y="0"/>
                  <a:pt x="6400" y="0"/>
                </a:cubicBezTo>
                <a:close/>
                <a:moveTo>
                  <a:pt x="6400" y="11200"/>
                </a:moveTo>
                <a:cubicBezTo>
                  <a:pt x="3750" y="11200"/>
                  <a:pt x="1600" y="9050"/>
                  <a:pt x="1600" y="6400"/>
                </a:cubicBezTo>
                <a:cubicBezTo>
                  <a:pt x="1600" y="3750"/>
                  <a:pt x="3750" y="1600"/>
                  <a:pt x="6400" y="1600"/>
                </a:cubicBezTo>
                <a:cubicBezTo>
                  <a:pt x="9050" y="1600"/>
                  <a:pt x="11200" y="3750"/>
                  <a:pt x="11200" y="6400"/>
                </a:cubicBezTo>
                <a:cubicBezTo>
                  <a:pt x="11200" y="9050"/>
                  <a:pt x="9050" y="11200"/>
                  <a:pt x="6400" y="11200"/>
                </a:cubicBezTo>
                <a:close/>
                <a:moveTo>
                  <a:pt x="7576" y="4782"/>
                </a:moveTo>
                <a:lnTo>
                  <a:pt x="6400" y="2401"/>
                </a:lnTo>
                <a:lnTo>
                  <a:pt x="5225" y="4782"/>
                </a:lnTo>
                <a:lnTo>
                  <a:pt x="2596" y="5165"/>
                </a:lnTo>
                <a:lnTo>
                  <a:pt x="4498" y="7018"/>
                </a:lnTo>
                <a:lnTo>
                  <a:pt x="4049" y="9635"/>
                </a:lnTo>
                <a:lnTo>
                  <a:pt x="6400" y="8400"/>
                </a:lnTo>
                <a:lnTo>
                  <a:pt x="8750" y="9636"/>
                </a:lnTo>
                <a:lnTo>
                  <a:pt x="8302" y="7019"/>
                </a:lnTo>
                <a:lnTo>
                  <a:pt x="10203" y="5166"/>
                </a:lnTo>
                <a:lnTo>
                  <a:pt x="7576" y="4782"/>
                </a:lnTo>
                <a:close/>
              </a:path>
            </a:pathLst>
          </a:custGeom>
          <a:solidFill>
            <a:srgbClr val="99030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8BC8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63012" y="55685"/>
            <a:ext cx="12065977" cy="6746631"/>
          </a:xfrm>
          <a:prstGeom prst="rect">
            <a:avLst/>
          </a:prstGeom>
          <a:solidFill>
            <a:srgbClr val="9F191F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1" name="图片 10" descr="背景图案&#10;&#10;描述已自动生成"/>
          <p:cNvPicPr>
            <a:picLocks noChangeAspect="1"/>
          </p:cNvPicPr>
          <p:nvPr/>
        </p:nvPicPr>
        <p:blipFill>
          <a:blip r:embed="rId1">
            <a:alphaModFix amt="54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 flipV="1">
            <a:off x="7018275" y="1691602"/>
            <a:ext cx="3801580" cy="6419847"/>
          </a:xfrm>
          <a:prstGeom prst="rect">
            <a:avLst/>
          </a:prstGeom>
        </p:spPr>
      </p:pic>
      <p:pic>
        <p:nvPicPr>
          <p:cNvPr id="12" name="图片 11" descr="背景图案&#10;&#10;描述已自动生成"/>
          <p:cNvPicPr>
            <a:picLocks noChangeAspect="1"/>
          </p:cNvPicPr>
          <p:nvPr/>
        </p:nvPicPr>
        <p:blipFill>
          <a:blip r:embed="rId1">
            <a:alphaModFix amt="39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 flipV="1">
            <a:off x="1153071" y="-1034376"/>
            <a:ext cx="2825633" cy="5005753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92731" y="6528221"/>
            <a:ext cx="5406537" cy="353227"/>
          </a:xfrm>
          <a:prstGeom prst="rect">
            <a:avLst/>
          </a:prstGeom>
        </p:spPr>
      </p:pic>
      <p:sp>
        <p:nvSpPr>
          <p:cNvPr id="25" name="文本框 24"/>
          <p:cNvSpPr txBox="1"/>
          <p:nvPr/>
        </p:nvSpPr>
        <p:spPr>
          <a:xfrm>
            <a:off x="1527610" y="928618"/>
            <a:ext cx="1588477" cy="27853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7500" dirty="0">
                <a:gradFill>
                  <a:gsLst>
                    <a:gs pos="0">
                      <a:srgbClr val="F0D4AE"/>
                    </a:gs>
                    <a:gs pos="100000">
                      <a:srgbClr val="E5B473"/>
                    </a:gs>
                  </a:gsLst>
                  <a:lin ang="5400000" scaled="1"/>
                </a:gradFill>
                <a:latin typeface="汉仪许静行楷W" panose="00020600040101010101" pitchFamily="18" charset="-122"/>
                <a:ea typeface="汉仪许静行楷W" panose="00020600040101010101" pitchFamily="18" charset="-122"/>
              </a:rPr>
              <a:t>百</a:t>
            </a:r>
            <a:endParaRPr lang="zh-CN" altLang="en-US" sz="17500" dirty="0">
              <a:gradFill>
                <a:gsLst>
                  <a:gs pos="0">
                    <a:srgbClr val="F0D4AE"/>
                  </a:gs>
                  <a:gs pos="100000">
                    <a:srgbClr val="E5B473"/>
                  </a:gs>
                </a:gsLst>
                <a:lin ang="5400000" scaled="1"/>
              </a:gradFill>
              <a:latin typeface="汉仪许静行楷W" panose="00020600040101010101" pitchFamily="18" charset="-122"/>
              <a:ea typeface="汉仪许静行楷W" panose="00020600040101010101" pitchFamily="18" charset="-122"/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2448655" y="1931813"/>
            <a:ext cx="1588477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8800" dirty="0">
                <a:gradFill>
                  <a:gsLst>
                    <a:gs pos="0">
                      <a:srgbClr val="F0D4AE"/>
                    </a:gs>
                    <a:gs pos="100000">
                      <a:srgbClr val="E5B473"/>
                    </a:gs>
                  </a:gsLst>
                  <a:lin ang="5400000" scaled="1"/>
                </a:gradFill>
                <a:latin typeface="汉仪许静行楷W" panose="00020600040101010101" pitchFamily="18" charset="-122"/>
                <a:ea typeface="汉仪许静行楷W" panose="00020600040101010101" pitchFamily="18" charset="-122"/>
              </a:rPr>
              <a:t>年</a:t>
            </a:r>
            <a:endParaRPr lang="zh-CN" altLang="en-US" sz="8800" dirty="0">
              <a:gradFill>
                <a:gsLst>
                  <a:gs pos="0">
                    <a:srgbClr val="F0D4AE"/>
                  </a:gs>
                  <a:gs pos="100000">
                    <a:srgbClr val="E5B473"/>
                  </a:gs>
                </a:gsLst>
                <a:lin ang="5400000" scaled="1"/>
              </a:gradFill>
              <a:latin typeface="汉仪许静行楷W" panose="00020600040101010101" pitchFamily="18" charset="-122"/>
              <a:ea typeface="汉仪许静行楷W" panose="00020600040101010101" pitchFamily="18" charset="-122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3426201" y="1867336"/>
            <a:ext cx="1588477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8800" dirty="0">
                <a:gradFill>
                  <a:gsLst>
                    <a:gs pos="0">
                      <a:srgbClr val="F0D4AE"/>
                    </a:gs>
                    <a:gs pos="100000">
                      <a:srgbClr val="E5B473"/>
                    </a:gs>
                  </a:gsLst>
                  <a:lin ang="5400000" scaled="1"/>
                </a:gradFill>
                <a:latin typeface="汉仪许静行楷W" panose="00020600040101010101" pitchFamily="18" charset="-122"/>
                <a:ea typeface="汉仪许静行楷W" panose="00020600040101010101" pitchFamily="18" charset="-122"/>
              </a:rPr>
              <a:t>大</a:t>
            </a:r>
            <a:endParaRPr lang="zh-CN" altLang="en-US" sz="8800" dirty="0">
              <a:gradFill>
                <a:gsLst>
                  <a:gs pos="0">
                    <a:srgbClr val="F0D4AE"/>
                  </a:gs>
                  <a:gs pos="100000">
                    <a:srgbClr val="E5B473"/>
                  </a:gs>
                </a:gsLst>
                <a:lin ang="5400000" scaled="1"/>
              </a:gradFill>
              <a:latin typeface="汉仪许静行楷W" panose="00020600040101010101" pitchFamily="18" charset="-122"/>
              <a:ea typeface="汉仪许静行楷W" panose="00020600040101010101" pitchFamily="18" charset="-122"/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4397018" y="1516315"/>
            <a:ext cx="1588477" cy="18620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1500" dirty="0">
                <a:gradFill>
                  <a:gsLst>
                    <a:gs pos="0">
                      <a:srgbClr val="F0D4AE"/>
                    </a:gs>
                    <a:gs pos="100000">
                      <a:srgbClr val="E5B473"/>
                    </a:gs>
                  </a:gsLst>
                  <a:lin ang="5400000" scaled="1"/>
                </a:gradFill>
                <a:latin typeface="汉仪许静行楷W" panose="00020600040101010101" pitchFamily="18" charset="-122"/>
                <a:ea typeface="汉仪许静行楷W" panose="00020600040101010101" pitchFamily="18" charset="-122"/>
              </a:rPr>
              <a:t>党</a:t>
            </a:r>
            <a:endParaRPr lang="zh-CN" altLang="en-US" sz="11500" dirty="0">
              <a:gradFill>
                <a:gsLst>
                  <a:gs pos="0">
                    <a:srgbClr val="F0D4AE"/>
                  </a:gs>
                  <a:gs pos="100000">
                    <a:srgbClr val="E5B473"/>
                  </a:gs>
                </a:gsLst>
                <a:lin ang="5400000" scaled="1"/>
              </a:gradFill>
              <a:latin typeface="汉仪许静行楷W" panose="00020600040101010101" pitchFamily="18" charset="-122"/>
              <a:ea typeface="汉仪许静行楷W" panose="00020600040101010101" pitchFamily="18" charset="-122"/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6509508" y="1658479"/>
            <a:ext cx="1588477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2200" dirty="0">
                <a:gradFill>
                  <a:gsLst>
                    <a:gs pos="0">
                      <a:srgbClr val="F0D4AE"/>
                    </a:gs>
                    <a:gs pos="100000">
                      <a:srgbClr val="E5B473"/>
                    </a:gs>
                  </a:gsLst>
                  <a:lin ang="5400000" scaled="1"/>
                </a:gradFill>
                <a:latin typeface="汉仪许静行楷W" panose="00020600040101010101" pitchFamily="18" charset="-122"/>
                <a:ea typeface="汉仪许静行楷W" panose="00020600040101010101" pitchFamily="18" charset="-122"/>
              </a:rPr>
              <a:t>风</a:t>
            </a:r>
            <a:endParaRPr lang="zh-CN" altLang="en-US" sz="12200" dirty="0">
              <a:gradFill>
                <a:gsLst>
                  <a:gs pos="0">
                    <a:srgbClr val="F0D4AE"/>
                  </a:gs>
                  <a:gs pos="100000">
                    <a:srgbClr val="E5B473"/>
                  </a:gs>
                </a:gsLst>
                <a:lin ang="5400000" scaled="1"/>
              </a:gradFill>
              <a:latin typeface="汉仪许静行楷W" panose="00020600040101010101" pitchFamily="18" charset="-122"/>
              <a:ea typeface="汉仪许静行楷W" panose="00020600040101010101" pitchFamily="18" charset="-122"/>
            </a:endParaRPr>
          </a:p>
        </p:txBody>
      </p:sp>
      <p:sp>
        <p:nvSpPr>
          <p:cNvPr id="30" name="文本框 29"/>
          <p:cNvSpPr txBox="1"/>
          <p:nvPr/>
        </p:nvSpPr>
        <p:spPr>
          <a:xfrm>
            <a:off x="7346838" y="1912360"/>
            <a:ext cx="1588477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8800" dirty="0">
                <a:gradFill>
                  <a:gsLst>
                    <a:gs pos="0">
                      <a:srgbClr val="F0D4AE"/>
                    </a:gs>
                    <a:gs pos="100000">
                      <a:srgbClr val="E5B473"/>
                    </a:gs>
                  </a:gsLst>
                  <a:lin ang="5400000" scaled="1"/>
                </a:gradFill>
                <a:latin typeface="汉仪许静行楷W" panose="00020600040101010101" pitchFamily="18" charset="-122"/>
                <a:ea typeface="汉仪许静行楷W" panose="00020600040101010101" pitchFamily="18" charset="-122"/>
              </a:rPr>
              <a:t>华</a:t>
            </a:r>
            <a:endParaRPr lang="zh-CN" altLang="en-US" sz="8800" dirty="0">
              <a:gradFill>
                <a:gsLst>
                  <a:gs pos="0">
                    <a:srgbClr val="F0D4AE"/>
                  </a:gs>
                  <a:gs pos="100000">
                    <a:srgbClr val="E5B473"/>
                  </a:gs>
                </a:gsLst>
                <a:lin ang="5400000" scaled="1"/>
              </a:gradFill>
              <a:latin typeface="汉仪许静行楷W" panose="00020600040101010101" pitchFamily="18" charset="-122"/>
              <a:ea typeface="汉仪许静行楷W" panose="00020600040101010101" pitchFamily="18" charset="-122"/>
            </a:endParaRPr>
          </a:p>
        </p:txBody>
      </p:sp>
      <p:sp>
        <p:nvSpPr>
          <p:cNvPr id="31" name="文本框 30"/>
          <p:cNvSpPr txBox="1"/>
          <p:nvPr/>
        </p:nvSpPr>
        <p:spPr>
          <a:xfrm>
            <a:off x="8160997" y="2047030"/>
            <a:ext cx="1588477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8800" dirty="0">
                <a:gradFill>
                  <a:gsLst>
                    <a:gs pos="0">
                      <a:srgbClr val="F0D4AE"/>
                    </a:gs>
                    <a:gs pos="100000">
                      <a:srgbClr val="E5B473"/>
                    </a:gs>
                  </a:gsLst>
                  <a:lin ang="5400000" scaled="1"/>
                </a:gradFill>
                <a:latin typeface="汉仪许静行楷W" panose="00020600040101010101" pitchFamily="18" charset="-122"/>
                <a:ea typeface="汉仪许静行楷W" panose="00020600040101010101" pitchFamily="18" charset="-122"/>
              </a:rPr>
              <a:t>正</a:t>
            </a:r>
            <a:endParaRPr lang="zh-CN" altLang="en-US" sz="8800" dirty="0">
              <a:gradFill>
                <a:gsLst>
                  <a:gs pos="0">
                    <a:srgbClr val="F0D4AE"/>
                  </a:gs>
                  <a:gs pos="100000">
                    <a:srgbClr val="E5B473"/>
                  </a:gs>
                </a:gsLst>
                <a:lin ang="5400000" scaled="1"/>
              </a:gradFill>
              <a:latin typeface="汉仪许静行楷W" panose="00020600040101010101" pitchFamily="18" charset="-122"/>
              <a:ea typeface="汉仪许静行楷W" panose="00020600040101010101" pitchFamily="18" charset="-122"/>
            </a:endParaRPr>
          </a:p>
        </p:txBody>
      </p:sp>
      <p:sp>
        <p:nvSpPr>
          <p:cNvPr id="32" name="文本框 31"/>
          <p:cNvSpPr txBox="1"/>
          <p:nvPr/>
        </p:nvSpPr>
        <p:spPr>
          <a:xfrm>
            <a:off x="9223999" y="1547092"/>
            <a:ext cx="1588477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3800" dirty="0">
                <a:gradFill>
                  <a:gsLst>
                    <a:gs pos="0">
                      <a:srgbClr val="F0D4AE"/>
                    </a:gs>
                    <a:gs pos="100000">
                      <a:srgbClr val="E5B473"/>
                    </a:gs>
                  </a:gsLst>
                  <a:lin ang="5400000" scaled="1"/>
                </a:gradFill>
                <a:latin typeface="汉仪许静行楷W" panose="00020600040101010101" pitchFamily="18" charset="-122"/>
                <a:ea typeface="汉仪许静行楷W" panose="00020600040101010101" pitchFamily="18" charset="-122"/>
              </a:rPr>
              <a:t>茂</a:t>
            </a:r>
            <a:endParaRPr lang="zh-CN" altLang="en-US" sz="13800" dirty="0">
              <a:gradFill>
                <a:gsLst>
                  <a:gs pos="0">
                    <a:srgbClr val="F0D4AE"/>
                  </a:gs>
                  <a:gs pos="100000">
                    <a:srgbClr val="E5B473"/>
                  </a:gs>
                </a:gsLst>
                <a:lin ang="5400000" scaled="1"/>
              </a:gradFill>
              <a:latin typeface="汉仪许静行楷W" panose="00020600040101010101" pitchFamily="18" charset="-122"/>
              <a:ea typeface="汉仪许静行楷W" panose="00020600040101010101" pitchFamily="18" charset="-122"/>
            </a:endParaRPr>
          </a:p>
        </p:txBody>
      </p:sp>
      <p:grpSp>
        <p:nvGrpSpPr>
          <p:cNvPr id="33" name="组合 32"/>
          <p:cNvGrpSpPr/>
          <p:nvPr/>
        </p:nvGrpSpPr>
        <p:grpSpPr>
          <a:xfrm>
            <a:off x="3616202" y="3931181"/>
            <a:ext cx="4959595" cy="657656"/>
            <a:chOff x="3076575" y="2987754"/>
            <a:chExt cx="6048375" cy="526971"/>
          </a:xfrm>
        </p:grpSpPr>
        <p:cxnSp>
          <p:nvCxnSpPr>
            <p:cNvPr id="34" name="直接连接符 33"/>
            <p:cNvCxnSpPr/>
            <p:nvPr/>
          </p:nvCxnSpPr>
          <p:spPr>
            <a:xfrm>
              <a:off x="3076575" y="3009900"/>
              <a:ext cx="6048375" cy="0"/>
            </a:xfrm>
            <a:prstGeom prst="line">
              <a:avLst/>
            </a:prstGeom>
            <a:ln w="19050">
              <a:solidFill>
                <a:srgbClr val="F0D4A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直接连接符 34"/>
            <p:cNvCxnSpPr/>
            <p:nvPr/>
          </p:nvCxnSpPr>
          <p:spPr>
            <a:xfrm>
              <a:off x="3076575" y="3514725"/>
              <a:ext cx="6048375" cy="0"/>
            </a:xfrm>
            <a:prstGeom prst="line">
              <a:avLst/>
            </a:prstGeom>
            <a:ln w="19050">
              <a:solidFill>
                <a:srgbClr val="F0D4A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6" name="文本框 35"/>
            <p:cNvSpPr txBox="1"/>
            <p:nvPr/>
          </p:nvSpPr>
          <p:spPr>
            <a:xfrm>
              <a:off x="3095403" y="2987754"/>
              <a:ext cx="6015485" cy="5178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/>
              <a:r>
                <a:rPr lang="zh-CN" altLang="en-US" sz="3600" dirty="0">
                  <a:gradFill>
                    <a:gsLst>
                      <a:gs pos="0">
                        <a:srgbClr val="F0D4AE"/>
                      </a:gs>
                      <a:gs pos="100000">
                        <a:srgbClr val="E5B473"/>
                      </a:gs>
                    </a:gsLst>
                    <a:lin ang="5400000" scaled="1"/>
                  </a:gradFill>
                  <a:latin typeface="汉仪大宋简" panose="02010600000101010101" pitchFamily="2" charset="-122"/>
                  <a:ea typeface="汉仪大宋简" panose="02010600000101010101" pitchFamily="2" charset="-122"/>
                </a:rPr>
                <a:t>输入您的标题</a:t>
              </a:r>
              <a:endParaRPr lang="zh-CN" altLang="en-US" sz="3600" dirty="0">
                <a:gradFill>
                  <a:gsLst>
                    <a:gs pos="0">
                      <a:srgbClr val="F0D4AE"/>
                    </a:gs>
                    <a:gs pos="100000">
                      <a:srgbClr val="E5B473"/>
                    </a:gs>
                  </a:gsLst>
                  <a:lin ang="5400000" scaled="1"/>
                </a:gradFill>
                <a:latin typeface="汉仪大宋简" panose="02010600000101010101" pitchFamily="2" charset="-122"/>
                <a:ea typeface="汉仪大宋简" panose="02010600000101010101" pitchFamily="2" charset="-122"/>
              </a:endParaRPr>
            </a:p>
          </p:txBody>
        </p:sp>
      </p:grpSp>
      <p:sp>
        <p:nvSpPr>
          <p:cNvPr id="37" name="矩形 36"/>
          <p:cNvSpPr/>
          <p:nvPr/>
        </p:nvSpPr>
        <p:spPr>
          <a:xfrm>
            <a:off x="3625779" y="4813462"/>
            <a:ext cx="4932626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/>
            <a:r>
              <a:rPr lang="en-US" altLang="zh-CN" sz="1400" dirty="0">
                <a:gradFill>
                  <a:gsLst>
                    <a:gs pos="0">
                      <a:srgbClr val="F0D4AE"/>
                    </a:gs>
                    <a:gs pos="100000">
                      <a:srgbClr val="E5B473"/>
                    </a:gs>
                  </a:gsLst>
                  <a:lin ang="5400000" scaled="1"/>
                </a:gradFill>
                <a:latin typeface="汉仪大宋简" panose="02010600000101010101" pitchFamily="2" charset="-122"/>
                <a:ea typeface="汉仪大宋简" panose="02010600000101010101" pitchFamily="2" charset="-122"/>
              </a:rPr>
              <a:t>Enter your title here</a:t>
            </a:r>
            <a:endParaRPr lang="zh-CN" altLang="en-US" sz="1400" dirty="0">
              <a:gradFill>
                <a:gsLst>
                  <a:gs pos="0">
                    <a:srgbClr val="F0D4AE"/>
                  </a:gs>
                  <a:gs pos="100000">
                    <a:srgbClr val="E5B473"/>
                  </a:gs>
                </a:gsLst>
                <a:lin ang="5400000" scaled="1"/>
              </a:gradFill>
              <a:latin typeface="汉仪大宋简" panose="02010600000101010101" pitchFamily="2" charset="-122"/>
              <a:ea typeface="汉仪大宋简" panose="0201060000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8BC8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63012" y="55685"/>
            <a:ext cx="12065977" cy="6746631"/>
          </a:xfrm>
          <a:prstGeom prst="rect">
            <a:avLst/>
          </a:prstGeom>
          <a:solidFill>
            <a:srgbClr val="9F191F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1" name="图片 10" descr="背景图案&#10;&#10;描述已自动生成"/>
          <p:cNvPicPr>
            <a:picLocks noChangeAspect="1"/>
          </p:cNvPicPr>
          <p:nvPr/>
        </p:nvPicPr>
        <p:blipFill>
          <a:blip r:embed="rId2">
            <a:alphaModFix amt="54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 flipV="1">
            <a:off x="7018275" y="1691602"/>
            <a:ext cx="3801580" cy="6419847"/>
          </a:xfrm>
          <a:prstGeom prst="rect">
            <a:avLst/>
          </a:prstGeom>
        </p:spPr>
      </p:pic>
      <p:pic>
        <p:nvPicPr>
          <p:cNvPr id="12" name="图片 11" descr="背景图案&#10;&#10;描述已自动生成"/>
          <p:cNvPicPr>
            <a:picLocks noChangeAspect="1"/>
          </p:cNvPicPr>
          <p:nvPr/>
        </p:nvPicPr>
        <p:blipFill>
          <a:blip r:embed="rId2">
            <a:alphaModFix amt="39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 flipV="1">
            <a:off x="1153071" y="-1034376"/>
            <a:ext cx="2825633" cy="5005753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92731" y="6528221"/>
            <a:ext cx="5406537" cy="353227"/>
          </a:xfrm>
          <a:prstGeom prst="rect">
            <a:avLst/>
          </a:prstGeom>
        </p:spPr>
      </p:pic>
      <p:sp>
        <p:nvSpPr>
          <p:cNvPr id="25" name="文本框 24"/>
          <p:cNvSpPr txBox="1"/>
          <p:nvPr/>
        </p:nvSpPr>
        <p:spPr>
          <a:xfrm>
            <a:off x="4402014" y="6157078"/>
            <a:ext cx="390576" cy="5269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600" dirty="0">
                <a:gradFill>
                  <a:gsLst>
                    <a:gs pos="0">
                      <a:srgbClr val="F0D4AE"/>
                    </a:gs>
                    <a:gs pos="100000">
                      <a:srgbClr val="E5B473"/>
                    </a:gs>
                  </a:gsLst>
                  <a:lin ang="5400000" scaled="1"/>
                </a:gradFill>
                <a:latin typeface="汉仪许静行楷W" panose="00020600040101010101" pitchFamily="18" charset="-122"/>
                <a:ea typeface="汉仪许静行楷W" panose="00020600040101010101" pitchFamily="18" charset="-122"/>
              </a:rPr>
              <a:t>百</a:t>
            </a:r>
            <a:endParaRPr lang="zh-CN" altLang="en-US" sz="3600" dirty="0">
              <a:gradFill>
                <a:gsLst>
                  <a:gs pos="0">
                    <a:srgbClr val="F0D4AE"/>
                  </a:gs>
                  <a:gs pos="100000">
                    <a:srgbClr val="E5B473"/>
                  </a:gs>
                </a:gsLst>
                <a:lin ang="5400000" scaled="1"/>
              </a:gradFill>
              <a:latin typeface="汉仪许静行楷W" panose="00020600040101010101" pitchFamily="18" charset="-122"/>
              <a:ea typeface="汉仪许静行楷W" panose="00020600040101010101" pitchFamily="18" charset="-122"/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4628482" y="6403745"/>
            <a:ext cx="390576" cy="3010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gradFill>
                  <a:gsLst>
                    <a:gs pos="0">
                      <a:srgbClr val="F0D4AE"/>
                    </a:gs>
                    <a:gs pos="100000">
                      <a:srgbClr val="E5B473"/>
                    </a:gs>
                  </a:gsLst>
                  <a:lin ang="5400000" scaled="1"/>
                </a:gradFill>
                <a:latin typeface="汉仪许静行楷W" panose="00020600040101010101" pitchFamily="18" charset="-122"/>
                <a:ea typeface="汉仪许静行楷W" panose="00020600040101010101" pitchFamily="18" charset="-122"/>
              </a:rPr>
              <a:t>年</a:t>
            </a:r>
            <a:endParaRPr lang="zh-CN" altLang="en-US" dirty="0">
              <a:gradFill>
                <a:gsLst>
                  <a:gs pos="0">
                    <a:srgbClr val="F0D4AE"/>
                  </a:gs>
                  <a:gs pos="100000">
                    <a:srgbClr val="E5B473"/>
                  </a:gs>
                </a:gsLst>
                <a:lin ang="5400000" scaled="1"/>
              </a:gradFill>
              <a:latin typeface="汉仪许静行楷W" panose="00020600040101010101" pitchFamily="18" charset="-122"/>
              <a:ea typeface="汉仪许静行楷W" panose="00020600040101010101" pitchFamily="18" charset="-122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4868842" y="6387891"/>
            <a:ext cx="390576" cy="3010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gradFill>
                  <a:gsLst>
                    <a:gs pos="0">
                      <a:srgbClr val="F0D4AE"/>
                    </a:gs>
                    <a:gs pos="100000">
                      <a:srgbClr val="E5B473"/>
                    </a:gs>
                  </a:gsLst>
                  <a:lin ang="5400000" scaled="1"/>
                </a:gradFill>
                <a:latin typeface="汉仪许静行楷W" panose="00020600040101010101" pitchFamily="18" charset="-122"/>
                <a:ea typeface="汉仪许静行楷W" panose="00020600040101010101" pitchFamily="18" charset="-122"/>
              </a:rPr>
              <a:t>大</a:t>
            </a:r>
            <a:endParaRPr lang="zh-CN" altLang="en-US" dirty="0">
              <a:gradFill>
                <a:gsLst>
                  <a:gs pos="0">
                    <a:srgbClr val="F0D4AE"/>
                  </a:gs>
                  <a:gs pos="100000">
                    <a:srgbClr val="E5B473"/>
                  </a:gs>
                </a:gsLst>
                <a:lin ang="5400000" scaled="1"/>
              </a:gradFill>
              <a:latin typeface="汉仪许静行楷W" panose="00020600040101010101" pitchFamily="18" charset="-122"/>
              <a:ea typeface="汉仪许静行楷W" panose="00020600040101010101" pitchFamily="18" charset="-122"/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5107547" y="6301581"/>
            <a:ext cx="390576" cy="3763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dirty="0">
                <a:gradFill>
                  <a:gsLst>
                    <a:gs pos="0">
                      <a:srgbClr val="F0D4AE"/>
                    </a:gs>
                    <a:gs pos="100000">
                      <a:srgbClr val="E5B473"/>
                    </a:gs>
                  </a:gsLst>
                  <a:lin ang="5400000" scaled="1"/>
                </a:gradFill>
                <a:latin typeface="汉仪许静行楷W" panose="00020600040101010101" pitchFamily="18" charset="-122"/>
                <a:ea typeface="汉仪许静行楷W" panose="00020600040101010101" pitchFamily="18" charset="-122"/>
              </a:rPr>
              <a:t>党</a:t>
            </a:r>
            <a:endParaRPr lang="zh-CN" altLang="en-US" sz="2400" dirty="0">
              <a:gradFill>
                <a:gsLst>
                  <a:gs pos="0">
                    <a:srgbClr val="F0D4AE"/>
                  </a:gs>
                  <a:gs pos="100000">
                    <a:srgbClr val="E5B473"/>
                  </a:gs>
                </a:gsLst>
                <a:lin ang="5400000" scaled="1"/>
              </a:gradFill>
              <a:latin typeface="汉仪许静行楷W" panose="00020600040101010101" pitchFamily="18" charset="-122"/>
              <a:ea typeface="汉仪许静行楷W" panose="00020600040101010101" pitchFamily="18" charset="-122"/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6656332" y="6233111"/>
            <a:ext cx="377490" cy="1389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200" dirty="0">
                <a:gradFill>
                  <a:gsLst>
                    <a:gs pos="0">
                      <a:srgbClr val="F0D4AE"/>
                    </a:gs>
                    <a:gs pos="100000">
                      <a:srgbClr val="E5B473"/>
                    </a:gs>
                  </a:gsLst>
                  <a:lin ang="5400000" scaled="1"/>
                </a:gradFill>
                <a:latin typeface="汉仪许静行楷W" panose="00020600040101010101" pitchFamily="18" charset="-122"/>
                <a:ea typeface="汉仪许静行楷W" panose="00020600040101010101" pitchFamily="18" charset="-122"/>
              </a:rPr>
              <a:t>风</a:t>
            </a:r>
            <a:endParaRPr lang="zh-CN" altLang="en-US" sz="3200" dirty="0">
              <a:gradFill>
                <a:gsLst>
                  <a:gs pos="0">
                    <a:srgbClr val="F0D4AE"/>
                  </a:gs>
                  <a:gs pos="100000">
                    <a:srgbClr val="E5B473"/>
                  </a:gs>
                </a:gsLst>
                <a:lin ang="5400000" scaled="1"/>
              </a:gradFill>
              <a:latin typeface="汉仪许静行楷W" panose="00020600040101010101" pitchFamily="18" charset="-122"/>
              <a:ea typeface="汉仪许静行楷W" panose="00020600040101010101" pitchFamily="18" charset="-122"/>
            </a:endParaRPr>
          </a:p>
        </p:txBody>
      </p:sp>
      <p:sp>
        <p:nvSpPr>
          <p:cNvPr id="30" name="文本框 29"/>
          <p:cNvSpPr txBox="1"/>
          <p:nvPr/>
        </p:nvSpPr>
        <p:spPr>
          <a:xfrm>
            <a:off x="6855317" y="6293444"/>
            <a:ext cx="377490" cy="950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gradFill>
                  <a:gsLst>
                    <a:gs pos="0">
                      <a:srgbClr val="F0D4AE"/>
                    </a:gs>
                    <a:gs pos="100000">
                      <a:srgbClr val="E5B473"/>
                    </a:gs>
                  </a:gsLst>
                  <a:lin ang="5400000" scaled="1"/>
                </a:gradFill>
                <a:latin typeface="汉仪许静行楷W" panose="00020600040101010101" pitchFamily="18" charset="-122"/>
                <a:ea typeface="汉仪许静行楷W" panose="00020600040101010101" pitchFamily="18" charset="-122"/>
              </a:rPr>
              <a:t>华</a:t>
            </a:r>
            <a:endParaRPr lang="zh-CN" altLang="en-US" sz="2000" dirty="0">
              <a:gradFill>
                <a:gsLst>
                  <a:gs pos="0">
                    <a:srgbClr val="F0D4AE"/>
                  </a:gs>
                  <a:gs pos="100000">
                    <a:srgbClr val="E5B473"/>
                  </a:gs>
                </a:gsLst>
                <a:lin ang="5400000" scaled="1"/>
              </a:gradFill>
              <a:latin typeface="汉仪许静行楷W" panose="00020600040101010101" pitchFamily="18" charset="-122"/>
              <a:ea typeface="汉仪许静行楷W" panose="00020600040101010101" pitchFamily="18" charset="-122"/>
            </a:endParaRPr>
          </a:p>
        </p:txBody>
      </p:sp>
      <p:sp>
        <p:nvSpPr>
          <p:cNvPr id="31" name="文本框 30"/>
          <p:cNvSpPr txBox="1"/>
          <p:nvPr/>
        </p:nvSpPr>
        <p:spPr>
          <a:xfrm>
            <a:off x="7048796" y="6325448"/>
            <a:ext cx="377490" cy="950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gradFill>
                  <a:gsLst>
                    <a:gs pos="0">
                      <a:srgbClr val="F0D4AE"/>
                    </a:gs>
                    <a:gs pos="100000">
                      <a:srgbClr val="E5B473"/>
                    </a:gs>
                  </a:gsLst>
                  <a:lin ang="5400000" scaled="1"/>
                </a:gradFill>
                <a:latin typeface="汉仪许静行楷W" panose="00020600040101010101" pitchFamily="18" charset="-122"/>
                <a:ea typeface="汉仪许静行楷W" panose="00020600040101010101" pitchFamily="18" charset="-122"/>
              </a:rPr>
              <a:t>正</a:t>
            </a:r>
            <a:endParaRPr lang="zh-CN" altLang="en-US" sz="2000" dirty="0">
              <a:gradFill>
                <a:gsLst>
                  <a:gs pos="0">
                    <a:srgbClr val="F0D4AE"/>
                  </a:gs>
                  <a:gs pos="100000">
                    <a:srgbClr val="E5B473"/>
                  </a:gs>
                </a:gsLst>
                <a:lin ang="5400000" scaled="1"/>
              </a:gradFill>
              <a:latin typeface="汉仪许静行楷W" panose="00020600040101010101" pitchFamily="18" charset="-122"/>
              <a:ea typeface="汉仪许静行楷W" panose="00020600040101010101" pitchFamily="18" charset="-122"/>
            </a:endParaRPr>
          </a:p>
        </p:txBody>
      </p:sp>
      <p:sp>
        <p:nvSpPr>
          <p:cNvPr id="32" name="文本框 31"/>
          <p:cNvSpPr txBox="1"/>
          <p:nvPr/>
        </p:nvSpPr>
        <p:spPr>
          <a:xfrm>
            <a:off x="7301411" y="6206641"/>
            <a:ext cx="377490" cy="1389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200" dirty="0">
                <a:gradFill>
                  <a:gsLst>
                    <a:gs pos="0">
                      <a:srgbClr val="F0D4AE"/>
                    </a:gs>
                    <a:gs pos="100000">
                      <a:srgbClr val="E5B473"/>
                    </a:gs>
                  </a:gsLst>
                  <a:lin ang="5400000" scaled="1"/>
                </a:gradFill>
                <a:latin typeface="汉仪许静行楷W" panose="00020600040101010101" pitchFamily="18" charset="-122"/>
                <a:ea typeface="汉仪许静行楷W" panose="00020600040101010101" pitchFamily="18" charset="-122"/>
              </a:rPr>
              <a:t>茂</a:t>
            </a:r>
            <a:endParaRPr lang="zh-CN" altLang="en-US" sz="3200" dirty="0">
              <a:gradFill>
                <a:gsLst>
                  <a:gs pos="0">
                    <a:srgbClr val="F0D4AE"/>
                  </a:gs>
                  <a:gs pos="100000">
                    <a:srgbClr val="E5B473"/>
                  </a:gs>
                </a:gsLst>
                <a:lin ang="5400000" scaled="1"/>
              </a:gradFill>
              <a:latin typeface="汉仪许静行楷W" panose="00020600040101010101" pitchFamily="18" charset="-122"/>
              <a:ea typeface="汉仪许静行楷W" panose="00020600040101010101" pitchFamily="18" charset="-122"/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4703599" y="61545"/>
            <a:ext cx="27848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/>
            <a:r>
              <a:rPr lang="zh-CN" altLang="en-US" sz="3200" dirty="0">
                <a:gradFill>
                  <a:gsLst>
                    <a:gs pos="0">
                      <a:srgbClr val="F0D4AE"/>
                    </a:gs>
                    <a:gs pos="100000">
                      <a:srgbClr val="E5B473"/>
                    </a:gs>
                  </a:gsLst>
                  <a:lin ang="5400000" scaled="1"/>
                </a:gradFill>
                <a:latin typeface="汉仪许静行楷W" panose="00020600040101010101" pitchFamily="18" charset="-122"/>
                <a:ea typeface="汉仪许静行楷W" panose="00020600040101010101" pitchFamily="18" charset="-122"/>
              </a:rPr>
              <a:t>输入您的标题</a:t>
            </a:r>
            <a:endParaRPr lang="zh-CN" altLang="en-US" sz="3200" dirty="0">
              <a:gradFill>
                <a:gsLst>
                  <a:gs pos="0">
                    <a:srgbClr val="F0D4AE"/>
                  </a:gs>
                  <a:gs pos="100000">
                    <a:srgbClr val="E5B473"/>
                  </a:gs>
                </a:gsLst>
                <a:lin ang="5400000" scaled="1"/>
              </a:gradFill>
              <a:latin typeface="汉仪许静行楷W" panose="00020600040101010101" pitchFamily="18" charset="-122"/>
              <a:ea typeface="汉仪许静行楷W" panose="00020600040101010101" pitchFamily="18" charset="-122"/>
            </a:endParaRPr>
          </a:p>
        </p:txBody>
      </p:sp>
      <p:cxnSp>
        <p:nvCxnSpPr>
          <p:cNvPr id="8" name="直接连接符 7"/>
          <p:cNvCxnSpPr/>
          <p:nvPr/>
        </p:nvCxnSpPr>
        <p:spPr>
          <a:xfrm>
            <a:off x="5486402" y="663906"/>
            <a:ext cx="1277815" cy="0"/>
          </a:xfrm>
          <a:prstGeom prst="line">
            <a:avLst/>
          </a:prstGeom>
          <a:ln w="19050">
            <a:solidFill>
              <a:srgbClr val="F0D4A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7" name="图表 16"/>
          <p:cNvGraphicFramePr/>
          <p:nvPr/>
        </p:nvGraphicFramePr>
        <p:xfrm>
          <a:off x="1226889" y="1354739"/>
          <a:ext cx="5054600" cy="42195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18" name="文本框 17"/>
          <p:cNvSpPr txBox="1"/>
          <p:nvPr/>
        </p:nvSpPr>
        <p:spPr>
          <a:xfrm>
            <a:off x="7414295" y="1821821"/>
            <a:ext cx="160863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2400" dirty="0">
                <a:gradFill>
                  <a:gsLst>
                    <a:gs pos="0">
                      <a:srgbClr val="F0D4AE"/>
                    </a:gs>
                    <a:gs pos="100000">
                      <a:srgbClr val="E5B473"/>
                    </a:gs>
                  </a:gsLst>
                  <a:lin ang="5400000" scaled="1"/>
                </a:gradFill>
                <a:latin typeface="汉仪大宋简" panose="02010600000101010101" pitchFamily="2" charset="-122"/>
                <a:ea typeface="汉仪大宋简" panose="02010600000101010101" pitchFamily="2" charset="-122"/>
              </a:rPr>
              <a:t>输入标题</a:t>
            </a:r>
            <a:endParaRPr lang="zh-CN" altLang="en-US" sz="2400" dirty="0">
              <a:gradFill>
                <a:gsLst>
                  <a:gs pos="0">
                    <a:srgbClr val="F0D4AE"/>
                  </a:gs>
                  <a:gs pos="100000">
                    <a:srgbClr val="E5B473"/>
                  </a:gs>
                </a:gsLst>
                <a:lin ang="5400000" scaled="1"/>
              </a:gradFill>
              <a:latin typeface="汉仪大宋简" panose="02010600000101010101" pitchFamily="2" charset="-122"/>
              <a:ea typeface="汉仪大宋简" panose="02010600000101010101" pitchFamily="2" charset="-122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7423820" y="2254255"/>
            <a:ext cx="3388521" cy="10237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dirty="0">
                <a:gradFill>
                  <a:gsLst>
                    <a:gs pos="0">
                      <a:srgbClr val="F0D4AE"/>
                    </a:gs>
                    <a:gs pos="100000">
                      <a:srgbClr val="E5B473"/>
                    </a:gs>
                  </a:gsLst>
                  <a:lin ang="5400000" scaled="1"/>
                </a:gradFill>
                <a:latin typeface="微软雅黑" panose="020B0503020204020204" pitchFamily="34" charset="-122"/>
                <a:ea typeface="微软雅黑" panose="020B0503020204020204" pitchFamily="34" charset="-122"/>
              </a:rPr>
              <a:t>您的内容打在这里，或者通过复制您的文本后，在此框中选择粘贴，并选择只保留文字。</a:t>
            </a:r>
            <a:endParaRPr lang="zh-CN" altLang="en-US" sz="1400" dirty="0">
              <a:gradFill>
                <a:gsLst>
                  <a:gs pos="0">
                    <a:srgbClr val="F0D4AE"/>
                  </a:gs>
                  <a:gs pos="100000">
                    <a:srgbClr val="E5B473"/>
                  </a:gs>
                </a:gsLst>
                <a:lin ang="5400000" scaled="1"/>
              </a:gra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7414295" y="3998474"/>
            <a:ext cx="160863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2400" dirty="0">
                <a:gradFill>
                  <a:gsLst>
                    <a:gs pos="0">
                      <a:srgbClr val="F0D4AE"/>
                    </a:gs>
                    <a:gs pos="100000">
                      <a:srgbClr val="E5B473"/>
                    </a:gs>
                  </a:gsLst>
                  <a:lin ang="5400000" scaled="1"/>
                </a:gradFill>
                <a:latin typeface="汉仪大宋简" panose="02010600000101010101" pitchFamily="2" charset="-122"/>
                <a:ea typeface="汉仪大宋简" panose="02010600000101010101" pitchFamily="2" charset="-122"/>
              </a:rPr>
              <a:t>输入标题</a:t>
            </a:r>
            <a:endParaRPr lang="zh-CN" altLang="en-US" sz="2400" dirty="0">
              <a:gradFill>
                <a:gsLst>
                  <a:gs pos="0">
                    <a:srgbClr val="F0D4AE"/>
                  </a:gs>
                  <a:gs pos="100000">
                    <a:srgbClr val="E5B473"/>
                  </a:gs>
                </a:gsLst>
                <a:lin ang="5400000" scaled="1"/>
              </a:gradFill>
              <a:latin typeface="汉仪大宋简" panose="02010600000101010101" pitchFamily="2" charset="-122"/>
              <a:ea typeface="汉仪大宋简" panose="02010600000101010101" pitchFamily="2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423820" y="4430908"/>
            <a:ext cx="3388521" cy="10237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dirty="0">
                <a:gradFill>
                  <a:gsLst>
                    <a:gs pos="0">
                      <a:srgbClr val="F0D4AE"/>
                    </a:gs>
                    <a:gs pos="100000">
                      <a:srgbClr val="E5B473"/>
                    </a:gs>
                  </a:gsLst>
                  <a:lin ang="5400000" scaled="1"/>
                </a:gradFill>
                <a:latin typeface="微软雅黑" panose="020B0503020204020204" pitchFamily="34" charset="-122"/>
                <a:ea typeface="微软雅黑" panose="020B0503020204020204" pitchFamily="34" charset="-122"/>
              </a:rPr>
              <a:t>您的内容打在这里，或者通过复制您的文本后，在此框中选择粘贴，并选择只保留文字。</a:t>
            </a:r>
            <a:endParaRPr lang="zh-CN" altLang="en-US" sz="1400" dirty="0">
              <a:gradFill>
                <a:gsLst>
                  <a:gs pos="0">
                    <a:srgbClr val="F0D4AE"/>
                  </a:gs>
                  <a:gs pos="100000">
                    <a:srgbClr val="E5B473"/>
                  </a:gs>
                </a:gsLst>
                <a:lin ang="5400000" scaled="1"/>
              </a:gra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矩形 22"/>
          <p:cNvSpPr/>
          <p:nvPr/>
        </p:nvSpPr>
        <p:spPr>
          <a:xfrm flipH="1">
            <a:off x="7189671" y="1890457"/>
            <a:ext cx="45719" cy="1354853"/>
          </a:xfrm>
          <a:prstGeom prst="rect">
            <a:avLst/>
          </a:prstGeom>
          <a:gradFill>
            <a:gsLst>
              <a:gs pos="0">
                <a:srgbClr val="F0D4AE"/>
              </a:gs>
              <a:gs pos="100000">
                <a:srgbClr val="E5B473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gradFill>
                <a:gsLst>
                  <a:gs pos="0">
                    <a:srgbClr val="F0D4AE"/>
                  </a:gs>
                  <a:gs pos="100000">
                    <a:srgbClr val="E5B473"/>
                  </a:gs>
                </a:gsLst>
                <a:lin ang="5400000" scaled="1"/>
              </a:gradFill>
            </a:endParaRPr>
          </a:p>
        </p:txBody>
      </p:sp>
      <p:sp>
        <p:nvSpPr>
          <p:cNvPr id="24" name="矩形 23"/>
          <p:cNvSpPr/>
          <p:nvPr/>
        </p:nvSpPr>
        <p:spPr>
          <a:xfrm flipH="1">
            <a:off x="7189671" y="4090272"/>
            <a:ext cx="45719" cy="1354853"/>
          </a:xfrm>
          <a:prstGeom prst="rect">
            <a:avLst/>
          </a:prstGeom>
          <a:gradFill>
            <a:gsLst>
              <a:gs pos="0">
                <a:srgbClr val="F0D4AE"/>
              </a:gs>
              <a:gs pos="100000">
                <a:srgbClr val="E5B473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gradFill>
                <a:gsLst>
                  <a:gs pos="0">
                    <a:srgbClr val="F0D4AE"/>
                  </a:gs>
                  <a:gs pos="100000">
                    <a:srgbClr val="E5B473"/>
                  </a:gs>
                </a:gsLst>
                <a:lin ang="5400000" scaled="1"/>
              </a:gradFill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19" grpId="0"/>
      <p:bldP spid="20" grpId="0"/>
      <p:bldP spid="21" grpId="0"/>
      <p:bldP spid="23" grpId="0" animBg="1"/>
      <p:bldP spid="24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8BC8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63012" y="55685"/>
            <a:ext cx="12065977" cy="6746631"/>
          </a:xfrm>
          <a:prstGeom prst="rect">
            <a:avLst/>
          </a:prstGeom>
          <a:solidFill>
            <a:srgbClr val="9F191F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1" name="图片 10" descr="背景图案&#10;&#10;描述已自动生成"/>
          <p:cNvPicPr>
            <a:picLocks noChangeAspect="1"/>
          </p:cNvPicPr>
          <p:nvPr/>
        </p:nvPicPr>
        <p:blipFill>
          <a:blip r:embed="rId1">
            <a:alphaModFix amt="54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 flipV="1">
            <a:off x="7018275" y="1691602"/>
            <a:ext cx="3801580" cy="6419847"/>
          </a:xfrm>
          <a:prstGeom prst="rect">
            <a:avLst/>
          </a:prstGeom>
        </p:spPr>
      </p:pic>
      <p:pic>
        <p:nvPicPr>
          <p:cNvPr id="12" name="图片 11" descr="背景图案&#10;&#10;描述已自动生成"/>
          <p:cNvPicPr>
            <a:picLocks noChangeAspect="1"/>
          </p:cNvPicPr>
          <p:nvPr/>
        </p:nvPicPr>
        <p:blipFill>
          <a:blip r:embed="rId1">
            <a:alphaModFix amt="39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 flipV="1">
            <a:off x="1153071" y="-1034376"/>
            <a:ext cx="2825633" cy="5005753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92731" y="6528221"/>
            <a:ext cx="5406537" cy="353227"/>
          </a:xfrm>
          <a:prstGeom prst="rect">
            <a:avLst/>
          </a:prstGeom>
        </p:spPr>
      </p:pic>
      <p:sp>
        <p:nvSpPr>
          <p:cNvPr id="25" name="文本框 24"/>
          <p:cNvSpPr txBox="1"/>
          <p:nvPr/>
        </p:nvSpPr>
        <p:spPr>
          <a:xfrm>
            <a:off x="4402014" y="6157078"/>
            <a:ext cx="390576" cy="5269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600" dirty="0">
                <a:gradFill>
                  <a:gsLst>
                    <a:gs pos="0">
                      <a:srgbClr val="F0D4AE"/>
                    </a:gs>
                    <a:gs pos="100000">
                      <a:srgbClr val="E5B473"/>
                    </a:gs>
                  </a:gsLst>
                  <a:lin ang="5400000" scaled="1"/>
                </a:gradFill>
                <a:latin typeface="汉仪许静行楷W" panose="00020600040101010101" pitchFamily="18" charset="-122"/>
                <a:ea typeface="汉仪许静行楷W" panose="00020600040101010101" pitchFamily="18" charset="-122"/>
              </a:rPr>
              <a:t>百</a:t>
            </a:r>
            <a:endParaRPr lang="zh-CN" altLang="en-US" sz="3600" dirty="0">
              <a:gradFill>
                <a:gsLst>
                  <a:gs pos="0">
                    <a:srgbClr val="F0D4AE"/>
                  </a:gs>
                  <a:gs pos="100000">
                    <a:srgbClr val="E5B473"/>
                  </a:gs>
                </a:gsLst>
                <a:lin ang="5400000" scaled="1"/>
              </a:gradFill>
              <a:latin typeface="汉仪许静行楷W" panose="00020600040101010101" pitchFamily="18" charset="-122"/>
              <a:ea typeface="汉仪许静行楷W" panose="00020600040101010101" pitchFamily="18" charset="-122"/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4628482" y="6403745"/>
            <a:ext cx="390576" cy="3010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gradFill>
                  <a:gsLst>
                    <a:gs pos="0">
                      <a:srgbClr val="F0D4AE"/>
                    </a:gs>
                    <a:gs pos="100000">
                      <a:srgbClr val="E5B473"/>
                    </a:gs>
                  </a:gsLst>
                  <a:lin ang="5400000" scaled="1"/>
                </a:gradFill>
                <a:latin typeface="汉仪许静行楷W" panose="00020600040101010101" pitchFamily="18" charset="-122"/>
                <a:ea typeface="汉仪许静行楷W" panose="00020600040101010101" pitchFamily="18" charset="-122"/>
              </a:rPr>
              <a:t>年</a:t>
            </a:r>
            <a:endParaRPr lang="zh-CN" altLang="en-US" dirty="0">
              <a:gradFill>
                <a:gsLst>
                  <a:gs pos="0">
                    <a:srgbClr val="F0D4AE"/>
                  </a:gs>
                  <a:gs pos="100000">
                    <a:srgbClr val="E5B473"/>
                  </a:gs>
                </a:gsLst>
                <a:lin ang="5400000" scaled="1"/>
              </a:gradFill>
              <a:latin typeface="汉仪许静行楷W" panose="00020600040101010101" pitchFamily="18" charset="-122"/>
              <a:ea typeface="汉仪许静行楷W" panose="00020600040101010101" pitchFamily="18" charset="-122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4868842" y="6387891"/>
            <a:ext cx="390576" cy="3010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gradFill>
                  <a:gsLst>
                    <a:gs pos="0">
                      <a:srgbClr val="F0D4AE"/>
                    </a:gs>
                    <a:gs pos="100000">
                      <a:srgbClr val="E5B473"/>
                    </a:gs>
                  </a:gsLst>
                  <a:lin ang="5400000" scaled="1"/>
                </a:gradFill>
                <a:latin typeface="汉仪许静行楷W" panose="00020600040101010101" pitchFamily="18" charset="-122"/>
                <a:ea typeface="汉仪许静行楷W" panose="00020600040101010101" pitchFamily="18" charset="-122"/>
              </a:rPr>
              <a:t>大</a:t>
            </a:r>
            <a:endParaRPr lang="zh-CN" altLang="en-US" dirty="0">
              <a:gradFill>
                <a:gsLst>
                  <a:gs pos="0">
                    <a:srgbClr val="F0D4AE"/>
                  </a:gs>
                  <a:gs pos="100000">
                    <a:srgbClr val="E5B473"/>
                  </a:gs>
                </a:gsLst>
                <a:lin ang="5400000" scaled="1"/>
              </a:gradFill>
              <a:latin typeface="汉仪许静行楷W" panose="00020600040101010101" pitchFamily="18" charset="-122"/>
              <a:ea typeface="汉仪许静行楷W" panose="00020600040101010101" pitchFamily="18" charset="-122"/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5107547" y="6301581"/>
            <a:ext cx="390576" cy="3763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dirty="0">
                <a:gradFill>
                  <a:gsLst>
                    <a:gs pos="0">
                      <a:srgbClr val="F0D4AE"/>
                    </a:gs>
                    <a:gs pos="100000">
                      <a:srgbClr val="E5B473"/>
                    </a:gs>
                  </a:gsLst>
                  <a:lin ang="5400000" scaled="1"/>
                </a:gradFill>
                <a:latin typeface="汉仪许静行楷W" panose="00020600040101010101" pitchFamily="18" charset="-122"/>
                <a:ea typeface="汉仪许静行楷W" panose="00020600040101010101" pitchFamily="18" charset="-122"/>
              </a:rPr>
              <a:t>党</a:t>
            </a:r>
            <a:endParaRPr lang="zh-CN" altLang="en-US" sz="2400" dirty="0">
              <a:gradFill>
                <a:gsLst>
                  <a:gs pos="0">
                    <a:srgbClr val="F0D4AE"/>
                  </a:gs>
                  <a:gs pos="100000">
                    <a:srgbClr val="E5B473"/>
                  </a:gs>
                </a:gsLst>
                <a:lin ang="5400000" scaled="1"/>
              </a:gradFill>
              <a:latin typeface="汉仪许静行楷W" panose="00020600040101010101" pitchFamily="18" charset="-122"/>
              <a:ea typeface="汉仪许静行楷W" panose="00020600040101010101" pitchFamily="18" charset="-122"/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6656332" y="6233111"/>
            <a:ext cx="377490" cy="1389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200" dirty="0">
                <a:gradFill>
                  <a:gsLst>
                    <a:gs pos="0">
                      <a:srgbClr val="F0D4AE"/>
                    </a:gs>
                    <a:gs pos="100000">
                      <a:srgbClr val="E5B473"/>
                    </a:gs>
                  </a:gsLst>
                  <a:lin ang="5400000" scaled="1"/>
                </a:gradFill>
                <a:latin typeface="汉仪许静行楷W" panose="00020600040101010101" pitchFamily="18" charset="-122"/>
                <a:ea typeface="汉仪许静行楷W" panose="00020600040101010101" pitchFamily="18" charset="-122"/>
              </a:rPr>
              <a:t>风</a:t>
            </a:r>
            <a:endParaRPr lang="zh-CN" altLang="en-US" sz="3200" dirty="0">
              <a:gradFill>
                <a:gsLst>
                  <a:gs pos="0">
                    <a:srgbClr val="F0D4AE"/>
                  </a:gs>
                  <a:gs pos="100000">
                    <a:srgbClr val="E5B473"/>
                  </a:gs>
                </a:gsLst>
                <a:lin ang="5400000" scaled="1"/>
              </a:gradFill>
              <a:latin typeface="汉仪许静行楷W" panose="00020600040101010101" pitchFamily="18" charset="-122"/>
              <a:ea typeface="汉仪许静行楷W" panose="00020600040101010101" pitchFamily="18" charset="-122"/>
            </a:endParaRPr>
          </a:p>
        </p:txBody>
      </p:sp>
      <p:sp>
        <p:nvSpPr>
          <p:cNvPr id="30" name="文本框 29"/>
          <p:cNvSpPr txBox="1"/>
          <p:nvPr/>
        </p:nvSpPr>
        <p:spPr>
          <a:xfrm>
            <a:off x="6855317" y="6293444"/>
            <a:ext cx="377490" cy="950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gradFill>
                  <a:gsLst>
                    <a:gs pos="0">
                      <a:srgbClr val="F0D4AE"/>
                    </a:gs>
                    <a:gs pos="100000">
                      <a:srgbClr val="E5B473"/>
                    </a:gs>
                  </a:gsLst>
                  <a:lin ang="5400000" scaled="1"/>
                </a:gradFill>
                <a:latin typeface="汉仪许静行楷W" panose="00020600040101010101" pitchFamily="18" charset="-122"/>
                <a:ea typeface="汉仪许静行楷W" panose="00020600040101010101" pitchFamily="18" charset="-122"/>
              </a:rPr>
              <a:t>华</a:t>
            </a:r>
            <a:endParaRPr lang="zh-CN" altLang="en-US" sz="2000" dirty="0">
              <a:gradFill>
                <a:gsLst>
                  <a:gs pos="0">
                    <a:srgbClr val="F0D4AE"/>
                  </a:gs>
                  <a:gs pos="100000">
                    <a:srgbClr val="E5B473"/>
                  </a:gs>
                </a:gsLst>
                <a:lin ang="5400000" scaled="1"/>
              </a:gradFill>
              <a:latin typeface="汉仪许静行楷W" panose="00020600040101010101" pitchFamily="18" charset="-122"/>
              <a:ea typeface="汉仪许静行楷W" panose="00020600040101010101" pitchFamily="18" charset="-122"/>
            </a:endParaRPr>
          </a:p>
        </p:txBody>
      </p:sp>
      <p:sp>
        <p:nvSpPr>
          <p:cNvPr id="31" name="文本框 30"/>
          <p:cNvSpPr txBox="1"/>
          <p:nvPr/>
        </p:nvSpPr>
        <p:spPr>
          <a:xfrm>
            <a:off x="7048796" y="6325448"/>
            <a:ext cx="377490" cy="950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gradFill>
                  <a:gsLst>
                    <a:gs pos="0">
                      <a:srgbClr val="F0D4AE"/>
                    </a:gs>
                    <a:gs pos="100000">
                      <a:srgbClr val="E5B473"/>
                    </a:gs>
                  </a:gsLst>
                  <a:lin ang="5400000" scaled="1"/>
                </a:gradFill>
                <a:latin typeface="汉仪许静行楷W" panose="00020600040101010101" pitchFamily="18" charset="-122"/>
                <a:ea typeface="汉仪许静行楷W" panose="00020600040101010101" pitchFamily="18" charset="-122"/>
              </a:rPr>
              <a:t>正</a:t>
            </a:r>
            <a:endParaRPr lang="zh-CN" altLang="en-US" sz="2000" dirty="0">
              <a:gradFill>
                <a:gsLst>
                  <a:gs pos="0">
                    <a:srgbClr val="F0D4AE"/>
                  </a:gs>
                  <a:gs pos="100000">
                    <a:srgbClr val="E5B473"/>
                  </a:gs>
                </a:gsLst>
                <a:lin ang="5400000" scaled="1"/>
              </a:gradFill>
              <a:latin typeface="汉仪许静行楷W" panose="00020600040101010101" pitchFamily="18" charset="-122"/>
              <a:ea typeface="汉仪许静行楷W" panose="00020600040101010101" pitchFamily="18" charset="-122"/>
            </a:endParaRPr>
          </a:p>
        </p:txBody>
      </p:sp>
      <p:sp>
        <p:nvSpPr>
          <p:cNvPr id="32" name="文本框 31"/>
          <p:cNvSpPr txBox="1"/>
          <p:nvPr/>
        </p:nvSpPr>
        <p:spPr>
          <a:xfrm>
            <a:off x="7301411" y="6206641"/>
            <a:ext cx="377490" cy="1389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200" dirty="0">
                <a:gradFill>
                  <a:gsLst>
                    <a:gs pos="0">
                      <a:srgbClr val="F0D4AE"/>
                    </a:gs>
                    <a:gs pos="100000">
                      <a:srgbClr val="E5B473"/>
                    </a:gs>
                  </a:gsLst>
                  <a:lin ang="5400000" scaled="1"/>
                </a:gradFill>
                <a:latin typeface="汉仪许静行楷W" panose="00020600040101010101" pitchFamily="18" charset="-122"/>
                <a:ea typeface="汉仪许静行楷W" panose="00020600040101010101" pitchFamily="18" charset="-122"/>
              </a:rPr>
              <a:t>茂</a:t>
            </a:r>
            <a:endParaRPr lang="zh-CN" altLang="en-US" sz="3200" dirty="0">
              <a:gradFill>
                <a:gsLst>
                  <a:gs pos="0">
                    <a:srgbClr val="F0D4AE"/>
                  </a:gs>
                  <a:gs pos="100000">
                    <a:srgbClr val="E5B473"/>
                  </a:gs>
                </a:gsLst>
                <a:lin ang="5400000" scaled="1"/>
              </a:gradFill>
              <a:latin typeface="汉仪许静行楷W" panose="00020600040101010101" pitchFamily="18" charset="-122"/>
              <a:ea typeface="汉仪许静行楷W" panose="00020600040101010101" pitchFamily="18" charset="-122"/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4703599" y="61545"/>
            <a:ext cx="27848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/>
            <a:r>
              <a:rPr lang="zh-CN" altLang="en-US" sz="3200" dirty="0">
                <a:gradFill>
                  <a:gsLst>
                    <a:gs pos="0">
                      <a:srgbClr val="F0D4AE"/>
                    </a:gs>
                    <a:gs pos="100000">
                      <a:srgbClr val="E5B473"/>
                    </a:gs>
                  </a:gsLst>
                  <a:lin ang="5400000" scaled="1"/>
                </a:gradFill>
                <a:latin typeface="汉仪许静行楷W" panose="00020600040101010101" pitchFamily="18" charset="-122"/>
                <a:ea typeface="汉仪许静行楷W" panose="00020600040101010101" pitchFamily="18" charset="-122"/>
              </a:rPr>
              <a:t>输入您的标题</a:t>
            </a:r>
            <a:endParaRPr lang="zh-CN" altLang="en-US" sz="3200" dirty="0">
              <a:gradFill>
                <a:gsLst>
                  <a:gs pos="0">
                    <a:srgbClr val="F0D4AE"/>
                  </a:gs>
                  <a:gs pos="100000">
                    <a:srgbClr val="E5B473"/>
                  </a:gs>
                </a:gsLst>
                <a:lin ang="5400000" scaled="1"/>
              </a:gradFill>
              <a:latin typeface="汉仪许静行楷W" panose="00020600040101010101" pitchFamily="18" charset="-122"/>
              <a:ea typeface="汉仪许静行楷W" panose="00020600040101010101" pitchFamily="18" charset="-122"/>
            </a:endParaRPr>
          </a:p>
        </p:txBody>
      </p:sp>
      <p:cxnSp>
        <p:nvCxnSpPr>
          <p:cNvPr id="8" name="直接连接符 7"/>
          <p:cNvCxnSpPr/>
          <p:nvPr/>
        </p:nvCxnSpPr>
        <p:spPr>
          <a:xfrm>
            <a:off x="5486402" y="663906"/>
            <a:ext cx="1277815" cy="0"/>
          </a:xfrm>
          <a:prstGeom prst="line">
            <a:avLst/>
          </a:prstGeom>
          <a:ln w="19050">
            <a:solidFill>
              <a:srgbClr val="F0D4A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7" name="组合 16"/>
          <p:cNvGrpSpPr/>
          <p:nvPr/>
        </p:nvGrpSpPr>
        <p:grpSpPr>
          <a:xfrm>
            <a:off x="4488682" y="1990605"/>
            <a:ext cx="3232215" cy="3254103"/>
            <a:chOff x="4476910" y="2107582"/>
            <a:chExt cx="3276587" cy="3298775"/>
          </a:xfrm>
        </p:grpSpPr>
        <p:sp>
          <p:nvSpPr>
            <p:cNvPr id="18" name="菱形 17"/>
            <p:cNvSpPr/>
            <p:nvPr/>
          </p:nvSpPr>
          <p:spPr>
            <a:xfrm>
              <a:off x="4859247" y="2515454"/>
              <a:ext cx="2483030" cy="2483030"/>
            </a:xfrm>
            <a:prstGeom prst="diamond">
              <a:avLst/>
            </a:prstGeom>
            <a:noFill/>
            <a:ln w="28575">
              <a:solidFill>
                <a:srgbClr val="F0D4AE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gradFill>
                  <a:gsLst>
                    <a:gs pos="0">
                      <a:srgbClr val="F0D4AE"/>
                    </a:gs>
                    <a:gs pos="100000">
                      <a:srgbClr val="E5B473"/>
                    </a:gs>
                  </a:gsLst>
                  <a:lin ang="5400000" scaled="1"/>
                </a:gradFill>
              </a:endParaRPr>
            </a:p>
          </p:txBody>
        </p:sp>
        <p:sp>
          <p:nvSpPr>
            <p:cNvPr id="19" name="椭圆 18"/>
            <p:cNvSpPr/>
            <p:nvPr/>
          </p:nvSpPr>
          <p:spPr>
            <a:xfrm>
              <a:off x="5616957" y="2107582"/>
              <a:ext cx="925117" cy="925117"/>
            </a:xfrm>
            <a:prstGeom prst="ellipse">
              <a:avLst/>
            </a:prstGeom>
            <a:gradFill>
              <a:gsLst>
                <a:gs pos="0">
                  <a:srgbClr val="F0D4AE"/>
                </a:gs>
                <a:gs pos="100000">
                  <a:srgbClr val="E5B473"/>
                </a:gs>
              </a:gsLst>
              <a:lin ang="5400000" scaled="1"/>
            </a:gra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dirty="0">
                <a:gradFill>
                  <a:gsLst>
                    <a:gs pos="0">
                      <a:srgbClr val="F0D4AE"/>
                    </a:gs>
                    <a:gs pos="100000">
                      <a:srgbClr val="E5B473"/>
                    </a:gs>
                  </a:gsLst>
                  <a:lin ang="5400000" scaled="1"/>
                </a:gradFill>
              </a:endParaRPr>
            </a:p>
          </p:txBody>
        </p:sp>
        <p:sp>
          <p:nvSpPr>
            <p:cNvPr id="20" name="椭圆 19"/>
            <p:cNvSpPr/>
            <p:nvPr/>
          </p:nvSpPr>
          <p:spPr>
            <a:xfrm>
              <a:off x="6828380" y="3308707"/>
              <a:ext cx="925117" cy="925117"/>
            </a:xfrm>
            <a:prstGeom prst="ellipse">
              <a:avLst/>
            </a:prstGeom>
            <a:gradFill>
              <a:gsLst>
                <a:gs pos="0">
                  <a:srgbClr val="F0D4AE"/>
                </a:gs>
                <a:gs pos="100000">
                  <a:srgbClr val="E5B473"/>
                </a:gs>
              </a:gsLst>
              <a:lin ang="5400000" scaled="1"/>
            </a:gra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gradFill>
                  <a:gsLst>
                    <a:gs pos="0">
                      <a:srgbClr val="F0D4AE"/>
                    </a:gs>
                    <a:gs pos="100000">
                      <a:srgbClr val="E5B473"/>
                    </a:gs>
                  </a:gsLst>
                  <a:lin ang="5400000" scaled="1"/>
                </a:gradFill>
              </a:endParaRPr>
            </a:p>
          </p:txBody>
        </p:sp>
        <p:sp>
          <p:nvSpPr>
            <p:cNvPr id="21" name="椭圆 20"/>
            <p:cNvSpPr/>
            <p:nvPr/>
          </p:nvSpPr>
          <p:spPr>
            <a:xfrm>
              <a:off x="4476910" y="3334704"/>
              <a:ext cx="925117" cy="925117"/>
            </a:xfrm>
            <a:prstGeom prst="ellipse">
              <a:avLst/>
            </a:prstGeom>
            <a:gradFill>
              <a:gsLst>
                <a:gs pos="0">
                  <a:srgbClr val="F0D4AE"/>
                </a:gs>
                <a:gs pos="100000">
                  <a:srgbClr val="E5B473"/>
                </a:gs>
              </a:gsLst>
              <a:lin ang="5400000" scaled="1"/>
            </a:gra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gradFill>
                  <a:gsLst>
                    <a:gs pos="0">
                      <a:srgbClr val="F0D4AE"/>
                    </a:gs>
                    <a:gs pos="100000">
                      <a:srgbClr val="E5B473"/>
                    </a:gs>
                  </a:gsLst>
                  <a:lin ang="5400000" scaled="1"/>
                </a:gradFill>
              </a:endParaRPr>
            </a:p>
          </p:txBody>
        </p:sp>
        <p:sp>
          <p:nvSpPr>
            <p:cNvPr id="23" name="椭圆 22"/>
            <p:cNvSpPr/>
            <p:nvPr/>
          </p:nvSpPr>
          <p:spPr>
            <a:xfrm>
              <a:off x="5652419" y="4481240"/>
              <a:ext cx="925117" cy="925117"/>
            </a:xfrm>
            <a:prstGeom prst="ellipse">
              <a:avLst/>
            </a:prstGeom>
            <a:gradFill>
              <a:gsLst>
                <a:gs pos="0">
                  <a:srgbClr val="F0D4AE"/>
                </a:gs>
                <a:gs pos="100000">
                  <a:srgbClr val="E5B473"/>
                </a:gs>
              </a:gsLst>
              <a:lin ang="5400000" scaled="1"/>
            </a:gra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gradFill>
                  <a:gsLst>
                    <a:gs pos="0">
                      <a:srgbClr val="F0D4AE"/>
                    </a:gs>
                    <a:gs pos="100000">
                      <a:srgbClr val="E5B473"/>
                    </a:gs>
                  </a:gsLst>
                  <a:lin ang="5400000" scaled="1"/>
                </a:gradFill>
              </a:endParaRPr>
            </a:p>
          </p:txBody>
        </p:sp>
        <p:sp>
          <p:nvSpPr>
            <p:cNvPr id="24" name="student-reading_73705"/>
            <p:cNvSpPr>
              <a:spLocks noChangeAspect="1"/>
            </p:cNvSpPr>
            <p:nvPr/>
          </p:nvSpPr>
          <p:spPr bwMode="auto">
            <a:xfrm>
              <a:off x="5812795" y="2315117"/>
              <a:ext cx="533442" cy="474325"/>
            </a:xfrm>
            <a:custGeom>
              <a:avLst/>
              <a:gdLst>
                <a:gd name="T0" fmla="*/ 9594 w 12802"/>
                <a:gd name="T1" fmla="*/ 6548 h 11382"/>
                <a:gd name="T2" fmla="*/ 12802 w 12802"/>
                <a:gd name="T3" fmla="*/ 4139 h 11382"/>
                <a:gd name="T4" fmla="*/ 8193 w 12802"/>
                <a:gd name="T5" fmla="*/ 4139 h 11382"/>
                <a:gd name="T6" fmla="*/ 6401 w 12802"/>
                <a:gd name="T7" fmla="*/ 0 h 11382"/>
                <a:gd name="T8" fmla="*/ 4811 w 12802"/>
                <a:gd name="T9" fmla="*/ 3672 h 11382"/>
                <a:gd name="T10" fmla="*/ 4814 w 12802"/>
                <a:gd name="T11" fmla="*/ 3672 h 11382"/>
                <a:gd name="T12" fmla="*/ 3882 w 12802"/>
                <a:gd name="T13" fmla="*/ 7054 h 11382"/>
                <a:gd name="T14" fmla="*/ 3887 w 12802"/>
                <a:gd name="T15" fmla="*/ 7057 h 11382"/>
                <a:gd name="T16" fmla="*/ 3848 w 12802"/>
                <a:gd name="T17" fmla="*/ 7179 h 11382"/>
                <a:gd name="T18" fmla="*/ 3810 w 12802"/>
                <a:gd name="T19" fmla="*/ 7315 h 11382"/>
                <a:gd name="T20" fmla="*/ 3805 w 12802"/>
                <a:gd name="T21" fmla="*/ 7313 h 11382"/>
                <a:gd name="T22" fmla="*/ 2515 w 12802"/>
                <a:gd name="T23" fmla="*/ 11382 h 11382"/>
                <a:gd name="T24" fmla="*/ 5676 w 12802"/>
                <a:gd name="T25" fmla="*/ 9346 h 11382"/>
                <a:gd name="T26" fmla="*/ 9594 w 12802"/>
                <a:gd name="T27" fmla="*/ 6548 h 11382"/>
                <a:gd name="T28" fmla="*/ 4196 w 12802"/>
                <a:gd name="T29" fmla="*/ 4139 h 11382"/>
                <a:gd name="T30" fmla="*/ 0 w 12802"/>
                <a:gd name="T31" fmla="*/ 4139 h 11382"/>
                <a:gd name="T32" fmla="*/ 3461 w 12802"/>
                <a:gd name="T33" fmla="*/ 6738 h 11382"/>
                <a:gd name="T34" fmla="*/ 4196 w 12802"/>
                <a:gd name="T35" fmla="*/ 4139 h 11382"/>
                <a:gd name="T36" fmla="*/ 6755 w 12802"/>
                <a:gd name="T37" fmla="*/ 9120 h 11382"/>
                <a:gd name="T38" fmla="*/ 10059 w 12802"/>
                <a:gd name="T39" fmla="*/ 11382 h 11382"/>
                <a:gd name="T40" fmla="*/ 9039 w 12802"/>
                <a:gd name="T41" fmla="*/ 7523 h 11382"/>
                <a:gd name="T42" fmla="*/ 6755 w 12802"/>
                <a:gd name="T43" fmla="*/ 9120 h 11382"/>
                <a:gd name="T44" fmla="*/ 6755 w 12802"/>
                <a:gd name="T45" fmla="*/ 9120 h 113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12802" h="11382">
                  <a:moveTo>
                    <a:pt x="9594" y="6548"/>
                  </a:moveTo>
                  <a:lnTo>
                    <a:pt x="12802" y="4139"/>
                  </a:lnTo>
                  <a:lnTo>
                    <a:pt x="8193" y="4139"/>
                  </a:lnTo>
                  <a:lnTo>
                    <a:pt x="6401" y="0"/>
                  </a:lnTo>
                  <a:lnTo>
                    <a:pt x="4811" y="3672"/>
                  </a:lnTo>
                  <a:lnTo>
                    <a:pt x="4814" y="3672"/>
                  </a:lnTo>
                  <a:lnTo>
                    <a:pt x="3882" y="7054"/>
                  </a:lnTo>
                  <a:lnTo>
                    <a:pt x="3887" y="7057"/>
                  </a:lnTo>
                  <a:lnTo>
                    <a:pt x="3848" y="7179"/>
                  </a:lnTo>
                  <a:lnTo>
                    <a:pt x="3810" y="7315"/>
                  </a:lnTo>
                  <a:lnTo>
                    <a:pt x="3805" y="7313"/>
                  </a:lnTo>
                  <a:lnTo>
                    <a:pt x="2515" y="11382"/>
                  </a:lnTo>
                  <a:lnTo>
                    <a:pt x="5676" y="9346"/>
                  </a:lnTo>
                  <a:lnTo>
                    <a:pt x="9594" y="6548"/>
                  </a:lnTo>
                  <a:close/>
                  <a:moveTo>
                    <a:pt x="4196" y="4139"/>
                  </a:moveTo>
                  <a:lnTo>
                    <a:pt x="0" y="4139"/>
                  </a:lnTo>
                  <a:lnTo>
                    <a:pt x="3461" y="6738"/>
                  </a:lnTo>
                  <a:lnTo>
                    <a:pt x="4196" y="4139"/>
                  </a:lnTo>
                  <a:close/>
                  <a:moveTo>
                    <a:pt x="6755" y="9120"/>
                  </a:moveTo>
                  <a:lnTo>
                    <a:pt x="10059" y="11382"/>
                  </a:lnTo>
                  <a:lnTo>
                    <a:pt x="9039" y="7523"/>
                  </a:lnTo>
                  <a:lnTo>
                    <a:pt x="6755" y="9120"/>
                  </a:lnTo>
                  <a:close/>
                  <a:moveTo>
                    <a:pt x="6755" y="9120"/>
                  </a:moveTo>
                  <a:close/>
                </a:path>
              </a:pathLst>
            </a:custGeom>
            <a:solidFill>
              <a:srgbClr val="9F191F"/>
            </a:solidFill>
            <a:ln>
              <a:noFill/>
            </a:ln>
          </p:spPr>
          <p:txBody>
            <a:bodyPr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>
                <a:gradFill>
                  <a:gsLst>
                    <a:gs pos="0">
                      <a:srgbClr val="F0D4AE"/>
                    </a:gs>
                    <a:gs pos="100000">
                      <a:srgbClr val="E5B473"/>
                    </a:gs>
                  </a:gsLst>
                  <a:lin ang="5400000" scaled="1"/>
                </a:gradFill>
              </a:endParaRPr>
            </a:p>
          </p:txBody>
        </p:sp>
        <p:sp>
          <p:nvSpPr>
            <p:cNvPr id="33" name="student-reading_73705"/>
            <p:cNvSpPr>
              <a:spLocks noChangeAspect="1"/>
            </p:cNvSpPr>
            <p:nvPr/>
          </p:nvSpPr>
          <p:spPr bwMode="auto">
            <a:xfrm>
              <a:off x="7042286" y="3560525"/>
              <a:ext cx="512646" cy="494378"/>
            </a:xfrm>
            <a:custGeom>
              <a:avLst/>
              <a:gdLst>
                <a:gd name="T0" fmla="*/ 11888 w 12803"/>
                <a:gd name="T1" fmla="*/ 0 h 12345"/>
                <a:gd name="T2" fmla="*/ 914 w 12803"/>
                <a:gd name="T3" fmla="*/ 0 h 12345"/>
                <a:gd name="T4" fmla="*/ 0 w 12803"/>
                <a:gd name="T5" fmla="*/ 914 h 12345"/>
                <a:gd name="T6" fmla="*/ 0 w 12803"/>
                <a:gd name="T7" fmla="*/ 8687 h 12345"/>
                <a:gd name="T8" fmla="*/ 914 w 12803"/>
                <a:gd name="T9" fmla="*/ 9602 h 12345"/>
                <a:gd name="T10" fmla="*/ 3201 w 12803"/>
                <a:gd name="T11" fmla="*/ 9602 h 12345"/>
                <a:gd name="T12" fmla="*/ 3201 w 12803"/>
                <a:gd name="T13" fmla="*/ 12345 h 12345"/>
                <a:gd name="T14" fmla="*/ 8230 w 12803"/>
                <a:gd name="T15" fmla="*/ 9602 h 12345"/>
                <a:gd name="T16" fmla="*/ 11888 w 12803"/>
                <a:gd name="T17" fmla="*/ 9602 h 12345"/>
                <a:gd name="T18" fmla="*/ 12803 w 12803"/>
                <a:gd name="T19" fmla="*/ 8687 h 12345"/>
                <a:gd name="T20" fmla="*/ 12803 w 12803"/>
                <a:gd name="T21" fmla="*/ 914 h 12345"/>
                <a:gd name="T22" fmla="*/ 11888 w 12803"/>
                <a:gd name="T23" fmla="*/ 0 h 12345"/>
                <a:gd name="T24" fmla="*/ 3201 w 12803"/>
                <a:gd name="T25" fmla="*/ 5487 h 12345"/>
                <a:gd name="T26" fmla="*/ 2286 w 12803"/>
                <a:gd name="T27" fmla="*/ 4572 h 12345"/>
                <a:gd name="T28" fmla="*/ 3201 w 12803"/>
                <a:gd name="T29" fmla="*/ 3658 h 12345"/>
                <a:gd name="T30" fmla="*/ 4115 w 12803"/>
                <a:gd name="T31" fmla="*/ 4572 h 12345"/>
                <a:gd name="T32" fmla="*/ 3201 w 12803"/>
                <a:gd name="T33" fmla="*/ 5487 h 12345"/>
                <a:gd name="T34" fmla="*/ 6401 w 12803"/>
                <a:gd name="T35" fmla="*/ 5487 h 12345"/>
                <a:gd name="T36" fmla="*/ 5487 w 12803"/>
                <a:gd name="T37" fmla="*/ 4572 h 12345"/>
                <a:gd name="T38" fmla="*/ 6401 w 12803"/>
                <a:gd name="T39" fmla="*/ 3658 h 12345"/>
                <a:gd name="T40" fmla="*/ 7316 w 12803"/>
                <a:gd name="T41" fmla="*/ 4572 h 12345"/>
                <a:gd name="T42" fmla="*/ 6401 w 12803"/>
                <a:gd name="T43" fmla="*/ 5487 h 12345"/>
                <a:gd name="T44" fmla="*/ 9602 w 12803"/>
                <a:gd name="T45" fmla="*/ 5487 h 12345"/>
                <a:gd name="T46" fmla="*/ 8687 w 12803"/>
                <a:gd name="T47" fmla="*/ 4572 h 12345"/>
                <a:gd name="T48" fmla="*/ 9602 w 12803"/>
                <a:gd name="T49" fmla="*/ 3658 h 12345"/>
                <a:gd name="T50" fmla="*/ 10516 w 12803"/>
                <a:gd name="T51" fmla="*/ 4572 h 12345"/>
                <a:gd name="T52" fmla="*/ 9602 w 12803"/>
                <a:gd name="T53" fmla="*/ 5487 h 12345"/>
                <a:gd name="T54" fmla="*/ 9602 w 12803"/>
                <a:gd name="T55" fmla="*/ 5487 h 123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12803" h="12345">
                  <a:moveTo>
                    <a:pt x="11888" y="0"/>
                  </a:moveTo>
                  <a:lnTo>
                    <a:pt x="914" y="0"/>
                  </a:lnTo>
                  <a:cubicBezTo>
                    <a:pt x="409" y="0"/>
                    <a:pt x="0" y="409"/>
                    <a:pt x="0" y="914"/>
                  </a:cubicBezTo>
                  <a:lnTo>
                    <a:pt x="0" y="8687"/>
                  </a:lnTo>
                  <a:cubicBezTo>
                    <a:pt x="0" y="9193"/>
                    <a:pt x="409" y="9602"/>
                    <a:pt x="914" y="9602"/>
                  </a:cubicBezTo>
                  <a:lnTo>
                    <a:pt x="3201" y="9602"/>
                  </a:lnTo>
                  <a:lnTo>
                    <a:pt x="3201" y="12345"/>
                  </a:lnTo>
                  <a:lnTo>
                    <a:pt x="8230" y="9602"/>
                  </a:lnTo>
                  <a:lnTo>
                    <a:pt x="11888" y="9602"/>
                  </a:lnTo>
                  <a:cubicBezTo>
                    <a:pt x="12393" y="9602"/>
                    <a:pt x="12803" y="9193"/>
                    <a:pt x="12803" y="8687"/>
                  </a:cubicBezTo>
                  <a:lnTo>
                    <a:pt x="12803" y="914"/>
                  </a:lnTo>
                  <a:cubicBezTo>
                    <a:pt x="12803" y="409"/>
                    <a:pt x="12393" y="0"/>
                    <a:pt x="11888" y="0"/>
                  </a:cubicBezTo>
                  <a:close/>
                  <a:moveTo>
                    <a:pt x="3201" y="5487"/>
                  </a:moveTo>
                  <a:cubicBezTo>
                    <a:pt x="2695" y="5487"/>
                    <a:pt x="2286" y="5077"/>
                    <a:pt x="2286" y="4572"/>
                  </a:cubicBezTo>
                  <a:cubicBezTo>
                    <a:pt x="2286" y="4067"/>
                    <a:pt x="2695" y="3658"/>
                    <a:pt x="3201" y="3658"/>
                  </a:cubicBezTo>
                  <a:cubicBezTo>
                    <a:pt x="3706" y="3658"/>
                    <a:pt x="4115" y="4067"/>
                    <a:pt x="4115" y="4572"/>
                  </a:cubicBezTo>
                  <a:cubicBezTo>
                    <a:pt x="4115" y="5077"/>
                    <a:pt x="3706" y="5487"/>
                    <a:pt x="3201" y="5487"/>
                  </a:cubicBezTo>
                  <a:close/>
                  <a:moveTo>
                    <a:pt x="6401" y="5487"/>
                  </a:moveTo>
                  <a:cubicBezTo>
                    <a:pt x="5896" y="5487"/>
                    <a:pt x="5487" y="5077"/>
                    <a:pt x="5487" y="4572"/>
                  </a:cubicBezTo>
                  <a:cubicBezTo>
                    <a:pt x="5487" y="4067"/>
                    <a:pt x="5896" y="3658"/>
                    <a:pt x="6401" y="3658"/>
                  </a:cubicBezTo>
                  <a:cubicBezTo>
                    <a:pt x="6907" y="3658"/>
                    <a:pt x="7316" y="4067"/>
                    <a:pt x="7316" y="4572"/>
                  </a:cubicBezTo>
                  <a:cubicBezTo>
                    <a:pt x="7316" y="5077"/>
                    <a:pt x="6907" y="5487"/>
                    <a:pt x="6401" y="5487"/>
                  </a:cubicBezTo>
                  <a:close/>
                  <a:moveTo>
                    <a:pt x="9602" y="5487"/>
                  </a:moveTo>
                  <a:cubicBezTo>
                    <a:pt x="9097" y="5487"/>
                    <a:pt x="8687" y="5077"/>
                    <a:pt x="8687" y="4572"/>
                  </a:cubicBezTo>
                  <a:cubicBezTo>
                    <a:pt x="8687" y="4067"/>
                    <a:pt x="9097" y="3658"/>
                    <a:pt x="9602" y="3658"/>
                  </a:cubicBezTo>
                  <a:cubicBezTo>
                    <a:pt x="10107" y="3658"/>
                    <a:pt x="10516" y="4067"/>
                    <a:pt x="10516" y="4572"/>
                  </a:cubicBezTo>
                  <a:cubicBezTo>
                    <a:pt x="10516" y="5077"/>
                    <a:pt x="10107" y="5487"/>
                    <a:pt x="9602" y="5487"/>
                  </a:cubicBezTo>
                  <a:close/>
                  <a:moveTo>
                    <a:pt x="9602" y="5487"/>
                  </a:moveTo>
                  <a:close/>
                </a:path>
              </a:pathLst>
            </a:custGeom>
            <a:solidFill>
              <a:srgbClr val="9F191F"/>
            </a:solidFill>
            <a:ln>
              <a:noFill/>
            </a:ln>
          </p:spPr>
          <p:txBody>
            <a:bodyPr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>
                <a:gradFill>
                  <a:gsLst>
                    <a:gs pos="0">
                      <a:srgbClr val="F0D4AE"/>
                    </a:gs>
                    <a:gs pos="100000">
                      <a:srgbClr val="E5B473"/>
                    </a:gs>
                  </a:gsLst>
                  <a:lin ang="5400000" scaled="1"/>
                </a:gradFill>
              </a:endParaRPr>
            </a:p>
          </p:txBody>
        </p:sp>
        <p:sp>
          <p:nvSpPr>
            <p:cNvPr id="34" name="student-reading_73705"/>
            <p:cNvSpPr>
              <a:spLocks noChangeAspect="1"/>
            </p:cNvSpPr>
            <p:nvPr/>
          </p:nvSpPr>
          <p:spPr bwMode="auto">
            <a:xfrm>
              <a:off x="5848256" y="4699472"/>
              <a:ext cx="533442" cy="527936"/>
            </a:xfrm>
            <a:custGeom>
              <a:avLst/>
              <a:gdLst>
                <a:gd name="T0" fmla="*/ 2709 w 7873"/>
                <a:gd name="T1" fmla="*/ 1592 h 7791"/>
                <a:gd name="T2" fmla="*/ 5329 w 7873"/>
                <a:gd name="T3" fmla="*/ 1624 h 7791"/>
                <a:gd name="T4" fmla="*/ 5782 w 7873"/>
                <a:gd name="T5" fmla="*/ 969 h 7791"/>
                <a:gd name="T6" fmla="*/ 5477 w 7873"/>
                <a:gd name="T7" fmla="*/ 432 h 7791"/>
                <a:gd name="T8" fmla="*/ 4004 w 7873"/>
                <a:gd name="T9" fmla="*/ 13 h 7791"/>
                <a:gd name="T10" fmla="*/ 2709 w 7873"/>
                <a:gd name="T11" fmla="*/ 368 h 7791"/>
                <a:gd name="T12" fmla="*/ 2352 w 7873"/>
                <a:gd name="T13" fmla="*/ 840 h 7791"/>
                <a:gd name="T14" fmla="*/ 2709 w 7873"/>
                <a:gd name="T15" fmla="*/ 1592 h 7791"/>
                <a:gd name="T16" fmla="*/ 2699 w 7873"/>
                <a:gd name="T17" fmla="*/ 2258 h 7791"/>
                <a:gd name="T18" fmla="*/ 3046 w 7873"/>
                <a:gd name="T19" fmla="*/ 2376 h 7791"/>
                <a:gd name="T20" fmla="*/ 3351 w 7873"/>
                <a:gd name="T21" fmla="*/ 2537 h 7791"/>
                <a:gd name="T22" fmla="*/ 4656 w 7873"/>
                <a:gd name="T23" fmla="*/ 2570 h 7791"/>
                <a:gd name="T24" fmla="*/ 5624 w 7873"/>
                <a:gd name="T25" fmla="*/ 2076 h 7791"/>
                <a:gd name="T26" fmla="*/ 5782 w 7873"/>
                <a:gd name="T27" fmla="*/ 1335 h 7791"/>
                <a:gd name="T28" fmla="*/ 5698 w 7873"/>
                <a:gd name="T29" fmla="*/ 1592 h 7791"/>
                <a:gd name="T30" fmla="*/ 2331 w 7873"/>
                <a:gd name="T31" fmla="*/ 1335 h 7791"/>
                <a:gd name="T32" fmla="*/ 2699 w 7873"/>
                <a:gd name="T33" fmla="*/ 2258 h 7791"/>
                <a:gd name="T34" fmla="*/ 3730 w 7873"/>
                <a:gd name="T35" fmla="*/ 2903 h 7791"/>
                <a:gd name="T36" fmla="*/ 3888 w 7873"/>
                <a:gd name="T37" fmla="*/ 3300 h 7791"/>
                <a:gd name="T38" fmla="*/ 4414 w 7873"/>
                <a:gd name="T39" fmla="*/ 3128 h 7791"/>
                <a:gd name="T40" fmla="*/ 5519 w 7873"/>
                <a:gd name="T41" fmla="*/ 2849 h 7791"/>
                <a:gd name="T42" fmla="*/ 5782 w 7873"/>
                <a:gd name="T43" fmla="*/ 2011 h 7791"/>
                <a:gd name="T44" fmla="*/ 5761 w 7873"/>
                <a:gd name="T45" fmla="*/ 2140 h 7791"/>
                <a:gd name="T46" fmla="*/ 3730 w 7873"/>
                <a:gd name="T47" fmla="*/ 2903 h 7791"/>
                <a:gd name="T48" fmla="*/ 3330 w 7873"/>
                <a:gd name="T49" fmla="*/ 2967 h 7791"/>
                <a:gd name="T50" fmla="*/ 1752 w 7873"/>
                <a:gd name="T51" fmla="*/ 2494 h 7791"/>
                <a:gd name="T52" fmla="*/ 742 w 7873"/>
                <a:gd name="T53" fmla="*/ 2709 h 7791"/>
                <a:gd name="T54" fmla="*/ 152 w 7873"/>
                <a:gd name="T55" fmla="*/ 3644 h 7791"/>
                <a:gd name="T56" fmla="*/ 1815 w 7873"/>
                <a:gd name="T57" fmla="*/ 4428 h 7791"/>
                <a:gd name="T58" fmla="*/ 3530 w 7873"/>
                <a:gd name="T59" fmla="*/ 3687 h 7791"/>
                <a:gd name="T60" fmla="*/ 3330 w 7873"/>
                <a:gd name="T61" fmla="*/ 2967 h 7791"/>
                <a:gd name="T62" fmla="*/ 3236 w 7873"/>
                <a:gd name="T63" fmla="*/ 4267 h 7791"/>
                <a:gd name="T64" fmla="*/ 100 w 7873"/>
                <a:gd name="T65" fmla="*/ 3837 h 7791"/>
                <a:gd name="T66" fmla="*/ 289 w 7873"/>
                <a:gd name="T67" fmla="*/ 4567 h 7791"/>
                <a:gd name="T68" fmla="*/ 3036 w 7873"/>
                <a:gd name="T69" fmla="*/ 4825 h 7791"/>
                <a:gd name="T70" fmla="*/ 3288 w 7873"/>
                <a:gd name="T71" fmla="*/ 4234 h 7791"/>
                <a:gd name="T72" fmla="*/ 3236 w 7873"/>
                <a:gd name="T73" fmla="*/ 4267 h 7791"/>
                <a:gd name="T74" fmla="*/ 7676 w 7873"/>
                <a:gd name="T75" fmla="*/ 4686 h 7791"/>
                <a:gd name="T76" fmla="*/ 5708 w 7873"/>
                <a:gd name="T77" fmla="*/ 3407 h 7791"/>
                <a:gd name="T78" fmla="*/ 4193 w 7873"/>
                <a:gd name="T79" fmla="*/ 4063 h 7791"/>
                <a:gd name="T80" fmla="*/ 3572 w 7873"/>
                <a:gd name="T81" fmla="*/ 5620 h 7791"/>
                <a:gd name="T82" fmla="*/ 4214 w 7873"/>
                <a:gd name="T83" fmla="*/ 7145 h 7791"/>
                <a:gd name="T84" fmla="*/ 5740 w 7873"/>
                <a:gd name="T85" fmla="*/ 7779 h 7791"/>
                <a:gd name="T86" fmla="*/ 7245 w 7873"/>
                <a:gd name="T87" fmla="*/ 7134 h 7791"/>
                <a:gd name="T88" fmla="*/ 7866 w 7873"/>
                <a:gd name="T89" fmla="*/ 5577 h 7791"/>
                <a:gd name="T90" fmla="*/ 7676 w 7873"/>
                <a:gd name="T91" fmla="*/ 4686 h 7791"/>
                <a:gd name="T92" fmla="*/ 5719 w 7873"/>
                <a:gd name="T93" fmla="*/ 6286 h 7791"/>
                <a:gd name="T94" fmla="*/ 4267 w 7873"/>
                <a:gd name="T95" fmla="*/ 5953 h 7791"/>
                <a:gd name="T96" fmla="*/ 4330 w 7873"/>
                <a:gd name="T97" fmla="*/ 5556 h 7791"/>
                <a:gd name="T98" fmla="*/ 5603 w 7873"/>
                <a:gd name="T99" fmla="*/ 5867 h 7791"/>
                <a:gd name="T100" fmla="*/ 6908 w 7873"/>
                <a:gd name="T101" fmla="*/ 3977 h 7791"/>
                <a:gd name="T102" fmla="*/ 7255 w 7873"/>
                <a:gd name="T103" fmla="*/ 4535 h 7791"/>
                <a:gd name="T104" fmla="*/ 5719 w 7873"/>
                <a:gd name="T105" fmla="*/ 6286 h 7791"/>
                <a:gd name="T106" fmla="*/ 121 w 7873"/>
                <a:gd name="T107" fmla="*/ 4492 h 7791"/>
                <a:gd name="T108" fmla="*/ 152 w 7873"/>
                <a:gd name="T109" fmla="*/ 5008 h 7791"/>
                <a:gd name="T110" fmla="*/ 1310 w 7873"/>
                <a:gd name="T111" fmla="*/ 5738 h 7791"/>
                <a:gd name="T112" fmla="*/ 2930 w 7873"/>
                <a:gd name="T113" fmla="*/ 5566 h 7791"/>
                <a:gd name="T114" fmla="*/ 2962 w 7873"/>
                <a:gd name="T115" fmla="*/ 5169 h 7791"/>
                <a:gd name="T116" fmla="*/ 121 w 7873"/>
                <a:gd name="T117" fmla="*/ 4492 h 77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7873" h="7791">
                  <a:moveTo>
                    <a:pt x="2709" y="1592"/>
                  </a:moveTo>
                  <a:cubicBezTo>
                    <a:pt x="3377" y="2060"/>
                    <a:pt x="4681" y="2036"/>
                    <a:pt x="5329" y="1624"/>
                  </a:cubicBezTo>
                  <a:cubicBezTo>
                    <a:pt x="5545" y="1487"/>
                    <a:pt x="5785" y="1286"/>
                    <a:pt x="5782" y="969"/>
                  </a:cubicBezTo>
                  <a:cubicBezTo>
                    <a:pt x="5780" y="712"/>
                    <a:pt x="5610" y="541"/>
                    <a:pt x="5477" y="432"/>
                  </a:cubicBezTo>
                  <a:cubicBezTo>
                    <a:pt x="5134" y="153"/>
                    <a:pt x="4575" y="0"/>
                    <a:pt x="4004" y="13"/>
                  </a:cubicBezTo>
                  <a:cubicBezTo>
                    <a:pt x="3452" y="27"/>
                    <a:pt x="3028" y="142"/>
                    <a:pt x="2709" y="368"/>
                  </a:cubicBezTo>
                  <a:cubicBezTo>
                    <a:pt x="2579" y="460"/>
                    <a:pt x="2397" y="651"/>
                    <a:pt x="2352" y="840"/>
                  </a:cubicBezTo>
                  <a:cubicBezTo>
                    <a:pt x="2268" y="1188"/>
                    <a:pt x="2508" y="1452"/>
                    <a:pt x="2709" y="1592"/>
                  </a:cubicBezTo>
                  <a:close/>
                  <a:moveTo>
                    <a:pt x="2699" y="2258"/>
                  </a:moveTo>
                  <a:cubicBezTo>
                    <a:pt x="2797" y="2310"/>
                    <a:pt x="2931" y="2327"/>
                    <a:pt x="3046" y="2376"/>
                  </a:cubicBezTo>
                  <a:cubicBezTo>
                    <a:pt x="3149" y="2421"/>
                    <a:pt x="3244" y="2499"/>
                    <a:pt x="3351" y="2537"/>
                  </a:cubicBezTo>
                  <a:cubicBezTo>
                    <a:pt x="3702" y="2664"/>
                    <a:pt x="4247" y="2653"/>
                    <a:pt x="4656" y="2570"/>
                  </a:cubicBezTo>
                  <a:cubicBezTo>
                    <a:pt x="5060" y="2487"/>
                    <a:pt x="5429" y="2312"/>
                    <a:pt x="5624" y="2076"/>
                  </a:cubicBezTo>
                  <a:cubicBezTo>
                    <a:pt x="5764" y="1906"/>
                    <a:pt x="5830" y="1635"/>
                    <a:pt x="5782" y="1335"/>
                  </a:cubicBezTo>
                  <a:cubicBezTo>
                    <a:pt x="5772" y="1424"/>
                    <a:pt x="5742" y="1519"/>
                    <a:pt x="5698" y="1592"/>
                  </a:cubicBezTo>
                  <a:cubicBezTo>
                    <a:pt x="5156" y="2500"/>
                    <a:pt x="2595" y="2483"/>
                    <a:pt x="2331" y="1335"/>
                  </a:cubicBezTo>
                  <a:cubicBezTo>
                    <a:pt x="2289" y="1782"/>
                    <a:pt x="2428" y="2114"/>
                    <a:pt x="2699" y="2258"/>
                  </a:cubicBezTo>
                  <a:close/>
                  <a:moveTo>
                    <a:pt x="3730" y="2903"/>
                  </a:moveTo>
                  <a:cubicBezTo>
                    <a:pt x="3794" y="3024"/>
                    <a:pt x="3869" y="3133"/>
                    <a:pt x="3888" y="3300"/>
                  </a:cubicBezTo>
                  <a:cubicBezTo>
                    <a:pt x="4160" y="3343"/>
                    <a:pt x="4254" y="3211"/>
                    <a:pt x="4414" y="3128"/>
                  </a:cubicBezTo>
                  <a:cubicBezTo>
                    <a:pt x="4739" y="2959"/>
                    <a:pt x="5059" y="2880"/>
                    <a:pt x="5519" y="2849"/>
                  </a:cubicBezTo>
                  <a:cubicBezTo>
                    <a:pt x="5727" y="2700"/>
                    <a:pt x="5840" y="2396"/>
                    <a:pt x="5782" y="2011"/>
                  </a:cubicBezTo>
                  <a:cubicBezTo>
                    <a:pt x="5775" y="2060"/>
                    <a:pt x="5774" y="2105"/>
                    <a:pt x="5761" y="2140"/>
                  </a:cubicBezTo>
                  <a:cubicBezTo>
                    <a:pt x="5540" y="2743"/>
                    <a:pt x="4538" y="2972"/>
                    <a:pt x="3730" y="2903"/>
                  </a:cubicBezTo>
                  <a:close/>
                  <a:moveTo>
                    <a:pt x="3330" y="2967"/>
                  </a:moveTo>
                  <a:cubicBezTo>
                    <a:pt x="2977" y="2629"/>
                    <a:pt x="2385" y="2464"/>
                    <a:pt x="1752" y="2494"/>
                  </a:cubicBezTo>
                  <a:cubicBezTo>
                    <a:pt x="1329" y="2515"/>
                    <a:pt x="1030" y="2573"/>
                    <a:pt x="742" y="2709"/>
                  </a:cubicBezTo>
                  <a:cubicBezTo>
                    <a:pt x="435" y="2855"/>
                    <a:pt x="0" y="3158"/>
                    <a:pt x="152" y="3644"/>
                  </a:cubicBezTo>
                  <a:cubicBezTo>
                    <a:pt x="317" y="4167"/>
                    <a:pt x="1145" y="4424"/>
                    <a:pt x="1815" y="4428"/>
                  </a:cubicBezTo>
                  <a:cubicBezTo>
                    <a:pt x="2518" y="4432"/>
                    <a:pt x="3327" y="4194"/>
                    <a:pt x="3530" y="3687"/>
                  </a:cubicBezTo>
                  <a:cubicBezTo>
                    <a:pt x="3654" y="3377"/>
                    <a:pt x="3498" y="3127"/>
                    <a:pt x="3330" y="2967"/>
                  </a:cubicBezTo>
                  <a:close/>
                  <a:moveTo>
                    <a:pt x="3236" y="4267"/>
                  </a:moveTo>
                  <a:cubicBezTo>
                    <a:pt x="2479" y="4956"/>
                    <a:pt x="393" y="4883"/>
                    <a:pt x="100" y="3837"/>
                  </a:cubicBezTo>
                  <a:cubicBezTo>
                    <a:pt x="89" y="4158"/>
                    <a:pt x="149" y="4405"/>
                    <a:pt x="289" y="4567"/>
                  </a:cubicBezTo>
                  <a:cubicBezTo>
                    <a:pt x="809" y="5172"/>
                    <a:pt x="2306" y="5269"/>
                    <a:pt x="3036" y="4825"/>
                  </a:cubicBezTo>
                  <a:cubicBezTo>
                    <a:pt x="3102" y="4610"/>
                    <a:pt x="3176" y="4403"/>
                    <a:pt x="3288" y="4234"/>
                  </a:cubicBezTo>
                  <a:cubicBezTo>
                    <a:pt x="3260" y="4206"/>
                    <a:pt x="3247" y="4256"/>
                    <a:pt x="3236" y="4267"/>
                  </a:cubicBezTo>
                  <a:close/>
                  <a:moveTo>
                    <a:pt x="7676" y="4686"/>
                  </a:moveTo>
                  <a:cubicBezTo>
                    <a:pt x="7360" y="3976"/>
                    <a:pt x="6678" y="3405"/>
                    <a:pt x="5708" y="3407"/>
                  </a:cubicBezTo>
                  <a:cubicBezTo>
                    <a:pt x="5002" y="3409"/>
                    <a:pt x="4538" y="3710"/>
                    <a:pt x="4193" y="4063"/>
                  </a:cubicBezTo>
                  <a:cubicBezTo>
                    <a:pt x="3851" y="4412"/>
                    <a:pt x="3559" y="4942"/>
                    <a:pt x="3572" y="5620"/>
                  </a:cubicBezTo>
                  <a:cubicBezTo>
                    <a:pt x="3585" y="6291"/>
                    <a:pt x="3852" y="6780"/>
                    <a:pt x="4214" y="7145"/>
                  </a:cubicBezTo>
                  <a:cubicBezTo>
                    <a:pt x="4572" y="7506"/>
                    <a:pt x="5098" y="7791"/>
                    <a:pt x="5740" y="7779"/>
                  </a:cubicBezTo>
                  <a:cubicBezTo>
                    <a:pt x="6380" y="7767"/>
                    <a:pt x="6891" y="7500"/>
                    <a:pt x="7245" y="7134"/>
                  </a:cubicBezTo>
                  <a:cubicBezTo>
                    <a:pt x="7592" y="6776"/>
                    <a:pt x="7873" y="6254"/>
                    <a:pt x="7866" y="5577"/>
                  </a:cubicBezTo>
                  <a:cubicBezTo>
                    <a:pt x="7862" y="5260"/>
                    <a:pt x="7791" y="4942"/>
                    <a:pt x="7676" y="4686"/>
                  </a:cubicBezTo>
                  <a:close/>
                  <a:moveTo>
                    <a:pt x="5719" y="6286"/>
                  </a:moveTo>
                  <a:cubicBezTo>
                    <a:pt x="5246" y="6164"/>
                    <a:pt x="4746" y="6069"/>
                    <a:pt x="4267" y="5953"/>
                  </a:cubicBezTo>
                  <a:cubicBezTo>
                    <a:pt x="4280" y="5812"/>
                    <a:pt x="4304" y="5683"/>
                    <a:pt x="4330" y="5556"/>
                  </a:cubicBezTo>
                  <a:cubicBezTo>
                    <a:pt x="4751" y="5663"/>
                    <a:pt x="5186" y="5756"/>
                    <a:pt x="5603" y="5867"/>
                  </a:cubicBezTo>
                  <a:cubicBezTo>
                    <a:pt x="6042" y="5241"/>
                    <a:pt x="6475" y="4609"/>
                    <a:pt x="6908" y="3977"/>
                  </a:cubicBezTo>
                  <a:cubicBezTo>
                    <a:pt x="7035" y="4151"/>
                    <a:pt x="7136" y="4353"/>
                    <a:pt x="7255" y="4535"/>
                  </a:cubicBezTo>
                  <a:cubicBezTo>
                    <a:pt x="6754" y="5129"/>
                    <a:pt x="6248" y="5720"/>
                    <a:pt x="5719" y="6286"/>
                  </a:cubicBezTo>
                  <a:close/>
                  <a:moveTo>
                    <a:pt x="121" y="4492"/>
                  </a:moveTo>
                  <a:cubicBezTo>
                    <a:pt x="128" y="4663"/>
                    <a:pt x="104" y="4863"/>
                    <a:pt x="152" y="5008"/>
                  </a:cubicBezTo>
                  <a:cubicBezTo>
                    <a:pt x="286" y="5405"/>
                    <a:pt x="816" y="5648"/>
                    <a:pt x="1310" y="5738"/>
                  </a:cubicBezTo>
                  <a:cubicBezTo>
                    <a:pt x="1869" y="5840"/>
                    <a:pt x="2512" y="5761"/>
                    <a:pt x="2930" y="5566"/>
                  </a:cubicBezTo>
                  <a:cubicBezTo>
                    <a:pt x="2928" y="5421"/>
                    <a:pt x="2946" y="5296"/>
                    <a:pt x="2962" y="5169"/>
                  </a:cubicBezTo>
                  <a:cubicBezTo>
                    <a:pt x="2038" y="5580"/>
                    <a:pt x="359" y="5455"/>
                    <a:pt x="121" y="4492"/>
                  </a:cubicBezTo>
                  <a:close/>
                </a:path>
              </a:pathLst>
            </a:custGeom>
            <a:solidFill>
              <a:srgbClr val="9F191F"/>
            </a:solidFill>
            <a:ln>
              <a:noFill/>
            </a:ln>
          </p:spPr>
          <p:txBody>
            <a:bodyPr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>
                <a:gradFill>
                  <a:gsLst>
                    <a:gs pos="0">
                      <a:srgbClr val="F0D4AE"/>
                    </a:gs>
                    <a:gs pos="100000">
                      <a:srgbClr val="E5B473"/>
                    </a:gs>
                  </a:gsLst>
                  <a:lin ang="5400000" scaled="1"/>
                </a:gradFill>
              </a:endParaRPr>
            </a:p>
          </p:txBody>
        </p:sp>
        <p:sp>
          <p:nvSpPr>
            <p:cNvPr id="35" name="student-reading_73705"/>
            <p:cNvSpPr>
              <a:spLocks noChangeAspect="1"/>
            </p:cNvSpPr>
            <p:nvPr/>
          </p:nvSpPr>
          <p:spPr bwMode="auto">
            <a:xfrm>
              <a:off x="4672746" y="3609471"/>
              <a:ext cx="533442" cy="414868"/>
            </a:xfrm>
            <a:custGeom>
              <a:avLst/>
              <a:gdLst>
                <a:gd name="T0" fmla="*/ 7352 w 7948"/>
                <a:gd name="T1" fmla="*/ 0 h 6182"/>
                <a:gd name="T2" fmla="*/ 596 w 7948"/>
                <a:gd name="T3" fmla="*/ 0 h 6182"/>
                <a:gd name="T4" fmla="*/ 0 w 7948"/>
                <a:gd name="T5" fmla="*/ 580 h 6182"/>
                <a:gd name="T6" fmla="*/ 0 w 7948"/>
                <a:gd name="T7" fmla="*/ 5602 h 6182"/>
                <a:gd name="T8" fmla="*/ 596 w 7948"/>
                <a:gd name="T9" fmla="*/ 6182 h 6182"/>
                <a:gd name="T10" fmla="*/ 7352 w 7948"/>
                <a:gd name="T11" fmla="*/ 6182 h 6182"/>
                <a:gd name="T12" fmla="*/ 7948 w 7948"/>
                <a:gd name="T13" fmla="*/ 5602 h 6182"/>
                <a:gd name="T14" fmla="*/ 7948 w 7948"/>
                <a:gd name="T15" fmla="*/ 580 h 6182"/>
                <a:gd name="T16" fmla="*/ 7352 w 7948"/>
                <a:gd name="T17" fmla="*/ 0 h 6182"/>
                <a:gd name="T18" fmla="*/ 3577 w 7948"/>
                <a:gd name="T19" fmla="*/ 4250 h 6182"/>
                <a:gd name="T20" fmla="*/ 2922 w 7948"/>
                <a:gd name="T21" fmla="*/ 3614 h 6182"/>
                <a:gd name="T22" fmla="*/ 2641 w 7948"/>
                <a:gd name="T23" fmla="*/ 3614 h 6182"/>
                <a:gd name="T24" fmla="*/ 795 w 7948"/>
                <a:gd name="T25" fmla="*/ 5409 h 6182"/>
                <a:gd name="T26" fmla="*/ 795 w 7948"/>
                <a:gd name="T27" fmla="*/ 773 h 6182"/>
                <a:gd name="T28" fmla="*/ 7153 w 7948"/>
                <a:gd name="T29" fmla="*/ 773 h 6182"/>
                <a:gd name="T30" fmla="*/ 3576 w 7948"/>
                <a:gd name="T31" fmla="*/ 4250 h 6182"/>
                <a:gd name="T32" fmla="*/ 3577 w 7948"/>
                <a:gd name="T33" fmla="*/ 4250 h 6182"/>
                <a:gd name="T34" fmla="*/ 2186 w 7948"/>
                <a:gd name="T35" fmla="*/ 2705 h 6182"/>
                <a:gd name="T36" fmla="*/ 2782 w 7948"/>
                <a:gd name="T37" fmla="*/ 2125 h 6182"/>
                <a:gd name="T38" fmla="*/ 2186 w 7948"/>
                <a:gd name="T39" fmla="*/ 1545 h 6182"/>
                <a:gd name="T40" fmla="*/ 1589 w 7948"/>
                <a:gd name="T41" fmla="*/ 2125 h 6182"/>
                <a:gd name="T42" fmla="*/ 2186 w 7948"/>
                <a:gd name="T43" fmla="*/ 2705 h 61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7948" h="6182">
                  <a:moveTo>
                    <a:pt x="7352" y="0"/>
                  </a:moveTo>
                  <a:lnTo>
                    <a:pt x="596" y="0"/>
                  </a:lnTo>
                  <a:cubicBezTo>
                    <a:pt x="267" y="0"/>
                    <a:pt x="0" y="260"/>
                    <a:pt x="0" y="580"/>
                  </a:cubicBezTo>
                  <a:lnTo>
                    <a:pt x="0" y="5602"/>
                  </a:lnTo>
                  <a:cubicBezTo>
                    <a:pt x="0" y="5922"/>
                    <a:pt x="267" y="6182"/>
                    <a:pt x="596" y="6182"/>
                  </a:cubicBezTo>
                  <a:lnTo>
                    <a:pt x="7352" y="6182"/>
                  </a:lnTo>
                  <a:cubicBezTo>
                    <a:pt x="7681" y="6182"/>
                    <a:pt x="7948" y="5922"/>
                    <a:pt x="7948" y="5602"/>
                  </a:cubicBezTo>
                  <a:lnTo>
                    <a:pt x="7948" y="580"/>
                  </a:lnTo>
                  <a:cubicBezTo>
                    <a:pt x="7948" y="260"/>
                    <a:pt x="7681" y="0"/>
                    <a:pt x="7352" y="0"/>
                  </a:cubicBezTo>
                  <a:close/>
                  <a:moveTo>
                    <a:pt x="3577" y="4250"/>
                  </a:moveTo>
                  <a:lnTo>
                    <a:pt x="2922" y="3614"/>
                  </a:lnTo>
                  <a:cubicBezTo>
                    <a:pt x="2845" y="3539"/>
                    <a:pt x="2718" y="3539"/>
                    <a:pt x="2641" y="3614"/>
                  </a:cubicBezTo>
                  <a:lnTo>
                    <a:pt x="795" y="5409"/>
                  </a:lnTo>
                  <a:lnTo>
                    <a:pt x="795" y="773"/>
                  </a:lnTo>
                  <a:lnTo>
                    <a:pt x="7153" y="773"/>
                  </a:lnTo>
                  <a:lnTo>
                    <a:pt x="3576" y="4250"/>
                  </a:lnTo>
                  <a:lnTo>
                    <a:pt x="3577" y="4250"/>
                  </a:lnTo>
                  <a:close/>
                  <a:moveTo>
                    <a:pt x="2186" y="2705"/>
                  </a:moveTo>
                  <a:cubicBezTo>
                    <a:pt x="2515" y="2705"/>
                    <a:pt x="2782" y="2445"/>
                    <a:pt x="2782" y="2125"/>
                  </a:cubicBezTo>
                  <a:cubicBezTo>
                    <a:pt x="2782" y="1805"/>
                    <a:pt x="2515" y="1545"/>
                    <a:pt x="2186" y="1545"/>
                  </a:cubicBezTo>
                  <a:cubicBezTo>
                    <a:pt x="1856" y="1545"/>
                    <a:pt x="1589" y="1805"/>
                    <a:pt x="1589" y="2125"/>
                  </a:cubicBezTo>
                  <a:cubicBezTo>
                    <a:pt x="1589" y="2445"/>
                    <a:pt x="1856" y="2705"/>
                    <a:pt x="2186" y="2705"/>
                  </a:cubicBezTo>
                  <a:close/>
                </a:path>
              </a:pathLst>
            </a:custGeom>
            <a:solidFill>
              <a:srgbClr val="9F191F"/>
            </a:solidFill>
            <a:ln>
              <a:noFill/>
            </a:ln>
          </p:spPr>
          <p:txBody>
            <a:bodyPr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>
                <a:gradFill>
                  <a:gsLst>
                    <a:gs pos="0">
                      <a:srgbClr val="F0D4AE"/>
                    </a:gs>
                    <a:gs pos="100000">
                      <a:srgbClr val="E5B473"/>
                    </a:gs>
                  </a:gsLst>
                  <a:lin ang="5400000" scaled="1"/>
                </a:gradFill>
              </a:endParaRPr>
            </a:p>
          </p:txBody>
        </p:sp>
      </p:grpSp>
      <p:sp>
        <p:nvSpPr>
          <p:cNvPr id="36" name="文本框 35"/>
          <p:cNvSpPr txBox="1"/>
          <p:nvPr/>
        </p:nvSpPr>
        <p:spPr>
          <a:xfrm>
            <a:off x="8336757" y="1441560"/>
            <a:ext cx="160863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2400" dirty="0">
                <a:gradFill>
                  <a:gsLst>
                    <a:gs pos="0">
                      <a:srgbClr val="F0D4AE"/>
                    </a:gs>
                    <a:gs pos="100000">
                      <a:srgbClr val="E5B473"/>
                    </a:gs>
                  </a:gsLst>
                  <a:lin ang="5400000" scaled="1"/>
                </a:gradFill>
                <a:latin typeface="汉仪大宋简" panose="02010600000101010101" pitchFamily="2" charset="-122"/>
                <a:ea typeface="汉仪大宋简" panose="02010600000101010101" pitchFamily="2" charset="-122"/>
              </a:rPr>
              <a:t>输入标题</a:t>
            </a:r>
            <a:endParaRPr lang="zh-CN" altLang="en-US" sz="2400" dirty="0">
              <a:gradFill>
                <a:gsLst>
                  <a:gs pos="0">
                    <a:srgbClr val="F0D4AE"/>
                  </a:gs>
                  <a:gs pos="100000">
                    <a:srgbClr val="E5B473"/>
                  </a:gs>
                </a:gsLst>
                <a:lin ang="5400000" scaled="1"/>
              </a:gradFill>
              <a:latin typeface="汉仪大宋简" panose="02010600000101010101" pitchFamily="2" charset="-122"/>
              <a:ea typeface="汉仪大宋简" panose="02010600000101010101" pitchFamily="2" charset="-122"/>
            </a:endParaRPr>
          </a:p>
        </p:txBody>
      </p:sp>
      <p:sp>
        <p:nvSpPr>
          <p:cNvPr id="37" name="文本框 36"/>
          <p:cNvSpPr txBox="1"/>
          <p:nvPr/>
        </p:nvSpPr>
        <p:spPr>
          <a:xfrm>
            <a:off x="8346283" y="1903303"/>
            <a:ext cx="2749378" cy="10237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1400" dirty="0">
                <a:gradFill>
                  <a:gsLst>
                    <a:gs pos="0">
                      <a:srgbClr val="F0D4AE"/>
                    </a:gs>
                    <a:gs pos="100000">
                      <a:srgbClr val="E5B473"/>
                    </a:gs>
                  </a:gsLst>
                  <a:lin ang="5400000" scaled="1"/>
                </a:gradFill>
                <a:latin typeface="微软雅黑" panose="020B0503020204020204" pitchFamily="34" charset="-122"/>
                <a:ea typeface="微软雅黑" panose="020B0503020204020204" pitchFamily="34" charset="-122"/>
              </a:rPr>
              <a:t>您的内容打在这里，或者通过复制您的文本后，在此框中选择粘贴，并选择只保留文字。</a:t>
            </a:r>
            <a:endParaRPr lang="zh-CN" altLang="en-US" sz="1400" dirty="0">
              <a:gradFill>
                <a:gsLst>
                  <a:gs pos="0">
                    <a:srgbClr val="F0D4AE"/>
                  </a:gs>
                  <a:gs pos="100000">
                    <a:srgbClr val="E5B473"/>
                  </a:gs>
                </a:gsLst>
                <a:lin ang="5400000" scaled="1"/>
              </a:gra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8" name="文本框 37"/>
          <p:cNvSpPr txBox="1"/>
          <p:nvPr/>
        </p:nvSpPr>
        <p:spPr>
          <a:xfrm>
            <a:off x="8336757" y="4051236"/>
            <a:ext cx="160863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2400" dirty="0">
                <a:gradFill>
                  <a:gsLst>
                    <a:gs pos="0">
                      <a:srgbClr val="F0D4AE"/>
                    </a:gs>
                    <a:gs pos="100000">
                      <a:srgbClr val="E5B473"/>
                    </a:gs>
                  </a:gsLst>
                  <a:lin ang="5400000" scaled="1"/>
                </a:gradFill>
                <a:latin typeface="汉仪大宋简" panose="02010600000101010101" pitchFamily="2" charset="-122"/>
                <a:ea typeface="汉仪大宋简" panose="02010600000101010101" pitchFamily="2" charset="-122"/>
              </a:rPr>
              <a:t>输入标题</a:t>
            </a:r>
            <a:endParaRPr lang="zh-CN" altLang="en-US" sz="2400" dirty="0">
              <a:gradFill>
                <a:gsLst>
                  <a:gs pos="0">
                    <a:srgbClr val="F0D4AE"/>
                  </a:gs>
                  <a:gs pos="100000">
                    <a:srgbClr val="E5B473"/>
                  </a:gs>
                </a:gsLst>
                <a:lin ang="5400000" scaled="1"/>
              </a:gradFill>
              <a:latin typeface="汉仪大宋简" panose="02010600000101010101" pitchFamily="2" charset="-122"/>
              <a:ea typeface="汉仪大宋简" panose="02010600000101010101" pitchFamily="2" charset="-122"/>
            </a:endParaRPr>
          </a:p>
        </p:txBody>
      </p:sp>
      <p:sp>
        <p:nvSpPr>
          <p:cNvPr id="39" name="文本框 38"/>
          <p:cNvSpPr txBox="1"/>
          <p:nvPr/>
        </p:nvSpPr>
        <p:spPr>
          <a:xfrm>
            <a:off x="8346283" y="4512979"/>
            <a:ext cx="2749378" cy="10237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1400" dirty="0">
                <a:gradFill>
                  <a:gsLst>
                    <a:gs pos="0">
                      <a:srgbClr val="F0D4AE"/>
                    </a:gs>
                    <a:gs pos="100000">
                      <a:srgbClr val="E5B473"/>
                    </a:gs>
                  </a:gsLst>
                  <a:lin ang="5400000" scaled="1"/>
                </a:gradFill>
                <a:latin typeface="微软雅黑" panose="020B0503020204020204" pitchFamily="34" charset="-122"/>
                <a:ea typeface="微软雅黑" panose="020B0503020204020204" pitchFamily="34" charset="-122"/>
              </a:rPr>
              <a:t>您的内容打在这里，或者通过复制您的文本后，在此框中选择粘贴，并选择只保留文字。</a:t>
            </a:r>
            <a:endParaRPr lang="zh-CN" altLang="en-US" sz="1400" dirty="0">
              <a:gradFill>
                <a:gsLst>
                  <a:gs pos="0">
                    <a:srgbClr val="F0D4AE"/>
                  </a:gs>
                  <a:gs pos="100000">
                    <a:srgbClr val="E5B473"/>
                  </a:gs>
                </a:gsLst>
                <a:lin ang="5400000" scaled="1"/>
              </a:gra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0" name="文本框 39"/>
          <p:cNvSpPr txBox="1"/>
          <p:nvPr/>
        </p:nvSpPr>
        <p:spPr>
          <a:xfrm>
            <a:off x="1176894" y="1441560"/>
            <a:ext cx="160863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2400" dirty="0">
                <a:gradFill>
                  <a:gsLst>
                    <a:gs pos="0">
                      <a:srgbClr val="F0D4AE"/>
                    </a:gs>
                    <a:gs pos="100000">
                      <a:srgbClr val="E5B473"/>
                    </a:gs>
                  </a:gsLst>
                  <a:lin ang="5400000" scaled="1"/>
                </a:gradFill>
                <a:latin typeface="汉仪大宋简" panose="02010600000101010101" pitchFamily="2" charset="-122"/>
                <a:ea typeface="汉仪大宋简" panose="02010600000101010101" pitchFamily="2" charset="-122"/>
              </a:rPr>
              <a:t>输入标题</a:t>
            </a:r>
            <a:endParaRPr lang="zh-CN" altLang="en-US" sz="2400" dirty="0">
              <a:gradFill>
                <a:gsLst>
                  <a:gs pos="0">
                    <a:srgbClr val="F0D4AE"/>
                  </a:gs>
                  <a:gs pos="100000">
                    <a:srgbClr val="E5B473"/>
                  </a:gs>
                </a:gsLst>
                <a:lin ang="5400000" scaled="1"/>
              </a:gradFill>
              <a:latin typeface="汉仪大宋简" panose="02010600000101010101" pitchFamily="2" charset="-122"/>
              <a:ea typeface="汉仪大宋简" panose="02010600000101010101" pitchFamily="2" charset="-122"/>
            </a:endParaRPr>
          </a:p>
        </p:txBody>
      </p:sp>
      <p:sp>
        <p:nvSpPr>
          <p:cNvPr id="41" name="文本框 40"/>
          <p:cNvSpPr txBox="1"/>
          <p:nvPr/>
        </p:nvSpPr>
        <p:spPr>
          <a:xfrm>
            <a:off x="1186420" y="1903303"/>
            <a:ext cx="2749378" cy="10237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1400" dirty="0">
                <a:gradFill>
                  <a:gsLst>
                    <a:gs pos="0">
                      <a:srgbClr val="F0D4AE"/>
                    </a:gs>
                    <a:gs pos="100000">
                      <a:srgbClr val="E5B473"/>
                    </a:gs>
                  </a:gsLst>
                  <a:lin ang="5400000" scaled="1"/>
                </a:gradFill>
                <a:latin typeface="微软雅黑" panose="020B0503020204020204" pitchFamily="34" charset="-122"/>
                <a:ea typeface="微软雅黑" panose="020B0503020204020204" pitchFamily="34" charset="-122"/>
              </a:rPr>
              <a:t>您的内容打在这里，或者通过复制您的文本后，在此框中选择粘贴，并选择只保留文字。</a:t>
            </a:r>
            <a:endParaRPr lang="zh-CN" altLang="en-US" sz="1400" dirty="0">
              <a:gradFill>
                <a:gsLst>
                  <a:gs pos="0">
                    <a:srgbClr val="F0D4AE"/>
                  </a:gs>
                  <a:gs pos="100000">
                    <a:srgbClr val="E5B473"/>
                  </a:gs>
                </a:gsLst>
                <a:lin ang="5400000" scaled="1"/>
              </a:gra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2" name="文本框 41"/>
          <p:cNvSpPr txBox="1"/>
          <p:nvPr/>
        </p:nvSpPr>
        <p:spPr>
          <a:xfrm>
            <a:off x="1176894" y="4051236"/>
            <a:ext cx="160863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2400" dirty="0">
                <a:gradFill>
                  <a:gsLst>
                    <a:gs pos="0">
                      <a:srgbClr val="F0D4AE"/>
                    </a:gs>
                    <a:gs pos="100000">
                      <a:srgbClr val="E5B473"/>
                    </a:gs>
                  </a:gsLst>
                  <a:lin ang="5400000" scaled="1"/>
                </a:gradFill>
                <a:latin typeface="汉仪大宋简" panose="02010600000101010101" pitchFamily="2" charset="-122"/>
                <a:ea typeface="汉仪大宋简" panose="02010600000101010101" pitchFamily="2" charset="-122"/>
              </a:rPr>
              <a:t>输入标题</a:t>
            </a:r>
            <a:endParaRPr lang="zh-CN" altLang="en-US" sz="2400" dirty="0">
              <a:gradFill>
                <a:gsLst>
                  <a:gs pos="0">
                    <a:srgbClr val="F0D4AE"/>
                  </a:gs>
                  <a:gs pos="100000">
                    <a:srgbClr val="E5B473"/>
                  </a:gs>
                </a:gsLst>
                <a:lin ang="5400000" scaled="1"/>
              </a:gradFill>
              <a:latin typeface="汉仪大宋简" panose="02010600000101010101" pitchFamily="2" charset="-122"/>
              <a:ea typeface="汉仪大宋简" panose="02010600000101010101" pitchFamily="2" charset="-122"/>
            </a:endParaRPr>
          </a:p>
        </p:txBody>
      </p:sp>
      <p:sp>
        <p:nvSpPr>
          <p:cNvPr id="43" name="文本框 42"/>
          <p:cNvSpPr txBox="1"/>
          <p:nvPr/>
        </p:nvSpPr>
        <p:spPr>
          <a:xfrm>
            <a:off x="1186420" y="4512979"/>
            <a:ext cx="2749378" cy="10237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1400" dirty="0">
                <a:gradFill>
                  <a:gsLst>
                    <a:gs pos="0">
                      <a:srgbClr val="F0D4AE"/>
                    </a:gs>
                    <a:gs pos="100000">
                      <a:srgbClr val="E5B473"/>
                    </a:gs>
                  </a:gsLst>
                  <a:lin ang="5400000" scaled="1"/>
                </a:gradFill>
                <a:latin typeface="微软雅黑" panose="020B0503020204020204" pitchFamily="34" charset="-122"/>
                <a:ea typeface="微软雅黑" panose="020B0503020204020204" pitchFamily="34" charset="-122"/>
              </a:rPr>
              <a:t>您的内容打在这里，或者通过复制您的文本后，在此框中选择粘贴，并选择只保留文字。</a:t>
            </a:r>
            <a:endParaRPr lang="zh-CN" altLang="en-US" sz="1400" dirty="0">
              <a:gradFill>
                <a:gsLst>
                  <a:gs pos="0">
                    <a:srgbClr val="F0D4AE"/>
                  </a:gs>
                  <a:gs pos="100000">
                    <a:srgbClr val="E5B473"/>
                  </a:gs>
                </a:gsLst>
                <a:lin ang="5400000" scaled="1"/>
              </a:gra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8BC8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63012" y="55685"/>
            <a:ext cx="12065977" cy="6746631"/>
          </a:xfrm>
          <a:prstGeom prst="rect">
            <a:avLst/>
          </a:prstGeom>
          <a:solidFill>
            <a:srgbClr val="9F191F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1" name="图片 10" descr="背景图案&#10;&#10;描述已自动生成"/>
          <p:cNvPicPr>
            <a:picLocks noChangeAspect="1"/>
          </p:cNvPicPr>
          <p:nvPr/>
        </p:nvPicPr>
        <p:blipFill>
          <a:blip r:embed="rId1">
            <a:alphaModFix amt="54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 flipV="1">
            <a:off x="7018275" y="1691602"/>
            <a:ext cx="3801580" cy="6419847"/>
          </a:xfrm>
          <a:prstGeom prst="rect">
            <a:avLst/>
          </a:prstGeom>
        </p:spPr>
      </p:pic>
      <p:pic>
        <p:nvPicPr>
          <p:cNvPr id="12" name="图片 11" descr="背景图案&#10;&#10;描述已自动生成"/>
          <p:cNvPicPr>
            <a:picLocks noChangeAspect="1"/>
          </p:cNvPicPr>
          <p:nvPr/>
        </p:nvPicPr>
        <p:blipFill>
          <a:blip r:embed="rId1">
            <a:alphaModFix amt="39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 flipV="1">
            <a:off x="1153071" y="-1034376"/>
            <a:ext cx="2825633" cy="5005753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92731" y="6528221"/>
            <a:ext cx="5406537" cy="353227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1527610" y="412801"/>
            <a:ext cx="1588477" cy="27853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7500" dirty="0">
                <a:gradFill>
                  <a:gsLst>
                    <a:gs pos="0">
                      <a:srgbClr val="F0D4AE"/>
                    </a:gs>
                    <a:gs pos="100000">
                      <a:srgbClr val="E5B473"/>
                    </a:gs>
                  </a:gsLst>
                  <a:lin ang="5400000" scaled="1"/>
                </a:gradFill>
                <a:latin typeface="汉仪许静行楷W" panose="00020600040101010101" pitchFamily="18" charset="-122"/>
                <a:ea typeface="汉仪许静行楷W" panose="00020600040101010101" pitchFamily="18" charset="-122"/>
              </a:rPr>
              <a:t>百</a:t>
            </a:r>
            <a:endParaRPr lang="zh-CN" altLang="en-US" sz="17500" dirty="0">
              <a:gradFill>
                <a:gsLst>
                  <a:gs pos="0">
                    <a:srgbClr val="F0D4AE"/>
                  </a:gs>
                  <a:gs pos="100000">
                    <a:srgbClr val="E5B473"/>
                  </a:gs>
                </a:gsLst>
                <a:lin ang="5400000" scaled="1"/>
              </a:gradFill>
              <a:latin typeface="汉仪许静行楷W" panose="00020600040101010101" pitchFamily="18" charset="-122"/>
              <a:ea typeface="汉仪许静行楷W" panose="00020600040101010101" pitchFamily="18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2448655" y="1415996"/>
            <a:ext cx="1588477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8800" dirty="0">
                <a:gradFill>
                  <a:gsLst>
                    <a:gs pos="0">
                      <a:srgbClr val="F0D4AE"/>
                    </a:gs>
                    <a:gs pos="100000">
                      <a:srgbClr val="E5B473"/>
                    </a:gs>
                  </a:gsLst>
                  <a:lin ang="5400000" scaled="1"/>
                </a:gradFill>
                <a:latin typeface="汉仪许静行楷W" panose="00020600040101010101" pitchFamily="18" charset="-122"/>
                <a:ea typeface="汉仪许静行楷W" panose="00020600040101010101" pitchFamily="18" charset="-122"/>
              </a:rPr>
              <a:t>年</a:t>
            </a:r>
            <a:endParaRPr lang="zh-CN" altLang="en-US" sz="8800" dirty="0">
              <a:gradFill>
                <a:gsLst>
                  <a:gs pos="0">
                    <a:srgbClr val="F0D4AE"/>
                  </a:gs>
                  <a:gs pos="100000">
                    <a:srgbClr val="E5B473"/>
                  </a:gs>
                </a:gsLst>
                <a:lin ang="5400000" scaled="1"/>
              </a:gradFill>
              <a:latin typeface="汉仪许静行楷W" panose="00020600040101010101" pitchFamily="18" charset="-122"/>
              <a:ea typeface="汉仪许静行楷W" panose="00020600040101010101" pitchFamily="18" charset="-122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3426201" y="1351519"/>
            <a:ext cx="1588477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8800" dirty="0">
                <a:gradFill>
                  <a:gsLst>
                    <a:gs pos="0">
                      <a:srgbClr val="F0D4AE"/>
                    </a:gs>
                    <a:gs pos="100000">
                      <a:srgbClr val="E5B473"/>
                    </a:gs>
                  </a:gsLst>
                  <a:lin ang="5400000" scaled="1"/>
                </a:gradFill>
                <a:latin typeface="汉仪许静行楷W" panose="00020600040101010101" pitchFamily="18" charset="-122"/>
                <a:ea typeface="汉仪许静行楷W" panose="00020600040101010101" pitchFamily="18" charset="-122"/>
              </a:rPr>
              <a:t>大</a:t>
            </a:r>
            <a:endParaRPr lang="zh-CN" altLang="en-US" sz="8800" dirty="0">
              <a:gradFill>
                <a:gsLst>
                  <a:gs pos="0">
                    <a:srgbClr val="F0D4AE"/>
                  </a:gs>
                  <a:gs pos="100000">
                    <a:srgbClr val="E5B473"/>
                  </a:gs>
                </a:gsLst>
                <a:lin ang="5400000" scaled="1"/>
              </a:gradFill>
              <a:latin typeface="汉仪许静行楷W" panose="00020600040101010101" pitchFamily="18" charset="-122"/>
              <a:ea typeface="汉仪许静行楷W" panose="00020600040101010101" pitchFamily="18" charset="-122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4397018" y="1000498"/>
            <a:ext cx="1588477" cy="18620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1500" dirty="0">
                <a:gradFill>
                  <a:gsLst>
                    <a:gs pos="0">
                      <a:srgbClr val="F0D4AE"/>
                    </a:gs>
                    <a:gs pos="100000">
                      <a:srgbClr val="E5B473"/>
                    </a:gs>
                  </a:gsLst>
                  <a:lin ang="5400000" scaled="1"/>
                </a:gradFill>
                <a:latin typeface="汉仪许静行楷W" panose="00020600040101010101" pitchFamily="18" charset="-122"/>
                <a:ea typeface="汉仪许静行楷W" panose="00020600040101010101" pitchFamily="18" charset="-122"/>
              </a:rPr>
              <a:t>党</a:t>
            </a:r>
            <a:endParaRPr lang="zh-CN" altLang="en-US" sz="11500" dirty="0">
              <a:gradFill>
                <a:gsLst>
                  <a:gs pos="0">
                    <a:srgbClr val="F0D4AE"/>
                  </a:gs>
                  <a:gs pos="100000">
                    <a:srgbClr val="E5B473"/>
                  </a:gs>
                </a:gsLst>
                <a:lin ang="5400000" scaled="1"/>
              </a:gradFill>
              <a:latin typeface="汉仪许静行楷W" panose="00020600040101010101" pitchFamily="18" charset="-122"/>
              <a:ea typeface="汉仪许静行楷W" panose="00020600040101010101" pitchFamily="18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6509508" y="1142662"/>
            <a:ext cx="1588477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2200" dirty="0">
                <a:gradFill>
                  <a:gsLst>
                    <a:gs pos="0">
                      <a:srgbClr val="F0D4AE"/>
                    </a:gs>
                    <a:gs pos="100000">
                      <a:srgbClr val="E5B473"/>
                    </a:gs>
                  </a:gsLst>
                  <a:lin ang="5400000" scaled="1"/>
                </a:gradFill>
                <a:latin typeface="汉仪许静行楷W" panose="00020600040101010101" pitchFamily="18" charset="-122"/>
                <a:ea typeface="汉仪许静行楷W" panose="00020600040101010101" pitchFamily="18" charset="-122"/>
              </a:rPr>
              <a:t>风</a:t>
            </a:r>
            <a:endParaRPr lang="zh-CN" altLang="en-US" sz="12200" dirty="0">
              <a:gradFill>
                <a:gsLst>
                  <a:gs pos="0">
                    <a:srgbClr val="F0D4AE"/>
                  </a:gs>
                  <a:gs pos="100000">
                    <a:srgbClr val="E5B473"/>
                  </a:gs>
                </a:gsLst>
                <a:lin ang="5400000" scaled="1"/>
              </a:gradFill>
              <a:latin typeface="汉仪许静行楷W" panose="00020600040101010101" pitchFamily="18" charset="-122"/>
              <a:ea typeface="汉仪许静行楷W" panose="00020600040101010101" pitchFamily="18" charset="-122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7346838" y="1396543"/>
            <a:ext cx="1588477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8800" dirty="0">
                <a:gradFill>
                  <a:gsLst>
                    <a:gs pos="0">
                      <a:srgbClr val="F0D4AE"/>
                    </a:gs>
                    <a:gs pos="100000">
                      <a:srgbClr val="E5B473"/>
                    </a:gs>
                  </a:gsLst>
                  <a:lin ang="5400000" scaled="1"/>
                </a:gradFill>
                <a:latin typeface="汉仪许静行楷W" panose="00020600040101010101" pitchFamily="18" charset="-122"/>
                <a:ea typeface="汉仪许静行楷W" panose="00020600040101010101" pitchFamily="18" charset="-122"/>
              </a:rPr>
              <a:t>华</a:t>
            </a:r>
            <a:endParaRPr lang="zh-CN" altLang="en-US" sz="8800" dirty="0">
              <a:gradFill>
                <a:gsLst>
                  <a:gs pos="0">
                    <a:srgbClr val="F0D4AE"/>
                  </a:gs>
                  <a:gs pos="100000">
                    <a:srgbClr val="E5B473"/>
                  </a:gs>
                </a:gsLst>
                <a:lin ang="5400000" scaled="1"/>
              </a:gradFill>
              <a:latin typeface="汉仪许静行楷W" panose="00020600040101010101" pitchFamily="18" charset="-122"/>
              <a:ea typeface="汉仪许静行楷W" panose="00020600040101010101" pitchFamily="18" charset="-122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8160997" y="1531213"/>
            <a:ext cx="1588477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8800" dirty="0">
                <a:gradFill>
                  <a:gsLst>
                    <a:gs pos="0">
                      <a:srgbClr val="F0D4AE"/>
                    </a:gs>
                    <a:gs pos="100000">
                      <a:srgbClr val="E5B473"/>
                    </a:gs>
                  </a:gsLst>
                  <a:lin ang="5400000" scaled="1"/>
                </a:gradFill>
                <a:latin typeface="汉仪许静行楷W" panose="00020600040101010101" pitchFamily="18" charset="-122"/>
                <a:ea typeface="汉仪许静行楷W" panose="00020600040101010101" pitchFamily="18" charset="-122"/>
              </a:rPr>
              <a:t>正</a:t>
            </a:r>
            <a:endParaRPr lang="zh-CN" altLang="en-US" sz="8800" dirty="0">
              <a:gradFill>
                <a:gsLst>
                  <a:gs pos="0">
                    <a:srgbClr val="F0D4AE"/>
                  </a:gs>
                  <a:gs pos="100000">
                    <a:srgbClr val="E5B473"/>
                  </a:gs>
                </a:gsLst>
                <a:lin ang="5400000" scaled="1"/>
              </a:gradFill>
              <a:latin typeface="汉仪许静行楷W" panose="00020600040101010101" pitchFamily="18" charset="-122"/>
              <a:ea typeface="汉仪许静行楷W" panose="00020600040101010101" pitchFamily="18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9223999" y="1031275"/>
            <a:ext cx="1588477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3800" dirty="0">
                <a:gradFill>
                  <a:gsLst>
                    <a:gs pos="0">
                      <a:srgbClr val="F0D4AE"/>
                    </a:gs>
                    <a:gs pos="100000">
                      <a:srgbClr val="E5B473"/>
                    </a:gs>
                  </a:gsLst>
                  <a:lin ang="5400000" scaled="1"/>
                </a:gradFill>
                <a:latin typeface="汉仪许静行楷W" panose="00020600040101010101" pitchFamily="18" charset="-122"/>
                <a:ea typeface="汉仪许静行楷W" panose="00020600040101010101" pitchFamily="18" charset="-122"/>
              </a:rPr>
              <a:t>茂</a:t>
            </a:r>
            <a:endParaRPr lang="zh-CN" altLang="en-US" sz="13800" dirty="0">
              <a:gradFill>
                <a:gsLst>
                  <a:gs pos="0">
                    <a:srgbClr val="F0D4AE"/>
                  </a:gs>
                  <a:gs pos="100000">
                    <a:srgbClr val="E5B473"/>
                  </a:gs>
                </a:gsLst>
                <a:lin ang="5400000" scaled="1"/>
              </a:gradFill>
              <a:latin typeface="汉仪许静行楷W" panose="00020600040101010101" pitchFamily="18" charset="-122"/>
              <a:ea typeface="汉仪许静行楷W" panose="00020600040101010101" pitchFamily="18" charset="-122"/>
            </a:endParaRPr>
          </a:p>
        </p:txBody>
      </p:sp>
      <p:grpSp>
        <p:nvGrpSpPr>
          <p:cNvPr id="21" name="组合 20"/>
          <p:cNvGrpSpPr/>
          <p:nvPr/>
        </p:nvGrpSpPr>
        <p:grpSpPr>
          <a:xfrm>
            <a:off x="3076575" y="3473980"/>
            <a:ext cx="6048375" cy="461665"/>
            <a:chOff x="3076575" y="2983057"/>
            <a:chExt cx="6048375" cy="551243"/>
          </a:xfrm>
        </p:grpSpPr>
        <p:cxnSp>
          <p:nvCxnSpPr>
            <p:cNvPr id="22" name="直接连接符 21"/>
            <p:cNvCxnSpPr/>
            <p:nvPr/>
          </p:nvCxnSpPr>
          <p:spPr>
            <a:xfrm>
              <a:off x="3076575" y="3009900"/>
              <a:ext cx="6048375" cy="0"/>
            </a:xfrm>
            <a:prstGeom prst="line">
              <a:avLst/>
            </a:prstGeom>
            <a:ln w="19050">
              <a:solidFill>
                <a:srgbClr val="F0D4A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直接连接符 22"/>
            <p:cNvCxnSpPr/>
            <p:nvPr/>
          </p:nvCxnSpPr>
          <p:spPr>
            <a:xfrm>
              <a:off x="3076575" y="3514725"/>
              <a:ext cx="6048375" cy="0"/>
            </a:xfrm>
            <a:prstGeom prst="line">
              <a:avLst/>
            </a:prstGeom>
            <a:ln w="19050">
              <a:solidFill>
                <a:srgbClr val="E5B47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文本框 23"/>
            <p:cNvSpPr txBox="1"/>
            <p:nvPr/>
          </p:nvSpPr>
          <p:spPr>
            <a:xfrm>
              <a:off x="3088255" y="2983057"/>
              <a:ext cx="6015487" cy="5512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/>
              <a:r>
                <a:rPr lang="zh-CN" altLang="en-US" sz="2400" dirty="0">
                  <a:gradFill>
                    <a:gsLst>
                      <a:gs pos="0">
                        <a:srgbClr val="F0D4AE"/>
                      </a:gs>
                      <a:gs pos="100000">
                        <a:srgbClr val="E5B473"/>
                      </a:gs>
                    </a:gsLst>
                    <a:lin ang="5400000" scaled="1"/>
                  </a:gradFill>
                  <a:latin typeface="汉仪大宋简" panose="02010600000101010101" pitchFamily="2" charset="-122"/>
                  <a:ea typeface="汉仪大宋简" panose="02010600000101010101" pitchFamily="2" charset="-122"/>
                </a:rPr>
                <a:t>感谢各位的观看与指导</a:t>
              </a:r>
              <a:endParaRPr lang="zh-CN" altLang="en-US" sz="2400" dirty="0">
                <a:gradFill>
                  <a:gsLst>
                    <a:gs pos="0">
                      <a:srgbClr val="F0D4AE"/>
                    </a:gs>
                    <a:gs pos="100000">
                      <a:srgbClr val="E5B473"/>
                    </a:gs>
                  </a:gsLst>
                  <a:lin ang="5400000" scaled="1"/>
                </a:gradFill>
                <a:latin typeface="汉仪大宋简" panose="02010600000101010101" pitchFamily="2" charset="-122"/>
                <a:ea typeface="汉仪大宋简" panose="02010600000101010101" pitchFamily="2" charset="-122"/>
              </a:endParaRPr>
            </a:p>
          </p:txBody>
        </p:sp>
      </p:grpSp>
      <p:grpSp>
        <p:nvGrpSpPr>
          <p:cNvPr id="25" name="组合 24"/>
          <p:cNvGrpSpPr/>
          <p:nvPr/>
        </p:nvGrpSpPr>
        <p:grpSpPr>
          <a:xfrm>
            <a:off x="4714874" y="5278627"/>
            <a:ext cx="2762250" cy="428966"/>
            <a:chOff x="4714874" y="4981436"/>
            <a:chExt cx="2762250" cy="461066"/>
          </a:xfrm>
        </p:grpSpPr>
        <p:sp>
          <p:nvSpPr>
            <p:cNvPr id="26" name="矩形: 圆角 25"/>
            <p:cNvSpPr/>
            <p:nvPr/>
          </p:nvSpPr>
          <p:spPr>
            <a:xfrm>
              <a:off x="4714874" y="4981436"/>
              <a:ext cx="2762250" cy="461066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F0D4AE"/>
                </a:gs>
                <a:gs pos="100000">
                  <a:srgbClr val="E5B473"/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gradFill>
                  <a:gsLst>
                    <a:gs pos="0">
                      <a:srgbClr val="F0D4AE"/>
                    </a:gs>
                    <a:gs pos="100000">
                      <a:srgbClr val="E5B473"/>
                    </a:gs>
                  </a:gsLst>
                  <a:lin ang="5400000" scaled="1"/>
                </a:gradFill>
              </a:endParaRPr>
            </a:p>
          </p:txBody>
        </p:sp>
        <p:sp>
          <p:nvSpPr>
            <p:cNvPr id="27" name="文本框 26"/>
            <p:cNvSpPr txBox="1"/>
            <p:nvPr/>
          </p:nvSpPr>
          <p:spPr>
            <a:xfrm>
              <a:off x="4843350" y="4986552"/>
              <a:ext cx="2505298" cy="4286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/>
              <a:r>
                <a:rPr lang="en-US" altLang="zh-CN" sz="2000" dirty="0">
                  <a:solidFill>
                    <a:srgbClr val="9F191F"/>
                  </a:solidFill>
                  <a:latin typeface="汉仪大宋简" panose="02010600000101010101" pitchFamily="2" charset="-122"/>
                  <a:ea typeface="汉仪大宋简" panose="02010600000101010101" pitchFamily="2" charset="-122"/>
                </a:rPr>
                <a:t>XXXX·</a:t>
              </a:r>
              <a:r>
                <a:rPr lang="zh-CN" altLang="en-US" sz="2000" dirty="0">
                  <a:solidFill>
                    <a:srgbClr val="9F191F"/>
                  </a:solidFill>
                  <a:latin typeface="汉仪大宋简" panose="02010600000101010101" pitchFamily="2" charset="-122"/>
                  <a:ea typeface="汉仪大宋简" panose="02010600000101010101" pitchFamily="2" charset="-122"/>
                </a:rPr>
                <a:t>党支部</a:t>
              </a:r>
              <a:endParaRPr lang="zh-CN" altLang="en-US" sz="2000" dirty="0">
                <a:solidFill>
                  <a:srgbClr val="9F191F"/>
                </a:solidFill>
                <a:latin typeface="汉仪大宋简" panose="02010600000101010101" pitchFamily="2" charset="-122"/>
                <a:ea typeface="汉仪大宋简" panose="02010600000101010101" pitchFamily="2" charset="-122"/>
              </a:endParaRPr>
            </a:p>
          </p:txBody>
        </p:sp>
      </p:grpSp>
      <p:sp>
        <p:nvSpPr>
          <p:cNvPr id="28" name="矩形 27"/>
          <p:cNvSpPr/>
          <p:nvPr/>
        </p:nvSpPr>
        <p:spPr>
          <a:xfrm>
            <a:off x="2952751" y="4147168"/>
            <a:ext cx="6286500" cy="5927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>
              <a:lnSpc>
                <a:spcPct val="120000"/>
              </a:lnSpc>
            </a:pPr>
            <a:r>
              <a:rPr lang="en-US" altLang="zh-CN" sz="1400" dirty="0">
                <a:gradFill>
                  <a:gsLst>
                    <a:gs pos="0">
                      <a:srgbClr val="F0D4AE"/>
                    </a:gs>
                    <a:gs pos="100000">
                      <a:srgbClr val="E5B473"/>
                    </a:gs>
                  </a:gsLst>
                  <a:lin ang="5400000" scaled="1"/>
                </a:gradFill>
                <a:latin typeface="等线" panose="02010600030101010101" pitchFamily="2" charset="-122"/>
                <a:ea typeface="等线" panose="02010600030101010101" pitchFamily="2" charset="-122"/>
              </a:rPr>
              <a:t>May I be strenuous, energetic and persevering ! May I be patient! May I be able to bear and forbear the wrongs of others! May I ever keep a promise given!</a:t>
            </a:r>
            <a:endParaRPr lang="zh-CN" altLang="en-US" sz="1400" dirty="0">
              <a:gradFill>
                <a:gsLst>
                  <a:gs pos="0">
                    <a:srgbClr val="F0D4AE"/>
                  </a:gs>
                  <a:gs pos="100000">
                    <a:srgbClr val="E5B473"/>
                  </a:gs>
                </a:gsLst>
                <a:lin ang="5400000" scaled="1"/>
              </a:gradFill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1917</Words>
  <Application>WPS 演示</Application>
  <PresentationFormat>宽屏</PresentationFormat>
  <Paragraphs>392</Paragraphs>
  <Slides>15</Slides>
  <Notes>0</Notes>
  <HiddenSlides>1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26" baseType="lpstr">
      <vt:lpstr>Arial</vt:lpstr>
      <vt:lpstr>宋体</vt:lpstr>
      <vt:lpstr>Wingdings</vt:lpstr>
      <vt:lpstr>汉仪许静行楷W</vt:lpstr>
      <vt:lpstr>汉仪大宋简</vt:lpstr>
      <vt:lpstr>等线</vt:lpstr>
      <vt:lpstr>微软雅黑</vt:lpstr>
      <vt:lpstr>Arial Unicode MS</vt:lpstr>
      <vt:lpstr>等线 Light</vt:lpstr>
      <vt:lpstr>Calibri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057</dc:title>
  <dc:creator/>
  <cp:lastModifiedBy>涵莜儿</cp:lastModifiedBy>
  <cp:revision>8</cp:revision>
  <dcterms:created xsi:type="dcterms:W3CDTF">2021-04-27T03:46:00Z</dcterms:created>
  <dcterms:modified xsi:type="dcterms:W3CDTF">2025-05-11T06:05:38Z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D51609C70168445B857A5F3064DF3175</vt:lpwstr>
  </property>
  <property fmtid="{D5CDD505-2E9C-101B-9397-08002B2CF9AE}" pid="3" name="KSOProductBuildVer">
    <vt:lpwstr>2052-12.1.0.21171</vt:lpwstr>
  </property>
</Properties>
</file>