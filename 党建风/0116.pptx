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52" r:id="rId3"/>
    <p:sldId id="353" r:id="rId4"/>
    <p:sldId id="354" r:id="rId5"/>
    <p:sldId id="358" r:id="rId6"/>
    <p:sldId id="360" r:id="rId7"/>
    <p:sldId id="362" r:id="rId8"/>
    <p:sldId id="355" r:id="rId9"/>
    <p:sldId id="361" r:id="rId10"/>
    <p:sldId id="356" r:id="rId11"/>
    <p:sldId id="363" r:id="rId12"/>
    <p:sldId id="364" r:id="rId13"/>
    <p:sldId id="357" r:id="rId14"/>
    <p:sldId id="365" r:id="rId15"/>
    <p:sldId id="366" r:id="rId16"/>
    <p:sldId id="367" r:id="rId17"/>
  </p:sldIdLst>
  <p:sldSz cx="12192000" cy="6858000"/>
  <p:notesSz cx="6858000" cy="9144000"/>
  <p:embeddedFontLst>
    <p:embeddedFont>
      <p:font typeface="汉仪北魏写经W" panose="00020600040101010101" pitchFamily="18" charset="-122"/>
      <p:regular r:id="rId23"/>
    </p:embeddedFont>
    <p:embeddedFont>
      <p:font typeface="思源黑体 CN Regular" panose="020B0500000000000000" pitchFamily="34" charset="-122"/>
      <p:regular r:id="rId24"/>
    </p:embeddedFont>
    <p:embeddedFont>
      <p:font typeface="胡晓波男神体" panose="02010600030101010101" pitchFamily="2" charset="-122"/>
      <p:regular r:id="rId25"/>
    </p:embeddedFont>
    <p:embeddedFont>
      <p:font typeface="等线" panose="02010600030101010101" charset="-122"/>
      <p:regular r:id="rId26"/>
    </p:embeddedFont>
    <p:embeddedFont>
      <p:font typeface="等线 Light" panose="02010600030101010101" charset="-122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000"/>
    <a:srgbClr val="FFFBFB"/>
    <a:srgbClr val="F3F2F1"/>
    <a:srgbClr val="B40000"/>
    <a:srgbClr val="FEF4F3"/>
    <a:srgbClr val="FFFFFF"/>
    <a:srgbClr val="A30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50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310" y="792"/>
      </p:cViewPr>
      <p:guideLst>
        <p:guide orient="horz" pos="302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B7C8F9-1B47-452B-8663-1CB70E22523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D8F44-6014-400D-B5C1-835FEF80A49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7964-375B-4020-979C-49B7E793D6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F51BA-FDFD-4A48-9370-3D29081E4B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7964-375B-4020-979C-49B7E793D6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F51BA-FDFD-4A48-9370-3D29081E4B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7964-375B-4020-979C-49B7E793D6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F51BA-FDFD-4A48-9370-3D29081E4B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7964-375B-4020-979C-49B7E793D6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F51BA-FDFD-4A48-9370-3D29081E4B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7964-375B-4020-979C-49B7E793D6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F51BA-FDFD-4A48-9370-3D29081E4B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7964-375B-4020-979C-49B7E793D6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F51BA-FDFD-4A48-9370-3D29081E4B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7964-375B-4020-979C-49B7E793D6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F51BA-FDFD-4A48-9370-3D29081E4B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7964-375B-4020-979C-49B7E793D6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F51BA-FDFD-4A48-9370-3D29081E4B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7964-375B-4020-979C-49B7E793D6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F51BA-FDFD-4A48-9370-3D29081E4B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7964-375B-4020-979C-49B7E793D6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F51BA-FDFD-4A48-9370-3D29081E4B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7964-375B-4020-979C-49B7E793D6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F51BA-FDFD-4A48-9370-3D29081E4B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87964-375B-4020-979C-49B7E793D6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F51BA-FDFD-4A48-9370-3D29081E4B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91050" y="3448050"/>
            <a:ext cx="11844000" cy="3193339"/>
            <a:chOff x="0" y="3594120"/>
            <a:chExt cx="12192000" cy="326388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b="8215"/>
            <a:stretch>
              <a:fillRect/>
            </a:stretch>
          </p:blipFill>
          <p:spPr>
            <a:xfrm>
              <a:off x="4308449" y="5559795"/>
              <a:ext cx="7883551" cy="1298205"/>
            </a:xfrm>
            <a:custGeom>
              <a:avLst/>
              <a:gdLst>
                <a:gd name="connsiteX0" fmla="*/ 0 w 7883551"/>
                <a:gd name="connsiteY0" fmla="*/ 0 h 1298205"/>
                <a:gd name="connsiteX1" fmla="*/ 7883551 w 7883551"/>
                <a:gd name="connsiteY1" fmla="*/ 0 h 1298205"/>
                <a:gd name="connsiteX2" fmla="*/ 7883551 w 7883551"/>
                <a:gd name="connsiteY2" fmla="*/ 1298205 h 1298205"/>
                <a:gd name="connsiteX3" fmla="*/ 0 w 7883551"/>
                <a:gd name="connsiteY3" fmla="*/ 1298205 h 129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3551" h="1298205">
                  <a:moveTo>
                    <a:pt x="0" y="0"/>
                  </a:moveTo>
                  <a:lnTo>
                    <a:pt x="7883551" y="0"/>
                  </a:lnTo>
                  <a:lnTo>
                    <a:pt x="7883551" y="1298205"/>
                  </a:lnTo>
                  <a:lnTo>
                    <a:pt x="0" y="1298205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rcRect l="12402" b="3884"/>
            <a:stretch>
              <a:fillRect/>
            </a:stretch>
          </p:blipFill>
          <p:spPr>
            <a:xfrm>
              <a:off x="0" y="3594120"/>
              <a:ext cx="4528676" cy="3263880"/>
            </a:xfrm>
            <a:custGeom>
              <a:avLst/>
              <a:gdLst>
                <a:gd name="connsiteX0" fmla="*/ 0 w 4528676"/>
                <a:gd name="connsiteY0" fmla="*/ 0 h 3263880"/>
                <a:gd name="connsiteX1" fmla="*/ 4528676 w 4528676"/>
                <a:gd name="connsiteY1" fmla="*/ 0 h 3263880"/>
                <a:gd name="connsiteX2" fmla="*/ 4528676 w 4528676"/>
                <a:gd name="connsiteY2" fmla="*/ 3263880 h 3263880"/>
                <a:gd name="connsiteX3" fmla="*/ 0 w 4528676"/>
                <a:gd name="connsiteY3" fmla="*/ 3263880 h 326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28676" h="3263880">
                  <a:moveTo>
                    <a:pt x="0" y="0"/>
                  </a:moveTo>
                  <a:lnTo>
                    <a:pt x="4528676" y="0"/>
                  </a:lnTo>
                  <a:lnTo>
                    <a:pt x="4528676" y="3263880"/>
                  </a:lnTo>
                  <a:lnTo>
                    <a:pt x="0" y="3263880"/>
                  </a:lnTo>
                  <a:close/>
                </a:path>
              </a:pathLst>
            </a:custGeom>
          </p:spPr>
        </p:pic>
      </p:grpSp>
      <p:grpSp>
        <p:nvGrpSpPr>
          <p:cNvPr id="8" name="组合 7"/>
          <p:cNvGrpSpPr/>
          <p:nvPr/>
        </p:nvGrpSpPr>
        <p:grpSpPr>
          <a:xfrm>
            <a:off x="1609678" y="1314793"/>
            <a:ext cx="8972643" cy="1785104"/>
            <a:chOff x="1461418" y="1770802"/>
            <a:chExt cx="8199866" cy="1785104"/>
          </a:xfrm>
        </p:grpSpPr>
        <p:sp>
          <p:nvSpPr>
            <p:cNvPr id="9" name="文本框 8"/>
            <p:cNvSpPr txBox="1"/>
            <p:nvPr/>
          </p:nvSpPr>
          <p:spPr>
            <a:xfrm>
              <a:off x="1461418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百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550481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年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639544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恰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728607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是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817670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风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906733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华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995796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正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9084861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茂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2404770" y="3118474"/>
            <a:ext cx="745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C20000"/>
                </a:solidFill>
                <a:latin typeface="Noto Sans S Chinese Bold" panose="020B0800000000000000" pitchFamily="34" charset="-122"/>
                <a:ea typeface="Noto Sans S Chinese Bold" panose="020B0800000000000000" pitchFamily="34" charset="-122"/>
              </a:rPr>
              <a:t>新时代新征程时刻牢记自己是一名共产党员</a:t>
            </a:r>
            <a:endParaRPr lang="zh-CN" altLang="en-US" sz="2400" dirty="0">
              <a:solidFill>
                <a:srgbClr val="C20000"/>
              </a:solidFill>
              <a:latin typeface="Noto Sans S Chinese Bold" panose="020B0800000000000000" pitchFamily="34" charset="-122"/>
              <a:ea typeface="Noto Sans S Chinese Bold" panose="020B0800000000000000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906211" y="3735419"/>
            <a:ext cx="4379578" cy="362573"/>
            <a:chOff x="4483510" y="3445323"/>
            <a:chExt cx="3570830" cy="295619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483510" y="3600450"/>
              <a:ext cx="835250" cy="0"/>
            </a:xfrm>
            <a:prstGeom prst="line">
              <a:avLst/>
            </a:prstGeom>
            <a:ln w="19050">
              <a:solidFill>
                <a:srgbClr val="C2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219090" y="3600450"/>
              <a:ext cx="835250" cy="0"/>
            </a:xfrm>
            <a:prstGeom prst="line">
              <a:avLst/>
            </a:prstGeom>
            <a:ln w="19050">
              <a:solidFill>
                <a:srgbClr val="C2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20"/>
            <p:cNvGrpSpPr/>
            <p:nvPr/>
          </p:nvGrpSpPr>
          <p:grpSpPr>
            <a:xfrm>
              <a:off x="5484776" y="3445323"/>
              <a:ext cx="1566907" cy="295619"/>
              <a:chOff x="5484776" y="3445323"/>
              <a:chExt cx="1566907" cy="295619"/>
            </a:xfrm>
          </p:grpSpPr>
          <p:sp>
            <p:nvSpPr>
              <p:cNvPr id="22" name="星形: 五角 21"/>
              <p:cNvSpPr/>
              <p:nvPr/>
            </p:nvSpPr>
            <p:spPr>
              <a:xfrm>
                <a:off x="6120420" y="3445323"/>
                <a:ext cx="295619" cy="295619"/>
              </a:xfrm>
              <a:prstGeom prst="star5">
                <a:avLst>
                  <a:gd name="adj" fmla="val 24724"/>
                  <a:gd name="hf" fmla="val 105146"/>
                  <a:gd name="vf" fmla="val 110557"/>
                </a:avLst>
              </a:pr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C20000"/>
                  </a:solidFill>
                </a:endParaRPr>
              </a:p>
            </p:txBody>
          </p:sp>
          <p:sp>
            <p:nvSpPr>
              <p:cNvPr id="23" name="星形: 五角 22"/>
              <p:cNvSpPr/>
              <p:nvPr/>
            </p:nvSpPr>
            <p:spPr>
              <a:xfrm>
                <a:off x="6534151" y="3491628"/>
                <a:ext cx="217644" cy="217644"/>
              </a:xfrm>
              <a:prstGeom prst="star5">
                <a:avLst>
                  <a:gd name="adj" fmla="val 24724"/>
                  <a:gd name="hf" fmla="val 105146"/>
                  <a:gd name="vf" fmla="val 110557"/>
                </a:avLst>
              </a:pr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C20000"/>
                  </a:solidFill>
                </a:endParaRPr>
              </a:p>
            </p:txBody>
          </p:sp>
          <p:sp>
            <p:nvSpPr>
              <p:cNvPr id="24" name="星形: 五角 23"/>
              <p:cNvSpPr/>
              <p:nvPr/>
            </p:nvSpPr>
            <p:spPr>
              <a:xfrm>
                <a:off x="6883334" y="3516275"/>
                <a:ext cx="168349" cy="168349"/>
              </a:xfrm>
              <a:prstGeom prst="star5">
                <a:avLst>
                  <a:gd name="adj" fmla="val 24724"/>
                  <a:gd name="hf" fmla="val 105146"/>
                  <a:gd name="vf" fmla="val 110557"/>
                </a:avLst>
              </a:pr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C20000"/>
                  </a:solidFill>
                </a:endParaRPr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 flipH="1">
                <a:off x="5484776" y="3491627"/>
                <a:ext cx="517532" cy="217644"/>
                <a:chOff x="6686551" y="3644028"/>
                <a:chExt cx="517532" cy="217644"/>
              </a:xfrm>
            </p:grpSpPr>
            <p:sp>
              <p:nvSpPr>
                <p:cNvPr id="26" name="星形: 五角 25"/>
                <p:cNvSpPr/>
                <p:nvPr/>
              </p:nvSpPr>
              <p:spPr>
                <a:xfrm>
                  <a:off x="6686551" y="3644028"/>
                  <a:ext cx="217644" cy="217644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sp>
              <p:nvSpPr>
                <p:cNvPr id="27" name="星形: 五角 26"/>
                <p:cNvSpPr/>
                <p:nvPr/>
              </p:nvSpPr>
              <p:spPr>
                <a:xfrm>
                  <a:off x="7035734" y="3668675"/>
                  <a:ext cx="168349" cy="168349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</p:grpSp>
        </p:grpSp>
      </p:grpSp>
      <p:grpSp>
        <p:nvGrpSpPr>
          <p:cNvPr id="28" name="组合 27"/>
          <p:cNvGrpSpPr/>
          <p:nvPr/>
        </p:nvGrpSpPr>
        <p:grpSpPr>
          <a:xfrm>
            <a:off x="3164205" y="4478020"/>
            <a:ext cx="5176520" cy="431037"/>
            <a:chOff x="3915298" y="4477707"/>
            <a:chExt cx="4434792" cy="430887"/>
          </a:xfrm>
        </p:grpSpPr>
        <p:grpSp>
          <p:nvGrpSpPr>
            <p:cNvPr id="29" name="组合 28"/>
            <p:cNvGrpSpPr/>
            <p:nvPr/>
          </p:nvGrpSpPr>
          <p:grpSpPr>
            <a:xfrm>
              <a:off x="3915298" y="4486236"/>
              <a:ext cx="1657384" cy="422358"/>
              <a:chOff x="4361386" y="4287208"/>
              <a:chExt cx="1657384" cy="430887"/>
            </a:xfrm>
          </p:grpSpPr>
          <p:sp>
            <p:nvSpPr>
              <p:cNvPr id="33" name="文本框 32"/>
              <p:cNvSpPr txBox="1"/>
              <p:nvPr/>
            </p:nvSpPr>
            <p:spPr>
              <a:xfrm>
                <a:off x="4381861" y="4336692"/>
                <a:ext cx="1616434" cy="343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C20000"/>
                    </a:solidFill>
                    <a:latin typeface="Noto Sans S Chinese Medium" panose="020B0600000000000000" pitchFamily="34" charset="-122"/>
                    <a:ea typeface="Noto Sans S Chinese Medium" panose="020B0600000000000000" pitchFamily="34" charset="-122"/>
                  </a:rPr>
                  <a:t>宣讲人：</a:t>
                </a:r>
                <a:r>
                  <a:rPr lang="en-US" altLang="zh-CN" sz="1600" dirty="0">
                    <a:solidFill>
                      <a:srgbClr val="C20000"/>
                    </a:solidFill>
                    <a:latin typeface="Noto Sans S Chinese Medium" panose="020B0600000000000000" pitchFamily="34" charset="-122"/>
                    <a:ea typeface="Noto Sans S Chinese Medium" panose="020B0600000000000000" pitchFamily="34" charset="-122"/>
                  </a:rPr>
                  <a:t>XXXX</a:t>
                </a:r>
                <a:endParaRPr lang="en-US" altLang="zh-CN" sz="1600" dirty="0">
                  <a:solidFill>
                    <a:srgbClr val="C20000"/>
                  </a:solidFill>
                  <a:latin typeface="Noto Sans S Chinese Medium" panose="020B0600000000000000" pitchFamily="34" charset="-122"/>
                  <a:ea typeface="Noto Sans S Chinese Medium" panose="020B0600000000000000" pitchFamily="34" charset="-122"/>
                </a:endParaRP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4361386" y="4287208"/>
                <a:ext cx="1657384" cy="430887"/>
              </a:xfrm>
              <a:prstGeom prst="roundRect">
                <a:avLst/>
              </a:prstGeom>
              <a:noFill/>
              <a:ln w="19050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C20000"/>
                  </a:solidFill>
                  <a:latin typeface="Noto Sans S Chinese Medium" panose="020B0600000000000000" pitchFamily="34" charset="-122"/>
                  <a:ea typeface="Noto Sans S Chinese Medium" panose="020B0600000000000000" pitchFamily="34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6569122" y="4477707"/>
              <a:ext cx="1780968" cy="422358"/>
              <a:chOff x="6169072" y="4477707"/>
              <a:chExt cx="1780968" cy="422358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6169072" y="4521798"/>
                <a:ext cx="1780968" cy="337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C20000"/>
                    </a:solidFill>
                    <a:latin typeface="Noto Sans S Chinese Medium" panose="020B0600000000000000" pitchFamily="34" charset="-122"/>
                    <a:ea typeface="Noto Sans S Chinese Medium" panose="020B0600000000000000" pitchFamily="34" charset="-122"/>
                  </a:rPr>
                  <a:t>时间：</a:t>
                </a:r>
                <a:r>
                  <a:rPr lang="en-US" altLang="zh-CN" sz="1600" dirty="0">
                    <a:solidFill>
                      <a:srgbClr val="C20000"/>
                    </a:solidFill>
                    <a:latin typeface="Noto Sans S Chinese Medium" panose="020B0600000000000000" pitchFamily="34" charset="-122"/>
                    <a:ea typeface="Noto Sans S Chinese Medium" panose="020B0600000000000000" pitchFamily="34" charset="-122"/>
                  </a:rPr>
                  <a:t>20XX.XX</a:t>
                </a:r>
                <a:endParaRPr lang="zh-CN" altLang="en-US" sz="1600" dirty="0">
                  <a:solidFill>
                    <a:srgbClr val="C20000"/>
                  </a:solidFill>
                  <a:latin typeface="Noto Sans S Chinese Medium" panose="020B0600000000000000" pitchFamily="34" charset="-122"/>
                  <a:ea typeface="Noto Sans S Chinese Medium" panose="020B0600000000000000" pitchFamily="34" charset="-122"/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>
                <a:off x="6245264" y="4477707"/>
                <a:ext cx="1656000" cy="422358"/>
              </a:xfrm>
              <a:prstGeom prst="roundRect">
                <a:avLst/>
              </a:prstGeom>
              <a:noFill/>
              <a:ln w="19050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C20000"/>
                  </a:solidFill>
                  <a:latin typeface="Noto Sans S Chinese Medium" panose="020B0600000000000000" pitchFamily="34" charset="-122"/>
                  <a:ea typeface="Noto Sans S Chinese Medium" panose="020B0600000000000000" pitchFamily="34" charset="-122"/>
                </a:endParaRPr>
              </a:p>
            </p:txBody>
          </p:sp>
        </p:grpSp>
      </p:grpSp>
      <p:sp>
        <p:nvSpPr>
          <p:cNvPr id="36" name="矩形 35"/>
          <p:cNvSpPr/>
          <p:nvPr/>
        </p:nvSpPr>
        <p:spPr>
          <a:xfrm>
            <a:off x="176000" y="182334"/>
            <a:ext cx="11844000" cy="6493395"/>
          </a:xfrm>
          <a:prstGeom prst="rect">
            <a:avLst/>
          </a:prstGeom>
          <a:noFill/>
          <a:ln w="25400">
            <a:solidFill>
              <a:srgbClr val="C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59"/>
          <a:stretch>
            <a:fillRect/>
          </a:stretch>
        </p:blipFill>
        <p:spPr>
          <a:xfrm flipH="1">
            <a:off x="153250" y="4983844"/>
            <a:ext cx="11880000" cy="1620156"/>
          </a:xfrm>
          <a:custGeom>
            <a:avLst/>
            <a:gdLst>
              <a:gd name="connsiteX0" fmla="*/ 0 w 11880000"/>
              <a:gd name="connsiteY0" fmla="*/ 0 h 1620156"/>
              <a:gd name="connsiteX1" fmla="*/ 11880000 w 11880000"/>
              <a:gd name="connsiteY1" fmla="*/ 0 h 1620156"/>
              <a:gd name="connsiteX2" fmla="*/ 11880000 w 11880000"/>
              <a:gd name="connsiteY2" fmla="*/ 1620156 h 1620156"/>
              <a:gd name="connsiteX3" fmla="*/ 0 w 11880000"/>
              <a:gd name="connsiteY3" fmla="*/ 1620156 h 162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80000" h="1620156">
                <a:moveTo>
                  <a:pt x="0" y="0"/>
                </a:moveTo>
                <a:lnTo>
                  <a:pt x="11880000" y="0"/>
                </a:lnTo>
                <a:lnTo>
                  <a:pt x="11880000" y="1620156"/>
                </a:lnTo>
                <a:lnTo>
                  <a:pt x="0" y="1620156"/>
                </a:lnTo>
                <a:close/>
              </a:path>
            </a:pathLst>
          </a:custGeom>
        </p:spPr>
      </p:pic>
      <p:sp>
        <p:nvSpPr>
          <p:cNvPr id="40" name="矩形 39"/>
          <p:cNvSpPr/>
          <p:nvPr/>
        </p:nvSpPr>
        <p:spPr>
          <a:xfrm>
            <a:off x="176000" y="182334"/>
            <a:ext cx="11844000" cy="6493395"/>
          </a:xfrm>
          <a:prstGeom prst="rect">
            <a:avLst/>
          </a:prstGeom>
          <a:noFill/>
          <a:ln w="25400">
            <a:solidFill>
              <a:srgbClr val="C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837395" y="718801"/>
            <a:ext cx="6139231" cy="1310426"/>
            <a:chOff x="2075129" y="1242114"/>
            <a:chExt cx="6139231" cy="1310426"/>
          </a:xfrm>
        </p:grpSpPr>
        <p:sp>
          <p:nvSpPr>
            <p:cNvPr id="42" name="文本框 41"/>
            <p:cNvSpPr txBox="1"/>
            <p:nvPr/>
          </p:nvSpPr>
          <p:spPr>
            <a:xfrm>
              <a:off x="2075764" y="1242114"/>
              <a:ext cx="1354455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000" dirty="0">
                  <a:solidFill>
                    <a:srgbClr val="C20000"/>
                  </a:solidFill>
                  <a:latin typeface="Noto Sans S Chinese Bold" panose="020B0800000000000000" pitchFamily="34" charset="-122"/>
                  <a:ea typeface="Noto Sans S Chinese Bold" panose="020B0800000000000000" pitchFamily="34" charset="-122"/>
                </a:rPr>
                <a:t>目录</a:t>
              </a:r>
              <a:endParaRPr lang="zh-CN" altLang="en-US" sz="4000" dirty="0">
                <a:solidFill>
                  <a:srgbClr val="C20000"/>
                </a:solidFill>
                <a:latin typeface="Noto Sans S Chinese Bold" panose="020B0800000000000000" pitchFamily="34" charset="-122"/>
                <a:ea typeface="Noto Sans S Chinese Bold" panose="020B0800000000000000" pitchFamily="34" charset="-122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2138363" y="1925955"/>
              <a:ext cx="6075997" cy="0"/>
            </a:xfrm>
            <a:prstGeom prst="line">
              <a:avLst/>
            </a:prstGeom>
            <a:ln w="25400">
              <a:solidFill>
                <a:srgbClr val="C2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2075129" y="2030570"/>
              <a:ext cx="21539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800" dirty="0">
                  <a:solidFill>
                    <a:srgbClr val="C20000"/>
                  </a:solidFill>
                  <a:latin typeface="Noto Sans S Chinese Bold" panose="020B0800000000000000" pitchFamily="34" charset="-122"/>
                  <a:ea typeface="Noto Sans S Chinese Bold" panose="020B0800000000000000" pitchFamily="34" charset="-122"/>
                </a:rPr>
                <a:t>CONTENTS</a:t>
              </a:r>
              <a:endParaRPr lang="en-US" altLang="zh-CN" sz="2800" dirty="0">
                <a:solidFill>
                  <a:srgbClr val="C20000"/>
                </a:solidFill>
                <a:latin typeface="Noto Sans S Chinese Bold" panose="020B0800000000000000" pitchFamily="34" charset="-122"/>
                <a:ea typeface="Noto Sans S Chinese Bold" panose="020B0800000000000000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699092" y="2030477"/>
            <a:ext cx="6096633" cy="472684"/>
            <a:chOff x="3596006" y="2566943"/>
            <a:chExt cx="6096633" cy="472684"/>
          </a:xfrm>
        </p:grpSpPr>
        <p:sp>
          <p:nvSpPr>
            <p:cNvPr id="48" name="矩形 47"/>
            <p:cNvSpPr/>
            <p:nvPr/>
          </p:nvSpPr>
          <p:spPr>
            <a:xfrm>
              <a:off x="3596006" y="2566943"/>
              <a:ext cx="1180782" cy="472684"/>
            </a:xfrm>
            <a:prstGeom prst="rect">
              <a:avLst/>
            </a:prstGeom>
            <a:solidFill>
              <a:srgbClr val="C20000"/>
            </a:solidFill>
            <a:ln w="22225">
              <a:solidFill>
                <a:srgbClr val="C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4996180" y="2566943"/>
              <a:ext cx="4696459" cy="472684"/>
            </a:xfrm>
            <a:prstGeom prst="rect">
              <a:avLst/>
            </a:prstGeom>
            <a:noFill/>
            <a:ln w="22225">
              <a:solidFill>
                <a:srgbClr val="C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3607075" y="2603230"/>
              <a:ext cx="11668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Noto Sans S Chinese DemiLight" panose="020B0400000000000000" pitchFamily="34" charset="-122"/>
                  <a:ea typeface="Noto Sans S Chinese DemiLight" panose="020B0400000000000000" pitchFamily="34" charset="-122"/>
                </a:rPr>
                <a:t>第一章</a:t>
              </a:r>
              <a:endParaRPr lang="zh-CN" altLang="en-US" sz="2000" dirty="0">
                <a:solidFill>
                  <a:schemeClr val="bg1"/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5138856" y="2610850"/>
              <a:ext cx="3675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C20000"/>
                  </a:solidFill>
                  <a:latin typeface="Noto Sans S Chinese DemiLight" panose="020B0400000000000000" pitchFamily="34" charset="-122"/>
                  <a:ea typeface="Noto Sans S Chinese DemiLight" panose="020B0400000000000000" pitchFamily="34" charset="-122"/>
                </a:rPr>
                <a:t>请单机此处输入标题内容</a:t>
              </a:r>
              <a:endParaRPr lang="zh-CN" altLang="en-US" sz="2000" dirty="0">
                <a:solidFill>
                  <a:srgbClr val="C20000"/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699092" y="2734353"/>
            <a:ext cx="6096633" cy="472684"/>
            <a:chOff x="3596006" y="2566943"/>
            <a:chExt cx="6096633" cy="472684"/>
          </a:xfrm>
        </p:grpSpPr>
        <p:sp>
          <p:nvSpPr>
            <p:cNvPr id="56" name="矩形 55"/>
            <p:cNvSpPr/>
            <p:nvPr/>
          </p:nvSpPr>
          <p:spPr>
            <a:xfrm>
              <a:off x="3596006" y="2566943"/>
              <a:ext cx="1180782" cy="472684"/>
            </a:xfrm>
            <a:prstGeom prst="rect">
              <a:avLst/>
            </a:prstGeom>
            <a:solidFill>
              <a:srgbClr val="C20000"/>
            </a:solidFill>
            <a:ln w="22225">
              <a:solidFill>
                <a:srgbClr val="C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4996180" y="2566943"/>
              <a:ext cx="4696459" cy="472684"/>
            </a:xfrm>
            <a:prstGeom prst="rect">
              <a:avLst/>
            </a:prstGeom>
            <a:noFill/>
            <a:ln w="22225">
              <a:solidFill>
                <a:srgbClr val="C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607075" y="2603230"/>
              <a:ext cx="11668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Noto Sans S Chinese DemiLight" panose="020B0400000000000000" pitchFamily="34" charset="-122"/>
                  <a:ea typeface="Noto Sans S Chinese DemiLight" panose="020B0400000000000000" pitchFamily="34" charset="-122"/>
                </a:rPr>
                <a:t>第二章</a:t>
              </a:r>
              <a:endParaRPr lang="zh-CN" altLang="en-US" sz="2000" dirty="0">
                <a:solidFill>
                  <a:schemeClr val="bg1"/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5138856" y="2610850"/>
              <a:ext cx="3675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C20000"/>
                  </a:solidFill>
                  <a:latin typeface="Noto Sans S Chinese DemiLight" panose="020B0400000000000000" pitchFamily="34" charset="-122"/>
                  <a:ea typeface="Noto Sans S Chinese DemiLight" panose="020B0400000000000000" pitchFamily="34" charset="-122"/>
                </a:rPr>
                <a:t>请单机此处输入标题内容</a:t>
              </a:r>
              <a:endParaRPr lang="zh-CN" altLang="en-US" sz="2000" dirty="0">
                <a:solidFill>
                  <a:srgbClr val="C20000"/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699092" y="3438229"/>
            <a:ext cx="6096633" cy="472684"/>
            <a:chOff x="3596006" y="2566943"/>
            <a:chExt cx="6096633" cy="472684"/>
          </a:xfrm>
        </p:grpSpPr>
        <p:sp>
          <p:nvSpPr>
            <p:cNvPr id="61" name="矩形 60"/>
            <p:cNvSpPr/>
            <p:nvPr/>
          </p:nvSpPr>
          <p:spPr>
            <a:xfrm>
              <a:off x="3596006" y="2566943"/>
              <a:ext cx="1180782" cy="472684"/>
            </a:xfrm>
            <a:prstGeom prst="rect">
              <a:avLst/>
            </a:prstGeom>
            <a:solidFill>
              <a:srgbClr val="C20000"/>
            </a:solidFill>
            <a:ln w="22225">
              <a:solidFill>
                <a:srgbClr val="C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4996180" y="2566943"/>
              <a:ext cx="4696459" cy="472684"/>
            </a:xfrm>
            <a:prstGeom prst="rect">
              <a:avLst/>
            </a:prstGeom>
            <a:noFill/>
            <a:ln w="22225">
              <a:solidFill>
                <a:srgbClr val="C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3607075" y="2603230"/>
              <a:ext cx="11668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Noto Sans S Chinese DemiLight" panose="020B0400000000000000" pitchFamily="34" charset="-122"/>
                  <a:ea typeface="Noto Sans S Chinese DemiLight" panose="020B0400000000000000" pitchFamily="34" charset="-122"/>
                </a:rPr>
                <a:t>第三章</a:t>
              </a:r>
              <a:endParaRPr lang="zh-CN" altLang="en-US" sz="2000" dirty="0">
                <a:solidFill>
                  <a:schemeClr val="bg1"/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138856" y="2610850"/>
              <a:ext cx="3675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C20000"/>
                  </a:solidFill>
                  <a:latin typeface="Noto Sans S Chinese DemiLight" panose="020B0400000000000000" pitchFamily="34" charset="-122"/>
                  <a:ea typeface="Noto Sans S Chinese DemiLight" panose="020B0400000000000000" pitchFamily="34" charset="-122"/>
                </a:rPr>
                <a:t>请单机此处输入标题内容</a:t>
              </a:r>
              <a:endParaRPr lang="zh-CN" altLang="en-US" sz="2000" dirty="0">
                <a:solidFill>
                  <a:srgbClr val="C20000"/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4699092" y="4142105"/>
            <a:ext cx="6096633" cy="472684"/>
            <a:chOff x="3596006" y="2566943"/>
            <a:chExt cx="6096633" cy="472684"/>
          </a:xfrm>
        </p:grpSpPr>
        <p:sp>
          <p:nvSpPr>
            <p:cNvPr id="66" name="矩形 65"/>
            <p:cNvSpPr/>
            <p:nvPr/>
          </p:nvSpPr>
          <p:spPr>
            <a:xfrm>
              <a:off x="3596006" y="2566943"/>
              <a:ext cx="1180782" cy="472684"/>
            </a:xfrm>
            <a:prstGeom prst="rect">
              <a:avLst/>
            </a:prstGeom>
            <a:solidFill>
              <a:srgbClr val="C20000"/>
            </a:solidFill>
            <a:ln w="22225">
              <a:solidFill>
                <a:srgbClr val="C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4996180" y="2566943"/>
              <a:ext cx="4696459" cy="472684"/>
            </a:xfrm>
            <a:prstGeom prst="rect">
              <a:avLst/>
            </a:prstGeom>
            <a:noFill/>
            <a:ln w="22225">
              <a:solidFill>
                <a:srgbClr val="C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3607075" y="2603230"/>
              <a:ext cx="11668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Noto Sans S Chinese DemiLight" panose="020B0400000000000000" pitchFamily="34" charset="-122"/>
                  <a:ea typeface="Noto Sans S Chinese DemiLight" panose="020B0400000000000000" pitchFamily="34" charset="-122"/>
                </a:rPr>
                <a:t>第四章</a:t>
              </a:r>
              <a:endParaRPr lang="zh-CN" altLang="en-US" sz="2000" dirty="0">
                <a:solidFill>
                  <a:schemeClr val="bg1"/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5138856" y="2610850"/>
              <a:ext cx="3675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C20000"/>
                  </a:solidFill>
                  <a:latin typeface="Noto Sans S Chinese DemiLight" panose="020B0400000000000000" pitchFamily="34" charset="-122"/>
                  <a:ea typeface="Noto Sans S Chinese DemiLight" panose="020B0400000000000000" pitchFamily="34" charset="-122"/>
                </a:rPr>
                <a:t>请单机此处输入标题内容</a:t>
              </a:r>
              <a:endParaRPr lang="zh-CN" altLang="en-US" sz="2000" dirty="0">
                <a:solidFill>
                  <a:srgbClr val="C20000"/>
                </a:solidFill>
                <a:latin typeface="Noto Sans S Chinese DemiLight" panose="020B0400000000000000" pitchFamily="34" charset="-122"/>
                <a:ea typeface="Noto Sans S Chinese DemiLight" panose="020B0400000000000000" pitchFamily="34" charset="-122"/>
              </a:endParaRPr>
            </a:p>
          </p:txBody>
        </p:sp>
      </p:grpSp>
    </p:spTree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91050" y="3448050"/>
            <a:ext cx="11844000" cy="3193339"/>
            <a:chOff x="0" y="3594120"/>
            <a:chExt cx="12192000" cy="326388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b="8215"/>
            <a:stretch>
              <a:fillRect/>
            </a:stretch>
          </p:blipFill>
          <p:spPr>
            <a:xfrm>
              <a:off x="4308449" y="5559795"/>
              <a:ext cx="7883551" cy="1298205"/>
            </a:xfrm>
            <a:custGeom>
              <a:avLst/>
              <a:gdLst>
                <a:gd name="connsiteX0" fmla="*/ 0 w 7883551"/>
                <a:gd name="connsiteY0" fmla="*/ 0 h 1298205"/>
                <a:gd name="connsiteX1" fmla="*/ 7883551 w 7883551"/>
                <a:gd name="connsiteY1" fmla="*/ 0 h 1298205"/>
                <a:gd name="connsiteX2" fmla="*/ 7883551 w 7883551"/>
                <a:gd name="connsiteY2" fmla="*/ 1298205 h 1298205"/>
                <a:gd name="connsiteX3" fmla="*/ 0 w 7883551"/>
                <a:gd name="connsiteY3" fmla="*/ 1298205 h 129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3551" h="1298205">
                  <a:moveTo>
                    <a:pt x="0" y="0"/>
                  </a:moveTo>
                  <a:lnTo>
                    <a:pt x="7883551" y="0"/>
                  </a:lnTo>
                  <a:lnTo>
                    <a:pt x="7883551" y="1298205"/>
                  </a:lnTo>
                  <a:lnTo>
                    <a:pt x="0" y="1298205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rcRect l="12402" b="3884"/>
            <a:stretch>
              <a:fillRect/>
            </a:stretch>
          </p:blipFill>
          <p:spPr>
            <a:xfrm>
              <a:off x="0" y="3594120"/>
              <a:ext cx="4528676" cy="3263880"/>
            </a:xfrm>
            <a:custGeom>
              <a:avLst/>
              <a:gdLst>
                <a:gd name="connsiteX0" fmla="*/ 0 w 4528676"/>
                <a:gd name="connsiteY0" fmla="*/ 0 h 3263880"/>
                <a:gd name="connsiteX1" fmla="*/ 4528676 w 4528676"/>
                <a:gd name="connsiteY1" fmla="*/ 0 h 3263880"/>
                <a:gd name="connsiteX2" fmla="*/ 4528676 w 4528676"/>
                <a:gd name="connsiteY2" fmla="*/ 3263880 h 3263880"/>
                <a:gd name="connsiteX3" fmla="*/ 0 w 4528676"/>
                <a:gd name="connsiteY3" fmla="*/ 3263880 h 326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28676" h="3263880">
                  <a:moveTo>
                    <a:pt x="0" y="0"/>
                  </a:moveTo>
                  <a:lnTo>
                    <a:pt x="4528676" y="0"/>
                  </a:lnTo>
                  <a:lnTo>
                    <a:pt x="4528676" y="3263880"/>
                  </a:lnTo>
                  <a:lnTo>
                    <a:pt x="0" y="3263880"/>
                  </a:lnTo>
                  <a:close/>
                </a:path>
              </a:pathLst>
            </a:custGeom>
          </p:spPr>
        </p:pic>
      </p:grpSp>
      <p:sp>
        <p:nvSpPr>
          <p:cNvPr id="36" name="矩形 35"/>
          <p:cNvSpPr/>
          <p:nvPr/>
        </p:nvSpPr>
        <p:spPr>
          <a:xfrm>
            <a:off x="176000" y="182334"/>
            <a:ext cx="11844000" cy="6493395"/>
          </a:xfrm>
          <a:prstGeom prst="rect">
            <a:avLst/>
          </a:prstGeom>
          <a:noFill/>
          <a:ln w="25400">
            <a:solidFill>
              <a:srgbClr val="C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组合 59"/>
          <p:cNvGrpSpPr/>
          <p:nvPr/>
        </p:nvGrpSpPr>
        <p:grpSpPr>
          <a:xfrm>
            <a:off x="2447153" y="1813593"/>
            <a:ext cx="7297694" cy="2596053"/>
            <a:chOff x="2432960" y="1501939"/>
            <a:chExt cx="7297694" cy="2596053"/>
          </a:xfrm>
        </p:grpSpPr>
        <p:grpSp>
          <p:nvGrpSpPr>
            <p:cNvPr id="47" name="组合 46"/>
            <p:cNvGrpSpPr/>
            <p:nvPr/>
          </p:nvGrpSpPr>
          <p:grpSpPr>
            <a:xfrm>
              <a:off x="4207199" y="1501939"/>
              <a:ext cx="3790302" cy="653143"/>
              <a:chOff x="4207199" y="1952106"/>
              <a:chExt cx="3790302" cy="653143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4207199" y="1952106"/>
                <a:ext cx="1031552" cy="653143"/>
              </a:xfrm>
              <a:prstGeom prst="rect">
                <a:avLst/>
              </a:prstGeom>
              <a:solidFill>
                <a:srgbClr val="C20000"/>
              </a:solidFill>
              <a:ln w="2222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5238750" y="1952106"/>
                <a:ext cx="1727199" cy="653143"/>
              </a:xfrm>
              <a:prstGeom prst="rect">
                <a:avLst/>
              </a:prstGeom>
              <a:noFill/>
              <a:ln w="2222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965949" y="1952106"/>
                <a:ext cx="1031552" cy="653143"/>
              </a:xfrm>
              <a:prstGeom prst="rect">
                <a:avLst/>
              </a:prstGeom>
              <a:solidFill>
                <a:srgbClr val="C20000"/>
              </a:solidFill>
              <a:ln w="2222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4363298" y="2167749"/>
                <a:ext cx="719353" cy="221856"/>
                <a:chOff x="4419385" y="2171700"/>
                <a:chExt cx="764381" cy="235743"/>
              </a:xfrm>
              <a:solidFill>
                <a:schemeClr val="bg1"/>
              </a:solidFill>
            </p:grpSpPr>
            <p:sp>
              <p:nvSpPr>
                <p:cNvPr id="4" name="星形: 五角 3"/>
                <p:cNvSpPr/>
                <p:nvPr/>
              </p:nvSpPr>
              <p:spPr>
                <a:xfrm>
                  <a:off x="4419385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星形: 五角 38"/>
                <p:cNvSpPr/>
                <p:nvPr/>
              </p:nvSpPr>
              <p:spPr>
                <a:xfrm>
                  <a:off x="4683704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星形: 五角 39"/>
                <p:cNvSpPr/>
                <p:nvPr/>
              </p:nvSpPr>
              <p:spPr>
                <a:xfrm>
                  <a:off x="4948023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7122048" y="2167749"/>
                <a:ext cx="719353" cy="221856"/>
                <a:chOff x="4419385" y="2171700"/>
                <a:chExt cx="764381" cy="235743"/>
              </a:xfrm>
              <a:solidFill>
                <a:schemeClr val="bg1"/>
              </a:solidFill>
            </p:grpSpPr>
            <p:sp>
              <p:nvSpPr>
                <p:cNvPr id="43" name="星形: 五角 42"/>
                <p:cNvSpPr/>
                <p:nvPr/>
              </p:nvSpPr>
              <p:spPr>
                <a:xfrm>
                  <a:off x="4419385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星形: 五角 43"/>
                <p:cNvSpPr/>
                <p:nvPr/>
              </p:nvSpPr>
              <p:spPr>
                <a:xfrm>
                  <a:off x="4683704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星形: 五角 44"/>
                <p:cNvSpPr/>
                <p:nvPr/>
              </p:nvSpPr>
              <p:spPr>
                <a:xfrm>
                  <a:off x="4948023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6" name="文本框 45"/>
              <p:cNvSpPr txBox="1"/>
              <p:nvPr/>
            </p:nvSpPr>
            <p:spPr>
              <a:xfrm>
                <a:off x="5280514" y="2056861"/>
                <a:ext cx="163107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500" b="1" dirty="0">
                    <a:solidFill>
                      <a:srgbClr val="C20000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第一部分</a:t>
                </a:r>
                <a:endParaRPr lang="zh-CN" altLang="en-US" sz="2500" b="1" dirty="0">
                  <a:solidFill>
                    <a:srgbClr val="C2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2432960" y="2609995"/>
              <a:ext cx="7297694" cy="86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000" dirty="0">
                  <a:solidFill>
                    <a:srgbClr val="C20000"/>
                  </a:solidFill>
                  <a:latin typeface="Noto Sans S Chinese Bold" panose="020B0800000000000000" pitchFamily="34" charset="-122"/>
                  <a:ea typeface="Noto Sans S Chinese Bold" panose="020B0800000000000000" pitchFamily="34" charset="-122"/>
                </a:rPr>
                <a:t>请单机此处输入标题内容</a:t>
              </a:r>
              <a:endParaRPr lang="zh-CN" altLang="en-US" sz="5000" dirty="0">
                <a:solidFill>
                  <a:srgbClr val="C20000"/>
                </a:solidFill>
                <a:latin typeface="Noto Sans S Chinese Bold" panose="020B0800000000000000" pitchFamily="34" charset="-122"/>
                <a:ea typeface="Noto Sans S Chinese Bold" panose="020B0800000000000000" pitchFamily="34" charset="-122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3906211" y="3735419"/>
              <a:ext cx="4379578" cy="362573"/>
              <a:chOff x="4483510" y="3445323"/>
              <a:chExt cx="3570830" cy="295619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4483510" y="3600450"/>
                <a:ext cx="835250" cy="0"/>
              </a:xfrm>
              <a:prstGeom prst="line">
                <a:avLst/>
              </a:prstGeom>
              <a:ln w="19050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7219090" y="3600450"/>
                <a:ext cx="835250" cy="0"/>
              </a:xfrm>
              <a:prstGeom prst="line">
                <a:avLst/>
              </a:prstGeom>
              <a:ln w="19050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组合 52"/>
              <p:cNvGrpSpPr/>
              <p:nvPr/>
            </p:nvGrpSpPr>
            <p:grpSpPr>
              <a:xfrm>
                <a:off x="5484776" y="3445323"/>
                <a:ext cx="1566907" cy="295619"/>
                <a:chOff x="5484776" y="3445323"/>
                <a:chExt cx="1566907" cy="295619"/>
              </a:xfrm>
            </p:grpSpPr>
            <p:sp>
              <p:nvSpPr>
                <p:cNvPr id="54" name="星形: 五角 53"/>
                <p:cNvSpPr/>
                <p:nvPr/>
              </p:nvSpPr>
              <p:spPr>
                <a:xfrm>
                  <a:off x="6120420" y="3445323"/>
                  <a:ext cx="295619" cy="295619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sp>
              <p:nvSpPr>
                <p:cNvPr id="55" name="星形: 五角 54"/>
                <p:cNvSpPr/>
                <p:nvPr/>
              </p:nvSpPr>
              <p:spPr>
                <a:xfrm>
                  <a:off x="6534151" y="3491628"/>
                  <a:ext cx="217644" cy="217644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sp>
              <p:nvSpPr>
                <p:cNvPr id="56" name="星形: 五角 55"/>
                <p:cNvSpPr/>
                <p:nvPr/>
              </p:nvSpPr>
              <p:spPr>
                <a:xfrm>
                  <a:off x="6883334" y="3516275"/>
                  <a:ext cx="168349" cy="168349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grpSp>
              <p:nvGrpSpPr>
                <p:cNvPr id="57" name="组合 56"/>
                <p:cNvGrpSpPr/>
                <p:nvPr/>
              </p:nvGrpSpPr>
              <p:grpSpPr>
                <a:xfrm flipH="1">
                  <a:off x="5484776" y="3491627"/>
                  <a:ext cx="517532" cy="217644"/>
                  <a:chOff x="6686551" y="3644028"/>
                  <a:chExt cx="517532" cy="217644"/>
                </a:xfrm>
              </p:grpSpPr>
              <p:sp>
                <p:nvSpPr>
                  <p:cNvPr id="58" name="星形: 五角 57"/>
                  <p:cNvSpPr/>
                  <p:nvPr/>
                </p:nvSpPr>
                <p:spPr>
                  <a:xfrm>
                    <a:off x="6686551" y="3644028"/>
                    <a:ext cx="217644" cy="217644"/>
                  </a:xfrm>
                  <a:prstGeom prst="star5">
                    <a:avLst>
                      <a:gd name="adj" fmla="val 24724"/>
                      <a:gd name="hf" fmla="val 105146"/>
                      <a:gd name="vf" fmla="val 110557"/>
                    </a:avLst>
                  </a:prstGeom>
                  <a:solidFill>
                    <a:srgbClr val="C2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rgbClr val="C20000"/>
                      </a:solidFill>
                    </a:endParaRPr>
                  </a:p>
                </p:txBody>
              </p:sp>
              <p:sp>
                <p:nvSpPr>
                  <p:cNvPr id="59" name="星形: 五角 58"/>
                  <p:cNvSpPr/>
                  <p:nvPr/>
                </p:nvSpPr>
                <p:spPr>
                  <a:xfrm>
                    <a:off x="7035734" y="3668675"/>
                    <a:ext cx="168349" cy="168349"/>
                  </a:xfrm>
                  <a:prstGeom prst="star5">
                    <a:avLst>
                      <a:gd name="adj" fmla="val 24724"/>
                      <a:gd name="hf" fmla="val 105146"/>
                      <a:gd name="vf" fmla="val 110557"/>
                    </a:avLst>
                  </a:prstGeom>
                  <a:solidFill>
                    <a:srgbClr val="C2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rgbClr val="C20000"/>
                      </a:solidFill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697050"/>
            <a:ext cx="12192000" cy="1800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55230" y="194194"/>
            <a:ext cx="4115195" cy="453724"/>
            <a:chOff x="255230" y="194194"/>
            <a:chExt cx="4115195" cy="453724"/>
          </a:xfrm>
        </p:grpSpPr>
        <p:sp>
          <p:nvSpPr>
            <p:cNvPr id="10" name="星形: 五角 9"/>
            <p:cNvSpPr/>
            <p:nvPr/>
          </p:nvSpPr>
          <p:spPr>
            <a:xfrm>
              <a:off x="255230" y="194194"/>
              <a:ext cx="411520" cy="411520"/>
            </a:xfrm>
            <a:prstGeom prst="star5">
              <a:avLst>
                <a:gd name="adj" fmla="val 23649"/>
                <a:gd name="hf" fmla="val 105146"/>
                <a:gd name="vf" fmla="val 110557"/>
              </a:avLst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94886" y="247808"/>
              <a:ext cx="3675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C20000"/>
                  </a:solidFill>
                  <a:latin typeface="Noto Sans S Chinese Medium" panose="020B0600000000000000" pitchFamily="34" charset="-122"/>
                  <a:ea typeface="Noto Sans S Chinese Medium" panose="020B0600000000000000" pitchFamily="34" charset="-122"/>
                </a:rPr>
                <a:t>请单机此处输入标题内容</a:t>
              </a:r>
              <a:endParaRPr lang="zh-CN" altLang="en-US" sz="2000" dirty="0">
                <a:solidFill>
                  <a:srgbClr val="C20000"/>
                </a:solidFill>
                <a:latin typeface="Noto Sans S Chinese Medium" panose="020B0600000000000000" pitchFamily="34" charset="-122"/>
                <a:ea typeface="Noto Sans S Chinese Medium" panose="020B0600000000000000" pitchFamily="34" charset="-122"/>
              </a:endParaRPr>
            </a:p>
          </p:txBody>
        </p:sp>
      </p:grpSp>
      <p:pic>
        <p:nvPicPr>
          <p:cNvPr id="64" name="图片 6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0924156" y="-49492"/>
            <a:ext cx="1145916" cy="898892"/>
          </a:xfrm>
          <a:custGeom>
            <a:avLst/>
            <a:gdLst>
              <a:gd name="connsiteX0" fmla="*/ 430040 w 1018120"/>
              <a:gd name="connsiteY0" fmla="*/ 561975 h 798645"/>
              <a:gd name="connsiteX1" fmla="*/ 430040 w 1018120"/>
              <a:gd name="connsiteY1" fmla="*/ 797714 h 798645"/>
              <a:gd name="connsiteX2" fmla="*/ 756271 w 1018120"/>
              <a:gd name="connsiteY2" fmla="*/ 797714 h 798645"/>
              <a:gd name="connsiteX3" fmla="*/ 756271 w 1018120"/>
              <a:gd name="connsiteY3" fmla="*/ 561975 h 798645"/>
              <a:gd name="connsiteX4" fmla="*/ 0 w 1018120"/>
              <a:gd name="connsiteY4" fmla="*/ 0 h 798645"/>
              <a:gd name="connsiteX5" fmla="*/ 1018120 w 1018120"/>
              <a:gd name="connsiteY5" fmla="*/ 0 h 798645"/>
              <a:gd name="connsiteX6" fmla="*/ 1018120 w 1018120"/>
              <a:gd name="connsiteY6" fmla="*/ 798645 h 798645"/>
              <a:gd name="connsiteX7" fmla="*/ 0 w 1018120"/>
              <a:gd name="connsiteY7" fmla="*/ 798645 h 7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8120" h="798645">
                <a:moveTo>
                  <a:pt x="430040" y="561975"/>
                </a:moveTo>
                <a:lnTo>
                  <a:pt x="430040" y="797714"/>
                </a:lnTo>
                <a:lnTo>
                  <a:pt x="756271" y="797714"/>
                </a:lnTo>
                <a:lnTo>
                  <a:pt x="756271" y="561975"/>
                </a:lnTo>
                <a:close/>
                <a:moveTo>
                  <a:pt x="0" y="0"/>
                </a:moveTo>
                <a:lnTo>
                  <a:pt x="1018120" y="0"/>
                </a:lnTo>
                <a:lnTo>
                  <a:pt x="1018120" y="798645"/>
                </a:lnTo>
                <a:lnTo>
                  <a:pt x="0" y="798645"/>
                </a:lnTo>
                <a:close/>
              </a:path>
            </a:pathLst>
          </a:custGeom>
        </p:spPr>
      </p:pic>
      <p:sp>
        <p:nvSpPr>
          <p:cNvPr id="13" name="矩形: 圆角 12"/>
          <p:cNvSpPr/>
          <p:nvPr/>
        </p:nvSpPr>
        <p:spPr>
          <a:xfrm>
            <a:off x="911011" y="1674789"/>
            <a:ext cx="2914650" cy="4424434"/>
          </a:xfrm>
          <a:prstGeom prst="roundRect">
            <a:avLst>
              <a:gd name="adj" fmla="val 8170"/>
            </a:avLst>
          </a:prstGeom>
          <a:noFill/>
          <a:ln w="28575">
            <a:solidFill>
              <a:srgbClr val="B4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06305" y="4458230"/>
            <a:ext cx="25240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2400">
                <a:solidFill>
                  <a:srgbClr val="C3121B"/>
                </a:solidFill>
                <a:latin typeface="汉仪铁线黑-65简" panose="00020600040101010101" pitchFamily="18" charset="-122"/>
                <a:ea typeface="汉仪铁线黑-65简" panose="00020600040101010101" pitchFamily="18" charset="-122"/>
              </a:defRPr>
            </a:lvl1pPr>
          </a:lstStyle>
          <a:p>
            <a:pPr algn="ctr"/>
            <a:r>
              <a:rPr lang="zh-CN" altLang="en-US" sz="3200" b="1" dirty="0">
                <a:solidFill>
                  <a:srgbClr val="B40000"/>
                </a:solidFill>
                <a:latin typeface="Noto Sans S Chinese Regular" panose="020B0500000000000000" pitchFamily="34" charset="-122"/>
                <a:ea typeface="Noto Sans S Chinese Regular" panose="020B0500000000000000" pitchFamily="34" charset="-122"/>
              </a:rPr>
              <a:t>标题内容</a:t>
            </a:r>
            <a:endParaRPr lang="zh-CN" altLang="en-US" sz="3200" b="1" dirty="0">
              <a:solidFill>
                <a:srgbClr val="B40000"/>
              </a:solidFill>
              <a:latin typeface="Noto Sans S Chinese Regular" panose="020B0500000000000000" pitchFamily="34" charset="-122"/>
              <a:ea typeface="Noto Sans S Chinese Regular" panose="020B05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760524" y="2546816"/>
            <a:ext cx="1173247" cy="1657402"/>
            <a:chOff x="16301648" y="1457999"/>
            <a:chExt cx="1173247" cy="1657402"/>
          </a:xfrm>
          <a:solidFill>
            <a:srgbClr val="B40000"/>
          </a:solidFill>
        </p:grpSpPr>
        <p:sp>
          <p:nvSpPr>
            <p:cNvPr id="16" name="Freeform 185"/>
            <p:cNvSpPr/>
            <p:nvPr/>
          </p:nvSpPr>
          <p:spPr>
            <a:xfrm>
              <a:off x="16484966" y="2052228"/>
              <a:ext cx="808899" cy="340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4" h="20822" extrusionOk="0">
                  <a:moveTo>
                    <a:pt x="21137" y="20822"/>
                  </a:moveTo>
                  <a:cubicBezTo>
                    <a:pt x="21286" y="14308"/>
                    <a:pt x="21360" y="7965"/>
                    <a:pt x="21286" y="6936"/>
                  </a:cubicBezTo>
                  <a:cubicBezTo>
                    <a:pt x="21063" y="5565"/>
                    <a:pt x="18168" y="-778"/>
                    <a:pt x="15422" y="79"/>
                  </a:cubicBezTo>
                  <a:cubicBezTo>
                    <a:pt x="15422" y="79"/>
                    <a:pt x="15273" y="251"/>
                    <a:pt x="15051" y="593"/>
                  </a:cubicBezTo>
                  <a:cubicBezTo>
                    <a:pt x="13640" y="14993"/>
                    <a:pt x="13640" y="14993"/>
                    <a:pt x="13640" y="14993"/>
                  </a:cubicBezTo>
                  <a:cubicBezTo>
                    <a:pt x="13047" y="4365"/>
                    <a:pt x="13047" y="4365"/>
                    <a:pt x="13047" y="4365"/>
                  </a:cubicBezTo>
                  <a:cubicBezTo>
                    <a:pt x="13195" y="3165"/>
                    <a:pt x="13195" y="3165"/>
                    <a:pt x="13195" y="3165"/>
                  </a:cubicBezTo>
                  <a:cubicBezTo>
                    <a:pt x="12898" y="1793"/>
                    <a:pt x="12898" y="1793"/>
                    <a:pt x="12898" y="1793"/>
                  </a:cubicBezTo>
                  <a:cubicBezTo>
                    <a:pt x="12156" y="1793"/>
                    <a:pt x="12156" y="1793"/>
                    <a:pt x="12156" y="1793"/>
                  </a:cubicBezTo>
                  <a:cubicBezTo>
                    <a:pt x="11785" y="3165"/>
                    <a:pt x="11785" y="3165"/>
                    <a:pt x="11785" y="3165"/>
                  </a:cubicBezTo>
                  <a:cubicBezTo>
                    <a:pt x="12007" y="4193"/>
                    <a:pt x="12007" y="4193"/>
                    <a:pt x="12007" y="4193"/>
                  </a:cubicBezTo>
                  <a:cubicBezTo>
                    <a:pt x="11414" y="14308"/>
                    <a:pt x="11414" y="14308"/>
                    <a:pt x="11414" y="14308"/>
                  </a:cubicBezTo>
                  <a:cubicBezTo>
                    <a:pt x="11339" y="14822"/>
                    <a:pt x="11339" y="14822"/>
                    <a:pt x="11339" y="14822"/>
                  </a:cubicBezTo>
                  <a:cubicBezTo>
                    <a:pt x="9632" y="79"/>
                    <a:pt x="9632" y="79"/>
                    <a:pt x="9632" y="79"/>
                  </a:cubicBezTo>
                  <a:cubicBezTo>
                    <a:pt x="9558" y="79"/>
                    <a:pt x="9484" y="79"/>
                    <a:pt x="9335" y="79"/>
                  </a:cubicBezTo>
                  <a:cubicBezTo>
                    <a:pt x="6589" y="936"/>
                    <a:pt x="4585" y="1279"/>
                    <a:pt x="3026" y="7793"/>
                  </a:cubicBezTo>
                  <a:cubicBezTo>
                    <a:pt x="2061" y="10022"/>
                    <a:pt x="1838" y="11222"/>
                    <a:pt x="1022" y="13451"/>
                  </a:cubicBezTo>
                  <a:cubicBezTo>
                    <a:pt x="-240" y="17051"/>
                    <a:pt x="-92" y="17908"/>
                    <a:pt x="205" y="20822"/>
                  </a:cubicBezTo>
                  <a:cubicBezTo>
                    <a:pt x="6144" y="20822"/>
                    <a:pt x="6144" y="20822"/>
                    <a:pt x="6144" y="20822"/>
                  </a:cubicBezTo>
                  <a:cubicBezTo>
                    <a:pt x="6144" y="20822"/>
                    <a:pt x="6218" y="20822"/>
                    <a:pt x="6218" y="20822"/>
                  </a:cubicBezTo>
                  <a:cubicBezTo>
                    <a:pt x="6218" y="20822"/>
                    <a:pt x="6218" y="20822"/>
                    <a:pt x="6218" y="20822"/>
                  </a:cubicBezTo>
                  <a:cubicBezTo>
                    <a:pt x="7405" y="20822"/>
                    <a:pt x="7405" y="20822"/>
                    <a:pt x="7405" y="20822"/>
                  </a:cubicBezTo>
                  <a:cubicBezTo>
                    <a:pt x="7108" y="14822"/>
                    <a:pt x="7108" y="14822"/>
                    <a:pt x="7108" y="14822"/>
                  </a:cubicBezTo>
                  <a:cubicBezTo>
                    <a:pt x="7108" y="14822"/>
                    <a:pt x="9113" y="18251"/>
                    <a:pt x="12007" y="19451"/>
                  </a:cubicBezTo>
                  <a:cubicBezTo>
                    <a:pt x="14828" y="20651"/>
                    <a:pt x="16906" y="20136"/>
                    <a:pt x="16906" y="20136"/>
                  </a:cubicBezTo>
                  <a:cubicBezTo>
                    <a:pt x="16906" y="20822"/>
                    <a:pt x="16906" y="20822"/>
                    <a:pt x="16906" y="20822"/>
                  </a:cubicBezTo>
                  <a:cubicBezTo>
                    <a:pt x="18168" y="20822"/>
                    <a:pt x="18168" y="20822"/>
                    <a:pt x="18168" y="20822"/>
                  </a:cubicBezTo>
                  <a:cubicBezTo>
                    <a:pt x="18391" y="12936"/>
                    <a:pt x="18391" y="12936"/>
                    <a:pt x="18391" y="12936"/>
                  </a:cubicBezTo>
                  <a:cubicBezTo>
                    <a:pt x="18391" y="12936"/>
                    <a:pt x="18465" y="12765"/>
                    <a:pt x="18465" y="12765"/>
                  </a:cubicBezTo>
                  <a:cubicBezTo>
                    <a:pt x="18539" y="12422"/>
                    <a:pt x="18391" y="12936"/>
                    <a:pt x="18539" y="12593"/>
                  </a:cubicBezTo>
                  <a:cubicBezTo>
                    <a:pt x="18688" y="12251"/>
                    <a:pt x="18614" y="16022"/>
                    <a:pt x="18614" y="20822"/>
                  </a:cubicBezTo>
                  <a:lnTo>
                    <a:pt x="21137" y="20822"/>
                  </a:lnTo>
                  <a:close/>
                  <a:moveTo>
                    <a:pt x="3842" y="16708"/>
                  </a:moveTo>
                  <a:cubicBezTo>
                    <a:pt x="4882" y="13793"/>
                    <a:pt x="5624" y="11565"/>
                    <a:pt x="5698" y="11908"/>
                  </a:cubicBezTo>
                  <a:cubicBezTo>
                    <a:pt x="5847" y="12079"/>
                    <a:pt x="5921" y="12251"/>
                    <a:pt x="5995" y="12422"/>
                  </a:cubicBezTo>
                  <a:cubicBezTo>
                    <a:pt x="5995" y="12422"/>
                    <a:pt x="5995" y="12422"/>
                    <a:pt x="5995" y="12422"/>
                  </a:cubicBezTo>
                  <a:cubicBezTo>
                    <a:pt x="6218" y="20822"/>
                    <a:pt x="6218" y="20822"/>
                    <a:pt x="6218" y="20822"/>
                  </a:cubicBezTo>
                  <a:cubicBezTo>
                    <a:pt x="4659" y="18936"/>
                    <a:pt x="4733" y="19279"/>
                    <a:pt x="3842" y="16708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>
                <a:defRPr>
                  <a:solidFill>
                    <a:srgbClr val="424953"/>
                  </a:solidFill>
                </a:defRPr>
              </a:pPr>
            </a:p>
          </p:txBody>
        </p:sp>
        <p:sp>
          <p:nvSpPr>
            <p:cNvPr id="17" name="Freeform 186"/>
            <p:cNvSpPr/>
            <p:nvPr/>
          </p:nvSpPr>
          <p:spPr>
            <a:xfrm>
              <a:off x="16798612" y="1651406"/>
              <a:ext cx="317648" cy="403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112" extrusionOk="0">
                  <a:moveTo>
                    <a:pt x="765" y="7645"/>
                  </a:moveTo>
                  <a:cubicBezTo>
                    <a:pt x="382" y="7645"/>
                    <a:pt x="0" y="8712"/>
                    <a:pt x="0" y="10179"/>
                  </a:cubicBezTo>
                  <a:cubicBezTo>
                    <a:pt x="0" y="11512"/>
                    <a:pt x="382" y="12579"/>
                    <a:pt x="765" y="12579"/>
                  </a:cubicBezTo>
                  <a:cubicBezTo>
                    <a:pt x="1147" y="12579"/>
                    <a:pt x="1338" y="12312"/>
                    <a:pt x="1338" y="11912"/>
                  </a:cubicBezTo>
                  <a:cubicBezTo>
                    <a:pt x="2867" y="16045"/>
                    <a:pt x="8028" y="19112"/>
                    <a:pt x="10896" y="19112"/>
                  </a:cubicBezTo>
                  <a:cubicBezTo>
                    <a:pt x="14527" y="19112"/>
                    <a:pt x="19497" y="16312"/>
                    <a:pt x="20071" y="11645"/>
                  </a:cubicBezTo>
                  <a:cubicBezTo>
                    <a:pt x="20262" y="12179"/>
                    <a:pt x="20453" y="12445"/>
                    <a:pt x="20835" y="12445"/>
                  </a:cubicBezTo>
                  <a:cubicBezTo>
                    <a:pt x="21218" y="12445"/>
                    <a:pt x="21600" y="11379"/>
                    <a:pt x="21600" y="10045"/>
                  </a:cubicBezTo>
                  <a:cubicBezTo>
                    <a:pt x="21600" y="8712"/>
                    <a:pt x="21218" y="7512"/>
                    <a:pt x="20835" y="7512"/>
                  </a:cubicBezTo>
                  <a:cubicBezTo>
                    <a:pt x="20644" y="7512"/>
                    <a:pt x="20644" y="7645"/>
                    <a:pt x="20453" y="7645"/>
                  </a:cubicBezTo>
                  <a:cubicBezTo>
                    <a:pt x="20644" y="7112"/>
                    <a:pt x="20644" y="6445"/>
                    <a:pt x="20453" y="5645"/>
                  </a:cubicBezTo>
                  <a:cubicBezTo>
                    <a:pt x="18733" y="6579"/>
                    <a:pt x="15865" y="5245"/>
                    <a:pt x="12425" y="4179"/>
                  </a:cubicBezTo>
                  <a:cubicBezTo>
                    <a:pt x="12807" y="4312"/>
                    <a:pt x="13189" y="4445"/>
                    <a:pt x="13572" y="4579"/>
                  </a:cubicBezTo>
                  <a:cubicBezTo>
                    <a:pt x="19115" y="6579"/>
                    <a:pt x="21409" y="2712"/>
                    <a:pt x="21409" y="2712"/>
                  </a:cubicBezTo>
                  <a:cubicBezTo>
                    <a:pt x="21409" y="2712"/>
                    <a:pt x="14527" y="-2488"/>
                    <a:pt x="3823" y="1512"/>
                  </a:cubicBezTo>
                  <a:cubicBezTo>
                    <a:pt x="2867" y="1779"/>
                    <a:pt x="1529" y="2712"/>
                    <a:pt x="382" y="3112"/>
                  </a:cubicBezTo>
                  <a:cubicBezTo>
                    <a:pt x="382" y="3112"/>
                    <a:pt x="1147" y="2979"/>
                    <a:pt x="2676" y="2979"/>
                  </a:cubicBezTo>
                  <a:cubicBezTo>
                    <a:pt x="1529" y="3512"/>
                    <a:pt x="765" y="4579"/>
                    <a:pt x="1147" y="6445"/>
                  </a:cubicBezTo>
                  <a:cubicBezTo>
                    <a:pt x="956" y="6845"/>
                    <a:pt x="956" y="7245"/>
                    <a:pt x="956" y="7645"/>
                  </a:cubicBezTo>
                  <a:cubicBezTo>
                    <a:pt x="956" y="7645"/>
                    <a:pt x="956" y="7645"/>
                    <a:pt x="765" y="764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>
                <a:defRPr>
                  <a:solidFill>
                    <a:srgbClr val="424953"/>
                  </a:solidFill>
                </a:defRPr>
              </a:pPr>
            </a:p>
          </p:txBody>
        </p:sp>
        <p:sp>
          <p:nvSpPr>
            <p:cNvPr id="18" name="Freeform 187"/>
            <p:cNvSpPr/>
            <p:nvPr/>
          </p:nvSpPr>
          <p:spPr>
            <a:xfrm>
              <a:off x="16442540" y="2150110"/>
              <a:ext cx="1032355" cy="522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68" extrusionOk="0">
                  <a:moveTo>
                    <a:pt x="5768" y="21268"/>
                  </a:moveTo>
                  <a:cubicBezTo>
                    <a:pt x="5768" y="14719"/>
                    <a:pt x="5768" y="14719"/>
                    <a:pt x="5768" y="14719"/>
                  </a:cubicBezTo>
                  <a:cubicBezTo>
                    <a:pt x="15832" y="14719"/>
                    <a:pt x="15832" y="14719"/>
                    <a:pt x="15832" y="14719"/>
                  </a:cubicBezTo>
                  <a:cubicBezTo>
                    <a:pt x="15832" y="21268"/>
                    <a:pt x="15832" y="21268"/>
                    <a:pt x="15832" y="21268"/>
                  </a:cubicBezTo>
                  <a:cubicBezTo>
                    <a:pt x="18893" y="21268"/>
                    <a:pt x="18893" y="21268"/>
                    <a:pt x="18893" y="21268"/>
                  </a:cubicBezTo>
                  <a:cubicBezTo>
                    <a:pt x="21600" y="11617"/>
                    <a:pt x="21600" y="11617"/>
                    <a:pt x="21600" y="11617"/>
                  </a:cubicBezTo>
                  <a:cubicBezTo>
                    <a:pt x="20423" y="11617"/>
                    <a:pt x="20423" y="11617"/>
                    <a:pt x="20423" y="11617"/>
                  </a:cubicBezTo>
                  <a:cubicBezTo>
                    <a:pt x="20658" y="9894"/>
                    <a:pt x="20658" y="9894"/>
                    <a:pt x="20658" y="9894"/>
                  </a:cubicBezTo>
                  <a:cubicBezTo>
                    <a:pt x="21129" y="6332"/>
                    <a:pt x="21129" y="6332"/>
                    <a:pt x="21129" y="6332"/>
                  </a:cubicBezTo>
                  <a:cubicBezTo>
                    <a:pt x="21129" y="6332"/>
                    <a:pt x="19775" y="-332"/>
                    <a:pt x="18893" y="13"/>
                  </a:cubicBezTo>
                  <a:cubicBezTo>
                    <a:pt x="18010" y="357"/>
                    <a:pt x="17421" y="2311"/>
                    <a:pt x="18893" y="4494"/>
                  </a:cubicBezTo>
                  <a:cubicBezTo>
                    <a:pt x="20364" y="6791"/>
                    <a:pt x="20658" y="7136"/>
                    <a:pt x="20658" y="7136"/>
                  </a:cubicBezTo>
                  <a:cubicBezTo>
                    <a:pt x="20187" y="9894"/>
                    <a:pt x="20187" y="9894"/>
                    <a:pt x="20187" y="9894"/>
                  </a:cubicBezTo>
                  <a:cubicBezTo>
                    <a:pt x="19893" y="11617"/>
                    <a:pt x="19893" y="11617"/>
                    <a:pt x="19893" y="11617"/>
                  </a:cubicBezTo>
                  <a:cubicBezTo>
                    <a:pt x="0" y="11617"/>
                    <a:pt x="0" y="11617"/>
                    <a:pt x="0" y="11617"/>
                  </a:cubicBezTo>
                  <a:cubicBezTo>
                    <a:pt x="2707" y="21268"/>
                    <a:pt x="2707" y="21268"/>
                    <a:pt x="2707" y="21268"/>
                  </a:cubicBezTo>
                  <a:lnTo>
                    <a:pt x="5768" y="21268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>
                <a:defRPr>
                  <a:solidFill>
                    <a:srgbClr val="424953"/>
                  </a:solidFill>
                </a:defRPr>
              </a:pPr>
            </a:p>
          </p:txBody>
        </p:sp>
        <p:sp>
          <p:nvSpPr>
            <p:cNvPr id="19" name="Rectangle 188"/>
            <p:cNvSpPr/>
            <p:nvPr/>
          </p:nvSpPr>
          <p:spPr>
            <a:xfrm>
              <a:off x="16760187" y="2556956"/>
              <a:ext cx="397061" cy="558445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>
                <a:defRPr>
                  <a:solidFill>
                    <a:srgbClr val="424953"/>
                  </a:solidFill>
                </a:defRPr>
              </a:pPr>
            </a:p>
          </p:txBody>
        </p:sp>
        <p:sp>
          <p:nvSpPr>
            <p:cNvPr id="20" name="Freeform 189"/>
            <p:cNvSpPr/>
            <p:nvPr/>
          </p:nvSpPr>
          <p:spPr>
            <a:xfrm>
              <a:off x="16301648" y="1457999"/>
              <a:ext cx="438047" cy="384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148" y="18424"/>
                  </a:moveTo>
                  <a:cubicBezTo>
                    <a:pt x="16165" y="21600"/>
                    <a:pt x="16165" y="21600"/>
                    <a:pt x="16165" y="21600"/>
                  </a:cubicBezTo>
                  <a:cubicBezTo>
                    <a:pt x="15329" y="18424"/>
                    <a:pt x="15329" y="18424"/>
                    <a:pt x="15329" y="18424"/>
                  </a:cubicBezTo>
                  <a:cubicBezTo>
                    <a:pt x="16165" y="18424"/>
                    <a:pt x="16165" y="18424"/>
                    <a:pt x="16165" y="18424"/>
                  </a:cubicBezTo>
                  <a:cubicBezTo>
                    <a:pt x="19231" y="18424"/>
                    <a:pt x="21600" y="15724"/>
                    <a:pt x="21600" y="12229"/>
                  </a:cubicBezTo>
                  <a:cubicBezTo>
                    <a:pt x="21600" y="6194"/>
                    <a:pt x="21600" y="6194"/>
                    <a:pt x="21600" y="6194"/>
                  </a:cubicBezTo>
                  <a:cubicBezTo>
                    <a:pt x="21600" y="2859"/>
                    <a:pt x="19231" y="0"/>
                    <a:pt x="16165" y="0"/>
                  </a:cubicBezTo>
                  <a:cubicBezTo>
                    <a:pt x="5435" y="0"/>
                    <a:pt x="5435" y="0"/>
                    <a:pt x="5435" y="0"/>
                  </a:cubicBezTo>
                  <a:cubicBezTo>
                    <a:pt x="2508" y="0"/>
                    <a:pt x="0" y="2859"/>
                    <a:pt x="0" y="6194"/>
                  </a:cubicBezTo>
                  <a:cubicBezTo>
                    <a:pt x="0" y="12229"/>
                    <a:pt x="0" y="12229"/>
                    <a:pt x="0" y="12229"/>
                  </a:cubicBezTo>
                  <a:cubicBezTo>
                    <a:pt x="0" y="15724"/>
                    <a:pt x="2508" y="18424"/>
                    <a:pt x="5435" y="18424"/>
                  </a:cubicBezTo>
                  <a:lnTo>
                    <a:pt x="11148" y="18424"/>
                  </a:lnTo>
                  <a:close/>
                  <a:moveTo>
                    <a:pt x="4041" y="5876"/>
                  </a:moveTo>
                  <a:cubicBezTo>
                    <a:pt x="17837" y="5876"/>
                    <a:pt x="17837" y="5876"/>
                    <a:pt x="17837" y="5876"/>
                  </a:cubicBezTo>
                  <a:cubicBezTo>
                    <a:pt x="18116" y="5876"/>
                    <a:pt x="18255" y="6035"/>
                    <a:pt x="18255" y="6353"/>
                  </a:cubicBezTo>
                  <a:cubicBezTo>
                    <a:pt x="18255" y="6671"/>
                    <a:pt x="18116" y="6829"/>
                    <a:pt x="17837" y="6829"/>
                  </a:cubicBezTo>
                  <a:cubicBezTo>
                    <a:pt x="4041" y="6829"/>
                    <a:pt x="4041" y="6829"/>
                    <a:pt x="4041" y="6829"/>
                  </a:cubicBezTo>
                  <a:cubicBezTo>
                    <a:pt x="3902" y="6829"/>
                    <a:pt x="3763" y="6671"/>
                    <a:pt x="3763" y="6353"/>
                  </a:cubicBezTo>
                  <a:cubicBezTo>
                    <a:pt x="3763" y="6035"/>
                    <a:pt x="3902" y="5876"/>
                    <a:pt x="4041" y="5876"/>
                  </a:cubicBezTo>
                  <a:close/>
                  <a:moveTo>
                    <a:pt x="4041" y="9053"/>
                  </a:moveTo>
                  <a:cubicBezTo>
                    <a:pt x="17837" y="9053"/>
                    <a:pt x="17837" y="9053"/>
                    <a:pt x="17837" y="9053"/>
                  </a:cubicBezTo>
                  <a:cubicBezTo>
                    <a:pt x="18116" y="9053"/>
                    <a:pt x="18255" y="9371"/>
                    <a:pt x="18255" y="9529"/>
                  </a:cubicBezTo>
                  <a:cubicBezTo>
                    <a:pt x="18255" y="9847"/>
                    <a:pt x="18116" y="10006"/>
                    <a:pt x="17837" y="10006"/>
                  </a:cubicBezTo>
                  <a:cubicBezTo>
                    <a:pt x="4041" y="10006"/>
                    <a:pt x="4041" y="10006"/>
                    <a:pt x="4041" y="10006"/>
                  </a:cubicBezTo>
                  <a:cubicBezTo>
                    <a:pt x="3902" y="10006"/>
                    <a:pt x="3763" y="9847"/>
                    <a:pt x="3763" y="9529"/>
                  </a:cubicBezTo>
                  <a:cubicBezTo>
                    <a:pt x="3763" y="9371"/>
                    <a:pt x="3902" y="9053"/>
                    <a:pt x="4041" y="9053"/>
                  </a:cubicBezTo>
                  <a:close/>
                  <a:moveTo>
                    <a:pt x="3763" y="13024"/>
                  </a:moveTo>
                  <a:cubicBezTo>
                    <a:pt x="3763" y="12706"/>
                    <a:pt x="3902" y="12547"/>
                    <a:pt x="4041" y="12547"/>
                  </a:cubicBezTo>
                  <a:cubicBezTo>
                    <a:pt x="12681" y="12547"/>
                    <a:pt x="12681" y="12547"/>
                    <a:pt x="12681" y="12547"/>
                  </a:cubicBezTo>
                  <a:cubicBezTo>
                    <a:pt x="12821" y="12547"/>
                    <a:pt x="13099" y="12706"/>
                    <a:pt x="13099" y="13024"/>
                  </a:cubicBezTo>
                  <a:cubicBezTo>
                    <a:pt x="13099" y="13182"/>
                    <a:pt x="12821" y="13500"/>
                    <a:pt x="12681" y="13500"/>
                  </a:cubicBezTo>
                  <a:cubicBezTo>
                    <a:pt x="4041" y="13500"/>
                    <a:pt x="4041" y="13500"/>
                    <a:pt x="4041" y="13500"/>
                  </a:cubicBezTo>
                  <a:cubicBezTo>
                    <a:pt x="3902" y="13500"/>
                    <a:pt x="3763" y="13182"/>
                    <a:pt x="3763" y="13024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>
                <a:defRPr>
                  <a:solidFill>
                    <a:srgbClr val="424953"/>
                  </a:solidFill>
                </a:defRPr>
              </a:p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245260" y="1674789"/>
            <a:ext cx="7117456" cy="1896385"/>
            <a:chOff x="4245260" y="1674789"/>
            <a:chExt cx="7117456" cy="1896385"/>
          </a:xfrm>
        </p:grpSpPr>
        <p:sp>
          <p:nvSpPr>
            <p:cNvPr id="21" name="矩形: 圆角 20"/>
            <p:cNvSpPr/>
            <p:nvPr/>
          </p:nvSpPr>
          <p:spPr>
            <a:xfrm>
              <a:off x="5653190" y="1674789"/>
              <a:ext cx="4096810" cy="571102"/>
            </a:xfrm>
            <a:prstGeom prst="roundRect">
              <a:avLst>
                <a:gd name="adj" fmla="val 8170"/>
              </a:avLst>
            </a:prstGeom>
            <a:solidFill>
              <a:srgbClr val="B4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144891" y="1738900"/>
              <a:ext cx="31134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2400">
                  <a:solidFill>
                    <a:srgbClr val="C3121B"/>
                  </a:solidFill>
                  <a:latin typeface="汉仪铁线黑-65简" panose="00020600040101010101" pitchFamily="18" charset="-122"/>
                  <a:ea typeface="汉仪铁线黑-65简" panose="00020600040101010101" pitchFamily="18" charset="-122"/>
                </a:defRPr>
              </a:lvl1pPr>
            </a:lstStyle>
            <a:p>
              <a:r>
                <a:rPr lang="zh-CN" altLang="en-US" b="1" dirty="0">
                  <a:solidFill>
                    <a:schemeClr val="bg1"/>
                  </a:solidFill>
                  <a:latin typeface="Noto Sans S Chinese Regular" panose="020B0500000000000000" pitchFamily="34" charset="-122"/>
                  <a:ea typeface="Noto Sans S Chinese Regular" panose="020B0500000000000000" pitchFamily="34" charset="-122"/>
                </a:rPr>
                <a:t>单机输入标题内容</a:t>
              </a:r>
              <a:endParaRPr lang="zh-CN" altLang="en-US" b="1" dirty="0">
                <a:solidFill>
                  <a:schemeClr val="bg1"/>
                </a:solidFill>
                <a:latin typeface="Noto Sans S Chinese Regular" panose="020B0500000000000000" pitchFamily="34" charset="-122"/>
                <a:ea typeface="Noto Sans S Chinese Regular" panose="020B05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245260" y="2414319"/>
              <a:ext cx="7117456" cy="11568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请在此输入相关文字内容，或复制已编辑好的文字粘贴至此处，文字言简意赅，模板内全部字体大小颜色均可修改。</a:t>
              </a:r>
              <a:r>
                <a: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 </a:t>
              </a: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245260" y="3925868"/>
            <a:ext cx="7117456" cy="1896385"/>
            <a:chOff x="4245260" y="1674789"/>
            <a:chExt cx="7117456" cy="1896385"/>
          </a:xfrm>
        </p:grpSpPr>
        <p:sp>
          <p:nvSpPr>
            <p:cNvPr id="29" name="矩形: 圆角 28"/>
            <p:cNvSpPr/>
            <p:nvPr/>
          </p:nvSpPr>
          <p:spPr>
            <a:xfrm>
              <a:off x="5653190" y="1674789"/>
              <a:ext cx="4096810" cy="571102"/>
            </a:xfrm>
            <a:prstGeom prst="roundRect">
              <a:avLst>
                <a:gd name="adj" fmla="val 8170"/>
              </a:avLst>
            </a:prstGeom>
            <a:solidFill>
              <a:srgbClr val="B4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144891" y="1738900"/>
              <a:ext cx="31134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2400">
                  <a:solidFill>
                    <a:srgbClr val="C3121B"/>
                  </a:solidFill>
                  <a:latin typeface="汉仪铁线黑-65简" panose="00020600040101010101" pitchFamily="18" charset="-122"/>
                  <a:ea typeface="汉仪铁线黑-65简" panose="00020600040101010101" pitchFamily="18" charset="-122"/>
                </a:defRPr>
              </a:lvl1pPr>
            </a:lstStyle>
            <a:p>
              <a:r>
                <a:rPr lang="zh-CN" altLang="en-US" b="1" dirty="0">
                  <a:solidFill>
                    <a:schemeClr val="bg1"/>
                  </a:solidFill>
                  <a:latin typeface="Noto Sans S Chinese Regular" panose="020B0500000000000000" pitchFamily="34" charset="-122"/>
                  <a:ea typeface="Noto Sans S Chinese Regular" panose="020B0500000000000000" pitchFamily="34" charset="-122"/>
                </a:rPr>
                <a:t>单机输入标题内容</a:t>
              </a:r>
              <a:endParaRPr lang="zh-CN" altLang="en-US" b="1" dirty="0">
                <a:solidFill>
                  <a:schemeClr val="bg1"/>
                </a:solidFill>
                <a:latin typeface="Noto Sans S Chinese Regular" panose="020B0500000000000000" pitchFamily="34" charset="-122"/>
                <a:ea typeface="Noto Sans S Chinese Regular" panose="020B0500000000000000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4245260" y="2414319"/>
              <a:ext cx="7117456" cy="11568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请在此输入相关文字内容，或复制已编辑好的文字粘贴至此处，文字言简意赅，模板内全部字体大小颜色均可修改。</a:t>
              </a:r>
              <a:r>
                <a: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 </a:t>
              </a: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cxnSp>
        <p:nvCxnSpPr>
          <p:cNvPr id="24" name="直接连接符 23"/>
          <p:cNvCxnSpPr/>
          <p:nvPr/>
        </p:nvCxnSpPr>
        <p:spPr>
          <a:xfrm>
            <a:off x="-2588" y="740893"/>
            <a:ext cx="12192000" cy="0"/>
          </a:xfrm>
          <a:prstGeom prst="line">
            <a:avLst/>
          </a:prstGeom>
          <a:ln w="22225">
            <a:solidFill>
              <a:srgbClr val="C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697050"/>
            <a:ext cx="12192000" cy="1800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-2588" y="740893"/>
            <a:ext cx="12192000" cy="0"/>
          </a:xfrm>
          <a:prstGeom prst="line">
            <a:avLst/>
          </a:prstGeom>
          <a:ln w="22225">
            <a:solidFill>
              <a:srgbClr val="C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图片 6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0924156" y="-49492"/>
            <a:ext cx="1145916" cy="898892"/>
          </a:xfrm>
          <a:custGeom>
            <a:avLst/>
            <a:gdLst>
              <a:gd name="connsiteX0" fmla="*/ 430040 w 1018120"/>
              <a:gd name="connsiteY0" fmla="*/ 561975 h 798645"/>
              <a:gd name="connsiteX1" fmla="*/ 430040 w 1018120"/>
              <a:gd name="connsiteY1" fmla="*/ 797714 h 798645"/>
              <a:gd name="connsiteX2" fmla="*/ 756271 w 1018120"/>
              <a:gd name="connsiteY2" fmla="*/ 797714 h 798645"/>
              <a:gd name="connsiteX3" fmla="*/ 756271 w 1018120"/>
              <a:gd name="connsiteY3" fmla="*/ 561975 h 798645"/>
              <a:gd name="connsiteX4" fmla="*/ 0 w 1018120"/>
              <a:gd name="connsiteY4" fmla="*/ 0 h 798645"/>
              <a:gd name="connsiteX5" fmla="*/ 1018120 w 1018120"/>
              <a:gd name="connsiteY5" fmla="*/ 0 h 798645"/>
              <a:gd name="connsiteX6" fmla="*/ 1018120 w 1018120"/>
              <a:gd name="connsiteY6" fmla="*/ 798645 h 798645"/>
              <a:gd name="connsiteX7" fmla="*/ 0 w 1018120"/>
              <a:gd name="connsiteY7" fmla="*/ 798645 h 7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8120" h="798645">
                <a:moveTo>
                  <a:pt x="430040" y="561975"/>
                </a:moveTo>
                <a:lnTo>
                  <a:pt x="430040" y="797714"/>
                </a:lnTo>
                <a:lnTo>
                  <a:pt x="756271" y="797714"/>
                </a:lnTo>
                <a:lnTo>
                  <a:pt x="756271" y="561975"/>
                </a:lnTo>
                <a:close/>
                <a:moveTo>
                  <a:pt x="0" y="0"/>
                </a:moveTo>
                <a:lnTo>
                  <a:pt x="1018120" y="0"/>
                </a:lnTo>
                <a:lnTo>
                  <a:pt x="1018120" y="798645"/>
                </a:lnTo>
                <a:lnTo>
                  <a:pt x="0" y="798645"/>
                </a:lnTo>
                <a:close/>
              </a:path>
            </a:pathLst>
          </a:custGeom>
        </p:spPr>
      </p:pic>
      <p:grpSp>
        <p:nvGrpSpPr>
          <p:cNvPr id="8" name="组合 7"/>
          <p:cNvGrpSpPr/>
          <p:nvPr/>
        </p:nvGrpSpPr>
        <p:grpSpPr>
          <a:xfrm>
            <a:off x="727690" y="1871373"/>
            <a:ext cx="10797560" cy="4078553"/>
            <a:chOff x="499090" y="1871373"/>
            <a:chExt cx="10797560" cy="4078553"/>
          </a:xfrm>
        </p:grpSpPr>
        <p:sp>
          <p:nvSpPr>
            <p:cNvPr id="4" name="图文框 3"/>
            <p:cNvSpPr/>
            <p:nvPr/>
          </p:nvSpPr>
          <p:spPr>
            <a:xfrm>
              <a:off x="499090" y="1871373"/>
              <a:ext cx="4730135" cy="4078553"/>
            </a:xfrm>
            <a:prstGeom prst="frame">
              <a:avLst>
                <a:gd name="adj1" fmla="val 3003"/>
              </a:avLst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图文框 11"/>
            <p:cNvSpPr/>
            <p:nvPr/>
          </p:nvSpPr>
          <p:spPr>
            <a:xfrm>
              <a:off x="5433947" y="1871373"/>
              <a:ext cx="5862703" cy="4078553"/>
            </a:xfrm>
            <a:prstGeom prst="frame">
              <a:avLst>
                <a:gd name="adj1" fmla="val 3003"/>
              </a:avLst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876800" y="2415855"/>
              <a:ext cx="930283" cy="2994415"/>
              <a:chOff x="4812546" y="2415855"/>
              <a:chExt cx="1038080" cy="2994415"/>
            </a:xfrm>
          </p:grpSpPr>
          <p:sp>
            <p:nvSpPr>
              <p:cNvPr id="13" name="箭头: 燕尾形 12"/>
              <p:cNvSpPr/>
              <p:nvPr/>
            </p:nvSpPr>
            <p:spPr>
              <a:xfrm>
                <a:off x="4812546" y="2415855"/>
                <a:ext cx="1038080" cy="495305"/>
              </a:xfrm>
              <a:prstGeom prst="notchedRightArrow">
                <a:avLst>
                  <a:gd name="adj1" fmla="val 53077"/>
                  <a:gd name="adj2" fmla="val 43846"/>
                </a:avLst>
              </a:prstGeom>
              <a:solidFill>
                <a:srgbClr val="FFFBFB"/>
              </a:solidFill>
              <a:ln w="38100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箭头: 燕尾形 13"/>
              <p:cNvSpPr/>
              <p:nvPr/>
            </p:nvSpPr>
            <p:spPr>
              <a:xfrm>
                <a:off x="4812546" y="3248892"/>
                <a:ext cx="1038080" cy="495305"/>
              </a:xfrm>
              <a:prstGeom prst="notchedRightArrow">
                <a:avLst>
                  <a:gd name="adj1" fmla="val 53077"/>
                  <a:gd name="adj2" fmla="val 43846"/>
                </a:avLst>
              </a:prstGeom>
              <a:solidFill>
                <a:srgbClr val="FFFBFB"/>
              </a:solidFill>
              <a:ln w="38100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箭头: 燕尾形 14"/>
              <p:cNvSpPr/>
              <p:nvPr/>
            </p:nvSpPr>
            <p:spPr>
              <a:xfrm>
                <a:off x="4812546" y="4081929"/>
                <a:ext cx="1038080" cy="495305"/>
              </a:xfrm>
              <a:prstGeom prst="notchedRightArrow">
                <a:avLst>
                  <a:gd name="adj1" fmla="val 53077"/>
                  <a:gd name="adj2" fmla="val 43846"/>
                </a:avLst>
              </a:prstGeom>
              <a:solidFill>
                <a:srgbClr val="FFFBFB"/>
              </a:solidFill>
              <a:ln w="38100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箭头: 燕尾形 15"/>
              <p:cNvSpPr/>
              <p:nvPr/>
            </p:nvSpPr>
            <p:spPr>
              <a:xfrm>
                <a:off x="4812546" y="4914965"/>
                <a:ext cx="1038080" cy="495305"/>
              </a:xfrm>
              <a:prstGeom prst="notchedRightArrow">
                <a:avLst>
                  <a:gd name="adj1" fmla="val 53077"/>
                  <a:gd name="adj2" fmla="val 43846"/>
                </a:avLst>
              </a:prstGeom>
              <a:solidFill>
                <a:srgbClr val="FFFBFB"/>
              </a:solidFill>
              <a:ln w="38100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矩形 17"/>
          <p:cNvSpPr/>
          <p:nvPr/>
        </p:nvSpPr>
        <p:spPr>
          <a:xfrm>
            <a:off x="6406473" y="2191427"/>
            <a:ext cx="4557486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请在此输入相关文字内容，或复制已编辑好的文字粘贴至此处，文字言简意赅。</a:t>
            </a:r>
            <a:endParaRPr lang="en-US" altLang="zh-CN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请在此输入相关文字内容，或复制已编辑好的文字粘贴至此处，文字言简意赅。</a:t>
            </a:r>
            <a:endParaRPr lang="en-US" altLang="zh-CN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请在此输入相关文字内容，或复制已编辑好的文字粘贴至此处，文字言简意赅。</a:t>
            </a:r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536052" y="4577234"/>
            <a:ext cx="3113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2400">
                <a:solidFill>
                  <a:srgbClr val="C3121B"/>
                </a:solidFill>
                <a:latin typeface="汉仪铁线黑-65简" panose="00020600040101010101" pitchFamily="18" charset="-122"/>
                <a:ea typeface="汉仪铁线黑-65简" panose="00020600040101010101" pitchFamily="18" charset="-122"/>
              </a:defRPr>
            </a:lvl1pPr>
          </a:lstStyle>
          <a:p>
            <a:r>
              <a:rPr lang="zh-CN" altLang="en-US" sz="2800" b="1" dirty="0">
                <a:solidFill>
                  <a:srgbClr val="C20000"/>
                </a:solidFill>
                <a:latin typeface="Noto Sans S Chinese Regular" panose="020B0500000000000000" pitchFamily="34" charset="-122"/>
                <a:ea typeface="Noto Sans S Chinese Regular" panose="020B0500000000000000" pitchFamily="34" charset="-122"/>
              </a:rPr>
              <a:t>单机输入标题内容</a:t>
            </a:r>
            <a:endParaRPr lang="zh-CN" altLang="en-US" sz="2800" b="1" dirty="0">
              <a:solidFill>
                <a:srgbClr val="C20000"/>
              </a:solidFill>
              <a:latin typeface="Noto Sans S Chinese Regular" panose="020B0500000000000000" pitchFamily="34" charset="-122"/>
              <a:ea typeface="Noto Sans S Chinese Regular" panose="020B0500000000000000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55230" y="194194"/>
            <a:ext cx="4115195" cy="453724"/>
            <a:chOff x="255230" y="194194"/>
            <a:chExt cx="4115195" cy="453724"/>
          </a:xfrm>
        </p:grpSpPr>
        <p:sp>
          <p:nvSpPr>
            <p:cNvPr id="29" name="星形: 五角 28"/>
            <p:cNvSpPr/>
            <p:nvPr/>
          </p:nvSpPr>
          <p:spPr>
            <a:xfrm>
              <a:off x="255230" y="194194"/>
              <a:ext cx="411520" cy="411520"/>
            </a:xfrm>
            <a:prstGeom prst="star5">
              <a:avLst>
                <a:gd name="adj" fmla="val 23649"/>
                <a:gd name="hf" fmla="val 105146"/>
                <a:gd name="vf" fmla="val 110557"/>
              </a:avLst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94886" y="247808"/>
              <a:ext cx="3675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C20000"/>
                  </a:solidFill>
                  <a:latin typeface="Noto Sans S Chinese Medium" panose="020B0600000000000000" pitchFamily="34" charset="-122"/>
                  <a:ea typeface="Noto Sans S Chinese Medium" panose="020B0600000000000000" pitchFamily="34" charset="-122"/>
                </a:rPr>
                <a:t>请单机此处输入标题内容</a:t>
              </a:r>
              <a:endParaRPr lang="zh-CN" altLang="en-US" sz="2000" dirty="0">
                <a:solidFill>
                  <a:srgbClr val="C20000"/>
                </a:solidFill>
                <a:latin typeface="Noto Sans S Chinese Medium" panose="020B0600000000000000" pitchFamily="34" charset="-122"/>
                <a:ea typeface="Noto Sans S Chinese Medium" panose="020B0600000000000000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047" y="2597297"/>
            <a:ext cx="1658256" cy="1749704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697050"/>
            <a:ext cx="12192000" cy="1800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0924156" y="-49492"/>
            <a:ext cx="1145916" cy="898892"/>
          </a:xfrm>
          <a:custGeom>
            <a:avLst/>
            <a:gdLst>
              <a:gd name="connsiteX0" fmla="*/ 430040 w 1018120"/>
              <a:gd name="connsiteY0" fmla="*/ 561975 h 798645"/>
              <a:gd name="connsiteX1" fmla="*/ 430040 w 1018120"/>
              <a:gd name="connsiteY1" fmla="*/ 797714 h 798645"/>
              <a:gd name="connsiteX2" fmla="*/ 756271 w 1018120"/>
              <a:gd name="connsiteY2" fmla="*/ 797714 h 798645"/>
              <a:gd name="connsiteX3" fmla="*/ 756271 w 1018120"/>
              <a:gd name="connsiteY3" fmla="*/ 561975 h 798645"/>
              <a:gd name="connsiteX4" fmla="*/ 0 w 1018120"/>
              <a:gd name="connsiteY4" fmla="*/ 0 h 798645"/>
              <a:gd name="connsiteX5" fmla="*/ 1018120 w 1018120"/>
              <a:gd name="connsiteY5" fmla="*/ 0 h 798645"/>
              <a:gd name="connsiteX6" fmla="*/ 1018120 w 1018120"/>
              <a:gd name="connsiteY6" fmla="*/ 798645 h 798645"/>
              <a:gd name="connsiteX7" fmla="*/ 0 w 1018120"/>
              <a:gd name="connsiteY7" fmla="*/ 798645 h 7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8120" h="798645">
                <a:moveTo>
                  <a:pt x="430040" y="561975"/>
                </a:moveTo>
                <a:lnTo>
                  <a:pt x="430040" y="797714"/>
                </a:lnTo>
                <a:lnTo>
                  <a:pt x="756271" y="797714"/>
                </a:lnTo>
                <a:lnTo>
                  <a:pt x="756271" y="561975"/>
                </a:lnTo>
                <a:close/>
                <a:moveTo>
                  <a:pt x="0" y="0"/>
                </a:moveTo>
                <a:lnTo>
                  <a:pt x="1018120" y="0"/>
                </a:lnTo>
                <a:lnTo>
                  <a:pt x="1018120" y="798645"/>
                </a:lnTo>
                <a:lnTo>
                  <a:pt x="0" y="798645"/>
                </a:lnTo>
                <a:close/>
              </a:path>
            </a:pathLst>
          </a:custGeom>
        </p:spPr>
      </p:pic>
      <p:grpSp>
        <p:nvGrpSpPr>
          <p:cNvPr id="8" name="组合 7"/>
          <p:cNvGrpSpPr/>
          <p:nvPr/>
        </p:nvGrpSpPr>
        <p:grpSpPr>
          <a:xfrm>
            <a:off x="255230" y="194194"/>
            <a:ext cx="4115195" cy="453724"/>
            <a:chOff x="255230" y="194194"/>
            <a:chExt cx="4115195" cy="453724"/>
          </a:xfrm>
        </p:grpSpPr>
        <p:sp>
          <p:nvSpPr>
            <p:cNvPr id="11" name="星形: 五角 10"/>
            <p:cNvSpPr/>
            <p:nvPr/>
          </p:nvSpPr>
          <p:spPr>
            <a:xfrm>
              <a:off x="255230" y="194194"/>
              <a:ext cx="411520" cy="411520"/>
            </a:xfrm>
            <a:prstGeom prst="star5">
              <a:avLst>
                <a:gd name="adj" fmla="val 23649"/>
                <a:gd name="hf" fmla="val 105146"/>
                <a:gd name="vf" fmla="val 110557"/>
              </a:avLst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94886" y="247808"/>
              <a:ext cx="3675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C20000"/>
                  </a:solidFill>
                  <a:latin typeface="Noto Sans S Chinese Medium" panose="020B0600000000000000" pitchFamily="34" charset="-122"/>
                  <a:ea typeface="Noto Sans S Chinese Medium" panose="020B0600000000000000" pitchFamily="34" charset="-122"/>
                </a:rPr>
                <a:t>请单机此处输入标题内容</a:t>
              </a:r>
              <a:endParaRPr lang="zh-CN" altLang="en-US" sz="2000" dirty="0">
                <a:solidFill>
                  <a:srgbClr val="C20000"/>
                </a:solidFill>
                <a:latin typeface="Noto Sans S Chinese Medium" panose="020B0600000000000000" pitchFamily="34" charset="-122"/>
                <a:ea typeface="Noto Sans S Chinese Medium" panose="020B0600000000000000" pitchFamily="34" charset="-122"/>
              </a:endParaRPr>
            </a:p>
          </p:txBody>
        </p:sp>
      </p:grpSp>
      <p:cxnSp>
        <p:nvCxnSpPr>
          <p:cNvPr id="27" name="直接连接符 26"/>
          <p:cNvCxnSpPr/>
          <p:nvPr/>
        </p:nvCxnSpPr>
        <p:spPr>
          <a:xfrm>
            <a:off x="-2588" y="740893"/>
            <a:ext cx="12192000" cy="0"/>
          </a:xfrm>
          <a:prstGeom prst="line">
            <a:avLst/>
          </a:prstGeom>
          <a:ln w="22225">
            <a:solidFill>
              <a:srgbClr val="C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762796" y="1250635"/>
            <a:ext cx="10677608" cy="4946518"/>
            <a:chOff x="762796" y="1250635"/>
            <a:chExt cx="10677608" cy="4946518"/>
          </a:xfrm>
        </p:grpSpPr>
        <p:sp>
          <p:nvSpPr>
            <p:cNvPr id="13" name="文本框 12"/>
            <p:cNvSpPr txBox="1"/>
            <p:nvPr/>
          </p:nvSpPr>
          <p:spPr>
            <a:xfrm>
              <a:off x="1335313" y="1250635"/>
              <a:ext cx="31641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dirty="0">
                  <a:latin typeface="Noto Sans S Chinese Medium" panose="020B0600000000000000" pitchFamily="34" charset="-122"/>
                  <a:ea typeface="Noto Sans S Chinese Medium" panose="020B0600000000000000" pitchFamily="34" charset="-122"/>
                </a:rPr>
                <a:t>单机输入标题内容</a:t>
              </a:r>
              <a:endParaRPr lang="zh-CN" altLang="en-US" sz="2200" dirty="0">
                <a:latin typeface="Noto Sans S Chinese Medium" panose="020B0600000000000000" pitchFamily="34" charset="-122"/>
                <a:ea typeface="Noto Sans S Chinese Medium" panose="020B0600000000000000" pitchFamily="34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762796" y="1766005"/>
              <a:ext cx="10629104" cy="945636"/>
            </a:xfrm>
            <a:prstGeom prst="roundRect">
              <a:avLst>
                <a:gd name="adj" fmla="val 7458"/>
              </a:avLst>
            </a:prstGeom>
            <a:noFill/>
            <a:ln w="25400">
              <a:solidFill>
                <a:srgbClr val="C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901700" y="1839001"/>
              <a:ext cx="10397954" cy="7875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请在此输入相关文字内容，或复制已编辑好的文字粘贴至此处，文字言简意赅，模板内全部字体大小颜色均可修改。</a:t>
              </a:r>
              <a:r>
                <a: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 </a:t>
              </a: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请在此输入相关文字内容，或复制已编辑好的文字粘贴至此处，文字言简意赅。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762796" y="2993391"/>
              <a:ext cx="10629104" cy="1461006"/>
              <a:chOff x="711996" y="1276035"/>
              <a:chExt cx="10629104" cy="1461006"/>
            </a:xfrm>
          </p:grpSpPr>
          <p:sp>
            <p:nvSpPr>
              <p:cNvPr id="50" name="文本框 49"/>
              <p:cNvSpPr txBox="1"/>
              <p:nvPr/>
            </p:nvSpPr>
            <p:spPr>
              <a:xfrm>
                <a:off x="1284513" y="1276035"/>
                <a:ext cx="316411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dirty="0">
                    <a:latin typeface="Noto Sans S Chinese Medium" panose="020B0600000000000000" pitchFamily="34" charset="-122"/>
                    <a:ea typeface="Noto Sans S Chinese Medium" panose="020B0600000000000000" pitchFamily="34" charset="-122"/>
                  </a:rPr>
                  <a:t>单机输入标题内容</a:t>
                </a:r>
                <a:endParaRPr lang="zh-CN" altLang="en-US" sz="2200" dirty="0">
                  <a:latin typeface="Noto Sans S Chinese Medium" panose="020B0600000000000000" pitchFamily="34" charset="-122"/>
                  <a:ea typeface="Noto Sans S Chinese Medium" panose="020B0600000000000000" pitchFamily="34" charset="-122"/>
                </a:endParaRPr>
              </a:p>
            </p:txBody>
          </p:sp>
          <p:sp>
            <p:nvSpPr>
              <p:cNvPr id="51" name="矩形: 圆角 50"/>
              <p:cNvSpPr/>
              <p:nvPr/>
            </p:nvSpPr>
            <p:spPr>
              <a:xfrm>
                <a:off x="711996" y="1791405"/>
                <a:ext cx="10629104" cy="945636"/>
              </a:xfrm>
              <a:prstGeom prst="roundRect">
                <a:avLst>
                  <a:gd name="adj" fmla="val 7458"/>
                </a:avLst>
              </a:prstGeom>
              <a:noFill/>
              <a:ln w="25400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850900" y="1864401"/>
                <a:ext cx="10397954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请在此输入相关文字内容，或复制已编辑好的文字粘贴至此处，文字言简意赅，模板内全部字体大小颜色均可修改。</a:t>
                </a:r>
                <a:r>
                  <a:rPr lang="en-US" altLang="zh-CN" sz="16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 </a:t>
                </a:r>
                <a:r>
                  <a:rPr lang="zh-CN" altLang="en-US" sz="16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请在此输入相关文字内容，或复制已编辑好的文字粘贴至此处，文字言简意赅。</a:t>
                </a:r>
                <a:endPara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762796" y="4736147"/>
              <a:ext cx="10629104" cy="1461006"/>
              <a:chOff x="711996" y="1276035"/>
              <a:chExt cx="10629104" cy="1461006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1284513" y="1276035"/>
                <a:ext cx="316411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dirty="0">
                    <a:latin typeface="Noto Sans S Chinese Medium" panose="020B0600000000000000" pitchFamily="34" charset="-122"/>
                    <a:ea typeface="Noto Sans S Chinese Medium" panose="020B0600000000000000" pitchFamily="34" charset="-122"/>
                  </a:rPr>
                  <a:t>单机输入标题内容</a:t>
                </a:r>
                <a:endParaRPr lang="zh-CN" altLang="en-US" sz="2200" dirty="0">
                  <a:latin typeface="Noto Sans S Chinese Medium" panose="020B0600000000000000" pitchFamily="34" charset="-122"/>
                  <a:ea typeface="Noto Sans S Chinese Medium" panose="020B0600000000000000" pitchFamily="34" charset="-122"/>
                </a:endParaRPr>
              </a:p>
            </p:txBody>
          </p:sp>
          <p:sp>
            <p:nvSpPr>
              <p:cNvPr id="56" name="矩形: 圆角 55"/>
              <p:cNvSpPr/>
              <p:nvPr/>
            </p:nvSpPr>
            <p:spPr>
              <a:xfrm>
                <a:off x="711996" y="1791405"/>
                <a:ext cx="10629104" cy="945636"/>
              </a:xfrm>
              <a:prstGeom prst="roundRect">
                <a:avLst>
                  <a:gd name="adj" fmla="val 7458"/>
                </a:avLst>
              </a:prstGeom>
              <a:noFill/>
              <a:ln w="25400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850900" y="1864401"/>
                <a:ext cx="10397954" cy="787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请在此输入相关文字内容，或复制已编辑好的文字粘贴至此处，文字言简意赅，模板内全部字体大小颜色均可修改。</a:t>
                </a:r>
                <a:r>
                  <a:rPr lang="en-US" altLang="zh-CN" sz="16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 </a:t>
                </a:r>
                <a:r>
                  <a:rPr lang="zh-CN" altLang="en-US" sz="16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请在此输入相关文字内容，或复制已编辑好的文字粘贴至此处，文字言简意赅。</a:t>
                </a:r>
                <a:endPara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sp>
          <p:nvSpPr>
            <p:cNvPr id="21" name="矩形 20"/>
            <p:cNvSpPr/>
            <p:nvPr/>
          </p:nvSpPr>
          <p:spPr>
            <a:xfrm>
              <a:off x="11348158" y="2046335"/>
              <a:ext cx="92246" cy="349181"/>
            </a:xfrm>
            <a:prstGeom prst="rect">
              <a:avLst/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11348158" y="3797179"/>
              <a:ext cx="92246" cy="349181"/>
            </a:xfrm>
            <a:prstGeom prst="rect">
              <a:avLst/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11348158" y="5539935"/>
              <a:ext cx="92246" cy="349181"/>
            </a:xfrm>
            <a:prstGeom prst="rect">
              <a:avLst/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5758" y="1266108"/>
              <a:ext cx="506012" cy="38408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5758" y="2967168"/>
              <a:ext cx="506012" cy="38408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5758" y="4748127"/>
              <a:ext cx="506012" cy="384081"/>
            </a:xfrm>
            <a:prstGeom prst="rect">
              <a:avLst/>
            </a:prstGeom>
          </p:spPr>
        </p:pic>
      </p:grpSp>
    </p:spTree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91050" y="3448050"/>
            <a:ext cx="11844000" cy="3193339"/>
            <a:chOff x="0" y="3594120"/>
            <a:chExt cx="12192000" cy="326388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b="8215"/>
            <a:stretch>
              <a:fillRect/>
            </a:stretch>
          </p:blipFill>
          <p:spPr>
            <a:xfrm>
              <a:off x="4308449" y="5559795"/>
              <a:ext cx="7883551" cy="1298205"/>
            </a:xfrm>
            <a:custGeom>
              <a:avLst/>
              <a:gdLst>
                <a:gd name="connsiteX0" fmla="*/ 0 w 7883551"/>
                <a:gd name="connsiteY0" fmla="*/ 0 h 1298205"/>
                <a:gd name="connsiteX1" fmla="*/ 7883551 w 7883551"/>
                <a:gd name="connsiteY1" fmla="*/ 0 h 1298205"/>
                <a:gd name="connsiteX2" fmla="*/ 7883551 w 7883551"/>
                <a:gd name="connsiteY2" fmla="*/ 1298205 h 1298205"/>
                <a:gd name="connsiteX3" fmla="*/ 0 w 7883551"/>
                <a:gd name="connsiteY3" fmla="*/ 1298205 h 129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3551" h="1298205">
                  <a:moveTo>
                    <a:pt x="0" y="0"/>
                  </a:moveTo>
                  <a:lnTo>
                    <a:pt x="7883551" y="0"/>
                  </a:lnTo>
                  <a:lnTo>
                    <a:pt x="7883551" y="1298205"/>
                  </a:lnTo>
                  <a:lnTo>
                    <a:pt x="0" y="1298205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rcRect l="12402" b="3884"/>
            <a:stretch>
              <a:fillRect/>
            </a:stretch>
          </p:blipFill>
          <p:spPr>
            <a:xfrm>
              <a:off x="0" y="3594120"/>
              <a:ext cx="4528676" cy="3263880"/>
            </a:xfrm>
            <a:custGeom>
              <a:avLst/>
              <a:gdLst>
                <a:gd name="connsiteX0" fmla="*/ 0 w 4528676"/>
                <a:gd name="connsiteY0" fmla="*/ 0 h 3263880"/>
                <a:gd name="connsiteX1" fmla="*/ 4528676 w 4528676"/>
                <a:gd name="connsiteY1" fmla="*/ 0 h 3263880"/>
                <a:gd name="connsiteX2" fmla="*/ 4528676 w 4528676"/>
                <a:gd name="connsiteY2" fmla="*/ 3263880 h 3263880"/>
                <a:gd name="connsiteX3" fmla="*/ 0 w 4528676"/>
                <a:gd name="connsiteY3" fmla="*/ 3263880 h 326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28676" h="3263880">
                  <a:moveTo>
                    <a:pt x="0" y="0"/>
                  </a:moveTo>
                  <a:lnTo>
                    <a:pt x="4528676" y="0"/>
                  </a:lnTo>
                  <a:lnTo>
                    <a:pt x="4528676" y="3263880"/>
                  </a:lnTo>
                  <a:lnTo>
                    <a:pt x="0" y="3263880"/>
                  </a:lnTo>
                  <a:close/>
                </a:path>
              </a:pathLst>
            </a:custGeom>
          </p:spPr>
        </p:pic>
      </p:grpSp>
      <p:sp>
        <p:nvSpPr>
          <p:cNvPr id="36" name="矩形 35"/>
          <p:cNvSpPr/>
          <p:nvPr/>
        </p:nvSpPr>
        <p:spPr>
          <a:xfrm>
            <a:off x="176000" y="182334"/>
            <a:ext cx="11844000" cy="6493395"/>
          </a:xfrm>
          <a:prstGeom prst="rect">
            <a:avLst/>
          </a:prstGeom>
          <a:noFill/>
          <a:ln w="25400">
            <a:solidFill>
              <a:srgbClr val="C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组合 59"/>
          <p:cNvGrpSpPr/>
          <p:nvPr/>
        </p:nvGrpSpPr>
        <p:grpSpPr>
          <a:xfrm>
            <a:off x="2447153" y="1813593"/>
            <a:ext cx="7297694" cy="2596053"/>
            <a:chOff x="2432960" y="1501939"/>
            <a:chExt cx="7297694" cy="2596053"/>
          </a:xfrm>
        </p:grpSpPr>
        <p:grpSp>
          <p:nvGrpSpPr>
            <p:cNvPr id="47" name="组合 46"/>
            <p:cNvGrpSpPr/>
            <p:nvPr/>
          </p:nvGrpSpPr>
          <p:grpSpPr>
            <a:xfrm>
              <a:off x="4207199" y="1501939"/>
              <a:ext cx="3790302" cy="653143"/>
              <a:chOff x="4207199" y="1952106"/>
              <a:chExt cx="3790302" cy="653143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4207199" y="1952106"/>
                <a:ext cx="1031552" cy="653143"/>
              </a:xfrm>
              <a:prstGeom prst="rect">
                <a:avLst/>
              </a:prstGeom>
              <a:solidFill>
                <a:srgbClr val="C20000"/>
              </a:solidFill>
              <a:ln w="2222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5238750" y="1952106"/>
                <a:ext cx="1727199" cy="653143"/>
              </a:xfrm>
              <a:prstGeom prst="rect">
                <a:avLst/>
              </a:prstGeom>
              <a:noFill/>
              <a:ln w="2222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965949" y="1952106"/>
                <a:ext cx="1031552" cy="653143"/>
              </a:xfrm>
              <a:prstGeom prst="rect">
                <a:avLst/>
              </a:prstGeom>
              <a:solidFill>
                <a:srgbClr val="C20000"/>
              </a:solidFill>
              <a:ln w="2222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4363298" y="2167749"/>
                <a:ext cx="719353" cy="221856"/>
                <a:chOff x="4419385" y="2171700"/>
                <a:chExt cx="764381" cy="235743"/>
              </a:xfrm>
              <a:solidFill>
                <a:schemeClr val="bg1"/>
              </a:solidFill>
            </p:grpSpPr>
            <p:sp>
              <p:nvSpPr>
                <p:cNvPr id="4" name="星形: 五角 3"/>
                <p:cNvSpPr/>
                <p:nvPr/>
              </p:nvSpPr>
              <p:spPr>
                <a:xfrm>
                  <a:off x="4419385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星形: 五角 38"/>
                <p:cNvSpPr/>
                <p:nvPr/>
              </p:nvSpPr>
              <p:spPr>
                <a:xfrm>
                  <a:off x="4683704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星形: 五角 39"/>
                <p:cNvSpPr/>
                <p:nvPr/>
              </p:nvSpPr>
              <p:spPr>
                <a:xfrm>
                  <a:off x="4948023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7122048" y="2167749"/>
                <a:ext cx="719353" cy="221856"/>
                <a:chOff x="4419385" y="2171700"/>
                <a:chExt cx="764381" cy="235743"/>
              </a:xfrm>
              <a:solidFill>
                <a:schemeClr val="bg1"/>
              </a:solidFill>
            </p:grpSpPr>
            <p:sp>
              <p:nvSpPr>
                <p:cNvPr id="43" name="星形: 五角 42"/>
                <p:cNvSpPr/>
                <p:nvPr/>
              </p:nvSpPr>
              <p:spPr>
                <a:xfrm>
                  <a:off x="4419385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星形: 五角 43"/>
                <p:cNvSpPr/>
                <p:nvPr/>
              </p:nvSpPr>
              <p:spPr>
                <a:xfrm>
                  <a:off x="4683704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星形: 五角 44"/>
                <p:cNvSpPr/>
                <p:nvPr/>
              </p:nvSpPr>
              <p:spPr>
                <a:xfrm>
                  <a:off x="4948023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6" name="文本框 45"/>
              <p:cNvSpPr txBox="1"/>
              <p:nvPr/>
            </p:nvSpPr>
            <p:spPr>
              <a:xfrm>
                <a:off x="5280514" y="2056861"/>
                <a:ext cx="163107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500" b="1" dirty="0">
                    <a:solidFill>
                      <a:srgbClr val="C20000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第二部分</a:t>
                </a:r>
                <a:endParaRPr lang="zh-CN" altLang="en-US" sz="2500" b="1" dirty="0">
                  <a:solidFill>
                    <a:srgbClr val="C2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2432960" y="2648095"/>
              <a:ext cx="7297694" cy="86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000" dirty="0">
                  <a:solidFill>
                    <a:srgbClr val="C20000"/>
                  </a:solidFill>
                  <a:latin typeface="Noto Sans S Chinese Bold" panose="020B0800000000000000" pitchFamily="34" charset="-122"/>
                  <a:ea typeface="Noto Sans S Chinese Bold" panose="020B0800000000000000" pitchFamily="34" charset="-122"/>
                </a:rPr>
                <a:t>请单机此处输入标题内容</a:t>
              </a:r>
              <a:endParaRPr lang="zh-CN" altLang="en-US" sz="5000" dirty="0">
                <a:solidFill>
                  <a:srgbClr val="C20000"/>
                </a:solidFill>
                <a:latin typeface="Noto Sans S Chinese Bold" panose="020B0800000000000000" pitchFamily="34" charset="-122"/>
                <a:ea typeface="Noto Sans S Chinese Bold" panose="020B0800000000000000" pitchFamily="34" charset="-122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3906211" y="3735419"/>
              <a:ext cx="4379578" cy="362573"/>
              <a:chOff x="4483510" y="3445323"/>
              <a:chExt cx="3570830" cy="295619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4483510" y="3600450"/>
                <a:ext cx="835250" cy="0"/>
              </a:xfrm>
              <a:prstGeom prst="line">
                <a:avLst/>
              </a:prstGeom>
              <a:ln w="19050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7219090" y="3600450"/>
                <a:ext cx="835250" cy="0"/>
              </a:xfrm>
              <a:prstGeom prst="line">
                <a:avLst/>
              </a:prstGeom>
              <a:ln w="19050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组合 52"/>
              <p:cNvGrpSpPr/>
              <p:nvPr/>
            </p:nvGrpSpPr>
            <p:grpSpPr>
              <a:xfrm>
                <a:off x="5484776" y="3445323"/>
                <a:ext cx="1566907" cy="295619"/>
                <a:chOff x="5484776" y="3445323"/>
                <a:chExt cx="1566907" cy="295619"/>
              </a:xfrm>
            </p:grpSpPr>
            <p:sp>
              <p:nvSpPr>
                <p:cNvPr id="54" name="星形: 五角 53"/>
                <p:cNvSpPr/>
                <p:nvPr/>
              </p:nvSpPr>
              <p:spPr>
                <a:xfrm>
                  <a:off x="6120420" y="3445323"/>
                  <a:ext cx="295619" cy="295619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sp>
              <p:nvSpPr>
                <p:cNvPr id="55" name="星形: 五角 54"/>
                <p:cNvSpPr/>
                <p:nvPr/>
              </p:nvSpPr>
              <p:spPr>
                <a:xfrm>
                  <a:off x="6534151" y="3491628"/>
                  <a:ext cx="217644" cy="217644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sp>
              <p:nvSpPr>
                <p:cNvPr id="56" name="星形: 五角 55"/>
                <p:cNvSpPr/>
                <p:nvPr/>
              </p:nvSpPr>
              <p:spPr>
                <a:xfrm>
                  <a:off x="6883334" y="3516275"/>
                  <a:ext cx="168349" cy="168349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grpSp>
              <p:nvGrpSpPr>
                <p:cNvPr id="57" name="组合 56"/>
                <p:cNvGrpSpPr/>
                <p:nvPr/>
              </p:nvGrpSpPr>
              <p:grpSpPr>
                <a:xfrm flipH="1">
                  <a:off x="5484776" y="3491627"/>
                  <a:ext cx="517532" cy="217644"/>
                  <a:chOff x="6686551" y="3644028"/>
                  <a:chExt cx="517532" cy="217644"/>
                </a:xfrm>
              </p:grpSpPr>
              <p:sp>
                <p:nvSpPr>
                  <p:cNvPr id="58" name="星形: 五角 57"/>
                  <p:cNvSpPr/>
                  <p:nvPr/>
                </p:nvSpPr>
                <p:spPr>
                  <a:xfrm>
                    <a:off x="6686551" y="3644028"/>
                    <a:ext cx="217644" cy="217644"/>
                  </a:xfrm>
                  <a:prstGeom prst="star5">
                    <a:avLst>
                      <a:gd name="adj" fmla="val 24724"/>
                      <a:gd name="hf" fmla="val 105146"/>
                      <a:gd name="vf" fmla="val 110557"/>
                    </a:avLst>
                  </a:prstGeom>
                  <a:solidFill>
                    <a:srgbClr val="C2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rgbClr val="C20000"/>
                      </a:solidFill>
                    </a:endParaRPr>
                  </a:p>
                </p:txBody>
              </p:sp>
              <p:sp>
                <p:nvSpPr>
                  <p:cNvPr id="59" name="星形: 五角 58"/>
                  <p:cNvSpPr/>
                  <p:nvPr/>
                </p:nvSpPr>
                <p:spPr>
                  <a:xfrm>
                    <a:off x="7035734" y="3668675"/>
                    <a:ext cx="168349" cy="168349"/>
                  </a:xfrm>
                  <a:prstGeom prst="star5">
                    <a:avLst>
                      <a:gd name="adj" fmla="val 24724"/>
                      <a:gd name="hf" fmla="val 105146"/>
                      <a:gd name="vf" fmla="val 110557"/>
                    </a:avLst>
                  </a:prstGeom>
                  <a:solidFill>
                    <a:srgbClr val="C2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rgbClr val="C20000"/>
                      </a:solidFill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697050"/>
            <a:ext cx="12192000" cy="1800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0924156" y="-49492"/>
            <a:ext cx="1145916" cy="898892"/>
          </a:xfrm>
          <a:custGeom>
            <a:avLst/>
            <a:gdLst>
              <a:gd name="connsiteX0" fmla="*/ 430040 w 1018120"/>
              <a:gd name="connsiteY0" fmla="*/ 561975 h 798645"/>
              <a:gd name="connsiteX1" fmla="*/ 430040 w 1018120"/>
              <a:gd name="connsiteY1" fmla="*/ 797714 h 798645"/>
              <a:gd name="connsiteX2" fmla="*/ 756271 w 1018120"/>
              <a:gd name="connsiteY2" fmla="*/ 797714 h 798645"/>
              <a:gd name="connsiteX3" fmla="*/ 756271 w 1018120"/>
              <a:gd name="connsiteY3" fmla="*/ 561975 h 798645"/>
              <a:gd name="connsiteX4" fmla="*/ 0 w 1018120"/>
              <a:gd name="connsiteY4" fmla="*/ 0 h 798645"/>
              <a:gd name="connsiteX5" fmla="*/ 1018120 w 1018120"/>
              <a:gd name="connsiteY5" fmla="*/ 0 h 798645"/>
              <a:gd name="connsiteX6" fmla="*/ 1018120 w 1018120"/>
              <a:gd name="connsiteY6" fmla="*/ 798645 h 798645"/>
              <a:gd name="connsiteX7" fmla="*/ 0 w 1018120"/>
              <a:gd name="connsiteY7" fmla="*/ 798645 h 7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8120" h="798645">
                <a:moveTo>
                  <a:pt x="430040" y="561975"/>
                </a:moveTo>
                <a:lnTo>
                  <a:pt x="430040" y="797714"/>
                </a:lnTo>
                <a:lnTo>
                  <a:pt x="756271" y="797714"/>
                </a:lnTo>
                <a:lnTo>
                  <a:pt x="756271" y="561975"/>
                </a:lnTo>
                <a:close/>
                <a:moveTo>
                  <a:pt x="0" y="0"/>
                </a:moveTo>
                <a:lnTo>
                  <a:pt x="1018120" y="0"/>
                </a:lnTo>
                <a:lnTo>
                  <a:pt x="1018120" y="798645"/>
                </a:lnTo>
                <a:lnTo>
                  <a:pt x="0" y="798645"/>
                </a:lnTo>
                <a:close/>
              </a:path>
            </a:pathLst>
          </a:custGeom>
        </p:spPr>
      </p:pic>
      <p:grpSp>
        <p:nvGrpSpPr>
          <p:cNvPr id="15" name="组合 14"/>
          <p:cNvGrpSpPr/>
          <p:nvPr/>
        </p:nvGrpSpPr>
        <p:grpSpPr>
          <a:xfrm>
            <a:off x="965202" y="2276476"/>
            <a:ext cx="10452098" cy="685800"/>
            <a:chOff x="889002" y="2276476"/>
            <a:chExt cx="10452098" cy="685800"/>
          </a:xfrm>
        </p:grpSpPr>
        <p:grpSp>
          <p:nvGrpSpPr>
            <p:cNvPr id="13" name="组合 12"/>
            <p:cNvGrpSpPr/>
            <p:nvPr/>
          </p:nvGrpSpPr>
          <p:grpSpPr>
            <a:xfrm>
              <a:off x="6972301" y="2276476"/>
              <a:ext cx="4368799" cy="685800"/>
              <a:chOff x="7029450" y="2247900"/>
              <a:chExt cx="4368799" cy="685800"/>
            </a:xfrm>
          </p:grpSpPr>
          <p:cxnSp>
            <p:nvCxnSpPr>
              <p:cNvPr id="6" name="直接连接符 5"/>
              <p:cNvCxnSpPr/>
              <p:nvPr/>
            </p:nvCxnSpPr>
            <p:spPr>
              <a:xfrm flipV="1">
                <a:off x="7029450" y="2247900"/>
                <a:ext cx="552450" cy="685800"/>
              </a:xfrm>
              <a:prstGeom prst="line">
                <a:avLst/>
              </a:prstGeom>
              <a:ln w="22225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7577137" y="2247900"/>
                <a:ext cx="3821112" cy="0"/>
              </a:xfrm>
              <a:prstGeom prst="line">
                <a:avLst/>
              </a:prstGeom>
              <a:ln w="22225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 flipH="1">
              <a:off x="889002" y="2276476"/>
              <a:ext cx="4215403" cy="685800"/>
              <a:chOff x="7029450" y="2247900"/>
              <a:chExt cx="4215403" cy="685800"/>
            </a:xfrm>
          </p:grpSpPr>
          <p:cxnSp>
            <p:nvCxnSpPr>
              <p:cNvPr id="18" name="直接连接符 17"/>
              <p:cNvCxnSpPr/>
              <p:nvPr/>
            </p:nvCxnSpPr>
            <p:spPr>
              <a:xfrm flipV="1">
                <a:off x="7029450" y="2247900"/>
                <a:ext cx="552450" cy="685800"/>
              </a:xfrm>
              <a:prstGeom prst="line">
                <a:avLst/>
              </a:prstGeom>
              <a:ln w="22225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7577137" y="2247900"/>
                <a:ext cx="3667716" cy="0"/>
              </a:xfrm>
              <a:prstGeom prst="line">
                <a:avLst/>
              </a:prstGeom>
              <a:ln w="22225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组合 20"/>
          <p:cNvGrpSpPr/>
          <p:nvPr/>
        </p:nvGrpSpPr>
        <p:grpSpPr>
          <a:xfrm>
            <a:off x="841829" y="4698079"/>
            <a:ext cx="10575471" cy="685800"/>
            <a:chOff x="765629" y="2276476"/>
            <a:chExt cx="10575471" cy="685800"/>
          </a:xfrm>
        </p:grpSpPr>
        <p:grpSp>
          <p:nvGrpSpPr>
            <p:cNvPr id="22" name="组合 21"/>
            <p:cNvGrpSpPr/>
            <p:nvPr/>
          </p:nvGrpSpPr>
          <p:grpSpPr>
            <a:xfrm>
              <a:off x="6972301" y="2276476"/>
              <a:ext cx="4368799" cy="685800"/>
              <a:chOff x="7029450" y="2247900"/>
              <a:chExt cx="4368799" cy="685800"/>
            </a:xfrm>
          </p:grpSpPr>
          <p:cxnSp>
            <p:nvCxnSpPr>
              <p:cNvPr id="26" name="直接连接符 25"/>
              <p:cNvCxnSpPr/>
              <p:nvPr/>
            </p:nvCxnSpPr>
            <p:spPr>
              <a:xfrm flipV="1">
                <a:off x="7029450" y="2247900"/>
                <a:ext cx="552450" cy="685800"/>
              </a:xfrm>
              <a:prstGeom prst="line">
                <a:avLst/>
              </a:prstGeom>
              <a:ln w="22225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7577137" y="2247900"/>
                <a:ext cx="3821112" cy="0"/>
              </a:xfrm>
              <a:prstGeom prst="line">
                <a:avLst/>
              </a:prstGeom>
              <a:ln w="22225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/>
            <p:cNvGrpSpPr/>
            <p:nvPr/>
          </p:nvGrpSpPr>
          <p:grpSpPr>
            <a:xfrm flipH="1">
              <a:off x="765629" y="2276476"/>
              <a:ext cx="4338776" cy="685800"/>
              <a:chOff x="7029450" y="2247900"/>
              <a:chExt cx="4338776" cy="685800"/>
            </a:xfrm>
          </p:grpSpPr>
          <p:cxnSp>
            <p:nvCxnSpPr>
              <p:cNvPr id="24" name="直接连接符 23"/>
              <p:cNvCxnSpPr/>
              <p:nvPr/>
            </p:nvCxnSpPr>
            <p:spPr>
              <a:xfrm flipV="1">
                <a:off x="7029450" y="2247900"/>
                <a:ext cx="552450" cy="685800"/>
              </a:xfrm>
              <a:prstGeom prst="line">
                <a:avLst/>
              </a:prstGeom>
              <a:ln w="22225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7577137" y="2247900"/>
                <a:ext cx="3791089" cy="0"/>
              </a:xfrm>
              <a:prstGeom prst="line">
                <a:avLst/>
              </a:prstGeom>
              <a:ln w="22225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0" name="组合 29"/>
          <p:cNvGrpSpPr/>
          <p:nvPr/>
        </p:nvGrpSpPr>
        <p:grpSpPr>
          <a:xfrm>
            <a:off x="8152869" y="1809320"/>
            <a:ext cx="3264431" cy="1681178"/>
            <a:chOff x="8152869" y="1809320"/>
            <a:chExt cx="3264431" cy="1681178"/>
          </a:xfrm>
        </p:grpSpPr>
        <p:sp>
          <p:nvSpPr>
            <p:cNvPr id="28" name="文本框 27"/>
            <p:cNvSpPr txBox="1"/>
            <p:nvPr/>
          </p:nvSpPr>
          <p:spPr>
            <a:xfrm>
              <a:off x="8152869" y="1809320"/>
              <a:ext cx="27712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2400">
                  <a:solidFill>
                    <a:srgbClr val="C3121B"/>
                  </a:solidFill>
                  <a:latin typeface="汉仪铁线黑-65简" panose="00020600040101010101" pitchFamily="18" charset="-122"/>
                  <a:ea typeface="汉仪铁线黑-65简" panose="00020600040101010101" pitchFamily="18" charset="-122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/>
                  </a:solidFill>
                  <a:latin typeface="Noto Sans S Chinese Regular" panose="020B0500000000000000" pitchFamily="34" charset="-122"/>
                  <a:ea typeface="Noto Sans S Chinese Regular" panose="020B0500000000000000" pitchFamily="34" charset="-122"/>
                </a:rPr>
                <a:t>单机输入标题内容</a:t>
              </a:r>
              <a:endParaRPr lang="zh-CN" altLang="en-US" sz="2000" dirty="0">
                <a:solidFill>
                  <a:schemeClr val="tx1"/>
                </a:solidFill>
                <a:latin typeface="Noto Sans S Chinese Regular" panose="020B0500000000000000" pitchFamily="34" charset="-122"/>
                <a:ea typeface="Noto Sans S Chinese Regular" panose="020B0500000000000000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152870" y="2333643"/>
              <a:ext cx="3264430" cy="11568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请在此输入相关文字内容，或复制已编辑好的文字粘贴至此处，文字言简意赅。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152869" y="4230922"/>
            <a:ext cx="3264431" cy="1661935"/>
            <a:chOff x="8152869" y="1828563"/>
            <a:chExt cx="3264431" cy="1661935"/>
          </a:xfrm>
        </p:grpSpPr>
        <p:sp>
          <p:nvSpPr>
            <p:cNvPr id="34" name="文本框 33"/>
            <p:cNvSpPr txBox="1"/>
            <p:nvPr/>
          </p:nvSpPr>
          <p:spPr>
            <a:xfrm>
              <a:off x="8152869" y="1828563"/>
              <a:ext cx="27712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latin typeface="Noto Sans S Chinese Regular" panose="020B0500000000000000" pitchFamily="34" charset="-122"/>
                  <a:ea typeface="Noto Sans S Chinese Regular" panose="020B0500000000000000" pitchFamily="34" charset="-122"/>
                </a:defRPr>
              </a:lvl1pPr>
            </a:lstStyle>
            <a:p>
              <a:r>
                <a:rPr lang="zh-CN" altLang="en-US" b="0" dirty="0"/>
                <a:t>单机输入标题内容</a:t>
              </a:r>
              <a:endParaRPr lang="zh-CN" altLang="en-US" b="0" dirty="0"/>
            </a:p>
          </p:txBody>
        </p:sp>
        <p:sp>
          <p:nvSpPr>
            <p:cNvPr id="35" name="矩形 34"/>
            <p:cNvSpPr/>
            <p:nvPr/>
          </p:nvSpPr>
          <p:spPr>
            <a:xfrm>
              <a:off x="8152870" y="2333643"/>
              <a:ext cx="3264430" cy="11568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请在此输入相关文字内容，或复制已编辑好的文字粘贴至此处，文字言简意赅。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69951" y="1778543"/>
            <a:ext cx="3264430" cy="1703756"/>
            <a:chOff x="1063993" y="1786742"/>
            <a:chExt cx="3264430" cy="1703756"/>
          </a:xfrm>
        </p:grpSpPr>
        <p:sp>
          <p:nvSpPr>
            <p:cNvPr id="37" name="文本框 36"/>
            <p:cNvSpPr txBox="1"/>
            <p:nvPr/>
          </p:nvSpPr>
          <p:spPr>
            <a:xfrm>
              <a:off x="1557136" y="1786742"/>
              <a:ext cx="27712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2400">
                  <a:solidFill>
                    <a:srgbClr val="C3121B"/>
                  </a:solidFill>
                  <a:latin typeface="汉仪铁线黑-65简" panose="00020600040101010101" pitchFamily="18" charset="-122"/>
                  <a:ea typeface="汉仪铁线黑-65简" panose="00020600040101010101" pitchFamily="18" charset="-122"/>
                </a:defRPr>
              </a:lvl1pPr>
            </a:lstStyle>
            <a:p>
              <a:pPr algn="r"/>
              <a:r>
                <a:rPr lang="zh-CN" altLang="en-US" sz="2000" dirty="0">
                  <a:solidFill>
                    <a:schemeClr val="tx1"/>
                  </a:solidFill>
                  <a:latin typeface="Noto Sans S Chinese Regular" panose="020B0500000000000000" pitchFamily="34" charset="-122"/>
                  <a:ea typeface="Noto Sans S Chinese Regular" panose="020B0500000000000000" pitchFamily="34" charset="-122"/>
                </a:rPr>
                <a:t>单机输入标题内容</a:t>
              </a:r>
              <a:endParaRPr lang="zh-CN" altLang="en-US" sz="2000" dirty="0">
                <a:solidFill>
                  <a:schemeClr val="tx1"/>
                </a:solidFill>
                <a:latin typeface="Noto Sans S Chinese Regular" panose="020B0500000000000000" pitchFamily="34" charset="-122"/>
                <a:ea typeface="Noto Sans S Chinese Regular" panose="020B0500000000000000" pitchFamily="3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063993" y="2333643"/>
              <a:ext cx="3264430" cy="11568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请在此输入相关文字内容，或复制已编辑好的文字粘贴至此处，文字言简意赅。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869951" y="4189101"/>
            <a:ext cx="3264430" cy="1703756"/>
            <a:chOff x="1063993" y="1786742"/>
            <a:chExt cx="3264430" cy="1703756"/>
          </a:xfrm>
        </p:grpSpPr>
        <p:sp>
          <p:nvSpPr>
            <p:cNvPr id="43" name="文本框 42"/>
            <p:cNvSpPr txBox="1"/>
            <p:nvPr/>
          </p:nvSpPr>
          <p:spPr>
            <a:xfrm>
              <a:off x="1557136" y="1786742"/>
              <a:ext cx="27712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 sz="2400">
                  <a:solidFill>
                    <a:srgbClr val="C3121B"/>
                  </a:solidFill>
                  <a:latin typeface="汉仪铁线黑-65简" panose="00020600040101010101" pitchFamily="18" charset="-122"/>
                  <a:ea typeface="汉仪铁线黑-65简" panose="00020600040101010101" pitchFamily="18" charset="-122"/>
                </a:defRPr>
              </a:lvl1pPr>
            </a:lstStyle>
            <a:p>
              <a:pPr algn="r"/>
              <a:r>
                <a:rPr lang="zh-CN" altLang="en-US" sz="2000" dirty="0">
                  <a:solidFill>
                    <a:schemeClr val="tx1"/>
                  </a:solidFill>
                  <a:latin typeface="Noto Sans S Chinese Regular" panose="020B0500000000000000" pitchFamily="34" charset="-122"/>
                  <a:ea typeface="Noto Sans S Chinese Regular" panose="020B0500000000000000" pitchFamily="34" charset="-122"/>
                </a:rPr>
                <a:t>单机输入标题内容</a:t>
              </a:r>
              <a:endParaRPr lang="zh-CN" altLang="en-US" sz="2000" dirty="0">
                <a:solidFill>
                  <a:schemeClr val="tx1"/>
                </a:solidFill>
                <a:latin typeface="Noto Sans S Chinese Regular" panose="020B0500000000000000" pitchFamily="34" charset="-122"/>
                <a:ea typeface="Noto Sans S Chinese Regular" panose="020B0500000000000000" pitchFamily="34" charset="-122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063993" y="2333643"/>
              <a:ext cx="3264430" cy="11568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请在此输入相关文字内容，或复制已编辑好的文字粘贴至此处，文字言简意赅。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55230" y="194194"/>
            <a:ext cx="4115195" cy="453724"/>
            <a:chOff x="255230" y="194194"/>
            <a:chExt cx="4115195" cy="453724"/>
          </a:xfrm>
        </p:grpSpPr>
        <p:sp>
          <p:nvSpPr>
            <p:cNvPr id="46" name="星形: 五角 45"/>
            <p:cNvSpPr/>
            <p:nvPr/>
          </p:nvSpPr>
          <p:spPr>
            <a:xfrm>
              <a:off x="255230" y="194194"/>
              <a:ext cx="411520" cy="411520"/>
            </a:xfrm>
            <a:prstGeom prst="star5">
              <a:avLst>
                <a:gd name="adj" fmla="val 23649"/>
                <a:gd name="hf" fmla="val 105146"/>
                <a:gd name="vf" fmla="val 110557"/>
              </a:avLst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694886" y="247808"/>
              <a:ext cx="3675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C20000"/>
                  </a:solidFill>
                  <a:latin typeface="Noto Sans S Chinese Medium" panose="020B0600000000000000" pitchFamily="34" charset="-122"/>
                  <a:ea typeface="Noto Sans S Chinese Medium" panose="020B0600000000000000" pitchFamily="34" charset="-122"/>
                </a:rPr>
                <a:t>请单机此处输入标题内容</a:t>
              </a:r>
              <a:endParaRPr lang="zh-CN" altLang="en-US" sz="2000" dirty="0">
                <a:solidFill>
                  <a:srgbClr val="C20000"/>
                </a:solidFill>
                <a:latin typeface="Noto Sans S Chinese Medium" panose="020B0600000000000000" pitchFamily="34" charset="-122"/>
                <a:ea typeface="Noto Sans S Chinese Medium" panose="020B0600000000000000" pitchFamily="34" charset="-122"/>
              </a:endParaRPr>
            </a:p>
          </p:txBody>
        </p:sp>
      </p:grpSp>
      <p:cxnSp>
        <p:nvCxnSpPr>
          <p:cNvPr id="36" name="直接连接符 35"/>
          <p:cNvCxnSpPr/>
          <p:nvPr/>
        </p:nvCxnSpPr>
        <p:spPr>
          <a:xfrm>
            <a:off x="-2588" y="740893"/>
            <a:ext cx="12192000" cy="0"/>
          </a:xfrm>
          <a:prstGeom prst="line">
            <a:avLst/>
          </a:prstGeom>
          <a:ln w="22225">
            <a:solidFill>
              <a:srgbClr val="C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987" y="1839713"/>
            <a:ext cx="3731075" cy="3572566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91050" y="3448050"/>
            <a:ext cx="11844000" cy="3193339"/>
            <a:chOff x="0" y="3594120"/>
            <a:chExt cx="12192000" cy="326388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b="8215"/>
            <a:stretch>
              <a:fillRect/>
            </a:stretch>
          </p:blipFill>
          <p:spPr>
            <a:xfrm>
              <a:off x="4308449" y="5559795"/>
              <a:ext cx="7883551" cy="1298205"/>
            </a:xfrm>
            <a:custGeom>
              <a:avLst/>
              <a:gdLst>
                <a:gd name="connsiteX0" fmla="*/ 0 w 7883551"/>
                <a:gd name="connsiteY0" fmla="*/ 0 h 1298205"/>
                <a:gd name="connsiteX1" fmla="*/ 7883551 w 7883551"/>
                <a:gd name="connsiteY1" fmla="*/ 0 h 1298205"/>
                <a:gd name="connsiteX2" fmla="*/ 7883551 w 7883551"/>
                <a:gd name="connsiteY2" fmla="*/ 1298205 h 1298205"/>
                <a:gd name="connsiteX3" fmla="*/ 0 w 7883551"/>
                <a:gd name="connsiteY3" fmla="*/ 1298205 h 129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3551" h="1298205">
                  <a:moveTo>
                    <a:pt x="0" y="0"/>
                  </a:moveTo>
                  <a:lnTo>
                    <a:pt x="7883551" y="0"/>
                  </a:lnTo>
                  <a:lnTo>
                    <a:pt x="7883551" y="1298205"/>
                  </a:lnTo>
                  <a:lnTo>
                    <a:pt x="0" y="1298205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rcRect l="12402" b="3884"/>
            <a:stretch>
              <a:fillRect/>
            </a:stretch>
          </p:blipFill>
          <p:spPr>
            <a:xfrm>
              <a:off x="0" y="3594120"/>
              <a:ext cx="4528676" cy="3263880"/>
            </a:xfrm>
            <a:custGeom>
              <a:avLst/>
              <a:gdLst>
                <a:gd name="connsiteX0" fmla="*/ 0 w 4528676"/>
                <a:gd name="connsiteY0" fmla="*/ 0 h 3263880"/>
                <a:gd name="connsiteX1" fmla="*/ 4528676 w 4528676"/>
                <a:gd name="connsiteY1" fmla="*/ 0 h 3263880"/>
                <a:gd name="connsiteX2" fmla="*/ 4528676 w 4528676"/>
                <a:gd name="connsiteY2" fmla="*/ 3263880 h 3263880"/>
                <a:gd name="connsiteX3" fmla="*/ 0 w 4528676"/>
                <a:gd name="connsiteY3" fmla="*/ 3263880 h 326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28676" h="3263880">
                  <a:moveTo>
                    <a:pt x="0" y="0"/>
                  </a:moveTo>
                  <a:lnTo>
                    <a:pt x="4528676" y="0"/>
                  </a:lnTo>
                  <a:lnTo>
                    <a:pt x="4528676" y="3263880"/>
                  </a:lnTo>
                  <a:lnTo>
                    <a:pt x="0" y="3263880"/>
                  </a:lnTo>
                  <a:close/>
                </a:path>
              </a:pathLst>
            </a:custGeom>
          </p:spPr>
        </p:pic>
      </p:grpSp>
      <p:sp>
        <p:nvSpPr>
          <p:cNvPr id="36" name="矩形 35"/>
          <p:cNvSpPr/>
          <p:nvPr/>
        </p:nvSpPr>
        <p:spPr>
          <a:xfrm>
            <a:off x="176000" y="182334"/>
            <a:ext cx="11844000" cy="6493395"/>
          </a:xfrm>
          <a:prstGeom prst="rect">
            <a:avLst/>
          </a:prstGeom>
          <a:noFill/>
          <a:ln w="25400">
            <a:solidFill>
              <a:srgbClr val="C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组合 59"/>
          <p:cNvGrpSpPr/>
          <p:nvPr/>
        </p:nvGrpSpPr>
        <p:grpSpPr>
          <a:xfrm>
            <a:off x="2447153" y="1813593"/>
            <a:ext cx="7297694" cy="2596053"/>
            <a:chOff x="2432960" y="1501939"/>
            <a:chExt cx="7297694" cy="2596053"/>
          </a:xfrm>
        </p:grpSpPr>
        <p:grpSp>
          <p:nvGrpSpPr>
            <p:cNvPr id="47" name="组合 46"/>
            <p:cNvGrpSpPr/>
            <p:nvPr/>
          </p:nvGrpSpPr>
          <p:grpSpPr>
            <a:xfrm>
              <a:off x="4207199" y="1501939"/>
              <a:ext cx="3790302" cy="653143"/>
              <a:chOff x="4207199" y="1952106"/>
              <a:chExt cx="3790302" cy="653143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4207199" y="1952106"/>
                <a:ext cx="1031552" cy="653143"/>
              </a:xfrm>
              <a:prstGeom prst="rect">
                <a:avLst/>
              </a:prstGeom>
              <a:solidFill>
                <a:srgbClr val="C20000"/>
              </a:solidFill>
              <a:ln w="2222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5238750" y="1952106"/>
                <a:ext cx="1727199" cy="653143"/>
              </a:xfrm>
              <a:prstGeom prst="rect">
                <a:avLst/>
              </a:prstGeom>
              <a:noFill/>
              <a:ln w="2222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965949" y="1952106"/>
                <a:ext cx="1031552" cy="653143"/>
              </a:xfrm>
              <a:prstGeom prst="rect">
                <a:avLst/>
              </a:prstGeom>
              <a:solidFill>
                <a:srgbClr val="C20000"/>
              </a:solidFill>
              <a:ln w="2222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4363298" y="2167749"/>
                <a:ext cx="719353" cy="221856"/>
                <a:chOff x="4419385" y="2171700"/>
                <a:chExt cx="764381" cy="235743"/>
              </a:xfrm>
              <a:solidFill>
                <a:schemeClr val="bg1"/>
              </a:solidFill>
            </p:grpSpPr>
            <p:sp>
              <p:nvSpPr>
                <p:cNvPr id="4" name="星形: 五角 3"/>
                <p:cNvSpPr/>
                <p:nvPr/>
              </p:nvSpPr>
              <p:spPr>
                <a:xfrm>
                  <a:off x="4419385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星形: 五角 38"/>
                <p:cNvSpPr/>
                <p:nvPr/>
              </p:nvSpPr>
              <p:spPr>
                <a:xfrm>
                  <a:off x="4683704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星形: 五角 39"/>
                <p:cNvSpPr/>
                <p:nvPr/>
              </p:nvSpPr>
              <p:spPr>
                <a:xfrm>
                  <a:off x="4948023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7122048" y="2167749"/>
                <a:ext cx="719353" cy="221856"/>
                <a:chOff x="4419385" y="2171700"/>
                <a:chExt cx="764381" cy="235743"/>
              </a:xfrm>
              <a:solidFill>
                <a:schemeClr val="bg1"/>
              </a:solidFill>
            </p:grpSpPr>
            <p:sp>
              <p:nvSpPr>
                <p:cNvPr id="43" name="星形: 五角 42"/>
                <p:cNvSpPr/>
                <p:nvPr/>
              </p:nvSpPr>
              <p:spPr>
                <a:xfrm>
                  <a:off x="4419385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星形: 五角 43"/>
                <p:cNvSpPr/>
                <p:nvPr/>
              </p:nvSpPr>
              <p:spPr>
                <a:xfrm>
                  <a:off x="4683704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星形: 五角 44"/>
                <p:cNvSpPr/>
                <p:nvPr/>
              </p:nvSpPr>
              <p:spPr>
                <a:xfrm>
                  <a:off x="4948023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6" name="文本框 45"/>
              <p:cNvSpPr txBox="1"/>
              <p:nvPr/>
            </p:nvSpPr>
            <p:spPr>
              <a:xfrm>
                <a:off x="5280514" y="2056861"/>
                <a:ext cx="163107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500" b="1" dirty="0">
                    <a:solidFill>
                      <a:srgbClr val="C20000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第三部分</a:t>
                </a:r>
                <a:endParaRPr lang="zh-CN" altLang="en-US" sz="2500" b="1" dirty="0">
                  <a:solidFill>
                    <a:srgbClr val="C2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2432960" y="2648095"/>
              <a:ext cx="7297694" cy="86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000" dirty="0">
                  <a:solidFill>
                    <a:srgbClr val="C20000"/>
                  </a:solidFill>
                  <a:latin typeface="Noto Sans S Chinese Bold" panose="020B0800000000000000" pitchFamily="34" charset="-122"/>
                  <a:ea typeface="Noto Sans S Chinese Bold" panose="020B0800000000000000" pitchFamily="34" charset="-122"/>
                </a:rPr>
                <a:t>请单机此处输入标题内容</a:t>
              </a:r>
              <a:endParaRPr lang="zh-CN" altLang="en-US" sz="5000" dirty="0">
                <a:solidFill>
                  <a:srgbClr val="C20000"/>
                </a:solidFill>
                <a:latin typeface="Noto Sans S Chinese Bold" panose="020B0800000000000000" pitchFamily="34" charset="-122"/>
                <a:ea typeface="Noto Sans S Chinese Bold" panose="020B0800000000000000" pitchFamily="34" charset="-122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3906211" y="3735419"/>
              <a:ext cx="4379578" cy="362573"/>
              <a:chOff x="4483510" y="3445323"/>
              <a:chExt cx="3570830" cy="295619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4483510" y="3600450"/>
                <a:ext cx="835250" cy="0"/>
              </a:xfrm>
              <a:prstGeom prst="line">
                <a:avLst/>
              </a:prstGeom>
              <a:ln w="19050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7219090" y="3600450"/>
                <a:ext cx="835250" cy="0"/>
              </a:xfrm>
              <a:prstGeom prst="line">
                <a:avLst/>
              </a:prstGeom>
              <a:ln w="19050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组合 52"/>
              <p:cNvGrpSpPr/>
              <p:nvPr/>
            </p:nvGrpSpPr>
            <p:grpSpPr>
              <a:xfrm>
                <a:off x="5484776" y="3445323"/>
                <a:ext cx="1566907" cy="295619"/>
                <a:chOff x="5484776" y="3445323"/>
                <a:chExt cx="1566907" cy="295619"/>
              </a:xfrm>
            </p:grpSpPr>
            <p:sp>
              <p:nvSpPr>
                <p:cNvPr id="54" name="星形: 五角 53"/>
                <p:cNvSpPr/>
                <p:nvPr/>
              </p:nvSpPr>
              <p:spPr>
                <a:xfrm>
                  <a:off x="6120420" y="3445323"/>
                  <a:ext cx="295619" cy="295619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sp>
              <p:nvSpPr>
                <p:cNvPr id="55" name="星形: 五角 54"/>
                <p:cNvSpPr/>
                <p:nvPr/>
              </p:nvSpPr>
              <p:spPr>
                <a:xfrm>
                  <a:off x="6534151" y="3491628"/>
                  <a:ext cx="217644" cy="217644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sp>
              <p:nvSpPr>
                <p:cNvPr id="56" name="星形: 五角 55"/>
                <p:cNvSpPr/>
                <p:nvPr/>
              </p:nvSpPr>
              <p:spPr>
                <a:xfrm>
                  <a:off x="6883334" y="3516275"/>
                  <a:ext cx="168349" cy="168349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grpSp>
              <p:nvGrpSpPr>
                <p:cNvPr id="57" name="组合 56"/>
                <p:cNvGrpSpPr/>
                <p:nvPr/>
              </p:nvGrpSpPr>
              <p:grpSpPr>
                <a:xfrm flipH="1">
                  <a:off x="5484776" y="3491627"/>
                  <a:ext cx="517532" cy="217644"/>
                  <a:chOff x="6686551" y="3644028"/>
                  <a:chExt cx="517532" cy="217644"/>
                </a:xfrm>
              </p:grpSpPr>
              <p:sp>
                <p:nvSpPr>
                  <p:cNvPr id="58" name="星形: 五角 57"/>
                  <p:cNvSpPr/>
                  <p:nvPr/>
                </p:nvSpPr>
                <p:spPr>
                  <a:xfrm>
                    <a:off x="6686551" y="3644028"/>
                    <a:ext cx="217644" cy="217644"/>
                  </a:xfrm>
                  <a:prstGeom prst="star5">
                    <a:avLst>
                      <a:gd name="adj" fmla="val 24724"/>
                      <a:gd name="hf" fmla="val 105146"/>
                      <a:gd name="vf" fmla="val 110557"/>
                    </a:avLst>
                  </a:prstGeom>
                  <a:solidFill>
                    <a:srgbClr val="C2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rgbClr val="C20000"/>
                      </a:solidFill>
                    </a:endParaRPr>
                  </a:p>
                </p:txBody>
              </p:sp>
              <p:sp>
                <p:nvSpPr>
                  <p:cNvPr id="59" name="星形: 五角 58"/>
                  <p:cNvSpPr/>
                  <p:nvPr/>
                </p:nvSpPr>
                <p:spPr>
                  <a:xfrm>
                    <a:off x="7035734" y="3668675"/>
                    <a:ext cx="168349" cy="168349"/>
                  </a:xfrm>
                  <a:prstGeom prst="star5">
                    <a:avLst>
                      <a:gd name="adj" fmla="val 24724"/>
                      <a:gd name="hf" fmla="val 105146"/>
                      <a:gd name="vf" fmla="val 110557"/>
                    </a:avLst>
                  </a:prstGeom>
                  <a:solidFill>
                    <a:srgbClr val="C2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rgbClr val="C20000"/>
                      </a:solidFill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697050"/>
            <a:ext cx="12192000" cy="1800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0924156" y="-49492"/>
            <a:ext cx="1145916" cy="898892"/>
          </a:xfrm>
          <a:custGeom>
            <a:avLst/>
            <a:gdLst>
              <a:gd name="connsiteX0" fmla="*/ 430040 w 1018120"/>
              <a:gd name="connsiteY0" fmla="*/ 561975 h 798645"/>
              <a:gd name="connsiteX1" fmla="*/ 430040 w 1018120"/>
              <a:gd name="connsiteY1" fmla="*/ 797714 h 798645"/>
              <a:gd name="connsiteX2" fmla="*/ 756271 w 1018120"/>
              <a:gd name="connsiteY2" fmla="*/ 797714 h 798645"/>
              <a:gd name="connsiteX3" fmla="*/ 756271 w 1018120"/>
              <a:gd name="connsiteY3" fmla="*/ 561975 h 798645"/>
              <a:gd name="connsiteX4" fmla="*/ 0 w 1018120"/>
              <a:gd name="connsiteY4" fmla="*/ 0 h 798645"/>
              <a:gd name="connsiteX5" fmla="*/ 1018120 w 1018120"/>
              <a:gd name="connsiteY5" fmla="*/ 0 h 798645"/>
              <a:gd name="connsiteX6" fmla="*/ 1018120 w 1018120"/>
              <a:gd name="connsiteY6" fmla="*/ 798645 h 798645"/>
              <a:gd name="connsiteX7" fmla="*/ 0 w 1018120"/>
              <a:gd name="connsiteY7" fmla="*/ 798645 h 7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8120" h="798645">
                <a:moveTo>
                  <a:pt x="430040" y="561975"/>
                </a:moveTo>
                <a:lnTo>
                  <a:pt x="430040" y="797714"/>
                </a:lnTo>
                <a:lnTo>
                  <a:pt x="756271" y="797714"/>
                </a:lnTo>
                <a:lnTo>
                  <a:pt x="756271" y="561975"/>
                </a:lnTo>
                <a:close/>
                <a:moveTo>
                  <a:pt x="0" y="0"/>
                </a:moveTo>
                <a:lnTo>
                  <a:pt x="1018120" y="0"/>
                </a:lnTo>
                <a:lnTo>
                  <a:pt x="1018120" y="798645"/>
                </a:lnTo>
                <a:lnTo>
                  <a:pt x="0" y="798645"/>
                </a:lnTo>
                <a:close/>
              </a:path>
            </a:pathLst>
          </a:custGeom>
        </p:spPr>
      </p:pic>
      <p:grpSp>
        <p:nvGrpSpPr>
          <p:cNvPr id="42" name="组合 41"/>
          <p:cNvGrpSpPr/>
          <p:nvPr/>
        </p:nvGrpSpPr>
        <p:grpSpPr>
          <a:xfrm>
            <a:off x="871168" y="1331124"/>
            <a:ext cx="10492649" cy="4884201"/>
            <a:chOff x="883868" y="1331124"/>
            <a:chExt cx="10492649" cy="4884201"/>
          </a:xfrm>
        </p:grpSpPr>
        <p:grpSp>
          <p:nvGrpSpPr>
            <p:cNvPr id="31" name="组合 30"/>
            <p:cNvGrpSpPr/>
            <p:nvPr/>
          </p:nvGrpSpPr>
          <p:grpSpPr>
            <a:xfrm>
              <a:off x="883868" y="1331124"/>
              <a:ext cx="10424264" cy="4884201"/>
              <a:chOff x="777132" y="1459285"/>
              <a:chExt cx="10424264" cy="4884201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2532655" y="1903852"/>
                <a:ext cx="1544045" cy="4000500"/>
                <a:chOff x="2532655" y="1903852"/>
                <a:chExt cx="1544045" cy="4000500"/>
              </a:xfrm>
            </p:grpSpPr>
            <p:grpSp>
              <p:nvGrpSpPr>
                <p:cNvPr id="13" name="组合 12"/>
                <p:cNvGrpSpPr/>
                <p:nvPr/>
              </p:nvGrpSpPr>
              <p:grpSpPr>
                <a:xfrm>
                  <a:off x="3667760" y="1903852"/>
                  <a:ext cx="408940" cy="4000500"/>
                  <a:chOff x="3578860" y="2095500"/>
                  <a:chExt cx="408940" cy="4000500"/>
                </a:xfrm>
              </p:grpSpPr>
              <p:cxnSp>
                <p:nvCxnSpPr>
                  <p:cNvPr id="6" name="直接连接符 5"/>
                  <p:cNvCxnSpPr/>
                  <p:nvPr/>
                </p:nvCxnSpPr>
                <p:spPr>
                  <a:xfrm>
                    <a:off x="3578860" y="2095500"/>
                    <a:ext cx="0" cy="4000500"/>
                  </a:xfrm>
                  <a:prstGeom prst="line">
                    <a:avLst/>
                  </a:prstGeom>
                  <a:ln w="28575" cap="rnd">
                    <a:solidFill>
                      <a:srgbClr val="C20000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直接连接符 10"/>
                  <p:cNvCxnSpPr/>
                  <p:nvPr/>
                </p:nvCxnSpPr>
                <p:spPr>
                  <a:xfrm>
                    <a:off x="3581400" y="2095500"/>
                    <a:ext cx="406400" cy="0"/>
                  </a:xfrm>
                  <a:prstGeom prst="line">
                    <a:avLst/>
                  </a:prstGeom>
                  <a:ln w="28575" cap="rnd">
                    <a:solidFill>
                      <a:srgbClr val="C20000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/>
                  <p:cNvCxnSpPr/>
                  <p:nvPr/>
                </p:nvCxnSpPr>
                <p:spPr>
                  <a:xfrm>
                    <a:off x="3581400" y="3429000"/>
                    <a:ext cx="406400" cy="0"/>
                  </a:xfrm>
                  <a:prstGeom prst="line">
                    <a:avLst/>
                  </a:prstGeom>
                  <a:ln w="28575" cap="rnd">
                    <a:solidFill>
                      <a:srgbClr val="C20000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直接连接符 14"/>
                  <p:cNvCxnSpPr/>
                  <p:nvPr/>
                </p:nvCxnSpPr>
                <p:spPr>
                  <a:xfrm>
                    <a:off x="3581400" y="4762500"/>
                    <a:ext cx="406400" cy="0"/>
                  </a:xfrm>
                  <a:prstGeom prst="line">
                    <a:avLst/>
                  </a:prstGeom>
                  <a:ln w="28575" cap="rnd">
                    <a:solidFill>
                      <a:srgbClr val="C20000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接连接符 15"/>
                  <p:cNvCxnSpPr/>
                  <p:nvPr/>
                </p:nvCxnSpPr>
                <p:spPr>
                  <a:xfrm>
                    <a:off x="3581400" y="6096000"/>
                    <a:ext cx="406400" cy="0"/>
                  </a:xfrm>
                  <a:prstGeom prst="line">
                    <a:avLst/>
                  </a:prstGeom>
                  <a:ln w="28575" cap="rnd">
                    <a:solidFill>
                      <a:srgbClr val="C20000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9" name="直接连接符 18"/>
                <p:cNvCxnSpPr/>
                <p:nvPr/>
              </p:nvCxnSpPr>
              <p:spPr>
                <a:xfrm>
                  <a:off x="2532655" y="3904102"/>
                  <a:ext cx="1137645" cy="0"/>
                </a:xfrm>
                <a:prstGeom prst="line">
                  <a:avLst/>
                </a:prstGeom>
                <a:ln w="28575" cap="rnd">
                  <a:solidFill>
                    <a:srgbClr val="C2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矩形 17"/>
              <p:cNvSpPr/>
              <p:nvPr/>
            </p:nvSpPr>
            <p:spPr>
              <a:xfrm>
                <a:off x="4089399" y="1459285"/>
                <a:ext cx="7111997" cy="900000"/>
              </a:xfrm>
              <a:prstGeom prst="rect">
                <a:avLst/>
              </a:prstGeom>
              <a:noFill/>
              <a:ln w="2857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4089399" y="2787352"/>
                <a:ext cx="7111997" cy="900000"/>
              </a:xfrm>
              <a:prstGeom prst="rect">
                <a:avLst/>
              </a:prstGeom>
              <a:noFill/>
              <a:ln w="2857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4089399" y="4115419"/>
                <a:ext cx="7111997" cy="900000"/>
              </a:xfrm>
              <a:prstGeom prst="rect">
                <a:avLst/>
              </a:prstGeom>
              <a:noFill/>
              <a:ln w="2857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4089399" y="5443486"/>
                <a:ext cx="7111997" cy="900000"/>
              </a:xfrm>
              <a:prstGeom prst="rect">
                <a:avLst/>
              </a:prstGeom>
              <a:noFill/>
              <a:ln w="2857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星形: 五角 3"/>
              <p:cNvSpPr/>
              <p:nvPr/>
            </p:nvSpPr>
            <p:spPr>
              <a:xfrm>
                <a:off x="777132" y="2694526"/>
                <a:ext cx="2119262" cy="2119262"/>
              </a:xfrm>
              <a:prstGeom prst="star5">
                <a:avLst>
                  <a:gd name="adj" fmla="val 22075"/>
                  <a:gd name="hf" fmla="val 105146"/>
                  <a:gd name="vf" fmla="val 110557"/>
                </a:avLst>
              </a:pr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4379950" y="1441578"/>
              <a:ext cx="6858584" cy="6573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请在此输入相关文字内容，或复制已编辑好的文字粘贴至此处，文字言简意赅，模板内全部字体大小颜色均可修改。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4379950" y="2783082"/>
              <a:ext cx="6858584" cy="6573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请在此输入相关文字内容，或复制已编辑好的文字粘贴至此处，文字言简意赅，模板内全部字体大小颜色均可修改。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379950" y="4124586"/>
              <a:ext cx="6858584" cy="6573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请在此输入相关文字内容，或复制已编辑好的文字粘贴至此处，文字言简意赅，模板内全部字体大小颜色均可修改。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4379950" y="5437515"/>
              <a:ext cx="6858584" cy="6573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请在此输入相关文字内容，或复制已编辑好的文字粘贴至此处，文字言简意赅，模板内全部字体大小颜色均可修改。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454121" y="3402258"/>
              <a:ext cx="97445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Noto Sans S Chinese Medium" panose="020B0600000000000000" pitchFamily="34" charset="-122"/>
                  <a:ea typeface="Noto Sans S Chinese Medium" panose="020B0600000000000000" pitchFamily="34" charset="-122"/>
                </a:rPr>
                <a:t>标题</a:t>
              </a:r>
              <a:endParaRPr lang="en-US" altLang="zh-CN" sz="2000" dirty="0">
                <a:solidFill>
                  <a:schemeClr val="bg1"/>
                </a:solidFill>
                <a:latin typeface="Noto Sans S Chinese Medium" panose="020B0600000000000000" pitchFamily="34" charset="-122"/>
                <a:ea typeface="Noto Sans S Chinese Medium" panose="020B0600000000000000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Noto Sans S Chinese Medium" panose="020B0600000000000000" pitchFamily="34" charset="-122"/>
                  <a:ea typeface="Noto Sans S Chinese Medium" panose="020B0600000000000000" pitchFamily="34" charset="-122"/>
                </a:rPr>
                <a:t>内容</a:t>
              </a:r>
              <a:endParaRPr lang="zh-CN" altLang="en-US" sz="2000" dirty="0">
                <a:solidFill>
                  <a:schemeClr val="bg1"/>
                </a:solidFill>
                <a:latin typeface="Noto Sans S Chinese Medium" panose="020B0600000000000000" pitchFamily="34" charset="-122"/>
                <a:ea typeface="Noto Sans S Chinese Medium" panose="020B0600000000000000" pitchFamily="3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1239746" y="1708985"/>
              <a:ext cx="136771" cy="136771"/>
            </a:xfrm>
            <a:prstGeom prst="rect">
              <a:avLst/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11239746" y="3040805"/>
              <a:ext cx="136771" cy="136771"/>
            </a:xfrm>
            <a:prstGeom prst="rect">
              <a:avLst/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11239746" y="4372625"/>
              <a:ext cx="136771" cy="136771"/>
            </a:xfrm>
            <a:prstGeom prst="rect">
              <a:avLst/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11239746" y="5704445"/>
              <a:ext cx="136771" cy="136771"/>
            </a:xfrm>
            <a:prstGeom prst="rect">
              <a:avLst/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255230" y="194194"/>
            <a:ext cx="4115195" cy="453724"/>
            <a:chOff x="255230" y="194194"/>
            <a:chExt cx="4115195" cy="453724"/>
          </a:xfrm>
        </p:grpSpPr>
        <p:sp>
          <p:nvSpPr>
            <p:cNvPr id="50" name="星形: 五角 49"/>
            <p:cNvSpPr/>
            <p:nvPr/>
          </p:nvSpPr>
          <p:spPr>
            <a:xfrm>
              <a:off x="255230" y="194194"/>
              <a:ext cx="411520" cy="411520"/>
            </a:xfrm>
            <a:prstGeom prst="star5">
              <a:avLst>
                <a:gd name="adj" fmla="val 23649"/>
                <a:gd name="hf" fmla="val 105146"/>
                <a:gd name="vf" fmla="val 110557"/>
              </a:avLst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694886" y="247808"/>
              <a:ext cx="3675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C20000"/>
                  </a:solidFill>
                  <a:latin typeface="Noto Sans S Chinese Medium" panose="020B0600000000000000" pitchFamily="34" charset="-122"/>
                  <a:ea typeface="Noto Sans S Chinese Medium" panose="020B0600000000000000" pitchFamily="34" charset="-122"/>
                </a:rPr>
                <a:t>请单机此处输入标题内容</a:t>
              </a:r>
              <a:endParaRPr lang="zh-CN" altLang="en-US" sz="2000" dirty="0">
                <a:solidFill>
                  <a:srgbClr val="C20000"/>
                </a:solidFill>
                <a:latin typeface="Noto Sans S Chinese Medium" panose="020B0600000000000000" pitchFamily="34" charset="-122"/>
                <a:ea typeface="Noto Sans S Chinese Medium" panose="020B0600000000000000" pitchFamily="34" charset="-122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-2588" y="740893"/>
            <a:ext cx="12192000" cy="0"/>
          </a:xfrm>
          <a:prstGeom prst="line">
            <a:avLst/>
          </a:prstGeom>
          <a:ln w="22225">
            <a:solidFill>
              <a:srgbClr val="C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697050"/>
            <a:ext cx="12192000" cy="1800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0924156" y="-49492"/>
            <a:ext cx="1145916" cy="898892"/>
          </a:xfrm>
          <a:custGeom>
            <a:avLst/>
            <a:gdLst>
              <a:gd name="connsiteX0" fmla="*/ 430040 w 1018120"/>
              <a:gd name="connsiteY0" fmla="*/ 561975 h 798645"/>
              <a:gd name="connsiteX1" fmla="*/ 430040 w 1018120"/>
              <a:gd name="connsiteY1" fmla="*/ 797714 h 798645"/>
              <a:gd name="connsiteX2" fmla="*/ 756271 w 1018120"/>
              <a:gd name="connsiteY2" fmla="*/ 797714 h 798645"/>
              <a:gd name="connsiteX3" fmla="*/ 756271 w 1018120"/>
              <a:gd name="connsiteY3" fmla="*/ 561975 h 798645"/>
              <a:gd name="connsiteX4" fmla="*/ 0 w 1018120"/>
              <a:gd name="connsiteY4" fmla="*/ 0 h 798645"/>
              <a:gd name="connsiteX5" fmla="*/ 1018120 w 1018120"/>
              <a:gd name="connsiteY5" fmla="*/ 0 h 798645"/>
              <a:gd name="connsiteX6" fmla="*/ 1018120 w 1018120"/>
              <a:gd name="connsiteY6" fmla="*/ 798645 h 798645"/>
              <a:gd name="connsiteX7" fmla="*/ 0 w 1018120"/>
              <a:gd name="connsiteY7" fmla="*/ 798645 h 7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8120" h="798645">
                <a:moveTo>
                  <a:pt x="430040" y="561975"/>
                </a:moveTo>
                <a:lnTo>
                  <a:pt x="430040" y="797714"/>
                </a:lnTo>
                <a:lnTo>
                  <a:pt x="756271" y="797714"/>
                </a:lnTo>
                <a:lnTo>
                  <a:pt x="756271" y="561975"/>
                </a:lnTo>
                <a:close/>
                <a:moveTo>
                  <a:pt x="0" y="0"/>
                </a:moveTo>
                <a:lnTo>
                  <a:pt x="1018120" y="0"/>
                </a:lnTo>
                <a:lnTo>
                  <a:pt x="1018120" y="798645"/>
                </a:lnTo>
                <a:lnTo>
                  <a:pt x="0" y="798645"/>
                </a:lnTo>
                <a:close/>
              </a:path>
            </a:pathLst>
          </a:custGeom>
        </p:spPr>
      </p:pic>
      <p:grpSp>
        <p:nvGrpSpPr>
          <p:cNvPr id="11" name="组合 10"/>
          <p:cNvGrpSpPr/>
          <p:nvPr/>
        </p:nvGrpSpPr>
        <p:grpSpPr>
          <a:xfrm>
            <a:off x="255230" y="194194"/>
            <a:ext cx="4115195" cy="453724"/>
            <a:chOff x="255230" y="194194"/>
            <a:chExt cx="4115195" cy="453724"/>
          </a:xfrm>
        </p:grpSpPr>
        <p:sp>
          <p:nvSpPr>
            <p:cNvPr id="12" name="星形: 五角 11"/>
            <p:cNvSpPr/>
            <p:nvPr/>
          </p:nvSpPr>
          <p:spPr>
            <a:xfrm>
              <a:off x="255230" y="194194"/>
              <a:ext cx="411520" cy="411520"/>
            </a:xfrm>
            <a:prstGeom prst="star5">
              <a:avLst>
                <a:gd name="adj" fmla="val 23649"/>
                <a:gd name="hf" fmla="val 105146"/>
                <a:gd name="vf" fmla="val 110557"/>
              </a:avLst>
            </a:pr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94886" y="247808"/>
              <a:ext cx="36755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C20000"/>
                  </a:solidFill>
                  <a:latin typeface="Noto Sans S Chinese Medium" panose="020B0600000000000000" pitchFamily="34" charset="-122"/>
                  <a:ea typeface="Noto Sans S Chinese Medium" panose="020B0600000000000000" pitchFamily="34" charset="-122"/>
                </a:rPr>
                <a:t>请单机此处输入标题内容</a:t>
              </a:r>
              <a:endParaRPr lang="zh-CN" altLang="en-US" sz="2000" dirty="0">
                <a:solidFill>
                  <a:srgbClr val="C20000"/>
                </a:solidFill>
                <a:latin typeface="Noto Sans S Chinese Medium" panose="020B0600000000000000" pitchFamily="34" charset="-122"/>
                <a:ea typeface="Noto Sans S Chinese Medium" panose="020B0600000000000000" pitchFamily="34" charset="-122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512960" y="1907736"/>
            <a:ext cx="11153804" cy="3748276"/>
            <a:chOff x="527474" y="1951278"/>
            <a:chExt cx="11153804" cy="3748276"/>
          </a:xfrm>
        </p:grpSpPr>
        <p:grpSp>
          <p:nvGrpSpPr>
            <p:cNvPr id="5" name="组合 4"/>
            <p:cNvGrpSpPr/>
            <p:nvPr/>
          </p:nvGrpSpPr>
          <p:grpSpPr>
            <a:xfrm>
              <a:off x="4274327" y="2209718"/>
              <a:ext cx="3718226" cy="3294769"/>
              <a:chOff x="4274327" y="2209718"/>
              <a:chExt cx="3718226" cy="3294769"/>
            </a:xfrm>
          </p:grpSpPr>
          <p:sp>
            <p:nvSpPr>
              <p:cNvPr id="15" name="Freeform 3"/>
              <p:cNvSpPr/>
              <p:nvPr/>
            </p:nvSpPr>
            <p:spPr>
              <a:xfrm>
                <a:off x="4633281" y="2885149"/>
                <a:ext cx="529415" cy="828658"/>
              </a:xfrm>
              <a:custGeom>
                <a:avLst/>
                <a:gdLst>
                  <a:gd name="connsiteX0" fmla="*/ 357737 w 548331"/>
                  <a:gd name="connsiteY0" fmla="*/ 0 h 858265"/>
                  <a:gd name="connsiteX1" fmla="*/ 548331 w 548331"/>
                  <a:gd name="connsiteY1" fmla="*/ 190594 h 858265"/>
                  <a:gd name="connsiteX2" fmla="*/ 499314 w 548331"/>
                  <a:gd name="connsiteY2" fmla="*/ 248749 h 858265"/>
                  <a:gd name="connsiteX3" fmla="*/ 276391 w 548331"/>
                  <a:gd name="connsiteY3" fmla="*/ 772587 h 858265"/>
                  <a:gd name="connsiteX4" fmla="*/ 264963 w 548331"/>
                  <a:gd name="connsiteY4" fmla="*/ 858265 h 858265"/>
                  <a:gd name="connsiteX5" fmla="*/ 0 w 548331"/>
                  <a:gd name="connsiteY5" fmla="*/ 858265 h 858265"/>
                  <a:gd name="connsiteX6" fmla="*/ 515 w 548331"/>
                  <a:gd name="connsiteY6" fmla="*/ 847392 h 858265"/>
                  <a:gd name="connsiteX7" fmla="*/ 354383 w 548331"/>
                  <a:gd name="connsiteY7" fmla="*/ 3669 h 858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8331" h="858265">
                    <a:moveTo>
                      <a:pt x="357737" y="0"/>
                    </a:moveTo>
                    <a:lnTo>
                      <a:pt x="548331" y="190594"/>
                    </a:lnTo>
                    <a:lnTo>
                      <a:pt x="499314" y="248749"/>
                    </a:lnTo>
                    <a:cubicBezTo>
                      <a:pt x="388652" y="401435"/>
                      <a:pt x="310879" y="579514"/>
                      <a:pt x="276391" y="772587"/>
                    </a:cubicBezTo>
                    <a:lnTo>
                      <a:pt x="264963" y="858265"/>
                    </a:lnTo>
                    <a:lnTo>
                      <a:pt x="0" y="858265"/>
                    </a:lnTo>
                    <a:lnTo>
                      <a:pt x="515" y="847392"/>
                    </a:lnTo>
                    <a:cubicBezTo>
                      <a:pt x="30947" y="527672"/>
                      <a:pt x="158938" y="236396"/>
                      <a:pt x="354383" y="3669"/>
                    </a:cubicBezTo>
                    <a:close/>
                  </a:path>
                </a:pathLst>
              </a:cu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汉仪中圆简" panose="02010609000101010101" pitchFamily="49" charset="-122"/>
                  <a:ea typeface="汉仪中圆简" panose="02010609000101010101" pitchFamily="49" charset="-122"/>
                </a:endParaRPr>
              </a:p>
            </p:txBody>
          </p:sp>
          <p:sp>
            <p:nvSpPr>
              <p:cNvPr id="16" name="Freeform 4"/>
              <p:cNvSpPr/>
              <p:nvPr/>
            </p:nvSpPr>
            <p:spPr>
              <a:xfrm rot="2700000">
                <a:off x="5399212" y="2204857"/>
                <a:ext cx="529415" cy="828658"/>
              </a:xfrm>
              <a:custGeom>
                <a:avLst/>
                <a:gdLst>
                  <a:gd name="connsiteX0" fmla="*/ 357737 w 548331"/>
                  <a:gd name="connsiteY0" fmla="*/ 0 h 858265"/>
                  <a:gd name="connsiteX1" fmla="*/ 548331 w 548331"/>
                  <a:gd name="connsiteY1" fmla="*/ 190594 h 858265"/>
                  <a:gd name="connsiteX2" fmla="*/ 499314 w 548331"/>
                  <a:gd name="connsiteY2" fmla="*/ 248749 h 858265"/>
                  <a:gd name="connsiteX3" fmla="*/ 276391 w 548331"/>
                  <a:gd name="connsiteY3" fmla="*/ 772587 h 858265"/>
                  <a:gd name="connsiteX4" fmla="*/ 264963 w 548331"/>
                  <a:gd name="connsiteY4" fmla="*/ 858265 h 858265"/>
                  <a:gd name="connsiteX5" fmla="*/ 0 w 548331"/>
                  <a:gd name="connsiteY5" fmla="*/ 858265 h 858265"/>
                  <a:gd name="connsiteX6" fmla="*/ 515 w 548331"/>
                  <a:gd name="connsiteY6" fmla="*/ 847392 h 858265"/>
                  <a:gd name="connsiteX7" fmla="*/ 354383 w 548331"/>
                  <a:gd name="connsiteY7" fmla="*/ 3669 h 858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8331" h="858265">
                    <a:moveTo>
                      <a:pt x="357737" y="0"/>
                    </a:moveTo>
                    <a:lnTo>
                      <a:pt x="548331" y="190594"/>
                    </a:lnTo>
                    <a:lnTo>
                      <a:pt x="499314" y="248749"/>
                    </a:lnTo>
                    <a:cubicBezTo>
                      <a:pt x="388652" y="401435"/>
                      <a:pt x="310879" y="579514"/>
                      <a:pt x="276391" y="772587"/>
                    </a:cubicBezTo>
                    <a:lnTo>
                      <a:pt x="264963" y="858265"/>
                    </a:lnTo>
                    <a:lnTo>
                      <a:pt x="0" y="858265"/>
                    </a:lnTo>
                    <a:lnTo>
                      <a:pt x="515" y="847392"/>
                    </a:lnTo>
                    <a:cubicBezTo>
                      <a:pt x="30947" y="527672"/>
                      <a:pt x="158938" y="236396"/>
                      <a:pt x="354383" y="3669"/>
                    </a:cubicBezTo>
                    <a:close/>
                  </a:path>
                </a:pathLst>
              </a:cu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汉仪中圆简" panose="02010609000101010101" pitchFamily="49" charset="-122"/>
                  <a:ea typeface="汉仪中圆简" panose="02010609000101010101" pitchFamily="49" charset="-122"/>
                </a:endParaRPr>
              </a:p>
            </p:txBody>
          </p:sp>
          <p:sp>
            <p:nvSpPr>
              <p:cNvPr id="17" name="Freeform 5"/>
              <p:cNvSpPr/>
              <p:nvPr/>
            </p:nvSpPr>
            <p:spPr>
              <a:xfrm flipH="1">
                <a:off x="7095883" y="2898266"/>
                <a:ext cx="529415" cy="828658"/>
              </a:xfrm>
              <a:custGeom>
                <a:avLst/>
                <a:gdLst>
                  <a:gd name="connsiteX0" fmla="*/ 357737 w 548331"/>
                  <a:gd name="connsiteY0" fmla="*/ 0 h 858265"/>
                  <a:gd name="connsiteX1" fmla="*/ 548331 w 548331"/>
                  <a:gd name="connsiteY1" fmla="*/ 190594 h 858265"/>
                  <a:gd name="connsiteX2" fmla="*/ 499314 w 548331"/>
                  <a:gd name="connsiteY2" fmla="*/ 248749 h 858265"/>
                  <a:gd name="connsiteX3" fmla="*/ 276391 w 548331"/>
                  <a:gd name="connsiteY3" fmla="*/ 772587 h 858265"/>
                  <a:gd name="connsiteX4" fmla="*/ 264963 w 548331"/>
                  <a:gd name="connsiteY4" fmla="*/ 858265 h 858265"/>
                  <a:gd name="connsiteX5" fmla="*/ 0 w 548331"/>
                  <a:gd name="connsiteY5" fmla="*/ 858265 h 858265"/>
                  <a:gd name="connsiteX6" fmla="*/ 515 w 548331"/>
                  <a:gd name="connsiteY6" fmla="*/ 847392 h 858265"/>
                  <a:gd name="connsiteX7" fmla="*/ 354383 w 548331"/>
                  <a:gd name="connsiteY7" fmla="*/ 3669 h 858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8331" h="858265">
                    <a:moveTo>
                      <a:pt x="357737" y="0"/>
                    </a:moveTo>
                    <a:lnTo>
                      <a:pt x="548331" y="190594"/>
                    </a:lnTo>
                    <a:lnTo>
                      <a:pt x="499314" y="248749"/>
                    </a:lnTo>
                    <a:cubicBezTo>
                      <a:pt x="388652" y="401435"/>
                      <a:pt x="310879" y="579514"/>
                      <a:pt x="276391" y="772587"/>
                    </a:cubicBezTo>
                    <a:lnTo>
                      <a:pt x="264963" y="858265"/>
                    </a:lnTo>
                    <a:lnTo>
                      <a:pt x="0" y="858265"/>
                    </a:lnTo>
                    <a:lnTo>
                      <a:pt x="515" y="847392"/>
                    </a:lnTo>
                    <a:cubicBezTo>
                      <a:pt x="30947" y="527672"/>
                      <a:pt x="158938" y="236396"/>
                      <a:pt x="354383" y="3669"/>
                    </a:cubicBezTo>
                    <a:close/>
                  </a:path>
                </a:pathLst>
              </a:cu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汉仪中圆简" panose="02010609000101010101" pitchFamily="49" charset="-122"/>
                  <a:ea typeface="汉仪中圆简" panose="02010609000101010101" pitchFamily="49" charset="-122"/>
                </a:endParaRPr>
              </a:p>
            </p:txBody>
          </p:sp>
          <p:sp>
            <p:nvSpPr>
              <p:cNvPr id="18" name="Freeform 6"/>
              <p:cNvSpPr/>
              <p:nvPr/>
            </p:nvSpPr>
            <p:spPr>
              <a:xfrm rot="18900000" flipH="1">
                <a:off x="6328048" y="2209718"/>
                <a:ext cx="529415" cy="828658"/>
              </a:xfrm>
              <a:custGeom>
                <a:avLst/>
                <a:gdLst>
                  <a:gd name="connsiteX0" fmla="*/ 357737 w 548331"/>
                  <a:gd name="connsiteY0" fmla="*/ 0 h 858265"/>
                  <a:gd name="connsiteX1" fmla="*/ 548331 w 548331"/>
                  <a:gd name="connsiteY1" fmla="*/ 190594 h 858265"/>
                  <a:gd name="connsiteX2" fmla="*/ 499314 w 548331"/>
                  <a:gd name="connsiteY2" fmla="*/ 248749 h 858265"/>
                  <a:gd name="connsiteX3" fmla="*/ 276391 w 548331"/>
                  <a:gd name="connsiteY3" fmla="*/ 772587 h 858265"/>
                  <a:gd name="connsiteX4" fmla="*/ 264963 w 548331"/>
                  <a:gd name="connsiteY4" fmla="*/ 858265 h 858265"/>
                  <a:gd name="connsiteX5" fmla="*/ 0 w 548331"/>
                  <a:gd name="connsiteY5" fmla="*/ 858265 h 858265"/>
                  <a:gd name="connsiteX6" fmla="*/ 515 w 548331"/>
                  <a:gd name="connsiteY6" fmla="*/ 847392 h 858265"/>
                  <a:gd name="connsiteX7" fmla="*/ 354383 w 548331"/>
                  <a:gd name="connsiteY7" fmla="*/ 3669 h 858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8331" h="858265">
                    <a:moveTo>
                      <a:pt x="357737" y="0"/>
                    </a:moveTo>
                    <a:lnTo>
                      <a:pt x="548331" y="190594"/>
                    </a:lnTo>
                    <a:lnTo>
                      <a:pt x="499314" y="248749"/>
                    </a:lnTo>
                    <a:cubicBezTo>
                      <a:pt x="388652" y="401435"/>
                      <a:pt x="310879" y="579514"/>
                      <a:pt x="276391" y="772587"/>
                    </a:cubicBezTo>
                    <a:lnTo>
                      <a:pt x="264963" y="858265"/>
                    </a:lnTo>
                    <a:lnTo>
                      <a:pt x="0" y="858265"/>
                    </a:lnTo>
                    <a:lnTo>
                      <a:pt x="515" y="847392"/>
                    </a:lnTo>
                    <a:cubicBezTo>
                      <a:pt x="30947" y="527672"/>
                      <a:pt x="158938" y="236396"/>
                      <a:pt x="354383" y="3669"/>
                    </a:cubicBezTo>
                    <a:close/>
                  </a:path>
                </a:pathLst>
              </a:cu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汉仪中圆简" panose="02010609000101010101" pitchFamily="49" charset="-122"/>
                  <a:ea typeface="汉仪中圆简" panose="02010609000101010101" pitchFamily="49" charset="-122"/>
                </a:endParaRPr>
              </a:p>
            </p:txBody>
          </p:sp>
          <p:sp>
            <p:nvSpPr>
              <p:cNvPr id="19" name="Freeform 7"/>
              <p:cNvSpPr/>
              <p:nvPr/>
            </p:nvSpPr>
            <p:spPr>
              <a:xfrm flipH="1" flipV="1">
                <a:off x="7089751" y="3990041"/>
                <a:ext cx="529415" cy="828658"/>
              </a:xfrm>
              <a:custGeom>
                <a:avLst/>
                <a:gdLst>
                  <a:gd name="connsiteX0" fmla="*/ 357737 w 548331"/>
                  <a:gd name="connsiteY0" fmla="*/ 0 h 858265"/>
                  <a:gd name="connsiteX1" fmla="*/ 548331 w 548331"/>
                  <a:gd name="connsiteY1" fmla="*/ 190594 h 858265"/>
                  <a:gd name="connsiteX2" fmla="*/ 499314 w 548331"/>
                  <a:gd name="connsiteY2" fmla="*/ 248749 h 858265"/>
                  <a:gd name="connsiteX3" fmla="*/ 276391 w 548331"/>
                  <a:gd name="connsiteY3" fmla="*/ 772587 h 858265"/>
                  <a:gd name="connsiteX4" fmla="*/ 264963 w 548331"/>
                  <a:gd name="connsiteY4" fmla="*/ 858265 h 858265"/>
                  <a:gd name="connsiteX5" fmla="*/ 0 w 548331"/>
                  <a:gd name="connsiteY5" fmla="*/ 858265 h 858265"/>
                  <a:gd name="connsiteX6" fmla="*/ 515 w 548331"/>
                  <a:gd name="connsiteY6" fmla="*/ 847392 h 858265"/>
                  <a:gd name="connsiteX7" fmla="*/ 354383 w 548331"/>
                  <a:gd name="connsiteY7" fmla="*/ 3669 h 858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8331" h="858265">
                    <a:moveTo>
                      <a:pt x="357737" y="0"/>
                    </a:moveTo>
                    <a:lnTo>
                      <a:pt x="548331" y="190594"/>
                    </a:lnTo>
                    <a:lnTo>
                      <a:pt x="499314" y="248749"/>
                    </a:lnTo>
                    <a:cubicBezTo>
                      <a:pt x="388652" y="401435"/>
                      <a:pt x="310879" y="579514"/>
                      <a:pt x="276391" y="772587"/>
                    </a:cubicBezTo>
                    <a:lnTo>
                      <a:pt x="264963" y="858265"/>
                    </a:lnTo>
                    <a:lnTo>
                      <a:pt x="0" y="858265"/>
                    </a:lnTo>
                    <a:lnTo>
                      <a:pt x="515" y="847392"/>
                    </a:lnTo>
                    <a:cubicBezTo>
                      <a:pt x="30947" y="527672"/>
                      <a:pt x="158938" y="236396"/>
                      <a:pt x="354383" y="3669"/>
                    </a:cubicBezTo>
                    <a:close/>
                  </a:path>
                </a:pathLst>
              </a:cu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汉仪中圆简" panose="02010609000101010101" pitchFamily="49" charset="-122"/>
                  <a:ea typeface="汉仪中圆简" panose="02010609000101010101" pitchFamily="49" charset="-122"/>
                </a:endParaRPr>
              </a:p>
            </p:txBody>
          </p:sp>
          <p:sp>
            <p:nvSpPr>
              <p:cNvPr id="20" name="Freeform 8"/>
              <p:cNvSpPr/>
              <p:nvPr/>
            </p:nvSpPr>
            <p:spPr>
              <a:xfrm rot="2700000" flipH="1" flipV="1">
                <a:off x="6338664" y="4694659"/>
                <a:ext cx="529415" cy="828658"/>
              </a:xfrm>
              <a:custGeom>
                <a:avLst/>
                <a:gdLst>
                  <a:gd name="connsiteX0" fmla="*/ 357737 w 548331"/>
                  <a:gd name="connsiteY0" fmla="*/ 0 h 858265"/>
                  <a:gd name="connsiteX1" fmla="*/ 548331 w 548331"/>
                  <a:gd name="connsiteY1" fmla="*/ 190594 h 858265"/>
                  <a:gd name="connsiteX2" fmla="*/ 499314 w 548331"/>
                  <a:gd name="connsiteY2" fmla="*/ 248749 h 858265"/>
                  <a:gd name="connsiteX3" fmla="*/ 276391 w 548331"/>
                  <a:gd name="connsiteY3" fmla="*/ 772587 h 858265"/>
                  <a:gd name="connsiteX4" fmla="*/ 264963 w 548331"/>
                  <a:gd name="connsiteY4" fmla="*/ 858265 h 858265"/>
                  <a:gd name="connsiteX5" fmla="*/ 0 w 548331"/>
                  <a:gd name="connsiteY5" fmla="*/ 858265 h 858265"/>
                  <a:gd name="connsiteX6" fmla="*/ 515 w 548331"/>
                  <a:gd name="connsiteY6" fmla="*/ 847392 h 858265"/>
                  <a:gd name="connsiteX7" fmla="*/ 354383 w 548331"/>
                  <a:gd name="connsiteY7" fmla="*/ 3669 h 858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8331" h="858265">
                    <a:moveTo>
                      <a:pt x="357737" y="0"/>
                    </a:moveTo>
                    <a:lnTo>
                      <a:pt x="548331" y="190594"/>
                    </a:lnTo>
                    <a:lnTo>
                      <a:pt x="499314" y="248749"/>
                    </a:lnTo>
                    <a:cubicBezTo>
                      <a:pt x="388652" y="401435"/>
                      <a:pt x="310879" y="579514"/>
                      <a:pt x="276391" y="772587"/>
                    </a:cubicBezTo>
                    <a:lnTo>
                      <a:pt x="264963" y="858265"/>
                    </a:lnTo>
                    <a:lnTo>
                      <a:pt x="0" y="858265"/>
                    </a:lnTo>
                    <a:lnTo>
                      <a:pt x="515" y="847392"/>
                    </a:lnTo>
                    <a:cubicBezTo>
                      <a:pt x="30947" y="527672"/>
                      <a:pt x="158938" y="236396"/>
                      <a:pt x="354383" y="3669"/>
                    </a:cubicBezTo>
                    <a:close/>
                  </a:path>
                </a:pathLst>
              </a:cu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汉仪中圆简" panose="02010609000101010101" pitchFamily="49" charset="-122"/>
                  <a:ea typeface="汉仪中圆简" panose="02010609000101010101" pitchFamily="49" charset="-122"/>
                </a:endParaRPr>
              </a:p>
            </p:txBody>
          </p:sp>
          <p:sp>
            <p:nvSpPr>
              <p:cNvPr id="21" name="Freeform 9"/>
              <p:cNvSpPr/>
              <p:nvPr/>
            </p:nvSpPr>
            <p:spPr>
              <a:xfrm flipV="1">
                <a:off x="4664177" y="3986647"/>
                <a:ext cx="529415" cy="828658"/>
              </a:xfrm>
              <a:custGeom>
                <a:avLst/>
                <a:gdLst>
                  <a:gd name="connsiteX0" fmla="*/ 357737 w 548331"/>
                  <a:gd name="connsiteY0" fmla="*/ 0 h 858265"/>
                  <a:gd name="connsiteX1" fmla="*/ 548331 w 548331"/>
                  <a:gd name="connsiteY1" fmla="*/ 190594 h 858265"/>
                  <a:gd name="connsiteX2" fmla="*/ 499314 w 548331"/>
                  <a:gd name="connsiteY2" fmla="*/ 248749 h 858265"/>
                  <a:gd name="connsiteX3" fmla="*/ 276391 w 548331"/>
                  <a:gd name="connsiteY3" fmla="*/ 772587 h 858265"/>
                  <a:gd name="connsiteX4" fmla="*/ 264963 w 548331"/>
                  <a:gd name="connsiteY4" fmla="*/ 858265 h 858265"/>
                  <a:gd name="connsiteX5" fmla="*/ 0 w 548331"/>
                  <a:gd name="connsiteY5" fmla="*/ 858265 h 858265"/>
                  <a:gd name="connsiteX6" fmla="*/ 515 w 548331"/>
                  <a:gd name="connsiteY6" fmla="*/ 847392 h 858265"/>
                  <a:gd name="connsiteX7" fmla="*/ 354383 w 548331"/>
                  <a:gd name="connsiteY7" fmla="*/ 3669 h 858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8331" h="858265">
                    <a:moveTo>
                      <a:pt x="357737" y="0"/>
                    </a:moveTo>
                    <a:lnTo>
                      <a:pt x="548331" y="190594"/>
                    </a:lnTo>
                    <a:lnTo>
                      <a:pt x="499314" y="248749"/>
                    </a:lnTo>
                    <a:cubicBezTo>
                      <a:pt x="388652" y="401435"/>
                      <a:pt x="310879" y="579514"/>
                      <a:pt x="276391" y="772587"/>
                    </a:cubicBezTo>
                    <a:lnTo>
                      <a:pt x="264963" y="858265"/>
                    </a:lnTo>
                    <a:lnTo>
                      <a:pt x="0" y="858265"/>
                    </a:lnTo>
                    <a:lnTo>
                      <a:pt x="515" y="847392"/>
                    </a:lnTo>
                    <a:cubicBezTo>
                      <a:pt x="30947" y="527672"/>
                      <a:pt x="158938" y="236396"/>
                      <a:pt x="354383" y="3669"/>
                    </a:cubicBezTo>
                    <a:close/>
                  </a:path>
                </a:pathLst>
              </a:cu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汉仪中圆简" panose="02010609000101010101" pitchFamily="49" charset="-122"/>
                  <a:ea typeface="汉仪中圆简" panose="02010609000101010101" pitchFamily="49" charset="-122"/>
                </a:endParaRPr>
              </a:p>
            </p:txBody>
          </p:sp>
          <p:sp>
            <p:nvSpPr>
              <p:cNvPr id="22" name="Freeform 10"/>
              <p:cNvSpPr/>
              <p:nvPr/>
            </p:nvSpPr>
            <p:spPr>
              <a:xfrm rot="18900000" flipV="1">
                <a:off x="5378672" y="4675829"/>
                <a:ext cx="529415" cy="828658"/>
              </a:xfrm>
              <a:custGeom>
                <a:avLst/>
                <a:gdLst>
                  <a:gd name="connsiteX0" fmla="*/ 357737 w 548331"/>
                  <a:gd name="connsiteY0" fmla="*/ 0 h 858265"/>
                  <a:gd name="connsiteX1" fmla="*/ 548331 w 548331"/>
                  <a:gd name="connsiteY1" fmla="*/ 190594 h 858265"/>
                  <a:gd name="connsiteX2" fmla="*/ 499314 w 548331"/>
                  <a:gd name="connsiteY2" fmla="*/ 248749 h 858265"/>
                  <a:gd name="connsiteX3" fmla="*/ 276391 w 548331"/>
                  <a:gd name="connsiteY3" fmla="*/ 772587 h 858265"/>
                  <a:gd name="connsiteX4" fmla="*/ 264963 w 548331"/>
                  <a:gd name="connsiteY4" fmla="*/ 858265 h 858265"/>
                  <a:gd name="connsiteX5" fmla="*/ 0 w 548331"/>
                  <a:gd name="connsiteY5" fmla="*/ 858265 h 858265"/>
                  <a:gd name="connsiteX6" fmla="*/ 515 w 548331"/>
                  <a:gd name="connsiteY6" fmla="*/ 847392 h 858265"/>
                  <a:gd name="connsiteX7" fmla="*/ 354383 w 548331"/>
                  <a:gd name="connsiteY7" fmla="*/ 3669 h 858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8331" h="858265">
                    <a:moveTo>
                      <a:pt x="357737" y="0"/>
                    </a:moveTo>
                    <a:lnTo>
                      <a:pt x="548331" y="190594"/>
                    </a:lnTo>
                    <a:lnTo>
                      <a:pt x="499314" y="248749"/>
                    </a:lnTo>
                    <a:cubicBezTo>
                      <a:pt x="388652" y="401435"/>
                      <a:pt x="310879" y="579514"/>
                      <a:pt x="276391" y="772587"/>
                    </a:cubicBezTo>
                    <a:lnTo>
                      <a:pt x="264963" y="858265"/>
                    </a:lnTo>
                    <a:lnTo>
                      <a:pt x="0" y="858265"/>
                    </a:lnTo>
                    <a:lnTo>
                      <a:pt x="515" y="847392"/>
                    </a:lnTo>
                    <a:cubicBezTo>
                      <a:pt x="30947" y="527672"/>
                      <a:pt x="158938" y="236396"/>
                      <a:pt x="354383" y="3669"/>
                    </a:cubicBezTo>
                    <a:close/>
                  </a:path>
                </a:pathLst>
              </a:cu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汉仪中圆简" panose="02010609000101010101" pitchFamily="49" charset="-122"/>
                  <a:ea typeface="汉仪中圆简" panose="02010609000101010101" pitchFamily="49" charset="-122"/>
                </a:endParaRPr>
              </a:p>
            </p:txBody>
          </p:sp>
          <p:cxnSp>
            <p:nvCxnSpPr>
              <p:cNvPr id="23" name="Straight Connector 11"/>
              <p:cNvCxnSpPr/>
              <p:nvPr/>
            </p:nvCxnSpPr>
            <p:spPr>
              <a:xfrm flipH="1">
                <a:off x="4298215" y="3984741"/>
                <a:ext cx="618000" cy="0"/>
              </a:xfrm>
              <a:prstGeom prst="line">
                <a:avLst/>
              </a:prstGeom>
              <a:ln w="19050">
                <a:solidFill>
                  <a:srgbClr val="C20000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" name="Group 13"/>
              <p:cNvGrpSpPr/>
              <p:nvPr/>
            </p:nvGrpSpPr>
            <p:grpSpPr>
              <a:xfrm>
                <a:off x="4274327" y="2538293"/>
                <a:ext cx="669024" cy="618000"/>
                <a:chOff x="4228147" y="2074893"/>
                <a:chExt cx="692928" cy="640080"/>
              </a:xfrm>
            </p:grpSpPr>
            <p:cxnSp>
              <p:nvCxnSpPr>
                <p:cNvPr id="57" name="Straight Connector 14"/>
                <p:cNvCxnSpPr/>
                <p:nvPr/>
              </p:nvCxnSpPr>
              <p:spPr>
                <a:xfrm rot="2700000" flipH="1">
                  <a:off x="4601035" y="2394933"/>
                  <a:ext cx="640080" cy="0"/>
                </a:xfrm>
                <a:prstGeom prst="line">
                  <a:avLst/>
                </a:prstGeom>
                <a:ln w="19050" cap="sq">
                  <a:solidFill>
                    <a:srgbClr val="C2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15"/>
                <p:cNvCxnSpPr/>
                <p:nvPr/>
              </p:nvCxnSpPr>
              <p:spPr>
                <a:xfrm flipH="1">
                  <a:off x="4228147" y="2166249"/>
                  <a:ext cx="466625" cy="0"/>
                </a:xfrm>
                <a:prstGeom prst="line">
                  <a:avLst/>
                </a:prstGeom>
                <a:ln w="19050">
                  <a:solidFill>
                    <a:srgbClr val="C20000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oup 16"/>
              <p:cNvGrpSpPr/>
              <p:nvPr/>
            </p:nvGrpSpPr>
            <p:grpSpPr>
              <a:xfrm flipV="1">
                <a:off x="4276626" y="4726913"/>
                <a:ext cx="834570" cy="618000"/>
                <a:chOff x="4056686" y="2074893"/>
                <a:chExt cx="864389" cy="640080"/>
              </a:xfrm>
            </p:grpSpPr>
            <p:cxnSp>
              <p:nvCxnSpPr>
                <p:cNvPr id="55" name="Straight Connector 17"/>
                <p:cNvCxnSpPr/>
                <p:nvPr/>
              </p:nvCxnSpPr>
              <p:spPr>
                <a:xfrm rot="2700000" flipH="1">
                  <a:off x="4601035" y="2394933"/>
                  <a:ext cx="640080" cy="0"/>
                </a:xfrm>
                <a:prstGeom prst="line">
                  <a:avLst/>
                </a:prstGeom>
                <a:ln w="19050" cap="sq">
                  <a:solidFill>
                    <a:srgbClr val="C2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18"/>
                <p:cNvCxnSpPr/>
                <p:nvPr/>
              </p:nvCxnSpPr>
              <p:spPr>
                <a:xfrm flipH="1" flipV="1">
                  <a:off x="4056686" y="2166249"/>
                  <a:ext cx="638087" cy="0"/>
                </a:xfrm>
                <a:prstGeom prst="line">
                  <a:avLst/>
                </a:prstGeom>
                <a:ln w="19050">
                  <a:solidFill>
                    <a:srgbClr val="C20000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oup 20"/>
              <p:cNvGrpSpPr/>
              <p:nvPr/>
            </p:nvGrpSpPr>
            <p:grpSpPr>
              <a:xfrm flipH="1">
                <a:off x="7114981" y="2373631"/>
                <a:ext cx="829599" cy="618000"/>
                <a:chOff x="4061835" y="2074893"/>
                <a:chExt cx="859240" cy="640080"/>
              </a:xfrm>
            </p:grpSpPr>
            <p:cxnSp>
              <p:nvCxnSpPr>
                <p:cNvPr id="53" name="Straight Connector 21"/>
                <p:cNvCxnSpPr/>
                <p:nvPr/>
              </p:nvCxnSpPr>
              <p:spPr>
                <a:xfrm rot="2700000" flipH="1">
                  <a:off x="4601035" y="2394933"/>
                  <a:ext cx="640080" cy="0"/>
                </a:xfrm>
                <a:prstGeom prst="line">
                  <a:avLst/>
                </a:prstGeom>
                <a:ln w="19050" cap="sq">
                  <a:solidFill>
                    <a:srgbClr val="C2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22"/>
                <p:cNvCxnSpPr/>
                <p:nvPr/>
              </p:nvCxnSpPr>
              <p:spPr>
                <a:xfrm flipH="1">
                  <a:off x="4061835" y="2166249"/>
                  <a:ext cx="632937" cy="0"/>
                </a:xfrm>
                <a:prstGeom prst="line">
                  <a:avLst/>
                </a:prstGeom>
                <a:ln w="19050">
                  <a:solidFill>
                    <a:srgbClr val="C20000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Straight Connector 23"/>
              <p:cNvCxnSpPr/>
              <p:nvPr/>
            </p:nvCxnSpPr>
            <p:spPr>
              <a:xfrm rot="5400000" flipV="1">
                <a:off x="7683553" y="3422395"/>
                <a:ext cx="0" cy="618000"/>
              </a:xfrm>
              <a:prstGeom prst="line">
                <a:avLst/>
              </a:prstGeom>
              <a:ln w="19050">
                <a:solidFill>
                  <a:srgbClr val="C20000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" name="Group 24"/>
              <p:cNvGrpSpPr/>
              <p:nvPr/>
            </p:nvGrpSpPr>
            <p:grpSpPr>
              <a:xfrm flipH="1" flipV="1">
                <a:off x="7290459" y="4506305"/>
                <a:ext cx="637130" cy="618000"/>
                <a:chOff x="4057073" y="2074893"/>
                <a:chExt cx="864002" cy="640080"/>
              </a:xfrm>
            </p:grpSpPr>
            <p:cxnSp>
              <p:nvCxnSpPr>
                <p:cNvPr id="51" name="Straight Connector 25"/>
                <p:cNvCxnSpPr/>
                <p:nvPr/>
              </p:nvCxnSpPr>
              <p:spPr>
                <a:xfrm rot="2700000" flipH="1">
                  <a:off x="4601035" y="2394933"/>
                  <a:ext cx="640080" cy="0"/>
                </a:xfrm>
                <a:prstGeom prst="line">
                  <a:avLst/>
                </a:prstGeom>
                <a:ln w="19050" cap="sq">
                  <a:solidFill>
                    <a:srgbClr val="C2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26"/>
                <p:cNvCxnSpPr/>
                <p:nvPr/>
              </p:nvCxnSpPr>
              <p:spPr>
                <a:xfrm flipH="1" flipV="1">
                  <a:off x="4057073" y="2213603"/>
                  <a:ext cx="637699" cy="0"/>
                </a:xfrm>
                <a:prstGeom prst="line">
                  <a:avLst/>
                </a:prstGeom>
                <a:ln w="19050">
                  <a:solidFill>
                    <a:srgbClr val="C20000"/>
                  </a:solidFill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43379" y="3362382"/>
                <a:ext cx="1141560" cy="1204514"/>
              </a:xfrm>
              <a:prstGeom prst="rect">
                <a:avLst/>
              </a:prstGeom>
            </p:spPr>
          </p:pic>
        </p:grpSp>
        <p:grpSp>
          <p:nvGrpSpPr>
            <p:cNvPr id="6" name="组合 5"/>
            <p:cNvGrpSpPr/>
            <p:nvPr/>
          </p:nvGrpSpPr>
          <p:grpSpPr>
            <a:xfrm>
              <a:off x="8183378" y="1951278"/>
              <a:ext cx="3497900" cy="987398"/>
              <a:chOff x="8439150" y="1044068"/>
              <a:chExt cx="3497900" cy="987398"/>
            </a:xfrm>
          </p:grpSpPr>
          <p:sp>
            <p:nvSpPr>
              <p:cNvPr id="70" name="文本框 69"/>
              <p:cNvSpPr txBox="1"/>
              <p:nvPr/>
            </p:nvSpPr>
            <p:spPr>
              <a:xfrm>
                <a:off x="8439150" y="1044068"/>
                <a:ext cx="3164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Noto Sans S Chinese Medium" panose="020B0600000000000000" pitchFamily="34" charset="-122"/>
                    <a:ea typeface="Noto Sans S Chinese Medium" panose="020B0600000000000000" pitchFamily="34" charset="-122"/>
                  </a:rPr>
                  <a:t>单机输入标题内容</a:t>
                </a:r>
                <a:endParaRPr lang="zh-CN" altLang="en-US" dirty="0">
                  <a:latin typeface="Noto Sans S Chinese Medium" panose="020B0600000000000000" pitchFamily="34" charset="-122"/>
                  <a:ea typeface="Noto Sans S Chinese Medium" panose="020B0600000000000000" pitchFamily="34" charset="-122"/>
                </a:endParaRPr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8458200" y="1330890"/>
                <a:ext cx="3478850" cy="7005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请在此输入相关文字内容，或复制已编辑好的文字粘贴至此处，文字言简意赅。</a:t>
                </a:r>
                <a:endParaRPr lang="zh-CN" altLang="en-US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8183378" y="3331717"/>
              <a:ext cx="3497900" cy="987398"/>
              <a:chOff x="8439150" y="1044068"/>
              <a:chExt cx="3497900" cy="987398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8439150" y="1044068"/>
                <a:ext cx="3164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Noto Sans S Chinese Medium" panose="020B0600000000000000" pitchFamily="34" charset="-122"/>
                    <a:ea typeface="Noto Sans S Chinese Medium" panose="020B0600000000000000" pitchFamily="34" charset="-122"/>
                  </a:rPr>
                  <a:t>单机输入标题内容</a:t>
                </a:r>
                <a:endParaRPr lang="zh-CN" altLang="en-US" dirty="0">
                  <a:latin typeface="Noto Sans S Chinese Medium" panose="020B0600000000000000" pitchFamily="34" charset="-122"/>
                  <a:ea typeface="Noto Sans S Chinese Medium" panose="020B0600000000000000" pitchFamily="34" charset="-122"/>
                </a:endParaRPr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8458200" y="1330890"/>
                <a:ext cx="3478850" cy="7005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请在此输入相关文字内容，或复制已编辑好的文字粘贴至此处，文字言简意赅。</a:t>
                </a:r>
                <a:endParaRPr lang="zh-CN" altLang="en-US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8183378" y="4712156"/>
              <a:ext cx="3497900" cy="987398"/>
              <a:chOff x="8439150" y="1044068"/>
              <a:chExt cx="3497900" cy="987398"/>
            </a:xfrm>
          </p:grpSpPr>
          <p:sp>
            <p:nvSpPr>
              <p:cNvPr id="76" name="文本框 75"/>
              <p:cNvSpPr txBox="1"/>
              <p:nvPr/>
            </p:nvSpPr>
            <p:spPr>
              <a:xfrm>
                <a:off x="8439150" y="1044068"/>
                <a:ext cx="3164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Noto Sans S Chinese Medium" panose="020B0600000000000000" pitchFamily="34" charset="-122"/>
                    <a:ea typeface="Noto Sans S Chinese Medium" panose="020B0600000000000000" pitchFamily="34" charset="-122"/>
                  </a:rPr>
                  <a:t>单机输入标题内容</a:t>
                </a:r>
                <a:endParaRPr lang="zh-CN" altLang="en-US" dirty="0">
                  <a:latin typeface="Noto Sans S Chinese Medium" panose="020B0600000000000000" pitchFamily="34" charset="-122"/>
                  <a:ea typeface="Noto Sans S Chinese Medium" panose="020B0600000000000000" pitchFamily="34" charset="-122"/>
                </a:endParaRPr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8458200" y="1330890"/>
                <a:ext cx="3478850" cy="7005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请在此输入相关文字内容，或复制已编辑好的文字粘贴至此处，文字言简意赅。</a:t>
                </a:r>
                <a:endParaRPr lang="zh-CN" altLang="en-US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92" name="组合 91"/>
            <p:cNvGrpSpPr/>
            <p:nvPr/>
          </p:nvGrpSpPr>
          <p:grpSpPr>
            <a:xfrm>
              <a:off x="527474" y="1951278"/>
              <a:ext cx="3478850" cy="987398"/>
              <a:chOff x="527474" y="1951278"/>
              <a:chExt cx="3478850" cy="987398"/>
            </a:xfrm>
          </p:grpSpPr>
          <p:sp>
            <p:nvSpPr>
              <p:cNvPr id="79" name="文本框 78"/>
              <p:cNvSpPr txBox="1"/>
              <p:nvPr/>
            </p:nvSpPr>
            <p:spPr>
              <a:xfrm>
                <a:off x="842208" y="1951278"/>
                <a:ext cx="3164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dirty="0">
                    <a:latin typeface="Noto Sans S Chinese Medium" panose="020B0600000000000000" pitchFamily="34" charset="-122"/>
                    <a:ea typeface="Noto Sans S Chinese Medium" panose="020B0600000000000000" pitchFamily="34" charset="-122"/>
                  </a:rPr>
                  <a:t>单机输入标题内容</a:t>
                </a:r>
                <a:endParaRPr lang="zh-CN" altLang="en-US" dirty="0">
                  <a:latin typeface="Noto Sans S Chinese Medium" panose="020B0600000000000000" pitchFamily="34" charset="-122"/>
                  <a:ea typeface="Noto Sans S Chinese Medium" panose="020B0600000000000000" pitchFamily="34" charset="-122"/>
                </a:endParaRPr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527474" y="2238100"/>
                <a:ext cx="3478850" cy="7005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zh-CN" altLang="en-US" sz="14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请在此输入相关文字内容，或复制已编辑好的文字粘贴至此处，文字言简意赅</a:t>
                </a:r>
                <a:endParaRPr lang="zh-CN" altLang="en-US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91" name="组合 90"/>
            <p:cNvGrpSpPr/>
            <p:nvPr/>
          </p:nvGrpSpPr>
          <p:grpSpPr>
            <a:xfrm>
              <a:off x="527474" y="3331717"/>
              <a:ext cx="3478850" cy="987398"/>
              <a:chOff x="527474" y="3266403"/>
              <a:chExt cx="3478850" cy="987398"/>
            </a:xfrm>
          </p:grpSpPr>
          <p:sp>
            <p:nvSpPr>
              <p:cNvPr id="82" name="文本框 81"/>
              <p:cNvSpPr txBox="1"/>
              <p:nvPr/>
            </p:nvSpPr>
            <p:spPr>
              <a:xfrm>
                <a:off x="842208" y="3266403"/>
                <a:ext cx="3164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dirty="0">
                    <a:latin typeface="Noto Sans S Chinese Medium" panose="020B0600000000000000" pitchFamily="34" charset="-122"/>
                    <a:ea typeface="Noto Sans S Chinese Medium" panose="020B0600000000000000" pitchFamily="34" charset="-122"/>
                  </a:rPr>
                  <a:t>单机输入标题内容</a:t>
                </a:r>
                <a:endParaRPr lang="zh-CN" altLang="en-US" dirty="0">
                  <a:latin typeface="Noto Sans S Chinese Medium" panose="020B0600000000000000" pitchFamily="34" charset="-122"/>
                  <a:ea typeface="Noto Sans S Chinese Medium" panose="020B0600000000000000" pitchFamily="34" charset="-122"/>
                </a:endParaRPr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527474" y="3553225"/>
                <a:ext cx="3478850" cy="7005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zh-CN" altLang="en-US" sz="14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请在此输入相关文字内容，或复制已编辑好的文字粘贴至此处，文字言简意赅</a:t>
                </a:r>
                <a:endParaRPr lang="zh-CN" altLang="en-US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527474" y="4712156"/>
              <a:ext cx="3478850" cy="987398"/>
              <a:chOff x="527474" y="4581528"/>
              <a:chExt cx="3478850" cy="987398"/>
            </a:xfrm>
          </p:grpSpPr>
          <p:sp>
            <p:nvSpPr>
              <p:cNvPr id="85" name="文本框 84"/>
              <p:cNvSpPr txBox="1"/>
              <p:nvPr/>
            </p:nvSpPr>
            <p:spPr>
              <a:xfrm>
                <a:off x="842208" y="4581528"/>
                <a:ext cx="3164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dirty="0">
                    <a:latin typeface="Noto Sans S Chinese Medium" panose="020B0600000000000000" pitchFamily="34" charset="-122"/>
                    <a:ea typeface="Noto Sans S Chinese Medium" panose="020B0600000000000000" pitchFamily="34" charset="-122"/>
                  </a:rPr>
                  <a:t>单机输入标题内容</a:t>
                </a:r>
                <a:endParaRPr lang="zh-CN" altLang="en-US" dirty="0">
                  <a:latin typeface="Noto Sans S Chinese Medium" panose="020B0600000000000000" pitchFamily="34" charset="-122"/>
                  <a:ea typeface="Noto Sans S Chinese Medium" panose="020B0600000000000000" pitchFamily="34" charset="-122"/>
                </a:endParaRPr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527474" y="4868350"/>
                <a:ext cx="3478850" cy="7005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zh-CN" altLang="en-US" sz="14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请在此输入相关文字内容，或复制已编辑好的文字粘贴至此处，文字言简意赅</a:t>
                </a:r>
                <a:endParaRPr lang="zh-CN" altLang="en-US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</p:grpSp>
      <p:cxnSp>
        <p:nvCxnSpPr>
          <p:cNvPr id="59" name="直接连接符 58"/>
          <p:cNvCxnSpPr/>
          <p:nvPr/>
        </p:nvCxnSpPr>
        <p:spPr>
          <a:xfrm>
            <a:off x="-2588" y="740893"/>
            <a:ext cx="12192000" cy="0"/>
          </a:xfrm>
          <a:prstGeom prst="line">
            <a:avLst/>
          </a:prstGeom>
          <a:ln w="22225">
            <a:solidFill>
              <a:srgbClr val="C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91050" y="3448050"/>
            <a:ext cx="11844000" cy="3193339"/>
            <a:chOff x="0" y="3594120"/>
            <a:chExt cx="12192000" cy="326388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b="8215"/>
            <a:stretch>
              <a:fillRect/>
            </a:stretch>
          </p:blipFill>
          <p:spPr>
            <a:xfrm>
              <a:off x="4308449" y="5559795"/>
              <a:ext cx="7883551" cy="1298205"/>
            </a:xfrm>
            <a:custGeom>
              <a:avLst/>
              <a:gdLst>
                <a:gd name="connsiteX0" fmla="*/ 0 w 7883551"/>
                <a:gd name="connsiteY0" fmla="*/ 0 h 1298205"/>
                <a:gd name="connsiteX1" fmla="*/ 7883551 w 7883551"/>
                <a:gd name="connsiteY1" fmla="*/ 0 h 1298205"/>
                <a:gd name="connsiteX2" fmla="*/ 7883551 w 7883551"/>
                <a:gd name="connsiteY2" fmla="*/ 1298205 h 1298205"/>
                <a:gd name="connsiteX3" fmla="*/ 0 w 7883551"/>
                <a:gd name="connsiteY3" fmla="*/ 1298205 h 129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3551" h="1298205">
                  <a:moveTo>
                    <a:pt x="0" y="0"/>
                  </a:moveTo>
                  <a:lnTo>
                    <a:pt x="7883551" y="0"/>
                  </a:lnTo>
                  <a:lnTo>
                    <a:pt x="7883551" y="1298205"/>
                  </a:lnTo>
                  <a:lnTo>
                    <a:pt x="0" y="1298205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rcRect l="12402" b="3884"/>
            <a:stretch>
              <a:fillRect/>
            </a:stretch>
          </p:blipFill>
          <p:spPr>
            <a:xfrm>
              <a:off x="0" y="3594120"/>
              <a:ext cx="4528676" cy="3263880"/>
            </a:xfrm>
            <a:custGeom>
              <a:avLst/>
              <a:gdLst>
                <a:gd name="connsiteX0" fmla="*/ 0 w 4528676"/>
                <a:gd name="connsiteY0" fmla="*/ 0 h 3263880"/>
                <a:gd name="connsiteX1" fmla="*/ 4528676 w 4528676"/>
                <a:gd name="connsiteY1" fmla="*/ 0 h 3263880"/>
                <a:gd name="connsiteX2" fmla="*/ 4528676 w 4528676"/>
                <a:gd name="connsiteY2" fmla="*/ 3263880 h 3263880"/>
                <a:gd name="connsiteX3" fmla="*/ 0 w 4528676"/>
                <a:gd name="connsiteY3" fmla="*/ 3263880 h 326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28676" h="3263880">
                  <a:moveTo>
                    <a:pt x="0" y="0"/>
                  </a:moveTo>
                  <a:lnTo>
                    <a:pt x="4528676" y="0"/>
                  </a:lnTo>
                  <a:lnTo>
                    <a:pt x="4528676" y="3263880"/>
                  </a:lnTo>
                  <a:lnTo>
                    <a:pt x="0" y="3263880"/>
                  </a:lnTo>
                  <a:close/>
                </a:path>
              </a:pathLst>
            </a:custGeom>
          </p:spPr>
        </p:pic>
      </p:grpSp>
      <p:sp>
        <p:nvSpPr>
          <p:cNvPr id="36" name="矩形 35"/>
          <p:cNvSpPr/>
          <p:nvPr/>
        </p:nvSpPr>
        <p:spPr>
          <a:xfrm>
            <a:off x="176000" y="182334"/>
            <a:ext cx="11844000" cy="6493395"/>
          </a:xfrm>
          <a:prstGeom prst="rect">
            <a:avLst/>
          </a:prstGeom>
          <a:noFill/>
          <a:ln w="25400">
            <a:solidFill>
              <a:srgbClr val="C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组合 59"/>
          <p:cNvGrpSpPr/>
          <p:nvPr/>
        </p:nvGrpSpPr>
        <p:grpSpPr>
          <a:xfrm>
            <a:off x="2447153" y="1813593"/>
            <a:ext cx="7297694" cy="2596053"/>
            <a:chOff x="2432960" y="1501939"/>
            <a:chExt cx="7297694" cy="2596053"/>
          </a:xfrm>
        </p:grpSpPr>
        <p:grpSp>
          <p:nvGrpSpPr>
            <p:cNvPr id="47" name="组合 46"/>
            <p:cNvGrpSpPr/>
            <p:nvPr/>
          </p:nvGrpSpPr>
          <p:grpSpPr>
            <a:xfrm>
              <a:off x="4207199" y="1501939"/>
              <a:ext cx="3790302" cy="653143"/>
              <a:chOff x="4207199" y="1952106"/>
              <a:chExt cx="3790302" cy="653143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4207199" y="1952106"/>
                <a:ext cx="1031552" cy="653143"/>
              </a:xfrm>
              <a:prstGeom prst="rect">
                <a:avLst/>
              </a:prstGeom>
              <a:solidFill>
                <a:srgbClr val="C20000"/>
              </a:solidFill>
              <a:ln w="2222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5238750" y="1952106"/>
                <a:ext cx="1727199" cy="653143"/>
              </a:xfrm>
              <a:prstGeom prst="rect">
                <a:avLst/>
              </a:prstGeom>
              <a:noFill/>
              <a:ln w="2222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965949" y="1952106"/>
                <a:ext cx="1031552" cy="653143"/>
              </a:xfrm>
              <a:prstGeom prst="rect">
                <a:avLst/>
              </a:prstGeom>
              <a:solidFill>
                <a:srgbClr val="C20000"/>
              </a:solidFill>
              <a:ln w="22225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4363298" y="2167749"/>
                <a:ext cx="719353" cy="221856"/>
                <a:chOff x="4419385" y="2171700"/>
                <a:chExt cx="764381" cy="235743"/>
              </a:xfrm>
              <a:solidFill>
                <a:schemeClr val="bg1"/>
              </a:solidFill>
            </p:grpSpPr>
            <p:sp>
              <p:nvSpPr>
                <p:cNvPr id="4" name="星形: 五角 3"/>
                <p:cNvSpPr/>
                <p:nvPr/>
              </p:nvSpPr>
              <p:spPr>
                <a:xfrm>
                  <a:off x="4419385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星形: 五角 38"/>
                <p:cNvSpPr/>
                <p:nvPr/>
              </p:nvSpPr>
              <p:spPr>
                <a:xfrm>
                  <a:off x="4683704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星形: 五角 39"/>
                <p:cNvSpPr/>
                <p:nvPr/>
              </p:nvSpPr>
              <p:spPr>
                <a:xfrm>
                  <a:off x="4948023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7122048" y="2167749"/>
                <a:ext cx="719353" cy="221856"/>
                <a:chOff x="4419385" y="2171700"/>
                <a:chExt cx="764381" cy="235743"/>
              </a:xfrm>
              <a:solidFill>
                <a:schemeClr val="bg1"/>
              </a:solidFill>
            </p:grpSpPr>
            <p:sp>
              <p:nvSpPr>
                <p:cNvPr id="43" name="星形: 五角 42"/>
                <p:cNvSpPr/>
                <p:nvPr/>
              </p:nvSpPr>
              <p:spPr>
                <a:xfrm>
                  <a:off x="4419385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星形: 五角 43"/>
                <p:cNvSpPr/>
                <p:nvPr/>
              </p:nvSpPr>
              <p:spPr>
                <a:xfrm>
                  <a:off x="4683704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星形: 五角 44"/>
                <p:cNvSpPr/>
                <p:nvPr/>
              </p:nvSpPr>
              <p:spPr>
                <a:xfrm>
                  <a:off x="4948023" y="2171700"/>
                  <a:ext cx="235743" cy="235743"/>
                </a:xfrm>
                <a:prstGeom prst="star5">
                  <a:avLst>
                    <a:gd name="adj" fmla="val 23780"/>
                    <a:gd name="hf" fmla="val 105146"/>
                    <a:gd name="vf" fmla="val 11055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6" name="文本框 45"/>
              <p:cNvSpPr txBox="1"/>
              <p:nvPr/>
            </p:nvSpPr>
            <p:spPr>
              <a:xfrm>
                <a:off x="5280514" y="2056861"/>
                <a:ext cx="163107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500" b="1" dirty="0">
                    <a:solidFill>
                      <a:srgbClr val="C20000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第四部分</a:t>
                </a:r>
                <a:endParaRPr lang="zh-CN" altLang="en-US" sz="2500" b="1" dirty="0">
                  <a:solidFill>
                    <a:srgbClr val="C2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2432960" y="2648095"/>
              <a:ext cx="7297694" cy="86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000" dirty="0">
                  <a:solidFill>
                    <a:srgbClr val="C20000"/>
                  </a:solidFill>
                  <a:latin typeface="Noto Sans S Chinese Bold" panose="020B0800000000000000" pitchFamily="34" charset="-122"/>
                  <a:ea typeface="Noto Sans S Chinese Bold" panose="020B0800000000000000" pitchFamily="34" charset="-122"/>
                </a:rPr>
                <a:t>请单机此处输入标题内容</a:t>
              </a:r>
              <a:endParaRPr lang="zh-CN" altLang="en-US" sz="5000" dirty="0">
                <a:solidFill>
                  <a:srgbClr val="C20000"/>
                </a:solidFill>
                <a:latin typeface="Noto Sans S Chinese Bold" panose="020B0800000000000000" pitchFamily="34" charset="-122"/>
                <a:ea typeface="Noto Sans S Chinese Bold" panose="020B0800000000000000" pitchFamily="34" charset="-122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3906211" y="3735419"/>
              <a:ext cx="4379578" cy="362573"/>
              <a:chOff x="4483510" y="3445323"/>
              <a:chExt cx="3570830" cy="295619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4483510" y="3600450"/>
                <a:ext cx="835250" cy="0"/>
              </a:xfrm>
              <a:prstGeom prst="line">
                <a:avLst/>
              </a:prstGeom>
              <a:ln w="19050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7219090" y="3600450"/>
                <a:ext cx="835250" cy="0"/>
              </a:xfrm>
              <a:prstGeom prst="line">
                <a:avLst/>
              </a:prstGeom>
              <a:ln w="19050">
                <a:solidFill>
                  <a:srgbClr val="C2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组合 52"/>
              <p:cNvGrpSpPr/>
              <p:nvPr/>
            </p:nvGrpSpPr>
            <p:grpSpPr>
              <a:xfrm>
                <a:off x="5484776" y="3445323"/>
                <a:ext cx="1566907" cy="295619"/>
                <a:chOff x="5484776" y="3445323"/>
                <a:chExt cx="1566907" cy="295619"/>
              </a:xfrm>
            </p:grpSpPr>
            <p:sp>
              <p:nvSpPr>
                <p:cNvPr id="54" name="星形: 五角 53"/>
                <p:cNvSpPr/>
                <p:nvPr/>
              </p:nvSpPr>
              <p:spPr>
                <a:xfrm>
                  <a:off x="6120420" y="3445323"/>
                  <a:ext cx="295619" cy="295619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sp>
              <p:nvSpPr>
                <p:cNvPr id="55" name="星形: 五角 54"/>
                <p:cNvSpPr/>
                <p:nvPr/>
              </p:nvSpPr>
              <p:spPr>
                <a:xfrm>
                  <a:off x="6534151" y="3491628"/>
                  <a:ext cx="217644" cy="217644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sp>
              <p:nvSpPr>
                <p:cNvPr id="56" name="星形: 五角 55"/>
                <p:cNvSpPr/>
                <p:nvPr/>
              </p:nvSpPr>
              <p:spPr>
                <a:xfrm>
                  <a:off x="6883334" y="3516275"/>
                  <a:ext cx="168349" cy="168349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grpSp>
              <p:nvGrpSpPr>
                <p:cNvPr id="57" name="组合 56"/>
                <p:cNvGrpSpPr/>
                <p:nvPr/>
              </p:nvGrpSpPr>
              <p:grpSpPr>
                <a:xfrm flipH="1">
                  <a:off x="5484776" y="3491627"/>
                  <a:ext cx="517532" cy="217644"/>
                  <a:chOff x="6686551" y="3644028"/>
                  <a:chExt cx="517532" cy="217644"/>
                </a:xfrm>
              </p:grpSpPr>
              <p:sp>
                <p:nvSpPr>
                  <p:cNvPr id="58" name="星形: 五角 57"/>
                  <p:cNvSpPr/>
                  <p:nvPr/>
                </p:nvSpPr>
                <p:spPr>
                  <a:xfrm>
                    <a:off x="6686551" y="3644028"/>
                    <a:ext cx="217644" cy="217644"/>
                  </a:xfrm>
                  <a:prstGeom prst="star5">
                    <a:avLst>
                      <a:gd name="adj" fmla="val 24724"/>
                      <a:gd name="hf" fmla="val 105146"/>
                      <a:gd name="vf" fmla="val 110557"/>
                    </a:avLst>
                  </a:prstGeom>
                  <a:solidFill>
                    <a:srgbClr val="C2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rgbClr val="C20000"/>
                      </a:solidFill>
                    </a:endParaRPr>
                  </a:p>
                </p:txBody>
              </p:sp>
              <p:sp>
                <p:nvSpPr>
                  <p:cNvPr id="59" name="星形: 五角 58"/>
                  <p:cNvSpPr/>
                  <p:nvPr/>
                </p:nvSpPr>
                <p:spPr>
                  <a:xfrm>
                    <a:off x="7035734" y="3668675"/>
                    <a:ext cx="168349" cy="168349"/>
                  </a:xfrm>
                  <a:prstGeom prst="star5">
                    <a:avLst>
                      <a:gd name="adj" fmla="val 24724"/>
                      <a:gd name="hf" fmla="val 105146"/>
                      <a:gd name="vf" fmla="val 110557"/>
                    </a:avLst>
                  </a:prstGeom>
                  <a:solidFill>
                    <a:srgbClr val="C2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rgbClr val="C20000"/>
                      </a:solidFill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697050"/>
            <a:ext cx="12192000" cy="1800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星形: 五角 9"/>
          <p:cNvSpPr/>
          <p:nvPr/>
        </p:nvSpPr>
        <p:spPr>
          <a:xfrm>
            <a:off x="255230" y="194194"/>
            <a:ext cx="411520" cy="411520"/>
          </a:xfrm>
          <a:prstGeom prst="star5">
            <a:avLst>
              <a:gd name="adj" fmla="val 23649"/>
              <a:gd name="hf" fmla="val 105146"/>
              <a:gd name="vf" fmla="val 110557"/>
            </a:avLst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694886" y="247808"/>
            <a:ext cx="3675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2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请单机此处输入标题内容</a:t>
            </a:r>
            <a:endParaRPr lang="zh-CN" altLang="en-US" sz="2000" dirty="0">
              <a:solidFill>
                <a:srgbClr val="C2000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0924156" y="-49492"/>
            <a:ext cx="1145916" cy="898892"/>
          </a:xfrm>
          <a:custGeom>
            <a:avLst/>
            <a:gdLst>
              <a:gd name="connsiteX0" fmla="*/ 430040 w 1018120"/>
              <a:gd name="connsiteY0" fmla="*/ 561975 h 798645"/>
              <a:gd name="connsiteX1" fmla="*/ 430040 w 1018120"/>
              <a:gd name="connsiteY1" fmla="*/ 797714 h 798645"/>
              <a:gd name="connsiteX2" fmla="*/ 756271 w 1018120"/>
              <a:gd name="connsiteY2" fmla="*/ 797714 h 798645"/>
              <a:gd name="connsiteX3" fmla="*/ 756271 w 1018120"/>
              <a:gd name="connsiteY3" fmla="*/ 561975 h 798645"/>
              <a:gd name="connsiteX4" fmla="*/ 0 w 1018120"/>
              <a:gd name="connsiteY4" fmla="*/ 0 h 798645"/>
              <a:gd name="connsiteX5" fmla="*/ 1018120 w 1018120"/>
              <a:gd name="connsiteY5" fmla="*/ 0 h 798645"/>
              <a:gd name="connsiteX6" fmla="*/ 1018120 w 1018120"/>
              <a:gd name="connsiteY6" fmla="*/ 798645 h 798645"/>
              <a:gd name="connsiteX7" fmla="*/ 0 w 1018120"/>
              <a:gd name="connsiteY7" fmla="*/ 798645 h 7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8120" h="798645">
                <a:moveTo>
                  <a:pt x="430040" y="561975"/>
                </a:moveTo>
                <a:lnTo>
                  <a:pt x="430040" y="797714"/>
                </a:lnTo>
                <a:lnTo>
                  <a:pt x="756271" y="797714"/>
                </a:lnTo>
                <a:lnTo>
                  <a:pt x="756271" y="561975"/>
                </a:lnTo>
                <a:close/>
                <a:moveTo>
                  <a:pt x="0" y="0"/>
                </a:moveTo>
                <a:lnTo>
                  <a:pt x="1018120" y="0"/>
                </a:lnTo>
                <a:lnTo>
                  <a:pt x="1018120" y="798645"/>
                </a:lnTo>
                <a:lnTo>
                  <a:pt x="0" y="798645"/>
                </a:lnTo>
                <a:close/>
              </a:path>
            </a:pathLst>
          </a:custGeom>
        </p:spPr>
      </p:pic>
      <p:sp>
        <p:nvSpPr>
          <p:cNvPr id="31" name="椭圆 30"/>
          <p:cNvSpPr/>
          <p:nvPr/>
        </p:nvSpPr>
        <p:spPr>
          <a:xfrm>
            <a:off x="1116369" y="1348737"/>
            <a:ext cx="1052901" cy="1052901"/>
          </a:xfrm>
          <a:prstGeom prst="ellipse">
            <a:avLst/>
          </a:prstGeom>
          <a:noFill/>
          <a:ln w="19050">
            <a:solidFill>
              <a:srgbClr val="C2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1154468" y="1386836"/>
            <a:ext cx="976702" cy="976702"/>
          </a:xfrm>
          <a:prstGeom prst="ellipse">
            <a:avLst/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直角三角形 11"/>
          <p:cNvSpPr/>
          <p:nvPr/>
        </p:nvSpPr>
        <p:spPr>
          <a:xfrm rot="13500000">
            <a:off x="2325211" y="1733115"/>
            <a:ext cx="284144" cy="284144"/>
          </a:xfrm>
          <a:prstGeom prst="rtTriangle">
            <a:avLst/>
          </a:prstGeom>
          <a:solidFill>
            <a:srgbClr val="C2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2843068" y="1864766"/>
            <a:ext cx="7741768" cy="0"/>
          </a:xfrm>
          <a:prstGeom prst="line">
            <a:avLst/>
          </a:prstGeom>
          <a:ln w="19050">
            <a:solidFill>
              <a:srgbClr val="C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1116369" y="4733080"/>
            <a:ext cx="1052901" cy="1052901"/>
          </a:xfrm>
          <a:prstGeom prst="ellipse">
            <a:avLst/>
          </a:prstGeom>
          <a:noFill/>
          <a:ln w="19050">
            <a:solidFill>
              <a:srgbClr val="C2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154468" y="4771179"/>
            <a:ext cx="976702" cy="976702"/>
          </a:xfrm>
          <a:prstGeom prst="ellipse">
            <a:avLst/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/>
        </p:nvSpPr>
        <p:spPr>
          <a:xfrm rot="13500000">
            <a:off x="2325211" y="5117458"/>
            <a:ext cx="284144" cy="284144"/>
          </a:xfrm>
          <a:prstGeom prst="rtTriangle">
            <a:avLst/>
          </a:prstGeom>
          <a:solidFill>
            <a:srgbClr val="C2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2843068" y="5249109"/>
            <a:ext cx="7741768" cy="0"/>
          </a:xfrm>
          <a:prstGeom prst="line">
            <a:avLst/>
          </a:prstGeom>
          <a:ln w="19050">
            <a:solidFill>
              <a:srgbClr val="C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2122237" y="3055657"/>
            <a:ext cx="1042201" cy="1052901"/>
          </a:xfrm>
          <a:prstGeom prst="ellipse">
            <a:avLst/>
          </a:prstGeom>
          <a:noFill/>
          <a:ln w="19050">
            <a:solidFill>
              <a:srgbClr val="C2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2159949" y="3093756"/>
            <a:ext cx="966776" cy="976702"/>
          </a:xfrm>
          <a:prstGeom prst="ellipse">
            <a:avLst/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直角三角形 19"/>
          <p:cNvSpPr/>
          <p:nvPr/>
        </p:nvSpPr>
        <p:spPr>
          <a:xfrm rot="13500000">
            <a:off x="3317350" y="3441479"/>
            <a:ext cx="284144" cy="281256"/>
          </a:xfrm>
          <a:prstGeom prst="rtTriangle">
            <a:avLst/>
          </a:prstGeom>
          <a:solidFill>
            <a:srgbClr val="C2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3831389" y="3571686"/>
            <a:ext cx="6773111" cy="0"/>
          </a:xfrm>
          <a:prstGeom prst="line">
            <a:avLst/>
          </a:prstGeom>
          <a:ln w="19050">
            <a:solidFill>
              <a:srgbClr val="C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351713" y="1630966"/>
            <a:ext cx="577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胡晓波男神体" panose="02010600030101010101" pitchFamily="2" charset="-122"/>
                <a:ea typeface="胡晓波男神体" panose="02010600030101010101" pitchFamily="2" charset="-122"/>
                <a:cs typeface="胡晓波男神体" panose="02010600030101010101" pitchFamily="2" charset="-122"/>
              </a:rPr>
              <a:t>01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338683" y="3351274"/>
            <a:ext cx="6078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胡晓波男神体" panose="02010600030101010101" pitchFamily="2" charset="-122"/>
                <a:ea typeface="胡晓波男神体" panose="02010600030101010101" pitchFamily="2" charset="-122"/>
                <a:cs typeface="胡晓波男神体" panose="02010600030101010101" pitchFamily="2" charset="-122"/>
              </a:rPr>
              <a:t>02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336484" y="5018276"/>
            <a:ext cx="6078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胡晓波男神体" panose="02010600030101010101" pitchFamily="2" charset="-122"/>
                <a:ea typeface="胡晓波男神体" panose="02010600030101010101" pitchFamily="2" charset="-122"/>
                <a:cs typeface="胡晓波男神体" panose="02010600030101010101" pitchFamily="2" charset="-122"/>
              </a:rPr>
              <a:t>03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62967" y="1442801"/>
            <a:ext cx="7997220" cy="1145887"/>
            <a:chOff x="2762967" y="1442801"/>
            <a:chExt cx="7997220" cy="1145887"/>
          </a:xfrm>
        </p:grpSpPr>
        <p:sp>
          <p:nvSpPr>
            <p:cNvPr id="33" name="文本框 32"/>
            <p:cNvSpPr txBox="1"/>
            <p:nvPr/>
          </p:nvSpPr>
          <p:spPr>
            <a:xfrm>
              <a:off x="2762967" y="1442801"/>
              <a:ext cx="3164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Noto Sans S Chinese Medium" panose="020B0600000000000000" pitchFamily="34" charset="-122"/>
                  <a:ea typeface="Noto Sans S Chinese Medium" panose="020B0600000000000000" pitchFamily="34" charset="-122"/>
                </a:rPr>
                <a:t>单机输入标题内容</a:t>
              </a:r>
              <a:endParaRPr lang="zh-CN" altLang="en-US" dirty="0">
                <a:latin typeface="Noto Sans S Chinese Medium" panose="020B0600000000000000" pitchFamily="34" charset="-122"/>
                <a:ea typeface="Noto Sans S Chinese Medium" panose="020B0600000000000000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762967" y="1888112"/>
              <a:ext cx="7997220" cy="7005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请在此输入相关文字内容，或复制已编辑好的文字粘贴至此处，文字言简意赅，模板内全部字体大小颜色均可修改。</a:t>
              </a:r>
              <a:r>
                <a:rPr lang="en-US" altLang="zh-CN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 </a:t>
              </a:r>
              <a:r>
                <a:rPr lang="zh-CN" altLang="en-US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请在此输入相关文字内容，或复制已编辑好的文字粘贴至此处。</a:t>
              </a:r>
              <a:endPara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736650" y="3124650"/>
            <a:ext cx="7023537" cy="1145887"/>
            <a:chOff x="2762967" y="1442801"/>
            <a:chExt cx="7023537" cy="1145887"/>
          </a:xfrm>
        </p:grpSpPr>
        <p:sp>
          <p:nvSpPr>
            <p:cNvPr id="37" name="文本框 36"/>
            <p:cNvSpPr txBox="1"/>
            <p:nvPr/>
          </p:nvSpPr>
          <p:spPr>
            <a:xfrm>
              <a:off x="2762967" y="1442801"/>
              <a:ext cx="3164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Noto Sans S Chinese Medium" panose="020B0600000000000000" pitchFamily="34" charset="-122"/>
                  <a:ea typeface="Noto Sans S Chinese Medium" panose="020B0600000000000000" pitchFamily="34" charset="-122"/>
                </a:rPr>
                <a:t>单机输入标题内容</a:t>
              </a:r>
              <a:endParaRPr lang="zh-CN" altLang="en-US" dirty="0">
                <a:latin typeface="Noto Sans S Chinese Medium" panose="020B0600000000000000" pitchFamily="34" charset="-122"/>
                <a:ea typeface="Noto Sans S Chinese Medium" panose="020B0600000000000000" pitchFamily="3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2762967" y="1888112"/>
              <a:ext cx="7023537" cy="7005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请在此输入相关文字内容，或复制已编辑好的文字粘贴至此处，文字言简意赅，模板内全部字体大小颜色均可修改。</a:t>
              </a:r>
              <a:r>
                <a:rPr lang="en-US" altLang="zh-CN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 </a:t>
              </a:r>
              <a:r>
                <a:rPr lang="zh-CN" altLang="en-US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请在此输入相关文字内容。</a:t>
              </a:r>
              <a:endPara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762967" y="4825009"/>
            <a:ext cx="7997220" cy="1145887"/>
            <a:chOff x="2762967" y="1442801"/>
            <a:chExt cx="7997220" cy="1145887"/>
          </a:xfrm>
        </p:grpSpPr>
        <p:sp>
          <p:nvSpPr>
            <p:cNvPr id="43" name="文本框 42"/>
            <p:cNvSpPr txBox="1"/>
            <p:nvPr/>
          </p:nvSpPr>
          <p:spPr>
            <a:xfrm>
              <a:off x="2762967" y="1442801"/>
              <a:ext cx="3164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Noto Sans S Chinese Medium" panose="020B0600000000000000" pitchFamily="34" charset="-122"/>
                  <a:ea typeface="Noto Sans S Chinese Medium" panose="020B0600000000000000" pitchFamily="34" charset="-122"/>
                </a:rPr>
                <a:t>单机输入标题内容</a:t>
              </a:r>
              <a:endParaRPr lang="zh-CN" altLang="en-US" dirty="0">
                <a:latin typeface="Noto Sans S Chinese Medium" panose="020B0600000000000000" pitchFamily="34" charset="-122"/>
                <a:ea typeface="Noto Sans S Chinese Medium" panose="020B0600000000000000" pitchFamily="34" charset="-122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2762967" y="1888112"/>
              <a:ext cx="7997220" cy="7005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请在此输入相关文字内容，或复制已编辑好的文字粘贴至此处，文字言简意赅，模板内全部字体大小颜色均可修改。</a:t>
              </a:r>
              <a:r>
                <a:rPr lang="en-US" altLang="zh-CN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 </a:t>
              </a:r>
              <a:r>
                <a:rPr lang="zh-CN" altLang="en-US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请在此输入相关文字内容，或复制已编辑好的文字粘贴至此处。</a:t>
              </a:r>
              <a:endPara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cxnSp>
        <p:nvCxnSpPr>
          <p:cNvPr id="34" name="直接连接符 33"/>
          <p:cNvCxnSpPr/>
          <p:nvPr/>
        </p:nvCxnSpPr>
        <p:spPr>
          <a:xfrm>
            <a:off x="-2588" y="740893"/>
            <a:ext cx="12192000" cy="0"/>
          </a:xfrm>
          <a:prstGeom prst="line">
            <a:avLst/>
          </a:prstGeom>
          <a:ln w="22225">
            <a:solidFill>
              <a:srgbClr val="C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697050"/>
            <a:ext cx="12192000" cy="1800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星形: 五角 9"/>
          <p:cNvSpPr/>
          <p:nvPr/>
        </p:nvSpPr>
        <p:spPr>
          <a:xfrm>
            <a:off x="255230" y="194194"/>
            <a:ext cx="411520" cy="411520"/>
          </a:xfrm>
          <a:prstGeom prst="star5">
            <a:avLst>
              <a:gd name="adj" fmla="val 23649"/>
              <a:gd name="hf" fmla="val 105146"/>
              <a:gd name="vf" fmla="val 110557"/>
            </a:avLst>
          </a:prstGeom>
          <a:solidFill>
            <a:srgbClr val="C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694886" y="247808"/>
            <a:ext cx="3675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2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请单机此处输入标题内容</a:t>
            </a:r>
            <a:endParaRPr lang="zh-CN" altLang="en-US" sz="2000" dirty="0">
              <a:solidFill>
                <a:srgbClr val="C2000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0924156" y="-49492"/>
            <a:ext cx="1145916" cy="898892"/>
          </a:xfrm>
          <a:custGeom>
            <a:avLst/>
            <a:gdLst>
              <a:gd name="connsiteX0" fmla="*/ 430040 w 1018120"/>
              <a:gd name="connsiteY0" fmla="*/ 561975 h 798645"/>
              <a:gd name="connsiteX1" fmla="*/ 430040 w 1018120"/>
              <a:gd name="connsiteY1" fmla="*/ 797714 h 798645"/>
              <a:gd name="connsiteX2" fmla="*/ 756271 w 1018120"/>
              <a:gd name="connsiteY2" fmla="*/ 797714 h 798645"/>
              <a:gd name="connsiteX3" fmla="*/ 756271 w 1018120"/>
              <a:gd name="connsiteY3" fmla="*/ 561975 h 798645"/>
              <a:gd name="connsiteX4" fmla="*/ 0 w 1018120"/>
              <a:gd name="connsiteY4" fmla="*/ 0 h 798645"/>
              <a:gd name="connsiteX5" fmla="*/ 1018120 w 1018120"/>
              <a:gd name="connsiteY5" fmla="*/ 0 h 798645"/>
              <a:gd name="connsiteX6" fmla="*/ 1018120 w 1018120"/>
              <a:gd name="connsiteY6" fmla="*/ 798645 h 798645"/>
              <a:gd name="connsiteX7" fmla="*/ 0 w 1018120"/>
              <a:gd name="connsiteY7" fmla="*/ 798645 h 798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8120" h="798645">
                <a:moveTo>
                  <a:pt x="430040" y="561975"/>
                </a:moveTo>
                <a:lnTo>
                  <a:pt x="430040" y="797714"/>
                </a:lnTo>
                <a:lnTo>
                  <a:pt x="756271" y="797714"/>
                </a:lnTo>
                <a:lnTo>
                  <a:pt x="756271" y="561975"/>
                </a:lnTo>
                <a:close/>
                <a:moveTo>
                  <a:pt x="0" y="0"/>
                </a:moveTo>
                <a:lnTo>
                  <a:pt x="1018120" y="0"/>
                </a:lnTo>
                <a:lnTo>
                  <a:pt x="1018120" y="798645"/>
                </a:lnTo>
                <a:lnTo>
                  <a:pt x="0" y="798645"/>
                </a:lnTo>
                <a:close/>
              </a:path>
            </a:pathLst>
          </a:custGeom>
        </p:spPr>
      </p:pic>
      <p:grpSp>
        <p:nvGrpSpPr>
          <p:cNvPr id="5" name="组合 4"/>
          <p:cNvGrpSpPr/>
          <p:nvPr/>
        </p:nvGrpSpPr>
        <p:grpSpPr>
          <a:xfrm>
            <a:off x="694886" y="2188296"/>
            <a:ext cx="3169858" cy="3169858"/>
            <a:chOff x="694886" y="2466001"/>
            <a:chExt cx="3169858" cy="3169858"/>
          </a:xfrm>
        </p:grpSpPr>
        <p:sp>
          <p:nvSpPr>
            <p:cNvPr id="2" name="椭圆 1"/>
            <p:cNvSpPr/>
            <p:nvPr/>
          </p:nvSpPr>
          <p:spPr>
            <a:xfrm>
              <a:off x="694886" y="2466001"/>
              <a:ext cx="3169858" cy="3169858"/>
            </a:xfrm>
            <a:prstGeom prst="ellipse">
              <a:avLst/>
            </a:prstGeom>
            <a:noFill/>
            <a:ln w="38100">
              <a:solidFill>
                <a:srgbClr val="C2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336844" y="3336981"/>
              <a:ext cx="1885941" cy="1427898"/>
              <a:chOff x="1336844" y="3336981"/>
              <a:chExt cx="1885941" cy="1427898"/>
            </a:xfrm>
          </p:grpSpPr>
          <p:grpSp>
            <p:nvGrpSpPr>
              <p:cNvPr id="11" name="组合 25"/>
              <p:cNvGrpSpPr/>
              <p:nvPr/>
            </p:nvGrpSpPr>
            <p:grpSpPr>
              <a:xfrm>
                <a:off x="1336844" y="3336981"/>
                <a:ext cx="1885941" cy="1427898"/>
                <a:chOff x="-1" y="0"/>
                <a:chExt cx="1651104" cy="1250097"/>
              </a:xfrm>
              <a:solidFill>
                <a:srgbClr val="C20000"/>
              </a:solidFill>
            </p:grpSpPr>
            <p:sp>
              <p:nvSpPr>
                <p:cNvPr id="12" name="Freeform 143"/>
                <p:cNvSpPr/>
                <p:nvPr/>
              </p:nvSpPr>
              <p:spPr>
                <a:xfrm>
                  <a:off x="577763" y="0"/>
                  <a:ext cx="970875" cy="62504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943" y="0"/>
                      </a:moveTo>
                      <a:cubicBezTo>
                        <a:pt x="1941" y="0"/>
                        <a:pt x="1190" y="1265"/>
                        <a:pt x="1190" y="2724"/>
                      </a:cubicBezTo>
                      <a:cubicBezTo>
                        <a:pt x="1190" y="15762"/>
                        <a:pt x="1190" y="15762"/>
                        <a:pt x="1190" y="15762"/>
                      </a:cubicBezTo>
                      <a:cubicBezTo>
                        <a:pt x="0" y="16832"/>
                        <a:pt x="0" y="16832"/>
                        <a:pt x="0" y="16832"/>
                      </a:cubicBezTo>
                      <a:cubicBezTo>
                        <a:pt x="438" y="18000"/>
                        <a:pt x="438" y="18000"/>
                        <a:pt x="438" y="18000"/>
                      </a:cubicBezTo>
                      <a:cubicBezTo>
                        <a:pt x="1190" y="17319"/>
                        <a:pt x="1190" y="17319"/>
                        <a:pt x="1190" y="17319"/>
                      </a:cubicBezTo>
                      <a:cubicBezTo>
                        <a:pt x="1190" y="18876"/>
                        <a:pt x="1190" y="18876"/>
                        <a:pt x="1190" y="18876"/>
                      </a:cubicBezTo>
                      <a:cubicBezTo>
                        <a:pt x="1190" y="20432"/>
                        <a:pt x="1941" y="21600"/>
                        <a:pt x="2943" y="21600"/>
                      </a:cubicBezTo>
                      <a:cubicBezTo>
                        <a:pt x="19847" y="21600"/>
                        <a:pt x="19847" y="21600"/>
                        <a:pt x="19847" y="21600"/>
                      </a:cubicBezTo>
                      <a:cubicBezTo>
                        <a:pt x="20786" y="21600"/>
                        <a:pt x="21600" y="20432"/>
                        <a:pt x="21600" y="18876"/>
                      </a:cubicBezTo>
                      <a:cubicBezTo>
                        <a:pt x="21600" y="2724"/>
                        <a:pt x="21600" y="2724"/>
                        <a:pt x="21600" y="2724"/>
                      </a:cubicBezTo>
                      <a:cubicBezTo>
                        <a:pt x="21600" y="1265"/>
                        <a:pt x="20786" y="0"/>
                        <a:pt x="19847" y="0"/>
                      </a:cubicBezTo>
                      <a:lnTo>
                        <a:pt x="2943" y="0"/>
                      </a:lnTo>
                      <a:close/>
                      <a:moveTo>
                        <a:pt x="20160" y="2724"/>
                      </a:moveTo>
                      <a:cubicBezTo>
                        <a:pt x="20160" y="18876"/>
                        <a:pt x="20160" y="18876"/>
                        <a:pt x="20160" y="18876"/>
                      </a:cubicBezTo>
                      <a:cubicBezTo>
                        <a:pt x="20160" y="19168"/>
                        <a:pt x="19972" y="19362"/>
                        <a:pt x="19847" y="19362"/>
                      </a:cubicBezTo>
                      <a:cubicBezTo>
                        <a:pt x="2943" y="19362"/>
                        <a:pt x="2943" y="19362"/>
                        <a:pt x="2943" y="19362"/>
                      </a:cubicBezTo>
                      <a:cubicBezTo>
                        <a:pt x="2755" y="19362"/>
                        <a:pt x="2630" y="19168"/>
                        <a:pt x="2630" y="18876"/>
                      </a:cubicBezTo>
                      <a:cubicBezTo>
                        <a:pt x="2630" y="16054"/>
                        <a:pt x="2630" y="16054"/>
                        <a:pt x="2630" y="16054"/>
                      </a:cubicBezTo>
                      <a:cubicBezTo>
                        <a:pt x="11082" y="8270"/>
                        <a:pt x="11082" y="8270"/>
                        <a:pt x="11082" y="8270"/>
                      </a:cubicBezTo>
                      <a:cubicBezTo>
                        <a:pt x="10456" y="7200"/>
                        <a:pt x="10456" y="7200"/>
                        <a:pt x="10456" y="7200"/>
                      </a:cubicBezTo>
                      <a:cubicBezTo>
                        <a:pt x="2630" y="14400"/>
                        <a:pt x="2630" y="14400"/>
                        <a:pt x="2630" y="14400"/>
                      </a:cubicBezTo>
                      <a:cubicBezTo>
                        <a:pt x="2630" y="2724"/>
                        <a:pt x="2630" y="2724"/>
                        <a:pt x="2630" y="2724"/>
                      </a:cubicBezTo>
                      <a:cubicBezTo>
                        <a:pt x="2630" y="2530"/>
                        <a:pt x="2755" y="2335"/>
                        <a:pt x="2943" y="2335"/>
                      </a:cubicBezTo>
                      <a:cubicBezTo>
                        <a:pt x="19847" y="2335"/>
                        <a:pt x="19847" y="2335"/>
                        <a:pt x="19847" y="2335"/>
                      </a:cubicBezTo>
                      <a:cubicBezTo>
                        <a:pt x="19972" y="2335"/>
                        <a:pt x="20160" y="2530"/>
                        <a:pt x="20160" y="2724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13" name="Freeform 144"/>
                <p:cNvSpPr/>
                <p:nvPr/>
              </p:nvSpPr>
              <p:spPr>
                <a:xfrm>
                  <a:off x="488104" y="486709"/>
                  <a:ext cx="78669" cy="8966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510" h="21002" extrusionOk="0">
                      <a:moveTo>
                        <a:pt x="19510" y="12493"/>
                      </a:moveTo>
                      <a:cubicBezTo>
                        <a:pt x="19510" y="7911"/>
                        <a:pt x="17419" y="6602"/>
                        <a:pt x="13239" y="7257"/>
                      </a:cubicBezTo>
                      <a:cubicBezTo>
                        <a:pt x="9058" y="7257"/>
                        <a:pt x="9058" y="5293"/>
                        <a:pt x="11845" y="4638"/>
                      </a:cubicBezTo>
                      <a:cubicBezTo>
                        <a:pt x="14632" y="4638"/>
                        <a:pt x="21600" y="-598"/>
                        <a:pt x="16026" y="57"/>
                      </a:cubicBezTo>
                      <a:cubicBezTo>
                        <a:pt x="10452" y="1366"/>
                        <a:pt x="697" y="711"/>
                        <a:pt x="697" y="3984"/>
                      </a:cubicBezTo>
                      <a:cubicBezTo>
                        <a:pt x="0" y="21002"/>
                        <a:pt x="0" y="21002"/>
                        <a:pt x="0" y="21002"/>
                      </a:cubicBezTo>
                      <a:cubicBezTo>
                        <a:pt x="0" y="21002"/>
                        <a:pt x="19510" y="20347"/>
                        <a:pt x="19510" y="1249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14" name="Freeform 145"/>
                <p:cNvSpPr/>
                <p:nvPr/>
              </p:nvSpPr>
              <p:spPr>
                <a:xfrm>
                  <a:off x="-1" y="335908"/>
                  <a:ext cx="482983" cy="8552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362" h="21336" extrusionOk="0">
                      <a:moveTo>
                        <a:pt x="20362" y="4028"/>
                      </a:moveTo>
                      <a:cubicBezTo>
                        <a:pt x="19531" y="4098"/>
                        <a:pt x="18344" y="4169"/>
                        <a:pt x="16920" y="4309"/>
                      </a:cubicBezTo>
                      <a:cubicBezTo>
                        <a:pt x="16683" y="2902"/>
                        <a:pt x="15496" y="-264"/>
                        <a:pt x="12529" y="17"/>
                      </a:cubicBezTo>
                      <a:cubicBezTo>
                        <a:pt x="12529" y="17"/>
                        <a:pt x="12292" y="88"/>
                        <a:pt x="12054" y="158"/>
                      </a:cubicBezTo>
                      <a:cubicBezTo>
                        <a:pt x="12173" y="4591"/>
                        <a:pt x="12173" y="4591"/>
                        <a:pt x="12173" y="4591"/>
                      </a:cubicBezTo>
                      <a:cubicBezTo>
                        <a:pt x="12054" y="4591"/>
                        <a:pt x="12054" y="4591"/>
                        <a:pt x="11936" y="4591"/>
                      </a:cubicBezTo>
                      <a:cubicBezTo>
                        <a:pt x="11105" y="1143"/>
                        <a:pt x="11105" y="1143"/>
                        <a:pt x="11105" y="1143"/>
                      </a:cubicBezTo>
                      <a:cubicBezTo>
                        <a:pt x="11342" y="791"/>
                        <a:pt x="11342" y="791"/>
                        <a:pt x="11342" y="791"/>
                      </a:cubicBezTo>
                      <a:cubicBezTo>
                        <a:pt x="10867" y="369"/>
                        <a:pt x="10867" y="369"/>
                        <a:pt x="10867" y="369"/>
                      </a:cubicBezTo>
                      <a:cubicBezTo>
                        <a:pt x="10037" y="369"/>
                        <a:pt x="10037" y="369"/>
                        <a:pt x="10037" y="369"/>
                      </a:cubicBezTo>
                      <a:cubicBezTo>
                        <a:pt x="9562" y="791"/>
                        <a:pt x="9562" y="791"/>
                        <a:pt x="9562" y="791"/>
                      </a:cubicBezTo>
                      <a:cubicBezTo>
                        <a:pt x="9799" y="1073"/>
                        <a:pt x="9799" y="1073"/>
                        <a:pt x="9799" y="1073"/>
                      </a:cubicBezTo>
                      <a:cubicBezTo>
                        <a:pt x="9918" y="4380"/>
                        <a:pt x="9918" y="4380"/>
                        <a:pt x="9918" y="4380"/>
                      </a:cubicBezTo>
                      <a:cubicBezTo>
                        <a:pt x="10037" y="4731"/>
                        <a:pt x="10037" y="4731"/>
                        <a:pt x="10037" y="4731"/>
                      </a:cubicBezTo>
                      <a:cubicBezTo>
                        <a:pt x="9799" y="4731"/>
                        <a:pt x="9681" y="4731"/>
                        <a:pt x="9443" y="4731"/>
                      </a:cubicBezTo>
                      <a:cubicBezTo>
                        <a:pt x="7070" y="88"/>
                        <a:pt x="7070" y="88"/>
                        <a:pt x="7070" y="88"/>
                      </a:cubicBezTo>
                      <a:cubicBezTo>
                        <a:pt x="6951" y="88"/>
                        <a:pt x="5289" y="17"/>
                        <a:pt x="5171" y="17"/>
                      </a:cubicBezTo>
                      <a:cubicBezTo>
                        <a:pt x="-1238" y="932"/>
                        <a:pt x="-170" y="6983"/>
                        <a:pt x="542" y="7757"/>
                      </a:cubicBezTo>
                      <a:cubicBezTo>
                        <a:pt x="424" y="7898"/>
                        <a:pt x="898" y="7968"/>
                        <a:pt x="1492" y="7968"/>
                      </a:cubicBezTo>
                      <a:cubicBezTo>
                        <a:pt x="1848" y="10149"/>
                        <a:pt x="2085" y="11767"/>
                        <a:pt x="2085" y="11838"/>
                      </a:cubicBezTo>
                      <a:cubicBezTo>
                        <a:pt x="2085" y="11908"/>
                        <a:pt x="2085" y="11908"/>
                        <a:pt x="2085" y="11908"/>
                      </a:cubicBezTo>
                      <a:cubicBezTo>
                        <a:pt x="2322" y="12189"/>
                        <a:pt x="2441" y="13948"/>
                        <a:pt x="3628" y="14159"/>
                      </a:cubicBezTo>
                      <a:cubicBezTo>
                        <a:pt x="5171" y="21336"/>
                        <a:pt x="5171" y="21336"/>
                        <a:pt x="5171" y="21336"/>
                      </a:cubicBezTo>
                      <a:cubicBezTo>
                        <a:pt x="8613" y="21266"/>
                        <a:pt x="8613" y="21266"/>
                        <a:pt x="8613" y="21266"/>
                      </a:cubicBezTo>
                      <a:cubicBezTo>
                        <a:pt x="8494" y="14582"/>
                        <a:pt x="8494" y="14582"/>
                        <a:pt x="8494" y="14582"/>
                      </a:cubicBezTo>
                      <a:cubicBezTo>
                        <a:pt x="8494" y="14582"/>
                        <a:pt x="8494" y="14582"/>
                        <a:pt x="8613" y="14582"/>
                      </a:cubicBezTo>
                      <a:cubicBezTo>
                        <a:pt x="8731" y="14582"/>
                        <a:pt x="8850" y="14582"/>
                        <a:pt x="8969" y="14511"/>
                      </a:cubicBezTo>
                      <a:cubicBezTo>
                        <a:pt x="10393" y="21336"/>
                        <a:pt x="10393" y="21336"/>
                        <a:pt x="10393" y="21336"/>
                      </a:cubicBezTo>
                      <a:cubicBezTo>
                        <a:pt x="13241" y="21336"/>
                        <a:pt x="13241" y="21336"/>
                        <a:pt x="13241" y="21336"/>
                      </a:cubicBezTo>
                      <a:cubicBezTo>
                        <a:pt x="14428" y="12823"/>
                        <a:pt x="14428" y="12823"/>
                        <a:pt x="14428" y="12823"/>
                      </a:cubicBezTo>
                      <a:cubicBezTo>
                        <a:pt x="14665" y="12471"/>
                        <a:pt x="15021" y="12189"/>
                        <a:pt x="15140" y="11908"/>
                      </a:cubicBezTo>
                      <a:cubicBezTo>
                        <a:pt x="15140" y="11838"/>
                        <a:pt x="15140" y="11838"/>
                        <a:pt x="15140" y="11838"/>
                      </a:cubicBezTo>
                      <a:cubicBezTo>
                        <a:pt x="15140" y="11767"/>
                        <a:pt x="15377" y="10712"/>
                        <a:pt x="15615" y="9164"/>
                      </a:cubicBezTo>
                      <a:cubicBezTo>
                        <a:pt x="15615" y="6983"/>
                        <a:pt x="15615" y="6983"/>
                        <a:pt x="15615" y="6983"/>
                      </a:cubicBezTo>
                      <a:cubicBezTo>
                        <a:pt x="15615" y="6983"/>
                        <a:pt x="15615" y="6913"/>
                        <a:pt x="15615" y="6913"/>
                      </a:cubicBezTo>
                      <a:cubicBezTo>
                        <a:pt x="15733" y="8320"/>
                        <a:pt x="15615" y="10079"/>
                        <a:pt x="15971" y="10079"/>
                      </a:cubicBezTo>
                      <a:cubicBezTo>
                        <a:pt x="16446" y="10149"/>
                        <a:pt x="17039" y="10219"/>
                        <a:pt x="16920" y="9516"/>
                      </a:cubicBezTo>
                      <a:cubicBezTo>
                        <a:pt x="16802" y="8953"/>
                        <a:pt x="16802" y="8109"/>
                        <a:pt x="16920" y="7686"/>
                      </a:cubicBezTo>
                      <a:cubicBezTo>
                        <a:pt x="16920" y="7475"/>
                        <a:pt x="17039" y="7124"/>
                        <a:pt x="17039" y="6772"/>
                      </a:cubicBezTo>
                      <a:cubicBezTo>
                        <a:pt x="18344" y="6631"/>
                        <a:pt x="19413" y="6490"/>
                        <a:pt x="20243" y="6350"/>
                      </a:cubicBezTo>
                      <a:cubicBezTo>
                        <a:pt x="20362" y="5646"/>
                        <a:pt x="20243" y="4520"/>
                        <a:pt x="20362" y="4028"/>
                      </a:cubicBezTo>
                      <a:close/>
                      <a:moveTo>
                        <a:pt x="1729" y="8390"/>
                      </a:moveTo>
                      <a:cubicBezTo>
                        <a:pt x="1610" y="8109"/>
                        <a:pt x="1610" y="8109"/>
                        <a:pt x="1610" y="8109"/>
                      </a:cubicBezTo>
                      <a:cubicBezTo>
                        <a:pt x="5289" y="8038"/>
                        <a:pt x="5289" y="8038"/>
                        <a:pt x="5289" y="8038"/>
                      </a:cubicBezTo>
                      <a:lnTo>
                        <a:pt x="1729" y="8390"/>
                      </a:lnTo>
                      <a:close/>
                      <a:moveTo>
                        <a:pt x="8494" y="14582"/>
                      </a:moveTo>
                      <a:cubicBezTo>
                        <a:pt x="8494" y="14511"/>
                        <a:pt x="8494" y="14511"/>
                        <a:pt x="8494" y="14511"/>
                      </a:cubicBezTo>
                      <a:cubicBezTo>
                        <a:pt x="8613" y="14511"/>
                        <a:pt x="8494" y="14582"/>
                        <a:pt x="8494" y="14582"/>
                      </a:cubicBezTo>
                      <a:close/>
                      <a:moveTo>
                        <a:pt x="12292" y="4591"/>
                      </a:moveTo>
                      <a:cubicBezTo>
                        <a:pt x="12292" y="4380"/>
                        <a:pt x="12292" y="4380"/>
                        <a:pt x="12292" y="4380"/>
                      </a:cubicBezTo>
                      <a:cubicBezTo>
                        <a:pt x="15496" y="4450"/>
                        <a:pt x="15496" y="4450"/>
                        <a:pt x="15496" y="4450"/>
                      </a:cubicBezTo>
                      <a:lnTo>
                        <a:pt x="12292" y="4591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15" name="Freeform 146"/>
                <p:cNvSpPr/>
                <p:nvPr/>
              </p:nvSpPr>
              <p:spPr>
                <a:xfrm>
                  <a:off x="84129" y="29373"/>
                  <a:ext cx="242592" cy="311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054" h="19162" extrusionOk="0">
                      <a:moveTo>
                        <a:pt x="20054" y="2919"/>
                      </a:moveTo>
                      <a:cubicBezTo>
                        <a:pt x="20054" y="2919"/>
                        <a:pt x="12157" y="-2438"/>
                        <a:pt x="2170" y="1364"/>
                      </a:cubicBezTo>
                      <a:cubicBezTo>
                        <a:pt x="1473" y="1709"/>
                        <a:pt x="-1546" y="6029"/>
                        <a:pt x="1009" y="7930"/>
                      </a:cubicBezTo>
                      <a:cubicBezTo>
                        <a:pt x="544" y="7930"/>
                        <a:pt x="312" y="8967"/>
                        <a:pt x="312" y="10176"/>
                      </a:cubicBezTo>
                      <a:cubicBezTo>
                        <a:pt x="312" y="11559"/>
                        <a:pt x="777" y="12596"/>
                        <a:pt x="1009" y="12596"/>
                      </a:cubicBezTo>
                      <a:cubicBezTo>
                        <a:pt x="1241" y="12596"/>
                        <a:pt x="1473" y="12423"/>
                        <a:pt x="1706" y="12077"/>
                      </a:cubicBezTo>
                      <a:cubicBezTo>
                        <a:pt x="3099" y="16052"/>
                        <a:pt x="7744" y="19162"/>
                        <a:pt x="10531" y="19162"/>
                      </a:cubicBezTo>
                      <a:cubicBezTo>
                        <a:pt x="13783" y="19162"/>
                        <a:pt x="18196" y="16224"/>
                        <a:pt x="18893" y="11732"/>
                      </a:cubicBezTo>
                      <a:cubicBezTo>
                        <a:pt x="19125" y="12250"/>
                        <a:pt x="20054" y="7757"/>
                        <a:pt x="19589" y="7757"/>
                      </a:cubicBezTo>
                      <a:cubicBezTo>
                        <a:pt x="19357" y="7757"/>
                        <a:pt x="19357" y="7757"/>
                        <a:pt x="19357" y="7757"/>
                      </a:cubicBezTo>
                      <a:cubicBezTo>
                        <a:pt x="19357" y="7239"/>
                        <a:pt x="19357" y="6548"/>
                        <a:pt x="19357" y="5684"/>
                      </a:cubicBezTo>
                      <a:cubicBezTo>
                        <a:pt x="17731" y="6720"/>
                        <a:pt x="14944" y="5511"/>
                        <a:pt x="11925" y="4301"/>
                      </a:cubicBezTo>
                      <a:cubicBezTo>
                        <a:pt x="12157" y="4474"/>
                        <a:pt x="12622" y="4647"/>
                        <a:pt x="12854" y="4820"/>
                      </a:cubicBezTo>
                      <a:cubicBezTo>
                        <a:pt x="17964" y="6720"/>
                        <a:pt x="20054" y="2919"/>
                        <a:pt x="20054" y="2919"/>
                      </a:cubicBezTo>
                      <a:close/>
                      <a:moveTo>
                        <a:pt x="1241" y="7757"/>
                      </a:moveTo>
                      <a:cubicBezTo>
                        <a:pt x="1241" y="7757"/>
                        <a:pt x="1241" y="7757"/>
                        <a:pt x="1241" y="7757"/>
                      </a:cubicBezTo>
                      <a:cubicBezTo>
                        <a:pt x="1241" y="7757"/>
                        <a:pt x="1241" y="7412"/>
                        <a:pt x="1241" y="7239"/>
                      </a:cubicBezTo>
                      <a:cubicBezTo>
                        <a:pt x="1241" y="7412"/>
                        <a:pt x="1241" y="7584"/>
                        <a:pt x="1241" y="7757"/>
                      </a:cubicBezTo>
                      <a:close/>
                      <a:moveTo>
                        <a:pt x="1241" y="7239"/>
                      </a:moveTo>
                      <a:cubicBezTo>
                        <a:pt x="1241" y="6893"/>
                        <a:pt x="1241" y="6720"/>
                        <a:pt x="1241" y="6375"/>
                      </a:cubicBezTo>
                      <a:cubicBezTo>
                        <a:pt x="1241" y="6548"/>
                        <a:pt x="1241" y="6548"/>
                        <a:pt x="1241" y="6720"/>
                      </a:cubicBezTo>
                      <a:cubicBezTo>
                        <a:pt x="1241" y="6893"/>
                        <a:pt x="1241" y="7066"/>
                        <a:pt x="1241" y="7239"/>
                      </a:cubicBezTo>
                      <a:close/>
                      <a:moveTo>
                        <a:pt x="2170" y="3610"/>
                      </a:moveTo>
                      <a:cubicBezTo>
                        <a:pt x="2402" y="3437"/>
                        <a:pt x="2635" y="3264"/>
                        <a:pt x="2867" y="3264"/>
                      </a:cubicBezTo>
                      <a:cubicBezTo>
                        <a:pt x="2635" y="3264"/>
                        <a:pt x="2402" y="3437"/>
                        <a:pt x="2170" y="361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16" name="Freeform 147"/>
                <p:cNvSpPr/>
                <p:nvPr/>
              </p:nvSpPr>
              <p:spPr>
                <a:xfrm>
                  <a:off x="252430" y="1201423"/>
                  <a:ext cx="99856" cy="4867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6509" h="21600" extrusionOk="0">
                      <a:moveTo>
                        <a:pt x="1011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60" y="1271"/>
                        <a:pt x="460" y="1271"/>
                        <a:pt x="460" y="1271"/>
                      </a:cubicBezTo>
                      <a:cubicBezTo>
                        <a:pt x="460" y="1271"/>
                        <a:pt x="0" y="3812"/>
                        <a:pt x="460" y="11435"/>
                      </a:cubicBezTo>
                      <a:cubicBezTo>
                        <a:pt x="919" y="12706"/>
                        <a:pt x="2298" y="12706"/>
                        <a:pt x="2757" y="12706"/>
                      </a:cubicBezTo>
                      <a:cubicBezTo>
                        <a:pt x="3217" y="12706"/>
                        <a:pt x="2757" y="8894"/>
                        <a:pt x="4136" y="11435"/>
                      </a:cubicBezTo>
                      <a:cubicBezTo>
                        <a:pt x="6894" y="17788"/>
                        <a:pt x="9651" y="21600"/>
                        <a:pt x="13787" y="21600"/>
                      </a:cubicBezTo>
                      <a:cubicBezTo>
                        <a:pt x="21600" y="19059"/>
                        <a:pt x="10111" y="0"/>
                        <a:pt x="10111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17" name="Freeform 148"/>
                <p:cNvSpPr/>
                <p:nvPr/>
              </p:nvSpPr>
              <p:spPr>
                <a:xfrm>
                  <a:off x="119223" y="1201423"/>
                  <a:ext cx="113846" cy="462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6551" h="20527" extrusionOk="0">
                      <a:moveTo>
                        <a:pt x="10189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08" y="1271"/>
                        <a:pt x="408" y="1271"/>
                        <a:pt x="408" y="1271"/>
                      </a:cubicBezTo>
                      <a:cubicBezTo>
                        <a:pt x="408" y="1271"/>
                        <a:pt x="0" y="3812"/>
                        <a:pt x="815" y="11435"/>
                      </a:cubicBezTo>
                      <a:cubicBezTo>
                        <a:pt x="815" y="11435"/>
                        <a:pt x="2445" y="11435"/>
                        <a:pt x="2853" y="11435"/>
                      </a:cubicBezTo>
                      <a:cubicBezTo>
                        <a:pt x="3260" y="11435"/>
                        <a:pt x="2853" y="8894"/>
                        <a:pt x="4075" y="11435"/>
                      </a:cubicBezTo>
                      <a:cubicBezTo>
                        <a:pt x="6928" y="16518"/>
                        <a:pt x="9374" y="21600"/>
                        <a:pt x="13857" y="20329"/>
                      </a:cubicBezTo>
                      <a:cubicBezTo>
                        <a:pt x="21600" y="19059"/>
                        <a:pt x="10189" y="0"/>
                        <a:pt x="10189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18" name="Freeform 149"/>
                <p:cNvSpPr/>
                <p:nvPr/>
              </p:nvSpPr>
              <p:spPr>
                <a:xfrm>
                  <a:off x="370267" y="745446"/>
                  <a:ext cx="28180" cy="2305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21600" y="0"/>
                      </a:lnTo>
                      <a:lnTo>
                        <a:pt x="5891" y="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19" name="Freeform 150"/>
                <p:cNvSpPr/>
                <p:nvPr/>
              </p:nvSpPr>
              <p:spPr>
                <a:xfrm>
                  <a:off x="490696" y="756008"/>
                  <a:ext cx="233083" cy="189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62" h="20997" extrusionOk="0">
                      <a:moveTo>
                        <a:pt x="17248" y="20997"/>
                      </a:moveTo>
                      <a:cubicBezTo>
                        <a:pt x="17505" y="19119"/>
                        <a:pt x="18276" y="16614"/>
                        <a:pt x="19305" y="14110"/>
                      </a:cubicBezTo>
                      <a:cubicBezTo>
                        <a:pt x="19305" y="13484"/>
                        <a:pt x="19562" y="12858"/>
                        <a:pt x="20076" y="12545"/>
                      </a:cubicBezTo>
                      <a:cubicBezTo>
                        <a:pt x="20076" y="11919"/>
                        <a:pt x="20333" y="11606"/>
                        <a:pt x="20591" y="11293"/>
                      </a:cubicBezTo>
                      <a:cubicBezTo>
                        <a:pt x="20591" y="11293"/>
                        <a:pt x="20848" y="11293"/>
                        <a:pt x="20848" y="10980"/>
                      </a:cubicBezTo>
                      <a:cubicBezTo>
                        <a:pt x="21105" y="10667"/>
                        <a:pt x="21105" y="10667"/>
                        <a:pt x="21362" y="10354"/>
                      </a:cubicBezTo>
                      <a:cubicBezTo>
                        <a:pt x="21105" y="9414"/>
                        <a:pt x="20848" y="8475"/>
                        <a:pt x="20333" y="7223"/>
                      </a:cubicBezTo>
                      <a:cubicBezTo>
                        <a:pt x="18276" y="1275"/>
                        <a:pt x="13648" y="962"/>
                        <a:pt x="10819" y="1275"/>
                      </a:cubicBezTo>
                      <a:cubicBezTo>
                        <a:pt x="10819" y="1275"/>
                        <a:pt x="10819" y="1275"/>
                        <a:pt x="10819" y="1275"/>
                      </a:cubicBezTo>
                      <a:cubicBezTo>
                        <a:pt x="11333" y="649"/>
                        <a:pt x="12105" y="336"/>
                        <a:pt x="12619" y="23"/>
                      </a:cubicBezTo>
                      <a:cubicBezTo>
                        <a:pt x="12619" y="23"/>
                        <a:pt x="6962" y="-603"/>
                        <a:pt x="3362" y="4719"/>
                      </a:cubicBezTo>
                      <a:cubicBezTo>
                        <a:pt x="3105" y="4719"/>
                        <a:pt x="3105" y="5032"/>
                        <a:pt x="2848" y="5032"/>
                      </a:cubicBezTo>
                      <a:cubicBezTo>
                        <a:pt x="2848" y="5032"/>
                        <a:pt x="3105" y="5032"/>
                        <a:pt x="3105" y="5032"/>
                      </a:cubicBezTo>
                      <a:cubicBezTo>
                        <a:pt x="2591" y="5658"/>
                        <a:pt x="2333" y="6284"/>
                        <a:pt x="2076" y="7223"/>
                      </a:cubicBezTo>
                      <a:cubicBezTo>
                        <a:pt x="-238" y="13171"/>
                        <a:pt x="-238" y="17240"/>
                        <a:pt x="276" y="20997"/>
                      </a:cubicBezTo>
                      <a:cubicBezTo>
                        <a:pt x="276" y="20997"/>
                        <a:pt x="533" y="20997"/>
                        <a:pt x="791" y="20997"/>
                      </a:cubicBezTo>
                      <a:cubicBezTo>
                        <a:pt x="4133" y="20997"/>
                        <a:pt x="4133" y="20997"/>
                        <a:pt x="4133" y="20997"/>
                      </a:cubicBezTo>
                      <a:cubicBezTo>
                        <a:pt x="4133" y="20997"/>
                        <a:pt x="4133" y="20684"/>
                        <a:pt x="4133" y="20684"/>
                      </a:cubicBezTo>
                      <a:cubicBezTo>
                        <a:pt x="4133" y="20684"/>
                        <a:pt x="4133" y="20997"/>
                        <a:pt x="4133" y="20997"/>
                      </a:cubicBezTo>
                      <a:lnTo>
                        <a:pt x="17248" y="20997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20" name="Freeform 151"/>
                <p:cNvSpPr/>
                <p:nvPr/>
              </p:nvSpPr>
              <p:spPr>
                <a:xfrm>
                  <a:off x="846738" y="752795"/>
                  <a:ext cx="212620" cy="1924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8234" extrusionOk="0">
                      <a:moveTo>
                        <a:pt x="19042" y="8634"/>
                      </a:moveTo>
                      <a:cubicBezTo>
                        <a:pt x="19326" y="8367"/>
                        <a:pt x="19895" y="7834"/>
                        <a:pt x="20463" y="7567"/>
                      </a:cubicBezTo>
                      <a:cubicBezTo>
                        <a:pt x="20747" y="7567"/>
                        <a:pt x="20747" y="7301"/>
                        <a:pt x="21032" y="7301"/>
                      </a:cubicBezTo>
                      <a:cubicBezTo>
                        <a:pt x="21316" y="5434"/>
                        <a:pt x="21600" y="3834"/>
                        <a:pt x="21600" y="3834"/>
                      </a:cubicBezTo>
                      <a:cubicBezTo>
                        <a:pt x="21600" y="3834"/>
                        <a:pt x="14495" y="-3366"/>
                        <a:pt x="3411" y="1967"/>
                      </a:cubicBezTo>
                      <a:cubicBezTo>
                        <a:pt x="2558" y="2501"/>
                        <a:pt x="1137" y="3834"/>
                        <a:pt x="0" y="4367"/>
                      </a:cubicBezTo>
                      <a:cubicBezTo>
                        <a:pt x="0" y="4367"/>
                        <a:pt x="284" y="5434"/>
                        <a:pt x="284" y="6767"/>
                      </a:cubicBezTo>
                      <a:cubicBezTo>
                        <a:pt x="3126" y="7301"/>
                        <a:pt x="6253" y="8634"/>
                        <a:pt x="7958" y="12367"/>
                      </a:cubicBezTo>
                      <a:cubicBezTo>
                        <a:pt x="9095" y="14501"/>
                        <a:pt x="9663" y="16367"/>
                        <a:pt x="9947" y="18234"/>
                      </a:cubicBezTo>
                      <a:cubicBezTo>
                        <a:pt x="17337" y="18234"/>
                        <a:pt x="17337" y="18234"/>
                        <a:pt x="17337" y="18234"/>
                      </a:cubicBezTo>
                      <a:cubicBezTo>
                        <a:pt x="17621" y="17167"/>
                        <a:pt x="17905" y="16367"/>
                        <a:pt x="18189" y="15834"/>
                      </a:cubicBezTo>
                      <a:cubicBezTo>
                        <a:pt x="18189" y="15567"/>
                        <a:pt x="18474" y="15567"/>
                        <a:pt x="18474" y="15301"/>
                      </a:cubicBezTo>
                      <a:cubicBezTo>
                        <a:pt x="18189" y="13167"/>
                        <a:pt x="17621" y="11301"/>
                        <a:pt x="17621" y="11301"/>
                      </a:cubicBezTo>
                      <a:cubicBezTo>
                        <a:pt x="17337" y="10234"/>
                        <a:pt x="17905" y="9167"/>
                        <a:pt x="19042" y="8634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21" name="Freeform 152"/>
                <p:cNvSpPr/>
                <p:nvPr/>
              </p:nvSpPr>
              <p:spPr>
                <a:xfrm>
                  <a:off x="457364" y="973434"/>
                  <a:ext cx="222867" cy="1998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27" y="0"/>
                      </a:moveTo>
                      <a:cubicBezTo>
                        <a:pt x="4101" y="0"/>
                        <a:pt x="4101" y="0"/>
                        <a:pt x="4101" y="0"/>
                      </a:cubicBezTo>
                      <a:cubicBezTo>
                        <a:pt x="1914" y="0"/>
                        <a:pt x="0" y="1825"/>
                        <a:pt x="0" y="4259"/>
                      </a:cubicBezTo>
                      <a:cubicBezTo>
                        <a:pt x="0" y="17037"/>
                        <a:pt x="0" y="17037"/>
                        <a:pt x="0" y="17037"/>
                      </a:cubicBezTo>
                      <a:cubicBezTo>
                        <a:pt x="0" y="19470"/>
                        <a:pt x="1914" y="21600"/>
                        <a:pt x="4101" y="21600"/>
                      </a:cubicBezTo>
                      <a:cubicBezTo>
                        <a:pt x="16678" y="21600"/>
                        <a:pt x="16678" y="21600"/>
                        <a:pt x="16678" y="21600"/>
                      </a:cubicBezTo>
                      <a:cubicBezTo>
                        <a:pt x="16678" y="11561"/>
                        <a:pt x="16678" y="11561"/>
                        <a:pt x="16678" y="11561"/>
                      </a:cubicBezTo>
                      <a:cubicBezTo>
                        <a:pt x="16678" y="8214"/>
                        <a:pt x="18866" y="5172"/>
                        <a:pt x="21600" y="4563"/>
                      </a:cubicBezTo>
                      <a:cubicBezTo>
                        <a:pt x="21600" y="3042"/>
                        <a:pt x="21327" y="1521"/>
                        <a:pt x="21327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22" name="Freeform 153"/>
                <p:cNvSpPr/>
                <p:nvPr/>
              </p:nvSpPr>
              <p:spPr>
                <a:xfrm>
                  <a:off x="1220742" y="756008"/>
                  <a:ext cx="202373" cy="189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0997" extrusionOk="0">
                      <a:moveTo>
                        <a:pt x="6900" y="20997"/>
                      </a:moveTo>
                      <a:cubicBezTo>
                        <a:pt x="17100" y="20997"/>
                        <a:pt x="17100" y="20997"/>
                        <a:pt x="17100" y="20997"/>
                      </a:cubicBezTo>
                      <a:cubicBezTo>
                        <a:pt x="17400" y="19119"/>
                        <a:pt x="18000" y="16614"/>
                        <a:pt x="19200" y="14110"/>
                      </a:cubicBezTo>
                      <a:cubicBezTo>
                        <a:pt x="19500" y="13484"/>
                        <a:pt x="19800" y="12858"/>
                        <a:pt x="20100" y="12545"/>
                      </a:cubicBezTo>
                      <a:cubicBezTo>
                        <a:pt x="20100" y="11919"/>
                        <a:pt x="20400" y="11606"/>
                        <a:pt x="20700" y="11293"/>
                      </a:cubicBezTo>
                      <a:cubicBezTo>
                        <a:pt x="21000" y="11293"/>
                        <a:pt x="21000" y="11293"/>
                        <a:pt x="21000" y="10980"/>
                      </a:cubicBezTo>
                      <a:cubicBezTo>
                        <a:pt x="21300" y="10667"/>
                        <a:pt x="21600" y="10667"/>
                        <a:pt x="21600" y="10354"/>
                      </a:cubicBezTo>
                      <a:cubicBezTo>
                        <a:pt x="21300" y="9414"/>
                        <a:pt x="21000" y="8475"/>
                        <a:pt x="20400" y="7223"/>
                      </a:cubicBezTo>
                      <a:cubicBezTo>
                        <a:pt x="18000" y="1275"/>
                        <a:pt x="12900" y="962"/>
                        <a:pt x="9600" y="1275"/>
                      </a:cubicBezTo>
                      <a:cubicBezTo>
                        <a:pt x="9600" y="1275"/>
                        <a:pt x="9300" y="1275"/>
                        <a:pt x="9300" y="1275"/>
                      </a:cubicBezTo>
                      <a:cubicBezTo>
                        <a:pt x="10200" y="649"/>
                        <a:pt x="10800" y="336"/>
                        <a:pt x="11700" y="23"/>
                      </a:cubicBezTo>
                      <a:cubicBezTo>
                        <a:pt x="11700" y="23"/>
                        <a:pt x="4800" y="-603"/>
                        <a:pt x="600" y="4719"/>
                      </a:cubicBezTo>
                      <a:cubicBezTo>
                        <a:pt x="600" y="4719"/>
                        <a:pt x="300" y="5032"/>
                        <a:pt x="0" y="5032"/>
                      </a:cubicBezTo>
                      <a:cubicBezTo>
                        <a:pt x="0" y="5032"/>
                        <a:pt x="300" y="5032"/>
                        <a:pt x="300" y="5032"/>
                      </a:cubicBezTo>
                      <a:cubicBezTo>
                        <a:pt x="300" y="5345"/>
                        <a:pt x="0" y="5345"/>
                        <a:pt x="0" y="5658"/>
                      </a:cubicBezTo>
                      <a:cubicBezTo>
                        <a:pt x="3600" y="7223"/>
                        <a:pt x="5700" y="9414"/>
                        <a:pt x="6000" y="9727"/>
                      </a:cubicBezTo>
                      <a:cubicBezTo>
                        <a:pt x="6600" y="10354"/>
                        <a:pt x="6600" y="10980"/>
                        <a:pt x="6600" y="11919"/>
                      </a:cubicBezTo>
                      <a:cubicBezTo>
                        <a:pt x="6300" y="13797"/>
                        <a:pt x="6000" y="16301"/>
                        <a:pt x="6000" y="18180"/>
                      </a:cubicBezTo>
                      <a:cubicBezTo>
                        <a:pt x="6300" y="18806"/>
                        <a:pt x="6600" y="19745"/>
                        <a:pt x="6900" y="2099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23" name="Freeform 154"/>
                <p:cNvSpPr/>
                <p:nvPr/>
              </p:nvSpPr>
              <p:spPr>
                <a:xfrm>
                  <a:off x="1274537" y="973434"/>
                  <a:ext cx="105031" cy="1998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032" y="0"/>
                      </a:moveTo>
                      <a:cubicBezTo>
                        <a:pt x="2274" y="0"/>
                        <a:pt x="2274" y="0"/>
                        <a:pt x="2274" y="0"/>
                      </a:cubicBezTo>
                      <a:cubicBezTo>
                        <a:pt x="2274" y="2130"/>
                        <a:pt x="1137" y="3651"/>
                        <a:pt x="0" y="4563"/>
                      </a:cubicBezTo>
                      <a:cubicBezTo>
                        <a:pt x="5684" y="5476"/>
                        <a:pt x="9663" y="8214"/>
                        <a:pt x="9663" y="11561"/>
                      </a:cubicBezTo>
                      <a:cubicBezTo>
                        <a:pt x="9663" y="21600"/>
                        <a:pt x="9663" y="21600"/>
                        <a:pt x="9663" y="21600"/>
                      </a:cubicBezTo>
                      <a:cubicBezTo>
                        <a:pt x="11368" y="21600"/>
                        <a:pt x="11368" y="21600"/>
                        <a:pt x="11368" y="21600"/>
                      </a:cubicBezTo>
                      <a:cubicBezTo>
                        <a:pt x="11368" y="11561"/>
                        <a:pt x="11368" y="11561"/>
                        <a:pt x="11368" y="11561"/>
                      </a:cubicBezTo>
                      <a:cubicBezTo>
                        <a:pt x="11368" y="8214"/>
                        <a:pt x="15347" y="5172"/>
                        <a:pt x="21600" y="4563"/>
                      </a:cubicBezTo>
                      <a:cubicBezTo>
                        <a:pt x="21032" y="3042"/>
                        <a:pt x="20463" y="1521"/>
                        <a:pt x="21032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24" name="Freeform 155"/>
                <p:cNvSpPr/>
                <p:nvPr/>
              </p:nvSpPr>
              <p:spPr>
                <a:xfrm>
                  <a:off x="944081" y="973434"/>
                  <a:ext cx="81975" cy="870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366" y="0"/>
                      </a:moveTo>
                      <a:cubicBezTo>
                        <a:pt x="745" y="0"/>
                        <a:pt x="745" y="0"/>
                        <a:pt x="745" y="0"/>
                      </a:cubicBezTo>
                      <a:cubicBezTo>
                        <a:pt x="745" y="3484"/>
                        <a:pt x="745" y="7665"/>
                        <a:pt x="0" y="11845"/>
                      </a:cubicBezTo>
                      <a:cubicBezTo>
                        <a:pt x="3724" y="13935"/>
                        <a:pt x="6703" y="17419"/>
                        <a:pt x="8193" y="21600"/>
                      </a:cubicBezTo>
                      <a:cubicBezTo>
                        <a:pt x="10428" y="15329"/>
                        <a:pt x="15641" y="11148"/>
                        <a:pt x="21600" y="9755"/>
                      </a:cubicBezTo>
                      <a:cubicBezTo>
                        <a:pt x="20110" y="7665"/>
                        <a:pt x="19366" y="4877"/>
                        <a:pt x="19366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25" name="Freeform 156"/>
                <p:cNvSpPr/>
                <p:nvPr/>
              </p:nvSpPr>
              <p:spPr>
                <a:xfrm>
                  <a:off x="700663" y="837666"/>
                  <a:ext cx="221423" cy="17419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78" h="21600" extrusionOk="0">
                      <a:moveTo>
                        <a:pt x="2963" y="19858"/>
                      </a:moveTo>
                      <a:cubicBezTo>
                        <a:pt x="3496" y="19510"/>
                        <a:pt x="4030" y="20206"/>
                        <a:pt x="4296" y="20903"/>
                      </a:cubicBezTo>
                      <a:cubicBezTo>
                        <a:pt x="4296" y="20903"/>
                        <a:pt x="4296" y="21252"/>
                        <a:pt x="4563" y="21600"/>
                      </a:cubicBezTo>
                      <a:cubicBezTo>
                        <a:pt x="16030" y="21600"/>
                        <a:pt x="16030" y="21600"/>
                        <a:pt x="16030" y="21600"/>
                      </a:cubicBezTo>
                      <a:cubicBezTo>
                        <a:pt x="16030" y="20903"/>
                        <a:pt x="16030" y="20206"/>
                        <a:pt x="16296" y="19510"/>
                      </a:cubicBezTo>
                      <a:cubicBezTo>
                        <a:pt x="16296" y="18813"/>
                        <a:pt x="16830" y="18116"/>
                        <a:pt x="17363" y="18116"/>
                      </a:cubicBezTo>
                      <a:cubicBezTo>
                        <a:pt x="17896" y="18116"/>
                        <a:pt x="18430" y="18813"/>
                        <a:pt x="18430" y="19510"/>
                      </a:cubicBezTo>
                      <a:cubicBezTo>
                        <a:pt x="18430" y="20206"/>
                        <a:pt x="18430" y="20903"/>
                        <a:pt x="18430" y="21600"/>
                      </a:cubicBezTo>
                      <a:cubicBezTo>
                        <a:pt x="19763" y="21600"/>
                        <a:pt x="19763" y="21600"/>
                        <a:pt x="19763" y="21600"/>
                      </a:cubicBezTo>
                      <a:cubicBezTo>
                        <a:pt x="20030" y="21600"/>
                        <a:pt x="20296" y="21600"/>
                        <a:pt x="20563" y="21600"/>
                      </a:cubicBezTo>
                      <a:cubicBezTo>
                        <a:pt x="21363" y="17071"/>
                        <a:pt x="21096" y="13239"/>
                        <a:pt x="18963" y="6968"/>
                      </a:cubicBezTo>
                      <a:cubicBezTo>
                        <a:pt x="17630" y="2787"/>
                        <a:pt x="14963" y="1045"/>
                        <a:pt x="11496" y="1045"/>
                      </a:cubicBezTo>
                      <a:cubicBezTo>
                        <a:pt x="10963" y="1045"/>
                        <a:pt x="10696" y="1045"/>
                        <a:pt x="10430" y="1045"/>
                      </a:cubicBezTo>
                      <a:cubicBezTo>
                        <a:pt x="10163" y="1045"/>
                        <a:pt x="10163" y="1045"/>
                        <a:pt x="9896" y="1045"/>
                      </a:cubicBezTo>
                      <a:cubicBezTo>
                        <a:pt x="9630" y="697"/>
                        <a:pt x="9363" y="348"/>
                        <a:pt x="9096" y="0"/>
                      </a:cubicBezTo>
                      <a:cubicBezTo>
                        <a:pt x="7230" y="697"/>
                        <a:pt x="5096" y="1742"/>
                        <a:pt x="3230" y="4181"/>
                      </a:cubicBezTo>
                      <a:cubicBezTo>
                        <a:pt x="3230" y="4181"/>
                        <a:pt x="3230" y="4529"/>
                        <a:pt x="3230" y="4529"/>
                      </a:cubicBezTo>
                      <a:cubicBezTo>
                        <a:pt x="3230" y="4529"/>
                        <a:pt x="3230" y="4529"/>
                        <a:pt x="2963" y="4529"/>
                      </a:cubicBezTo>
                      <a:cubicBezTo>
                        <a:pt x="2696" y="5226"/>
                        <a:pt x="2430" y="6271"/>
                        <a:pt x="1896" y="6968"/>
                      </a:cubicBezTo>
                      <a:cubicBezTo>
                        <a:pt x="-237" y="13587"/>
                        <a:pt x="-237" y="17768"/>
                        <a:pt x="296" y="21600"/>
                      </a:cubicBezTo>
                      <a:cubicBezTo>
                        <a:pt x="2163" y="21600"/>
                        <a:pt x="2163" y="21600"/>
                        <a:pt x="2163" y="21600"/>
                      </a:cubicBezTo>
                      <a:cubicBezTo>
                        <a:pt x="2163" y="21600"/>
                        <a:pt x="2163" y="21252"/>
                        <a:pt x="1896" y="21252"/>
                      </a:cubicBezTo>
                      <a:cubicBezTo>
                        <a:pt x="1896" y="20555"/>
                        <a:pt x="2430" y="19858"/>
                        <a:pt x="2963" y="1985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26" name="Freeform 157"/>
                <p:cNvSpPr/>
                <p:nvPr/>
              </p:nvSpPr>
              <p:spPr>
                <a:xfrm>
                  <a:off x="1038864" y="822296"/>
                  <a:ext cx="222867" cy="18956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94" y="12388"/>
                      </a:moveTo>
                      <a:cubicBezTo>
                        <a:pt x="547" y="12388"/>
                        <a:pt x="0" y="14294"/>
                        <a:pt x="0" y="16518"/>
                      </a:cubicBezTo>
                      <a:cubicBezTo>
                        <a:pt x="0" y="18741"/>
                        <a:pt x="547" y="20647"/>
                        <a:pt x="1094" y="20647"/>
                      </a:cubicBezTo>
                      <a:cubicBezTo>
                        <a:pt x="1094" y="20647"/>
                        <a:pt x="1367" y="20012"/>
                        <a:pt x="1641" y="19694"/>
                      </a:cubicBezTo>
                      <a:cubicBezTo>
                        <a:pt x="1641" y="20329"/>
                        <a:pt x="1914" y="20965"/>
                        <a:pt x="2187" y="21600"/>
                      </a:cubicBezTo>
                      <a:cubicBezTo>
                        <a:pt x="19686" y="21600"/>
                        <a:pt x="19686" y="21600"/>
                        <a:pt x="19686" y="21600"/>
                      </a:cubicBezTo>
                      <a:cubicBezTo>
                        <a:pt x="19686" y="20647"/>
                        <a:pt x="19959" y="20012"/>
                        <a:pt x="19959" y="19059"/>
                      </a:cubicBezTo>
                      <a:cubicBezTo>
                        <a:pt x="20233" y="20012"/>
                        <a:pt x="20506" y="20329"/>
                        <a:pt x="20506" y="20329"/>
                      </a:cubicBezTo>
                      <a:cubicBezTo>
                        <a:pt x="21053" y="20329"/>
                        <a:pt x="21600" y="18424"/>
                        <a:pt x="21600" y="16200"/>
                      </a:cubicBezTo>
                      <a:cubicBezTo>
                        <a:pt x="21600" y="13976"/>
                        <a:pt x="21053" y="12388"/>
                        <a:pt x="20506" y="12388"/>
                      </a:cubicBezTo>
                      <a:cubicBezTo>
                        <a:pt x="20506" y="12388"/>
                        <a:pt x="20506" y="12388"/>
                        <a:pt x="20506" y="12388"/>
                      </a:cubicBezTo>
                      <a:cubicBezTo>
                        <a:pt x="20506" y="11435"/>
                        <a:pt x="21053" y="4447"/>
                        <a:pt x="21053" y="4447"/>
                      </a:cubicBezTo>
                      <a:cubicBezTo>
                        <a:pt x="21053" y="4447"/>
                        <a:pt x="21053" y="4447"/>
                        <a:pt x="21053" y="4129"/>
                      </a:cubicBezTo>
                      <a:cubicBezTo>
                        <a:pt x="21053" y="4129"/>
                        <a:pt x="21053" y="4129"/>
                        <a:pt x="21053" y="4129"/>
                      </a:cubicBezTo>
                      <a:cubicBezTo>
                        <a:pt x="20780" y="4129"/>
                        <a:pt x="20780" y="3812"/>
                        <a:pt x="20506" y="3812"/>
                      </a:cubicBezTo>
                      <a:cubicBezTo>
                        <a:pt x="20506" y="3812"/>
                        <a:pt x="20506" y="3812"/>
                        <a:pt x="20506" y="3812"/>
                      </a:cubicBezTo>
                      <a:cubicBezTo>
                        <a:pt x="20233" y="3494"/>
                        <a:pt x="20233" y="3176"/>
                        <a:pt x="19959" y="3176"/>
                      </a:cubicBezTo>
                      <a:cubicBezTo>
                        <a:pt x="19686" y="2859"/>
                        <a:pt x="19686" y="2859"/>
                        <a:pt x="19686" y="2859"/>
                      </a:cubicBezTo>
                      <a:cubicBezTo>
                        <a:pt x="19413" y="2541"/>
                        <a:pt x="19139" y="2541"/>
                        <a:pt x="18866" y="2224"/>
                      </a:cubicBezTo>
                      <a:cubicBezTo>
                        <a:pt x="18866" y="2224"/>
                        <a:pt x="18592" y="2224"/>
                        <a:pt x="18592" y="2224"/>
                      </a:cubicBezTo>
                      <a:cubicBezTo>
                        <a:pt x="18319" y="1906"/>
                        <a:pt x="17772" y="1588"/>
                        <a:pt x="17499" y="1271"/>
                      </a:cubicBezTo>
                      <a:cubicBezTo>
                        <a:pt x="17225" y="1271"/>
                        <a:pt x="17225" y="1271"/>
                        <a:pt x="17225" y="1271"/>
                      </a:cubicBezTo>
                      <a:cubicBezTo>
                        <a:pt x="16678" y="953"/>
                        <a:pt x="16405" y="953"/>
                        <a:pt x="15858" y="635"/>
                      </a:cubicBezTo>
                      <a:cubicBezTo>
                        <a:pt x="15858" y="635"/>
                        <a:pt x="15585" y="635"/>
                        <a:pt x="15585" y="635"/>
                      </a:cubicBezTo>
                      <a:cubicBezTo>
                        <a:pt x="15038" y="318"/>
                        <a:pt x="14491" y="318"/>
                        <a:pt x="13944" y="0"/>
                      </a:cubicBezTo>
                      <a:cubicBezTo>
                        <a:pt x="13671" y="0"/>
                        <a:pt x="13671" y="0"/>
                        <a:pt x="13671" y="0"/>
                      </a:cubicBezTo>
                      <a:cubicBezTo>
                        <a:pt x="13124" y="0"/>
                        <a:pt x="12577" y="0"/>
                        <a:pt x="12030" y="0"/>
                      </a:cubicBezTo>
                      <a:cubicBezTo>
                        <a:pt x="11757" y="0"/>
                        <a:pt x="11484" y="0"/>
                        <a:pt x="11484" y="0"/>
                      </a:cubicBezTo>
                      <a:cubicBezTo>
                        <a:pt x="10937" y="0"/>
                        <a:pt x="10663" y="0"/>
                        <a:pt x="10390" y="0"/>
                      </a:cubicBezTo>
                      <a:cubicBezTo>
                        <a:pt x="10116" y="0"/>
                        <a:pt x="9843" y="0"/>
                        <a:pt x="9570" y="0"/>
                      </a:cubicBezTo>
                      <a:cubicBezTo>
                        <a:pt x="9296" y="0"/>
                        <a:pt x="9023" y="318"/>
                        <a:pt x="8476" y="318"/>
                      </a:cubicBezTo>
                      <a:cubicBezTo>
                        <a:pt x="8203" y="318"/>
                        <a:pt x="8203" y="318"/>
                        <a:pt x="7929" y="635"/>
                      </a:cubicBezTo>
                      <a:cubicBezTo>
                        <a:pt x="7382" y="635"/>
                        <a:pt x="7109" y="953"/>
                        <a:pt x="6562" y="953"/>
                      </a:cubicBezTo>
                      <a:cubicBezTo>
                        <a:pt x="6289" y="953"/>
                        <a:pt x="6015" y="1271"/>
                        <a:pt x="6015" y="1271"/>
                      </a:cubicBezTo>
                      <a:cubicBezTo>
                        <a:pt x="5195" y="1588"/>
                        <a:pt x="4648" y="1906"/>
                        <a:pt x="3828" y="2224"/>
                      </a:cubicBezTo>
                      <a:cubicBezTo>
                        <a:pt x="3008" y="2859"/>
                        <a:pt x="1641" y="4447"/>
                        <a:pt x="547" y="5082"/>
                      </a:cubicBezTo>
                      <a:cubicBezTo>
                        <a:pt x="547" y="5082"/>
                        <a:pt x="820" y="7624"/>
                        <a:pt x="1367" y="10482"/>
                      </a:cubicBezTo>
                      <a:cubicBezTo>
                        <a:pt x="1094" y="11118"/>
                        <a:pt x="1094" y="11753"/>
                        <a:pt x="1094" y="12706"/>
                      </a:cubicBezTo>
                      <a:cubicBezTo>
                        <a:pt x="1094" y="12388"/>
                        <a:pt x="1094" y="12388"/>
                        <a:pt x="1094" y="1238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27" name="Freeform 158"/>
                <p:cNvSpPr/>
                <p:nvPr/>
              </p:nvSpPr>
              <p:spPr>
                <a:xfrm>
                  <a:off x="657174" y="1037477"/>
                  <a:ext cx="294594" cy="2023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514" y="0"/>
                      </a:moveTo>
                      <a:cubicBezTo>
                        <a:pt x="2880" y="0"/>
                        <a:pt x="2880" y="0"/>
                        <a:pt x="2880" y="0"/>
                      </a:cubicBezTo>
                      <a:cubicBezTo>
                        <a:pt x="1440" y="0"/>
                        <a:pt x="0" y="2100"/>
                        <a:pt x="0" y="4500"/>
                      </a:cubicBezTo>
                      <a:cubicBezTo>
                        <a:pt x="0" y="17100"/>
                        <a:pt x="0" y="17100"/>
                        <a:pt x="0" y="17100"/>
                      </a:cubicBezTo>
                      <a:cubicBezTo>
                        <a:pt x="0" y="19500"/>
                        <a:pt x="1440" y="21600"/>
                        <a:pt x="2880" y="21600"/>
                      </a:cubicBezTo>
                      <a:cubicBezTo>
                        <a:pt x="18514" y="21600"/>
                        <a:pt x="18514" y="21600"/>
                        <a:pt x="18514" y="21600"/>
                      </a:cubicBezTo>
                      <a:cubicBezTo>
                        <a:pt x="20160" y="21600"/>
                        <a:pt x="21600" y="19500"/>
                        <a:pt x="21600" y="17100"/>
                      </a:cubicBezTo>
                      <a:cubicBezTo>
                        <a:pt x="21600" y="4500"/>
                        <a:pt x="21600" y="4500"/>
                        <a:pt x="21600" y="4500"/>
                      </a:cubicBezTo>
                      <a:cubicBezTo>
                        <a:pt x="21600" y="2100"/>
                        <a:pt x="20160" y="0"/>
                        <a:pt x="18514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28" name="Freeform 159"/>
                <p:cNvSpPr/>
                <p:nvPr/>
              </p:nvSpPr>
              <p:spPr>
                <a:xfrm>
                  <a:off x="1400098" y="837666"/>
                  <a:ext cx="222256" cy="17419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57" h="21600" extrusionOk="0">
                      <a:moveTo>
                        <a:pt x="10421" y="1045"/>
                      </a:moveTo>
                      <a:cubicBezTo>
                        <a:pt x="10154" y="1045"/>
                        <a:pt x="10154" y="1045"/>
                        <a:pt x="9887" y="1045"/>
                      </a:cubicBezTo>
                      <a:cubicBezTo>
                        <a:pt x="9621" y="697"/>
                        <a:pt x="9354" y="348"/>
                        <a:pt x="9087" y="0"/>
                      </a:cubicBezTo>
                      <a:cubicBezTo>
                        <a:pt x="7487" y="697"/>
                        <a:pt x="5087" y="1742"/>
                        <a:pt x="3487" y="4181"/>
                      </a:cubicBezTo>
                      <a:cubicBezTo>
                        <a:pt x="3487" y="4181"/>
                        <a:pt x="3221" y="4529"/>
                        <a:pt x="3221" y="4529"/>
                      </a:cubicBezTo>
                      <a:cubicBezTo>
                        <a:pt x="3221" y="4529"/>
                        <a:pt x="3221" y="4529"/>
                        <a:pt x="3221" y="4529"/>
                      </a:cubicBezTo>
                      <a:cubicBezTo>
                        <a:pt x="2687" y="5226"/>
                        <a:pt x="2421" y="6271"/>
                        <a:pt x="2154" y="6968"/>
                      </a:cubicBezTo>
                      <a:cubicBezTo>
                        <a:pt x="-246" y="13587"/>
                        <a:pt x="-246" y="17768"/>
                        <a:pt x="287" y="21600"/>
                      </a:cubicBezTo>
                      <a:cubicBezTo>
                        <a:pt x="2154" y="21600"/>
                        <a:pt x="2154" y="21600"/>
                        <a:pt x="2154" y="21600"/>
                      </a:cubicBezTo>
                      <a:cubicBezTo>
                        <a:pt x="2154" y="21600"/>
                        <a:pt x="2154" y="21252"/>
                        <a:pt x="2154" y="21252"/>
                      </a:cubicBezTo>
                      <a:cubicBezTo>
                        <a:pt x="2154" y="20555"/>
                        <a:pt x="2421" y="19858"/>
                        <a:pt x="3221" y="19858"/>
                      </a:cubicBezTo>
                      <a:cubicBezTo>
                        <a:pt x="3754" y="19510"/>
                        <a:pt x="4287" y="20206"/>
                        <a:pt x="4287" y="20903"/>
                      </a:cubicBezTo>
                      <a:cubicBezTo>
                        <a:pt x="4554" y="20903"/>
                        <a:pt x="4554" y="21252"/>
                        <a:pt x="4554" y="21600"/>
                      </a:cubicBezTo>
                      <a:cubicBezTo>
                        <a:pt x="16021" y="21600"/>
                        <a:pt x="16021" y="21600"/>
                        <a:pt x="16021" y="21600"/>
                      </a:cubicBezTo>
                      <a:cubicBezTo>
                        <a:pt x="16021" y="20903"/>
                        <a:pt x="16287" y="20206"/>
                        <a:pt x="16287" y="19510"/>
                      </a:cubicBezTo>
                      <a:cubicBezTo>
                        <a:pt x="16287" y="18813"/>
                        <a:pt x="16821" y="18116"/>
                        <a:pt x="17354" y="18116"/>
                      </a:cubicBezTo>
                      <a:cubicBezTo>
                        <a:pt x="18154" y="18116"/>
                        <a:pt x="18687" y="18813"/>
                        <a:pt x="18687" y="19510"/>
                      </a:cubicBezTo>
                      <a:cubicBezTo>
                        <a:pt x="18687" y="20206"/>
                        <a:pt x="18687" y="20903"/>
                        <a:pt x="18687" y="21600"/>
                      </a:cubicBezTo>
                      <a:cubicBezTo>
                        <a:pt x="20021" y="21600"/>
                        <a:pt x="20021" y="21600"/>
                        <a:pt x="20021" y="21600"/>
                      </a:cubicBezTo>
                      <a:cubicBezTo>
                        <a:pt x="20287" y="21600"/>
                        <a:pt x="20554" y="21600"/>
                        <a:pt x="20821" y="21600"/>
                      </a:cubicBezTo>
                      <a:cubicBezTo>
                        <a:pt x="21354" y="17071"/>
                        <a:pt x="21087" y="13239"/>
                        <a:pt x="18954" y="6968"/>
                      </a:cubicBezTo>
                      <a:cubicBezTo>
                        <a:pt x="17621" y="2787"/>
                        <a:pt x="15221" y="1045"/>
                        <a:pt x="11487" y="1045"/>
                      </a:cubicBezTo>
                      <a:cubicBezTo>
                        <a:pt x="11221" y="1045"/>
                        <a:pt x="10687" y="1045"/>
                        <a:pt x="10421" y="104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29" name="Freeform 160"/>
                <p:cNvSpPr/>
                <p:nvPr/>
              </p:nvSpPr>
              <p:spPr>
                <a:xfrm>
                  <a:off x="1353948" y="1037477"/>
                  <a:ext cx="297155" cy="2023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720" y="0"/>
                      </a:moveTo>
                      <a:cubicBezTo>
                        <a:pt x="3086" y="0"/>
                        <a:pt x="3086" y="0"/>
                        <a:pt x="3086" y="0"/>
                      </a:cubicBezTo>
                      <a:cubicBezTo>
                        <a:pt x="1440" y="0"/>
                        <a:pt x="0" y="2100"/>
                        <a:pt x="0" y="4500"/>
                      </a:cubicBezTo>
                      <a:cubicBezTo>
                        <a:pt x="0" y="17100"/>
                        <a:pt x="0" y="17100"/>
                        <a:pt x="0" y="17100"/>
                      </a:cubicBezTo>
                      <a:cubicBezTo>
                        <a:pt x="0" y="19500"/>
                        <a:pt x="1440" y="21600"/>
                        <a:pt x="3086" y="21600"/>
                      </a:cubicBezTo>
                      <a:cubicBezTo>
                        <a:pt x="18720" y="21600"/>
                        <a:pt x="18720" y="21600"/>
                        <a:pt x="18720" y="21600"/>
                      </a:cubicBezTo>
                      <a:cubicBezTo>
                        <a:pt x="20366" y="21600"/>
                        <a:pt x="21600" y="19500"/>
                        <a:pt x="21600" y="17100"/>
                      </a:cubicBezTo>
                      <a:cubicBezTo>
                        <a:pt x="21600" y="4500"/>
                        <a:pt x="21600" y="4500"/>
                        <a:pt x="21600" y="4500"/>
                      </a:cubicBezTo>
                      <a:cubicBezTo>
                        <a:pt x="21600" y="2100"/>
                        <a:pt x="20366" y="0"/>
                        <a:pt x="1872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  <p:sp>
              <p:nvSpPr>
                <p:cNvPr id="30" name="Freeform 161"/>
                <p:cNvSpPr/>
                <p:nvPr/>
              </p:nvSpPr>
              <p:spPr>
                <a:xfrm>
                  <a:off x="1000438" y="1037477"/>
                  <a:ext cx="292031" cy="2023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692" y="0"/>
                      </a:moveTo>
                      <a:cubicBezTo>
                        <a:pt x="2908" y="0"/>
                        <a:pt x="2908" y="0"/>
                        <a:pt x="2908" y="0"/>
                      </a:cubicBezTo>
                      <a:cubicBezTo>
                        <a:pt x="1246" y="0"/>
                        <a:pt x="0" y="2100"/>
                        <a:pt x="0" y="4500"/>
                      </a:cubicBezTo>
                      <a:cubicBezTo>
                        <a:pt x="0" y="17100"/>
                        <a:pt x="0" y="17100"/>
                        <a:pt x="0" y="17100"/>
                      </a:cubicBezTo>
                      <a:cubicBezTo>
                        <a:pt x="0" y="19500"/>
                        <a:pt x="1246" y="21600"/>
                        <a:pt x="2908" y="21600"/>
                      </a:cubicBezTo>
                      <a:cubicBezTo>
                        <a:pt x="18692" y="21600"/>
                        <a:pt x="18692" y="21600"/>
                        <a:pt x="18692" y="21600"/>
                      </a:cubicBezTo>
                      <a:cubicBezTo>
                        <a:pt x="20354" y="21600"/>
                        <a:pt x="21600" y="19500"/>
                        <a:pt x="21600" y="17100"/>
                      </a:cubicBezTo>
                      <a:cubicBezTo>
                        <a:pt x="21600" y="4500"/>
                        <a:pt x="21600" y="4500"/>
                        <a:pt x="21600" y="4500"/>
                      </a:cubicBezTo>
                      <a:cubicBezTo>
                        <a:pt x="21600" y="2100"/>
                        <a:pt x="20354" y="0"/>
                        <a:pt x="18692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>
                    <a:defRPr>
                      <a:solidFill>
                        <a:srgbClr val="424953"/>
                      </a:solidFill>
                    </a:defRPr>
                  </a:pPr>
                </a:p>
              </p:txBody>
            </p:sp>
          </p:grpSp>
          <p:sp>
            <p:nvSpPr>
              <p:cNvPr id="32" name="星形: 五角 31"/>
              <p:cNvSpPr/>
              <p:nvPr/>
            </p:nvSpPr>
            <p:spPr>
              <a:xfrm>
                <a:off x="2639990" y="3512514"/>
                <a:ext cx="253638" cy="253638"/>
              </a:xfrm>
              <a:prstGeom prst="star5">
                <a:avLst>
                  <a:gd name="adj" fmla="val 23649"/>
                  <a:gd name="hf" fmla="val 105146"/>
                  <a:gd name="vf" fmla="val 110557"/>
                </a:avLst>
              </a:pr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6" name="组合 35"/>
          <p:cNvGrpSpPr/>
          <p:nvPr/>
        </p:nvGrpSpPr>
        <p:grpSpPr>
          <a:xfrm>
            <a:off x="3400529" y="1986814"/>
            <a:ext cx="7604467" cy="665697"/>
            <a:chOff x="3400529" y="1986814"/>
            <a:chExt cx="7604467" cy="665697"/>
          </a:xfrm>
        </p:grpSpPr>
        <p:cxnSp>
          <p:nvCxnSpPr>
            <p:cNvPr id="8" name="直接连接符 7"/>
            <p:cNvCxnSpPr>
              <a:stCxn id="2" idx="7"/>
            </p:cNvCxnSpPr>
            <p:nvPr/>
          </p:nvCxnSpPr>
          <p:spPr>
            <a:xfrm flipV="1">
              <a:off x="3400529" y="1986814"/>
              <a:ext cx="572477" cy="665697"/>
            </a:xfrm>
            <a:prstGeom prst="line">
              <a:avLst/>
            </a:prstGeom>
            <a:ln w="28575">
              <a:solidFill>
                <a:srgbClr val="C2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endCxn id="47" idx="8"/>
            </p:cNvCxnSpPr>
            <p:nvPr/>
          </p:nvCxnSpPr>
          <p:spPr>
            <a:xfrm>
              <a:off x="3966656" y="1986814"/>
              <a:ext cx="7038340" cy="0"/>
            </a:xfrm>
            <a:prstGeom prst="line">
              <a:avLst/>
            </a:prstGeom>
            <a:ln w="28575">
              <a:solidFill>
                <a:srgbClr val="C2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 flipV="1">
            <a:off x="3400529" y="4893939"/>
            <a:ext cx="7604467" cy="665697"/>
            <a:chOff x="3400529" y="1986814"/>
            <a:chExt cx="7604467" cy="665697"/>
          </a:xfrm>
        </p:grpSpPr>
        <p:cxnSp>
          <p:nvCxnSpPr>
            <p:cNvPr id="43" name="直接连接符 42"/>
            <p:cNvCxnSpPr/>
            <p:nvPr/>
          </p:nvCxnSpPr>
          <p:spPr>
            <a:xfrm flipV="1">
              <a:off x="3400529" y="1986814"/>
              <a:ext cx="572477" cy="665697"/>
            </a:xfrm>
            <a:prstGeom prst="line">
              <a:avLst/>
            </a:prstGeom>
            <a:ln w="28575">
              <a:solidFill>
                <a:srgbClr val="C2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endCxn id="50" idx="8"/>
            </p:cNvCxnSpPr>
            <p:nvPr/>
          </p:nvCxnSpPr>
          <p:spPr>
            <a:xfrm flipV="1">
              <a:off x="3966656" y="1986814"/>
              <a:ext cx="7038340" cy="0"/>
            </a:xfrm>
            <a:prstGeom prst="line">
              <a:avLst/>
            </a:prstGeom>
            <a:ln w="28575">
              <a:solidFill>
                <a:srgbClr val="C2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11004996" y="1896814"/>
            <a:ext cx="180000" cy="3752822"/>
            <a:chOff x="10570656" y="1896814"/>
            <a:chExt cx="180000" cy="3752822"/>
          </a:xfrm>
        </p:grpSpPr>
        <p:sp>
          <p:nvSpPr>
            <p:cNvPr id="47" name="任意多边形: 形状 46"/>
            <p:cNvSpPr/>
            <p:nvPr/>
          </p:nvSpPr>
          <p:spPr>
            <a:xfrm>
              <a:off x="10570656" y="1896814"/>
              <a:ext cx="180000" cy="180000"/>
            </a:xfrm>
            <a:custGeom>
              <a:avLst/>
              <a:gdLst>
                <a:gd name="connsiteX0" fmla="*/ 131307 w 259332"/>
                <a:gd name="connsiteY0" fmla="*/ 51710 h 259332"/>
                <a:gd name="connsiteX1" fmla="*/ 53351 w 259332"/>
                <a:gd name="connsiteY1" fmla="*/ 129666 h 259332"/>
                <a:gd name="connsiteX2" fmla="*/ 131307 w 259332"/>
                <a:gd name="connsiteY2" fmla="*/ 207622 h 259332"/>
                <a:gd name="connsiteX3" fmla="*/ 209263 w 259332"/>
                <a:gd name="connsiteY3" fmla="*/ 129666 h 259332"/>
                <a:gd name="connsiteX4" fmla="*/ 131307 w 259332"/>
                <a:gd name="connsiteY4" fmla="*/ 51710 h 259332"/>
                <a:gd name="connsiteX5" fmla="*/ 129666 w 259332"/>
                <a:gd name="connsiteY5" fmla="*/ 0 h 259332"/>
                <a:gd name="connsiteX6" fmla="*/ 259332 w 259332"/>
                <a:gd name="connsiteY6" fmla="*/ 129666 h 259332"/>
                <a:gd name="connsiteX7" fmla="*/ 129666 w 259332"/>
                <a:gd name="connsiteY7" fmla="*/ 259332 h 259332"/>
                <a:gd name="connsiteX8" fmla="*/ 0 w 259332"/>
                <a:gd name="connsiteY8" fmla="*/ 129666 h 259332"/>
                <a:gd name="connsiteX9" fmla="*/ 129666 w 259332"/>
                <a:gd name="connsiteY9" fmla="*/ 0 h 25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9332" h="259332">
                  <a:moveTo>
                    <a:pt x="131307" y="51710"/>
                  </a:moveTo>
                  <a:cubicBezTo>
                    <a:pt x="88253" y="51710"/>
                    <a:pt x="53351" y="86612"/>
                    <a:pt x="53351" y="129666"/>
                  </a:cubicBezTo>
                  <a:cubicBezTo>
                    <a:pt x="53351" y="172720"/>
                    <a:pt x="88253" y="207622"/>
                    <a:pt x="131307" y="207622"/>
                  </a:cubicBezTo>
                  <a:cubicBezTo>
                    <a:pt x="174361" y="207622"/>
                    <a:pt x="209263" y="172720"/>
                    <a:pt x="209263" y="129666"/>
                  </a:cubicBezTo>
                  <a:cubicBezTo>
                    <a:pt x="209263" y="86612"/>
                    <a:pt x="174361" y="51710"/>
                    <a:pt x="131307" y="51710"/>
                  </a:cubicBezTo>
                  <a:close/>
                  <a:moveTo>
                    <a:pt x="129666" y="0"/>
                  </a:moveTo>
                  <a:cubicBezTo>
                    <a:pt x="201279" y="0"/>
                    <a:pt x="259332" y="58053"/>
                    <a:pt x="259332" y="129666"/>
                  </a:cubicBezTo>
                  <a:cubicBezTo>
                    <a:pt x="259332" y="201279"/>
                    <a:pt x="201279" y="259332"/>
                    <a:pt x="129666" y="259332"/>
                  </a:cubicBezTo>
                  <a:cubicBezTo>
                    <a:pt x="58053" y="259332"/>
                    <a:pt x="0" y="201279"/>
                    <a:pt x="0" y="129666"/>
                  </a:cubicBezTo>
                  <a:cubicBezTo>
                    <a:pt x="0" y="58053"/>
                    <a:pt x="58053" y="0"/>
                    <a:pt x="129666" y="0"/>
                  </a:cubicBezTo>
                  <a:close/>
                </a:path>
              </a:pathLst>
            </a:cu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10570656" y="5469636"/>
              <a:ext cx="180000" cy="180000"/>
            </a:xfrm>
            <a:custGeom>
              <a:avLst/>
              <a:gdLst>
                <a:gd name="connsiteX0" fmla="*/ 131307 w 259332"/>
                <a:gd name="connsiteY0" fmla="*/ 51710 h 259332"/>
                <a:gd name="connsiteX1" fmla="*/ 53351 w 259332"/>
                <a:gd name="connsiteY1" fmla="*/ 129666 h 259332"/>
                <a:gd name="connsiteX2" fmla="*/ 131307 w 259332"/>
                <a:gd name="connsiteY2" fmla="*/ 207622 h 259332"/>
                <a:gd name="connsiteX3" fmla="*/ 209263 w 259332"/>
                <a:gd name="connsiteY3" fmla="*/ 129666 h 259332"/>
                <a:gd name="connsiteX4" fmla="*/ 131307 w 259332"/>
                <a:gd name="connsiteY4" fmla="*/ 51710 h 259332"/>
                <a:gd name="connsiteX5" fmla="*/ 129666 w 259332"/>
                <a:gd name="connsiteY5" fmla="*/ 0 h 259332"/>
                <a:gd name="connsiteX6" fmla="*/ 259332 w 259332"/>
                <a:gd name="connsiteY6" fmla="*/ 129666 h 259332"/>
                <a:gd name="connsiteX7" fmla="*/ 129666 w 259332"/>
                <a:gd name="connsiteY7" fmla="*/ 259332 h 259332"/>
                <a:gd name="connsiteX8" fmla="*/ 0 w 259332"/>
                <a:gd name="connsiteY8" fmla="*/ 129666 h 259332"/>
                <a:gd name="connsiteX9" fmla="*/ 129666 w 259332"/>
                <a:gd name="connsiteY9" fmla="*/ 0 h 25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9332" h="259332">
                  <a:moveTo>
                    <a:pt x="131307" y="51710"/>
                  </a:moveTo>
                  <a:cubicBezTo>
                    <a:pt x="88253" y="51710"/>
                    <a:pt x="53351" y="86612"/>
                    <a:pt x="53351" y="129666"/>
                  </a:cubicBezTo>
                  <a:cubicBezTo>
                    <a:pt x="53351" y="172720"/>
                    <a:pt x="88253" y="207622"/>
                    <a:pt x="131307" y="207622"/>
                  </a:cubicBezTo>
                  <a:cubicBezTo>
                    <a:pt x="174361" y="207622"/>
                    <a:pt x="209263" y="172720"/>
                    <a:pt x="209263" y="129666"/>
                  </a:cubicBezTo>
                  <a:cubicBezTo>
                    <a:pt x="209263" y="86612"/>
                    <a:pt x="174361" y="51710"/>
                    <a:pt x="131307" y="51710"/>
                  </a:cubicBezTo>
                  <a:close/>
                  <a:moveTo>
                    <a:pt x="129666" y="0"/>
                  </a:moveTo>
                  <a:cubicBezTo>
                    <a:pt x="201279" y="0"/>
                    <a:pt x="259332" y="58053"/>
                    <a:pt x="259332" y="129666"/>
                  </a:cubicBezTo>
                  <a:cubicBezTo>
                    <a:pt x="259332" y="201279"/>
                    <a:pt x="201279" y="259332"/>
                    <a:pt x="129666" y="259332"/>
                  </a:cubicBezTo>
                  <a:cubicBezTo>
                    <a:pt x="58053" y="259332"/>
                    <a:pt x="0" y="201279"/>
                    <a:pt x="0" y="129666"/>
                  </a:cubicBezTo>
                  <a:cubicBezTo>
                    <a:pt x="0" y="58053"/>
                    <a:pt x="58053" y="0"/>
                    <a:pt x="129666" y="0"/>
                  </a:cubicBezTo>
                  <a:close/>
                </a:path>
              </a:pathLst>
            </a:custGeom>
            <a:solidFill>
              <a:srgbClr val="C2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8" name="矩形 57"/>
          <p:cNvSpPr/>
          <p:nvPr/>
        </p:nvSpPr>
        <p:spPr>
          <a:xfrm>
            <a:off x="4212996" y="2106839"/>
            <a:ext cx="6678294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请在此输入相关文字内容，或复制已编辑好的文字粘贴至此处，文字言简意赅，模板内全部字体大小颜色均可修改。</a:t>
            </a:r>
            <a:endParaRPr lang="en-US" altLang="zh-CN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请在此输入相关文字内容，或复制已编辑好的文字粘贴至此处，文字言简意赅，模板内全部字体大小颜色均可修改。</a:t>
            </a:r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请在此输入相关文字内容，或复制已编辑好的文字粘贴至此处，文字言简意赅，模板内全部字体大小颜色均可修改。</a:t>
            </a:r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-2588" y="740893"/>
            <a:ext cx="12192000" cy="0"/>
          </a:xfrm>
          <a:prstGeom prst="line">
            <a:avLst/>
          </a:prstGeom>
          <a:ln w="22225">
            <a:solidFill>
              <a:srgbClr val="C2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91050" y="3448050"/>
            <a:ext cx="11844000" cy="3193339"/>
            <a:chOff x="0" y="3594120"/>
            <a:chExt cx="12192000" cy="326388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rcRect b="8215"/>
            <a:stretch>
              <a:fillRect/>
            </a:stretch>
          </p:blipFill>
          <p:spPr>
            <a:xfrm>
              <a:off x="4308449" y="5559795"/>
              <a:ext cx="7883551" cy="1298205"/>
            </a:xfrm>
            <a:custGeom>
              <a:avLst/>
              <a:gdLst>
                <a:gd name="connsiteX0" fmla="*/ 0 w 7883551"/>
                <a:gd name="connsiteY0" fmla="*/ 0 h 1298205"/>
                <a:gd name="connsiteX1" fmla="*/ 7883551 w 7883551"/>
                <a:gd name="connsiteY1" fmla="*/ 0 h 1298205"/>
                <a:gd name="connsiteX2" fmla="*/ 7883551 w 7883551"/>
                <a:gd name="connsiteY2" fmla="*/ 1298205 h 1298205"/>
                <a:gd name="connsiteX3" fmla="*/ 0 w 7883551"/>
                <a:gd name="connsiteY3" fmla="*/ 1298205 h 129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3551" h="1298205">
                  <a:moveTo>
                    <a:pt x="0" y="0"/>
                  </a:moveTo>
                  <a:lnTo>
                    <a:pt x="7883551" y="0"/>
                  </a:lnTo>
                  <a:lnTo>
                    <a:pt x="7883551" y="1298205"/>
                  </a:lnTo>
                  <a:lnTo>
                    <a:pt x="0" y="1298205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rcRect l="12402" b="3884"/>
            <a:stretch>
              <a:fillRect/>
            </a:stretch>
          </p:blipFill>
          <p:spPr>
            <a:xfrm>
              <a:off x="0" y="3594120"/>
              <a:ext cx="4528676" cy="3263880"/>
            </a:xfrm>
            <a:custGeom>
              <a:avLst/>
              <a:gdLst>
                <a:gd name="connsiteX0" fmla="*/ 0 w 4528676"/>
                <a:gd name="connsiteY0" fmla="*/ 0 h 3263880"/>
                <a:gd name="connsiteX1" fmla="*/ 4528676 w 4528676"/>
                <a:gd name="connsiteY1" fmla="*/ 0 h 3263880"/>
                <a:gd name="connsiteX2" fmla="*/ 4528676 w 4528676"/>
                <a:gd name="connsiteY2" fmla="*/ 3263880 h 3263880"/>
                <a:gd name="connsiteX3" fmla="*/ 0 w 4528676"/>
                <a:gd name="connsiteY3" fmla="*/ 3263880 h 326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28676" h="3263880">
                  <a:moveTo>
                    <a:pt x="0" y="0"/>
                  </a:moveTo>
                  <a:lnTo>
                    <a:pt x="4528676" y="0"/>
                  </a:lnTo>
                  <a:lnTo>
                    <a:pt x="4528676" y="3263880"/>
                  </a:lnTo>
                  <a:lnTo>
                    <a:pt x="0" y="3263880"/>
                  </a:lnTo>
                  <a:close/>
                </a:path>
              </a:pathLst>
            </a:custGeom>
          </p:spPr>
        </p:pic>
      </p:grpSp>
      <p:grpSp>
        <p:nvGrpSpPr>
          <p:cNvPr id="8" name="组合 7"/>
          <p:cNvGrpSpPr/>
          <p:nvPr/>
        </p:nvGrpSpPr>
        <p:grpSpPr>
          <a:xfrm>
            <a:off x="1609678" y="1385132"/>
            <a:ext cx="8972643" cy="1785104"/>
            <a:chOff x="1461418" y="1770802"/>
            <a:chExt cx="8199866" cy="1785104"/>
          </a:xfrm>
        </p:grpSpPr>
        <p:sp>
          <p:nvSpPr>
            <p:cNvPr id="9" name="文本框 8"/>
            <p:cNvSpPr txBox="1"/>
            <p:nvPr/>
          </p:nvSpPr>
          <p:spPr>
            <a:xfrm>
              <a:off x="1461418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感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550481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谢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639544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欣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728607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赏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817670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请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906733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您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995796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指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9084861" y="1770802"/>
              <a:ext cx="576423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28040"/>
              <a:r>
                <a:rPr lang="zh-CN" altLang="en-US" sz="11000" dirty="0">
                  <a:solidFill>
                    <a:srgbClr val="C20000"/>
                  </a:solidFill>
                  <a:latin typeface="汉仪北魏写经W" panose="00020600040101010101" pitchFamily="18" charset="-122"/>
                  <a:ea typeface="汉仪北魏写经W" panose="00020600040101010101" pitchFamily="18" charset="-122"/>
                </a:rPr>
                <a:t>正</a:t>
              </a:r>
              <a:endParaRPr lang="zh-CN" altLang="en-US" sz="11000" dirty="0">
                <a:solidFill>
                  <a:srgbClr val="C20000"/>
                </a:solidFill>
                <a:latin typeface="汉仪北魏写经W" panose="00020600040101010101" pitchFamily="18" charset="-122"/>
                <a:ea typeface="汉仪北魏写经W" panose="00020600040101010101" pitchFamily="18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2375273" y="3147971"/>
            <a:ext cx="74508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200" dirty="0">
                <a:solidFill>
                  <a:srgbClr val="C2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新时代新征程时刻牢记自己是一名共产党员</a:t>
            </a:r>
            <a:endParaRPr lang="zh-CN" altLang="en-US" sz="2200" dirty="0">
              <a:solidFill>
                <a:srgbClr val="C2000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906211" y="3735419"/>
            <a:ext cx="4379578" cy="362573"/>
            <a:chOff x="4483510" y="3445323"/>
            <a:chExt cx="3570830" cy="295619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483510" y="3600450"/>
              <a:ext cx="835250" cy="0"/>
            </a:xfrm>
            <a:prstGeom prst="line">
              <a:avLst/>
            </a:prstGeom>
            <a:ln w="19050">
              <a:solidFill>
                <a:srgbClr val="C2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219090" y="3600450"/>
              <a:ext cx="835250" cy="0"/>
            </a:xfrm>
            <a:prstGeom prst="line">
              <a:avLst/>
            </a:prstGeom>
            <a:ln w="19050">
              <a:solidFill>
                <a:srgbClr val="C2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20"/>
            <p:cNvGrpSpPr/>
            <p:nvPr/>
          </p:nvGrpSpPr>
          <p:grpSpPr>
            <a:xfrm>
              <a:off x="5484776" y="3445323"/>
              <a:ext cx="1566907" cy="295619"/>
              <a:chOff x="5484776" y="3445323"/>
              <a:chExt cx="1566907" cy="295619"/>
            </a:xfrm>
          </p:grpSpPr>
          <p:sp>
            <p:nvSpPr>
              <p:cNvPr id="22" name="星形: 五角 21"/>
              <p:cNvSpPr/>
              <p:nvPr/>
            </p:nvSpPr>
            <p:spPr>
              <a:xfrm>
                <a:off x="6120420" y="3445323"/>
                <a:ext cx="295619" cy="295619"/>
              </a:xfrm>
              <a:prstGeom prst="star5">
                <a:avLst>
                  <a:gd name="adj" fmla="val 24724"/>
                  <a:gd name="hf" fmla="val 105146"/>
                  <a:gd name="vf" fmla="val 110557"/>
                </a:avLst>
              </a:pr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C20000"/>
                  </a:solidFill>
                </a:endParaRPr>
              </a:p>
            </p:txBody>
          </p:sp>
          <p:sp>
            <p:nvSpPr>
              <p:cNvPr id="23" name="星形: 五角 22"/>
              <p:cNvSpPr/>
              <p:nvPr/>
            </p:nvSpPr>
            <p:spPr>
              <a:xfrm>
                <a:off x="6534151" y="3491628"/>
                <a:ext cx="217644" cy="217644"/>
              </a:xfrm>
              <a:prstGeom prst="star5">
                <a:avLst>
                  <a:gd name="adj" fmla="val 24724"/>
                  <a:gd name="hf" fmla="val 105146"/>
                  <a:gd name="vf" fmla="val 110557"/>
                </a:avLst>
              </a:pr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C20000"/>
                  </a:solidFill>
                </a:endParaRPr>
              </a:p>
            </p:txBody>
          </p:sp>
          <p:sp>
            <p:nvSpPr>
              <p:cNvPr id="24" name="星形: 五角 23"/>
              <p:cNvSpPr/>
              <p:nvPr/>
            </p:nvSpPr>
            <p:spPr>
              <a:xfrm>
                <a:off x="6883334" y="3516275"/>
                <a:ext cx="168349" cy="168349"/>
              </a:xfrm>
              <a:prstGeom prst="star5">
                <a:avLst>
                  <a:gd name="adj" fmla="val 24724"/>
                  <a:gd name="hf" fmla="val 105146"/>
                  <a:gd name="vf" fmla="val 110557"/>
                </a:avLst>
              </a:prstGeom>
              <a:solidFill>
                <a:srgbClr val="C2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C20000"/>
                  </a:solidFill>
                </a:endParaRPr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 flipH="1">
                <a:off x="5484776" y="3491627"/>
                <a:ext cx="517532" cy="217644"/>
                <a:chOff x="6686551" y="3644028"/>
                <a:chExt cx="517532" cy="217644"/>
              </a:xfrm>
            </p:grpSpPr>
            <p:sp>
              <p:nvSpPr>
                <p:cNvPr id="26" name="星形: 五角 25"/>
                <p:cNvSpPr/>
                <p:nvPr/>
              </p:nvSpPr>
              <p:spPr>
                <a:xfrm>
                  <a:off x="6686551" y="3644028"/>
                  <a:ext cx="217644" cy="217644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  <p:sp>
              <p:nvSpPr>
                <p:cNvPr id="27" name="星形: 五角 26"/>
                <p:cNvSpPr/>
                <p:nvPr/>
              </p:nvSpPr>
              <p:spPr>
                <a:xfrm>
                  <a:off x="7035734" y="3668675"/>
                  <a:ext cx="168349" cy="168349"/>
                </a:xfrm>
                <a:prstGeom prst="star5">
                  <a:avLst>
                    <a:gd name="adj" fmla="val 24724"/>
                    <a:gd name="hf" fmla="val 105146"/>
                    <a:gd name="vf" fmla="val 110557"/>
                  </a:avLst>
                </a:prstGeom>
                <a:solidFill>
                  <a:srgbClr val="C2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C20000"/>
                    </a:solidFill>
                  </a:endParaRPr>
                </a:p>
              </p:txBody>
            </p:sp>
          </p:grpSp>
        </p:grpSp>
      </p:grpSp>
      <p:grpSp>
        <p:nvGrpSpPr>
          <p:cNvPr id="28" name="组合 27"/>
          <p:cNvGrpSpPr/>
          <p:nvPr/>
        </p:nvGrpSpPr>
        <p:grpSpPr>
          <a:xfrm>
            <a:off x="3296285" y="4478020"/>
            <a:ext cx="4995545" cy="431037"/>
            <a:chOff x="3915298" y="4477707"/>
            <a:chExt cx="4386016" cy="430887"/>
          </a:xfrm>
        </p:grpSpPr>
        <p:grpSp>
          <p:nvGrpSpPr>
            <p:cNvPr id="29" name="组合 28"/>
            <p:cNvGrpSpPr/>
            <p:nvPr/>
          </p:nvGrpSpPr>
          <p:grpSpPr>
            <a:xfrm>
              <a:off x="3915298" y="4486236"/>
              <a:ext cx="1657384" cy="422358"/>
              <a:chOff x="4361386" y="4287208"/>
              <a:chExt cx="1657384" cy="430887"/>
            </a:xfrm>
          </p:grpSpPr>
          <p:sp>
            <p:nvSpPr>
              <p:cNvPr id="33" name="文本框 32"/>
              <p:cNvSpPr txBox="1"/>
              <p:nvPr/>
            </p:nvSpPr>
            <p:spPr>
              <a:xfrm>
                <a:off x="4381861" y="4336692"/>
                <a:ext cx="1616434" cy="343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C20000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宣讲人：</a:t>
                </a:r>
                <a:r>
                  <a:rPr lang="en-US" altLang="zh-CN" sz="1600" dirty="0">
                    <a:solidFill>
                      <a:srgbClr val="C20000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XXXX</a:t>
                </a:r>
                <a:endParaRPr lang="en-US" altLang="zh-CN" sz="1600" dirty="0">
                  <a:solidFill>
                    <a:srgbClr val="C2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4361386" y="4287208"/>
                <a:ext cx="1657384" cy="430887"/>
              </a:xfrm>
              <a:prstGeom prst="roundRect">
                <a:avLst/>
              </a:prstGeom>
              <a:noFill/>
              <a:ln w="19050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C20000"/>
                  </a:solidFill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6645314" y="4477707"/>
              <a:ext cx="1656000" cy="422358"/>
              <a:chOff x="6245264" y="4477707"/>
              <a:chExt cx="1656000" cy="422358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6288926" y="4530068"/>
                <a:ext cx="1578202" cy="337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C20000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时间：</a:t>
                </a:r>
                <a:r>
                  <a:rPr lang="en-US" altLang="zh-CN" sz="1600" dirty="0">
                    <a:solidFill>
                      <a:srgbClr val="C20000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20XX.XX</a:t>
                </a:r>
                <a:endParaRPr lang="zh-CN" altLang="en-US" sz="1600" dirty="0">
                  <a:solidFill>
                    <a:srgbClr val="C2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>
                <a:off x="6245264" y="4477707"/>
                <a:ext cx="1656000" cy="422358"/>
              </a:xfrm>
              <a:prstGeom prst="roundRect">
                <a:avLst/>
              </a:prstGeom>
              <a:noFill/>
              <a:ln w="19050">
                <a:solidFill>
                  <a:srgbClr val="C2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C20000"/>
                  </a:solidFill>
                </a:endParaRPr>
              </a:p>
            </p:txBody>
          </p:sp>
        </p:grpSp>
      </p:grpSp>
      <p:sp>
        <p:nvSpPr>
          <p:cNvPr id="36" name="矩形 35"/>
          <p:cNvSpPr/>
          <p:nvPr/>
        </p:nvSpPr>
        <p:spPr>
          <a:xfrm>
            <a:off x="176000" y="182334"/>
            <a:ext cx="11844000" cy="6493395"/>
          </a:xfrm>
          <a:prstGeom prst="rect">
            <a:avLst/>
          </a:prstGeom>
          <a:noFill/>
          <a:ln w="25400">
            <a:solidFill>
              <a:srgbClr val="C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split orient="vert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1936</Words>
  <Application>WPS 演示</Application>
  <PresentationFormat>宽屏</PresentationFormat>
  <Paragraphs>197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宋体</vt:lpstr>
      <vt:lpstr>Wingdings</vt:lpstr>
      <vt:lpstr>汉仪北魏写经W</vt:lpstr>
      <vt:lpstr>Noto Sans S Chinese Bold</vt:lpstr>
      <vt:lpstr>Noto Sans S Chinese Medium</vt:lpstr>
      <vt:lpstr>Noto Sans S Chinese DemiLight</vt:lpstr>
      <vt:lpstr>思源黑体 CN Regular</vt:lpstr>
      <vt:lpstr>汉仪铁线黑-65简</vt:lpstr>
      <vt:lpstr>Noto Sans S Chinese Regular</vt:lpstr>
      <vt:lpstr>黑体</vt:lpstr>
      <vt:lpstr>汉仪中圆简</vt:lpstr>
      <vt:lpstr>胡晓波男神体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073</dc:title>
  <dc:creator/>
  <cp:lastModifiedBy>涵莜儿</cp:lastModifiedBy>
  <cp:revision>52</cp:revision>
  <dcterms:created xsi:type="dcterms:W3CDTF">2021-04-12T03:37:00Z</dcterms:created>
  <dcterms:modified xsi:type="dcterms:W3CDTF">2025-05-11T04:32:47Z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8E3C6ED34141415C9F8E857F67E5E1E7</vt:lpwstr>
  </property>
  <property fmtid="{D5CDD505-2E9C-101B-9397-08002B2CF9AE}" pid="3" name="KSOProductBuildVer">
    <vt:lpwstr>2052-12.1.0.21171</vt:lpwstr>
  </property>
</Properties>
</file>